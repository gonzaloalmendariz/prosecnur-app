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Relationship Id="rId5" Type="http://schemas.openxmlformats.org/package/2006/relationships/metadata/extended-properties" Target="docProps/app0.xml"/>
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Relationship Id="rId33" Type="http://schemas.openxmlformats.org/officeDocument/2006/relationships/slide" Target="slides/slide26.xml"/>
<Relationship Id="rId34" Type="http://schemas.openxmlformats.org/officeDocument/2006/relationships/slide" Target="slides/slide27.xml"/>
<Relationship Id="rId35" Type="http://schemas.openxmlformats.org/officeDocument/2006/relationships/slide" Target="slides/slide28.xml"/>
<Relationship Id="rId36" Type="http://schemas.openxmlformats.org/officeDocument/2006/relationships/slide" Target="slides/slide29.xml"/>
<Relationship Id="rId37" Type="http://schemas.openxmlformats.org/officeDocument/2006/relationships/slide" Target="slides/slide30.xml"/>
<Relationship Id="rId38" Type="http://schemas.openxmlformats.org/officeDocument/2006/relationships/slide" Target="slides/slide31.xml"/>
<Relationship Id="rId39" Type="http://schemas.openxmlformats.org/officeDocument/2006/relationships/slide" Target="slides/slide32.xml"/>
<Relationship Id="rId40" Type="http://schemas.openxmlformats.org/officeDocument/2006/relationships/slide" Target="slides/slide33.xml"/>
<Relationship Id="rId41" Type="http://schemas.openxmlformats.org/officeDocument/2006/relationships/slide" Target="slides/slide34.xml"/>
<Relationship Id="rId42" Type="http://schemas.openxmlformats.org/officeDocument/2006/relationships/slide" Target="slides/slide35.xml"/>
<Relationship Id="rId43" Type="http://schemas.openxmlformats.org/officeDocument/2006/relationships/slide" Target="slides/slide36.xml"/>
<Relationship Id="rId44" Type="http://schemas.openxmlformats.org/officeDocument/2006/relationships/slide" Target="slides/slide37.xml"/>
<Relationship Id="rId45" Type="http://schemas.openxmlformats.org/officeDocument/2006/relationships/slide" Target="slides/slide38.xml"/>
<Relationship Id="rId46" Type="http://schemas.openxmlformats.org/officeDocument/2006/relationships/slide" Target="slides/slide39.xml"/>
<Relationship Id="rId47" Type="http://schemas.openxmlformats.org/officeDocument/2006/relationships/slide" Target="slides/slide40.xml"/>
<Relationship Id="rId48" Type="http://schemas.openxmlformats.org/officeDocument/2006/relationships/slide" Target="slides/slide41.xml"/>
<Relationship Id="rId49" Type="http://schemas.openxmlformats.org/officeDocument/2006/relationships/slide" Target="slides/slide42.xml"/>
<Relationship Id="rId50" Type="http://schemas.openxmlformats.org/officeDocument/2006/relationships/slide" Target="slides/slide43.xml"/>
<Relationship Id="rId51" Type="http://schemas.openxmlformats.org/officeDocument/2006/relationships/slide" Target="slides/slide44.xml"/>
<Relationship Id="rId52" Type="http://schemas.openxmlformats.org/officeDocument/2006/relationships/slide" Target="slides/slide45.xml"/>
<Relationship Id="rId53" Type="http://schemas.openxmlformats.org/officeDocument/2006/relationships/slide" Target="slides/slide46.xml"/>
<Relationship Id="rId54" Type="http://schemas.openxmlformats.org/officeDocument/2006/relationships/slide" Target="slides/slide47.xml"/>
<Relationship Id="rId55" Type="http://schemas.openxmlformats.org/officeDocument/2006/relationships/slide" Target="slides/slide48.xml"/>
<Relationship Id="rId56" Type="http://schemas.openxmlformats.org/officeDocument/2006/relationships/slide" Target="slides/slide49.xml"/>
<Relationship Id="rId57" Type="http://schemas.openxmlformats.org/officeDocument/2006/relationships/slide" Target="slides/slide50.xml"/>
<Relationship Id="rId58" Type="http://schemas.openxmlformats.org/officeDocument/2006/relationships/slide" Target="slides/slide51.xml"/>
<Relationship Id="rId59" Type="http://schemas.openxmlformats.org/officeDocument/2006/relationships/slide" Target="slides/slide52.xml"/>
<Relationship Id="rId60" Type="http://schemas.openxmlformats.org/officeDocument/2006/relationships/slide" Target="slides/slide53.xml"/>
<Relationship Id="rId61" Type="http://schemas.openxmlformats.org/officeDocument/2006/relationships/slide" Target="slides/slide54.xml"/>
<Relationship Id="rId62" Type="http://schemas.openxmlformats.org/officeDocument/2006/relationships/slide" Target="slides/slide55.xml"/>
<Relationship Id="rId63" Type="http://schemas.openxmlformats.org/officeDocument/2006/relationships/slide" Target="slides/slide56.xml"/>
<Relationship Id="rId64" Type="http://schemas.openxmlformats.org/officeDocument/2006/relationships/slide" Target="slides/slide57.xml"/>
<Relationship Id="rId65" Type="http://schemas.openxmlformats.org/officeDocument/2006/relationships/slide" Target="slides/slide58.xml"/>
<Relationship Id="rId66" Type="http://schemas.openxmlformats.org/officeDocument/2006/relationships/slide" Target="slides/slide59.xml"/>
<Relationship Id="rId67" Type="http://schemas.openxmlformats.org/officeDocument/2006/relationships/slide" Target="slides/slide60.xml"/>
<Relationship Id="rId68" Type="http://schemas.openxmlformats.org/officeDocument/2006/relationships/slide" Target="slides/slide61.xml"/>
<Relationship Id="rId69" Type="http://schemas.openxmlformats.org/officeDocument/2006/relationships/slide" Target="slides/slide62.xml"/>
<Relationship Id="rId70" Type="http://schemas.openxmlformats.org/officeDocument/2006/relationships/slide" Target="slides/slide63.xml"/>
<Relationship Id="rId71" Type="http://schemas.openxmlformats.org/officeDocument/2006/relationships/slide" Target="slides/slide64.xml"/>
<Relationship Id="rId72" Type="http://schemas.openxmlformats.org/officeDocument/2006/relationships/slide" Target="slides/slide65.xml"/>
<Relationship Id="rId73" Type="http://schemas.openxmlformats.org/officeDocument/2006/relationships/slide" Target="slides/slide66.xml"/>
<Relationship Id="rId74" Type="http://schemas.openxmlformats.org/officeDocument/2006/relationships/slide" Target="slides/slide67.xml"/>
<Relationship Id="rId75" Type="http://schemas.openxmlformats.org/officeDocument/2006/relationships/slide" Target="slides/slide68.xml"/>
<Relationship Id="rId76" Type="http://schemas.openxmlformats.org/officeDocument/2006/relationships/slide" Target="slides/slide69.xml"/>
<Relationship Id="rId77" Type="http://schemas.openxmlformats.org/officeDocument/2006/relationships/slide" Target="slides/slide70.xml"/>
<Relationship Id="rId78" Type="http://schemas.openxmlformats.org/officeDocument/2006/relationships/slide" Target="slides/slide71.xml"/>
<Relationship Id="rId79" Type="http://schemas.openxmlformats.org/officeDocument/2006/relationships/slide" Target="slides/slide72.xml"/>
<Relationship Id="rId80" Type="http://schemas.openxmlformats.org/officeDocument/2006/relationships/slide" Target="slides/slide73.xml"/>
<Relationship Id="rId81" Type="http://schemas.openxmlformats.org/officeDocument/2006/relationships/slide" Target="slides/slide74.xml"/>
<Relationship Id="rId82" Type="http://schemas.openxmlformats.org/officeDocument/2006/relationships/slide" Target="slides/slide75.xml"/>
<Relationship Id="rId83" Type="http://schemas.openxmlformats.org/officeDocument/2006/relationships/slide" Target="slides/slide76.xml"/>
<Relationship Id="rId84" Type="http://schemas.openxmlformats.org/officeDocument/2006/relationships/slide" Target="slides/slide77.xml"/>
<Relationship Id="rId85" Type="http://schemas.openxmlformats.org/officeDocument/2006/relationships/slide" Target="slides/slide78.xml"/>
<Relationship Id="rId86" Type="http://schemas.openxmlformats.org/officeDocument/2006/relationships/slide" Target="slides/slide79.xml"/>
<Relationship Id="rId87" Type="http://schemas.openxmlformats.org/officeDocument/2006/relationships/slide" Target="slides/slide80.xml"/>
<Relationship Id="rId88" Type="http://schemas.openxmlformats.org/officeDocument/2006/relationships/slide" Target="slides/slide81.xml"/>
<Relationship Id="rId89" Type="http://schemas.openxmlformats.org/officeDocument/2006/relationships/slide" Target="slides/slide82.xml"/>
<Relationship Id="rId90" Type="http://schemas.openxmlformats.org/officeDocument/2006/relationships/slide" Target="slides/slide83.xml"/>
<Relationship Id="rId91" Type="http://schemas.openxmlformats.org/officeDocument/2006/relationships/slide" Target="slides/slide84.xml"/>
<Relationship Id="rId92" Type="http://schemas.openxmlformats.org/officeDocument/2006/relationships/slide" Target="slides/slide85.xml"/>
<Relationship Id="rId93" Type="http://schemas.openxmlformats.org/officeDocument/2006/relationships/slide" Target="slides/slide86.xml"/>
<Relationship Id="rId94" Type="http://schemas.openxmlformats.org/officeDocument/2006/relationships/slide" Target="slides/slide87.xml"/>
<Relationship Id="rId95" Type="http://schemas.openxmlformats.org/officeDocument/2006/relationships/slide" Target="slides/slide88.xml"/>
<Relationship Id="rId96" Type="http://schemas.openxmlformats.org/officeDocument/2006/relationships/slide" Target="slides/slide89.xml"/>
<Relationship Id="rId97" Type="http://schemas.openxmlformats.org/officeDocument/2006/relationships/slide" Target="slides/slide90.xml"/>
<Relationship Id="rId98" Type="http://schemas.openxmlformats.org/officeDocument/2006/relationships/slide" Target="slides/slide91.xml"/>
<Relationship Id="rId99" Type="http://schemas.openxmlformats.org/officeDocument/2006/relationships/slide" Target="slides/slide92.xml"/>
<Relationship Id="rId100" Type="http://schemas.openxmlformats.org/officeDocument/2006/relationships/slide" Target="slides/slide93.xml"/>
<Relationship Id="rId101" Type="http://schemas.openxmlformats.org/officeDocument/2006/relationships/slide" Target="slides/slide94.xml"/>
<Relationship Id="rId102" Type="http://schemas.openxmlformats.org/officeDocument/2006/relationships/slide" Target="slides/slide95.xml"/>
<Relationship Id="rId103" Type="http://schemas.openxmlformats.org/officeDocument/2006/relationships/slide" Target="slides/slide96.xml"/>
<Relationship Id="rId104" Type="http://schemas.openxmlformats.org/officeDocument/2006/relationships/slide" Target="slides/slide97.xml"/>
<Relationship Id="rId105" Type="http://schemas.openxmlformats.org/officeDocument/2006/relationships/slide" Target="slides/slide98.xml"/>
<Relationship Id="rId106" Type="http://schemas.openxmlformats.org/officeDocument/2006/relationships/slide" Target="slides/slide99.xml"/>
<Relationship Id="rId107" Type="http://schemas.openxmlformats.org/officeDocument/2006/relationships/slide" Target="slides/slide100.xml"/>
<Relationship Id="rId108" Type="http://schemas.openxmlformats.org/officeDocument/2006/relationships/slide" Target="slides/slide101.xml"/>
<Relationship Id="rId109" Type="http://schemas.openxmlformats.org/officeDocument/2006/relationships/slide" Target="slides/slide102.xml"/>
<Relationship Id="rId110" Type="http://schemas.openxmlformats.org/officeDocument/2006/relationships/slide" Target="slides/slide103.xml"/>
<Relationship Id="rId111" Type="http://schemas.openxmlformats.org/officeDocument/2006/relationships/slide" Target="slides/slide104.xml"/>
<Relationship Id="rId112" Type="http://schemas.openxmlformats.org/officeDocument/2006/relationships/slide" Target="slides/slide105.xml"/>
<Relationship Id="rId113" Type="http://schemas.openxmlformats.org/officeDocument/2006/relationships/slide" Target="slides/slide106.xml"/>
<Relationship Id="rId114" Type="http://schemas.openxmlformats.org/officeDocument/2006/relationships/slide" Target="slides/slide107.xml"/>
<Relationship Id="rId115" Type="http://schemas.openxmlformats.org/officeDocument/2006/relationships/slide" Target="slides/slide108.xml"/>
<Relationship Id="rId116" Type="http://schemas.openxmlformats.org/officeDocument/2006/relationships/slide" Target="slides/slide109.xml"/>
<Relationship Id="rId117" Type="http://schemas.openxmlformats.org/officeDocument/2006/relationships/slide" Target="slides/slide110.xml"/>
<Relationship Id="rId118" Type="http://schemas.openxmlformats.org/officeDocument/2006/relationships/slide" Target="slides/slide111.xml"/>
<Relationship Id="rId119" Type="http://schemas.openxmlformats.org/officeDocument/2006/relationships/slide" Target="slides/slide112.xml"/>
<Relationship Id="rId120" Type="http://schemas.openxmlformats.org/officeDocument/2006/relationships/slide" Target="slides/slide113.xml"/>
<Relationship Id="rId121" Type="http://schemas.openxmlformats.org/officeDocument/2006/relationships/slide" Target="slides/slide114.xml"/>
<Relationship Id="rId122" Type="http://schemas.openxmlformats.org/officeDocument/2006/relationships/slide" Target="slides/slide115.xml"/>
<Relationship Id="rId123" Type="http://schemas.openxmlformats.org/officeDocument/2006/relationships/slide" Target="slides/slide116.xml"/>
<Relationship Id="rId124" Type="http://schemas.openxmlformats.org/officeDocument/2006/relationships/slide" Target="slides/slide117.xml"/>
<Relationship Id="rId125" Type="http://schemas.openxmlformats.org/officeDocument/2006/relationships/slide" Target="slides/slide118.xml"/>
<Relationship Id="rId126" Type="http://schemas.openxmlformats.org/officeDocument/2006/relationships/slide" Target="slides/slide119.xml"/>
<Relationship Id="rId127" Type="http://schemas.openxmlformats.org/officeDocument/2006/relationships/slide" Target="slides/slide120.xml"/>
<Relationship Id="rId128" Type="http://schemas.openxmlformats.org/officeDocument/2006/relationships/slide" Target="slides/slide121.xml"/>
<Relationship Id="rId129" Type="http://schemas.openxmlformats.org/officeDocument/2006/relationships/slide" Target="slides/slide122.xml"/>
<Relationship Id="rId130" Type="http://schemas.openxmlformats.org/officeDocument/2006/relationships/slide" Target="slides/slide123.xml"/>
<Relationship Id="rId131" Type="http://schemas.openxmlformats.org/officeDocument/2006/relationships/slide" Target="slides/slide124.xml"/>
<Relationship Id="rId132" Type="http://schemas.openxmlformats.org/officeDocument/2006/relationships/slide" Target="slides/slide125.xml"/>
<Relationship Id="rId133" Type="http://schemas.openxmlformats.org/officeDocument/2006/relationships/slide" Target="slides/slide126.xml"/>
<Relationship Id="rId134" Type="http://schemas.openxmlformats.org/officeDocument/2006/relationships/slide" Target="slides/slide127.xml"/>
<Relationship Id="rId135" Type="http://schemas.openxmlformats.org/officeDocument/2006/relationships/slide" Target="slides/slide128.xml"/>
<Relationship Id="rId136" Type="http://schemas.openxmlformats.org/officeDocument/2006/relationships/slide" Target="slides/slide129.xml"/>
<Relationship Id="rId137" Type="http://schemas.openxmlformats.org/officeDocument/2006/relationships/slide" Target="slides/slide130.xml"/>
<Relationship Id="rId138" Type="http://schemas.openxmlformats.org/officeDocument/2006/relationships/slide" Target="slides/slide131.xml"/>
<Relationship Id="rId139" Type="http://schemas.openxmlformats.org/officeDocument/2006/relationships/slide" Target="slides/slide132.xml"/>
<Relationship Id="rId140" Type="http://schemas.openxmlformats.org/officeDocument/2006/relationships/slide" Target="slides/slide133.xml"/>
<Relationship Id="rId141" Type="http://schemas.openxmlformats.org/officeDocument/2006/relationships/slide" Target="slides/slide134.xml"/>
<Relationship Id="rId142" Type="http://schemas.openxmlformats.org/officeDocument/2006/relationships/slide" Target="slides/slide135.xml"/>
<Relationship Id="rId143" Type="http://schemas.openxmlformats.org/officeDocument/2006/relationships/slide" Target="slides/slide136.xml"/>
<Relationship Id="rId144" Type="http://schemas.openxmlformats.org/officeDocument/2006/relationships/slide" Target="slides/slide137.xml"/>
<Relationship Id="rId145" Type="http://schemas.openxmlformats.org/officeDocument/2006/relationships/slide" Target="slides/slide138.xml"/>
<Relationship Id="rId146" Type="http://schemas.openxmlformats.org/officeDocument/2006/relationships/slide" Target="slides/slide139.xml"/>
<Relationship Id="rId147" Type="http://schemas.openxmlformats.org/officeDocument/2006/relationships/slide" Target="slides/slide140.xml"/>
<Relationship Id="rId148" Type="http://schemas.openxmlformats.org/officeDocument/2006/relationships/slide" Target="slides/slide141.xml"/>
<Relationship Id="rId149" Type="http://schemas.openxmlformats.org/officeDocument/2006/relationships/slide" Target="slides/slide142.xml"/>
<Relationship Id="rId150" Type="http://schemas.openxmlformats.org/officeDocument/2006/relationships/slide" Target="slides/slide143.xml"/>
<Relationship Id="rId151" Type="http://schemas.openxmlformats.org/officeDocument/2006/relationships/slide" Target="slides/slide144.xml"/>
<Relationship Id="rId152" Type="http://schemas.openxmlformats.org/officeDocument/2006/relationships/slide" Target="slides/slide145.xml"/>
<Relationship Id="rId153" Type="http://schemas.openxmlformats.org/officeDocument/2006/relationships/slide" Target="slides/slide146.xml"/>
<Relationship Id="rId154" Type="http://schemas.openxmlformats.org/officeDocument/2006/relationships/slide" Target="slides/slide147.xml"/>
<Relationship Id="rId155" Type="http://schemas.openxmlformats.org/officeDocument/2006/relationships/slide" Target="slides/slide148.xml"/>
<Relationship Id="rId156" Type="http://schemas.openxmlformats.org/officeDocument/2006/relationships/slide" Target="slides/slide149.xml"/>
<Relationship Id="rId157" Type="http://schemas.openxmlformats.org/officeDocument/2006/relationships/slide" Target="slides/slide150.xml"/>
<Relationship Id="rId158" Type="http://schemas.openxmlformats.org/officeDocument/2006/relationships/slide" Target="slides/slide151.xml"/>
<Relationship Id="rId159" Type="http://schemas.openxmlformats.org/officeDocument/2006/relationships/slide" Target="slides/slide152.xml"/>
<Relationship Id="rId160" Type="http://schemas.openxmlformats.org/officeDocument/2006/relationships/slide" Target="slides/slide153.xml"/>
<Relationship Id="rId161" Type="http://schemas.openxmlformats.org/officeDocument/2006/relationships/slide" Target="slides/slide154.xml"/>
<Relationship Id="rId162" Type="http://schemas.openxmlformats.org/officeDocument/2006/relationships/slide" Target="slides/slide155.xml"/>
<Relationship Id="rId163" Type="http://schemas.openxmlformats.org/officeDocument/2006/relationships/slide" Target="slides/slide156.xml"/>
<Relationship Id="rId164" Type="http://schemas.openxmlformats.org/officeDocument/2006/relationships/slide" Target="slides/slide157.xml"/>
<Relationship Id="rId165" Type="http://schemas.openxmlformats.org/officeDocument/2006/relationships/slide" Target="slides/slide158.xml"/>
<Relationship Id="rId166" Type="http://schemas.openxmlformats.org/officeDocument/2006/relationships/slide" Target="slides/slide159.xml"/>
<Relationship Id="rId167" Type="http://schemas.openxmlformats.org/officeDocument/2006/relationships/slide" Target="slides/slide160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4000"/>
              <a:buFont typeface="Arial"/>
              <a:buNone/>
              <a:defRPr sz="2400" b="1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81F5C"/>
              </a:buClr>
              <a:buSzPts val="2000"/>
              <a:buNone/>
              <a:defRPr sz="1600" b="1">
                <a:solidFill>
                  <a:srgbClr val="85BB8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 b="1">
                <a:latin typeface="Arial"/>
                <a:solidFill>
                  <a:srgbClr val="85BB85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600" b="1">
                <a:latin typeface="Arial"/>
                <a:solidFill>
                  <a:srgbClr val="85BB85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solidFill>
                  <a:srgbClr val="85BB85"/>
                </a:solidFill>
              </a:defRPr>
            </a:lvl9pPr>
          </a:lstStyle>
          <a:p>
            <a:r>
              <a:rPr lang="es-MX" dirty="0" sz="1600" b="1">
                <a:latin typeface="Arial"/>
                <a:solidFill>
                  <a:srgbClr val="85BB85"/>
                </a:solidFill>
              </a:rPr>
              <a:t>Haz clic para editar el estilo de subtítulo del patrón</a:t>
            </a:r>
            <a:endParaRPr lang="es-ES" dirty="0" sz="1600" b="1">
              <a:latin typeface="Arial"/>
              <a:solidFill>
                <a:srgbClr val="85BB85"/>
              </a:solidFill>
            </a:endParaRPr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ns3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8413979" y="5028077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/>
          </a:p>
        </p:txBody>
      </p:sp>
      <p:sp>
        <p:nvSpPr>
          <p:cNvPr id="4" name="Text Placeholder 3">
            <a:extLst>
              <a:ext uri="{FF2B5EF4-FFF2-40B4-BE49-F238E27FC236}">
                <ns3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7223" y="5937419"/>
            <a:ext cx="4734748" cy="515937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185629166"/>
      </p:ext>
    </p:extLst>
  </p:cSld>
  <p:clrMapOvr>
    <a:masterClrMapping/>
  </p:clrMapOvr>
  <p:extLst>
    <p:ext uri="{DCECCB84-F9BA-43D5-87BE-67443E8EF086}">
      <p15:sldGuideLst>
        <p15:guide id="1" orient="horz" pos="391">
          <p15:clr>
            <a:srgbClr val="E4A34C"/>
          </p15:clr>
        </p15:guide>
        <p15:guide id="2" pos="483">
          <p15:clr>
            <a:srgbClr val="E4A34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4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ns3:creationId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pic>
        <p:nvPicPr>
          <p:cNvPr id="8" name="Google Shape;66;p47">
            <a:extLst>
              <a:ext uri="{FF2B5EF4-FFF2-40B4-BE49-F238E27FC236}">
                <ns2:creationId id="{8BCEE9CF-906A-83B1-E504-307DBA50FFE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6876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338328"/>
            <a:ext cx="9799981" cy="397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320734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924633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338328"/>
            <a:ext cx="9730221" cy="626771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6" name="Google Shape;66;p47">
            <a:extLst>
              <a:ext uri="{FF2B5EF4-FFF2-40B4-BE49-F238E27FC236}">
                <ns2:creationId id="{323E205B-F311-E78C-D6A8-0122851FE6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47721" y="119062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val="251564292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" anchor="ctr">
            <a:normAutofit/>
          </a:bodyPr>
          <a:lstStyle>
            <a:lvl1pPr>
              <a:defRPr sz="2400" b="1">
                <a:latin typeface="Arial"/>
                <a:solidFill>
                  <a:srgbClr val="CA5651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ns2:creationId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CA56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3;p50">
            <a:extLst>
              <a:ext uri="{FF2B5EF4-FFF2-40B4-BE49-F238E27FC236}">
                <ns2:creationId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3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3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3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059164739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3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7036" y="3153394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365683856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3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16217" y="3082608"/>
            <a:ext cx="1386773" cy="1387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val="1735362092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12494"/>
            <a:ext cx="4726263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2mas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mas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3118" y="1212494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3754526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fil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2252" y="1212494"/>
            <a:ext cx="3611880" cy="4887468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273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arrib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11377879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557784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68212" y="3754526"/>
            <a:ext cx="557784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vertical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59052" y="1212494"/>
            <a:ext cx="918972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9052" y="3754526"/>
            <a:ext cx="918972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asimetric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694944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1252" y="1920240"/>
            <a:ext cx="4114800" cy="34747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tir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11680" y="1212494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11680" y="2926080"/>
            <a:ext cx="9802368" cy="14173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1680" y="4663440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2920" y="2834640"/>
            <a:ext cx="1234440" cy="1234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oron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206240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07808" y="1212494"/>
            <a:ext cx="4206240" cy="201168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26080" y="4617720"/>
            <a:ext cx="6400800" cy="14630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5232" y="2889504"/>
            <a:ext cx="1737360" cy="1737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ifra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2920" y="3017520"/>
            <a:ext cx="1417320" cy="7772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02920" y="3977640"/>
            <a:ext cx="1417320" cy="77724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240280" y="1212494"/>
            <a:ext cx="4160520" cy="2286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240280" y="3749040"/>
            <a:ext cx="4160520" cy="2286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12280" y="1212494"/>
            <a:ext cx="5001768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2920" y="1280160"/>
            <a:ext cx="1417320" cy="1417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cifras_y_grafico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772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343400" y="1212494"/>
            <a:ext cx="3611880" cy="105156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183880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1772" y="2606040"/>
            <a:ext cx="5577840" cy="347472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263640" y="2606040"/>
            <a:ext cx="5577840" cy="34747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  <p:sldLayoutId id="2147483625" r:id="rId26"/>
    <p:sldLayoutId id="2147483736" r:id="rId27"/>
    <p:sldLayoutId id="214748373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CA5651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00" b="0" i="0" u="none" strike="noStrike" cap="none">
          <a:solidFill>
            <a:srgbClr val="081F5C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7.xml"/>
<Relationship Id="rId2" Type="http://schemas.openxmlformats.org/officeDocument/2006/relationships/image" Target="../media/3baee2f8177d625e18a443b8f5b27eccaa35b408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3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5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1474620e88e595b96cb5c4f90103b0919749a0f.png"/>
</Relationships>

</file>

<file path=ppt/slides/_rels/slide5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99fd3adf75ab4de86bcd84ee9b158c322781d.png"/>
</Relationships>

</file>

<file path=ppt/slides/_rels/slide5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5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1474620e88e595b96cb5c4f90103b0919749a0f.png"/>
</Relationships>

</file>

<file path=ppt/slides/_rels/slide5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99fd3adf75ab4de86bcd84ee9b158c322781d.png"/>
</Relationships>

</file>

<file path=ppt/slides/_rels/slide5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6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7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9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0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0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649f80deb7bbd8e2dffcf7d88f031800d88d0fb.png"/>
<Relationship Id="rId3" Type="http://schemas.openxmlformats.org/officeDocument/2006/relationships/image" Target="../media/3d15ff8c3bb4bff29f10314e68c260425003abcc.png"/>
<Relationship Id="rId4" Type="http://schemas.openxmlformats.org/officeDocument/2006/relationships/image" Target="../media/13c5633ecd85d2ac757006838137cd2b9039bf2c.png"/>
<Relationship Id="rId5" Type="http://schemas.openxmlformats.org/officeDocument/2006/relationships/image" Target="../media/48a088b00820183b9e293bb29f619b205185155f.png"/>
<Relationship Id="rId6" Type="http://schemas.openxmlformats.org/officeDocument/2006/relationships/image" Target="../media/542e0c9f172247d9976c2f0df14dce70faad2f0a.png"/>
<Relationship Id="rId7" Type="http://schemas.openxmlformats.org/officeDocument/2006/relationships/image" Target="../media/eccd42f9c4aea8b7f68426a04279d5a39e4380b1.png"/>
<Relationship Id="rId8" Type="http://schemas.openxmlformats.org/officeDocument/2006/relationships/image" Target="../media/c1696d89092794ab356256023cd211669a24de3b.png"/>
<Relationship Id="rId9" Type="http://schemas.openxmlformats.org/officeDocument/2006/relationships/image" Target="../media/a7a080401f3a37c5d662b02a61faef0256a78969.png"/>
<Relationship Id="rId10" Type="http://schemas.openxmlformats.org/officeDocument/2006/relationships/image" Target="../media/35f8791fae6b944f687b06751996c545671b920d.png"/>
<Relationship Id="rId11" Type="http://schemas.openxmlformats.org/officeDocument/2006/relationships/image" Target="../media/e8905be823c823ec917fd7f46a5bab87d03612cb.png"/>
<Relationship Id="rId12" Type="http://schemas.openxmlformats.org/officeDocument/2006/relationships/image" Target="../media/ef83d74c8c3ae09e48316a488d9f6c339bee9c5e.png"/>
<Relationship Id="rId13" Type="http://schemas.openxmlformats.org/officeDocument/2006/relationships/image" Target="../media/e8d133f00a0db2e4d58fd05c4fcfa0a849d28a76.png"/>
<Relationship Id="rId14" Type="http://schemas.openxmlformats.org/officeDocument/2006/relationships/image" Target="../media/68ae2408cff7e53d4af84d68933b94854cc11dd7.png"/>
<Relationship Id="rId15" Type="http://schemas.openxmlformats.org/officeDocument/2006/relationships/image" Target="../media/7c72af1c61ba17ceb1f5579a9747bea60946e518.png"/>
<Relationship Id="rId16" Type="http://schemas.openxmlformats.org/officeDocument/2006/relationships/image" Target="../media/ac2ce43e9be562889a58def7c7cfb6ae172a676a.png"/>
<Relationship Id="rId17" Type="http://schemas.openxmlformats.org/officeDocument/2006/relationships/image" Target="../media/e755c610eeb652fe2e0acaa62cde94553acd2564.png"/>
<Relationship Id="rId18" Type="http://schemas.openxmlformats.org/officeDocument/2006/relationships/image" Target="../media/337bd4b3d7db543095be45bc5ffffb0b4df939b7.png"/>
<Relationship Id="rId19" Type="http://schemas.openxmlformats.org/officeDocument/2006/relationships/image" Target="../media/04162e018484153b9dfee07ec78d74f479e7083d.png"/>
<Relationship Id="rId20" Type="http://schemas.openxmlformats.org/officeDocument/2006/relationships/image" Target="../media/59615d6255ca51ad0e4ffc4857a6e943dcb69890.png"/>
<Relationship Id="rId21" Type="http://schemas.openxmlformats.org/officeDocument/2006/relationships/image" Target="../media/8143d029968c0a6824e9899589372e3d996794d7.png"/>
<Relationship Id="rId22" Type="http://schemas.openxmlformats.org/officeDocument/2006/relationships/image" Target="../media/1312a2932fddc8a52aeb99f0588a14246a3adbb1.png"/>
<Relationship Id="rId23" Type="http://schemas.openxmlformats.org/officeDocument/2006/relationships/image" Target="../media/43d35c2223c393d6a40399e118c516fbaf654717.png"/>
<Relationship Id="rId24" Type="http://schemas.openxmlformats.org/officeDocument/2006/relationships/image" Target="../media/9f8c97b1a3beaa0e7ee8332f92ebba6b7c1dc9d8.png"/>
<Relationship Id="rId25" Type="http://schemas.openxmlformats.org/officeDocument/2006/relationships/image" Target="../media/20659157d9138e59a9100d3a18377a472f6507e1.png"/>
<Relationship Id="rId26" Type="http://schemas.openxmlformats.org/officeDocument/2006/relationships/image" Target="../media/8651319a18ed15617bc64881bbbdd1a6c3b547b0.png"/>
<Relationship Id="rId27" Type="http://schemas.openxmlformats.org/officeDocument/2006/relationships/image" Target="../media/debebc3a45a45b9d5e92d4f9a0b8313b3af2aacc.png"/>
<Relationship Id="rId28" Type="http://schemas.openxmlformats.org/officeDocument/2006/relationships/image" Target="../media/5d1e65be9fd5a8867aa736dda2466320d7acc7aa.png"/>
<Relationship Id="rId29" Type="http://schemas.openxmlformats.org/officeDocument/2006/relationships/image" Target="../media/46763a7dbbfe5c664009ebc33dbdab7ee5101a9a.png"/>
<Relationship Id="rId30" Type="http://schemas.openxmlformats.org/officeDocument/2006/relationships/image" Target="../media/29286410b130835384e8b0714ec25e56063a2f4f.png"/>
<Relationship Id="rId31" Type="http://schemas.openxmlformats.org/officeDocument/2006/relationships/image" Target="../media/5d067b5223479cd5b223f0a84bd25ef59f5049ce.png"/>
</Relationships>

</file>

<file path=ppt/slides/_rels/slide1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354c8351b4b76a2c5511adea6a7939f5182d2dc.png"/>
<Relationship Id="rId3" Type="http://schemas.openxmlformats.org/officeDocument/2006/relationships/image" Target="../media/cb27754cf2ac46ace2610ccd74df7c63169492cf.png"/>
<Relationship Id="rId4" Type="http://schemas.openxmlformats.org/officeDocument/2006/relationships/image" Target="../media/3177c7973b94835ac61e48634f76a9cf13b45957.png"/>
<Relationship Id="rId5" Type="http://schemas.openxmlformats.org/officeDocument/2006/relationships/image" Target="../media/bd5165083fbbe0b9071caf6ebd68e50f5d80a95f.png"/>
<Relationship Id="rId6" Type="http://schemas.openxmlformats.org/officeDocument/2006/relationships/image" Target="../media/95df2fa7a82c69c20fa3ad97f287bf960f48f0fd.png"/>
<Relationship Id="rId7" Type="http://schemas.openxmlformats.org/officeDocument/2006/relationships/image" Target="../media/8466d5c35e262f2c3d7168b1db0af637bf52efc6.png"/>
<Relationship Id="rId8" Type="http://schemas.openxmlformats.org/officeDocument/2006/relationships/image" Target="../media/6d6ab9c88e341897cf253403130a6216ad24f277.png"/>
<Relationship Id="rId9" Type="http://schemas.openxmlformats.org/officeDocument/2006/relationships/image" Target="../media/275ceefc910404ad41aca083d941a4ebb8756996.png"/>
<Relationship Id="rId10" Type="http://schemas.openxmlformats.org/officeDocument/2006/relationships/image" Target="../media/3d671250d4236f2d0834442cc5aebc519fca7487.png"/>
<Relationship Id="rId11" Type="http://schemas.openxmlformats.org/officeDocument/2006/relationships/image" Target="../media/a7d01263f171750f6883cc28ab35ba704e5e034e.png"/>
<Relationship Id="rId12" Type="http://schemas.openxmlformats.org/officeDocument/2006/relationships/image" Target="../media/2f64e4c13c4ea94f4a22fb5685b951f806e65abc.png"/>
<Relationship Id="rId13" Type="http://schemas.openxmlformats.org/officeDocument/2006/relationships/image" Target="../media/80c794d6b3a9b748e3ce52d2ec821683be81e731.png"/>
<Relationship Id="rId14" Type="http://schemas.openxmlformats.org/officeDocument/2006/relationships/image" Target="../media/3f5e3811842ef68ea55f610c3698d21649ef35a9.png"/>
<Relationship Id="rId15" Type="http://schemas.openxmlformats.org/officeDocument/2006/relationships/image" Target="../media/c437251c0c63f6789aa5f8065a46ebcb9bdd855e.png"/>
<Relationship Id="rId16" Type="http://schemas.openxmlformats.org/officeDocument/2006/relationships/image" Target="../media/5ea7e077095b528dfcb8dcf781096f36fb9db481.png"/>
<Relationship Id="rId17" Type="http://schemas.openxmlformats.org/officeDocument/2006/relationships/image" Target="../media/492bd5794bf4ca75ea3f51a054870b80fc97e289.png"/>
<Relationship Id="rId18" Type="http://schemas.openxmlformats.org/officeDocument/2006/relationships/image" Target="../media/426ed660045db6b0bf2f4b23bdd96008f6840155.png"/>
<Relationship Id="rId19" Type="http://schemas.openxmlformats.org/officeDocument/2006/relationships/image" Target="../media/faf4d8ba9178b1f31af3d66b07bf0e0cc564c0d7.png"/>
<Relationship Id="rId20" Type="http://schemas.openxmlformats.org/officeDocument/2006/relationships/image" Target="../media/7279f05a09ee13c702ebd0788b5f926d9e3ad50e.png"/>
<Relationship Id="rId21" Type="http://schemas.openxmlformats.org/officeDocument/2006/relationships/image" Target="../media/dfa378f0f1cc5b8c58b203691e3eacee7ceb00d4.png"/>
<Relationship Id="rId22" Type="http://schemas.openxmlformats.org/officeDocument/2006/relationships/image" Target="../media/c0800850cc957971ce48a13bd18440c2cc623a98.png"/>
<Relationship Id="rId23" Type="http://schemas.openxmlformats.org/officeDocument/2006/relationships/image" Target="../media/f75b71fda7d640c9fd83a0943cc8b82669997eeb.png"/>
<Relationship Id="rId24" Type="http://schemas.openxmlformats.org/officeDocument/2006/relationships/image" Target="../media/34ee6f71d4d58186085e9608751855deb72d2f72.png"/>
<Relationship Id="rId25" Type="http://schemas.openxmlformats.org/officeDocument/2006/relationships/image" Target="../media/adbffd0ec7c4c4aa7ade7d140c650f4f0a8cdf50.png"/>
<Relationship Id="rId26" Type="http://schemas.openxmlformats.org/officeDocument/2006/relationships/image" Target="../media/437738af2a8e5895c51d56dbef9bce4ddf101378.png"/>
<Relationship Id="rId27" Type="http://schemas.openxmlformats.org/officeDocument/2006/relationships/image" Target="../media/48967d328c7888b5e264de4f1c63d3e37b678a5f.png"/>
<Relationship Id="rId28" Type="http://schemas.openxmlformats.org/officeDocument/2006/relationships/image" Target="../media/d5d946ae29201fa9ac2460748e7392720d0e8cca.png"/>
<Relationship Id="rId29" Type="http://schemas.openxmlformats.org/officeDocument/2006/relationships/image" Target="../media/ea575434837a554dbd7d9c82e3f3b88a415897b7.png"/>
<Relationship Id="rId30" Type="http://schemas.openxmlformats.org/officeDocument/2006/relationships/image" Target="../media/25183987b4c9b5cec49ba0209dbd42067e36d77d.png"/>
<Relationship Id="rId31" Type="http://schemas.openxmlformats.org/officeDocument/2006/relationships/image" Target="../media/09cc846bbe4f2bdada05278247d7660f753efe71.png"/>
</Relationships>

</file>

<file path=ppt/slides/_rels/slide1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5f5607119effb7b2abfdfd281dde9b010b1dcf4.png"/>
<Relationship Id="rId3" Type="http://schemas.openxmlformats.org/officeDocument/2006/relationships/image" Target="../media/1e82e210cb55c6127486ff401dded6966d46fe35.png"/>
<Relationship Id="rId4" Type="http://schemas.openxmlformats.org/officeDocument/2006/relationships/image" Target="../media/05e5a42656fff7b469b77df750ec123ac151d1be.png"/>
<Relationship Id="rId5" Type="http://schemas.openxmlformats.org/officeDocument/2006/relationships/image" Target="../media/8712041dcad4ea43f0d1175ce5ab1ef2d0b1afef.png"/>
<Relationship Id="rId6" Type="http://schemas.openxmlformats.org/officeDocument/2006/relationships/image" Target="../media/ac145f58898c4a5a902b9bab72a8363e49b456b7.png"/>
<Relationship Id="rId7" Type="http://schemas.openxmlformats.org/officeDocument/2006/relationships/image" Target="../media/939d5499e5313d1f51d1d2f246247237ab4d6254.png"/>
<Relationship Id="rId8" Type="http://schemas.openxmlformats.org/officeDocument/2006/relationships/image" Target="../media/9b337cbe4eee62d9991ff0eb541a3d39d7692785.png"/>
<Relationship Id="rId9" Type="http://schemas.openxmlformats.org/officeDocument/2006/relationships/image" Target="../media/9c3319fd5fa448bb92d7dcc795b8e5413c1a241a.png"/>
<Relationship Id="rId10" Type="http://schemas.openxmlformats.org/officeDocument/2006/relationships/image" Target="../media/ef7705edc972196866a4e843aa0b26c0ac3774a4.png"/>
<Relationship Id="rId11" Type="http://schemas.openxmlformats.org/officeDocument/2006/relationships/image" Target="../media/a56db57c1ce0c468f58f069499e861577e49b7bd.png"/>
<Relationship Id="rId12" Type="http://schemas.openxmlformats.org/officeDocument/2006/relationships/image" Target="../media/279f01ff0a568bceba6b602cd1a6a1cc9a4a46c6.png"/>
<Relationship Id="rId13" Type="http://schemas.openxmlformats.org/officeDocument/2006/relationships/image" Target="../media/edb0824e765c1442286b746ab12732c4049c3abb.png"/>
<Relationship Id="rId14" Type="http://schemas.openxmlformats.org/officeDocument/2006/relationships/image" Target="../media/2d3d7eda594c226b853aebe3e4146c57e323481b.png"/>
<Relationship Id="rId15" Type="http://schemas.openxmlformats.org/officeDocument/2006/relationships/image" Target="../media/e2c909814ec26abbd91ef5dc4a1e5554c8c60585.png"/>
<Relationship Id="rId16" Type="http://schemas.openxmlformats.org/officeDocument/2006/relationships/image" Target="../media/40800e08238283f361f3b9f92364a0a868f0057f.png"/>
<Relationship Id="rId17" Type="http://schemas.openxmlformats.org/officeDocument/2006/relationships/image" Target="../media/9ad8c32eb4b9b0bc4948db64ea3223d473256338.png"/>
<Relationship Id="rId18" Type="http://schemas.openxmlformats.org/officeDocument/2006/relationships/image" Target="../media/c77901821f4c5a4e5497ed60e96de36a24c80712.png"/>
<Relationship Id="rId19" Type="http://schemas.openxmlformats.org/officeDocument/2006/relationships/image" Target="../media/181f9f9633baadd4ce8c3d69190e2354e4552274.png"/>
<Relationship Id="rId20" Type="http://schemas.openxmlformats.org/officeDocument/2006/relationships/image" Target="../media/32e57f33743b05a6045d2ac86482dc671bf3d489.png"/>
<Relationship Id="rId21" Type="http://schemas.openxmlformats.org/officeDocument/2006/relationships/image" Target="../media/82d24a562819bf39c25a45560edc6e154a412872.png"/>
<Relationship Id="rId22" Type="http://schemas.openxmlformats.org/officeDocument/2006/relationships/image" Target="../media/7d4ef3cbaf96ee520a2237b2dcf20dac67238736.png"/>
<Relationship Id="rId23" Type="http://schemas.openxmlformats.org/officeDocument/2006/relationships/image" Target="../media/660a066f8e77ce0af3d11b41275a05c1cb22a8f3.png"/>
<Relationship Id="rId24" Type="http://schemas.openxmlformats.org/officeDocument/2006/relationships/image" Target="../media/19601e5ac1ca85146ce3aba4af3704ae90c67371.png"/>
<Relationship Id="rId25" Type="http://schemas.openxmlformats.org/officeDocument/2006/relationships/image" Target="../media/c15a79dcee14ee045d20562a52b87392259faddc.png"/>
<Relationship Id="rId26" Type="http://schemas.openxmlformats.org/officeDocument/2006/relationships/image" Target="../media/f206c3bf6ef430342524ff4e381d1d162947b20d.png"/>
<Relationship Id="rId27" Type="http://schemas.openxmlformats.org/officeDocument/2006/relationships/image" Target="../media/bf5c2c61fc09eeab1b889ab5c8c1c1a6fda56cc9.png"/>
<Relationship Id="rId28" Type="http://schemas.openxmlformats.org/officeDocument/2006/relationships/image" Target="../media/962b51e438e00ef4a5be167e9a06727066805691.png"/>
<Relationship Id="rId29" Type="http://schemas.openxmlformats.org/officeDocument/2006/relationships/image" Target="../media/378578c09c41b4f18cd8d9c20a7ebe0dab6e4310.png"/>
<Relationship Id="rId30" Type="http://schemas.openxmlformats.org/officeDocument/2006/relationships/image" Target="../media/dc31a9840fff25d104d4c5f040cff0c614409e60.png"/>
<Relationship Id="rId31" Type="http://schemas.openxmlformats.org/officeDocument/2006/relationships/image" Target="../media/334eeabe0da62fae7c06cbf1dd9ced95a4e24ac1.png"/>
</Relationships>

</file>

<file path=ppt/slides/_rels/slide12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67c7bc4955b07bab22991c87c12271d2378fadc0.png"/>
<Relationship Id="rId3" Type="http://schemas.openxmlformats.org/officeDocument/2006/relationships/image" Target="../media/b2ce095f100ec3182b0c900479d632ce34547fc9.png"/>
<Relationship Id="rId4" Type="http://schemas.openxmlformats.org/officeDocument/2006/relationships/image" Target="../media/da9dcab711a3d4cc04fd33895f5b3bb7602c474f.png"/>
<Relationship Id="rId5" Type="http://schemas.openxmlformats.org/officeDocument/2006/relationships/image" Target="../media/f8a256037455f07aac19faba7af529a9e150e708.png"/>
<Relationship Id="rId6" Type="http://schemas.openxmlformats.org/officeDocument/2006/relationships/image" Target="../media/f1c04c4fda3e7599556dcc7752b8a789c089768c.png"/>
<Relationship Id="rId7" Type="http://schemas.openxmlformats.org/officeDocument/2006/relationships/image" Target="../media/d115acadd81c7aab00aaf10436242bd3a59c42b5.png"/>
<Relationship Id="rId8" Type="http://schemas.openxmlformats.org/officeDocument/2006/relationships/image" Target="../media/dc5b4784b3400ef4d2860cac0d29ac1a3b0b0ad7.png"/>
<Relationship Id="rId9" Type="http://schemas.openxmlformats.org/officeDocument/2006/relationships/image" Target="../media/7957f17d3d46ce573abdaead3d5317c02e414ee0.png"/>
<Relationship Id="rId10" Type="http://schemas.openxmlformats.org/officeDocument/2006/relationships/image" Target="../media/c11a9deede14a5098194362e8c877fa8ed30975f.png"/>
<Relationship Id="rId11" Type="http://schemas.openxmlformats.org/officeDocument/2006/relationships/image" Target="../media/8e0e011357bac708fdcc1dc6fc0f4534ecf7ab14.png"/>
<Relationship Id="rId12" Type="http://schemas.openxmlformats.org/officeDocument/2006/relationships/image" Target="../media/876ed2b7026b7ad77ac3689973b6ca8326241dfa.png"/>
<Relationship Id="rId13" Type="http://schemas.openxmlformats.org/officeDocument/2006/relationships/image" Target="../media/4d1a445a0ebdb1d6578328a2a769754a5627d47a.png"/>
<Relationship Id="rId14" Type="http://schemas.openxmlformats.org/officeDocument/2006/relationships/image" Target="../media/613977e5b9dcdae7a2581733f8b717b372c5022b.png"/>
<Relationship Id="rId15" Type="http://schemas.openxmlformats.org/officeDocument/2006/relationships/image" Target="../media/c66d9290d7672f62f8413ccc6fb9f5951b61ab91.png"/>
<Relationship Id="rId16" Type="http://schemas.openxmlformats.org/officeDocument/2006/relationships/image" Target="../media/1f22437b6f21b39142f57bb825b5d1f3a36bcd95.png"/>
<Relationship Id="rId17" Type="http://schemas.openxmlformats.org/officeDocument/2006/relationships/image" Target="../media/82b34d699613c701664145945581f5a163b2e119.png"/>
<Relationship Id="rId18" Type="http://schemas.openxmlformats.org/officeDocument/2006/relationships/image" Target="../media/365a324e5849a4a7d114598cdf85635fe15d8557.png"/>
<Relationship Id="rId19" Type="http://schemas.openxmlformats.org/officeDocument/2006/relationships/image" Target="../media/b44f381f73bdf9bc676024be6d6264ebaf4ec9b8.png"/>
<Relationship Id="rId20" Type="http://schemas.openxmlformats.org/officeDocument/2006/relationships/image" Target="../media/57cd8ceb7f838dfc755af0f5bbb3ff8b9df74fc7.png"/>
<Relationship Id="rId21" Type="http://schemas.openxmlformats.org/officeDocument/2006/relationships/image" Target="../media/87a2a7b7824c2101f8323946f41f58a4310b534d.png"/>
<Relationship Id="rId22" Type="http://schemas.openxmlformats.org/officeDocument/2006/relationships/image" Target="../media/dfc854f7148a7cc4ea4b9824cc173bd4283faf3b.png"/>
<Relationship Id="rId23" Type="http://schemas.openxmlformats.org/officeDocument/2006/relationships/image" Target="../media/66b850d667923d5a4c310d73bc916ef31237cf71.png"/>
<Relationship Id="rId24" Type="http://schemas.openxmlformats.org/officeDocument/2006/relationships/image" Target="../media/8563d7dac54e92d1ba8d7ad9963111cfebcbd492.png"/>
<Relationship Id="rId25" Type="http://schemas.openxmlformats.org/officeDocument/2006/relationships/image" Target="../media/b6744c278c2fe3cfde43cb080ce7166875f727ce.png"/>
<Relationship Id="rId26" Type="http://schemas.openxmlformats.org/officeDocument/2006/relationships/image" Target="../media/8f79bc9b213257557c61c71bd1357c0bde71c8de.png"/>
<Relationship Id="rId27" Type="http://schemas.openxmlformats.org/officeDocument/2006/relationships/image" Target="../media/7ff50f80f4b4528a4186e953c35162cbdac70530.png"/>
<Relationship Id="rId28" Type="http://schemas.openxmlformats.org/officeDocument/2006/relationships/image" Target="../media/907496852bac444b0d9e62a41888358283be39a0.png"/>
<Relationship Id="rId29" Type="http://schemas.openxmlformats.org/officeDocument/2006/relationships/image" Target="../media/b4840610b91e886140c5fdf8f84af08e1219f2b6.png"/>
<Relationship Id="rId30" Type="http://schemas.openxmlformats.org/officeDocument/2006/relationships/image" Target="../media/23dd1f6146e003039bcf792fb686bd1009612e03.png"/>
<Relationship Id="rId31" Type="http://schemas.openxmlformats.org/officeDocument/2006/relationships/image" Target="../media/3d15ff8c3bb4bff29f10314e68c260425003abcc.png"/>
</Relationships>

</file>

<file path=ppt/slides/_rels/slide12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649f80deb7bbd8e2dffcf7d88f031800d88d0fb.png"/>
<Relationship Id="rId3" Type="http://schemas.openxmlformats.org/officeDocument/2006/relationships/image" Target="../media/d3d99fd3adf75ab4de86bcd84ee9b158c322781d.png"/>
</Relationships>

</file>

<file path=ppt/slides/_rels/slide12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1312a2932fddc8a52aeb99f0588a14246a3adbb1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20659157d9138e59a9100d3a18377a472f6507e1.png"/>
<Relationship Id="rId5" Type="http://schemas.openxmlformats.org/officeDocument/2006/relationships/image" Target="../media/8466d5c35e262f2c3d7168b1db0af637bf52efc6.png"/>
<Relationship Id="rId6" Type="http://schemas.openxmlformats.org/officeDocument/2006/relationships/image" Target="../media/b0624f93f0901ddded26fc8da982b3bbf66f4aa7.png"/>
<Relationship Id="rId7" Type="http://schemas.openxmlformats.org/officeDocument/2006/relationships/image" Target="../media/ca8bd58405fd0087bdf0c3f2adee47896839ca3e.png"/>
<Relationship Id="rId8" Type="http://schemas.openxmlformats.org/officeDocument/2006/relationships/image" Target="../media/ed4cd6ec0008d21f45440c848224b9461fc805e5.png"/>
<Relationship Id="rId9" Type="http://schemas.openxmlformats.org/officeDocument/2006/relationships/image" Target="../media/378578c09c41b4f18cd8d9c20a7ebe0dab6e4310.png"/>
<Relationship Id="rId10" Type="http://schemas.openxmlformats.org/officeDocument/2006/relationships/image" Target="../media/8651319a18ed15617bc64881bbbdd1a6c3b547b0.png"/>
</Relationships>

</file>

<file path=ppt/slides/_rels/slide13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168ce6c731ee92724fb1515b699e4792ae535bf8.png"/>
<Relationship Id="rId3" Type="http://schemas.openxmlformats.org/officeDocument/2006/relationships/image" Target="../media/fea99e9c4193dfb5201e386ead36183c48f30d2a.png"/>
<Relationship Id="rId4" Type="http://schemas.openxmlformats.org/officeDocument/2006/relationships/image" Target="../media/9649f80deb7bbd8e2dffcf7d88f031800d88d0fb.png"/>
<Relationship Id="rId5" Type="http://schemas.openxmlformats.org/officeDocument/2006/relationships/image" Target="../media/3354c8351b4b76a2c5511adea6a7939f5182d2dc.png"/>
<Relationship Id="rId6" Type="http://schemas.openxmlformats.org/officeDocument/2006/relationships/image" Target="../media/cb27754cf2ac46ace2610ccd74df7c63169492cf.png"/>
<Relationship Id="rId7" Type="http://schemas.openxmlformats.org/officeDocument/2006/relationships/image" Target="../media/95df2fa7a82c69c20fa3ad97f287bf960f48f0fd.png"/>
<Relationship Id="rId8" Type="http://schemas.openxmlformats.org/officeDocument/2006/relationships/image" Target="../media/b0624f93f0901ddded26fc8da982b3bbf66f4aa7.png"/>
<Relationship Id="rId9" Type="http://schemas.openxmlformats.org/officeDocument/2006/relationships/image" Target="../media/04162e018484153b9dfee07ec78d74f479e7083d.png"/>
<Relationship Id="rId10" Type="http://schemas.openxmlformats.org/officeDocument/2006/relationships/image" Target="../media/da9dcab711a3d4cc04fd33895f5b3bb7602c474f.png"/>
<Relationship Id="rId11" Type="http://schemas.openxmlformats.org/officeDocument/2006/relationships/image" Target="../media/b2ce095f100ec3182b0c900479d632ce34547fc9.png"/>
<Relationship Id="rId12" Type="http://schemas.openxmlformats.org/officeDocument/2006/relationships/image" Target="../media/337bd4b3d7db543095be45bc5ffffb0b4df939b7.png"/>
<Relationship Id="rId13" Type="http://schemas.openxmlformats.org/officeDocument/2006/relationships/image" Target="../media/67c7bc4955b07bab22991c87c12271d2378fadc0.png"/>
</Relationships>

</file>

<file path=ppt/slides/_rels/slide13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13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0624f93f0901ddded26fc8da982b3bbf66f4aa7.png"/>
</Relationships>

</file>

<file path=ppt/slides/_rels/slide13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3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168ce6c731ee92724fb1515b699e4792ae535bf8.png"/>
<Relationship Id="rId3" Type="http://schemas.openxmlformats.org/officeDocument/2006/relationships/image" Target="../media/fea99e9c4193dfb5201e386ead36183c48f30d2a.png"/>
</Relationships>

</file>

<file path=ppt/slides/_rels/slide13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3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3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c0ec6586b5db45c36b471472217dda2ac249f666.png"/>
<Relationship Id="rId3" Type="http://schemas.openxmlformats.org/officeDocument/2006/relationships/image" Target="../media/a0cf76381dc6fa4c50b1db4bf890bdac7b48c2c0.png"/>
<Relationship Id="rId4" Type="http://schemas.openxmlformats.org/officeDocument/2006/relationships/image" Target="../media/d27074004cfb40d9199847c583d2db5e14e5d725.png"/>
<Relationship Id="rId5" Type="http://schemas.openxmlformats.org/officeDocument/2006/relationships/image" Target="../media/b727daf392051df84107483f35098386abfb0e05.png"/>
<Relationship Id="rId6" Type="http://schemas.openxmlformats.org/officeDocument/2006/relationships/image" Target="../media/859c5ab21a3c32d5d7bb7f305acf0a555b78055d.png"/>
</Relationships>

</file>

<file path=ppt/slides/_rels/slide13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3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4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4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4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d3de0f3894be354ae4371aa0a36208d288030e32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4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4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4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4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31e2dd438e59bdc16227fe9bbac6a6f8c51b74cc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5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5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5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5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5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2e93a461c23a1fbf2dd33c1b81bd67f4b1d6ffe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5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5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e755c610eeb652fe2e0acaa62cde94553acd2564.png"/>
<Relationship Id="rId6" Type="http://schemas.openxmlformats.org/officeDocument/2006/relationships/image" Target="../media/337bd4b3d7db543095be45bc5ffffb0b4df939b7.png"/>
<Relationship Id="rId7" Type="http://schemas.openxmlformats.org/officeDocument/2006/relationships/image" Target="../media/48a088b00820183b9e293bb29f619b205185155f.png"/>
</Relationships>

</file>

<file path=ppt/slides/_rels/slide15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5d067b5223479cd5b223f0a84bd25ef59f5049ce.png"/>
<Relationship Id="rId4" Type="http://schemas.openxmlformats.org/officeDocument/2006/relationships/image" Target="../media/1312a2932fddc8a52aeb99f0588a14246a3adbb1.png"/>
<Relationship Id="rId5" Type="http://schemas.openxmlformats.org/officeDocument/2006/relationships/image" Target="../media/9649f80deb7bbd8e2dffcf7d88f031800d88d0fb.png"/>
<Relationship Id="rId6" Type="http://schemas.openxmlformats.org/officeDocument/2006/relationships/image" Target="../media/2f64e4c13c4ea94f4a22fb5685b951f806e65abc.png"/>
<Relationship Id="rId7" Type="http://schemas.openxmlformats.org/officeDocument/2006/relationships/image" Target="../media/43d35c2223c393d6a40399e118c516fbaf654717.png"/>
<Relationship Id="rId8" Type="http://schemas.openxmlformats.org/officeDocument/2006/relationships/image" Target="../media/04162e018484153b9dfee07ec78d74f479e7083d.png"/>
</Relationships>

</file>

<file path=ppt/slides/_rels/slide15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/Relationships>

</file>

<file path=ppt/slides/_rels/slide15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4bf067a162e185dc19440133847972f98e42070d.png"/>
<Relationship Id="rId3" Type="http://schemas.openxmlformats.org/officeDocument/2006/relationships/image" Target="../media/9649f80deb7bbd8e2dffcf7d88f031800d88d0fb.png"/>
<Relationship Id="rId4" Type="http://schemas.openxmlformats.org/officeDocument/2006/relationships/image" Target="../media/542e0c9f172247d9976c2f0df14dce70faad2f0a.png"/>
<Relationship Id="rId5" Type="http://schemas.openxmlformats.org/officeDocument/2006/relationships/image" Target="../media/c15a79dcee14ee045d20562a52b87392259faddc.png"/>
<Relationship Id="rId6" Type="http://schemas.openxmlformats.org/officeDocument/2006/relationships/image" Target="../media/ac7037a30f32d668b8b8a94e7176543d9d6e7646.png"/>
<Relationship Id="rId7" Type="http://schemas.openxmlformats.org/officeDocument/2006/relationships/image" Target="../media/e755c610eeb652fe2e0acaa62cde94553acd2564.png"/>
<Relationship Id="rId8" Type="http://schemas.openxmlformats.org/officeDocument/2006/relationships/image" Target="../media/e8905be823c823ec917fd7f46a5bab87d03612cb.png"/>
<Relationship Id="rId9" Type="http://schemas.openxmlformats.org/officeDocument/2006/relationships/image" Target="../media/68ae2408cff7e53d4af84d68933b94854cc11dd7.png"/>
<Relationship Id="rId10" Type="http://schemas.openxmlformats.org/officeDocument/2006/relationships/image" Target="../media/337bd4b3d7db543095be45bc5ffffb0b4df939b7.png"/>
<Relationship Id="rId11" Type="http://schemas.openxmlformats.org/officeDocument/2006/relationships/image" Target="../media/ef83d74c8c3ae09e48316a488d9f6c339bee9c5e.png"/>
<Relationship Id="rId12" Type="http://schemas.openxmlformats.org/officeDocument/2006/relationships/image" Target="../media/eccd42f9c4aea8b7f68426a04279d5a39e4380b1.png"/>
<Relationship Id="rId13" Type="http://schemas.openxmlformats.org/officeDocument/2006/relationships/image" Target="../media/2d3d7eda594c226b853aebe3e4146c57e323481b.png"/>
<Relationship Id="rId14" Type="http://schemas.openxmlformats.org/officeDocument/2006/relationships/image" Target="../media/debebc3a45a45b9d5e92d4f9a0b8313b3af2aacc.png"/>
<Relationship Id="rId15" Type="http://schemas.openxmlformats.org/officeDocument/2006/relationships/image" Target="../media/8651319a18ed15617bc64881bbbdd1a6c3b547b0.png"/>
</Relationships>

</file>

<file path=ppt/slides/_rels/slide16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1463040" y="2423160"/>
            <a:ext cx="9235440" cy="5486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RECETARIO DE IDENTIDAD VISUAL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463040" y="3063240"/>
            <a:ext cx="923544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INFORMES CUANTITATIVOS DE PULSO PUCP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463040" y="3950208"/>
            <a:ext cx="92354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Versión fiel: el estilo entregado, afinado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412480" y="5349240"/>
            <a:ext cx="292608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Octubre, 2026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Portada del recetario (no es una lámina del motor)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463040" y="2148840"/>
            <a:ext cx="9235440" cy="12344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463040" y="1965960"/>
            <a:ext cx="9235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del recetario, 25.65 x 3.43 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RECORRER ESTE RECETARIO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27048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545336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476756" y="1435608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Reglas de la identidad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476756" y="1746504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Tamaño, peso y color de cada elemento, retícula, paleta, texto junto a los gráficos, escalas que llegan y reglas de rotulado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202398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2220686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II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476756" y="2110958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informe tipo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476756" y="2421854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continuación, un ejemplo de un informe de acreditación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287774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9603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III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476756" y="278630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Catálogo de láminas y gráficos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476756" y="309720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Disposiciones de dos a seis gráficos, láminas de población, la galería de los 24 gráficos y las dimensiones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55309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57138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476756" y="346165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Escenarios de acreditación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476756" y="377255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 que cambia entre carreras. IV.1 Actores y bases: seis actores, filtros, cohortes, bases chicas. IV.2 Escalas, etiquetas y formatos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422844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424673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476756" y="413700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Otros estudios de PULSO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476756" y="444790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misma identidad en estudios de opinión, monitoreo de campo y seguimiento de indicadores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903797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922085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476756" y="4812357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recursos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476756" y="5123253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120 íconos en 12 temáticas, cajas y tarjetas con sus medidas, formas y diagramas, con qué hacer y qué evitar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5579146"/>
            <a:ext cx="566928" cy="40233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5597434"/>
            <a:ext cx="566928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VII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476756" y="5487706"/>
            <a:ext cx="4572000" cy="34747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Alternativas de índice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476756" y="5798602"/>
            <a:ext cx="102440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composiciones geométricas para el índice, de 5 a 13 capítulos, con y sin subcapítulos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Mapa del recetario (no es una lámina del motor)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1417320"/>
            <a:ext cx="1161562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123444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partes, 32.27 x 12.88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REGLAS DE LA IDENTIDAD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SE LEE UN GRÁFICO DE ESTE INFORME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7726680" cy="4572000"/>
          </a:xfrm>
          <a:prstGeom prst="rect">
            <a:avLst/>
          </a:prstGeom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745236" y="1581912"/>
            <a:ext cx="64008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APOYO AL ESTUDIANTE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745236" y="2130552"/>
            <a:ext cx="640080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597396" y="260604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745236" y="3144012"/>
            <a:ext cx="12801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135124" y="3136392"/>
            <a:ext cx="102961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234428" y="3136392"/>
            <a:ext cx="400873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112996" y="31363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31643" y="3136392"/>
            <a:ext cx="2684861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631643" y="3136392"/>
            <a:ext cx="26812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312847" y="3136392"/>
            <a:ext cx="1046348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312847" y="3136392"/>
            <a:ext cx="104269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55537" y="3136392"/>
            <a:ext cx="744779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55537" y="3136392"/>
            <a:ext cx="74477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179290" y="3072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92168" y="2843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100316" y="313639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45236" y="3747516"/>
            <a:ext cx="12801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135124" y="3739896"/>
            <a:ext cx="301569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433036" y="3739896"/>
            <a:ext cx="897392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433036" y="3739896"/>
            <a:ext cx="89373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326770" y="3739896"/>
            <a:ext cx="1691823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326770" y="3739896"/>
            <a:ext cx="168816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014935" y="3739896"/>
            <a:ext cx="947044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014935" y="3739896"/>
            <a:ext cx="94338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958322" y="3739896"/>
            <a:ext cx="1141994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958322" y="3739896"/>
            <a:ext cx="114199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278593" y="367588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991472" y="344728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100316" y="3739896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45236" y="4351020"/>
            <a:ext cx="12801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135124" y="4343400"/>
            <a:ext cx="152613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284080" y="4343400"/>
            <a:ext cx="599481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261951" y="43434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79903" y="4343400"/>
            <a:ext cx="2486254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79903" y="4343400"/>
            <a:ext cx="24825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362499" y="4343400"/>
            <a:ext cx="1493215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362499" y="4343400"/>
            <a:ext cx="14895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852056" y="4343400"/>
            <a:ext cx="248260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204115" y="42793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916994" y="40507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970700" y="42793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683578" y="40507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100316" y="434340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99516" y="500176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09244" y="4937760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762504" y="500176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72232" y="4937760"/>
            <a:ext cx="1176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139692" y="500176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249420" y="4937760"/>
            <a:ext cx="960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300980" y="500176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410708" y="493776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148068" y="500176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257796" y="4937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45236" y="5486400"/>
            <a:ext cx="64008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docentes, 1,234 estudiantes y 314 egresados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61188" y="161848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61188" y="163677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361188" y="213055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61188" y="214884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361188" y="3108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61188" y="3127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825941" y="256032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825941" y="257860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323076" y="256946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323076" y="258775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361188" y="49377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361188" y="49560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361188" y="547725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61188" y="549554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334756" y="148132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334756" y="149961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8746236" y="146304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título nombra el tema de la lámina.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8334756" y="212140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8334756" y="213969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8746236" y="210312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pregunta aparece tal como se hizo en la encuesta.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8334756" y="276148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8334756" y="277977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8746236" y="274320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fila es un grupo de personas: docentes, estudiantes o egresados.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8334756" y="340156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8334756" y="341985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8746236" y="338328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Naranja y amarillo son desacuerdo, verde es acuerdo y gris, sin información.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8334756" y="40416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8334756" y="40599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8746236" y="402336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suma las dos respuestas de acuerdo. Es la cifra que resume cada fila.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8334756" y="468172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8334756" y="470001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8746236" y="466344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leyenda nombra los colores en el mismo orden de la barra.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8334756" y="532180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8334756" y="534009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8746236" y="5303520"/>
            <a:ext cx="3157423" cy="640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base dice cuántas personas respondieron. Los porcentajes se calculan sobre ella.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barra suma 100 %. Las cifras de este ejemplo son ficticias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anatomía de una lámina con gráfico (ejemplo anotado)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2135124" y="2926080"/>
            <a:ext cx="4965192" cy="181051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2135124" y="2743200"/>
            <a:ext cx="496519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0.76 cm, 13.79 x 5.03 cm</a:t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699516" y="4937760"/>
            <a:ext cx="71069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699516" y="4754880"/>
            <a:ext cx="71069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19.74 x 0.76 cm</a:t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 Y COLOR DE CADA ELEMENTO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288036" y="1371600"/>
          <a:ext cx="11615623" cy="4480560"/>
        </p:xfrm>
        <a:graphic>
          <a:graphicData uri="http://schemas.openxmlformats.org/drawingml/2006/table">
            <a:tbl>
              <a:tblPr/>
              <a:tblGrid>
                <a:gridCol w="2783910"/>
                <a:gridCol w="5375826"/>
                <a:gridCol w="3455888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Cómo se ve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5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 qué sirve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Título de la lámina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pt, negrita, coral y en mayúsculas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Nombrar el tema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Subtítulo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pt, azul oscuro, bajo el título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Ubicar la lámina en su capítulo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Pregunta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pt, negrita, azul oscuro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Mostrar lo que se preguntó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Grupo de cada fila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pt, negrita, azul oscuro, a la izquierda de la barra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Decir de quién es cada barra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Cifra en la barra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pt, negrita. Si el tramo es angosto, 12 pt encima, con una línea guía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Dar el porcentaje de cada respuesta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Two Box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pt, negrita, verde, en una columna a la derecha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Resumir el acuerdo de cada grupo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Leyenda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10.5 pt, azul oscuro, debajo del gráfico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Nombrar cada color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Texto de análisis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pt, azul oscuro, con las cifras en negrita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Contar lo que se ve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pt, negrita, azul oscuro, al pie de la lámina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Decir cuántos respondieron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Respuestas por grupo</a:t>
                      </a:r>
                    </a:p>
                  </a:txBody>
                  <a:tcPr anchor="ctr" marB="76200" marT="762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se usa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Mostrar el tamaño de cada grupo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Todo en Arial y nada bajo 10 pt. Tamaños medidos en 2,725 cuadros de texto de 6 informes entregados (2025 y 2026)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tamaño, peso y color de cada elemento (medidos en 6 informes finales)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1371600"/>
            <a:ext cx="11615623" cy="4480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118872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 de tamaños, 32.27 x 12.45 cm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DÓNDE VA CADA COSA EN LA LÁMINA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6827349" cy="38404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49336" y="1644823"/>
            <a:ext cx="5634240" cy="384048"/>
          </a:xfrm>
          <a:prstGeom prst="rect">
            <a:avLst/>
          </a:prstGeom>
          <a:solidFill>
            <a:srgbClr val="F6D9D7">
              <a:alpha val="100000"/>
            </a:srgbClr>
          </a:solidFill>
          <a:ln w="3175" cap="rnd" cmpd="sng">
            <a:solidFill>
              <a:srgbClr val="F6D9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49336" y="2307946"/>
            <a:ext cx="6504749" cy="2381098"/>
          </a:xfrm>
          <a:prstGeom prst="rect">
            <a:avLst/>
          </a:prstGeom>
          <a:solidFill>
            <a:srgbClr val="E2EFD9">
              <a:alpha val="100000"/>
            </a:srgbClr>
          </a:solidFill>
          <a:ln w="3175" cap="rnd" cmpd="sng">
            <a:solidFill>
              <a:srgbClr val="E2EFD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49336" y="4724888"/>
            <a:ext cx="6504749" cy="179222"/>
          </a:xfrm>
          <a:prstGeom prst="rect">
            <a:avLst/>
          </a:prstGeom>
          <a:solidFill>
            <a:srgbClr val="FFF2CC">
              <a:alpha val="100000"/>
            </a:srgbClr>
          </a:solidFill>
          <a:ln w="3175" cap="rnd" cmpd="sng">
            <a:solidFill>
              <a:srgbClr val="FFF2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49336" y="4975799"/>
            <a:ext cx="6504749" cy="153619"/>
          </a:xfrm>
          <a:prstGeom prst="rect">
            <a:avLst/>
          </a:prstGeom>
          <a:solidFill>
            <a:srgbClr val="E3E7EF">
              <a:alpha val="100000"/>
            </a:srgbClr>
          </a:solidFill>
          <a:ln w="3175" cap="rnd" cmpd="sng">
            <a:solidFill>
              <a:srgbClr val="E3E7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45679" y="151790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45679" y="1784386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45679" y="205086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45679" y="231735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45679" y="2583833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5679" y="285031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5679" y="3116798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45679" y="3383280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45679" y="3649762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45679" y="391624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45679" y="4182727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45679" y="444920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45679" y="471569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45679" y="498217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50428" y="151790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950428" y="1784386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950428" y="205086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950428" y="231735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950428" y="2583833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950428" y="285031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950428" y="3116798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950428" y="3383280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950428" y="3649762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950428" y="3916245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950428" y="4182727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950428" y="4449209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950428" y="4715691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950428" y="4982174"/>
            <a:ext cx="7315" cy="133241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767913" y="1708831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767913" y="1727119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023945" y="1833189"/>
            <a:ext cx="338328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358616" y="1572768"/>
            <a:ext cx="7315" cy="27139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362273" y="1569110"/>
            <a:ext cx="48463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767913" y="3370478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767913" y="3388766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023945" y="3494837"/>
            <a:ext cx="475488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495776" y="2286000"/>
            <a:ext cx="7315" cy="121981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499433" y="2282342"/>
            <a:ext cx="34747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767913" y="4686483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767913" y="4704771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023945" y="4810841"/>
            <a:ext cx="612648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632936" y="2999232"/>
            <a:ext cx="7315" cy="1822582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636593" y="2995574"/>
            <a:ext cx="21031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429585" y="4924593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429585" y="4942881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685617" y="5048951"/>
            <a:ext cx="1088136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770096" y="3712464"/>
            <a:ext cx="7315" cy="134746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773753" y="3708806"/>
            <a:ext cx="73152" cy="7315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03032" y="491947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03032" y="493776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7892625" y="1408176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título va arriba a la izquierda, a 0.9 cm del borde superior.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892625" y="2121408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gráfico ocupa la franja central y empieza a 4.2 cm de arriba.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892625" y="2834640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leyenda va debajo del gráfico, centrada en todo el bloque.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7892625" y="3547872"/>
            <a:ext cx="4011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base cierra la lámina, en la última línea.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7892625" y="427939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892625" y="429768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8276673" y="4261104"/>
            <a:ext cx="3626986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líneas punteadas son el margen: 0.8 cm a cada lado, igual en todas las láminas.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892625" y="499262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7892625" y="501091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276673" y="4974336"/>
            <a:ext cx="3626986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 algo no cabe, el contenido pasa a otra lámina marcada «(cont.)». La letra no se achica.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 de 16:9 dibujada a poco más de la mitad de su tamaño. Todas las láminas del informe usan este esqueleto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retícula de la lámina 16:9 (13.33 x 7.5 in) con márgenes y bandas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1463040"/>
            <a:ext cx="6827349" cy="3840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1280160"/>
            <a:ext cx="682734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 a escala 0.56, 18.96 x 10.67 cm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COLORES Y LO QUE SIGNIFICAN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371600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 de una escala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664208"/>
            <a:ext cx="1143000" cy="41148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4231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en contra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522476" y="1664208"/>
            <a:ext cx="1143000" cy="41148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47675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contra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756916" y="1664208"/>
            <a:ext cx="1143000" cy="41148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71119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favor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991356" y="1664208"/>
            <a:ext cx="1143000" cy="41148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94563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a favor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225796" y="1664208"/>
            <a:ext cx="1143000" cy="41148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180076" y="2121408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información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589520" y="1645920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lo negativo a lo positivo, siempre en este orden. Lo negativo es naranja, nunca rojo. Sin información va al final y en gris.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487168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y No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2779776"/>
            <a:ext cx="1143000" cy="411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42316" y="3236976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522476" y="2779776"/>
            <a:ext cx="1143000" cy="41148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476756" y="3236976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589520" y="2761488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en azul oscuro y No en celeste, en todas las láminas.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3602736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Grupos de personas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895344"/>
            <a:ext cx="1024128" cy="41148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42316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403604" y="3895344"/>
            <a:ext cx="1024128" cy="41148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357884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519172" y="3895344"/>
            <a:ext cx="1024128" cy="41148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473452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634740" y="3895344"/>
            <a:ext cx="1024128" cy="41148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589020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50308" y="3895344"/>
            <a:ext cx="1024128" cy="411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704588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865876" y="3895344"/>
            <a:ext cx="1024128" cy="41148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820156" y="4352544"/>
            <a:ext cx="111556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589520" y="3877056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grupo conserva su color en todo el informe. Si el nombre ya está escrito junto a la barra, no necesita color.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718304"/>
            <a:ext cx="4572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y énfasis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5010912"/>
            <a:ext cx="1143000" cy="411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4231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522476" y="5010912"/>
            <a:ext cx="1143000" cy="41148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47675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756916" y="5010912"/>
            <a:ext cx="1143000" cy="41148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71119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991356" y="5010912"/>
            <a:ext cx="1143000" cy="41148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945636" y="5468112"/>
            <a:ext cx="1234440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de apoyo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589520" y="4992624"/>
            <a:ext cx="4314139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coral sólo se usa en los títulos. El verde sólo marca el Top Two Box.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quien diseña: azul oscuro 081F5C, coral CA5651, verde 4E9438. Escala F4B183, FFD965, ADD493, 70AD47 y BFBFBF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paleta validada y regla de uso de cada color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TEXTO QUE ACOMPAÑA AL GRÁFICO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16052" y="1545336"/>
            <a:ext cx="1545048" cy="1344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089116" y="1737360"/>
            <a:ext cx="32004" cy="731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180556" y="1792224"/>
            <a:ext cx="606764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80556" y="1975104"/>
            <a:ext cx="55822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180556" y="2157984"/>
            <a:ext cx="588561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180556" y="2340864"/>
            <a:ext cx="36405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96596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 la derecha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96596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 más común. El gráfico ocupa cerca de 60 % del ancho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271952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399968" y="1737360"/>
            <a:ext cx="32004" cy="731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491408" y="1792224"/>
            <a:ext cx="606764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491408" y="1975104"/>
            <a:ext cx="55822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491408" y="2157984"/>
            <a:ext cx="588561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491408" y="2340864"/>
            <a:ext cx="36405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390780" y="1545336"/>
            <a:ext cx="1417032" cy="134416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180512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 la izquierda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180512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la lámina vecina lleva el texto a la derecha y conviene alternar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255868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83884" y="1545336"/>
            <a:ext cx="32004" cy="38404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75324" y="1600200"/>
            <a:ext cx="227982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475324" y="1680882"/>
            <a:ext cx="2097442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475324" y="1761565"/>
            <a:ext cx="221143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75324" y="1842247"/>
            <a:ext cx="1367897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83884" y="2057400"/>
            <a:ext cx="2407844" cy="83210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64428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arriba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164428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el gráfico necesita todo el ancho, como una tabla o muchas filas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239783" y="1417320"/>
            <a:ext cx="2663876" cy="1600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367799" y="1545336"/>
            <a:ext cx="2407844" cy="83210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367799" y="2505456"/>
            <a:ext cx="32004" cy="38404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459239" y="2560320"/>
            <a:ext cx="2279828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459239" y="2641002"/>
            <a:ext cx="2097442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459239" y="2721685"/>
            <a:ext cx="2211433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459239" y="2802367"/>
            <a:ext cx="1367897" cy="4114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148343" y="3090672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debajo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148343" y="3364992"/>
            <a:ext cx="2846756" cy="5029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la conclusión cierra la lámina después de mostrar el gráfico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114800"/>
            <a:ext cx="45720" cy="123444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89204" y="4069080"/>
            <a:ext cx="5376672" cy="1325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75 % de los docentes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53 % de los estudiantes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está de acuerdo o totalmente de acuerdo con que la Unidad cuenta con servicios de tutoría.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23076" y="413308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3076" y="415137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734556" y="4114800"/>
            <a:ext cx="5169103" cy="4297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recomiendan entre 40 y 70 palabras.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23076" y="456285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323076" y="458114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734556" y="4544568"/>
            <a:ext cx="5169103" cy="4297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cifras que menciona van en negrita y coinciden con las del gráfico.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23076" y="499262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323076" y="501091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734556" y="4974336"/>
            <a:ext cx="5169103" cy="4297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Cuenta lo que muestra el gráfico, sin repetir la pregunta.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texto narrativo en láminas con gráfico (p_slide_*_narrativo, p_slide_grafico_texto_*)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4069080"/>
            <a:ext cx="5577840" cy="1325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886200"/>
            <a:ext cx="55778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15.49 x 3.68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0"/>
            <a:ext cx="11615623" cy="2468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123444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posiciones del texto, 32.27 x 6.86 cm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ES CADA ELEMENTO EN POWERPOINT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6095848" cy="3429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32054" y="1570482"/>
            <a:ext cx="27432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77190" y="1607058"/>
            <a:ext cx="3291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apoyo al estudiante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652364" y="1581912"/>
            <a:ext cx="566928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16636" y="2331720"/>
            <a:ext cx="173736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de análisis con sus cifras en negrita.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28316" y="2377440"/>
            <a:ext cx="3044952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591556" y="235915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528316" y="2743200"/>
            <a:ext cx="2368296" cy="2377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914900" y="272491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528316" y="3108960"/>
            <a:ext cx="1860804" cy="2377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07408" y="309067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528316" y="3474720"/>
            <a:ext cx="2706624" cy="2377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253228" y="3456432"/>
            <a:ext cx="457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16636" y="4005072"/>
            <a:ext cx="5638648" cy="11887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16636" y="4142232"/>
            <a:ext cx="5638648" cy="118872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16636" y="4279392"/>
            <a:ext cx="5638648" cy="118872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16636" y="4416552"/>
            <a:ext cx="5638648" cy="118872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77190" y="4590288"/>
            <a:ext cx="2286000" cy="20116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6576" y="1572768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6576" y="1591056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6576" y="2359152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6576" y="2377440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984748" y="2359152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984748" y="2377440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6576" y="3986784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6576" y="4005072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332324" y="1581912"/>
            <a:ext cx="237744" cy="237744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332324" y="1600200"/>
            <a:ext cx="237744" cy="20116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841084" y="150876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841084" y="152704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225132" y="1463040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25132" y="1737360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el título de la lámina: aparece en el esquema y en la navegación. Se escribe en el cuadro.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841084" y="2212848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841084" y="2231136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225132" y="2167128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y base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225132" y="2441448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Son cuadros de texto con su tamaño y color fijados. Se escribe en ellos.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841084" y="2916936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841084" y="2935224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225132" y="2871216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Gráfico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25132" y="3145536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un gráfico vectorial: cada barra y cada cifra es una forma. Los datos se cambian generándolo de nuevo.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841084" y="3621024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841084" y="3639312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225132" y="3575304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225132" y="3849624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una tabla de PowerPoint. Se ajusta desde Diseño de tabla.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841084" y="4325112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41084" y="4343400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225132" y="4279392"/>
            <a:ext cx="4678528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225132" y="4553712"/>
            <a:ext cx="4678528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 parte del diseño de la lámina, igual en todas. Se cambia en el patrón de diapositivas.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naturaleza nativa de cada elemento de la lámina (título en marcador de título, gráficos vectoriales rvg::dml, tablas flextable)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1463040"/>
            <a:ext cx="6095848" cy="3429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280160"/>
            <a:ext cx="6095848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 de ejemplo con cinco elementos marcados, 16.93 x 9.53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UNA MISMA ESCALA, MUCHAS REDACCIONES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Acuerdo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691640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 … Totalmente de acuerdo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929384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Completamente en desacuerdo … Completamente de acuerdo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167128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 … Totalmente de Acuerdo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404872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 1 … Totalmente de acuerdo 4, con SIN INF primero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400800" y="1737360"/>
            <a:ext cx="1024128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400800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479792" y="1737360"/>
            <a:ext cx="10241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479792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558784" y="1737360"/>
            <a:ext cx="1024128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558784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637776" y="1737360"/>
            <a:ext cx="102412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637776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716768" y="1737360"/>
            <a:ext cx="102412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716768" y="2103120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2889504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3163824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 … Muy satisfecho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3401568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Satisfecho / Poco Satisfecho / Satisfecho / Muy Satisfecho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3639312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 / Poco Satisfecho / Satisfecho / Muy Satisfecho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877056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 «No he usado el servicio» primero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00800" y="3209544"/>
            <a:ext cx="1024128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400800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479792" y="3209544"/>
            <a:ext cx="10241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479792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558784" y="3209544"/>
            <a:ext cx="1024128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558784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637776" y="3209544"/>
            <a:ext cx="102412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637776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716768" y="3209544"/>
            <a:ext cx="102412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716768" y="3575304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 o no usado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4361688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Importancia, utilidad y competencia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4636008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importante … Muy importante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873752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útil … Totalmente útil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5111496"/>
            <a:ext cx="539496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competente … Totalmente competente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400800" y="4681728"/>
            <a:ext cx="1024128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400800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Extremo bajo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479792" y="4681728"/>
            <a:ext cx="10241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79792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Bajo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558784" y="4681728"/>
            <a:ext cx="1024128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558784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637776" y="4681728"/>
            <a:ext cx="102412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637776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Extremo alto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716768" y="4681728"/>
            <a:ext cx="102412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716768" y="5047488"/>
            <a:ext cx="1024128" cy="38404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400800" y="5678424"/>
            <a:ext cx="5394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Box: suma de las dos respuestas más altas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redacción cambia según la carrera y el actor, pero el color y el orden se mantienen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 de robustez: la escala se reconoce por significado y orden. SIN INF al final (PROPUESTA para el motor: H57, H58, H59, H64, H65)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CUANDO VARIAS CIFRAS SON MUY PEQUEÑAS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42253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chicas al inicio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40729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09744" y="2040729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19472" y="2040729"/>
            <a:ext cx="16825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84064" y="2040729"/>
            <a:ext cx="219821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084064" y="2104737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78624" y="2040729"/>
            <a:ext cx="29626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278624" y="2104737"/>
            <a:ext cx="29626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76826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89704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59122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864608" y="1967577"/>
            <a:ext cx="3383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910328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996282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001768" y="1967577"/>
            <a:ext cx="62179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330952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424160" y="2095593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2876327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chicas al final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754880" y="2874803"/>
            <a:ext cx="1649578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2938811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400800" y="2874803"/>
            <a:ext cx="340522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400800" y="2938811"/>
            <a:ext cx="34015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02368" y="2874803"/>
            <a:ext cx="11338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912096" y="2874803"/>
            <a:ext cx="5852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966960" y="2874803"/>
            <a:ext cx="274320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851746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290304" y="2801651"/>
            <a:ext cx="5669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997696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934042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710928" y="2801651"/>
            <a:ext cx="228600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418320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098634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104120" y="2801651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38944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24160" y="292966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3710401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Chicas en los dos extremos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754880" y="370887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809744" y="3708877"/>
            <a:ext cx="16825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974336" y="3708877"/>
            <a:ext cx="258226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974336" y="3772885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552944" y="3708877"/>
            <a:ext cx="25822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552944" y="3772885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131552" y="3708877"/>
            <a:ext cx="109728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776826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489704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886554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892040" y="3635725"/>
            <a:ext cx="3108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910328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0180930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131552" y="3635725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38944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424160" y="376374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4544475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Todas chicas salvo una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754880" y="4542951"/>
            <a:ext cx="113386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64608" y="4542951"/>
            <a:ext cx="5852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919472" y="4542951"/>
            <a:ext cx="510601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919472" y="4606959"/>
            <a:ext cx="51023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021824" y="4542951"/>
            <a:ext cx="16825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186416" y="4542951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4804258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517136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886554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92040" y="4469799"/>
            <a:ext cx="3383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37760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098634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710928" y="4469799"/>
            <a:ext cx="39319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418320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0208362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131552" y="4469799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838944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10424160" y="4597815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7327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842516" y="5336713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0497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159504" y="5336713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5793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5689092" y="5336713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8676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6977380" y="5336713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89306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040368" y="5336713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 una cifra no cabe en su tramo, sube con una línea guía. Base: 120 casos de ejemplo, con cifras ficticias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 de rotulado: cifras que no caben en su segmento van encima, con guía. Seguidas se separan 0,46 in sin salir de la barra. Con poco aire, la barra adelgaza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1732788" y="5336713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1732788" y="5153833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INFORME TIPO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1463040" y="2423160"/>
            <a:ext cx="9235440" cy="12344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ESTUDIO DE OPINIÓN SOBRE EL SERVICIO EDUCATIVO OFRECIDO POR LA CARRERA DE CONTABILIDAD, EN EL MARCO DE LA REACREDITACIÓN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463040" y="3950208"/>
            <a:ext cx="92354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 consolidado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463040" y="4617720"/>
            <a:ext cx="923544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Por encargo de la Facultad de Ciencias Contables PUCP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412480" y="5349240"/>
            <a:ext cx="292608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Setiembre, 2026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p_slide_portada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463040" y="2148840"/>
            <a:ext cx="9235440" cy="12344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463040" y="1965960"/>
            <a:ext cx="9235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de portada, 25.65 x 3.43 cm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920240" y="2331720"/>
            <a:ext cx="1371600" cy="13716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3703320" y="1828800"/>
            <a:ext cx="54864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703320" y="2240280"/>
            <a:ext cx="7863840" cy="1828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Conocer la percepción sobre los propósitos de la carrera de Contabilidad, su perfil de egreso, su plan de estudios y otras dimensiones relevantes para la acreditación, a partir de la opinión de estudiantes, docentes, egresados(as), personal administrativo, Comité Consultivo y empleadores(as).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p_slide_objetivo_icono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1143000"/>
            <a:ext cx="11615623" cy="4846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96012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objetivo, 32.27 x 13.46 cm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FICHA TÉCNICA CUANTITATIVA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288036" y="1600200"/>
          <a:ext cx="1115568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y técnica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cuantitativa mediante encuestas telefónicas y por correo electrónico. Encuesta vía correo a docentes y administrativos, y aplicación presencial en aulas a estudiantes. Plataforma: Survey Monkey.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Universo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Estudiantes, docentes, egresados(as) y personal administrativo de la carrera de Contabilidad de la PUCP.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Muestreo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probabilístico por conveniencia, con intención censal.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Muestra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172 estudiantes (96 %), 52 docentes (92 %), 178 egresados(as) (66 %) y 15 administrativos (94 %).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Trabajo de campo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27000" marR="127000">
                        <a:lnSpc>
                          <a:spcPct val="100000"/>
                        </a:lnSpc>
                        <a:spcBef>
                          <a:spcPts val="2100"/>
                        </a:spcBef>
                        <a:spcAft>
                          <a:spcPts val="2100"/>
                        </a:spcAft>
                        <a:buNone/>
                      </a:pPr>
                      <a:r>
                        <a:rPr cap="none" sz="15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 25 de mayo al 22 de julio de 2026.</a:t>
                      </a:r>
                    </a:p>
                  </a:txBody>
                  <a:tcPr anchor="ctr" marB="266700" marT="2667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p_slide_tabla_tecnica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1600200"/>
            <a:ext cx="11155680" cy="3840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1417320"/>
            <a:ext cx="111556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tabla, 30.99 x 10.67 cm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155680" cy="8686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facilitar la lectura se suman los dos valores superiores de la escala, suma conocida como Top Two Box. Con ella se comparan los actores entre sí y con las mediciones de otros años.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743200" y="3063240"/>
            <a:ext cx="337414" cy="4572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590038" y="31546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076956" y="3063240"/>
            <a:ext cx="337414" cy="4572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923794" y="31546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410712" y="3063240"/>
            <a:ext cx="2339950" cy="4572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410712" y="3154680"/>
            <a:ext cx="23362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747004" y="3063240"/>
            <a:ext cx="3671316" cy="4572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747004" y="3154680"/>
            <a:ext cx="36713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410712" y="3685032"/>
            <a:ext cx="6007608" cy="1828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410712" y="3593592"/>
            <a:ext cx="18288" cy="10972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400032" y="3593592"/>
            <a:ext cx="18288" cy="109728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405372" y="3703320"/>
            <a:ext cx="18288" cy="12801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042916" y="3867912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042916" y="4123944"/>
            <a:ext cx="2743200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+ 55% = 90%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600200" y="4782312"/>
            <a:ext cx="173736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
en desacuerdo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869680" y="4782312"/>
            <a:ext cx="173736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
de acuerdo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566160" y="5001768"/>
            <a:ext cx="5029200" cy="1828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12514" y="5184648"/>
            <a:ext cx="164592" cy="16459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0119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369814" y="5184648"/>
            <a:ext cx="164592" cy="16459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2692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627114" y="5184648"/>
            <a:ext cx="164592" cy="16459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5265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884414" y="5184648"/>
            <a:ext cx="164592" cy="16459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783830" y="5367528"/>
            <a:ext cx="365760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p_slide_top_two_box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743200" y="2743200"/>
            <a:ext cx="6675120" cy="20116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743200" y="2560320"/>
            <a:ext cx="6675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ejemplo, 18.54 x 5.59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REDONDEO ESTÁNDAR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685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porcentaje se redondea por separado: desde 0.5 sube y por debajo baja. Cada cifra queda lo más cerca posible de su valor exacto, pero la suma puede dar 99% o 101%.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168396" y="2743200"/>
            <a:ext cx="1371600" cy="9144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122676" y="287121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631436" y="2743200"/>
            <a:ext cx="1371600" cy="9144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585716" y="287121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094476" y="2743200"/>
            <a:ext cx="1371600" cy="9144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48756" y="287121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557516" y="2743200"/>
            <a:ext cx="1371600" cy="9144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511796" y="287121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020556" y="2743200"/>
            <a:ext cx="1371600" cy="9144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974836" y="287121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437876" y="2871216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Suma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483864"/>
            <a:ext cx="274320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 exacto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122676" y="347472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0.56%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585716" y="347472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3.93%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048756" y="347472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33.71%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511796" y="347472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61.80%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974836" y="347472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0.00%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37876" y="3474720"/>
            <a:ext cx="118872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941064"/>
            <a:ext cx="1133856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087368"/>
            <a:ext cx="274320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Redondeo estándar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122676" y="407822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585716" y="407822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048756" y="407822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511796" y="407822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974836" y="407822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437876" y="4078224"/>
            <a:ext cx="118872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101%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773168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este ejemplo la suma queda en 101%: cada cifra se redondeó por su cuenta.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Ejemplo con 1, 7, 60, 110 y 0 casos de 178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p_slide_redondeo (método estándar)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22676" y="2743200"/>
            <a:ext cx="8503920" cy="18928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122676" y="2560320"/>
            <a:ext cx="85039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matriz de redondeo, 23.62 x 5.26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REDONDEO DEL RESTO MAYOR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685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Primero se toma la parte entera de cada porcentaje. Los puntos que faltan para llegar a 100 se dan, uno por uno, a las categorías con el resto decimal más grande. La suma siempre da 100%.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168396" y="2468880"/>
            <a:ext cx="1371600" cy="9144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122676" y="259689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631436" y="2468880"/>
            <a:ext cx="1371600" cy="9144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585716" y="259689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094476" y="2468880"/>
            <a:ext cx="1371600" cy="9144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48756" y="259689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557516" y="2468880"/>
            <a:ext cx="1371600" cy="9144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511796" y="259689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020556" y="2468880"/>
            <a:ext cx="1371600" cy="9144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974836" y="2596896"/>
            <a:ext cx="1463040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437876" y="2596896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Suma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209544"/>
            <a:ext cx="274320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 exacto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122676" y="320040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0.56%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585716" y="320040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3.93%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048756" y="320040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33.71%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511796" y="320040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61.80%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974836" y="3200400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0.00%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37876" y="3200400"/>
            <a:ext cx="118872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666744"/>
            <a:ext cx="1133856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813048"/>
            <a:ext cx="274320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Parte entera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122676" y="380390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585716" y="380390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048756" y="380390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511796" y="380390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974836" y="3803904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437876" y="3803904"/>
            <a:ext cx="118872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270248"/>
            <a:ext cx="1133856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4416552"/>
            <a:ext cx="274320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Resto decimal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122676" y="4407408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0.56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814316" y="4334256"/>
            <a:ext cx="1005840" cy="438912"/>
          </a:xfrm>
          <a:prstGeom prst="rect">
            <a:avLst/>
          </a:prstGeom>
          <a:ln w="158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585716" y="4407408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0.93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277356" y="4334256"/>
            <a:ext cx="1005840" cy="438912"/>
          </a:xfrm>
          <a:prstGeom prst="rect">
            <a:avLst/>
          </a:prstGeom>
          <a:ln w="158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048756" y="4407408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0.71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40396" y="4334256"/>
            <a:ext cx="1005840" cy="438912"/>
          </a:xfrm>
          <a:prstGeom prst="rect">
            <a:avLst/>
          </a:prstGeom>
          <a:ln w="158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511796" y="4407408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974836" y="4407408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0.00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4873752"/>
            <a:ext cx="1133856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5020056"/>
            <a:ext cx="274320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122676" y="5010912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14316" y="4937760"/>
            <a:ext cx="1005840" cy="438912"/>
          </a:xfrm>
          <a:prstGeom prst="rect">
            <a:avLst/>
          </a:prstGeom>
          <a:ln w="158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85716" y="5010912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277356" y="4937760"/>
            <a:ext cx="1005840" cy="438912"/>
          </a:xfrm>
          <a:prstGeom prst="rect">
            <a:avLst/>
          </a:prstGeom>
          <a:ln w="158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048756" y="5010912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740396" y="4937760"/>
            <a:ext cx="1005840" cy="438912"/>
          </a:xfrm>
          <a:prstGeom prst="rect">
            <a:avLst/>
          </a:prstGeom>
          <a:ln w="158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511796" y="5010912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974836" y="5010912"/>
            <a:ext cx="146304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437876" y="5010912"/>
            <a:ext cx="1188720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5660136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Faltan 3 puntos: van a los tres restos más grandes. El 0.56% queda en 0%.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Ejemplo con 1, 7, 60, 110 y 0 casos de 178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p_slide_redondeo (método del resto mayor)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122676" y="2468880"/>
            <a:ext cx="8503920" cy="309981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122676" y="2286000"/>
            <a:ext cx="85039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matriz de redondeo, 23.62 x 8.61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945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043684" y="2212848"/>
            <a:ext cx="2817903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98163" y="2194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74320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043684" y="2761488"/>
            <a:ext cx="260114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681401" y="2743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370168" y="1508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370168" y="20802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125816" y="2089404"/>
            <a:ext cx="25780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740473" y="20802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70168" y="249174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125816" y="2500884"/>
            <a:ext cx="28179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980295" y="24917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70168" y="290322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125816" y="2912364"/>
            <a:ext cx="47964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642035" y="29032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70168" y="331470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125816" y="3323844"/>
            <a:ext cx="1199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282302" y="33147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794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27939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043684" y="4288536"/>
            <a:ext cx="174441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824676" y="42793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4608576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043684" y="4617720"/>
            <a:ext cx="147604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556305" y="46085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9377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043684" y="4946904"/>
            <a:ext cx="268371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63977" y="4937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5266944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043684" y="5276088"/>
            <a:ext cx="254953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629791" y="52669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5596128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043684" y="5605272"/>
            <a:ext cx="28179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98163" y="559612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592531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043684" y="5934456"/>
            <a:ext cx="228116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361420" y="59253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70168" y="3794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declarada (años)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534760" y="5580453"/>
            <a:ext cx="383400" cy="31742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415888" y="5333565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415888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973024" y="4839789"/>
            <a:ext cx="383400" cy="105809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854152" y="4592901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54152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411288" y="4663440"/>
            <a:ext cx="383400" cy="123444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292416" y="4416552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292416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849553" y="4769249"/>
            <a:ext cx="383400" cy="112863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730681" y="4522361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730681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287817" y="5016137"/>
            <a:ext cx="383400" cy="881743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168945" y="4769249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168945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726081" y="5545183"/>
            <a:ext cx="383400" cy="35269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607209" y="5298295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607209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164345" y="5439374"/>
            <a:ext cx="383400" cy="45850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045473" y="5192486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045473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602610" y="5721531"/>
            <a:ext cx="383400" cy="17634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483738" y="547464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483738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0040874" y="5721531"/>
            <a:ext cx="383400" cy="17634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9922002" y="547464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922002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0479138" y="5792071"/>
            <a:ext cx="383400" cy="10580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0360266" y="554518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360266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0917403" y="5862610"/>
            <a:ext cx="383400" cy="3527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10798531" y="5615722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798531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355667" y="5756801"/>
            <a:ext cx="383400" cy="14107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1236795" y="5509913"/>
            <a:ext cx="62114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1236795" y="5916168"/>
            <a:ext cx="6211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30+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7977245" y="6153912"/>
            <a:ext cx="128016" cy="100584"/>
          </a:xfrm>
          <a:prstGeom prst="triangl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8977579" y="4251960"/>
            <a:ext cx="29260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Mediana: 22 años. Media: 22.5 años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361188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p_slide_4_graficos_poblacion: p_barras_agrupadas x3 + p_histograma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043684" y="2057400"/>
            <a:ext cx="3156052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2043684" y="1874520"/>
            <a:ext cx="31560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8.77 x 3.05 cm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8125816" y="2011680"/>
            <a:ext cx="3156052" cy="16459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8125816" y="1828800"/>
            <a:ext cx="31560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8.77 x 4.57 cm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2043684" y="4251960"/>
            <a:ext cx="3156052" cy="197510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2043684" y="4069080"/>
            <a:ext cx="31560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8.77 x 5.49 cm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6507328" y="4663440"/>
            <a:ext cx="5259172" cy="12344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6507328" y="4480560"/>
            <a:ext cx="525917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histograma, 14.61 x 3.43 cm</a:t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1164793" y="2240280"/>
            <a:ext cx="1874520" cy="1874520"/>
            <a:chOff x="1164793" y="2240280"/>
            <a:chExt cx="1874520" cy="1874520"/>
          </a:xfrm>
        </p:grpSpPr>
        <p:sp>
          <p:nvSpPr>
            <p:cNvPr id="5" name="rc3"/>
            <p:cNvSpPr/>
            <p:nvPr/>
          </p:nvSpPr>
          <p:spPr>
            <a:xfrm>
              <a:off x="1164793" y="2240280"/>
              <a:ext cx="1874520" cy="187452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2102053" y="2427732"/>
              <a:ext cx="749807" cy="1025830"/>
            </a:xfrm>
            <a:custGeom>
              <a:avLst/>
              <a:pathLst>
                <a:path w="749807" h="1025830">
                  <a:moveTo>
                    <a:pt x="0" y="749807"/>
                  </a:moveTo>
                  <a:lnTo>
                    <a:pt x="0" y="723952"/>
                  </a:lnTo>
                  <a:lnTo>
                    <a:pt x="0" y="698097"/>
                  </a:lnTo>
                  <a:lnTo>
                    <a:pt x="0" y="672241"/>
                  </a:lnTo>
                  <a:lnTo>
                    <a:pt x="0" y="646386"/>
                  </a:lnTo>
                  <a:lnTo>
                    <a:pt x="0" y="620530"/>
                  </a:lnTo>
                  <a:lnTo>
                    <a:pt x="0" y="594675"/>
                  </a:lnTo>
                  <a:lnTo>
                    <a:pt x="0" y="568819"/>
                  </a:lnTo>
                  <a:lnTo>
                    <a:pt x="0" y="542964"/>
                  </a:lnTo>
                  <a:lnTo>
                    <a:pt x="0" y="517108"/>
                  </a:lnTo>
                  <a:lnTo>
                    <a:pt x="0" y="491253"/>
                  </a:lnTo>
                  <a:lnTo>
                    <a:pt x="0" y="465398"/>
                  </a:lnTo>
                  <a:lnTo>
                    <a:pt x="0" y="439542"/>
                  </a:lnTo>
                  <a:lnTo>
                    <a:pt x="0" y="413687"/>
                  </a:lnTo>
                  <a:lnTo>
                    <a:pt x="0" y="387831"/>
                  </a:lnTo>
                  <a:lnTo>
                    <a:pt x="0" y="361976"/>
                  </a:lnTo>
                  <a:lnTo>
                    <a:pt x="0" y="336120"/>
                  </a:lnTo>
                  <a:lnTo>
                    <a:pt x="0" y="310265"/>
                  </a:lnTo>
                  <a:lnTo>
                    <a:pt x="0" y="284409"/>
                  </a:lnTo>
                  <a:lnTo>
                    <a:pt x="0" y="258554"/>
                  </a:lnTo>
                  <a:lnTo>
                    <a:pt x="0" y="232699"/>
                  </a:lnTo>
                  <a:lnTo>
                    <a:pt x="0" y="206843"/>
                  </a:lnTo>
                  <a:lnTo>
                    <a:pt x="0" y="180988"/>
                  </a:lnTo>
                  <a:lnTo>
                    <a:pt x="0" y="155132"/>
                  </a:lnTo>
                  <a:lnTo>
                    <a:pt x="0" y="129277"/>
                  </a:lnTo>
                  <a:lnTo>
                    <a:pt x="0" y="103421"/>
                  </a:lnTo>
                  <a:lnTo>
                    <a:pt x="0" y="77566"/>
                  </a:lnTo>
                  <a:lnTo>
                    <a:pt x="0" y="51710"/>
                  </a:lnTo>
                  <a:lnTo>
                    <a:pt x="0" y="25855"/>
                  </a:lnTo>
                  <a:lnTo>
                    <a:pt x="0" y="0"/>
                  </a:lnTo>
                  <a:lnTo>
                    <a:pt x="25617" y="437"/>
                  </a:lnTo>
                  <a:lnTo>
                    <a:pt x="51204" y="1750"/>
                  </a:lnTo>
                  <a:lnTo>
                    <a:pt x="76732" y="3936"/>
                  </a:lnTo>
                  <a:lnTo>
                    <a:pt x="102170" y="6993"/>
                  </a:lnTo>
                  <a:lnTo>
                    <a:pt x="127488" y="10917"/>
                  </a:lnTo>
                  <a:lnTo>
                    <a:pt x="152658" y="15704"/>
                  </a:lnTo>
                  <a:lnTo>
                    <a:pt x="177650" y="21349"/>
                  </a:lnTo>
                  <a:lnTo>
                    <a:pt x="202434" y="27843"/>
                  </a:lnTo>
                  <a:lnTo>
                    <a:pt x="226981" y="35181"/>
                  </a:lnTo>
                  <a:lnTo>
                    <a:pt x="251264" y="43353"/>
                  </a:lnTo>
                  <a:lnTo>
                    <a:pt x="275254" y="52350"/>
                  </a:lnTo>
                  <a:lnTo>
                    <a:pt x="298922" y="62161"/>
                  </a:lnTo>
                  <a:lnTo>
                    <a:pt x="322241" y="72775"/>
                  </a:lnTo>
                  <a:lnTo>
                    <a:pt x="345183" y="84180"/>
                  </a:lnTo>
                  <a:lnTo>
                    <a:pt x="367723" y="96362"/>
                  </a:lnTo>
                  <a:lnTo>
                    <a:pt x="389833" y="109306"/>
                  </a:lnTo>
                  <a:lnTo>
                    <a:pt x="411488" y="122999"/>
                  </a:lnTo>
                  <a:lnTo>
                    <a:pt x="432663" y="137424"/>
                  </a:lnTo>
                  <a:lnTo>
                    <a:pt x="453333" y="152563"/>
                  </a:lnTo>
                  <a:lnTo>
                    <a:pt x="473473" y="168400"/>
                  </a:lnTo>
                  <a:lnTo>
                    <a:pt x="493060" y="184915"/>
                  </a:lnTo>
                  <a:lnTo>
                    <a:pt x="512072" y="202091"/>
                  </a:lnTo>
                  <a:lnTo>
                    <a:pt x="530486" y="219905"/>
                  </a:lnTo>
                  <a:lnTo>
                    <a:pt x="548280" y="238339"/>
                  </a:lnTo>
                  <a:lnTo>
                    <a:pt x="565435" y="257370"/>
                  </a:lnTo>
                  <a:lnTo>
                    <a:pt x="581929" y="276975"/>
                  </a:lnTo>
                  <a:lnTo>
                    <a:pt x="597743" y="297133"/>
                  </a:lnTo>
                  <a:lnTo>
                    <a:pt x="612860" y="317819"/>
                  </a:lnTo>
                  <a:lnTo>
                    <a:pt x="627261" y="339010"/>
                  </a:lnTo>
                  <a:lnTo>
                    <a:pt x="640930" y="360680"/>
                  </a:lnTo>
                  <a:lnTo>
                    <a:pt x="653850" y="382805"/>
                  </a:lnTo>
                  <a:lnTo>
                    <a:pt x="666007" y="405358"/>
                  </a:lnTo>
                  <a:lnTo>
                    <a:pt x="677387" y="428313"/>
                  </a:lnTo>
                  <a:lnTo>
                    <a:pt x="687975" y="451644"/>
                  </a:lnTo>
                  <a:lnTo>
                    <a:pt x="697760" y="475322"/>
                  </a:lnTo>
                  <a:lnTo>
                    <a:pt x="706731" y="499322"/>
                  </a:lnTo>
                  <a:lnTo>
                    <a:pt x="714876" y="523613"/>
                  </a:lnTo>
                  <a:lnTo>
                    <a:pt x="722186" y="548169"/>
                  </a:lnTo>
                  <a:lnTo>
                    <a:pt x="728654" y="572961"/>
                  </a:lnTo>
                  <a:lnTo>
                    <a:pt x="734270" y="597958"/>
                  </a:lnTo>
                  <a:lnTo>
                    <a:pt x="739030" y="623133"/>
                  </a:lnTo>
                  <a:lnTo>
                    <a:pt x="742926" y="648456"/>
                  </a:lnTo>
                  <a:lnTo>
                    <a:pt x="745955" y="673898"/>
                  </a:lnTo>
                  <a:lnTo>
                    <a:pt x="748113" y="699428"/>
                  </a:lnTo>
                  <a:lnTo>
                    <a:pt x="749398" y="725016"/>
                  </a:lnTo>
                  <a:lnTo>
                    <a:pt x="749807" y="750634"/>
                  </a:lnTo>
                  <a:lnTo>
                    <a:pt x="749341" y="776251"/>
                  </a:lnTo>
                  <a:lnTo>
                    <a:pt x="748000" y="801837"/>
                  </a:lnTo>
                  <a:lnTo>
                    <a:pt x="745786" y="827362"/>
                  </a:lnTo>
                  <a:lnTo>
                    <a:pt x="742701" y="852796"/>
                  </a:lnTo>
                  <a:lnTo>
                    <a:pt x="738749" y="878111"/>
                  </a:lnTo>
                  <a:lnTo>
                    <a:pt x="733934" y="903275"/>
                  </a:lnTo>
                  <a:lnTo>
                    <a:pt x="728262" y="928260"/>
                  </a:lnTo>
                  <a:lnTo>
                    <a:pt x="721740" y="953037"/>
                  </a:lnTo>
                  <a:lnTo>
                    <a:pt x="714375" y="977577"/>
                  </a:lnTo>
                  <a:lnTo>
                    <a:pt x="706177" y="1001851"/>
                  </a:lnTo>
                  <a:lnTo>
                    <a:pt x="697153" y="1025830"/>
                  </a:lnTo>
                  <a:lnTo>
                    <a:pt x="673114" y="1016312"/>
                  </a:lnTo>
                  <a:lnTo>
                    <a:pt x="649074" y="1006794"/>
                  </a:lnTo>
                  <a:lnTo>
                    <a:pt x="625034" y="997276"/>
                  </a:lnTo>
                  <a:lnTo>
                    <a:pt x="600994" y="987758"/>
                  </a:lnTo>
                  <a:lnTo>
                    <a:pt x="576954" y="978240"/>
                  </a:lnTo>
                  <a:lnTo>
                    <a:pt x="552915" y="968722"/>
                  </a:lnTo>
                  <a:lnTo>
                    <a:pt x="528875" y="959204"/>
                  </a:lnTo>
                  <a:lnTo>
                    <a:pt x="504835" y="949686"/>
                  </a:lnTo>
                  <a:lnTo>
                    <a:pt x="480795" y="940168"/>
                  </a:lnTo>
                  <a:lnTo>
                    <a:pt x="456755" y="930650"/>
                  </a:lnTo>
                  <a:lnTo>
                    <a:pt x="432716" y="921132"/>
                  </a:lnTo>
                  <a:lnTo>
                    <a:pt x="408676" y="911614"/>
                  </a:lnTo>
                  <a:lnTo>
                    <a:pt x="384636" y="902096"/>
                  </a:lnTo>
                  <a:lnTo>
                    <a:pt x="360596" y="892578"/>
                  </a:lnTo>
                  <a:lnTo>
                    <a:pt x="336557" y="883060"/>
                  </a:lnTo>
                  <a:lnTo>
                    <a:pt x="312517" y="873542"/>
                  </a:lnTo>
                  <a:lnTo>
                    <a:pt x="288477" y="864024"/>
                  </a:lnTo>
                  <a:lnTo>
                    <a:pt x="264437" y="854506"/>
                  </a:lnTo>
                  <a:lnTo>
                    <a:pt x="240397" y="844988"/>
                  </a:lnTo>
                  <a:lnTo>
                    <a:pt x="216358" y="835470"/>
                  </a:lnTo>
                  <a:lnTo>
                    <a:pt x="192318" y="825952"/>
                  </a:lnTo>
                  <a:lnTo>
                    <a:pt x="168278" y="816434"/>
                  </a:lnTo>
                  <a:lnTo>
                    <a:pt x="144238" y="806916"/>
                  </a:lnTo>
                  <a:lnTo>
                    <a:pt x="120198" y="797398"/>
                  </a:lnTo>
                  <a:lnTo>
                    <a:pt x="96159" y="787880"/>
                  </a:lnTo>
                  <a:lnTo>
                    <a:pt x="72119" y="778362"/>
                  </a:lnTo>
                  <a:lnTo>
                    <a:pt x="48079" y="768844"/>
                  </a:lnTo>
                  <a:lnTo>
                    <a:pt x="24039" y="759326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1352306" y="2427732"/>
              <a:ext cx="1446900" cy="1499589"/>
            </a:xfrm>
            <a:custGeom>
              <a:avLst/>
              <a:pathLst>
                <a:path w="1446900" h="1499589">
                  <a:moveTo>
                    <a:pt x="749746" y="749807"/>
                  </a:moveTo>
                  <a:lnTo>
                    <a:pt x="773786" y="759326"/>
                  </a:lnTo>
                  <a:lnTo>
                    <a:pt x="797826" y="768844"/>
                  </a:lnTo>
                  <a:lnTo>
                    <a:pt x="821866" y="778362"/>
                  </a:lnTo>
                  <a:lnTo>
                    <a:pt x="845906" y="787880"/>
                  </a:lnTo>
                  <a:lnTo>
                    <a:pt x="869945" y="797398"/>
                  </a:lnTo>
                  <a:lnTo>
                    <a:pt x="893985" y="806916"/>
                  </a:lnTo>
                  <a:lnTo>
                    <a:pt x="918025" y="816434"/>
                  </a:lnTo>
                  <a:lnTo>
                    <a:pt x="942065" y="825952"/>
                  </a:lnTo>
                  <a:lnTo>
                    <a:pt x="966105" y="835470"/>
                  </a:lnTo>
                  <a:lnTo>
                    <a:pt x="990144" y="844988"/>
                  </a:lnTo>
                  <a:lnTo>
                    <a:pt x="1014184" y="854506"/>
                  </a:lnTo>
                  <a:lnTo>
                    <a:pt x="1038224" y="864024"/>
                  </a:lnTo>
                  <a:lnTo>
                    <a:pt x="1062264" y="873542"/>
                  </a:lnTo>
                  <a:lnTo>
                    <a:pt x="1086303" y="883060"/>
                  </a:lnTo>
                  <a:lnTo>
                    <a:pt x="1110343" y="892578"/>
                  </a:lnTo>
                  <a:lnTo>
                    <a:pt x="1134383" y="902096"/>
                  </a:lnTo>
                  <a:lnTo>
                    <a:pt x="1158423" y="911614"/>
                  </a:lnTo>
                  <a:lnTo>
                    <a:pt x="1182463" y="921132"/>
                  </a:lnTo>
                  <a:lnTo>
                    <a:pt x="1206502" y="930650"/>
                  </a:lnTo>
                  <a:lnTo>
                    <a:pt x="1230542" y="940168"/>
                  </a:lnTo>
                  <a:lnTo>
                    <a:pt x="1254582" y="949686"/>
                  </a:lnTo>
                  <a:lnTo>
                    <a:pt x="1278622" y="959204"/>
                  </a:lnTo>
                  <a:lnTo>
                    <a:pt x="1302662" y="968722"/>
                  </a:lnTo>
                  <a:lnTo>
                    <a:pt x="1326701" y="978240"/>
                  </a:lnTo>
                  <a:lnTo>
                    <a:pt x="1350741" y="987758"/>
                  </a:lnTo>
                  <a:lnTo>
                    <a:pt x="1374781" y="997276"/>
                  </a:lnTo>
                  <a:lnTo>
                    <a:pt x="1398821" y="1006794"/>
                  </a:lnTo>
                  <a:lnTo>
                    <a:pt x="1422860" y="1016312"/>
                  </a:lnTo>
                  <a:lnTo>
                    <a:pt x="1446900" y="1025830"/>
                  </a:lnTo>
                  <a:lnTo>
                    <a:pt x="1437153" y="1049280"/>
                  </a:lnTo>
                  <a:lnTo>
                    <a:pt x="1426618" y="1072387"/>
                  </a:lnTo>
                  <a:lnTo>
                    <a:pt x="1415306" y="1095123"/>
                  </a:lnTo>
                  <a:lnTo>
                    <a:pt x="1403230" y="1117463"/>
                  </a:lnTo>
                  <a:lnTo>
                    <a:pt x="1390405" y="1139382"/>
                  </a:lnTo>
                  <a:lnTo>
                    <a:pt x="1376845" y="1160854"/>
                  </a:lnTo>
                  <a:lnTo>
                    <a:pt x="1362566" y="1181854"/>
                  </a:lnTo>
                  <a:lnTo>
                    <a:pt x="1347584" y="1202359"/>
                  </a:lnTo>
                  <a:lnTo>
                    <a:pt x="1331916" y="1222344"/>
                  </a:lnTo>
                  <a:lnTo>
                    <a:pt x="1315580" y="1241788"/>
                  </a:lnTo>
                  <a:lnTo>
                    <a:pt x="1298595" y="1260667"/>
                  </a:lnTo>
                  <a:lnTo>
                    <a:pt x="1280981" y="1278960"/>
                  </a:lnTo>
                  <a:lnTo>
                    <a:pt x="1262757" y="1296646"/>
                  </a:lnTo>
                  <a:lnTo>
                    <a:pt x="1243945" y="1313705"/>
                  </a:lnTo>
                  <a:lnTo>
                    <a:pt x="1224566" y="1330117"/>
                  </a:lnTo>
                  <a:lnTo>
                    <a:pt x="1204642" y="1345863"/>
                  </a:lnTo>
                  <a:lnTo>
                    <a:pt x="1184196" y="1360926"/>
                  </a:lnTo>
                  <a:lnTo>
                    <a:pt x="1163252" y="1375287"/>
                  </a:lnTo>
                  <a:lnTo>
                    <a:pt x="1141834" y="1388932"/>
                  </a:lnTo>
                  <a:lnTo>
                    <a:pt x="1119966" y="1401843"/>
                  </a:lnTo>
                  <a:lnTo>
                    <a:pt x="1097673" y="1414006"/>
                  </a:lnTo>
                  <a:lnTo>
                    <a:pt x="1074981" y="1425407"/>
                  </a:lnTo>
                  <a:lnTo>
                    <a:pt x="1051916" y="1436033"/>
                  </a:lnTo>
                  <a:lnTo>
                    <a:pt x="1028505" y="1445872"/>
                  </a:lnTo>
                  <a:lnTo>
                    <a:pt x="1004773" y="1454913"/>
                  </a:lnTo>
                  <a:lnTo>
                    <a:pt x="980750" y="1463144"/>
                  </a:lnTo>
                  <a:lnTo>
                    <a:pt x="956461" y="1470558"/>
                  </a:lnTo>
                  <a:lnTo>
                    <a:pt x="931935" y="1477145"/>
                  </a:lnTo>
                  <a:lnTo>
                    <a:pt x="907200" y="1482897"/>
                  </a:lnTo>
                  <a:lnTo>
                    <a:pt x="882284" y="1487809"/>
                  </a:lnTo>
                  <a:lnTo>
                    <a:pt x="857217" y="1491874"/>
                  </a:lnTo>
                  <a:lnTo>
                    <a:pt x="832026" y="1495087"/>
                  </a:lnTo>
                  <a:lnTo>
                    <a:pt x="806741" y="1497446"/>
                  </a:lnTo>
                  <a:lnTo>
                    <a:pt x="781390" y="1498947"/>
                  </a:lnTo>
                  <a:lnTo>
                    <a:pt x="756003" y="1499589"/>
                  </a:lnTo>
                  <a:lnTo>
                    <a:pt x="730609" y="1499371"/>
                  </a:lnTo>
                  <a:lnTo>
                    <a:pt x="705237" y="1498293"/>
                  </a:lnTo>
                  <a:lnTo>
                    <a:pt x="679916" y="1496357"/>
                  </a:lnTo>
                  <a:lnTo>
                    <a:pt x="654675" y="1493564"/>
                  </a:lnTo>
                  <a:lnTo>
                    <a:pt x="629543" y="1489918"/>
                  </a:lnTo>
                  <a:lnTo>
                    <a:pt x="604549" y="1485423"/>
                  </a:lnTo>
                  <a:lnTo>
                    <a:pt x="579722" y="1480084"/>
                  </a:lnTo>
                  <a:lnTo>
                    <a:pt x="555089" y="1473907"/>
                  </a:lnTo>
                  <a:lnTo>
                    <a:pt x="530680" y="1466900"/>
                  </a:lnTo>
                  <a:lnTo>
                    <a:pt x="506522" y="1459071"/>
                  </a:lnTo>
                  <a:lnTo>
                    <a:pt x="482644" y="1450427"/>
                  </a:lnTo>
                  <a:lnTo>
                    <a:pt x="459071" y="1440980"/>
                  </a:lnTo>
                  <a:lnTo>
                    <a:pt x="435832" y="1430741"/>
                  </a:lnTo>
                  <a:lnTo>
                    <a:pt x="412953" y="1419720"/>
                  </a:lnTo>
                  <a:lnTo>
                    <a:pt x="390460" y="1407930"/>
                  </a:lnTo>
                  <a:lnTo>
                    <a:pt x="368380" y="1395386"/>
                  </a:lnTo>
                  <a:lnTo>
                    <a:pt x="346737" y="1382101"/>
                  </a:lnTo>
                  <a:lnTo>
                    <a:pt x="325556" y="1368091"/>
                  </a:lnTo>
                  <a:lnTo>
                    <a:pt x="304862" y="1353372"/>
                  </a:lnTo>
                  <a:lnTo>
                    <a:pt x="284678" y="1337960"/>
                  </a:lnTo>
                  <a:lnTo>
                    <a:pt x="265028" y="1321874"/>
                  </a:lnTo>
                  <a:lnTo>
                    <a:pt x="245934" y="1305131"/>
                  </a:lnTo>
                  <a:lnTo>
                    <a:pt x="227417" y="1287752"/>
                  </a:lnTo>
                  <a:lnTo>
                    <a:pt x="209500" y="1269755"/>
                  </a:lnTo>
                  <a:lnTo>
                    <a:pt x="192202" y="1251162"/>
                  </a:lnTo>
                  <a:lnTo>
                    <a:pt x="175544" y="1231994"/>
                  </a:lnTo>
                  <a:lnTo>
                    <a:pt x="159545" y="1212273"/>
                  </a:lnTo>
                  <a:lnTo>
                    <a:pt x="144223" y="1192021"/>
                  </a:lnTo>
                  <a:lnTo>
                    <a:pt x="129595" y="1171262"/>
                  </a:lnTo>
                  <a:lnTo>
                    <a:pt x="115678" y="1150020"/>
                  </a:lnTo>
                  <a:lnTo>
                    <a:pt x="102489" y="1128318"/>
                  </a:lnTo>
                  <a:lnTo>
                    <a:pt x="90043" y="1106182"/>
                  </a:lnTo>
                  <a:lnTo>
                    <a:pt x="78353" y="1083638"/>
                  </a:lnTo>
                  <a:lnTo>
                    <a:pt x="67433" y="1060711"/>
                  </a:lnTo>
                  <a:lnTo>
                    <a:pt x="57296" y="1037427"/>
                  </a:lnTo>
                  <a:lnTo>
                    <a:pt x="47953" y="1013813"/>
                  </a:lnTo>
                  <a:lnTo>
                    <a:pt x="39416" y="989896"/>
                  </a:lnTo>
                  <a:lnTo>
                    <a:pt x="31693" y="965704"/>
                  </a:lnTo>
                  <a:lnTo>
                    <a:pt x="24794" y="941264"/>
                  </a:lnTo>
                  <a:lnTo>
                    <a:pt x="18726" y="916604"/>
                  </a:lnTo>
                  <a:lnTo>
                    <a:pt x="13497" y="891753"/>
                  </a:lnTo>
                  <a:lnTo>
                    <a:pt x="9112" y="866740"/>
                  </a:lnTo>
                  <a:lnTo>
                    <a:pt x="5577" y="841592"/>
                  </a:lnTo>
                  <a:lnTo>
                    <a:pt x="2896" y="816339"/>
                  </a:lnTo>
                  <a:lnTo>
                    <a:pt x="1071" y="791010"/>
                  </a:lnTo>
                  <a:lnTo>
                    <a:pt x="105" y="765633"/>
                  </a:lnTo>
                  <a:lnTo>
                    <a:pt x="0" y="740238"/>
                  </a:lnTo>
                  <a:lnTo>
                    <a:pt x="754" y="714854"/>
                  </a:lnTo>
                  <a:lnTo>
                    <a:pt x="2367" y="689511"/>
                  </a:lnTo>
                  <a:lnTo>
                    <a:pt x="4837" y="664236"/>
                  </a:lnTo>
                  <a:lnTo>
                    <a:pt x="8162" y="639060"/>
                  </a:lnTo>
                  <a:lnTo>
                    <a:pt x="12338" y="614010"/>
                  </a:lnTo>
                  <a:lnTo>
                    <a:pt x="17360" y="589117"/>
                  </a:lnTo>
                  <a:lnTo>
                    <a:pt x="23221" y="564408"/>
                  </a:lnTo>
                  <a:lnTo>
                    <a:pt x="29916" y="539911"/>
                  </a:lnTo>
                  <a:lnTo>
                    <a:pt x="37437" y="515655"/>
                  </a:lnTo>
                  <a:lnTo>
                    <a:pt x="45775" y="491668"/>
                  </a:lnTo>
                  <a:lnTo>
                    <a:pt x="54920" y="467977"/>
                  </a:lnTo>
                  <a:lnTo>
                    <a:pt x="64863" y="444609"/>
                  </a:lnTo>
                  <a:lnTo>
                    <a:pt x="75591" y="421591"/>
                  </a:lnTo>
                  <a:lnTo>
                    <a:pt x="87092" y="398950"/>
                  </a:lnTo>
                  <a:lnTo>
                    <a:pt x="99353" y="376711"/>
                  </a:lnTo>
                  <a:lnTo>
                    <a:pt x="112361" y="354900"/>
                  </a:lnTo>
                  <a:lnTo>
                    <a:pt x="126099" y="333543"/>
                  </a:lnTo>
                  <a:lnTo>
                    <a:pt x="140553" y="312662"/>
                  </a:lnTo>
                  <a:lnTo>
                    <a:pt x="155706" y="292283"/>
                  </a:lnTo>
                  <a:lnTo>
                    <a:pt x="171540" y="272429"/>
                  </a:lnTo>
                  <a:lnTo>
                    <a:pt x="188038" y="253123"/>
                  </a:lnTo>
                  <a:lnTo>
                    <a:pt x="205180" y="234386"/>
                  </a:lnTo>
                  <a:lnTo>
                    <a:pt x="222946" y="216241"/>
                  </a:lnTo>
                  <a:lnTo>
                    <a:pt x="241317" y="198707"/>
                  </a:lnTo>
                  <a:lnTo>
                    <a:pt x="260271" y="181806"/>
                  </a:lnTo>
                  <a:lnTo>
                    <a:pt x="279786" y="165556"/>
                  </a:lnTo>
                  <a:lnTo>
                    <a:pt x="299841" y="149977"/>
                  </a:lnTo>
                  <a:lnTo>
                    <a:pt x="320412" y="135085"/>
                  </a:lnTo>
                  <a:lnTo>
                    <a:pt x="341475" y="120899"/>
                  </a:lnTo>
                  <a:lnTo>
                    <a:pt x="363006" y="107434"/>
                  </a:lnTo>
                  <a:lnTo>
                    <a:pt x="384981" y="94706"/>
                  </a:lnTo>
                  <a:lnTo>
                    <a:pt x="407375" y="82729"/>
                  </a:lnTo>
                  <a:lnTo>
                    <a:pt x="430161" y="71518"/>
                  </a:lnTo>
                  <a:lnTo>
                    <a:pt x="453314" y="61084"/>
                  </a:lnTo>
                  <a:lnTo>
                    <a:pt x="476806" y="51441"/>
                  </a:lnTo>
                  <a:lnTo>
                    <a:pt x="500612" y="42599"/>
                  </a:lnTo>
                  <a:lnTo>
                    <a:pt x="524704" y="34568"/>
                  </a:lnTo>
                  <a:lnTo>
                    <a:pt x="549054" y="27357"/>
                  </a:lnTo>
                  <a:lnTo>
                    <a:pt x="573634" y="20975"/>
                  </a:lnTo>
                  <a:lnTo>
                    <a:pt x="598416" y="15429"/>
                  </a:lnTo>
                  <a:lnTo>
                    <a:pt x="623371" y="10726"/>
                  </a:lnTo>
                  <a:lnTo>
                    <a:pt x="648472" y="6870"/>
                  </a:lnTo>
                  <a:lnTo>
                    <a:pt x="673689" y="3867"/>
                  </a:lnTo>
                  <a:lnTo>
                    <a:pt x="698993" y="1719"/>
                  </a:lnTo>
                  <a:lnTo>
                    <a:pt x="724355" y="430"/>
                  </a:lnTo>
                  <a:lnTo>
                    <a:pt x="749746" y="0"/>
                  </a:lnTo>
                  <a:lnTo>
                    <a:pt x="749746" y="25855"/>
                  </a:lnTo>
                  <a:lnTo>
                    <a:pt x="749746" y="51710"/>
                  </a:lnTo>
                  <a:lnTo>
                    <a:pt x="749746" y="77566"/>
                  </a:lnTo>
                  <a:lnTo>
                    <a:pt x="749746" y="103421"/>
                  </a:lnTo>
                  <a:lnTo>
                    <a:pt x="749746" y="129277"/>
                  </a:lnTo>
                  <a:lnTo>
                    <a:pt x="749746" y="155132"/>
                  </a:lnTo>
                  <a:lnTo>
                    <a:pt x="749746" y="180988"/>
                  </a:lnTo>
                  <a:lnTo>
                    <a:pt x="749746" y="206843"/>
                  </a:lnTo>
                  <a:lnTo>
                    <a:pt x="749746" y="232699"/>
                  </a:lnTo>
                  <a:lnTo>
                    <a:pt x="749746" y="258554"/>
                  </a:lnTo>
                  <a:lnTo>
                    <a:pt x="749746" y="284409"/>
                  </a:lnTo>
                  <a:lnTo>
                    <a:pt x="749746" y="310265"/>
                  </a:lnTo>
                  <a:lnTo>
                    <a:pt x="749746" y="336120"/>
                  </a:lnTo>
                  <a:lnTo>
                    <a:pt x="749746" y="361976"/>
                  </a:lnTo>
                  <a:lnTo>
                    <a:pt x="749746" y="387831"/>
                  </a:lnTo>
                  <a:lnTo>
                    <a:pt x="749746" y="413687"/>
                  </a:lnTo>
                  <a:lnTo>
                    <a:pt x="749746" y="439542"/>
                  </a:lnTo>
                  <a:lnTo>
                    <a:pt x="749746" y="465398"/>
                  </a:lnTo>
                  <a:lnTo>
                    <a:pt x="749746" y="491253"/>
                  </a:lnTo>
                  <a:lnTo>
                    <a:pt x="749746" y="517108"/>
                  </a:lnTo>
                  <a:lnTo>
                    <a:pt x="749746" y="542964"/>
                  </a:lnTo>
                  <a:lnTo>
                    <a:pt x="749746" y="568819"/>
                  </a:lnTo>
                  <a:lnTo>
                    <a:pt x="749746" y="594675"/>
                  </a:lnTo>
                  <a:lnTo>
                    <a:pt x="749746" y="620530"/>
                  </a:lnTo>
                  <a:lnTo>
                    <a:pt x="749746" y="646386"/>
                  </a:lnTo>
                  <a:lnTo>
                    <a:pt x="749746" y="672241"/>
                  </a:lnTo>
                  <a:lnTo>
                    <a:pt x="749746" y="698097"/>
                  </a:lnTo>
                  <a:lnTo>
                    <a:pt x="749746" y="723952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2234198" y="2767867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9" name="tx7"/>
            <p:cNvSpPr/>
            <p:nvPr/>
          </p:nvSpPr>
          <p:spPr>
            <a:xfrm>
              <a:off x="2254036" y="2991603"/>
              <a:ext cx="3161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(56)</a:t>
              </a:r>
            </a:p>
          </p:txBody>
        </p:sp>
        <p:sp>
          <p:nvSpPr>
            <p:cNvPr id="10" name="tx8"/>
            <p:cNvSpPr/>
            <p:nvPr/>
          </p:nvSpPr>
          <p:spPr>
            <a:xfrm>
              <a:off x="1614047" y="3189322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69%</a:t>
              </a:r>
            </a:p>
          </p:txBody>
        </p:sp>
        <p:sp>
          <p:nvSpPr>
            <p:cNvPr id="11" name="tx9"/>
            <p:cNvSpPr/>
            <p:nvPr/>
          </p:nvSpPr>
          <p:spPr>
            <a:xfrm>
              <a:off x="1584442" y="3413058"/>
              <a:ext cx="41506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(122)</a:t>
              </a:r>
            </a:p>
          </p:txBody>
        </p:sp>
      </p:grpSp>
      <p:sp>
        <p:nvSpPr>
          <p:cNvPr id="12" name=""/>
          <p:cNvSpPr>
            <a:spLocks noGrp="1"/>
          </p:cNvSpPr>
          <p:nvPr>
            </p:nvPr>
        </p:nvSpPr>
        <p:spPr>
          <a:xfrm>
            <a:off x="1592275" y="454456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702003" y="448056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207463" y="454456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317191" y="448056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281830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 universitario?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281830" y="24917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214518" y="2500884"/>
            <a:ext cx="12992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381016" y="24917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281830" y="31775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214518" y="3186684"/>
            <a:ext cx="12992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381016" y="31775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281830" y="38633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214518" y="3872484"/>
            <a:ext cx="45472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705821" y="38633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281830" y="45491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214518" y="4558284"/>
            <a:ext cx="18513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102482" y="45491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281830" y="52349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214518" y="5244084"/>
            <a:ext cx="68209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933185" y="52349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8275625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275625" y="2458212"/>
            <a:ext cx="16916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076993" y="2459736"/>
            <a:ext cx="10007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213641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75625" y="2977896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0076993" y="3063240"/>
            <a:ext cx="107578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189350" y="30540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275625" y="3581400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076993" y="3666744"/>
            <a:ext cx="70050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814077" y="36576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275625" y="4184904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076993" y="4270248"/>
            <a:ext cx="45032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563896" y="426110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275625" y="4788408"/>
            <a:ext cx="16916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076993" y="4873752"/>
            <a:ext cx="12509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238660" y="48646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275625" y="5475732"/>
            <a:ext cx="16916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076993" y="5477256"/>
            <a:ext cx="5003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163605" y="54681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098950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092745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egresados. Año de titulación, 56 que tienen título. Sueldo, 167 que respondieron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p_slide_3_graficos_poblacion: p_pie + p_barras_agrupadas x2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64793" y="2240280"/>
            <a:ext cx="1874520" cy="18745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164793" y="205740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círculo, d = 5.21 cm, 5.21 x 5.21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592275" y="448056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592275" y="429768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214518" y="2286000"/>
            <a:ext cx="2073554" cy="3429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214518" y="21031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5.76 x 9.53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0076993" y="2286000"/>
            <a:ext cx="1204874" cy="362102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076993" y="21031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3.35 x 10.06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ESTUDIANTE, 2026 FRENTE A 2021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2024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628900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495044" y="2903220"/>
            <a:ext cx="1116353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647973" y="28483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495044" y="2628900"/>
            <a:ext cx="1415862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947482" y="26106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314700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495044" y="3589020"/>
            <a:ext cx="1606459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138079" y="35341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495044" y="3314700"/>
            <a:ext cx="130695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38570" y="32964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281830" y="192024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281830" y="2628900"/>
            <a:ext cx="1417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808878" y="2903220"/>
            <a:ext cx="1320709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166164" y="28483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808878" y="2628900"/>
            <a:ext cx="1208308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053763" y="26106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281830" y="3314700"/>
            <a:ext cx="1417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808878" y="3589020"/>
            <a:ext cx="1152108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97563" y="35341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808878" y="3314700"/>
            <a:ext cx="1320709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166164" y="32964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281830" y="4000500"/>
            <a:ext cx="1417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808878" y="4274820"/>
            <a:ext cx="196701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42156" y="42199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808878" y="4000500"/>
            <a:ext cx="224802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70256" y="39822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281830" y="4594860"/>
            <a:ext cx="141732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808878" y="4960620"/>
            <a:ext cx="140501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985955" y="490575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808878" y="4686300"/>
            <a:ext cx="5620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901655" y="46680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275625" y="192024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75625" y="261518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665513" y="2889504"/>
            <a:ext cx="1115180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817268" y="2834640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665513" y="2615184"/>
            <a:ext cx="852784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554873" y="25968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275625" y="327355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665513" y="3547872"/>
            <a:ext cx="1443174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1145262" y="3493008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665513" y="3273552"/>
            <a:ext cx="721587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423676" y="32552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275625" y="3931920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665513" y="4206240"/>
            <a:ext cx="852784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554873" y="4151376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665513" y="3931920"/>
            <a:ext cx="1311976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014065" y="39136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275625" y="4590288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665513" y="4864608"/>
            <a:ext cx="918383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620472" y="4809744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665513" y="4590288"/>
            <a:ext cx="1246377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948466" y="45720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275625" y="5248656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665513" y="5522976"/>
            <a:ext cx="852784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554873" y="5468112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665513" y="5248656"/>
            <a:ext cx="1377575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1079664" y="52303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275625" y="590702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665513" y="6181344"/>
            <a:ext cx="1377575" cy="91531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1079664" y="6126480"/>
            <a:ext cx="73152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665513" y="5907024"/>
            <a:ext cx="111518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0817268" y="58887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098950" y="1920240"/>
            <a:ext cx="7315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092745" y="1920240"/>
            <a:ext cx="7315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401920" y="598017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11648" y="5916168"/>
            <a:ext cx="629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6233008" y="5980176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6342736" y="5916168"/>
            <a:ext cx="629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 en 2026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p_slide_3_graficos_fila: p_barras_agrupadas con overrides$comparativo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1495044" y="2423160"/>
            <a:ext cx="1799234" cy="13716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1495044" y="224028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5.00 x 3.81 cm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5808878" y="2423160"/>
            <a:ext cx="1479194" cy="2743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808878" y="224028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4.11 x 7.62 cm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9665513" y="2423160"/>
            <a:ext cx="1616354" cy="39502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9665513" y="224028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4.49 x 10.97 cm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5401920" y="5916168"/>
            <a:ext cx="13878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5401920" y="5733288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3.86 x 0.76 cm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 INSTITUCIONALES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3194304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291840" y="213766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73653"/>
            <a:ext cx="6740628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137661"/>
            <a:ext cx="673697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1491850" y="2073653"/>
            <a:ext cx="137489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555108" y="200964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519611" y="2000501"/>
            <a:ext cx="4098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1227003" y="178104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91840" y="294978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54880" y="2885778"/>
            <a:ext cx="5296991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54880" y="2949786"/>
            <a:ext cx="52933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048214" y="2885778"/>
            <a:ext cx="1581126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048214" y="2949786"/>
            <a:ext cx="158112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376191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3697902"/>
            <a:ext cx="5365736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3761910"/>
            <a:ext cx="53620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116958" y="3697902"/>
            <a:ext cx="1512381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116958" y="3761910"/>
            <a:ext cx="151238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291840" y="457403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754880" y="4510027"/>
            <a:ext cx="6396905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4574035"/>
            <a:ext cx="639324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1148127" y="4510027"/>
            <a:ext cx="481212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1068693" y="457403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448910" y="5400721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558638" y="5336713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064098" y="5400721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173826" y="5336713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administrativos. Dónde consultarla: sólo quienes conocen la misión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dicotómica). Partición «(cont.)»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754880" y="1813895"/>
            <a:ext cx="6874459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754880" y="1631015"/>
            <a:ext cx="6874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19.10 x 9.02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448910" y="5336713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448910" y="5153833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 INSTITUCIONALES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3194304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 la misión y los propósitos de la PUCP?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291840" y="213766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73653"/>
            <a:ext cx="6328160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137661"/>
            <a:ext cx="632450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1079382" y="2073653"/>
            <a:ext cx="549957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034321" y="213766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291840" y="294978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754880" y="2885778"/>
            <a:ext cx="5503225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754880" y="2949786"/>
            <a:ext cx="54995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254447" y="2885778"/>
            <a:ext cx="1374892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254447" y="2949786"/>
            <a:ext cx="13748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291840" y="376191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3697902"/>
            <a:ext cx="5571970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3761910"/>
            <a:ext cx="55683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323192" y="3697902"/>
            <a:ext cx="1306147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323192" y="3761910"/>
            <a:ext cx="130614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291840" y="457403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4510027"/>
            <a:ext cx="6878117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4574035"/>
            <a:ext cx="687445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448910" y="5400721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558638" y="5336713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64098" y="5400721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173826" y="5336713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administrativos. Dónde consultarla: sólo quienes conocen la misión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dicotómica). Partición «(cont.)»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754880" y="1813895"/>
            <a:ext cx="6874459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754880" y="1631015"/>
            <a:ext cx="6874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19.10 x 9.02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448910" y="5336713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448910" y="5153833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DESARROLLO DEL CUERPO ACADÉMICO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145792"/>
            <a:ext cx="11249863" cy="7010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mecanismos periódicos de evaluación docente (encuestas) para valorar la calidad del desempeño docente.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4062984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888236" y="3898392"/>
            <a:ext cx="171482" cy="65836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056061" y="3898392"/>
            <a:ext cx="87570" cy="65836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39973" y="3898392"/>
            <a:ext cx="3444065" cy="65836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139973" y="4090416"/>
            <a:ext cx="344040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580380" y="3898392"/>
            <a:ext cx="4451013" cy="65836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580380" y="4090416"/>
            <a:ext cx="444735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027735" y="3898392"/>
            <a:ext cx="167825" cy="65836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966662" y="3834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679540" y="3605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092531" y="3834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098017" y="3825240"/>
            <a:ext cx="294755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100164" y="3605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06161" y="38343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085832" y="3825240"/>
            <a:ext cx="2581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793224" y="36057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332720" y="3486912"/>
            <a:ext cx="146304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332720" y="3953256"/>
            <a:ext cx="1463040" cy="5486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075688" y="512368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185416" y="5059680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392676" y="512368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502404" y="5059680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922264" y="512368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31992" y="5059680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10552" y="512368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320280" y="5059680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273540" y="512368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383268" y="5059680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p_barras_apiladas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888236" y="3898392"/>
            <a:ext cx="8307324" cy="6583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888236" y="3715512"/>
            <a:ext cx="830732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barra, g = 1.83 cm, 23.08 x 1.83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075688" y="5059680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075688" y="4876800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680972"/>
            <a:ext cx="3017520" cy="10820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estatuto y las normas internas de la institución permiten que la Unidad se organice adecuadamente para el logro de sus propósitos.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112299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63522" y="1819656"/>
            <a:ext cx="16876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863522" y="1828800"/>
            <a:ext cx="168394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547466" y="1819656"/>
            <a:ext cx="315426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547466" y="1828800"/>
            <a:ext cx="31506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698072" y="1819656"/>
            <a:ext cx="54320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649636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03714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16593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441448"/>
            <a:ext cx="5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809201" y="2441448"/>
            <a:ext cx="16662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972163" y="2441448"/>
            <a:ext cx="2013527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72163" y="2450592"/>
            <a:ext cx="200986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982032" y="2441448"/>
            <a:ext cx="320858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82032" y="2450592"/>
            <a:ext cx="32049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186959" y="2441448"/>
            <a:ext cx="54321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76554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489432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885196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90682" y="2368296"/>
            <a:ext cx="31198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910056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208633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31552" y="2368296"/>
            <a:ext cx="8256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3081528"/>
            <a:ext cx="3017520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normas internas de la Facultad de Ciencias Contables y del Departamento de Ciencias Contables permiten que la Unidad se organice adecuadamente para el logro de sus propósitos.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291840" y="332841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3319272"/>
            <a:ext cx="112299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863522" y="3319272"/>
            <a:ext cx="1904885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63522" y="3328416"/>
            <a:ext cx="19012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764749" y="3319272"/>
            <a:ext cx="315426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764749" y="3328416"/>
            <a:ext cx="31506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915355" y="3319272"/>
            <a:ext cx="325925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758278" y="332841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803714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516593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424160" y="331927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291840" y="395020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754880" y="3941064"/>
            <a:ext cx="5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809201" y="3941064"/>
            <a:ext cx="5797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863522" y="3941064"/>
            <a:ext cx="2176489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863522" y="3950208"/>
            <a:ext cx="2172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036353" y="3941064"/>
            <a:ext cx="3099943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036353" y="3950208"/>
            <a:ext cx="30962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0132638" y="3941064"/>
            <a:ext cx="10864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76554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489432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830875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836361" y="3867912"/>
            <a:ext cx="36630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910056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81473" y="38770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0131552" y="3867912"/>
            <a:ext cx="55407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38944" y="36484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424160" y="394106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4599432"/>
            <a:ext cx="3017520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recursos presupuestales asignados a la Unidad son suficientes para atender sus necesidades administrativas.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291840" y="495909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4949952"/>
            <a:ext cx="383903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624963" y="495909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135126" y="4949952"/>
            <a:ext cx="383903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005208" y="495909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515371" y="4949952"/>
            <a:ext cx="288266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15371" y="4959096"/>
            <a:ext cx="287900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394373" y="4949952"/>
            <a:ext cx="1470319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394373" y="4959096"/>
            <a:ext cx="146666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861034" y="4949952"/>
            <a:ext cx="38024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731117" y="495909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10424160" y="494995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732788" y="58216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842516" y="575767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049776" y="58216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159504" y="575767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579364" y="58216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5689092" y="575767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867652" y="58216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6977380" y="575767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8930640" y="58216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040368" y="575767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178 egresados y 15 administrativos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top2box)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4754880" y="1600200"/>
            <a:ext cx="5486400" cy="38831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10.79 cm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1732788" y="575767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1732788" y="557479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 ACADÉMICO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424160" y="1612727"/>
            <a:ext cx="68580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109960" y="1612727"/>
            <a:ext cx="68580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311323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académica.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29184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754880" y="2038225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864608" y="2038225"/>
            <a:ext cx="159471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864608" y="2102233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455664" y="2038225"/>
            <a:ext cx="296631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455664" y="2102233"/>
            <a:ext cx="29626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418320" y="2038225"/>
            <a:ext cx="822960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418320" y="2102233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804258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517136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424160" y="2093089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109960" y="2093089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 rot="-10800000">
            <a:off x="11064240" y="2179957"/>
            <a:ext cx="118872" cy="118872"/>
          </a:xfrm>
          <a:prstGeom prst="triangl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9184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779493"/>
            <a:ext cx="33284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599432" y="284350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084064" y="2779493"/>
            <a:ext cx="99121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084064" y="2843501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71616" y="2779493"/>
            <a:ext cx="186903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071616" y="2843501"/>
            <a:ext cx="18653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936992" y="2779493"/>
            <a:ext cx="104607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936992" y="2843501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979408" y="2779493"/>
            <a:ext cx="1261872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979408" y="2843501"/>
            <a:ext cx="12618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424160" y="2834357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109960" y="2834357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 rot="-10800000">
            <a:off x="11064240" y="2921225"/>
            <a:ext cx="118872" cy="118872"/>
          </a:xfrm>
          <a:prstGeom prst="triangl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3978225"/>
            <a:ext cx="301752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socioemocional (bienestar estudiantil).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29184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804187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64608" y="3804187"/>
            <a:ext cx="170444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64608" y="3868195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565392" y="3804187"/>
            <a:ext cx="241767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565392" y="3868195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979408" y="3804187"/>
            <a:ext cx="1261872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979408" y="3868195"/>
            <a:ext cx="12618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04258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17136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424160" y="3859051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29184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754880" y="4545455"/>
            <a:ext cx="16991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921135" y="4545455"/>
            <a:ext cx="336167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767349" y="460946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253644" y="4545455"/>
            <a:ext cx="249747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5253644" y="4609463"/>
            <a:ext cx="249381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747462" y="4545455"/>
            <a:ext cx="1777039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747462" y="4609463"/>
            <a:ext cx="177338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520844" y="4545455"/>
            <a:ext cx="72043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520844" y="4609463"/>
            <a:ext cx="7204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832521" y="448144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545399" y="425284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424160" y="4600319"/>
            <a:ext cx="6858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0756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185416" y="5336713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3926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4502404" y="5336713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59222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6031992" y="5336713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2105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7320280" y="5336713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2735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9383268" y="5336713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 y 172 estudiantes. 2021: informe consolidado anterior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+ Top Two Box comparativo declarado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075688" y="5336713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075688" y="5153833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GESTORES UNIVERSITARIOS Y PERSONAL DE APOYO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31036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874520"/>
            <a:ext cx="4238244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el personal administrativo de la Unidad tiene funciones claramente definidas.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52828"/>
            <a:ext cx="387706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626864" y="213512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138928" y="2052828"/>
            <a:ext cx="716890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138928" y="2135124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852160" y="2052828"/>
            <a:ext cx="2198218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852160" y="2135124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046720" y="2052828"/>
            <a:ext cx="2198218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046720" y="2135124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424160" y="212598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830068"/>
            <a:ext cx="4238244" cy="108204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las capacitaciones, los programas de actualización y perfeccionamiento brindados por la Universidad para el personal administrativo de la Unidad, son idóneos para la labor que desempeño.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3206496"/>
            <a:ext cx="716890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3288792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468112" y="3206496"/>
            <a:ext cx="4392778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468112" y="3288792"/>
            <a:ext cx="4389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857232" y="3206496"/>
            <a:ext cx="387706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729216" y="32887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32796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149852"/>
            <a:ext cx="4238244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actualización, perfeccionamiento y capacitaciones brindados por la Universidad para su personal administrativo de la Unidad.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4427220"/>
            <a:ext cx="1100938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4509516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852160" y="4427220"/>
            <a:ext cx="4008730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852160" y="4509516"/>
            <a:ext cx="40050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857232" y="4427220"/>
            <a:ext cx="387706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729216" y="450951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424160" y="450037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732788" y="537210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842516" y="530809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049776" y="537210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159504" y="530809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579364" y="537210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689092" y="530809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867652" y="537210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977380" y="530809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930640" y="537210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040368" y="530809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15 administrativos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var). Partición «(cont.)»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754880" y="1842516"/>
            <a:ext cx="5486400" cy="319125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54880" y="1659636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1.22 cm, 15.24 x 8.86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732788" y="530809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732788" y="512521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GESTORES UNIVERSITARIOS Y PERSONAL DE APOYO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518791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78931"/>
            <a:ext cx="4238244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evaluaciones periódicas para promociones y ascensos del personal administrativo de la Unidad realizados por la Universidad.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157239"/>
            <a:ext cx="724094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239535"/>
            <a:ext cx="7204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475316" y="2157239"/>
            <a:ext cx="724094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475316" y="2239535"/>
            <a:ext cx="7204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95753" y="2157239"/>
            <a:ext cx="2220385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95753" y="2239535"/>
            <a:ext cx="22167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412480" y="2157239"/>
            <a:ext cx="1828800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412480" y="2239535"/>
            <a:ext cx="1828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424160" y="223039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996184"/>
            <a:ext cx="4238244" cy="8839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requisitos de la Universidad que definen las contrataciones, promociones o ascensos del personal administrativo de la Unidad son claros.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3273552"/>
            <a:ext cx="383903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624963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135126" y="3273552"/>
            <a:ext cx="1090073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135126" y="3355848"/>
            <a:ext cx="1086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221541" y="3273552"/>
            <a:ext cx="1470319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221541" y="3355848"/>
            <a:ext cx="146666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688203" y="3273552"/>
            <a:ext cx="383903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558286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068448" y="3273552"/>
            <a:ext cx="2172832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068448" y="3355848"/>
            <a:ext cx="2172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4211557"/>
            <a:ext cx="4238244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motivación e incentivos que me brinda la Universidad como su trabajador de la Unidad.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754880" y="4389865"/>
            <a:ext cx="716890" cy="438912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54880" y="4472161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468112" y="4389865"/>
            <a:ext cx="1100938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468112" y="4472161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65392" y="4389865"/>
            <a:ext cx="2198218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565392" y="4472161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759952" y="4389865"/>
            <a:ext cx="1481328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759952" y="4472161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446301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732788" y="5284345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842516" y="5220337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049776" y="5284345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159504" y="5220337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579364" y="5284345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689092" y="5220337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867652" y="5284345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977380" y="5220337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8930640" y="5284345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040368" y="5220337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15 administrativos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var). Partición «(cont.)»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754880" y="1930271"/>
            <a:ext cx="5486400" cy="301574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754880" y="1747391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1.22 cm, 15.24 x 8.38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732788" y="5220337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732788" y="5037457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32588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0347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956816"/>
            <a:ext cx="1307357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965960"/>
            <a:ext cx="13036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058579" y="1956816"/>
            <a:ext cx="4077717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058579" y="1965960"/>
            <a:ext cx="407405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0132638" y="1956816"/>
            <a:ext cx="10864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0181473" y="18928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131552" y="1883664"/>
            <a:ext cx="55407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38944" y="16642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424160" y="19568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59842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754880" y="2651760"/>
            <a:ext cx="13752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2660904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126480" y="2651760"/>
            <a:ext cx="389900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126480" y="2660904"/>
            <a:ext cx="38953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021824" y="2651760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126066" y="25877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838944" y="23591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424160" y="26517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29336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3346704"/>
            <a:ext cx="17044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754880" y="3355848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55664" y="3346704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455664" y="3355848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802368" y="3346704"/>
            <a:ext cx="43891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701784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398830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54880" y="4041648"/>
            <a:ext cx="17044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4050792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455664" y="4041648"/>
            <a:ext cx="35698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455664" y="4050792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021824" y="4041648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0126066" y="39776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38944" y="37490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424160" y="40416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468325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54880" y="4736592"/>
            <a:ext cx="1198715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754880" y="4745736"/>
            <a:ext cx="119505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949937" y="4736592"/>
            <a:ext cx="3969075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949937" y="4745736"/>
            <a:ext cx="396541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915355" y="4736592"/>
            <a:ext cx="325925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758278" y="474573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424160" y="473659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732788" y="54772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842516" y="5413248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049776" y="54772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159504" y="5413248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579364" y="54772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689092" y="541324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867652" y="54772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977380" y="5413248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930640" y="54772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040368" y="5413248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var). Partición «(cont.)»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754880" y="1737360"/>
            <a:ext cx="5486400" cy="34015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4754880" y="155448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9.45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732788" y="5413248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732788" y="5230368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76631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819656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64608" y="1819656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74336" y="1819656"/>
            <a:ext cx="17044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74336" y="1828800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675120" y="1819656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75120" y="1828800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021824" y="1819656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804258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517136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91398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9472" y="1746504"/>
            <a:ext cx="3108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937760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2606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246126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Aprendizaje autónomo e investigación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514600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864608" y="2514600"/>
            <a:ext cx="225308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864608" y="2523744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114032" y="2514600"/>
            <a:ext cx="302117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114032" y="2523744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131552" y="251460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04258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517136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180930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31552" y="244144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38944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424160" y="251460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315620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754880" y="3209544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864608" y="3209544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864608" y="3218688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443216" y="3209544"/>
            <a:ext cx="280172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443216" y="3218688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804258" y="31455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517136" y="29169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320954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385114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en equipo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754880" y="3904488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864608" y="3904488"/>
            <a:ext cx="18141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864608" y="3913632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675120" y="3904488"/>
            <a:ext cx="35698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675120" y="3913632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804258" y="384048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517136" y="361188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424160" y="390448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454609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Razonamiento matemático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754880" y="4599432"/>
            <a:ext cx="214335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54880" y="4608576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894576" y="4599432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894576" y="4608576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0424160" y="45994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524103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Ética y ciudadanía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754880" y="5294376"/>
            <a:ext cx="192389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754880" y="5303520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6675120" y="5294376"/>
            <a:ext cx="33503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675120" y="5303520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021824" y="5294376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126066" y="52303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838944" y="50017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0424160" y="52943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732788" y="59344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842516" y="5870448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049776" y="59344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4159504" y="5870448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79364" y="59344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689092" y="587044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6867652" y="59344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6977380" y="5870448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8930640" y="59344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040368" y="5870448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var). Partición «(cont.)»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4754880" y="1600200"/>
            <a:ext cx="5486400" cy="409651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11.38 cm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732788" y="5870448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732788" y="5687568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17320"/>
            <a:ext cx="640080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% De acuerdo + Totalmente de acuerdo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288036" y="1828800"/>
            <a:ext cx="5852160" cy="4023360"/>
            <a:chOff x="288036" y="1828800"/>
            <a:chExt cx="5852160" cy="4023360"/>
          </a:xfrm>
        </p:grpSpPr>
        <p:sp>
          <p:nvSpPr>
            <p:cNvPr id="5" name="rc3"/>
            <p:cNvSpPr/>
            <p:nvPr/>
          </p:nvSpPr>
          <p:spPr>
            <a:xfrm>
              <a:off x="397763" y="1828800"/>
              <a:ext cx="5632704" cy="402336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l4"/>
            <p:cNvSpPr/>
            <p:nvPr/>
          </p:nvSpPr>
          <p:spPr>
            <a:xfrm>
              <a:off x="2897358" y="3474719"/>
              <a:ext cx="633514" cy="731520"/>
            </a:xfrm>
            <a:custGeom>
              <a:avLst/>
              <a:pathLst>
                <a:path w="633514" h="731520">
                  <a:moveTo>
                    <a:pt x="316757" y="0"/>
                  </a:moveTo>
                  <a:lnTo>
                    <a:pt x="633514" y="182880"/>
                  </a:lnTo>
                  <a:lnTo>
                    <a:pt x="633514" y="548639"/>
                  </a:lnTo>
                  <a:lnTo>
                    <a:pt x="316757" y="731520"/>
                  </a:lnTo>
                  <a:lnTo>
                    <a:pt x="0" y="548639"/>
                  </a:lnTo>
                  <a:lnTo>
                    <a:pt x="0" y="182880"/>
                  </a:lnTo>
                  <a:lnTo>
                    <a:pt x="316757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5"/>
            <p:cNvSpPr/>
            <p:nvPr/>
          </p:nvSpPr>
          <p:spPr>
            <a:xfrm>
              <a:off x="2580601" y="3108959"/>
              <a:ext cx="1267029" cy="1463040"/>
            </a:xfrm>
            <a:custGeom>
              <a:avLst/>
              <a:pathLst>
                <a:path w="1267029" h="1463040">
                  <a:moveTo>
                    <a:pt x="633514" y="0"/>
                  </a:moveTo>
                  <a:lnTo>
                    <a:pt x="1267029" y="365760"/>
                  </a:lnTo>
                  <a:lnTo>
                    <a:pt x="1267029" y="1097280"/>
                  </a:lnTo>
                  <a:lnTo>
                    <a:pt x="633514" y="1463040"/>
                  </a:lnTo>
                  <a:lnTo>
                    <a:pt x="0" y="1097280"/>
                  </a:lnTo>
                  <a:lnTo>
                    <a:pt x="0" y="365760"/>
                  </a:lnTo>
                  <a:lnTo>
                    <a:pt x="633514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2263843" y="2743199"/>
              <a:ext cx="1900544" cy="2194560"/>
            </a:xfrm>
            <a:custGeom>
              <a:avLst/>
              <a:pathLst>
                <a:path w="1900544" h="2194560">
                  <a:moveTo>
                    <a:pt x="950272" y="0"/>
                  </a:moveTo>
                  <a:lnTo>
                    <a:pt x="1900544" y="548640"/>
                  </a:lnTo>
                  <a:lnTo>
                    <a:pt x="1900544" y="1645920"/>
                  </a:lnTo>
                  <a:lnTo>
                    <a:pt x="950272" y="2194560"/>
                  </a:lnTo>
                  <a:lnTo>
                    <a:pt x="0" y="1645920"/>
                  </a:lnTo>
                  <a:lnTo>
                    <a:pt x="0" y="548640"/>
                  </a:lnTo>
                  <a:lnTo>
                    <a:pt x="950272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1947086" y="2377440"/>
              <a:ext cx="2534059" cy="2926080"/>
            </a:xfrm>
            <a:custGeom>
              <a:avLst/>
              <a:pathLst>
                <a:path w="2534059" h="2926080">
                  <a:moveTo>
                    <a:pt x="1267029" y="0"/>
                  </a:moveTo>
                  <a:lnTo>
                    <a:pt x="2534059" y="731519"/>
                  </a:lnTo>
                  <a:lnTo>
                    <a:pt x="2534059" y="2194559"/>
                  </a:lnTo>
                  <a:lnTo>
                    <a:pt x="1267029" y="2926080"/>
                  </a:lnTo>
                  <a:lnTo>
                    <a:pt x="0" y="2194560"/>
                  </a:lnTo>
                  <a:lnTo>
                    <a:pt x="0" y="731519"/>
                  </a:lnTo>
                  <a:lnTo>
                    <a:pt x="1267029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8"/>
            <p:cNvSpPr/>
            <p:nvPr/>
          </p:nvSpPr>
          <p:spPr>
            <a:xfrm>
              <a:off x="2327195" y="2523743"/>
              <a:ext cx="1900544" cy="2487168"/>
            </a:xfrm>
            <a:custGeom>
              <a:avLst/>
              <a:pathLst>
                <a:path w="1900544" h="2487168">
                  <a:moveTo>
                    <a:pt x="886920" y="0"/>
                  </a:moveTo>
                  <a:lnTo>
                    <a:pt x="1900544" y="731519"/>
                  </a:lnTo>
                  <a:lnTo>
                    <a:pt x="1647138" y="1755647"/>
                  </a:lnTo>
                  <a:lnTo>
                    <a:pt x="886920" y="2487168"/>
                  </a:lnTo>
                  <a:lnTo>
                    <a:pt x="0" y="1828800"/>
                  </a:lnTo>
                  <a:lnTo>
                    <a:pt x="126702" y="877824"/>
                  </a:lnTo>
                  <a:close/>
                </a:path>
              </a:pathLst>
            </a:custGeom>
            <a:ln w="29811" cap="flat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9"/>
            <p:cNvSpPr/>
            <p:nvPr/>
          </p:nvSpPr>
          <p:spPr>
            <a:xfrm>
              <a:off x="2200492" y="2670047"/>
              <a:ext cx="1900544" cy="2267712"/>
            </a:xfrm>
            <a:custGeom>
              <a:avLst/>
              <a:pathLst>
                <a:path w="1900544" h="2267712">
                  <a:moveTo>
                    <a:pt x="1013623" y="0"/>
                  </a:moveTo>
                  <a:lnTo>
                    <a:pt x="1710490" y="768096"/>
                  </a:lnTo>
                  <a:lnTo>
                    <a:pt x="1900544" y="1682496"/>
                  </a:lnTo>
                  <a:lnTo>
                    <a:pt x="1013623" y="2267712"/>
                  </a:lnTo>
                  <a:lnTo>
                    <a:pt x="0" y="1755648"/>
                  </a:lnTo>
                  <a:lnTo>
                    <a:pt x="126702" y="658367"/>
                  </a:lnTo>
                  <a:close/>
                </a:path>
              </a:pathLst>
            </a:custGeom>
            <a:ln w="29811" cap="flat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0"/>
            <p:cNvSpPr/>
            <p:nvPr/>
          </p:nvSpPr>
          <p:spPr>
            <a:xfrm>
              <a:off x="2073789" y="2523743"/>
              <a:ext cx="2280653" cy="2267712"/>
            </a:xfrm>
            <a:custGeom>
              <a:avLst/>
              <a:pathLst>
                <a:path w="2280653" h="2267712">
                  <a:moveTo>
                    <a:pt x="1140326" y="0"/>
                  </a:moveTo>
                  <a:lnTo>
                    <a:pt x="2280653" y="658368"/>
                  </a:lnTo>
                  <a:lnTo>
                    <a:pt x="2027247" y="1828800"/>
                  </a:lnTo>
                  <a:lnTo>
                    <a:pt x="1140326" y="2267712"/>
                  </a:lnTo>
                  <a:lnTo>
                    <a:pt x="0" y="1975104"/>
                  </a:lnTo>
                  <a:lnTo>
                    <a:pt x="190054" y="768096"/>
                  </a:lnTo>
                  <a:close/>
                </a:path>
              </a:pathLst>
            </a:custGeom>
            <a:ln w="29811" cap="flat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1"/>
            <p:cNvSpPr/>
            <p:nvPr/>
          </p:nvSpPr>
          <p:spPr>
            <a:xfrm>
              <a:off x="3177094" y="248672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2"/>
            <p:cNvSpPr/>
            <p:nvPr/>
          </p:nvSpPr>
          <p:spPr>
            <a:xfrm>
              <a:off x="4190718" y="321824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3"/>
            <p:cNvSpPr/>
            <p:nvPr/>
          </p:nvSpPr>
          <p:spPr>
            <a:xfrm>
              <a:off x="3937312" y="4242370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4"/>
            <p:cNvSpPr/>
            <p:nvPr/>
          </p:nvSpPr>
          <p:spPr>
            <a:xfrm>
              <a:off x="3177094" y="4973890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5"/>
            <p:cNvSpPr/>
            <p:nvPr/>
          </p:nvSpPr>
          <p:spPr>
            <a:xfrm>
              <a:off x="2290173" y="431552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2416876" y="3364546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3177094" y="2633026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3873960" y="3401122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4064015" y="4315522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3177094" y="4900738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2163470" y="4388674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2290173" y="3291394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3177094" y="2486722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4317421" y="3145090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4064015" y="4315522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3177094" y="4754434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2036767" y="4461826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2226822" y="3254818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29"/>
            <p:cNvSpPr/>
            <p:nvPr/>
          </p:nvSpPr>
          <p:spPr>
            <a:xfrm>
              <a:off x="2489992" y="2143683"/>
              <a:ext cx="144824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Estados financieros</a:t>
              </a:r>
            </a:p>
          </p:txBody>
        </p:sp>
        <p:sp>
          <p:nvSpPr>
            <p:cNvPr id="32" name="tx30"/>
            <p:cNvSpPr/>
            <p:nvPr/>
          </p:nvSpPr>
          <p:spPr>
            <a:xfrm>
              <a:off x="4734551" y="2962985"/>
              <a:ext cx="668833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Auditoría</a:t>
              </a:r>
            </a:p>
          </p:txBody>
        </p:sp>
        <p:sp>
          <p:nvSpPr>
            <p:cNvPr id="33" name="tx31"/>
            <p:cNvSpPr/>
            <p:nvPr/>
          </p:nvSpPr>
          <p:spPr>
            <a:xfrm>
              <a:off x="4734551" y="4571304"/>
              <a:ext cx="1685255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Costos y presupuestos</a:t>
              </a:r>
            </a:p>
          </p:txBody>
        </p:sp>
        <p:sp>
          <p:nvSpPr>
            <p:cNvPr id="34" name="tx32"/>
            <p:cNvSpPr/>
            <p:nvPr/>
          </p:nvSpPr>
          <p:spPr>
            <a:xfrm>
              <a:off x="2888070" y="5422753"/>
              <a:ext cx="65209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Finanzas</a:t>
              </a:r>
            </a:p>
          </p:txBody>
        </p:sp>
        <p:sp>
          <p:nvSpPr>
            <p:cNvPr id="35" name="tx33"/>
            <p:cNvSpPr/>
            <p:nvPr/>
          </p:nvSpPr>
          <p:spPr>
            <a:xfrm>
              <a:off x="863963" y="4601590"/>
              <a:ext cx="82971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Tributación</a:t>
              </a:r>
            </a:p>
          </p:txBody>
        </p:sp>
        <p:sp>
          <p:nvSpPr>
            <p:cNvPr id="36" name="tx34"/>
            <p:cNvSpPr/>
            <p:nvPr/>
          </p:nvSpPr>
          <p:spPr>
            <a:xfrm>
              <a:off x="338376" y="2934708"/>
              <a:ext cx="1355303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Visión empresarial</a:t>
              </a:r>
            </a:p>
          </p:txBody>
        </p:sp>
        <p:sp>
          <p:nvSpPr>
            <p:cNvPr id="37" name="pg35"/>
            <p:cNvSpPr/>
            <p:nvPr/>
          </p:nvSpPr>
          <p:spPr>
            <a:xfrm>
              <a:off x="3401755" y="3493978"/>
              <a:ext cx="272474" cy="144363"/>
            </a:xfrm>
            <a:custGeom>
              <a:avLst/>
              <a:pathLst>
                <a:path w="272474" h="144363">
                  <a:moveTo>
                    <a:pt x="22859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59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tx36"/>
            <p:cNvSpPr/>
            <p:nvPr/>
          </p:nvSpPr>
          <p:spPr>
            <a:xfrm>
              <a:off x="3410899" y="3515806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85%</a:t>
              </a:r>
            </a:p>
          </p:txBody>
        </p:sp>
        <p:sp>
          <p:nvSpPr>
            <p:cNvPr id="39" name="pg37"/>
            <p:cNvSpPr/>
            <p:nvPr/>
          </p:nvSpPr>
          <p:spPr>
            <a:xfrm>
              <a:off x="3560134" y="3219658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tx38"/>
            <p:cNvSpPr/>
            <p:nvPr/>
          </p:nvSpPr>
          <p:spPr>
            <a:xfrm>
              <a:off x="3569278" y="3241486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41" name="pg39"/>
            <p:cNvSpPr/>
            <p:nvPr/>
          </p:nvSpPr>
          <p:spPr>
            <a:xfrm>
              <a:off x="3718512" y="2945338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0"/>
            <p:cNvSpPr/>
            <p:nvPr/>
          </p:nvSpPr>
          <p:spPr>
            <a:xfrm>
              <a:off x="3727656" y="2967166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95%</a:t>
              </a:r>
            </a:p>
          </p:txBody>
        </p:sp>
        <p:sp>
          <p:nvSpPr>
            <p:cNvPr id="43" name="pg41"/>
            <p:cNvSpPr/>
            <p:nvPr/>
          </p:nvSpPr>
          <p:spPr>
            <a:xfrm>
              <a:off x="3876891" y="2671018"/>
              <a:ext cx="343105" cy="144363"/>
            </a:xfrm>
            <a:custGeom>
              <a:avLst/>
              <a:pathLst>
                <a:path w="343105" h="144363">
                  <a:moveTo>
                    <a:pt x="22859" y="144363"/>
                  </a:moveTo>
                  <a:lnTo>
                    <a:pt x="320245" y="144363"/>
                  </a:lnTo>
                  <a:lnTo>
                    <a:pt x="319324" y="144344"/>
                  </a:lnTo>
                  <a:lnTo>
                    <a:pt x="323000" y="144196"/>
                  </a:lnTo>
                  <a:lnTo>
                    <a:pt x="326605" y="143460"/>
                  </a:lnTo>
                  <a:lnTo>
                    <a:pt x="330045" y="142156"/>
                  </a:lnTo>
                  <a:lnTo>
                    <a:pt x="333231" y="140316"/>
                  </a:lnTo>
                  <a:lnTo>
                    <a:pt x="336081" y="137989"/>
                  </a:lnTo>
                  <a:lnTo>
                    <a:pt x="338520" y="135236"/>
                  </a:lnTo>
                  <a:lnTo>
                    <a:pt x="340486" y="132126"/>
                  </a:lnTo>
                  <a:lnTo>
                    <a:pt x="341928" y="128742"/>
                  </a:lnTo>
                  <a:lnTo>
                    <a:pt x="342809" y="125170"/>
                  </a:lnTo>
                  <a:lnTo>
                    <a:pt x="343105" y="121503"/>
                  </a:lnTo>
                  <a:lnTo>
                    <a:pt x="343105" y="22859"/>
                  </a:lnTo>
                  <a:lnTo>
                    <a:pt x="342809" y="19192"/>
                  </a:lnTo>
                  <a:lnTo>
                    <a:pt x="341928" y="15620"/>
                  </a:lnTo>
                  <a:lnTo>
                    <a:pt x="340486" y="12236"/>
                  </a:lnTo>
                  <a:lnTo>
                    <a:pt x="338520" y="9127"/>
                  </a:lnTo>
                  <a:lnTo>
                    <a:pt x="336081" y="6373"/>
                  </a:lnTo>
                  <a:lnTo>
                    <a:pt x="333231" y="4046"/>
                  </a:lnTo>
                  <a:lnTo>
                    <a:pt x="330045" y="2207"/>
                  </a:lnTo>
                  <a:lnTo>
                    <a:pt x="326605" y="902"/>
                  </a:lnTo>
                  <a:lnTo>
                    <a:pt x="323000" y="166"/>
                  </a:lnTo>
                  <a:lnTo>
                    <a:pt x="320245" y="0"/>
                  </a:lnTo>
                  <a:lnTo>
                    <a:pt x="22859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tx42"/>
            <p:cNvSpPr/>
            <p:nvPr/>
          </p:nvSpPr>
          <p:spPr>
            <a:xfrm>
              <a:off x="3886035" y="2692846"/>
              <a:ext cx="324817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  <p:sp>
        <p:nvSpPr>
          <p:cNvPr id="45" name=""/>
          <p:cNvSpPr>
            <a:spLocks noGrp="1"/>
          </p:cNvSpPr>
          <p:nvPr>
            </p:nvPr>
        </p:nvSpPr>
        <p:spPr>
          <a:xfrm>
            <a:off x="1709674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819402" y="5870448"/>
            <a:ext cx="934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45562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955290" y="587044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133850" y="593445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243578" y="5870448"/>
            <a:ext cx="10236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graphicFrame>
        <p:nvGraphicFramePr>
          <p:cNvPr id="51" name=""/>
          <p:cNvGraphicFramePr>
            <a:graphicFrameLocks noGrp="true"/>
          </p:cNvGraphicFramePr>
          <p:nvPr/>
        </p:nvGraphicFramePr>
        <p:xfrm rot="0">
          <a:off x="6583680" y="2148840"/>
          <a:ext cx="5349240" cy="2944368"/>
        </p:xfrm>
        <a:graphic>
          <a:graphicData uri="http://schemas.openxmlformats.org/drawingml/2006/table">
            <a:tbl>
              <a:tblPr/>
              <a:tblGrid>
                <a:gridCol w="2194560"/>
                <a:gridCol w="1051560"/>
                <a:gridCol w="109728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Docentes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Estudiantes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Egresados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Estados financieros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Auditoría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Costos y presupuestos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Finanzas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Tributación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Visión empresarial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docentes, 109 estudiantes y 161 egresados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p_radar con tabla nativa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1828800"/>
            <a:ext cx="5852160" cy="40233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8036" y="1645920"/>
            <a:ext cx="58521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radar, 16.26 x 11.18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709674" y="5870448"/>
            <a:ext cx="3374644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709674" y="5687568"/>
            <a:ext cx="337464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9.37 x 0.76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583680" y="2148840"/>
            <a:ext cx="5349240" cy="29443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6583680" y="1965960"/>
            <a:ext cx="53492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tabla, 14.86 x 8.18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Actualmente, ¿está usted trabajando? (considere por trabajo cualquier actividad remunerada de por lo menos medio tiempo de dedicación)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2336292" y="2651760"/>
            <a:ext cx="1481328" cy="1481328"/>
            <a:chOff x="2336292" y="2651760"/>
            <a:chExt cx="1481328" cy="1481328"/>
          </a:xfrm>
        </p:grpSpPr>
        <p:sp>
          <p:nvSpPr>
            <p:cNvPr id="5" name="rc3"/>
            <p:cNvSpPr/>
            <p:nvPr/>
          </p:nvSpPr>
          <p:spPr>
            <a:xfrm>
              <a:off x="2336291" y="2651760"/>
              <a:ext cx="1481328" cy="148132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2484452" y="2799892"/>
              <a:ext cx="1184972" cy="1185055"/>
            </a:xfrm>
            <a:custGeom>
              <a:avLst/>
              <a:pathLst>
                <a:path w="1184972" h="1185055">
                  <a:moveTo>
                    <a:pt x="592503" y="592531"/>
                  </a:moveTo>
                  <a:lnTo>
                    <a:pt x="592503" y="572099"/>
                  </a:lnTo>
                  <a:lnTo>
                    <a:pt x="592503" y="551666"/>
                  </a:lnTo>
                  <a:lnTo>
                    <a:pt x="592503" y="531234"/>
                  </a:lnTo>
                  <a:lnTo>
                    <a:pt x="592503" y="510802"/>
                  </a:lnTo>
                  <a:lnTo>
                    <a:pt x="592503" y="490370"/>
                  </a:lnTo>
                  <a:lnTo>
                    <a:pt x="592503" y="469938"/>
                  </a:lnTo>
                  <a:lnTo>
                    <a:pt x="592503" y="449506"/>
                  </a:lnTo>
                  <a:lnTo>
                    <a:pt x="592503" y="429074"/>
                  </a:lnTo>
                  <a:lnTo>
                    <a:pt x="592503" y="408642"/>
                  </a:lnTo>
                  <a:lnTo>
                    <a:pt x="592503" y="388210"/>
                  </a:lnTo>
                  <a:lnTo>
                    <a:pt x="592503" y="367777"/>
                  </a:lnTo>
                  <a:lnTo>
                    <a:pt x="592503" y="347345"/>
                  </a:lnTo>
                  <a:lnTo>
                    <a:pt x="592503" y="326913"/>
                  </a:lnTo>
                  <a:lnTo>
                    <a:pt x="592503" y="306481"/>
                  </a:lnTo>
                  <a:lnTo>
                    <a:pt x="592503" y="286049"/>
                  </a:lnTo>
                  <a:lnTo>
                    <a:pt x="592503" y="265617"/>
                  </a:lnTo>
                  <a:lnTo>
                    <a:pt x="592503" y="245185"/>
                  </a:lnTo>
                  <a:lnTo>
                    <a:pt x="592503" y="224753"/>
                  </a:lnTo>
                  <a:lnTo>
                    <a:pt x="592503" y="204321"/>
                  </a:lnTo>
                  <a:lnTo>
                    <a:pt x="592503" y="183888"/>
                  </a:lnTo>
                  <a:lnTo>
                    <a:pt x="592503" y="163456"/>
                  </a:lnTo>
                  <a:lnTo>
                    <a:pt x="592503" y="143024"/>
                  </a:lnTo>
                  <a:lnTo>
                    <a:pt x="592503" y="122592"/>
                  </a:lnTo>
                  <a:lnTo>
                    <a:pt x="592503" y="102160"/>
                  </a:lnTo>
                  <a:lnTo>
                    <a:pt x="592503" y="81728"/>
                  </a:lnTo>
                  <a:lnTo>
                    <a:pt x="592503" y="61296"/>
                  </a:lnTo>
                  <a:lnTo>
                    <a:pt x="592503" y="40864"/>
                  </a:lnTo>
                  <a:lnTo>
                    <a:pt x="592503" y="20432"/>
                  </a:lnTo>
                  <a:lnTo>
                    <a:pt x="592503" y="0"/>
                  </a:lnTo>
                  <a:lnTo>
                    <a:pt x="612546" y="339"/>
                  </a:lnTo>
                  <a:lnTo>
                    <a:pt x="632566" y="1355"/>
                  </a:lnTo>
                  <a:lnTo>
                    <a:pt x="652540" y="3049"/>
                  </a:lnTo>
                  <a:lnTo>
                    <a:pt x="672446" y="5417"/>
                  </a:lnTo>
                  <a:lnTo>
                    <a:pt x="692260" y="8457"/>
                  </a:lnTo>
                  <a:lnTo>
                    <a:pt x="711960" y="12166"/>
                  </a:lnTo>
                  <a:lnTo>
                    <a:pt x="731523" y="16539"/>
                  </a:lnTo>
                  <a:lnTo>
                    <a:pt x="750927" y="21571"/>
                  </a:lnTo>
                  <a:lnTo>
                    <a:pt x="770149" y="27256"/>
                  </a:lnTo>
                  <a:lnTo>
                    <a:pt x="789169" y="33589"/>
                  </a:lnTo>
                  <a:lnTo>
                    <a:pt x="807963" y="40561"/>
                  </a:lnTo>
                  <a:lnTo>
                    <a:pt x="826511" y="48165"/>
                  </a:lnTo>
                  <a:lnTo>
                    <a:pt x="844791" y="56392"/>
                  </a:lnTo>
                  <a:lnTo>
                    <a:pt x="862782" y="65233"/>
                  </a:lnTo>
                  <a:lnTo>
                    <a:pt x="880463" y="74677"/>
                  </a:lnTo>
                  <a:lnTo>
                    <a:pt x="897816" y="84714"/>
                  </a:lnTo>
                  <a:lnTo>
                    <a:pt x="914818" y="95332"/>
                  </a:lnTo>
                  <a:lnTo>
                    <a:pt x="931452" y="106520"/>
                  </a:lnTo>
                  <a:lnTo>
                    <a:pt x="947698" y="118263"/>
                  </a:lnTo>
                  <a:lnTo>
                    <a:pt x="963537" y="130549"/>
                  </a:lnTo>
                  <a:lnTo>
                    <a:pt x="978952" y="143364"/>
                  </a:lnTo>
                  <a:lnTo>
                    <a:pt x="993924" y="156693"/>
                  </a:lnTo>
                  <a:lnTo>
                    <a:pt x="1008437" y="170521"/>
                  </a:lnTo>
                  <a:lnTo>
                    <a:pt x="1022474" y="184832"/>
                  </a:lnTo>
                  <a:lnTo>
                    <a:pt x="1036019" y="199610"/>
                  </a:lnTo>
                  <a:lnTo>
                    <a:pt x="1049056" y="214837"/>
                  </a:lnTo>
                  <a:lnTo>
                    <a:pt x="1061571" y="230497"/>
                  </a:lnTo>
                  <a:lnTo>
                    <a:pt x="1073549" y="246571"/>
                  </a:lnTo>
                  <a:lnTo>
                    <a:pt x="1084976" y="263040"/>
                  </a:lnTo>
                  <a:lnTo>
                    <a:pt x="1095839" y="279887"/>
                  </a:lnTo>
                  <a:lnTo>
                    <a:pt x="1106127" y="297092"/>
                  </a:lnTo>
                  <a:lnTo>
                    <a:pt x="1115826" y="314635"/>
                  </a:lnTo>
                  <a:lnTo>
                    <a:pt x="1124927" y="332496"/>
                  </a:lnTo>
                  <a:lnTo>
                    <a:pt x="1133418" y="350655"/>
                  </a:lnTo>
                  <a:lnTo>
                    <a:pt x="1141290" y="369090"/>
                  </a:lnTo>
                  <a:lnTo>
                    <a:pt x="1148534" y="387781"/>
                  </a:lnTo>
                  <a:lnTo>
                    <a:pt x="1155142" y="406707"/>
                  </a:lnTo>
                  <a:lnTo>
                    <a:pt x="1161106" y="425845"/>
                  </a:lnTo>
                  <a:lnTo>
                    <a:pt x="1166419" y="445174"/>
                  </a:lnTo>
                  <a:lnTo>
                    <a:pt x="1171075" y="464672"/>
                  </a:lnTo>
                  <a:lnTo>
                    <a:pt x="1175069" y="484316"/>
                  </a:lnTo>
                  <a:lnTo>
                    <a:pt x="1178396" y="504084"/>
                  </a:lnTo>
                  <a:lnTo>
                    <a:pt x="1181052" y="523953"/>
                  </a:lnTo>
                  <a:lnTo>
                    <a:pt x="1183035" y="543900"/>
                  </a:lnTo>
                  <a:lnTo>
                    <a:pt x="1184342" y="563904"/>
                  </a:lnTo>
                  <a:lnTo>
                    <a:pt x="1184972" y="583940"/>
                  </a:lnTo>
                  <a:lnTo>
                    <a:pt x="1184923" y="603985"/>
                  </a:lnTo>
                  <a:lnTo>
                    <a:pt x="1184197" y="624018"/>
                  </a:lnTo>
                  <a:lnTo>
                    <a:pt x="1182793" y="644015"/>
                  </a:lnTo>
                  <a:lnTo>
                    <a:pt x="1180714" y="663952"/>
                  </a:lnTo>
                  <a:lnTo>
                    <a:pt x="1177961" y="683808"/>
                  </a:lnTo>
                  <a:lnTo>
                    <a:pt x="1174539" y="703560"/>
                  </a:lnTo>
                  <a:lnTo>
                    <a:pt x="1170450" y="723184"/>
                  </a:lnTo>
                  <a:lnTo>
                    <a:pt x="1165700" y="742659"/>
                  </a:lnTo>
                  <a:lnTo>
                    <a:pt x="1160294" y="761962"/>
                  </a:lnTo>
                  <a:lnTo>
                    <a:pt x="1154237" y="781072"/>
                  </a:lnTo>
                  <a:lnTo>
                    <a:pt x="1147538" y="799965"/>
                  </a:lnTo>
                  <a:lnTo>
                    <a:pt x="1140204" y="818621"/>
                  </a:lnTo>
                  <a:lnTo>
                    <a:pt x="1132243" y="837018"/>
                  </a:lnTo>
                  <a:lnTo>
                    <a:pt x="1123664" y="855136"/>
                  </a:lnTo>
                  <a:lnTo>
                    <a:pt x="1114477" y="872952"/>
                  </a:lnTo>
                  <a:lnTo>
                    <a:pt x="1104693" y="890448"/>
                  </a:lnTo>
                  <a:lnTo>
                    <a:pt x="1094322" y="907603"/>
                  </a:lnTo>
                  <a:lnTo>
                    <a:pt x="1083377" y="924397"/>
                  </a:lnTo>
                  <a:lnTo>
                    <a:pt x="1071871" y="940812"/>
                  </a:lnTo>
                  <a:lnTo>
                    <a:pt x="1059816" y="956828"/>
                  </a:lnTo>
                  <a:lnTo>
                    <a:pt x="1047225" y="972427"/>
                  </a:lnTo>
                  <a:lnTo>
                    <a:pt x="1034115" y="987591"/>
                  </a:lnTo>
                  <a:lnTo>
                    <a:pt x="1020499" y="1002302"/>
                  </a:lnTo>
                  <a:lnTo>
                    <a:pt x="1006393" y="1016545"/>
                  </a:lnTo>
                  <a:lnTo>
                    <a:pt x="991813" y="1030303"/>
                  </a:lnTo>
                  <a:lnTo>
                    <a:pt x="976777" y="1043560"/>
                  </a:lnTo>
                  <a:lnTo>
                    <a:pt x="961300" y="1056300"/>
                  </a:lnTo>
                  <a:lnTo>
                    <a:pt x="945402" y="1068510"/>
                  </a:lnTo>
                  <a:lnTo>
                    <a:pt x="929099" y="1080174"/>
                  </a:lnTo>
                  <a:lnTo>
                    <a:pt x="912411" y="1091281"/>
                  </a:lnTo>
                  <a:lnTo>
                    <a:pt x="895358" y="1101817"/>
                  </a:lnTo>
                  <a:lnTo>
                    <a:pt x="877957" y="1111770"/>
                  </a:lnTo>
                  <a:lnTo>
                    <a:pt x="860230" y="1121128"/>
                  </a:lnTo>
                  <a:lnTo>
                    <a:pt x="842196" y="1129882"/>
                  </a:lnTo>
                  <a:lnTo>
                    <a:pt x="823877" y="1138021"/>
                  </a:lnTo>
                  <a:lnTo>
                    <a:pt x="805293" y="1145535"/>
                  </a:lnTo>
                  <a:lnTo>
                    <a:pt x="786465" y="1152416"/>
                  </a:lnTo>
                  <a:lnTo>
                    <a:pt x="767415" y="1158657"/>
                  </a:lnTo>
                  <a:lnTo>
                    <a:pt x="748165" y="1164250"/>
                  </a:lnTo>
                  <a:lnTo>
                    <a:pt x="728737" y="1169188"/>
                  </a:lnTo>
                  <a:lnTo>
                    <a:pt x="709153" y="1173466"/>
                  </a:lnTo>
                  <a:lnTo>
                    <a:pt x="689436" y="1177079"/>
                  </a:lnTo>
                  <a:lnTo>
                    <a:pt x="669607" y="1180024"/>
                  </a:lnTo>
                  <a:lnTo>
                    <a:pt x="649691" y="1182296"/>
                  </a:lnTo>
                  <a:lnTo>
                    <a:pt x="629708" y="1183893"/>
                  </a:lnTo>
                  <a:lnTo>
                    <a:pt x="609684" y="1184813"/>
                  </a:lnTo>
                  <a:lnTo>
                    <a:pt x="589639" y="1185055"/>
                  </a:lnTo>
                  <a:lnTo>
                    <a:pt x="569598" y="1184619"/>
                  </a:lnTo>
                  <a:lnTo>
                    <a:pt x="549583" y="1183505"/>
                  </a:lnTo>
                  <a:lnTo>
                    <a:pt x="529617" y="1181715"/>
                  </a:lnTo>
                  <a:lnTo>
                    <a:pt x="509724" y="1179251"/>
                  </a:lnTo>
                  <a:lnTo>
                    <a:pt x="489924" y="1176115"/>
                  </a:lnTo>
                  <a:lnTo>
                    <a:pt x="470243" y="1172311"/>
                  </a:lnTo>
                  <a:lnTo>
                    <a:pt x="450701" y="1167844"/>
                  </a:lnTo>
                  <a:lnTo>
                    <a:pt x="431322" y="1162718"/>
                  </a:lnTo>
                  <a:lnTo>
                    <a:pt x="412127" y="1156940"/>
                  </a:lnTo>
                  <a:lnTo>
                    <a:pt x="393138" y="1150515"/>
                  </a:lnTo>
                  <a:lnTo>
                    <a:pt x="374378" y="1143452"/>
                  </a:lnTo>
                  <a:lnTo>
                    <a:pt x="355867" y="1135759"/>
                  </a:lnTo>
                  <a:lnTo>
                    <a:pt x="337627" y="1127443"/>
                  </a:lnTo>
                  <a:lnTo>
                    <a:pt x="319679" y="1118516"/>
                  </a:lnTo>
                  <a:lnTo>
                    <a:pt x="302043" y="1108986"/>
                  </a:lnTo>
                  <a:lnTo>
                    <a:pt x="284740" y="1098866"/>
                  </a:lnTo>
                  <a:lnTo>
                    <a:pt x="267789" y="1088165"/>
                  </a:lnTo>
                  <a:lnTo>
                    <a:pt x="251209" y="1076898"/>
                  </a:lnTo>
                  <a:lnTo>
                    <a:pt x="235020" y="1065076"/>
                  </a:lnTo>
                  <a:lnTo>
                    <a:pt x="219240" y="1052713"/>
                  </a:lnTo>
                  <a:lnTo>
                    <a:pt x="203888" y="1039824"/>
                  </a:lnTo>
                  <a:lnTo>
                    <a:pt x="188980" y="1026423"/>
                  </a:lnTo>
                  <a:lnTo>
                    <a:pt x="174534" y="1012525"/>
                  </a:lnTo>
                  <a:lnTo>
                    <a:pt x="160566" y="998146"/>
                  </a:lnTo>
                  <a:lnTo>
                    <a:pt x="147093" y="983303"/>
                  </a:lnTo>
                  <a:lnTo>
                    <a:pt x="134130" y="968013"/>
                  </a:lnTo>
                  <a:lnTo>
                    <a:pt x="121691" y="952293"/>
                  </a:lnTo>
                  <a:lnTo>
                    <a:pt x="109791" y="936162"/>
                  </a:lnTo>
                  <a:lnTo>
                    <a:pt x="98444" y="919637"/>
                  </a:lnTo>
                  <a:lnTo>
                    <a:pt x="87662" y="902738"/>
                  </a:lnTo>
                  <a:lnTo>
                    <a:pt x="77457" y="885483"/>
                  </a:lnTo>
                  <a:lnTo>
                    <a:pt x="67843" y="867894"/>
                  </a:lnTo>
                  <a:lnTo>
                    <a:pt x="58828" y="849989"/>
                  </a:lnTo>
                  <a:lnTo>
                    <a:pt x="50425" y="831789"/>
                  </a:lnTo>
                  <a:lnTo>
                    <a:pt x="42642" y="813316"/>
                  </a:lnTo>
                  <a:lnTo>
                    <a:pt x="35488" y="794590"/>
                  </a:lnTo>
                  <a:lnTo>
                    <a:pt x="28972" y="775633"/>
                  </a:lnTo>
                  <a:lnTo>
                    <a:pt x="23101" y="756466"/>
                  </a:lnTo>
                  <a:lnTo>
                    <a:pt x="17882" y="737112"/>
                  </a:lnTo>
                  <a:lnTo>
                    <a:pt x="13320" y="717592"/>
                  </a:lnTo>
                  <a:lnTo>
                    <a:pt x="9421" y="697929"/>
                  </a:lnTo>
                  <a:lnTo>
                    <a:pt x="6190" y="678145"/>
                  </a:lnTo>
                  <a:lnTo>
                    <a:pt x="3629" y="658263"/>
                  </a:lnTo>
                  <a:lnTo>
                    <a:pt x="1743" y="638306"/>
                  </a:lnTo>
                  <a:lnTo>
                    <a:pt x="532" y="618297"/>
                  </a:lnTo>
                  <a:lnTo>
                    <a:pt x="0" y="598258"/>
                  </a:lnTo>
                  <a:lnTo>
                    <a:pt x="145" y="578213"/>
                  </a:lnTo>
                  <a:lnTo>
                    <a:pt x="968" y="558184"/>
                  </a:lnTo>
                  <a:lnTo>
                    <a:pt x="2468" y="538194"/>
                  </a:lnTo>
                  <a:lnTo>
                    <a:pt x="4644" y="518267"/>
                  </a:lnTo>
                  <a:lnTo>
                    <a:pt x="7493" y="498424"/>
                  </a:lnTo>
                  <a:lnTo>
                    <a:pt x="11011" y="478690"/>
                  </a:lnTo>
                  <a:lnTo>
                    <a:pt x="15194" y="459085"/>
                  </a:lnTo>
                  <a:lnTo>
                    <a:pt x="20038" y="439633"/>
                  </a:lnTo>
                  <a:lnTo>
                    <a:pt x="25538" y="420357"/>
                  </a:lnTo>
                  <a:lnTo>
                    <a:pt x="31686" y="401277"/>
                  </a:lnTo>
                  <a:lnTo>
                    <a:pt x="38477" y="382416"/>
                  </a:lnTo>
                  <a:lnTo>
                    <a:pt x="45901" y="363796"/>
                  </a:lnTo>
                  <a:lnTo>
                    <a:pt x="53951" y="345437"/>
                  </a:lnTo>
                  <a:lnTo>
                    <a:pt x="62618" y="327362"/>
                  </a:lnTo>
                  <a:lnTo>
                    <a:pt x="71890" y="309590"/>
                  </a:lnTo>
                  <a:lnTo>
                    <a:pt x="81759" y="292141"/>
                  </a:lnTo>
                  <a:lnTo>
                    <a:pt x="92212" y="275037"/>
                  </a:lnTo>
                  <a:lnTo>
                    <a:pt x="103238" y="258295"/>
                  </a:lnTo>
                  <a:lnTo>
                    <a:pt x="114824" y="241937"/>
                  </a:lnTo>
                  <a:lnTo>
                    <a:pt x="126957" y="225979"/>
                  </a:lnTo>
                  <a:lnTo>
                    <a:pt x="139622" y="210442"/>
                  </a:lnTo>
                  <a:lnTo>
                    <a:pt x="152806" y="195341"/>
                  </a:lnTo>
                  <a:lnTo>
                    <a:pt x="166493" y="180695"/>
                  </a:lnTo>
                  <a:lnTo>
                    <a:pt x="180667" y="166521"/>
                  </a:lnTo>
                  <a:lnTo>
                    <a:pt x="195313" y="152834"/>
                  </a:lnTo>
                  <a:lnTo>
                    <a:pt x="210414" y="139650"/>
                  </a:lnTo>
                  <a:lnTo>
                    <a:pt x="225952" y="126984"/>
                  </a:lnTo>
                  <a:lnTo>
                    <a:pt x="241909" y="114852"/>
                  </a:lnTo>
                  <a:lnTo>
                    <a:pt x="258268" y="103266"/>
                  </a:lnTo>
                  <a:lnTo>
                    <a:pt x="275009" y="92240"/>
                  </a:lnTo>
                  <a:lnTo>
                    <a:pt x="292113" y="81787"/>
                  </a:lnTo>
                  <a:lnTo>
                    <a:pt x="309562" y="71918"/>
                  </a:lnTo>
                  <a:lnTo>
                    <a:pt x="327334" y="62645"/>
                  </a:lnTo>
                  <a:lnTo>
                    <a:pt x="345410" y="53979"/>
                  </a:lnTo>
                  <a:lnTo>
                    <a:pt x="363768" y="45929"/>
                  </a:lnTo>
                  <a:lnTo>
                    <a:pt x="382389" y="38504"/>
                  </a:lnTo>
                  <a:lnTo>
                    <a:pt x="401249" y="31714"/>
                  </a:lnTo>
                  <a:lnTo>
                    <a:pt x="420329" y="25566"/>
                  </a:lnTo>
                  <a:lnTo>
                    <a:pt x="439606" y="20066"/>
                  </a:lnTo>
                  <a:lnTo>
                    <a:pt x="459057" y="15222"/>
                  </a:lnTo>
                  <a:lnTo>
                    <a:pt x="478662" y="11038"/>
                  </a:lnTo>
                  <a:lnTo>
                    <a:pt x="498397" y="7520"/>
                  </a:lnTo>
                  <a:lnTo>
                    <a:pt x="518239" y="4672"/>
                  </a:lnTo>
                  <a:lnTo>
                    <a:pt x="520800" y="24943"/>
                  </a:lnTo>
                  <a:lnTo>
                    <a:pt x="523361" y="45214"/>
                  </a:lnTo>
                  <a:lnTo>
                    <a:pt x="525922" y="65485"/>
                  </a:lnTo>
                  <a:lnTo>
                    <a:pt x="528482" y="85756"/>
                  </a:lnTo>
                  <a:lnTo>
                    <a:pt x="531043" y="106027"/>
                  </a:lnTo>
                  <a:lnTo>
                    <a:pt x="533604" y="126298"/>
                  </a:lnTo>
                  <a:lnTo>
                    <a:pt x="536165" y="146569"/>
                  </a:lnTo>
                  <a:lnTo>
                    <a:pt x="538726" y="166840"/>
                  </a:lnTo>
                  <a:lnTo>
                    <a:pt x="541287" y="187111"/>
                  </a:lnTo>
                  <a:lnTo>
                    <a:pt x="543847" y="207382"/>
                  </a:lnTo>
                  <a:lnTo>
                    <a:pt x="546408" y="227653"/>
                  </a:lnTo>
                  <a:lnTo>
                    <a:pt x="548969" y="247924"/>
                  </a:lnTo>
                  <a:lnTo>
                    <a:pt x="551530" y="268195"/>
                  </a:lnTo>
                  <a:lnTo>
                    <a:pt x="554091" y="288466"/>
                  </a:lnTo>
                  <a:lnTo>
                    <a:pt x="556652" y="308737"/>
                  </a:lnTo>
                  <a:lnTo>
                    <a:pt x="559212" y="329008"/>
                  </a:lnTo>
                  <a:lnTo>
                    <a:pt x="561773" y="349279"/>
                  </a:lnTo>
                  <a:lnTo>
                    <a:pt x="564334" y="369550"/>
                  </a:lnTo>
                  <a:lnTo>
                    <a:pt x="566895" y="389821"/>
                  </a:lnTo>
                  <a:lnTo>
                    <a:pt x="569456" y="410092"/>
                  </a:lnTo>
                  <a:lnTo>
                    <a:pt x="572016" y="430363"/>
                  </a:lnTo>
                  <a:lnTo>
                    <a:pt x="574577" y="450634"/>
                  </a:lnTo>
                  <a:lnTo>
                    <a:pt x="577138" y="470905"/>
                  </a:lnTo>
                  <a:lnTo>
                    <a:pt x="579699" y="491176"/>
                  </a:lnTo>
                  <a:lnTo>
                    <a:pt x="582260" y="511447"/>
                  </a:lnTo>
                  <a:lnTo>
                    <a:pt x="584821" y="531718"/>
                  </a:lnTo>
                  <a:lnTo>
                    <a:pt x="587381" y="551989"/>
                  </a:lnTo>
                  <a:lnTo>
                    <a:pt x="589942" y="572260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3002692" y="2799892"/>
              <a:ext cx="74263" cy="592531"/>
            </a:xfrm>
            <a:custGeom>
              <a:avLst/>
              <a:pathLst>
                <a:path w="74263" h="592531">
                  <a:moveTo>
                    <a:pt x="74263" y="592531"/>
                  </a:moveTo>
                  <a:lnTo>
                    <a:pt x="71703" y="572260"/>
                  </a:lnTo>
                  <a:lnTo>
                    <a:pt x="69142" y="551989"/>
                  </a:lnTo>
                  <a:lnTo>
                    <a:pt x="66581" y="531718"/>
                  </a:lnTo>
                  <a:lnTo>
                    <a:pt x="64020" y="511447"/>
                  </a:lnTo>
                  <a:lnTo>
                    <a:pt x="61459" y="491176"/>
                  </a:lnTo>
                  <a:lnTo>
                    <a:pt x="58898" y="470905"/>
                  </a:lnTo>
                  <a:lnTo>
                    <a:pt x="56338" y="450634"/>
                  </a:lnTo>
                  <a:lnTo>
                    <a:pt x="53777" y="430363"/>
                  </a:lnTo>
                  <a:lnTo>
                    <a:pt x="51216" y="410092"/>
                  </a:lnTo>
                  <a:lnTo>
                    <a:pt x="48655" y="389821"/>
                  </a:lnTo>
                  <a:lnTo>
                    <a:pt x="46094" y="369550"/>
                  </a:lnTo>
                  <a:lnTo>
                    <a:pt x="43533" y="349279"/>
                  </a:lnTo>
                  <a:lnTo>
                    <a:pt x="40973" y="329008"/>
                  </a:lnTo>
                  <a:lnTo>
                    <a:pt x="38412" y="308737"/>
                  </a:lnTo>
                  <a:lnTo>
                    <a:pt x="35851" y="288466"/>
                  </a:lnTo>
                  <a:lnTo>
                    <a:pt x="33290" y="268195"/>
                  </a:lnTo>
                  <a:lnTo>
                    <a:pt x="30729" y="247924"/>
                  </a:lnTo>
                  <a:lnTo>
                    <a:pt x="28169" y="227653"/>
                  </a:lnTo>
                  <a:lnTo>
                    <a:pt x="25608" y="207382"/>
                  </a:lnTo>
                  <a:lnTo>
                    <a:pt x="23047" y="187111"/>
                  </a:lnTo>
                  <a:lnTo>
                    <a:pt x="20486" y="166840"/>
                  </a:lnTo>
                  <a:lnTo>
                    <a:pt x="17925" y="146569"/>
                  </a:lnTo>
                  <a:lnTo>
                    <a:pt x="15364" y="126298"/>
                  </a:lnTo>
                  <a:lnTo>
                    <a:pt x="12804" y="106027"/>
                  </a:lnTo>
                  <a:lnTo>
                    <a:pt x="10243" y="85756"/>
                  </a:lnTo>
                  <a:lnTo>
                    <a:pt x="7682" y="65485"/>
                  </a:lnTo>
                  <a:lnTo>
                    <a:pt x="5121" y="45214"/>
                  </a:lnTo>
                  <a:lnTo>
                    <a:pt x="2560" y="24943"/>
                  </a:lnTo>
                  <a:lnTo>
                    <a:pt x="0" y="4672"/>
                  </a:lnTo>
                  <a:lnTo>
                    <a:pt x="24682" y="2078"/>
                  </a:lnTo>
                  <a:lnTo>
                    <a:pt x="49451" y="519"/>
                  </a:lnTo>
                  <a:lnTo>
                    <a:pt x="74263" y="0"/>
                  </a:lnTo>
                  <a:lnTo>
                    <a:pt x="74263" y="20432"/>
                  </a:lnTo>
                  <a:lnTo>
                    <a:pt x="74263" y="40864"/>
                  </a:lnTo>
                  <a:lnTo>
                    <a:pt x="74263" y="61296"/>
                  </a:lnTo>
                  <a:lnTo>
                    <a:pt x="74263" y="81728"/>
                  </a:lnTo>
                  <a:lnTo>
                    <a:pt x="74263" y="102160"/>
                  </a:lnTo>
                  <a:lnTo>
                    <a:pt x="74263" y="122592"/>
                  </a:lnTo>
                  <a:lnTo>
                    <a:pt x="74263" y="143024"/>
                  </a:lnTo>
                  <a:lnTo>
                    <a:pt x="74263" y="163456"/>
                  </a:lnTo>
                  <a:lnTo>
                    <a:pt x="74263" y="183888"/>
                  </a:lnTo>
                  <a:lnTo>
                    <a:pt x="74263" y="204321"/>
                  </a:lnTo>
                  <a:lnTo>
                    <a:pt x="74263" y="224753"/>
                  </a:lnTo>
                  <a:lnTo>
                    <a:pt x="74263" y="245185"/>
                  </a:lnTo>
                  <a:lnTo>
                    <a:pt x="74263" y="265617"/>
                  </a:lnTo>
                  <a:lnTo>
                    <a:pt x="74263" y="286049"/>
                  </a:lnTo>
                  <a:lnTo>
                    <a:pt x="74263" y="306481"/>
                  </a:lnTo>
                  <a:lnTo>
                    <a:pt x="74263" y="326913"/>
                  </a:lnTo>
                  <a:lnTo>
                    <a:pt x="74263" y="347345"/>
                  </a:lnTo>
                  <a:lnTo>
                    <a:pt x="74263" y="367777"/>
                  </a:lnTo>
                  <a:lnTo>
                    <a:pt x="74263" y="388210"/>
                  </a:lnTo>
                  <a:lnTo>
                    <a:pt x="74263" y="408642"/>
                  </a:lnTo>
                  <a:lnTo>
                    <a:pt x="74263" y="429074"/>
                  </a:lnTo>
                  <a:lnTo>
                    <a:pt x="74263" y="449506"/>
                  </a:lnTo>
                  <a:lnTo>
                    <a:pt x="74263" y="469938"/>
                  </a:lnTo>
                  <a:lnTo>
                    <a:pt x="74263" y="490370"/>
                  </a:lnTo>
                  <a:lnTo>
                    <a:pt x="74263" y="510802"/>
                  </a:lnTo>
                  <a:lnTo>
                    <a:pt x="74263" y="531234"/>
                  </a:lnTo>
                  <a:lnTo>
                    <a:pt x="74263" y="551666"/>
                  </a:lnTo>
                  <a:lnTo>
                    <a:pt x="74263" y="572099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2880423" y="3617175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98%</a:t>
              </a:r>
            </a:p>
          </p:txBody>
        </p:sp>
      </p:grpSp>
      <p:sp>
        <p:nvSpPr>
          <p:cNvPr id="9" name=""/>
          <p:cNvSpPr>
            <a:spLocks noGrp="1"/>
          </p:cNvSpPr>
          <p:nvPr>
            </p:nvPr>
        </p:nvSpPr>
        <p:spPr>
          <a:xfrm>
            <a:off x="2700178" y="2353437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567178" y="463600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76906" y="457200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182366" y="463600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292094" y="457200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40196" y="1508760"/>
            <a:ext cx="55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¿El trabajo que usted realiza actualmente y por el cual recibe una remuneración se encuentra relacionado con el quehacer contable?</a:t>
            </a:r>
          </a:p>
        </p:txBody>
      </p:sp>
      <p:grpSp xmlns:pic="http://schemas.openxmlformats.org/drawingml/2006/picture">
        <p:nvGrpSpPr>
          <p:cNvPr id="15" name=""/>
          <p:cNvGrpSpPr/>
          <p:nvPr/>
        </p:nvGrpSpPr>
        <p:grpSpPr>
          <a:xfrm>
            <a:off x="8188452" y="2651760"/>
            <a:ext cx="1481328" cy="1481328"/>
            <a:chOff x="8188452" y="2651760"/>
            <a:chExt cx="1481328" cy="1481328"/>
          </a:xfrm>
        </p:grpSpPr>
        <p:sp>
          <p:nvSpPr>
            <p:cNvPr id="16" name="rc3"/>
            <p:cNvSpPr/>
            <p:nvPr/>
          </p:nvSpPr>
          <p:spPr>
            <a:xfrm>
              <a:off x="8188452" y="2651760"/>
              <a:ext cx="1481327" cy="148132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7" name="pg4"/>
            <p:cNvSpPr/>
            <p:nvPr/>
          </p:nvSpPr>
          <p:spPr>
            <a:xfrm>
              <a:off x="8336595" y="2799892"/>
              <a:ext cx="1184999" cy="1185046"/>
            </a:xfrm>
            <a:custGeom>
              <a:avLst/>
              <a:pathLst>
                <a:path w="1184999" h="1185046">
                  <a:moveTo>
                    <a:pt x="592520" y="592531"/>
                  </a:moveTo>
                  <a:lnTo>
                    <a:pt x="592520" y="572099"/>
                  </a:lnTo>
                  <a:lnTo>
                    <a:pt x="592520" y="551666"/>
                  </a:lnTo>
                  <a:lnTo>
                    <a:pt x="592520" y="531234"/>
                  </a:lnTo>
                  <a:lnTo>
                    <a:pt x="592520" y="510802"/>
                  </a:lnTo>
                  <a:lnTo>
                    <a:pt x="592520" y="490370"/>
                  </a:lnTo>
                  <a:lnTo>
                    <a:pt x="592520" y="469938"/>
                  </a:lnTo>
                  <a:lnTo>
                    <a:pt x="592520" y="449506"/>
                  </a:lnTo>
                  <a:lnTo>
                    <a:pt x="592520" y="429074"/>
                  </a:lnTo>
                  <a:lnTo>
                    <a:pt x="592520" y="408642"/>
                  </a:lnTo>
                  <a:lnTo>
                    <a:pt x="592520" y="388210"/>
                  </a:lnTo>
                  <a:lnTo>
                    <a:pt x="592520" y="367777"/>
                  </a:lnTo>
                  <a:lnTo>
                    <a:pt x="592520" y="347345"/>
                  </a:lnTo>
                  <a:lnTo>
                    <a:pt x="592520" y="326913"/>
                  </a:lnTo>
                  <a:lnTo>
                    <a:pt x="592520" y="306481"/>
                  </a:lnTo>
                  <a:lnTo>
                    <a:pt x="592520" y="286049"/>
                  </a:lnTo>
                  <a:lnTo>
                    <a:pt x="592520" y="265617"/>
                  </a:lnTo>
                  <a:lnTo>
                    <a:pt x="592520" y="245185"/>
                  </a:lnTo>
                  <a:lnTo>
                    <a:pt x="592520" y="224753"/>
                  </a:lnTo>
                  <a:lnTo>
                    <a:pt x="592520" y="204321"/>
                  </a:lnTo>
                  <a:lnTo>
                    <a:pt x="592520" y="183888"/>
                  </a:lnTo>
                  <a:lnTo>
                    <a:pt x="592520" y="163456"/>
                  </a:lnTo>
                  <a:lnTo>
                    <a:pt x="592520" y="143024"/>
                  </a:lnTo>
                  <a:lnTo>
                    <a:pt x="592520" y="122592"/>
                  </a:lnTo>
                  <a:lnTo>
                    <a:pt x="592520" y="102160"/>
                  </a:lnTo>
                  <a:lnTo>
                    <a:pt x="592520" y="81728"/>
                  </a:lnTo>
                  <a:lnTo>
                    <a:pt x="592520" y="61296"/>
                  </a:lnTo>
                  <a:lnTo>
                    <a:pt x="592520" y="40864"/>
                  </a:lnTo>
                  <a:lnTo>
                    <a:pt x="592520" y="20432"/>
                  </a:lnTo>
                  <a:lnTo>
                    <a:pt x="592520" y="0"/>
                  </a:lnTo>
                  <a:lnTo>
                    <a:pt x="612579" y="339"/>
                  </a:lnTo>
                  <a:lnTo>
                    <a:pt x="632615" y="1358"/>
                  </a:lnTo>
                  <a:lnTo>
                    <a:pt x="652605" y="3054"/>
                  </a:lnTo>
                  <a:lnTo>
                    <a:pt x="672526" y="5426"/>
                  </a:lnTo>
                  <a:lnTo>
                    <a:pt x="692355" y="8471"/>
                  </a:lnTo>
                  <a:lnTo>
                    <a:pt x="712070" y="12185"/>
                  </a:lnTo>
                  <a:lnTo>
                    <a:pt x="731648" y="16565"/>
                  </a:lnTo>
                  <a:lnTo>
                    <a:pt x="751067" y="21605"/>
                  </a:lnTo>
                  <a:lnTo>
                    <a:pt x="770303" y="27299"/>
                  </a:lnTo>
                  <a:lnTo>
                    <a:pt x="789336" y="33642"/>
                  </a:lnTo>
                  <a:lnTo>
                    <a:pt x="808143" y="40625"/>
                  </a:lnTo>
                  <a:lnTo>
                    <a:pt x="826703" y="48241"/>
                  </a:lnTo>
                  <a:lnTo>
                    <a:pt x="844995" y="56481"/>
                  </a:lnTo>
                  <a:lnTo>
                    <a:pt x="862997" y="65335"/>
                  </a:lnTo>
                  <a:lnTo>
                    <a:pt x="880689" y="74793"/>
                  </a:lnTo>
                  <a:lnTo>
                    <a:pt x="898051" y="84846"/>
                  </a:lnTo>
                  <a:lnTo>
                    <a:pt x="915062" y="95480"/>
                  </a:lnTo>
                  <a:lnTo>
                    <a:pt x="931704" y="106683"/>
                  </a:lnTo>
                  <a:lnTo>
                    <a:pt x="947957" y="118444"/>
                  </a:lnTo>
                  <a:lnTo>
                    <a:pt x="963803" y="130749"/>
                  </a:lnTo>
                  <a:lnTo>
                    <a:pt x="979222" y="143582"/>
                  </a:lnTo>
                  <a:lnTo>
                    <a:pt x="994199" y="156931"/>
                  </a:lnTo>
                  <a:lnTo>
                    <a:pt x="1008715" y="170778"/>
                  </a:lnTo>
                  <a:lnTo>
                    <a:pt x="1022754" y="185109"/>
                  </a:lnTo>
                  <a:lnTo>
                    <a:pt x="1036300" y="199908"/>
                  </a:lnTo>
                  <a:lnTo>
                    <a:pt x="1049337" y="215156"/>
                  </a:lnTo>
                  <a:lnTo>
                    <a:pt x="1061850" y="230837"/>
                  </a:lnTo>
                  <a:lnTo>
                    <a:pt x="1073826" y="246932"/>
                  </a:lnTo>
                  <a:lnTo>
                    <a:pt x="1085249" y="263424"/>
                  </a:lnTo>
                  <a:lnTo>
                    <a:pt x="1096108" y="280293"/>
                  </a:lnTo>
                  <a:lnTo>
                    <a:pt x="1106390" y="297520"/>
                  </a:lnTo>
                  <a:lnTo>
                    <a:pt x="1116082" y="315085"/>
                  </a:lnTo>
                  <a:lnTo>
                    <a:pt x="1125174" y="332968"/>
                  </a:lnTo>
                  <a:lnTo>
                    <a:pt x="1133656" y="351149"/>
                  </a:lnTo>
                  <a:lnTo>
                    <a:pt x="1141517" y="369606"/>
                  </a:lnTo>
                  <a:lnTo>
                    <a:pt x="1148749" y="388319"/>
                  </a:lnTo>
                  <a:lnTo>
                    <a:pt x="1155344" y="407266"/>
                  </a:lnTo>
                  <a:lnTo>
                    <a:pt x="1161293" y="426425"/>
                  </a:lnTo>
                  <a:lnTo>
                    <a:pt x="1166590" y="445775"/>
                  </a:lnTo>
                  <a:lnTo>
                    <a:pt x="1171229" y="465293"/>
                  </a:lnTo>
                  <a:lnTo>
                    <a:pt x="1175205" y="484957"/>
                  </a:lnTo>
                  <a:lnTo>
                    <a:pt x="1178512" y="504744"/>
                  </a:lnTo>
                  <a:lnTo>
                    <a:pt x="1181148" y="524632"/>
                  </a:lnTo>
                  <a:lnTo>
                    <a:pt x="1183110" y="544598"/>
                  </a:lnTo>
                  <a:lnTo>
                    <a:pt x="1184394" y="564619"/>
                  </a:lnTo>
                  <a:lnTo>
                    <a:pt x="1184999" y="584671"/>
                  </a:lnTo>
                  <a:lnTo>
                    <a:pt x="1184926" y="604733"/>
                  </a:lnTo>
                  <a:lnTo>
                    <a:pt x="1184173" y="624781"/>
                  </a:lnTo>
                  <a:lnTo>
                    <a:pt x="1182742" y="644791"/>
                  </a:lnTo>
                  <a:lnTo>
                    <a:pt x="1180635" y="664742"/>
                  </a:lnTo>
                  <a:lnTo>
                    <a:pt x="1177853" y="684610"/>
                  </a:lnTo>
                  <a:lnTo>
                    <a:pt x="1174401" y="704373"/>
                  </a:lnTo>
                  <a:lnTo>
                    <a:pt x="1170281" y="724007"/>
                  </a:lnTo>
                  <a:lnTo>
                    <a:pt x="1165499" y="743490"/>
                  </a:lnTo>
                  <a:lnTo>
                    <a:pt x="1160060" y="762801"/>
                  </a:lnTo>
                  <a:lnTo>
                    <a:pt x="1153971" y="781916"/>
                  </a:lnTo>
                  <a:lnTo>
                    <a:pt x="1147237" y="800814"/>
                  </a:lnTo>
                  <a:lnTo>
                    <a:pt x="1139869" y="819474"/>
                  </a:lnTo>
                  <a:lnTo>
                    <a:pt x="1131872" y="837873"/>
                  </a:lnTo>
                  <a:lnTo>
                    <a:pt x="1123257" y="855991"/>
                  </a:lnTo>
                  <a:lnTo>
                    <a:pt x="1114034" y="873807"/>
                  </a:lnTo>
                  <a:lnTo>
                    <a:pt x="1104213" y="891300"/>
                  </a:lnTo>
                  <a:lnTo>
                    <a:pt x="1093806" y="908452"/>
                  </a:lnTo>
                  <a:lnTo>
                    <a:pt x="1082824" y="925240"/>
                  </a:lnTo>
                  <a:lnTo>
                    <a:pt x="1071279" y="941648"/>
                  </a:lnTo>
                  <a:lnTo>
                    <a:pt x="1059186" y="957655"/>
                  </a:lnTo>
                  <a:lnTo>
                    <a:pt x="1046558" y="973244"/>
                  </a:lnTo>
                  <a:lnTo>
                    <a:pt x="1033410" y="988396"/>
                  </a:lnTo>
                  <a:lnTo>
                    <a:pt x="1019756" y="1003095"/>
                  </a:lnTo>
                  <a:lnTo>
                    <a:pt x="1005612" y="1017323"/>
                  </a:lnTo>
                  <a:lnTo>
                    <a:pt x="990995" y="1031063"/>
                  </a:lnTo>
                  <a:lnTo>
                    <a:pt x="975921" y="1044302"/>
                  </a:lnTo>
                  <a:lnTo>
                    <a:pt x="960408" y="1057022"/>
                  </a:lnTo>
                  <a:lnTo>
                    <a:pt x="944472" y="1069210"/>
                  </a:lnTo>
                  <a:lnTo>
                    <a:pt x="928134" y="1080851"/>
                  </a:lnTo>
                  <a:lnTo>
                    <a:pt x="911410" y="1091933"/>
                  </a:lnTo>
                  <a:lnTo>
                    <a:pt x="894321" y="1102442"/>
                  </a:lnTo>
                  <a:lnTo>
                    <a:pt x="876886" y="1112366"/>
                  </a:lnTo>
                  <a:lnTo>
                    <a:pt x="859125" y="1121695"/>
                  </a:lnTo>
                  <a:lnTo>
                    <a:pt x="841059" y="1130417"/>
                  </a:lnTo>
                  <a:lnTo>
                    <a:pt x="822707" y="1138523"/>
                  </a:lnTo>
                  <a:lnTo>
                    <a:pt x="804092" y="1146002"/>
                  </a:lnTo>
                  <a:lnTo>
                    <a:pt x="785234" y="1152847"/>
                  </a:lnTo>
                  <a:lnTo>
                    <a:pt x="766155" y="1159050"/>
                  </a:lnTo>
                  <a:lnTo>
                    <a:pt x="746877" y="1164603"/>
                  </a:lnTo>
                  <a:lnTo>
                    <a:pt x="727423" y="1169501"/>
                  </a:lnTo>
                  <a:lnTo>
                    <a:pt x="707813" y="1173737"/>
                  </a:lnTo>
                  <a:lnTo>
                    <a:pt x="688071" y="1177307"/>
                  </a:lnTo>
                  <a:lnTo>
                    <a:pt x="668220" y="1180206"/>
                  </a:lnTo>
                  <a:lnTo>
                    <a:pt x="648282" y="1182432"/>
                  </a:lnTo>
                  <a:lnTo>
                    <a:pt x="628281" y="1183982"/>
                  </a:lnTo>
                  <a:lnTo>
                    <a:pt x="608238" y="1184853"/>
                  </a:lnTo>
                  <a:lnTo>
                    <a:pt x="588177" y="1185046"/>
                  </a:lnTo>
                  <a:lnTo>
                    <a:pt x="568121" y="1184559"/>
                  </a:lnTo>
                  <a:lnTo>
                    <a:pt x="548093" y="1183394"/>
                  </a:lnTo>
                  <a:lnTo>
                    <a:pt x="528116" y="1181551"/>
                  </a:lnTo>
                  <a:lnTo>
                    <a:pt x="508213" y="1179033"/>
                  </a:lnTo>
                  <a:lnTo>
                    <a:pt x="488406" y="1175843"/>
                  </a:lnTo>
                  <a:lnTo>
                    <a:pt x="468719" y="1171984"/>
                  </a:lnTo>
                  <a:lnTo>
                    <a:pt x="449174" y="1167461"/>
                  </a:lnTo>
                  <a:lnTo>
                    <a:pt x="429793" y="1162279"/>
                  </a:lnTo>
                  <a:lnTo>
                    <a:pt x="410599" y="1156444"/>
                  </a:lnTo>
                  <a:lnTo>
                    <a:pt x="391613" y="1149962"/>
                  </a:lnTo>
                  <a:lnTo>
                    <a:pt x="372857" y="1142841"/>
                  </a:lnTo>
                  <a:lnTo>
                    <a:pt x="354354" y="1135089"/>
                  </a:lnTo>
                  <a:lnTo>
                    <a:pt x="336123" y="1126716"/>
                  </a:lnTo>
                  <a:lnTo>
                    <a:pt x="318186" y="1117730"/>
                  </a:lnTo>
                  <a:lnTo>
                    <a:pt x="300564" y="1108142"/>
                  </a:lnTo>
                  <a:lnTo>
                    <a:pt x="283276" y="1097963"/>
                  </a:lnTo>
                  <a:lnTo>
                    <a:pt x="266343" y="1087204"/>
                  </a:lnTo>
                  <a:lnTo>
                    <a:pt x="249784" y="1075879"/>
                  </a:lnTo>
                  <a:lnTo>
                    <a:pt x="233618" y="1063999"/>
                  </a:lnTo>
                  <a:lnTo>
                    <a:pt x="217863" y="1051579"/>
                  </a:lnTo>
                  <a:lnTo>
                    <a:pt x="202538" y="1038632"/>
                  </a:lnTo>
                  <a:lnTo>
                    <a:pt x="187659" y="1025175"/>
                  </a:lnTo>
                  <a:lnTo>
                    <a:pt x="173245" y="1011221"/>
                  </a:lnTo>
                  <a:lnTo>
                    <a:pt x="159311" y="996787"/>
                  </a:lnTo>
                  <a:lnTo>
                    <a:pt x="145875" y="981890"/>
                  </a:lnTo>
                  <a:lnTo>
                    <a:pt x="132950" y="966547"/>
                  </a:lnTo>
                  <a:lnTo>
                    <a:pt x="120551" y="950775"/>
                  </a:lnTo>
                  <a:lnTo>
                    <a:pt x="108694" y="934592"/>
                  </a:lnTo>
                  <a:lnTo>
                    <a:pt x="97392" y="918017"/>
                  </a:lnTo>
                  <a:lnTo>
                    <a:pt x="86657" y="901069"/>
                  </a:lnTo>
                  <a:lnTo>
                    <a:pt x="76502" y="883767"/>
                  </a:lnTo>
                  <a:lnTo>
                    <a:pt x="66939" y="866131"/>
                  </a:lnTo>
                  <a:lnTo>
                    <a:pt x="57978" y="848182"/>
                  </a:lnTo>
                  <a:lnTo>
                    <a:pt x="49630" y="829940"/>
                  </a:lnTo>
                  <a:lnTo>
                    <a:pt x="41904" y="811425"/>
                  </a:lnTo>
                  <a:lnTo>
                    <a:pt x="34809" y="792660"/>
                  </a:lnTo>
                  <a:lnTo>
                    <a:pt x="28354" y="773665"/>
                  </a:lnTo>
                  <a:lnTo>
                    <a:pt x="22545" y="754462"/>
                  </a:lnTo>
                  <a:lnTo>
                    <a:pt x="17390" y="735074"/>
                  </a:lnTo>
                  <a:lnTo>
                    <a:pt x="12894" y="715523"/>
                  </a:lnTo>
                  <a:lnTo>
                    <a:pt x="9063" y="695830"/>
                  </a:lnTo>
                  <a:lnTo>
                    <a:pt x="5900" y="676019"/>
                  </a:lnTo>
                  <a:lnTo>
                    <a:pt x="3410" y="656112"/>
                  </a:lnTo>
                  <a:lnTo>
                    <a:pt x="1596" y="636133"/>
                  </a:lnTo>
                  <a:lnTo>
                    <a:pt x="458" y="616103"/>
                  </a:lnTo>
                  <a:lnTo>
                    <a:pt x="0" y="596047"/>
                  </a:lnTo>
                  <a:lnTo>
                    <a:pt x="220" y="575986"/>
                  </a:lnTo>
                  <a:lnTo>
                    <a:pt x="1120" y="555945"/>
                  </a:lnTo>
                  <a:lnTo>
                    <a:pt x="2697" y="535945"/>
                  </a:lnTo>
                  <a:lnTo>
                    <a:pt x="4951" y="516010"/>
                  </a:lnTo>
                  <a:lnTo>
                    <a:pt x="7878" y="496163"/>
                  </a:lnTo>
                  <a:lnTo>
                    <a:pt x="11475" y="476426"/>
                  </a:lnTo>
                  <a:lnTo>
                    <a:pt x="15739" y="456823"/>
                  </a:lnTo>
                  <a:lnTo>
                    <a:pt x="20664" y="437375"/>
                  </a:lnTo>
                  <a:lnTo>
                    <a:pt x="26244" y="418105"/>
                  </a:lnTo>
                  <a:lnTo>
                    <a:pt x="32473" y="399035"/>
                  </a:lnTo>
                  <a:lnTo>
                    <a:pt x="39345" y="380187"/>
                  </a:lnTo>
                  <a:lnTo>
                    <a:pt x="46850" y="361582"/>
                  </a:lnTo>
                  <a:lnTo>
                    <a:pt x="54981" y="343241"/>
                  </a:lnTo>
                  <a:lnTo>
                    <a:pt x="63729" y="325187"/>
                  </a:lnTo>
                  <a:lnTo>
                    <a:pt x="73082" y="307439"/>
                  </a:lnTo>
                  <a:lnTo>
                    <a:pt x="83031" y="290018"/>
                  </a:lnTo>
                  <a:lnTo>
                    <a:pt x="93564" y="272944"/>
                  </a:lnTo>
                  <a:lnTo>
                    <a:pt x="104669" y="256236"/>
                  </a:lnTo>
                  <a:lnTo>
                    <a:pt x="116333" y="239913"/>
                  </a:lnTo>
                  <a:lnTo>
                    <a:pt x="128543" y="223995"/>
                  </a:lnTo>
                  <a:lnTo>
                    <a:pt x="141285" y="208499"/>
                  </a:lnTo>
                  <a:lnTo>
                    <a:pt x="154544" y="193444"/>
                  </a:lnTo>
                  <a:lnTo>
                    <a:pt x="168306" y="178846"/>
                  </a:lnTo>
                  <a:lnTo>
                    <a:pt x="182553" y="164722"/>
                  </a:lnTo>
                  <a:lnTo>
                    <a:pt x="197271" y="151089"/>
                  </a:lnTo>
                  <a:lnTo>
                    <a:pt x="212441" y="137961"/>
                  </a:lnTo>
                  <a:lnTo>
                    <a:pt x="228048" y="125355"/>
                  </a:lnTo>
                  <a:lnTo>
                    <a:pt x="244072" y="113284"/>
                  </a:lnTo>
                  <a:lnTo>
                    <a:pt x="260495" y="101763"/>
                  </a:lnTo>
                  <a:lnTo>
                    <a:pt x="277300" y="90804"/>
                  </a:lnTo>
                  <a:lnTo>
                    <a:pt x="294465" y="80421"/>
                  </a:lnTo>
                  <a:lnTo>
                    <a:pt x="311973" y="70624"/>
                  </a:lnTo>
                  <a:lnTo>
                    <a:pt x="329801" y="61426"/>
                  </a:lnTo>
                  <a:lnTo>
                    <a:pt x="347931" y="52837"/>
                  </a:lnTo>
                  <a:lnTo>
                    <a:pt x="366342" y="44866"/>
                  </a:lnTo>
                  <a:lnTo>
                    <a:pt x="385011" y="37523"/>
                  </a:lnTo>
                  <a:lnTo>
                    <a:pt x="403919" y="30817"/>
                  </a:lnTo>
                  <a:lnTo>
                    <a:pt x="423043" y="24754"/>
                  </a:lnTo>
                  <a:lnTo>
                    <a:pt x="442361" y="19342"/>
                  </a:lnTo>
                  <a:lnTo>
                    <a:pt x="461851" y="14587"/>
                  </a:lnTo>
                  <a:lnTo>
                    <a:pt x="481491" y="10495"/>
                  </a:lnTo>
                  <a:lnTo>
                    <a:pt x="485320" y="30565"/>
                  </a:lnTo>
                  <a:lnTo>
                    <a:pt x="489148" y="50635"/>
                  </a:lnTo>
                  <a:lnTo>
                    <a:pt x="492977" y="70705"/>
                  </a:lnTo>
                  <a:lnTo>
                    <a:pt x="496805" y="90776"/>
                  </a:lnTo>
                  <a:lnTo>
                    <a:pt x="500634" y="110846"/>
                  </a:lnTo>
                  <a:lnTo>
                    <a:pt x="504463" y="130916"/>
                  </a:lnTo>
                  <a:lnTo>
                    <a:pt x="508291" y="150986"/>
                  </a:lnTo>
                  <a:lnTo>
                    <a:pt x="512120" y="171056"/>
                  </a:lnTo>
                  <a:lnTo>
                    <a:pt x="515948" y="191127"/>
                  </a:lnTo>
                  <a:lnTo>
                    <a:pt x="519777" y="211197"/>
                  </a:lnTo>
                  <a:lnTo>
                    <a:pt x="523606" y="231267"/>
                  </a:lnTo>
                  <a:lnTo>
                    <a:pt x="527434" y="251337"/>
                  </a:lnTo>
                  <a:lnTo>
                    <a:pt x="531263" y="271407"/>
                  </a:lnTo>
                  <a:lnTo>
                    <a:pt x="535091" y="291478"/>
                  </a:lnTo>
                  <a:lnTo>
                    <a:pt x="538920" y="311548"/>
                  </a:lnTo>
                  <a:lnTo>
                    <a:pt x="542749" y="331618"/>
                  </a:lnTo>
                  <a:lnTo>
                    <a:pt x="546577" y="351688"/>
                  </a:lnTo>
                  <a:lnTo>
                    <a:pt x="550406" y="371758"/>
                  </a:lnTo>
                  <a:lnTo>
                    <a:pt x="554234" y="391829"/>
                  </a:lnTo>
                  <a:lnTo>
                    <a:pt x="558063" y="411899"/>
                  </a:lnTo>
                  <a:lnTo>
                    <a:pt x="561892" y="431969"/>
                  </a:lnTo>
                  <a:lnTo>
                    <a:pt x="565720" y="452039"/>
                  </a:lnTo>
                  <a:lnTo>
                    <a:pt x="569549" y="472109"/>
                  </a:lnTo>
                  <a:lnTo>
                    <a:pt x="573377" y="492180"/>
                  </a:lnTo>
                  <a:lnTo>
                    <a:pt x="577206" y="512250"/>
                  </a:lnTo>
                  <a:lnTo>
                    <a:pt x="581034" y="532320"/>
                  </a:lnTo>
                  <a:lnTo>
                    <a:pt x="584863" y="552390"/>
                  </a:lnTo>
                  <a:lnTo>
                    <a:pt x="588692" y="572460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g5"/>
            <p:cNvSpPr/>
            <p:nvPr/>
          </p:nvSpPr>
          <p:spPr>
            <a:xfrm>
              <a:off x="8818086" y="2799892"/>
              <a:ext cx="111029" cy="592531"/>
            </a:xfrm>
            <a:custGeom>
              <a:avLst/>
              <a:pathLst>
                <a:path w="111029" h="592531">
                  <a:moveTo>
                    <a:pt x="111029" y="592531"/>
                  </a:moveTo>
                  <a:lnTo>
                    <a:pt x="107200" y="572460"/>
                  </a:lnTo>
                  <a:lnTo>
                    <a:pt x="103372" y="552390"/>
                  </a:lnTo>
                  <a:lnTo>
                    <a:pt x="99543" y="532320"/>
                  </a:lnTo>
                  <a:lnTo>
                    <a:pt x="95714" y="512250"/>
                  </a:lnTo>
                  <a:lnTo>
                    <a:pt x="91886" y="492180"/>
                  </a:lnTo>
                  <a:lnTo>
                    <a:pt x="88057" y="472109"/>
                  </a:lnTo>
                  <a:lnTo>
                    <a:pt x="84229" y="452039"/>
                  </a:lnTo>
                  <a:lnTo>
                    <a:pt x="80400" y="431969"/>
                  </a:lnTo>
                  <a:lnTo>
                    <a:pt x="76571" y="411899"/>
                  </a:lnTo>
                  <a:lnTo>
                    <a:pt x="72743" y="391829"/>
                  </a:lnTo>
                  <a:lnTo>
                    <a:pt x="68914" y="371758"/>
                  </a:lnTo>
                  <a:lnTo>
                    <a:pt x="65086" y="351688"/>
                  </a:lnTo>
                  <a:lnTo>
                    <a:pt x="61257" y="331618"/>
                  </a:lnTo>
                  <a:lnTo>
                    <a:pt x="57428" y="311548"/>
                  </a:lnTo>
                  <a:lnTo>
                    <a:pt x="53600" y="291478"/>
                  </a:lnTo>
                  <a:lnTo>
                    <a:pt x="49771" y="271407"/>
                  </a:lnTo>
                  <a:lnTo>
                    <a:pt x="45943" y="251337"/>
                  </a:lnTo>
                  <a:lnTo>
                    <a:pt x="42114" y="231267"/>
                  </a:lnTo>
                  <a:lnTo>
                    <a:pt x="38285" y="211197"/>
                  </a:lnTo>
                  <a:lnTo>
                    <a:pt x="34457" y="191127"/>
                  </a:lnTo>
                  <a:lnTo>
                    <a:pt x="30628" y="171056"/>
                  </a:lnTo>
                  <a:lnTo>
                    <a:pt x="26800" y="150986"/>
                  </a:lnTo>
                  <a:lnTo>
                    <a:pt x="22971" y="130916"/>
                  </a:lnTo>
                  <a:lnTo>
                    <a:pt x="19142" y="110846"/>
                  </a:lnTo>
                  <a:lnTo>
                    <a:pt x="15314" y="90776"/>
                  </a:lnTo>
                  <a:lnTo>
                    <a:pt x="11485" y="70705"/>
                  </a:lnTo>
                  <a:lnTo>
                    <a:pt x="7657" y="50635"/>
                  </a:lnTo>
                  <a:lnTo>
                    <a:pt x="3828" y="30565"/>
                  </a:lnTo>
                  <a:lnTo>
                    <a:pt x="0" y="10495"/>
                  </a:lnTo>
                  <a:lnTo>
                    <a:pt x="22015" y="6724"/>
                  </a:lnTo>
                  <a:lnTo>
                    <a:pt x="44158" y="3785"/>
                  </a:lnTo>
                  <a:lnTo>
                    <a:pt x="66395" y="1683"/>
                  </a:lnTo>
                  <a:lnTo>
                    <a:pt x="88696" y="421"/>
                  </a:lnTo>
                  <a:lnTo>
                    <a:pt x="111029" y="0"/>
                  </a:lnTo>
                  <a:lnTo>
                    <a:pt x="111029" y="20432"/>
                  </a:lnTo>
                  <a:lnTo>
                    <a:pt x="111029" y="40864"/>
                  </a:lnTo>
                  <a:lnTo>
                    <a:pt x="111029" y="61296"/>
                  </a:lnTo>
                  <a:lnTo>
                    <a:pt x="111029" y="81728"/>
                  </a:lnTo>
                  <a:lnTo>
                    <a:pt x="111029" y="102160"/>
                  </a:lnTo>
                  <a:lnTo>
                    <a:pt x="111029" y="122592"/>
                  </a:lnTo>
                  <a:lnTo>
                    <a:pt x="111029" y="143024"/>
                  </a:lnTo>
                  <a:lnTo>
                    <a:pt x="111029" y="163456"/>
                  </a:lnTo>
                  <a:lnTo>
                    <a:pt x="111029" y="183888"/>
                  </a:lnTo>
                  <a:lnTo>
                    <a:pt x="111029" y="204321"/>
                  </a:lnTo>
                  <a:lnTo>
                    <a:pt x="111029" y="224753"/>
                  </a:lnTo>
                  <a:lnTo>
                    <a:pt x="111029" y="245185"/>
                  </a:lnTo>
                  <a:lnTo>
                    <a:pt x="111029" y="265617"/>
                  </a:lnTo>
                  <a:lnTo>
                    <a:pt x="111029" y="286049"/>
                  </a:lnTo>
                  <a:lnTo>
                    <a:pt x="111029" y="306481"/>
                  </a:lnTo>
                  <a:lnTo>
                    <a:pt x="111029" y="326913"/>
                  </a:lnTo>
                  <a:lnTo>
                    <a:pt x="111029" y="347345"/>
                  </a:lnTo>
                  <a:lnTo>
                    <a:pt x="111029" y="367777"/>
                  </a:lnTo>
                  <a:lnTo>
                    <a:pt x="111029" y="388210"/>
                  </a:lnTo>
                  <a:lnTo>
                    <a:pt x="111029" y="408642"/>
                  </a:lnTo>
                  <a:lnTo>
                    <a:pt x="111029" y="429074"/>
                  </a:lnTo>
                  <a:lnTo>
                    <a:pt x="111029" y="449506"/>
                  </a:lnTo>
                  <a:lnTo>
                    <a:pt x="111029" y="469938"/>
                  </a:lnTo>
                  <a:lnTo>
                    <a:pt x="111029" y="490370"/>
                  </a:lnTo>
                  <a:lnTo>
                    <a:pt x="111029" y="510802"/>
                  </a:lnTo>
                  <a:lnTo>
                    <a:pt x="111029" y="531234"/>
                  </a:lnTo>
                  <a:lnTo>
                    <a:pt x="111029" y="551666"/>
                  </a:lnTo>
                  <a:lnTo>
                    <a:pt x="111029" y="572099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tx6"/>
            <p:cNvSpPr/>
            <p:nvPr/>
          </p:nvSpPr>
          <p:spPr>
            <a:xfrm>
              <a:off x="8723304" y="3616445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97%</a:t>
              </a:r>
            </a:p>
          </p:txBody>
        </p:sp>
      </p:grpSp>
      <p:sp>
        <p:nvSpPr>
          <p:cNvPr id="20" name=""/>
          <p:cNvSpPr>
            <a:spLocks noGrp="1"/>
          </p:cNvSpPr>
          <p:nvPr>
            </p:nvPr>
        </p:nvSpPr>
        <p:spPr>
          <a:xfrm>
            <a:off x="8524039" y="235566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419338" y="463600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529066" y="457200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034526" y="463600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144254" y="457200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p_slide_2_graficos: p_pie x2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336292" y="2651760"/>
            <a:ext cx="1481328" cy="148132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336292" y="246888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círculo, d = 4.11 cm, 4.11 x 4.11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567178" y="457200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567178" y="43891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188452" y="2651760"/>
            <a:ext cx="1481328" cy="148132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188452" y="246888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círculo, d = 4.11 cm, 4.11 x 4.11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419338" y="457200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8419338" y="43891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011680"/>
            <a:ext cx="7680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socioemocional (bienestar estudiantil).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780276" y="26517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3444240"/>
            <a:ext cx="146304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860804" y="3305556"/>
            <a:ext cx="112105" cy="56692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969252" y="3305556"/>
            <a:ext cx="1684599" cy="56692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969252" y="3451860"/>
            <a:ext cx="168094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650193" y="3305556"/>
            <a:ext cx="2389510" cy="56692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650193" y="3451860"/>
            <a:ext cx="23858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036046" y="3305556"/>
            <a:ext cx="1247150" cy="56692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036046" y="3451860"/>
            <a:ext cx="124715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909542" y="32415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622420" y="30129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283196" y="345186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4587240"/>
            <a:ext cx="146304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860804" y="4448556"/>
            <a:ext cx="167973" cy="56692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025119" y="4448556"/>
            <a:ext cx="332287" cy="56692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869394" y="45948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353749" y="4448556"/>
            <a:ext cx="2468381" cy="56692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353749" y="4594860"/>
            <a:ext cx="24647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818472" y="4448556"/>
            <a:ext cx="1756350" cy="56692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818472" y="4594860"/>
            <a:ext cx="17526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571165" y="4448556"/>
            <a:ext cx="712031" cy="56692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571165" y="4594860"/>
            <a:ext cx="71203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937475" y="43845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650353" y="41559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83196" y="459486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550468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97764" y="5440680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542159" y="550468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651887" y="5440680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008882" y="550468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118610" y="5440680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234305" y="550468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344033" y="5440680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234428" y="550468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344156" y="5440680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517636" y="2697480"/>
            <a:ext cx="45720" cy="237744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718804" y="2651760"/>
            <a:ext cx="3184855" cy="2560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 de los docentes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 de los estudiantes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está de acuerdo o totalmente de acuerdo con que la Unidad cuenta con servicios de tutoría socioemocional.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Uno de cada 8 estudiantes no tiene información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sobre el servicio.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 y 172 estudiantes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p_slide_1_grafico_narrativo: p_barras_multiapiladas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860804" y="2971800"/>
            <a:ext cx="5422392" cy="2286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860804" y="2788920"/>
            <a:ext cx="542239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1.57 cm, 15.06 x 6.35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8036" y="5440680"/>
            <a:ext cx="768096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5257800"/>
            <a:ext cx="76809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21.34 x 0.76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718804" y="2651760"/>
            <a:ext cx="3184855" cy="2560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718804" y="2468880"/>
            <a:ext cx="318485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8.85 x 7.11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DISPOSICIONES CON DOS GRÁFICOS Y CON TEXTO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 LA MISIÓN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56794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723644" y="2487168"/>
            <a:ext cx="4064389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723644" y="2560320"/>
            <a:ext cx="4060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784376" y="2487168"/>
            <a:ext cx="82872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820325" y="24231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757520" y="2414016"/>
            <a:ext cx="6829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464912" y="21945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339090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723644" y="3310128"/>
            <a:ext cx="3194232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723644" y="3383280"/>
            <a:ext cx="319057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914219" y="3310128"/>
            <a:ext cx="953029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4219" y="3383280"/>
            <a:ext cx="95302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421386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723644" y="4133088"/>
            <a:ext cx="3235668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723644" y="4206240"/>
            <a:ext cx="323201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955655" y="4133088"/>
            <a:ext cx="911593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55655" y="4206240"/>
            <a:ext cx="91159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953000"/>
            <a:ext cx="132588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723644" y="4956048"/>
            <a:ext cx="3857209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723644" y="5029200"/>
            <a:ext cx="385355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577195" y="4956048"/>
            <a:ext cx="290052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716735" y="48920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429613" y="46634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 la misión y los propósitos de la PUCP?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324448" y="256794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60056" y="2487168"/>
            <a:ext cx="3815773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760056" y="2560320"/>
            <a:ext cx="381211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572171" y="2487168"/>
            <a:ext cx="331488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417875" y="25603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324448" y="339090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760056" y="3310128"/>
            <a:ext cx="3318540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60056" y="3383280"/>
            <a:ext cx="33148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1074938" y="3310128"/>
            <a:ext cx="828721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074938" y="3383280"/>
            <a:ext cx="82872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324448" y="421386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760056" y="4133088"/>
            <a:ext cx="3359977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760056" y="4206240"/>
            <a:ext cx="335631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116375" y="4133088"/>
            <a:ext cx="787285" cy="42062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1116375" y="4206240"/>
            <a:ext cx="7872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324448" y="4953000"/>
            <a:ext cx="132588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760056" y="4956048"/>
            <a:ext cx="4147261" cy="42062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60056" y="5029200"/>
            <a:ext cx="41436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095848" y="1508760"/>
            <a:ext cx="7315" cy="436168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586070" y="5897880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695798" y="5833872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201258" y="5897880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310986" y="5833872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p_slide_2_graficos: p_barras_multiapiladas x2 (dicotómica)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723644" y="2240280"/>
            <a:ext cx="4143604" cy="32918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723644" y="2057400"/>
            <a:ext cx="414360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1.17 cm, 11.51 x 9.14 cm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760056" y="2240280"/>
            <a:ext cx="4143604" cy="32918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7760056" y="2057400"/>
            <a:ext cx="414360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1.17 cm, 11.51 x 9.14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586070" y="5833872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586070" y="5650992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45720" cy="59436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89204" y="1463040"/>
            <a:ext cx="11414455" cy="6858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 de los titulados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obtuvo su título en 2025, y el tramo de sueldo más frecuente es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 (43%)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4231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 universitario?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315468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220724" y="3163824"/>
            <a:ext cx="25217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509476" y="31546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70332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220724" y="3712464"/>
            <a:ext cx="25217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509476" y="37033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425196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220724" y="4261104"/>
            <a:ext cx="88261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139917" y="4251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480060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220724" y="4809744"/>
            <a:ext cx="35935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850810" y="48006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5349240"/>
            <a:ext cx="8229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220724" y="5358384"/>
            <a:ext cx="132392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581225" y="53492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24231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31165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628736" y="3118104"/>
            <a:ext cx="22036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885671" y="3108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35737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628736" y="3575304"/>
            <a:ext cx="236886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034179" y="35661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324448" y="40309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628736" y="4032504"/>
            <a:ext cx="154251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207830" y="40233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324448" y="44881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8628736" y="4489704"/>
            <a:ext cx="99161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656931" y="4480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324448" y="49453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628736" y="4946904"/>
            <a:ext cx="27545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940761" y="4937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324448" y="5402580"/>
            <a:ext cx="219456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628736" y="5404104"/>
            <a:ext cx="11018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775491" y="5394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095848" y="2423160"/>
            <a:ext cx="7315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56 egresados que tienen título (año de titulación) y 167 que respondieron el sueldo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p_slide_2_graficos_narrativo: p_barras_agrupadas x2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1463040"/>
            <a:ext cx="11615623" cy="6858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128016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32.27 x 1.91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220724" y="3017520"/>
            <a:ext cx="4024732" cy="2743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220724" y="2834640"/>
            <a:ext cx="40247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11.18 x 7.62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628736" y="3017520"/>
            <a:ext cx="2653132" cy="2743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628736" y="2834640"/>
            <a:ext cx="26531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7.37 x 7.62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963156" y="155448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263140"/>
            <a:ext cx="18288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226564" y="2180844"/>
            <a:ext cx="1248690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226564" y="2263140"/>
            <a:ext cx="124503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471597" y="2180844"/>
            <a:ext cx="3894384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471597" y="2263140"/>
            <a:ext cx="38907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362323" y="2180844"/>
            <a:ext cx="103753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408713" y="21168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356348" y="2107692"/>
            <a:ext cx="5785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063740" y="18882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466076" y="226314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3223260"/>
            <a:ext cx="18288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226564" y="3140964"/>
            <a:ext cx="1313536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226564" y="3223260"/>
            <a:ext cx="13098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536442" y="3140964"/>
            <a:ext cx="3723711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536442" y="3223260"/>
            <a:ext cx="372005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56496" y="3140964"/>
            <a:ext cx="209580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355799" y="307695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063740" y="284835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466076" y="322326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091940"/>
            <a:ext cx="182880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226564" y="4101084"/>
            <a:ext cx="1627906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226564" y="4183380"/>
            <a:ext cx="162424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850813" y="4101084"/>
            <a:ext cx="3199760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850813" y="4183380"/>
            <a:ext cx="319610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046915" y="4101084"/>
            <a:ext cx="419161" cy="438912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936456" y="41833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466076" y="418338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5143500"/>
            <a:ext cx="18288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en equipo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226564" y="5061204"/>
            <a:ext cx="108448" cy="438912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331354" y="5061204"/>
            <a:ext cx="1732697" cy="438912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331354" y="5143500"/>
            <a:ext cx="172903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060393" y="5061204"/>
            <a:ext cx="3409340" cy="438912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060393" y="5143500"/>
            <a:ext cx="34056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273473" y="499719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986351" y="476859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466076" y="514350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591616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97764" y="5852160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587879" y="591616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697607" y="5852160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100322" y="591616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210050" y="5852160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371465" y="591616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481193" y="5852160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417308" y="591616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527036" y="5852160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8732520" y="2286000"/>
            <a:ext cx="45720" cy="3017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933688" y="2240280"/>
            <a:ext cx="2953512" cy="3108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docentes valoran todas las competencias por encima de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La más alta es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(99%)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La más baja,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(92%).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p_slide_grafico_texto_derecha: p_barras_multiapiladas (modo var)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226564" y="1874520"/>
            <a:ext cx="5239512" cy="3840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226564" y="1691640"/>
            <a:ext cx="523951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1.22 cm, 14.55 x 10.67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288036" y="5852160"/>
            <a:ext cx="786384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8036" y="5669280"/>
            <a:ext cx="78638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21.84 x 0.76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8732520" y="2240280"/>
            <a:ext cx="3154680" cy="31089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732520" y="2057400"/>
            <a:ext cx="31546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8.76 x 8.64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20240"/>
            <a:ext cx="45720" cy="3017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89204" y="1874520"/>
            <a:ext cx="2953512" cy="3108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muestra se reparte entre los seis ciclos. El de mayor presencia es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 (21%)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, y ningún ciclo baja de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160520" y="1600200"/>
            <a:ext cx="7680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¿Qué ciclo de la carrera está cursando actualmente?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160520" y="2386584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916168" y="2395728"/>
            <a:ext cx="29313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884111" y="238658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160520" y="295351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916168" y="2962656"/>
            <a:ext cx="24803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433132" y="29535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160520" y="352044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916168" y="3529584"/>
            <a:ext cx="450979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462540" y="35204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160520" y="4087368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916168" y="4096512"/>
            <a:ext cx="428430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237050" y="40873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160520" y="4654296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916168" y="4663440"/>
            <a:ext cx="473528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688030" y="4654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60520" y="5221224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916168" y="5230368"/>
            <a:ext cx="383332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786071" y="52212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p_slide_grafico_texto_izquierda: p_barras_agrupadas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1874520"/>
            <a:ext cx="3154680" cy="31089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1691640"/>
            <a:ext cx="31546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8.76 x 8.64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916168" y="2240280"/>
            <a:ext cx="5303520" cy="34015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916168" y="2057400"/>
            <a:ext cx="53035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14.73 x 9.45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20240"/>
            <a:ext cx="45720" cy="32004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89204" y="1874520"/>
            <a:ext cx="2953512" cy="32918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estudiantado se reparte casi por igual entre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(52%)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(48%)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tiene entre 19 y 25 años.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160520" y="1554480"/>
            <a:ext cx="774313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160520" y="21945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916168" y="2212848"/>
            <a:ext cx="4790803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0743547" y="2194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160520" y="26517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916168" y="2670048"/>
            <a:ext cx="442228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375024" y="2651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160520" y="3227832"/>
            <a:ext cx="774313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160520" y="3831336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916168" y="3840480"/>
            <a:ext cx="438307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335819" y="38313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160520" y="4270248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916168" y="4279392"/>
            <a:ext cx="47908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743547" y="427024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160520" y="4709160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916168" y="4718304"/>
            <a:ext cx="8154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768200" y="47091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60520" y="5148072"/>
            <a:ext cx="16459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916168" y="5157216"/>
            <a:ext cx="20386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56608" y="51480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160520" y="2990088"/>
            <a:ext cx="7743139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p_slide_2_graficos_texto_izquierda: p_barras_agrupadas x2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1874520"/>
            <a:ext cx="3154680" cy="32918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1691640"/>
            <a:ext cx="31546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8.76 x 9.14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916168" y="2103120"/>
            <a:ext cx="5365699" cy="9144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916168" y="1920240"/>
            <a:ext cx="536569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14.90 x 2.54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916168" y="3749040"/>
            <a:ext cx="5365699" cy="175564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916168" y="3566160"/>
            <a:ext cx="536569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14.90 x 4.88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54480"/>
            <a:ext cx="7863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Actualmente, ¿está usted trabajando? (considere por trabajo cualquier actividad remunerada de por lo menos medio tiempo de dedicación)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70510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723644" y="2633472"/>
            <a:ext cx="6303325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723644" y="2697480"/>
            <a:ext cx="62996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023311" y="2633472"/>
            <a:ext cx="128565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082107" y="25694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042148" y="2560320"/>
            <a:ext cx="4544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749540" y="23408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3474720"/>
            <a:ext cx="7863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¿El trabajo que usted realiza actualmente y por el cual recibe una remuneración se encuentra relacionado con el quehacer contable?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4625340"/>
            <a:ext cx="13258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723644" y="4553712"/>
            <a:ext cx="6239043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723644" y="4617720"/>
            <a:ext cx="62353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959029" y="4553712"/>
            <a:ext cx="192847" cy="40233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049966" y="44897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042148" y="4480560"/>
            <a:ext cx="13305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749540" y="42611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710178" y="545896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819906" y="539496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325366" y="545896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435094" y="539496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732520" y="1920240"/>
            <a:ext cx="45720" cy="301752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933688" y="1874520"/>
            <a:ext cx="2953512" cy="3108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de los egresados trabaja actualmente y, de ellos, el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lo hace en un puesto relacionado con la contabilidad.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176 y 172 egresados que respondieron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p_slide_2_graficos_texto_derecha: p_barras_multiapiladas x2 (dicotómica)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723644" y="2423160"/>
            <a:ext cx="6428232" cy="7315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723644" y="2240280"/>
            <a:ext cx="64282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1.12 cm, 17.86 x 2.03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723644" y="4343400"/>
            <a:ext cx="6428232" cy="7315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723644" y="4160520"/>
            <a:ext cx="64282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1.12 cm, 17.86 x 2.03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710178" y="539496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710178" y="521208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732520" y="1874520"/>
            <a:ext cx="3154680" cy="31089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8732520" y="1691640"/>
            <a:ext cx="31546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8.76 x 8.64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TUTORÍA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78308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48484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860804" y="2313432"/>
            <a:ext cx="190799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047945" y="2313432"/>
            <a:ext cx="2717204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047945" y="2340864"/>
            <a:ext cx="27135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761491" y="2313432"/>
            <a:ext cx="5056467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761491" y="2340864"/>
            <a:ext cx="50528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814301" y="2313432"/>
            <a:ext cx="1403558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301" y="2340864"/>
            <a:ext cx="14035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948888" y="22494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661767" y="20208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1217859" y="2340864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006852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860804" y="2971800"/>
            <a:ext cx="565081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21476" y="299923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422227" y="2971800"/>
            <a:ext cx="1687928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22227" y="2999232"/>
            <a:ext cx="168427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06497" y="2971800"/>
            <a:ext cx="3185056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06497" y="2999232"/>
            <a:ext cx="31813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287896" y="2971800"/>
            <a:ext cx="1781498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87896" y="2999232"/>
            <a:ext cx="17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065737" y="2971800"/>
            <a:ext cx="2152123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065737" y="2999232"/>
            <a:ext cx="2152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217859" y="299923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352044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socioemocional (bienestar estudiantil).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714939" y="384048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405884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860804" y="4370832"/>
            <a:ext cx="190799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047945" y="4370832"/>
            <a:ext cx="2904345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047945" y="4398264"/>
            <a:ext cx="290068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48632" y="4370832"/>
            <a:ext cx="4120762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948632" y="4398264"/>
            <a:ext cx="41171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065737" y="4370832"/>
            <a:ext cx="2152123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065737" y="4398264"/>
            <a:ext cx="2152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948888" y="43068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661767" y="40782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217859" y="4398264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5064252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860804" y="5029200"/>
            <a:ext cx="287205" cy="329184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144351" y="5029200"/>
            <a:ext cx="570752" cy="329184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107858" y="505663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711445" y="5029200"/>
            <a:ext cx="4256865" cy="329184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711445" y="5056632"/>
            <a:ext cx="425320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964652" y="5029200"/>
            <a:ext cx="3028160" cy="329184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964652" y="5056632"/>
            <a:ext cx="302450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989155" y="5029200"/>
            <a:ext cx="1228704" cy="329184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989155" y="5056632"/>
            <a:ext cx="1228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997091" y="49651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709970" y="47365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217859" y="505663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129638" y="568756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239366" y="5623560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446626" y="568756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556354" y="5623560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976214" y="568756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6085942" y="5623560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264502" y="568756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7374230" y="5623560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327490" y="568756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437218" y="5623560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 y 172 estudiantes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p_slide_2_graficos_vertical: p_barras_multiapiladas x2 (var_cruce)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860804" y="2103120"/>
            <a:ext cx="9357055" cy="131673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860804" y="1920240"/>
            <a:ext cx="935705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0.91 cm, 25.99 x 3.66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860804" y="4160520"/>
            <a:ext cx="9357055" cy="131673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860804" y="3977640"/>
            <a:ext cx="935705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0.91 cm, 25.99 x 3.66 cm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129638" y="5623560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129638" y="5440680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7680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Valoración del cuerpo académico, estudiantes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780276" y="17373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283714"/>
            <a:ext cx="3108960" cy="5715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mecanismos periódicos de evaluación docente (encuestas) para valorar la calidad del desempeño docente.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506724" y="2386584"/>
            <a:ext cx="79950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583016" y="2386584"/>
            <a:ext cx="41804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21163" y="2386584"/>
            <a:ext cx="1567651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621163" y="2432304"/>
            <a:ext cx="156399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185156" y="2386584"/>
            <a:ext cx="2025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185156" y="2432304"/>
            <a:ext cx="20217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06904" y="2386584"/>
            <a:ext cx="76292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539384" y="232257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252262" y="209397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596603" y="232257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602089" y="2313432"/>
            <a:ext cx="363405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672886" y="209397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9563" y="232257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173468" y="2313432"/>
            <a:ext cx="7158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880860" y="209397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283196" y="2432304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296412"/>
            <a:ext cx="3108960" cy="4114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la calidad de enseñanza de los docentes de la carrera.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506724" y="3319272"/>
            <a:ext cx="77706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580772" y="3319272"/>
            <a:ext cx="299851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876966" y="3319272"/>
            <a:ext cx="2151063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876966" y="3364992"/>
            <a:ext cx="21474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24372" y="3319272"/>
            <a:ext cx="1225457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024372" y="3364992"/>
            <a:ext cx="1221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246172" y="3319272"/>
            <a:ext cx="37024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538262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251140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723383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728869" y="3246120"/>
            <a:ext cx="23550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671764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259197" y="32552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173468" y="3246120"/>
            <a:ext cx="9121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880860" y="30266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283196" y="336499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069080"/>
            <a:ext cx="3108960" cy="7315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evaluaciones de los estudiantes a los docentes (encuestas) son útiles y contemplan los aspectos centrales de la labor docente.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506724" y="4251960"/>
            <a:ext cx="78439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581506" y="4251960"/>
            <a:ext cx="639301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579288" y="429768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217149" y="4251960"/>
            <a:ext cx="13497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217149" y="4297680"/>
            <a:ext cx="134606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563219" y="4251960"/>
            <a:ext cx="1536681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63219" y="4297680"/>
            <a:ext cx="15330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096242" y="4251960"/>
            <a:ext cx="186954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538628" y="41879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251507" y="39593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184233" y="41879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173468" y="4178808"/>
            <a:ext cx="16251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880860" y="39593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283196" y="429768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5161788"/>
            <a:ext cx="3108960" cy="4114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cantidad de docentes en la carrera es suficiente.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506724" y="5184648"/>
            <a:ext cx="456834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413272" y="52303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959901" y="5184648"/>
            <a:ext cx="985540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959901" y="5230368"/>
            <a:ext cx="9818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941783" y="5184648"/>
            <a:ext cx="1665305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941783" y="5230368"/>
            <a:ext cx="16616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603431" y="5184648"/>
            <a:ext cx="645658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6603431" y="5230368"/>
            <a:ext cx="6420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245431" y="5184648"/>
            <a:ext cx="37765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258827" y="51206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173468" y="5111496"/>
            <a:ext cx="9084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880860" y="48920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7283196" y="5230368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598932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397764" y="592531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542159" y="598932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651887" y="592531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4008882" y="598932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118610" y="592531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234305" y="598932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5344033" y="592531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7234428" y="598932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7344156" y="592531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8549640" y="1463040"/>
            <a:ext cx="335401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Box, de mayor a menor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8686800" y="2560320"/>
            <a:ext cx="237919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10974556" y="2478024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1194012" y="2432304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8686800" y="3493008"/>
            <a:ext cx="2303264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10898624" y="3410712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11118080" y="3364992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8686800" y="4425696"/>
            <a:ext cx="194891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0544276" y="4343400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763732" y="4297680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8686800" y="5358384"/>
            <a:ext cx="154394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0139306" y="5276088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0358762" y="523036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8686800" y="2057400"/>
            <a:ext cx="7315" cy="373075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p_slide_2_graficos_asimetrico: p_barras_multiapiladas (principal) + p_lollipop (apoyo)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3506724" y="2057400"/>
            <a:ext cx="3776472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3506724" y="1874520"/>
            <a:ext cx="377647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1.02 cm, 10.49 x 10.36 cm</a:t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288036" y="5925312"/>
            <a:ext cx="768096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288036" y="5742432"/>
            <a:ext cx="76809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21.34 x 0.76 cm</a:t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8549640" y="2057400"/>
            <a:ext cx="3354019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8549640" y="1874520"/>
            <a:ext cx="335401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apoyo: ranking alineado a las filas, 9.32 x 10.36 cm</a:t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TITULACIÓN E INGRESOS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99360"/>
            <a:ext cx="10972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495044" y="2400300"/>
            <a:ext cx="1359041" cy="45720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495044" y="2491740"/>
            <a:ext cx="135538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50427" y="2400300"/>
            <a:ext cx="3016820" cy="45720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50427" y="2491740"/>
            <a:ext cx="30168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162224" y="308152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271952" y="301752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777412" y="308152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887140" y="301752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474720"/>
            <a:ext cx="55792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365760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 universitario?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4233672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495044" y="4242816"/>
            <a:ext cx="2349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766608" y="42336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562856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495044" y="4572000"/>
            <a:ext cx="2349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766608" y="456285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892040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495044" y="4901184"/>
            <a:ext cx="82245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354079" y="48920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5221224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495044" y="5230368"/>
            <a:ext cx="33485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880202" y="52212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5550408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495044" y="5559552"/>
            <a:ext cx="123368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765308" y="55504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324448" y="2368296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720176" y="2377440"/>
            <a:ext cx="21276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969517" y="2368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324448" y="2990088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720176" y="2999232"/>
            <a:ext cx="228722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043976" y="299008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324448" y="3611880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720176" y="3621024"/>
            <a:ext cx="14893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246107" y="36118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24448" y="4233672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720176" y="4242816"/>
            <a:ext cx="95744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714194" y="42336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24448" y="4855464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720176" y="4864608"/>
            <a:ext cx="2659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022708" y="48554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24448" y="5477256"/>
            <a:ext cx="22860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720176" y="5486400"/>
            <a:ext cx="10638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863134" y="547725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egresados. Año de titulación, 56 que tienen título. Sueldo, 167 que respondieron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p_slide_3_graficos_2mas1: p_barras_multiapiladas (dicotómica) + p_barras_agrupadas x2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495044" y="2194560"/>
            <a:ext cx="4372204" cy="7772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495044" y="2011680"/>
            <a:ext cx="437220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1.27 cm, 12.15 x 2.16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162224" y="301752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162224" y="283464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495044" y="4206240"/>
            <a:ext cx="3750412" cy="16459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495044" y="4023360"/>
            <a:ext cx="375041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10.42 x 4.57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8720176" y="2194560"/>
            <a:ext cx="2561692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720176" y="2011680"/>
            <a:ext cx="256169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7.12 x 10.36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académico al que pertenece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46020"/>
            <a:ext cx="23774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Ciencias Contables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775204" y="2546604"/>
            <a:ext cx="22055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017362" y="25374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406140"/>
            <a:ext cx="23774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Derecho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775204" y="341528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912034" y="34061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4274820"/>
            <a:ext cx="23774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Economía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775204" y="428396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912034" y="42748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5143500"/>
            <a:ext cx="23774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 (especifique)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775204" y="515264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912034" y="51435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324448" y="214884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897216" y="2167128"/>
            <a:ext cx="302201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955802" y="21488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260604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897216" y="2624328"/>
            <a:ext cx="177483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708623" y="26060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4448" y="3200400"/>
            <a:ext cx="55792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338328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324448" y="40233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897216" y="4032504"/>
            <a:ext cx="30220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955802" y="40233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324448" y="44805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897216" y="4489704"/>
            <a:ext cx="157968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513479" y="4480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324448" y="49377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897216" y="4946904"/>
            <a:ext cx="8928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826658" y="49377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324448" y="539496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897216" y="5404104"/>
            <a:ext cx="130495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238751" y="5394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p_slide_3_graficos_1mas2: p_barras_agrupadas x3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775204" y="2240280"/>
            <a:ext cx="2470252" cy="34747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775204" y="2057400"/>
            <a:ext cx="24702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6.86 x 9.65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897216" y="2057400"/>
            <a:ext cx="3384652" cy="9144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7897216" y="1874520"/>
            <a:ext cx="33846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9.40 x 2.54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897216" y="3931920"/>
            <a:ext cx="3384652" cy="18288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897216" y="3749040"/>
            <a:ext cx="33846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9.40 x 5.08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Y MISIÓN INSTITUCIONAL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académica.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7373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275332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860804" y="2267712"/>
            <a:ext cx="190799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047945" y="2267712"/>
            <a:ext cx="2717204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047945" y="2267712"/>
            <a:ext cx="27135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761491" y="2267712"/>
            <a:ext cx="5056467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761491" y="2267712"/>
            <a:ext cx="50528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814301" y="2267712"/>
            <a:ext cx="1403558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301" y="2267712"/>
            <a:ext cx="14035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948888" y="22037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661767" y="19751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1217859" y="2267712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2878836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860804" y="2871216"/>
            <a:ext cx="565081" cy="27432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21476" y="287121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422227" y="2871216"/>
            <a:ext cx="1687928" cy="27432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22227" y="2871216"/>
            <a:ext cx="168427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106497" y="2871216"/>
            <a:ext cx="3185056" cy="27432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06497" y="2871216"/>
            <a:ext cx="31813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287896" y="2871216"/>
            <a:ext cx="1781498" cy="27432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87896" y="2871216"/>
            <a:ext cx="1777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065737" y="2871216"/>
            <a:ext cx="2152123" cy="27432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065737" y="2871216"/>
            <a:ext cx="2152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217859" y="2871216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129638" y="335584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239366" y="3291840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446626" y="335584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556354" y="3291840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976214" y="335584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5942" y="3291840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64502" y="335584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374230" y="3291840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327490" y="335584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437218" y="3291840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70332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384048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44462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586484" y="4471416"/>
            <a:ext cx="419880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586484" y="4434840"/>
            <a:ext cx="41951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781632" y="4471416"/>
            <a:ext cx="85615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818954" y="44074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757520" y="4398264"/>
            <a:ext cx="66920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464912" y="41788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9034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586484" y="4928616"/>
            <a:ext cx="329984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586484" y="4892040"/>
            <a:ext cx="32961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882672" y="4928616"/>
            <a:ext cx="984576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882672" y="4892040"/>
            <a:ext cx="9845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53606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586484" y="5385816"/>
            <a:ext cx="3342653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586484" y="5349240"/>
            <a:ext cx="33389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925480" y="5385816"/>
            <a:ext cx="941768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925480" y="5349240"/>
            <a:ext cx="9417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324448" y="384048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 la misión y los propósitos de la PUCP?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6324448" y="44462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622896" y="4434840"/>
            <a:ext cx="3941960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622896" y="4434840"/>
            <a:ext cx="393830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1561198" y="4434840"/>
            <a:ext cx="342461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412389" y="443484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6324448" y="49034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622896" y="4892040"/>
            <a:ext cx="3428268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622896" y="4892040"/>
            <a:ext cx="342461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1047506" y="4892040"/>
            <a:ext cx="856153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1047506" y="4892040"/>
            <a:ext cx="85615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324448" y="5360670"/>
            <a:ext cx="11887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7622896" y="5349240"/>
            <a:ext cx="3471076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622896" y="5349240"/>
            <a:ext cx="346741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1090314" y="5349240"/>
            <a:ext cx="813345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1090314" y="5349240"/>
            <a:ext cx="81334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586070" y="616305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695798" y="6099048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6201258" y="6163056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6310986" y="6099048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 y 178 egresados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p_slide_3_graficos_1arriba: p_barras_multiapiladas (var_cruce) + p_barras_multiapiladas x2 (dicotómica)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860804" y="2057400"/>
            <a:ext cx="9357055" cy="1207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860804" y="1874520"/>
            <a:ext cx="935705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0.76 cm, 25.99 x 3.35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2129638" y="3291840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129638" y="3108960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586484" y="4297680"/>
            <a:ext cx="4280764" cy="13716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1586484" y="4114800"/>
            <a:ext cx="428076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0.56 cm, 11.89 x 3.81 cm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7622896" y="4297680"/>
            <a:ext cx="4280764" cy="13716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7622896" y="4114800"/>
            <a:ext cx="428076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0.76 cm, 11.89 x 3.81 cm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5586070" y="6099048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5586070" y="5916168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DOCENTE: FORMACIÓN Y TRAYECTORIA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80390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66544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Bachiller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860804" y="2084832"/>
            <a:ext cx="78655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683931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50592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860804" y="2468880"/>
            <a:ext cx="302201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919390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34640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860804" y="2852928"/>
            <a:ext cx="331179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228559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4448" y="1990344"/>
            <a:ext cx="237744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Ciencias Contables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811616" y="2075688"/>
            <a:ext cx="22055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053773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2458212"/>
            <a:ext cx="23774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Derecho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811616" y="2459736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948445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2842260"/>
            <a:ext cx="23774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de Economía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811616" y="2843784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948445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3226308"/>
            <a:ext cx="23774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 (especifique)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811616" y="3227832"/>
            <a:ext cx="10025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948445" y="321868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4544568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860804" y="4553712"/>
            <a:ext cx="30220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19390" y="45445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928616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860804" y="4937760"/>
            <a:ext cx="157968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477067" y="492861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5312664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860804" y="5321808"/>
            <a:ext cx="8928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790247" y="53126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5696712"/>
            <a:ext cx="1463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860804" y="5705856"/>
            <a:ext cx="130495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202339" y="56967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24448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4448" y="4748784"/>
            <a:ext cx="10972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531456" y="4700016"/>
            <a:ext cx="4288417" cy="35661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531456" y="4741164"/>
            <a:ext cx="42847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1816215" y="4700016"/>
            <a:ext cx="87444" cy="356616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1854451" y="46360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793931" y="4626864"/>
            <a:ext cx="6600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1501323" y="44074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198635" y="5285232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308363" y="5221224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813823" y="5285232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923551" y="5221224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p_slide_4_graficos: p_barras_agrupadas x3 + p_barras_multiapiladas (dicotómica)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860804" y="2011680"/>
            <a:ext cx="3384652" cy="115214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860804" y="1828800"/>
            <a:ext cx="33846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9.40 x 3.20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811616" y="2011680"/>
            <a:ext cx="2470252" cy="153619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8811616" y="1828800"/>
            <a:ext cx="24702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6.86 x 4.27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860804" y="4489704"/>
            <a:ext cx="3384652" cy="153619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860804" y="4306824"/>
            <a:ext cx="33846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9.40 x 4.27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531456" y="4489704"/>
            <a:ext cx="4372204" cy="6858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531456" y="4306824"/>
            <a:ext cx="437220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0.99 cm, 12.15 x 1.91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198635" y="5221224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198635" y="5038344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LÁMINAS DE POBLACIÓN Y DE CIFRAS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148840"/>
            <a:ext cx="49848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926080"/>
            <a:ext cx="1463040" cy="4292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809848" y="2926080"/>
            <a:ext cx="1463040" cy="4292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3338830"/>
            <a:ext cx="2492426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(89)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780462" y="3338830"/>
            <a:ext cx="2492426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(83)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159" y="3631438"/>
            <a:ext cx="2392729" cy="45720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631438"/>
            <a:ext cx="2595780" cy="45720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478628" y="3223260"/>
            <a:ext cx="1234440" cy="12344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799582" y="3544214"/>
            <a:ext cx="592531" cy="592531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6918808" y="2148840"/>
            <a:ext cx="49848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918808" y="2980944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8765896" y="2990088"/>
            <a:ext cx="205522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857692" y="29809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918808" y="3730752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765896" y="3739896"/>
            <a:ext cx="2246403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048875" y="37307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918808" y="4480560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765896" y="4489704"/>
            <a:ext cx="382367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184838" y="44805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18808" y="5230368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765896" y="5239512"/>
            <a:ext cx="9559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898063" y="52303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p_slide_2_graficos_poblacion: p_barras_agrupadas x2 + ícono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2926080"/>
            <a:ext cx="4984852" cy="116255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2743200"/>
            <a:ext cx="498485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13.85 x 3.23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765896" y="2743200"/>
            <a:ext cx="2515972" cy="299923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765896" y="2560320"/>
            <a:ext cx="251597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6.99 x 8.33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EGRESADO EN TRES FRANJAS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62356" y="3063240"/>
            <a:ext cx="1371600" cy="137160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918972" y="3419856"/>
            <a:ext cx="658368" cy="658368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/p:nvPr>
        </p:nvSpPr>
        <p:spPr>
          <a:xfrm>
            <a:off x="2482596" y="1508760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323076" y="146304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0440619" y="146304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323076" y="1732915"/>
            <a:ext cx="279029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(79)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113368" y="1732915"/>
            <a:ext cx="279029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(99)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778533" y="2025523"/>
            <a:ext cx="3125127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323076" y="2025523"/>
            <a:ext cx="2459114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482596" y="2770632"/>
            <a:ext cx="942106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482596" y="3044952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23076" y="2999232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40619" y="2999232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3076" y="3269107"/>
            <a:ext cx="279029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(56)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113368" y="3269107"/>
            <a:ext cx="279029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(122)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053057" y="3561715"/>
            <a:ext cx="3850602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3076" y="3561715"/>
            <a:ext cx="173363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82596" y="4306824"/>
            <a:ext cx="942106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482596" y="4581144"/>
            <a:ext cx="35661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¿Está trabajando actualmente?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3076" y="4535424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440619" y="4535424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3076" y="4805299"/>
            <a:ext cx="279029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(172)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113368" y="4805299"/>
            <a:ext cx="279029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(4)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792048" y="5097907"/>
            <a:ext cx="111612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23076" y="5097907"/>
            <a:ext cx="5472629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p_slide_3_graficos_poblacion_tira: p_barras_multiapiladas (dicotómica) x3 + ícono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323076" y="1463040"/>
            <a:ext cx="5580583" cy="855091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323076" y="1280160"/>
            <a:ext cx="558058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15.50 x 2.38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3076" y="2999232"/>
            <a:ext cx="5580583" cy="855091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323076" y="2816352"/>
            <a:ext cx="558058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15.50 x 2.38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23076" y="4535424"/>
            <a:ext cx="5580583" cy="855091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323076" y="4352544"/>
            <a:ext cx="558058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15.50 x 2.38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03120"/>
            <a:ext cx="1463040" cy="330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718408" y="2103120"/>
            <a:ext cx="1463040" cy="330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420620"/>
            <a:ext cx="2446706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(33)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734742" y="2420620"/>
            <a:ext cx="2446706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(19)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370885" y="2713228"/>
            <a:ext cx="1810562" cy="34747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713228"/>
            <a:ext cx="3086507" cy="34747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010248" y="1508760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010248" y="206654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Bachiller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400136" y="2084832"/>
            <a:ext cx="669678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106390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010248" y="245059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400136" y="2468880"/>
            <a:ext cx="2572975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009686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010248" y="2834640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400136" y="2852928"/>
            <a:ext cx="28197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718681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570068" y="2034540"/>
            <a:ext cx="1051560" cy="105156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843473" y="2307946"/>
            <a:ext cx="504749" cy="504749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365760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84048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574036" y="4398264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421124" y="4407408"/>
            <a:ext cx="408459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542292" y="43982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574036" y="4782312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421124" y="4791456"/>
            <a:ext cx="213512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592828" y="47823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574036" y="5166360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421124" y="5175504"/>
            <a:ext cx="12068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664511" y="51663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574036" y="5550408"/>
            <a:ext cx="17373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421124" y="5559552"/>
            <a:ext cx="176380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221501" y="55504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p_slide_3_graficos_poblacion_corona: p_barras_agrupadas x3 + ícono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2103120"/>
            <a:ext cx="4893412" cy="9575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1920240"/>
            <a:ext cx="489341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13.59 x 2.66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8400136" y="2011680"/>
            <a:ext cx="2881732" cy="115214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400136" y="1828800"/>
            <a:ext cx="28817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8.00 x 3.20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421124" y="4343400"/>
            <a:ext cx="4574743" cy="153619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421124" y="4160520"/>
            <a:ext cx="457474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12.71 x 4.27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CIFRA DESTACADA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828800"/>
            <a:ext cx="4023360" cy="210312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99516" y="2240280"/>
            <a:ext cx="320040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99516" y="2807208"/>
            <a:ext cx="32004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encuestados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99516" y="3063240"/>
            <a:ext cx="3200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96 % de los matriculados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624584" y="2386584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624584" y="2404872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860036" y="181965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860036" y="183794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271516" y="182880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271516" y="2103120"/>
            <a:ext cx="663214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pt en negrita. Lleva su unidad cuando no es un conteo: «22 años», «69 %»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729484" y="2807208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729484" y="2825496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860036" y="253288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860036" y="255117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271516" y="2542032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Rótulo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271516" y="2816352"/>
            <a:ext cx="663214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 pt en negrita. Dice qué se contó, en dos a cinco palabras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373884" y="3044952"/>
            <a:ext cx="256032" cy="256032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373884" y="3063240"/>
            <a:ext cx="256032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860036" y="324612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860036" y="326440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271516" y="3255264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Detalle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271516" y="3529584"/>
            <a:ext cx="663214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 pt en gris. El denominador o la referencia que vuelve legible el valor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420624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4389120"/>
            <a:ext cx="11615623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Cuándo se usa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477316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479145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99516" y="4754880"/>
            <a:ext cx="11204143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un dato que el lector debe retener: cuántos respondieron, una tasa, una mediana.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515721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517550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99516" y="5138928"/>
            <a:ext cx="11204143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calcula desde la base, como cualquier gráfico, y nunca se escribe a mano.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554126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555955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99516" y="5522976"/>
            <a:ext cx="11204143" cy="38404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Hasta cuatro por lámina. Si hacen falta más, van a una tabla.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la cifra destacada (cifra) como elemento de lámina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99516" y="2240280"/>
            <a:ext cx="3200400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99516" y="2057400"/>
            <a:ext cx="3200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8.89 x 2.92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1828800"/>
            <a:ext cx="4023360" cy="21031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1645920"/>
            <a:ext cx="40233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anatomía de la cifra, 11.18 x 5.84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DÓNDE VA LA CIFRA DESTACADA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2663876" cy="173736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16052" y="1664208"/>
            <a:ext cx="502920" cy="14630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16052" y="1874520"/>
            <a:ext cx="630913" cy="45720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16052" y="2157984"/>
            <a:ext cx="502920" cy="14630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16052" y="2368296"/>
            <a:ext cx="630913" cy="45720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16052" y="2651760"/>
            <a:ext cx="502920" cy="14630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16052" y="2862072"/>
            <a:ext cx="630913" cy="45720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211557" y="1591056"/>
            <a:ext cx="7315" cy="14813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302997" y="1591056"/>
            <a:ext cx="1520899" cy="148132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16052" y="3291840"/>
            <a:ext cx="722353" cy="731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16052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31090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37149" y="3319272"/>
            <a:ext cx="128016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30 %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302997" y="3291840"/>
            <a:ext cx="1520899" cy="731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302997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16581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302997" y="3319272"/>
            <a:ext cx="1520899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70 %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96596" y="3611880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Columna lateral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96596" y="3904488"/>
            <a:ext cx="2846756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una a tres cifras apiladas junto a los gráficos. Es la disposición del perfil de cada público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271952" y="1463040"/>
            <a:ext cx="2663876" cy="173736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399968" y="1627632"/>
            <a:ext cx="502920" cy="14630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399968" y="1837944"/>
            <a:ext cx="711175" cy="45720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202582" y="1627632"/>
            <a:ext cx="502920" cy="14630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202582" y="1837944"/>
            <a:ext cx="711175" cy="45720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005197" y="1627632"/>
            <a:ext cx="502920" cy="14630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005197" y="1837944"/>
            <a:ext cx="711175" cy="45720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399968" y="1975104"/>
            <a:ext cx="2407844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399968" y="2066544"/>
            <a:ext cx="1149058" cy="100584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658754" y="2066544"/>
            <a:ext cx="1149058" cy="100584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399968" y="3291840"/>
            <a:ext cx="2407844" cy="731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399968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800496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399968" y="3319272"/>
            <a:ext cx="2407844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todo el ancho, un cuarto del alto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80512" y="3611880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Banda superior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180512" y="3904488"/>
            <a:ext cx="2846756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o cuatro cifras a lo ancho, sobre dos gráficos. Abre un capítulo o resume el estudio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255868" y="1463040"/>
            <a:ext cx="2663876" cy="173736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383884" y="1591056"/>
            <a:ext cx="753847" cy="6949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210882" y="1591056"/>
            <a:ext cx="753847" cy="6949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037881" y="1591056"/>
            <a:ext cx="753847" cy="694944"/>
          </a:xfrm>
          <a:prstGeom prst="rect">
            <a:avLst/>
          </a:prstGeom>
          <a:solidFill>
            <a:srgbClr val="F2F2F2">
              <a:alpha val="100000"/>
            </a:srgbClr>
          </a:solidFill>
          <a:ln w="31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111033" y="1810512"/>
            <a:ext cx="502920" cy="14630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111033" y="2020824"/>
            <a:ext cx="607543" cy="45720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83884" y="2377440"/>
            <a:ext cx="753847" cy="6949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210882" y="2377440"/>
            <a:ext cx="753847" cy="6949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037881" y="2377440"/>
            <a:ext cx="753847" cy="694944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8037881" y="3291840"/>
            <a:ext cx="753847" cy="731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037881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784412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774724" y="3319272"/>
            <a:ext cx="128016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recuadro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164428" y="3611880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lugar de un gráfico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64428" y="3904488"/>
            <a:ext cx="2846756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Ocupa un recuadro de la grilla cuando un panel se resume en un solo número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239783" y="1463040"/>
            <a:ext cx="2663876" cy="173736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367799" y="2057400"/>
            <a:ext cx="82296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367799" y="2423160"/>
            <a:ext cx="914400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0608297" y="1591056"/>
            <a:ext cx="7315" cy="14813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699737" y="1591056"/>
            <a:ext cx="1075906" cy="148132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367799" y="3291840"/>
            <a:ext cx="1203922" cy="731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367799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564406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329680" y="3319272"/>
            <a:ext cx="128016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50 %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699737" y="3291840"/>
            <a:ext cx="1075906" cy="731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699737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1768328" y="3255264"/>
            <a:ext cx="7315" cy="80467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0597610" y="3319272"/>
            <a:ext cx="128016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50 %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148343" y="3611880"/>
            <a:ext cx="284675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Mitad y mitad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148343" y="3904488"/>
            <a:ext cx="2846756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Una cifra grande frente a un gráfico, cuando el número es el hallazgo de la lámina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480060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4937760"/>
            <a:ext cx="11615623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cifra no cambia de tamaño según el espacio: siempre 34 pt. Lo que cambia es cuántas caben, y si no caben, la lámina se parte.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Reglas: dónde va la cifra destacada (p_slide_3_graficos_poblacion_cifras, p_slide_cifras_y_graficos)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1463040"/>
            <a:ext cx="11615623" cy="32004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128016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ubicaciones de la cifra, 32.27 x 8.89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ESTUDIANTE EN CIFRAS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02336" y="1623060"/>
            <a:ext cx="868680" cy="8686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628193" y="1848917"/>
            <a:ext cx="416966" cy="416966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/p:nvPr>
        </p:nvSpPr>
        <p:spPr>
          <a:xfrm>
            <a:off x="1431036" y="1645920"/>
            <a:ext cx="160020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431036" y="2212848"/>
            <a:ext cx="1600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431036" y="2468880"/>
            <a:ext cx="1600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96 % de los matriculados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2926080"/>
            <a:ext cx="2743200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200400"/>
            <a:ext cx="274320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años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767328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mediana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402336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de 22.5 años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232404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442716" y="1508760"/>
            <a:ext cx="4024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442716" y="2084832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649724" y="2103120"/>
            <a:ext cx="1960653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646953" y="20848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442716" y="2505456"/>
            <a:ext cx="10972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49724" y="2523744"/>
            <a:ext cx="1809834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496134" y="250545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442716" y="3291840"/>
            <a:ext cx="402473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3442716" y="3429000"/>
            <a:ext cx="4024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442716" y="4003548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19 a 21 años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015484" y="4005072"/>
            <a:ext cx="14950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547071" y="399592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442716" y="4405884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22 a 25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015484" y="4407408"/>
            <a:ext cx="163408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686142" y="43982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442716" y="4808220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26 a 30 años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015484" y="4809744"/>
            <a:ext cx="27814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330202" y="48006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442716" y="5210556"/>
            <a:ext cx="146304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30 años a más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015484" y="5212080"/>
            <a:ext cx="6953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121595" y="52029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677760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878928" y="1508760"/>
            <a:ext cx="40247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878928" y="222199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268816" y="2231136"/>
            <a:ext cx="111265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18048" y="22219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878928" y="2825496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268816" y="2834640"/>
            <a:ext cx="94147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246870" y="28254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878928" y="3429000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268816" y="3438144"/>
            <a:ext cx="1711779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017170" y="34290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878928" y="4032504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268816" y="4041648"/>
            <a:ext cx="162619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931581" y="403250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878928" y="4636008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268816" y="4645152"/>
            <a:ext cx="179736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102759" y="463600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878928" y="5239512"/>
            <a:ext cx="12801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268816" y="5248656"/>
            <a:ext cx="145501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760403" y="52395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p_slide_3_graficos_poblacion_cifras: p_barras_agrupadas x3 + cifras + ícono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431036" y="1645920"/>
            <a:ext cx="1600200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431036" y="146304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4.45 x 2.92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3200400"/>
            <a:ext cx="2743200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3017520"/>
            <a:ext cx="2743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7.62 x 2.92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649724" y="2011680"/>
            <a:ext cx="2195932" cy="84124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4649724" y="182880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6.10 x 2.34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5015484" y="3931920"/>
            <a:ext cx="1830172" cy="160934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015484" y="374904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5.08 x 4.47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268816" y="2057400"/>
            <a:ext cx="2013052" cy="362102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268816" y="18745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5.59 x 10.06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453030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(79)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02053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(99)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884371" y="2619883"/>
            <a:ext cx="2031699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619883"/>
            <a:ext cx="1599993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81830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¿Cuenta con título universitario?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81830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446825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281830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(56)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095848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(122)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406521" y="2619883"/>
            <a:ext cx="2503344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281830" y="2619883"/>
            <a:ext cx="1128348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275625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¿Está trabajando actualmente?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275625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40619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275625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(172)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089642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(4)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1831099" y="2619883"/>
            <a:ext cx="72561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275625" y="2619883"/>
            <a:ext cx="3559131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378104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592928" y="4421124"/>
            <a:ext cx="1005840" cy="10058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854446" y="4682642"/>
            <a:ext cx="482803" cy="482803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3963924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¿Su trabajo se relaciona con la contabilidad?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4512564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718408" y="4512564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782439"/>
            <a:ext cx="2446706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(167)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734742" y="4782439"/>
            <a:ext cx="2446706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(5)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034645" y="5075047"/>
            <a:ext cx="146802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5075047"/>
            <a:ext cx="4750267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010248" y="3963924"/>
            <a:ext cx="48934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¿En qué año obtuvo su título?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010248" y="4446270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942936" y="4471416"/>
            <a:ext cx="20920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88718" y="44348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010248" y="4748022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942936" y="4773168"/>
            <a:ext cx="209206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188718" y="4736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010248" y="5049774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942936" y="5074920"/>
            <a:ext cx="732222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711733" y="50383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010248" y="5351526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942936" y="5376672"/>
            <a:ext cx="2981189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960701" y="53400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010248" y="5653278"/>
            <a:ext cx="8229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942936" y="5678424"/>
            <a:ext cx="1098333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077844" y="564184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p_slide_5_graficos_poblacion: p_barras_multiapiladas (dicotómica) x4 + p_barras_agrupadas + ícono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2057400"/>
            <a:ext cx="3628034" cy="836803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87452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10.08 x 2.32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281830" y="2057400"/>
            <a:ext cx="3628034" cy="836803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281830" y="187452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10.08 x 2.32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8275625" y="2057400"/>
            <a:ext cx="3628034" cy="836803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275625" y="187452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10.08 x 2.32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4512564"/>
            <a:ext cx="4893412" cy="836803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4329684"/>
            <a:ext cx="489341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13.59 x 2.32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942936" y="4421124"/>
            <a:ext cx="3338932" cy="1508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942936" y="4238244"/>
            <a:ext cx="33389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0.56 cm, 9.27 x 4.19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DOCENTE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453030" y="205740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(33)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102053" y="232727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(19)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73698" y="2619883"/>
            <a:ext cx="1342373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619883"/>
            <a:ext cx="2289319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81830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81830" y="2050542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51 años a más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717438" y="2075688"/>
            <a:ext cx="1402352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156367" y="20391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281830" y="2379726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41 a 50 años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717438" y="2404872"/>
            <a:ext cx="733048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487062" y="2368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281830" y="2708910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31 a  40 años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717438" y="2734056"/>
            <a:ext cx="414331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168346" y="26974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281830" y="3038094"/>
            <a:ext cx="13258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18 a 30 años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717438" y="3063240"/>
            <a:ext cx="605561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59576" y="30266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275625" y="150876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275625" y="2077974"/>
            <a:ext cx="10972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Bachiller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482633" y="2093976"/>
            <a:ext cx="41812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937328" y="2066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275625" y="2462022"/>
            <a:ext cx="10972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482633" y="2478024"/>
            <a:ext cx="160645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125668" y="24505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275625" y="2846070"/>
            <a:ext cx="109728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482633" y="2862072"/>
            <a:ext cx="17605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695259" y="28346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411480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Departamento académico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4656582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Ciencias Contables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860804" y="4681728"/>
            <a:ext cx="1279888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77268" y="46451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4985766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Derecho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860804" y="5010912"/>
            <a:ext cx="58177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955557" y="49743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5314950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Economía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860804" y="5340096"/>
            <a:ext cx="58177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955557" y="53035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5644134"/>
            <a:ext cx="146304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 (especifique)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860804" y="5669280"/>
            <a:ext cx="58177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955557" y="563270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281830" y="411480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de la PUCP?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281830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446825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281830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(51)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095848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(1)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837304" y="5225923"/>
            <a:ext cx="72561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281830" y="5225923"/>
            <a:ext cx="3559131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8275625" y="4114800"/>
            <a:ext cx="362803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¿Sabe dónde consultarla?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8275625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440619" y="4663440"/>
            <a:ext cx="1463040" cy="28067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275625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(47)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089642" y="4933315"/>
            <a:ext cx="1814017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(4)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613416" y="5225923"/>
            <a:ext cx="290243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275625" y="5225923"/>
            <a:ext cx="3341449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3703320"/>
            <a:ext cx="53506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553048" y="3703320"/>
            <a:ext cx="53506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5794096" y="3401568"/>
            <a:ext cx="603504" cy="6035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5951007" y="3558479"/>
            <a:ext cx="289682" cy="289682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p_slide_6_graficos_poblacion: p_barras_agrupadas x4 + p_barras_multiapiladas (dicotómica) x2 + ícono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2057400"/>
            <a:ext cx="3628034" cy="836803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187452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10.08 x 2.32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5717438" y="2011680"/>
            <a:ext cx="1570634" cy="131673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717438" y="182880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0.56 cm, 4.36 x 3.66 cm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9482633" y="2011680"/>
            <a:ext cx="1799234" cy="115214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9482633" y="182880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0.61 cm, 5.00 x 3.20 cm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860804" y="4617720"/>
            <a:ext cx="1433474" cy="131673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1860804" y="443484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0.56 cm, 3.98 x 3.66 cm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4281830" y="4663440"/>
            <a:ext cx="3628034" cy="836803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4281830" y="448056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10.08 x 2.32 cm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8275625" y="4663440"/>
            <a:ext cx="3628034" cy="836803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8275625" y="448056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dicotomía, 10.08 x 2.32 cm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ESTUDIO EN CIFRAS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463040"/>
            <a:ext cx="3628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29968"/>
            <a:ext cx="362803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personas encuestadas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286000"/>
            <a:ext cx="362803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 docentes, 172 estudiantes, 178 egresados y 15 administrativos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098950" y="1508760"/>
            <a:ext cx="7315" cy="10515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281830" y="1463040"/>
            <a:ext cx="3628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años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281830" y="2029968"/>
            <a:ext cx="362803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mediana del estudiante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281830" y="2286000"/>
            <a:ext cx="362803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de 22.5 años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092745" y="1508760"/>
            <a:ext cx="7315" cy="10515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275625" y="1463040"/>
            <a:ext cx="362803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275625" y="2029968"/>
            <a:ext cx="362803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egresados titulados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275625" y="2286000"/>
            <a:ext cx="362803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 de 178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78892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97180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y los propósitos de la PUCP?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64617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815084" y="3671316"/>
            <a:ext cx="3974778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815084" y="3634740"/>
            <a:ext cx="3971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786204" y="3671316"/>
            <a:ext cx="81043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821240" y="36073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757520" y="3598164"/>
            <a:ext cx="6920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464912" y="33787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14909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815084" y="4174236"/>
            <a:ext cx="3123824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815084" y="4137660"/>
            <a:ext cx="312016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935250" y="4174236"/>
            <a:ext cx="931998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935250" y="4137660"/>
            <a:ext cx="93199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465201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815084" y="4677156"/>
            <a:ext cx="3164345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815084" y="4640580"/>
            <a:ext cx="31606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75772" y="4677156"/>
            <a:ext cx="891476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975772" y="4640580"/>
            <a:ext cx="8914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5154930"/>
            <a:ext cx="141732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815084" y="5180076"/>
            <a:ext cx="3772170" cy="20116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815084" y="5143500"/>
            <a:ext cx="3768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83596" y="5180076"/>
            <a:ext cx="283651" cy="20116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719935" y="51160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432814" y="48874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331388" y="555040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441116" y="548640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946576" y="555040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056304" y="548640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6324448" y="297180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Sueldo mensual bruto del egresado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324448" y="3541014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1500 soles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628736" y="3557016"/>
            <a:ext cx="22036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885671" y="352958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24448" y="3925062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1500 y 3000 soles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628736" y="3941064"/>
            <a:ext cx="2368868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034179" y="39136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324448" y="4309110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3001 y 4500 soles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8628736" y="4325112"/>
            <a:ext cx="1542518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0207830" y="42976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324448" y="4693158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4501 y 6000 soles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8628736" y="4709160"/>
            <a:ext cx="99161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656931" y="468172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324448" y="5077206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6001 y 7500 soles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628736" y="5093208"/>
            <a:ext cx="27545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940761" y="50657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6324448" y="5461254"/>
            <a:ext cx="2194560" cy="2514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7500 soles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628736" y="5477256"/>
            <a:ext cx="11018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775491" y="54498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p_slide_cifras_y_graficos: cifras x3 + p_barras_multiapiladas (dicotómica) + p_barras_agrupadas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88036" y="1463040"/>
            <a:ext cx="3628034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128016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10.08 x 2.92 cm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281830" y="1463040"/>
            <a:ext cx="3628034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281830" y="128016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10.08 x 2.92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8275625" y="1463040"/>
            <a:ext cx="3628034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8275625" y="1280160"/>
            <a:ext cx="362803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10.08 x 2.92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815084" y="3474720"/>
            <a:ext cx="4052164" cy="20116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1815084" y="3291840"/>
            <a:ext cx="405216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0.56 cm, 11.26 x 5.59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3331388" y="548640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3331388" y="53035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8628736" y="3474720"/>
            <a:ext cx="2653132" cy="230428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8628736" y="3291840"/>
            <a:ext cx="26531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0.61 cm, 7.37 x 6.40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GALERÍA DE GRÁFICOS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NIVEL CURRICULAR DEL ESTUDIANTE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745236" y="5532120"/>
            <a:ext cx="1070122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222349" y="3782489"/>
            <a:ext cx="981712" cy="174963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948029" y="3398441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856589" y="3160697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estudiantes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56589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975406" y="4051663"/>
            <a:ext cx="981712" cy="148045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701086" y="3667615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609646" y="3429871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 estudiantes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09646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28463" y="2840380"/>
            <a:ext cx="981712" cy="269174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54143" y="2456332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362703" y="2218588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estudiantes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362703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481520" y="2974967"/>
            <a:ext cx="981712" cy="2557153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207200" y="2590919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115760" y="2353175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 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115760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234577" y="2705793"/>
            <a:ext cx="981712" cy="282632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960257" y="2321745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868817" y="2084001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 estudiantes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868817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987635" y="3244141"/>
            <a:ext cx="981712" cy="228797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713315" y="2860093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621875" y="2622349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 estudiantes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621875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p_barras_categoricas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36676" y="2423160"/>
            <a:ext cx="10518343" cy="31089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36676" y="2240280"/>
            <a:ext cx="1051834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columnas, 29.22 x 8.64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TITULACIÓN DEL EGRESADO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202436" y="1737360"/>
            <a:ext cx="4023360" cy="4023360"/>
            <a:chOff x="1202436" y="1737360"/>
            <a:chExt cx="4023360" cy="4023360"/>
          </a:xfrm>
        </p:grpSpPr>
        <p:sp>
          <p:nvSpPr>
            <p:cNvPr id="4" name="rc3"/>
            <p:cNvSpPr/>
            <p:nvPr/>
          </p:nvSpPr>
          <p:spPr>
            <a:xfrm>
              <a:off x="1202436" y="1737359"/>
              <a:ext cx="4023360" cy="402336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3214116" y="2139695"/>
              <a:ext cx="1609343" cy="2201783"/>
            </a:xfrm>
            <a:custGeom>
              <a:avLst/>
              <a:pathLst>
                <a:path w="1609343" h="2201783">
                  <a:moveTo>
                    <a:pt x="0" y="1609344"/>
                  </a:moveTo>
                  <a:lnTo>
                    <a:pt x="0" y="1553849"/>
                  </a:lnTo>
                  <a:lnTo>
                    <a:pt x="0" y="1498354"/>
                  </a:lnTo>
                  <a:lnTo>
                    <a:pt x="0" y="1442860"/>
                  </a:lnTo>
                  <a:lnTo>
                    <a:pt x="0" y="1387365"/>
                  </a:lnTo>
                  <a:lnTo>
                    <a:pt x="0" y="1331870"/>
                  </a:lnTo>
                  <a:lnTo>
                    <a:pt x="0" y="1276376"/>
                  </a:lnTo>
                  <a:lnTo>
                    <a:pt x="0" y="1220881"/>
                  </a:lnTo>
                  <a:lnTo>
                    <a:pt x="0" y="1165387"/>
                  </a:lnTo>
                  <a:lnTo>
                    <a:pt x="0" y="1109892"/>
                  </a:lnTo>
                  <a:lnTo>
                    <a:pt x="0" y="1054397"/>
                  </a:lnTo>
                  <a:lnTo>
                    <a:pt x="0" y="998903"/>
                  </a:lnTo>
                  <a:lnTo>
                    <a:pt x="0" y="943408"/>
                  </a:lnTo>
                  <a:lnTo>
                    <a:pt x="0" y="887913"/>
                  </a:lnTo>
                  <a:lnTo>
                    <a:pt x="0" y="832419"/>
                  </a:lnTo>
                  <a:lnTo>
                    <a:pt x="0" y="776924"/>
                  </a:lnTo>
                  <a:lnTo>
                    <a:pt x="0" y="721430"/>
                  </a:lnTo>
                  <a:lnTo>
                    <a:pt x="0" y="665935"/>
                  </a:lnTo>
                  <a:lnTo>
                    <a:pt x="0" y="610440"/>
                  </a:lnTo>
                  <a:lnTo>
                    <a:pt x="0" y="554946"/>
                  </a:lnTo>
                  <a:lnTo>
                    <a:pt x="0" y="499451"/>
                  </a:lnTo>
                  <a:lnTo>
                    <a:pt x="0" y="443956"/>
                  </a:lnTo>
                  <a:lnTo>
                    <a:pt x="0" y="388462"/>
                  </a:lnTo>
                  <a:lnTo>
                    <a:pt x="0" y="332967"/>
                  </a:lnTo>
                  <a:lnTo>
                    <a:pt x="0" y="277473"/>
                  </a:lnTo>
                  <a:lnTo>
                    <a:pt x="0" y="221978"/>
                  </a:lnTo>
                  <a:lnTo>
                    <a:pt x="0" y="166483"/>
                  </a:lnTo>
                  <a:lnTo>
                    <a:pt x="0" y="110989"/>
                  </a:lnTo>
                  <a:lnTo>
                    <a:pt x="0" y="55494"/>
                  </a:lnTo>
                  <a:lnTo>
                    <a:pt x="0" y="0"/>
                  </a:lnTo>
                  <a:lnTo>
                    <a:pt x="54983" y="939"/>
                  </a:lnTo>
                  <a:lnTo>
                    <a:pt x="109902" y="3757"/>
                  </a:lnTo>
                  <a:lnTo>
                    <a:pt x="164693" y="8449"/>
                  </a:lnTo>
                  <a:lnTo>
                    <a:pt x="219291" y="15010"/>
                  </a:lnTo>
                  <a:lnTo>
                    <a:pt x="273634" y="23433"/>
                  </a:lnTo>
                  <a:lnTo>
                    <a:pt x="327657" y="33707"/>
                  </a:lnTo>
                  <a:lnTo>
                    <a:pt x="381297" y="45822"/>
                  </a:lnTo>
                  <a:lnTo>
                    <a:pt x="434492" y="59762"/>
                  </a:lnTo>
                  <a:lnTo>
                    <a:pt x="487180" y="75511"/>
                  </a:lnTo>
                  <a:lnTo>
                    <a:pt x="539299" y="93051"/>
                  </a:lnTo>
                  <a:lnTo>
                    <a:pt x="590789" y="112361"/>
                  </a:lnTo>
                  <a:lnTo>
                    <a:pt x="641588" y="133419"/>
                  </a:lnTo>
                  <a:lnTo>
                    <a:pt x="691639" y="156201"/>
                  </a:lnTo>
                  <a:lnTo>
                    <a:pt x="740882" y="180679"/>
                  </a:lnTo>
                  <a:lnTo>
                    <a:pt x="789260" y="206826"/>
                  </a:lnTo>
                  <a:lnTo>
                    <a:pt x="836716" y="234609"/>
                  </a:lnTo>
                  <a:lnTo>
                    <a:pt x="883195" y="263998"/>
                  </a:lnTo>
                  <a:lnTo>
                    <a:pt x="928644" y="294958"/>
                  </a:lnTo>
                  <a:lnTo>
                    <a:pt x="973007" y="327453"/>
                  </a:lnTo>
                  <a:lnTo>
                    <a:pt x="1016235" y="361444"/>
                  </a:lnTo>
                  <a:lnTo>
                    <a:pt x="1058277" y="396892"/>
                  </a:lnTo>
                  <a:lnTo>
                    <a:pt x="1099082" y="433756"/>
                  </a:lnTo>
                  <a:lnTo>
                    <a:pt x="1138605" y="471993"/>
                  </a:lnTo>
                  <a:lnTo>
                    <a:pt x="1176798" y="511557"/>
                  </a:lnTo>
                  <a:lnTo>
                    <a:pt x="1213616" y="552404"/>
                  </a:lnTo>
                  <a:lnTo>
                    <a:pt x="1249018" y="594484"/>
                  </a:lnTo>
                  <a:lnTo>
                    <a:pt x="1282962" y="637749"/>
                  </a:lnTo>
                  <a:lnTo>
                    <a:pt x="1315408" y="682149"/>
                  </a:lnTo>
                  <a:lnTo>
                    <a:pt x="1346317" y="727631"/>
                  </a:lnTo>
                  <a:lnTo>
                    <a:pt x="1375655" y="774143"/>
                  </a:lnTo>
                  <a:lnTo>
                    <a:pt x="1403387" y="821630"/>
                  </a:lnTo>
                  <a:lnTo>
                    <a:pt x="1429480" y="870037"/>
                  </a:lnTo>
                  <a:lnTo>
                    <a:pt x="1453904" y="919306"/>
                  </a:lnTo>
                  <a:lnTo>
                    <a:pt x="1476630" y="969382"/>
                  </a:lnTo>
                  <a:lnTo>
                    <a:pt x="1497632" y="1020205"/>
                  </a:lnTo>
                  <a:lnTo>
                    <a:pt x="1516886" y="1071715"/>
                  </a:lnTo>
                  <a:lnTo>
                    <a:pt x="1534368" y="1123854"/>
                  </a:lnTo>
                  <a:lnTo>
                    <a:pt x="1550059" y="1176559"/>
                  </a:lnTo>
                  <a:lnTo>
                    <a:pt x="1563941" y="1229770"/>
                  </a:lnTo>
                  <a:lnTo>
                    <a:pt x="1575996" y="1283423"/>
                  </a:lnTo>
                  <a:lnTo>
                    <a:pt x="1586211" y="1337458"/>
                  </a:lnTo>
                  <a:lnTo>
                    <a:pt x="1594574" y="1391809"/>
                  </a:lnTo>
                  <a:lnTo>
                    <a:pt x="1601075" y="1446415"/>
                  </a:lnTo>
                  <a:lnTo>
                    <a:pt x="1605707" y="1501211"/>
                  </a:lnTo>
                  <a:lnTo>
                    <a:pt x="1608464" y="1556133"/>
                  </a:lnTo>
                  <a:lnTo>
                    <a:pt x="1609343" y="1611118"/>
                  </a:lnTo>
                  <a:lnTo>
                    <a:pt x="1608342" y="1666100"/>
                  </a:lnTo>
                  <a:lnTo>
                    <a:pt x="1605464" y="1721016"/>
                  </a:lnTo>
                  <a:lnTo>
                    <a:pt x="1600712" y="1775801"/>
                  </a:lnTo>
                  <a:lnTo>
                    <a:pt x="1594090" y="1830393"/>
                  </a:lnTo>
                  <a:lnTo>
                    <a:pt x="1585607" y="1884726"/>
                  </a:lnTo>
                  <a:lnTo>
                    <a:pt x="1575273" y="1938737"/>
                  </a:lnTo>
                  <a:lnTo>
                    <a:pt x="1563100" y="1992364"/>
                  </a:lnTo>
                  <a:lnTo>
                    <a:pt x="1549102" y="2045544"/>
                  </a:lnTo>
                  <a:lnTo>
                    <a:pt x="1533294" y="2098215"/>
                  </a:lnTo>
                  <a:lnTo>
                    <a:pt x="1515697" y="2150314"/>
                  </a:lnTo>
                  <a:lnTo>
                    <a:pt x="1496330" y="2201783"/>
                  </a:lnTo>
                  <a:lnTo>
                    <a:pt x="1444732" y="2181354"/>
                  </a:lnTo>
                  <a:lnTo>
                    <a:pt x="1393135" y="2160925"/>
                  </a:lnTo>
                  <a:lnTo>
                    <a:pt x="1341537" y="2140496"/>
                  </a:lnTo>
                  <a:lnTo>
                    <a:pt x="1289939" y="2120067"/>
                  </a:lnTo>
                  <a:lnTo>
                    <a:pt x="1238342" y="2099638"/>
                  </a:lnTo>
                  <a:lnTo>
                    <a:pt x="1186744" y="2079209"/>
                  </a:lnTo>
                  <a:lnTo>
                    <a:pt x="1135147" y="2058780"/>
                  </a:lnTo>
                  <a:lnTo>
                    <a:pt x="1083549" y="2038351"/>
                  </a:lnTo>
                  <a:lnTo>
                    <a:pt x="1031951" y="2017922"/>
                  </a:lnTo>
                  <a:lnTo>
                    <a:pt x="980354" y="1997493"/>
                  </a:lnTo>
                  <a:lnTo>
                    <a:pt x="928756" y="1977064"/>
                  </a:lnTo>
                  <a:lnTo>
                    <a:pt x="877159" y="1956635"/>
                  </a:lnTo>
                  <a:lnTo>
                    <a:pt x="825561" y="1936206"/>
                  </a:lnTo>
                  <a:lnTo>
                    <a:pt x="773963" y="1915777"/>
                  </a:lnTo>
                  <a:lnTo>
                    <a:pt x="722366" y="1895349"/>
                  </a:lnTo>
                  <a:lnTo>
                    <a:pt x="670768" y="1874920"/>
                  </a:lnTo>
                  <a:lnTo>
                    <a:pt x="619171" y="1854491"/>
                  </a:lnTo>
                  <a:lnTo>
                    <a:pt x="567573" y="1834062"/>
                  </a:lnTo>
                  <a:lnTo>
                    <a:pt x="515975" y="1813633"/>
                  </a:lnTo>
                  <a:lnTo>
                    <a:pt x="464378" y="1793204"/>
                  </a:lnTo>
                  <a:lnTo>
                    <a:pt x="412780" y="1772775"/>
                  </a:lnTo>
                  <a:lnTo>
                    <a:pt x="361183" y="1752346"/>
                  </a:lnTo>
                  <a:lnTo>
                    <a:pt x="309585" y="1731917"/>
                  </a:lnTo>
                  <a:lnTo>
                    <a:pt x="257987" y="1711488"/>
                  </a:lnTo>
                  <a:lnTo>
                    <a:pt x="206390" y="1691059"/>
                  </a:lnTo>
                  <a:lnTo>
                    <a:pt x="154792" y="1670630"/>
                  </a:lnTo>
                  <a:lnTo>
                    <a:pt x="103195" y="1650201"/>
                  </a:lnTo>
                  <a:lnTo>
                    <a:pt x="51597" y="1629772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1604903" y="2139695"/>
              <a:ext cx="3105543" cy="3218631"/>
            </a:xfrm>
            <a:custGeom>
              <a:avLst/>
              <a:pathLst>
                <a:path w="3105543" h="3218631">
                  <a:moveTo>
                    <a:pt x="1609212" y="1609344"/>
                  </a:moveTo>
                  <a:lnTo>
                    <a:pt x="1660810" y="1629772"/>
                  </a:lnTo>
                  <a:lnTo>
                    <a:pt x="1712408" y="1650201"/>
                  </a:lnTo>
                  <a:lnTo>
                    <a:pt x="1764005" y="1670630"/>
                  </a:lnTo>
                  <a:lnTo>
                    <a:pt x="1815603" y="1691059"/>
                  </a:lnTo>
                  <a:lnTo>
                    <a:pt x="1867200" y="1711488"/>
                  </a:lnTo>
                  <a:lnTo>
                    <a:pt x="1918798" y="1731917"/>
                  </a:lnTo>
                  <a:lnTo>
                    <a:pt x="1970396" y="1752346"/>
                  </a:lnTo>
                  <a:lnTo>
                    <a:pt x="2021993" y="1772775"/>
                  </a:lnTo>
                  <a:lnTo>
                    <a:pt x="2073591" y="1793204"/>
                  </a:lnTo>
                  <a:lnTo>
                    <a:pt x="2125188" y="1813633"/>
                  </a:lnTo>
                  <a:lnTo>
                    <a:pt x="2176786" y="1834062"/>
                  </a:lnTo>
                  <a:lnTo>
                    <a:pt x="2228384" y="1854491"/>
                  </a:lnTo>
                  <a:lnTo>
                    <a:pt x="2279981" y="1874920"/>
                  </a:lnTo>
                  <a:lnTo>
                    <a:pt x="2331579" y="1895349"/>
                  </a:lnTo>
                  <a:lnTo>
                    <a:pt x="2383176" y="1915777"/>
                  </a:lnTo>
                  <a:lnTo>
                    <a:pt x="2434774" y="1936206"/>
                  </a:lnTo>
                  <a:lnTo>
                    <a:pt x="2486372" y="1956635"/>
                  </a:lnTo>
                  <a:lnTo>
                    <a:pt x="2537969" y="1977064"/>
                  </a:lnTo>
                  <a:lnTo>
                    <a:pt x="2589567" y="1997493"/>
                  </a:lnTo>
                  <a:lnTo>
                    <a:pt x="2641164" y="2017922"/>
                  </a:lnTo>
                  <a:lnTo>
                    <a:pt x="2692762" y="2038351"/>
                  </a:lnTo>
                  <a:lnTo>
                    <a:pt x="2744359" y="2058780"/>
                  </a:lnTo>
                  <a:lnTo>
                    <a:pt x="2795957" y="2079209"/>
                  </a:lnTo>
                  <a:lnTo>
                    <a:pt x="2847555" y="2099638"/>
                  </a:lnTo>
                  <a:lnTo>
                    <a:pt x="2899152" y="2120067"/>
                  </a:lnTo>
                  <a:lnTo>
                    <a:pt x="2950750" y="2140496"/>
                  </a:lnTo>
                  <a:lnTo>
                    <a:pt x="3002347" y="2160925"/>
                  </a:lnTo>
                  <a:lnTo>
                    <a:pt x="3053945" y="2181354"/>
                  </a:lnTo>
                  <a:lnTo>
                    <a:pt x="3105543" y="2201783"/>
                  </a:lnTo>
                  <a:lnTo>
                    <a:pt x="3084622" y="2252114"/>
                  </a:lnTo>
                  <a:lnTo>
                    <a:pt x="3062009" y="2301709"/>
                  </a:lnTo>
                  <a:lnTo>
                    <a:pt x="3037730" y="2350509"/>
                  </a:lnTo>
                  <a:lnTo>
                    <a:pt x="3011812" y="2398459"/>
                  </a:lnTo>
                  <a:lnTo>
                    <a:pt x="2984285" y="2445503"/>
                  </a:lnTo>
                  <a:lnTo>
                    <a:pt x="2955181" y="2491589"/>
                  </a:lnTo>
                  <a:lnTo>
                    <a:pt x="2924533" y="2536663"/>
                  </a:lnTo>
                  <a:lnTo>
                    <a:pt x="2892376" y="2580673"/>
                  </a:lnTo>
                  <a:lnTo>
                    <a:pt x="2858747" y="2623568"/>
                  </a:lnTo>
                  <a:lnTo>
                    <a:pt x="2823685" y="2665301"/>
                  </a:lnTo>
                  <a:lnTo>
                    <a:pt x="2787229" y="2705822"/>
                  </a:lnTo>
                  <a:lnTo>
                    <a:pt x="2749423" y="2745085"/>
                  </a:lnTo>
                  <a:lnTo>
                    <a:pt x="2710308" y="2783045"/>
                  </a:lnTo>
                  <a:lnTo>
                    <a:pt x="2669931" y="2819660"/>
                  </a:lnTo>
                  <a:lnTo>
                    <a:pt x="2628336" y="2854885"/>
                  </a:lnTo>
                  <a:lnTo>
                    <a:pt x="2585573" y="2888682"/>
                  </a:lnTo>
                  <a:lnTo>
                    <a:pt x="2541690" y="2921012"/>
                  </a:lnTo>
                  <a:lnTo>
                    <a:pt x="2496737" y="2951837"/>
                  </a:lnTo>
                  <a:lnTo>
                    <a:pt x="2450766" y="2981122"/>
                  </a:lnTo>
                  <a:lnTo>
                    <a:pt x="2403830" y="3008833"/>
                  </a:lnTo>
                  <a:lnTo>
                    <a:pt x="2355982" y="3034939"/>
                  </a:lnTo>
                  <a:lnTo>
                    <a:pt x="2307277" y="3059410"/>
                  </a:lnTo>
                  <a:lnTo>
                    <a:pt x="2257772" y="3082218"/>
                  </a:lnTo>
                  <a:lnTo>
                    <a:pt x="2207523" y="3103336"/>
                  </a:lnTo>
                  <a:lnTo>
                    <a:pt x="2156588" y="3122740"/>
                  </a:lnTo>
                  <a:lnTo>
                    <a:pt x="2105024" y="3140408"/>
                  </a:lnTo>
                  <a:lnTo>
                    <a:pt x="2052892" y="3156320"/>
                  </a:lnTo>
                  <a:lnTo>
                    <a:pt x="2000251" y="3170457"/>
                  </a:lnTo>
                  <a:lnTo>
                    <a:pt x="1947162" y="3182804"/>
                  </a:lnTo>
                  <a:lnTo>
                    <a:pt x="1893684" y="3193346"/>
                  </a:lnTo>
                  <a:lnTo>
                    <a:pt x="1839881" y="3202071"/>
                  </a:lnTo>
                  <a:lnTo>
                    <a:pt x="1785813" y="3208969"/>
                  </a:lnTo>
                  <a:lnTo>
                    <a:pt x="1731542" y="3214032"/>
                  </a:lnTo>
                  <a:lnTo>
                    <a:pt x="1677131" y="3217254"/>
                  </a:lnTo>
                  <a:lnTo>
                    <a:pt x="1622642" y="3218631"/>
                  </a:lnTo>
                  <a:lnTo>
                    <a:pt x="1568138" y="3218163"/>
                  </a:lnTo>
                  <a:lnTo>
                    <a:pt x="1513680" y="3215850"/>
                  </a:lnTo>
                  <a:lnTo>
                    <a:pt x="1459333" y="3211693"/>
                  </a:lnTo>
                  <a:lnTo>
                    <a:pt x="1405157" y="3205699"/>
                  </a:lnTo>
                  <a:lnTo>
                    <a:pt x="1351215" y="3197873"/>
                  </a:lnTo>
                  <a:lnTo>
                    <a:pt x="1297570" y="3188225"/>
                  </a:lnTo>
                  <a:lnTo>
                    <a:pt x="1244282" y="3176766"/>
                  </a:lnTo>
                  <a:lnTo>
                    <a:pt x="1191412" y="3163509"/>
                  </a:lnTo>
                  <a:lnTo>
                    <a:pt x="1139022" y="3148469"/>
                  </a:lnTo>
                  <a:lnTo>
                    <a:pt x="1087171" y="3131664"/>
                  </a:lnTo>
                  <a:lnTo>
                    <a:pt x="1035918" y="3113113"/>
                  </a:lnTo>
                  <a:lnTo>
                    <a:pt x="985324" y="3092836"/>
                  </a:lnTo>
                  <a:lnTo>
                    <a:pt x="935445" y="3070858"/>
                  </a:lnTo>
                  <a:lnTo>
                    <a:pt x="886339" y="3047204"/>
                  </a:lnTo>
                  <a:lnTo>
                    <a:pt x="838062" y="3021900"/>
                  </a:lnTo>
                  <a:lnTo>
                    <a:pt x="790670" y="2994975"/>
                  </a:lnTo>
                  <a:lnTo>
                    <a:pt x="744216" y="2966462"/>
                  </a:lnTo>
                  <a:lnTo>
                    <a:pt x="698755" y="2936391"/>
                  </a:lnTo>
                  <a:lnTo>
                    <a:pt x="654339" y="2904799"/>
                  </a:lnTo>
                  <a:lnTo>
                    <a:pt x="611017" y="2871720"/>
                  </a:lnTo>
                  <a:lnTo>
                    <a:pt x="568841" y="2837193"/>
                  </a:lnTo>
                  <a:lnTo>
                    <a:pt x="527858" y="2801258"/>
                  </a:lnTo>
                  <a:lnTo>
                    <a:pt x="488115" y="2763956"/>
                  </a:lnTo>
                  <a:lnTo>
                    <a:pt x="449659" y="2725329"/>
                  </a:lnTo>
                  <a:lnTo>
                    <a:pt x="412532" y="2685422"/>
                  </a:lnTo>
                  <a:lnTo>
                    <a:pt x="376778" y="2644280"/>
                  </a:lnTo>
                  <a:lnTo>
                    <a:pt x="342438" y="2601952"/>
                  </a:lnTo>
                  <a:lnTo>
                    <a:pt x="309551" y="2558485"/>
                  </a:lnTo>
                  <a:lnTo>
                    <a:pt x="278155" y="2513929"/>
                  </a:lnTo>
                  <a:lnTo>
                    <a:pt x="248286" y="2468336"/>
                  </a:lnTo>
                  <a:lnTo>
                    <a:pt x="219978" y="2421757"/>
                  </a:lnTo>
                  <a:lnTo>
                    <a:pt x="193263" y="2374246"/>
                  </a:lnTo>
                  <a:lnTo>
                    <a:pt x="168173" y="2325858"/>
                  </a:lnTo>
                  <a:lnTo>
                    <a:pt x="144735" y="2276648"/>
                  </a:lnTo>
                  <a:lnTo>
                    <a:pt x="122978" y="2226672"/>
                  </a:lnTo>
                  <a:lnTo>
                    <a:pt x="102925" y="2175989"/>
                  </a:lnTo>
                  <a:lnTo>
                    <a:pt x="84600" y="2124655"/>
                  </a:lnTo>
                  <a:lnTo>
                    <a:pt x="68024" y="2072730"/>
                  </a:lnTo>
                  <a:lnTo>
                    <a:pt x="53216" y="2020274"/>
                  </a:lnTo>
                  <a:lnTo>
                    <a:pt x="40193" y="1967346"/>
                  </a:lnTo>
                  <a:lnTo>
                    <a:pt x="28969" y="1914008"/>
                  </a:lnTo>
                  <a:lnTo>
                    <a:pt x="19559" y="1860320"/>
                  </a:lnTo>
                  <a:lnTo>
                    <a:pt x="11971" y="1806344"/>
                  </a:lnTo>
                  <a:lnTo>
                    <a:pt x="6216" y="1752143"/>
                  </a:lnTo>
                  <a:lnTo>
                    <a:pt x="2300" y="1697777"/>
                  </a:lnTo>
                  <a:lnTo>
                    <a:pt x="227" y="1643310"/>
                  </a:lnTo>
                  <a:lnTo>
                    <a:pt x="0" y="1588804"/>
                  </a:lnTo>
                  <a:lnTo>
                    <a:pt x="1618" y="1534322"/>
                  </a:lnTo>
                  <a:lnTo>
                    <a:pt x="5081" y="1479926"/>
                  </a:lnTo>
                  <a:lnTo>
                    <a:pt x="10383" y="1425678"/>
                  </a:lnTo>
                  <a:lnTo>
                    <a:pt x="17520" y="1371641"/>
                  </a:lnTo>
                  <a:lnTo>
                    <a:pt x="26482" y="1317876"/>
                  </a:lnTo>
                  <a:lnTo>
                    <a:pt x="37260" y="1264446"/>
                  </a:lnTo>
                  <a:lnTo>
                    <a:pt x="49841" y="1211412"/>
                  </a:lnTo>
                  <a:lnTo>
                    <a:pt x="64211" y="1158834"/>
                  </a:lnTo>
                  <a:lnTo>
                    <a:pt x="80353" y="1106773"/>
                  </a:lnTo>
                  <a:lnTo>
                    <a:pt x="98249" y="1055288"/>
                  </a:lnTo>
                  <a:lnTo>
                    <a:pt x="117878" y="1004439"/>
                  </a:lnTo>
                  <a:lnTo>
                    <a:pt x="139218" y="954283"/>
                  </a:lnTo>
                  <a:lnTo>
                    <a:pt x="162244" y="904879"/>
                  </a:lnTo>
                  <a:lnTo>
                    <a:pt x="186930" y="856283"/>
                  </a:lnTo>
                  <a:lnTo>
                    <a:pt x="213247" y="808551"/>
                  </a:lnTo>
                  <a:lnTo>
                    <a:pt x="241165" y="761738"/>
                  </a:lnTo>
                  <a:lnTo>
                    <a:pt x="270653" y="715897"/>
                  </a:lnTo>
                  <a:lnTo>
                    <a:pt x="301676" y="671081"/>
                  </a:lnTo>
                  <a:lnTo>
                    <a:pt x="334199" y="627340"/>
                  </a:lnTo>
                  <a:lnTo>
                    <a:pt x="368185" y="584727"/>
                  </a:lnTo>
                  <a:lnTo>
                    <a:pt x="403594" y="543289"/>
                  </a:lnTo>
                  <a:lnTo>
                    <a:pt x="440386" y="503073"/>
                  </a:lnTo>
                  <a:lnTo>
                    <a:pt x="478519" y="464127"/>
                  </a:lnTo>
                  <a:lnTo>
                    <a:pt x="517949" y="426494"/>
                  </a:lnTo>
                  <a:lnTo>
                    <a:pt x="558631" y="390218"/>
                  </a:lnTo>
                  <a:lnTo>
                    <a:pt x="600518" y="355341"/>
                  </a:lnTo>
                  <a:lnTo>
                    <a:pt x="643562" y="321902"/>
                  </a:lnTo>
                  <a:lnTo>
                    <a:pt x="687713" y="289939"/>
                  </a:lnTo>
                  <a:lnTo>
                    <a:pt x="732922" y="259491"/>
                  </a:lnTo>
                  <a:lnTo>
                    <a:pt x="779135" y="230590"/>
                  </a:lnTo>
                  <a:lnTo>
                    <a:pt x="826301" y="203272"/>
                  </a:lnTo>
                  <a:lnTo>
                    <a:pt x="874365" y="177566"/>
                  </a:lnTo>
                  <a:lnTo>
                    <a:pt x="923272" y="153502"/>
                  </a:lnTo>
                  <a:lnTo>
                    <a:pt x="972966" y="131108"/>
                  </a:lnTo>
                  <a:lnTo>
                    <a:pt x="1023390" y="110411"/>
                  </a:lnTo>
                  <a:lnTo>
                    <a:pt x="1074485" y="91432"/>
                  </a:lnTo>
                  <a:lnTo>
                    <a:pt x="1126194" y="74195"/>
                  </a:lnTo>
                  <a:lnTo>
                    <a:pt x="1178457" y="58718"/>
                  </a:lnTo>
                  <a:lnTo>
                    <a:pt x="1231214" y="45021"/>
                  </a:lnTo>
                  <a:lnTo>
                    <a:pt x="1284405" y="33118"/>
                  </a:lnTo>
                  <a:lnTo>
                    <a:pt x="1337969" y="23022"/>
                  </a:lnTo>
                  <a:lnTo>
                    <a:pt x="1391843" y="14747"/>
                  </a:lnTo>
                  <a:lnTo>
                    <a:pt x="1445967" y="8300"/>
                  </a:lnTo>
                  <a:lnTo>
                    <a:pt x="1500278" y="3691"/>
                  </a:lnTo>
                  <a:lnTo>
                    <a:pt x="1554714" y="923"/>
                  </a:lnTo>
                  <a:lnTo>
                    <a:pt x="1609212" y="0"/>
                  </a:lnTo>
                  <a:lnTo>
                    <a:pt x="1609212" y="55494"/>
                  </a:lnTo>
                  <a:lnTo>
                    <a:pt x="1609212" y="110989"/>
                  </a:lnTo>
                  <a:lnTo>
                    <a:pt x="1609212" y="166483"/>
                  </a:lnTo>
                  <a:lnTo>
                    <a:pt x="1609212" y="221978"/>
                  </a:lnTo>
                  <a:lnTo>
                    <a:pt x="1609212" y="277473"/>
                  </a:lnTo>
                  <a:lnTo>
                    <a:pt x="1609212" y="332967"/>
                  </a:lnTo>
                  <a:lnTo>
                    <a:pt x="1609212" y="388462"/>
                  </a:lnTo>
                  <a:lnTo>
                    <a:pt x="1609212" y="443956"/>
                  </a:lnTo>
                  <a:lnTo>
                    <a:pt x="1609212" y="499451"/>
                  </a:lnTo>
                  <a:lnTo>
                    <a:pt x="1609212" y="554946"/>
                  </a:lnTo>
                  <a:lnTo>
                    <a:pt x="1609212" y="610440"/>
                  </a:lnTo>
                  <a:lnTo>
                    <a:pt x="1609212" y="665935"/>
                  </a:lnTo>
                  <a:lnTo>
                    <a:pt x="1609212" y="721430"/>
                  </a:lnTo>
                  <a:lnTo>
                    <a:pt x="1609212" y="776924"/>
                  </a:lnTo>
                  <a:lnTo>
                    <a:pt x="1609212" y="832419"/>
                  </a:lnTo>
                  <a:lnTo>
                    <a:pt x="1609212" y="887913"/>
                  </a:lnTo>
                  <a:lnTo>
                    <a:pt x="1609212" y="943408"/>
                  </a:lnTo>
                  <a:lnTo>
                    <a:pt x="1609212" y="998903"/>
                  </a:lnTo>
                  <a:lnTo>
                    <a:pt x="1609212" y="1054397"/>
                  </a:lnTo>
                  <a:lnTo>
                    <a:pt x="1609212" y="1109892"/>
                  </a:lnTo>
                  <a:lnTo>
                    <a:pt x="1609212" y="1165387"/>
                  </a:lnTo>
                  <a:lnTo>
                    <a:pt x="1609212" y="1220881"/>
                  </a:lnTo>
                  <a:lnTo>
                    <a:pt x="1609212" y="1276376"/>
                  </a:lnTo>
                  <a:lnTo>
                    <a:pt x="1609212" y="1331870"/>
                  </a:lnTo>
                  <a:lnTo>
                    <a:pt x="1609212" y="1387365"/>
                  </a:lnTo>
                  <a:lnTo>
                    <a:pt x="1609212" y="1442860"/>
                  </a:lnTo>
                  <a:lnTo>
                    <a:pt x="1609212" y="1498354"/>
                  </a:lnTo>
                  <a:lnTo>
                    <a:pt x="1609212" y="1553849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tx6"/>
            <p:cNvSpPr/>
            <p:nvPr/>
          </p:nvSpPr>
          <p:spPr>
            <a:xfrm>
              <a:off x="3701714" y="3225818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31%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2370657" y="4130403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69%</a:t>
              </a:r>
            </a:p>
          </p:txBody>
        </p:sp>
      </p:grpSp>
      <p:sp>
        <p:nvSpPr>
          <p:cNvPr id="9" name=""/>
          <p:cNvSpPr>
            <a:spLocks noGrp="1"/>
          </p:cNvSpPr>
          <p:nvPr>
            </p:nvPr>
        </p:nvSpPr>
        <p:spPr>
          <a:xfrm>
            <a:off x="6126480" y="2532888"/>
            <a:ext cx="274320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537960" y="2377440"/>
            <a:ext cx="201168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537960" y="2953512"/>
            <a:ext cx="5029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 cuenta con título universitario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537960" y="3209544"/>
            <a:ext cx="5029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 de 178 egresados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126480" y="4270248"/>
            <a:ext cx="274320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537960" y="4114800"/>
            <a:ext cx="201168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537960" y="4690872"/>
            <a:ext cx="5029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cuenta con título universitario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537960" y="4946904"/>
            <a:ext cx="5029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122 de 178 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178 egresados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p_pie (dicotomía de un público)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202436" y="1737360"/>
            <a:ext cx="4023360" cy="40233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202436" y="1554480"/>
            <a:ext cx="40233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círculo, d = 11.18 cm, 11.18 x 11.18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 LA MISIÓN ENTRE ESTUDIANTES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1385316" y="1828800"/>
            <a:ext cx="3657600" cy="3657600"/>
            <a:chOff x="1385316" y="1828800"/>
            <a:chExt cx="3657600" cy="3657600"/>
          </a:xfrm>
        </p:grpSpPr>
        <p:sp>
          <p:nvSpPr>
            <p:cNvPr id="4" name="rc3"/>
            <p:cNvSpPr/>
            <p:nvPr/>
          </p:nvSpPr>
          <p:spPr>
            <a:xfrm>
              <a:off x="1385316" y="1828800"/>
              <a:ext cx="3657600" cy="365760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751144" y="2194559"/>
              <a:ext cx="2925857" cy="2926062"/>
            </a:xfrm>
            <a:custGeom>
              <a:avLst/>
              <a:pathLst>
                <a:path w="2925857" h="2926062">
                  <a:moveTo>
                    <a:pt x="1462971" y="622570"/>
                  </a:moveTo>
                  <a:lnTo>
                    <a:pt x="1462971" y="560313"/>
                  </a:lnTo>
                  <a:lnTo>
                    <a:pt x="1462971" y="498056"/>
                  </a:lnTo>
                  <a:lnTo>
                    <a:pt x="1462971" y="435799"/>
                  </a:lnTo>
                  <a:lnTo>
                    <a:pt x="1462971" y="373542"/>
                  </a:lnTo>
                  <a:lnTo>
                    <a:pt x="1462971" y="311285"/>
                  </a:lnTo>
                  <a:lnTo>
                    <a:pt x="1462971" y="249028"/>
                  </a:lnTo>
                  <a:lnTo>
                    <a:pt x="1462971" y="186771"/>
                  </a:lnTo>
                  <a:lnTo>
                    <a:pt x="1462971" y="124514"/>
                  </a:lnTo>
                  <a:lnTo>
                    <a:pt x="1462971" y="62257"/>
                  </a:lnTo>
                  <a:lnTo>
                    <a:pt x="1462971" y="0"/>
                  </a:lnTo>
                  <a:lnTo>
                    <a:pt x="1512460" y="837"/>
                  </a:lnTo>
                  <a:lnTo>
                    <a:pt x="1561892" y="3348"/>
                  </a:lnTo>
                  <a:lnTo>
                    <a:pt x="1611211" y="7529"/>
                  </a:lnTo>
                  <a:lnTo>
                    <a:pt x="1660361" y="13376"/>
                  </a:lnTo>
                  <a:lnTo>
                    <a:pt x="1709284" y="20883"/>
                  </a:lnTo>
                  <a:lnTo>
                    <a:pt x="1757926" y="30040"/>
                  </a:lnTo>
                  <a:lnTo>
                    <a:pt x="1806230" y="40837"/>
                  </a:lnTo>
                  <a:lnTo>
                    <a:pt x="1854141" y="53262"/>
                  </a:lnTo>
                  <a:lnTo>
                    <a:pt x="1901604" y="67301"/>
                  </a:lnTo>
                  <a:lnTo>
                    <a:pt x="1948566" y="82937"/>
                  </a:lnTo>
                  <a:lnTo>
                    <a:pt x="1994971" y="100152"/>
                  </a:lnTo>
                  <a:lnTo>
                    <a:pt x="2040768" y="118928"/>
                  </a:lnTo>
                  <a:lnTo>
                    <a:pt x="2085903" y="139241"/>
                  </a:lnTo>
                  <a:lnTo>
                    <a:pt x="2130326" y="161070"/>
                  </a:lnTo>
                  <a:lnTo>
                    <a:pt x="2173984" y="184389"/>
                  </a:lnTo>
                  <a:lnTo>
                    <a:pt x="2216829" y="209172"/>
                  </a:lnTo>
                  <a:lnTo>
                    <a:pt x="2258811" y="235389"/>
                  </a:lnTo>
                  <a:lnTo>
                    <a:pt x="2299882" y="263012"/>
                  </a:lnTo>
                  <a:lnTo>
                    <a:pt x="2339996" y="292008"/>
                  </a:lnTo>
                  <a:lnTo>
                    <a:pt x="2379105" y="322345"/>
                  </a:lnTo>
                  <a:lnTo>
                    <a:pt x="2417166" y="353987"/>
                  </a:lnTo>
                  <a:lnTo>
                    <a:pt x="2454135" y="386898"/>
                  </a:lnTo>
                  <a:lnTo>
                    <a:pt x="2489969" y="421041"/>
                  </a:lnTo>
                  <a:lnTo>
                    <a:pt x="2524628" y="456377"/>
                  </a:lnTo>
                  <a:lnTo>
                    <a:pt x="2558072" y="492865"/>
                  </a:lnTo>
                  <a:lnTo>
                    <a:pt x="2590263" y="530463"/>
                  </a:lnTo>
                  <a:lnTo>
                    <a:pt x="2621163" y="569128"/>
                  </a:lnTo>
                  <a:lnTo>
                    <a:pt x="2650738" y="608817"/>
                  </a:lnTo>
                  <a:lnTo>
                    <a:pt x="2678953" y="649483"/>
                  </a:lnTo>
                  <a:lnTo>
                    <a:pt x="2705777" y="691081"/>
                  </a:lnTo>
                  <a:lnTo>
                    <a:pt x="2731178" y="733562"/>
                  </a:lnTo>
                  <a:lnTo>
                    <a:pt x="2755127" y="776878"/>
                  </a:lnTo>
                  <a:lnTo>
                    <a:pt x="2777598" y="820979"/>
                  </a:lnTo>
                  <a:lnTo>
                    <a:pt x="2798564" y="865815"/>
                  </a:lnTo>
                  <a:lnTo>
                    <a:pt x="2818002" y="911335"/>
                  </a:lnTo>
                  <a:lnTo>
                    <a:pt x="2835888" y="957486"/>
                  </a:lnTo>
                  <a:lnTo>
                    <a:pt x="2852204" y="1004215"/>
                  </a:lnTo>
                  <a:lnTo>
                    <a:pt x="2866929" y="1051470"/>
                  </a:lnTo>
                  <a:lnTo>
                    <a:pt x="2880047" y="1099196"/>
                  </a:lnTo>
                  <a:lnTo>
                    <a:pt x="2891544" y="1147339"/>
                  </a:lnTo>
                  <a:lnTo>
                    <a:pt x="2901405" y="1195842"/>
                  </a:lnTo>
                  <a:lnTo>
                    <a:pt x="2909620" y="1244652"/>
                  </a:lnTo>
                  <a:lnTo>
                    <a:pt x="2916179" y="1293711"/>
                  </a:lnTo>
                  <a:lnTo>
                    <a:pt x="2921075" y="1342964"/>
                  </a:lnTo>
                  <a:lnTo>
                    <a:pt x="2924303" y="1392355"/>
                  </a:lnTo>
                  <a:lnTo>
                    <a:pt x="2925857" y="1441827"/>
                  </a:lnTo>
                  <a:lnTo>
                    <a:pt x="2925738" y="1491323"/>
                  </a:lnTo>
                  <a:lnTo>
                    <a:pt x="2923944" y="1540786"/>
                  </a:lnTo>
                  <a:lnTo>
                    <a:pt x="2920478" y="1590160"/>
                  </a:lnTo>
                  <a:lnTo>
                    <a:pt x="2915344" y="1639389"/>
                  </a:lnTo>
                  <a:lnTo>
                    <a:pt x="2908548" y="1688417"/>
                  </a:lnTo>
                  <a:lnTo>
                    <a:pt x="2900097" y="1737186"/>
                  </a:lnTo>
                  <a:lnTo>
                    <a:pt x="2890001" y="1785641"/>
                  </a:lnTo>
                  <a:lnTo>
                    <a:pt x="2878272" y="1833728"/>
                  </a:lnTo>
                  <a:lnTo>
                    <a:pt x="2864923" y="1881389"/>
                  </a:lnTo>
                  <a:lnTo>
                    <a:pt x="2849970" y="1928573"/>
                  </a:lnTo>
                  <a:lnTo>
                    <a:pt x="2833429" y="1975223"/>
                  </a:lnTo>
                  <a:lnTo>
                    <a:pt x="2815319" y="2021287"/>
                  </a:lnTo>
                  <a:lnTo>
                    <a:pt x="2795662" y="2066712"/>
                  </a:lnTo>
                  <a:lnTo>
                    <a:pt x="2774480" y="2111446"/>
                  </a:lnTo>
                  <a:lnTo>
                    <a:pt x="2751796" y="2155439"/>
                  </a:lnTo>
                  <a:lnTo>
                    <a:pt x="2727637" y="2198638"/>
                  </a:lnTo>
                  <a:lnTo>
                    <a:pt x="2702031" y="2240996"/>
                  </a:lnTo>
                  <a:lnTo>
                    <a:pt x="2675007" y="2282463"/>
                  </a:lnTo>
                  <a:lnTo>
                    <a:pt x="2646595" y="2322993"/>
                  </a:lnTo>
                  <a:lnTo>
                    <a:pt x="2616829" y="2362538"/>
                  </a:lnTo>
                  <a:lnTo>
                    <a:pt x="2585742" y="2401054"/>
                  </a:lnTo>
                  <a:lnTo>
                    <a:pt x="2553370" y="2438496"/>
                  </a:lnTo>
                  <a:lnTo>
                    <a:pt x="2519751" y="2474822"/>
                  </a:lnTo>
                  <a:lnTo>
                    <a:pt x="2484921" y="2509989"/>
                  </a:lnTo>
                  <a:lnTo>
                    <a:pt x="2448922" y="2543959"/>
                  </a:lnTo>
                  <a:lnTo>
                    <a:pt x="2411795" y="2576691"/>
                  </a:lnTo>
                  <a:lnTo>
                    <a:pt x="2373581" y="2608149"/>
                  </a:lnTo>
                  <a:lnTo>
                    <a:pt x="2334326" y="2638296"/>
                  </a:lnTo>
                  <a:lnTo>
                    <a:pt x="2294073" y="2667098"/>
                  </a:lnTo>
                  <a:lnTo>
                    <a:pt x="2252868" y="2694522"/>
                  </a:lnTo>
                  <a:lnTo>
                    <a:pt x="2210760" y="2720536"/>
                  </a:lnTo>
                  <a:lnTo>
                    <a:pt x="2167796" y="2745111"/>
                  </a:lnTo>
                  <a:lnTo>
                    <a:pt x="2124025" y="2768219"/>
                  </a:lnTo>
                  <a:lnTo>
                    <a:pt x="2079498" y="2789833"/>
                  </a:lnTo>
                  <a:lnTo>
                    <a:pt x="2034265" y="2809928"/>
                  </a:lnTo>
                  <a:lnTo>
                    <a:pt x="1988378" y="2828482"/>
                  </a:lnTo>
                  <a:lnTo>
                    <a:pt x="1941890" y="2845473"/>
                  </a:lnTo>
                  <a:lnTo>
                    <a:pt x="1894853" y="2860882"/>
                  </a:lnTo>
                  <a:lnTo>
                    <a:pt x="1847323" y="2874691"/>
                  </a:lnTo>
                  <a:lnTo>
                    <a:pt x="1799352" y="2886884"/>
                  </a:lnTo>
                  <a:lnTo>
                    <a:pt x="1750996" y="2897448"/>
                  </a:lnTo>
                  <a:lnTo>
                    <a:pt x="1702311" y="2906370"/>
                  </a:lnTo>
                  <a:lnTo>
                    <a:pt x="1653352" y="2913640"/>
                  </a:lnTo>
                  <a:lnTo>
                    <a:pt x="1604175" y="2919249"/>
                  </a:lnTo>
                  <a:lnTo>
                    <a:pt x="1554836" y="2923193"/>
                  </a:lnTo>
                  <a:lnTo>
                    <a:pt x="1505392" y="2925464"/>
                  </a:lnTo>
                  <a:lnTo>
                    <a:pt x="1455900" y="2926062"/>
                  </a:lnTo>
                  <a:lnTo>
                    <a:pt x="1406416" y="2924986"/>
                  </a:lnTo>
                  <a:lnTo>
                    <a:pt x="1356996" y="2922236"/>
                  </a:lnTo>
                  <a:lnTo>
                    <a:pt x="1307698" y="2917817"/>
                  </a:lnTo>
                  <a:lnTo>
                    <a:pt x="1258577" y="2911732"/>
                  </a:lnTo>
                  <a:lnTo>
                    <a:pt x="1209691" y="2903989"/>
                  </a:lnTo>
                  <a:lnTo>
                    <a:pt x="1161094" y="2894597"/>
                  </a:lnTo>
                  <a:lnTo>
                    <a:pt x="1112843" y="2883566"/>
                  </a:lnTo>
                  <a:lnTo>
                    <a:pt x="1064992" y="2870910"/>
                  </a:lnTo>
                  <a:lnTo>
                    <a:pt x="1017597" y="2856642"/>
                  </a:lnTo>
                  <a:lnTo>
                    <a:pt x="970712" y="2840779"/>
                  </a:lnTo>
                  <a:lnTo>
                    <a:pt x="924390" y="2823340"/>
                  </a:lnTo>
                  <a:lnTo>
                    <a:pt x="878685" y="2804343"/>
                  </a:lnTo>
                  <a:lnTo>
                    <a:pt x="833648" y="2783811"/>
                  </a:lnTo>
                  <a:lnTo>
                    <a:pt x="789332" y="2761768"/>
                  </a:lnTo>
                  <a:lnTo>
                    <a:pt x="745786" y="2738238"/>
                  </a:lnTo>
                  <a:lnTo>
                    <a:pt x="703062" y="2713249"/>
                  </a:lnTo>
                  <a:lnTo>
                    <a:pt x="661207" y="2686829"/>
                  </a:lnTo>
                  <a:lnTo>
                    <a:pt x="620270" y="2659008"/>
                  </a:lnTo>
                  <a:lnTo>
                    <a:pt x="580297" y="2629818"/>
                  </a:lnTo>
                  <a:lnTo>
                    <a:pt x="541335" y="2599293"/>
                  </a:lnTo>
                  <a:lnTo>
                    <a:pt x="503427" y="2567467"/>
                  </a:lnTo>
                  <a:lnTo>
                    <a:pt x="466618" y="2534378"/>
                  </a:lnTo>
                  <a:lnTo>
                    <a:pt x="430949" y="2500062"/>
                  </a:lnTo>
                  <a:lnTo>
                    <a:pt x="396461" y="2464559"/>
                  </a:lnTo>
                  <a:lnTo>
                    <a:pt x="363194" y="2427910"/>
                  </a:lnTo>
                  <a:lnTo>
                    <a:pt x="331185" y="2390157"/>
                  </a:lnTo>
                  <a:lnTo>
                    <a:pt x="300472" y="2351343"/>
                  </a:lnTo>
                  <a:lnTo>
                    <a:pt x="271090" y="2311511"/>
                  </a:lnTo>
                  <a:lnTo>
                    <a:pt x="243071" y="2270709"/>
                  </a:lnTo>
                  <a:lnTo>
                    <a:pt x="216449" y="2228983"/>
                  </a:lnTo>
                  <a:lnTo>
                    <a:pt x="191254" y="2186379"/>
                  </a:lnTo>
                  <a:lnTo>
                    <a:pt x="167514" y="2142948"/>
                  </a:lnTo>
                  <a:lnTo>
                    <a:pt x="145256" y="2098739"/>
                  </a:lnTo>
                  <a:lnTo>
                    <a:pt x="124507" y="2053802"/>
                  </a:lnTo>
                  <a:lnTo>
                    <a:pt x="105290" y="2008189"/>
                  </a:lnTo>
                  <a:lnTo>
                    <a:pt x="87627" y="1961952"/>
                  </a:lnTo>
                  <a:lnTo>
                    <a:pt x="71537" y="1915144"/>
                  </a:lnTo>
                  <a:lnTo>
                    <a:pt x="57041" y="1867818"/>
                  </a:lnTo>
                  <a:lnTo>
                    <a:pt x="44153" y="1820029"/>
                  </a:lnTo>
                  <a:lnTo>
                    <a:pt x="32890" y="1771832"/>
                  </a:lnTo>
                  <a:lnTo>
                    <a:pt x="23263" y="1723281"/>
                  </a:lnTo>
                  <a:lnTo>
                    <a:pt x="15284" y="1674433"/>
                  </a:lnTo>
                  <a:lnTo>
                    <a:pt x="8962" y="1625342"/>
                  </a:lnTo>
                  <a:lnTo>
                    <a:pt x="4304" y="1576066"/>
                  </a:lnTo>
                  <a:lnTo>
                    <a:pt x="1315" y="1526660"/>
                  </a:lnTo>
                  <a:lnTo>
                    <a:pt x="0" y="1477182"/>
                  </a:lnTo>
                  <a:lnTo>
                    <a:pt x="358" y="1427687"/>
                  </a:lnTo>
                  <a:lnTo>
                    <a:pt x="2391" y="1378233"/>
                  </a:lnTo>
                  <a:lnTo>
                    <a:pt x="6096" y="1328876"/>
                  </a:lnTo>
                  <a:lnTo>
                    <a:pt x="11468" y="1279672"/>
                  </a:lnTo>
                  <a:lnTo>
                    <a:pt x="73234" y="1287475"/>
                  </a:lnTo>
                  <a:lnTo>
                    <a:pt x="135000" y="1295278"/>
                  </a:lnTo>
                  <a:lnTo>
                    <a:pt x="196766" y="1303081"/>
                  </a:lnTo>
                  <a:lnTo>
                    <a:pt x="258532" y="1310883"/>
                  </a:lnTo>
                  <a:lnTo>
                    <a:pt x="320298" y="1318686"/>
                  </a:lnTo>
                  <a:lnTo>
                    <a:pt x="382064" y="1326489"/>
                  </a:lnTo>
                  <a:lnTo>
                    <a:pt x="443830" y="1334292"/>
                  </a:lnTo>
                  <a:lnTo>
                    <a:pt x="505597" y="1342095"/>
                  </a:lnTo>
                  <a:lnTo>
                    <a:pt x="567363" y="1349898"/>
                  </a:lnTo>
                  <a:lnTo>
                    <a:pt x="629129" y="1357701"/>
                  </a:lnTo>
                  <a:lnTo>
                    <a:pt x="624814" y="1400738"/>
                  </a:lnTo>
                  <a:lnTo>
                    <a:pt x="622718" y="1443940"/>
                  </a:lnTo>
                  <a:lnTo>
                    <a:pt x="622848" y="1487193"/>
                  </a:lnTo>
                  <a:lnTo>
                    <a:pt x="625204" y="1530382"/>
                  </a:lnTo>
                  <a:lnTo>
                    <a:pt x="629777" y="1573393"/>
                  </a:lnTo>
                  <a:lnTo>
                    <a:pt x="636558" y="1616111"/>
                  </a:lnTo>
                  <a:lnTo>
                    <a:pt x="645527" y="1658424"/>
                  </a:lnTo>
                  <a:lnTo>
                    <a:pt x="656661" y="1700219"/>
                  </a:lnTo>
                  <a:lnTo>
                    <a:pt x="669931" y="1741386"/>
                  </a:lnTo>
                  <a:lnTo>
                    <a:pt x="685301" y="1781817"/>
                  </a:lnTo>
                  <a:lnTo>
                    <a:pt x="702731" y="1821402"/>
                  </a:lnTo>
                  <a:lnTo>
                    <a:pt x="722174" y="1860039"/>
                  </a:lnTo>
                  <a:lnTo>
                    <a:pt x="743579" y="1897624"/>
                  </a:lnTo>
                  <a:lnTo>
                    <a:pt x="766889" y="1934059"/>
                  </a:lnTo>
                  <a:lnTo>
                    <a:pt x="792043" y="1969246"/>
                  </a:lnTo>
                  <a:lnTo>
                    <a:pt x="818973" y="2003092"/>
                  </a:lnTo>
                  <a:lnTo>
                    <a:pt x="847610" y="2035508"/>
                  </a:lnTo>
                  <a:lnTo>
                    <a:pt x="877876" y="2066407"/>
                  </a:lnTo>
                  <a:lnTo>
                    <a:pt x="909691" y="2095709"/>
                  </a:lnTo>
                  <a:lnTo>
                    <a:pt x="942972" y="2123335"/>
                  </a:lnTo>
                  <a:lnTo>
                    <a:pt x="977630" y="2149213"/>
                  </a:lnTo>
                  <a:lnTo>
                    <a:pt x="1013574" y="2173273"/>
                  </a:lnTo>
                  <a:lnTo>
                    <a:pt x="1050708" y="2195452"/>
                  </a:lnTo>
                  <a:lnTo>
                    <a:pt x="1088933" y="2215692"/>
                  </a:lnTo>
                  <a:lnTo>
                    <a:pt x="1128149" y="2233938"/>
                  </a:lnTo>
                  <a:lnTo>
                    <a:pt x="1168252" y="2250142"/>
                  </a:lnTo>
                  <a:lnTo>
                    <a:pt x="1209136" y="2264262"/>
                  </a:lnTo>
                  <a:lnTo>
                    <a:pt x="1250692" y="2276260"/>
                  </a:lnTo>
                  <a:lnTo>
                    <a:pt x="1292810" y="2286104"/>
                  </a:lnTo>
                  <a:lnTo>
                    <a:pt x="1335378" y="2293768"/>
                  </a:lnTo>
                  <a:lnTo>
                    <a:pt x="1378285" y="2299232"/>
                  </a:lnTo>
                  <a:lnTo>
                    <a:pt x="1421416" y="2302481"/>
                  </a:lnTo>
                  <a:lnTo>
                    <a:pt x="1464657" y="2303508"/>
                  </a:lnTo>
                  <a:lnTo>
                    <a:pt x="1507893" y="2302308"/>
                  </a:lnTo>
                  <a:lnTo>
                    <a:pt x="1551010" y="2298886"/>
                  </a:lnTo>
                  <a:lnTo>
                    <a:pt x="1593895" y="2293249"/>
                  </a:lnTo>
                  <a:lnTo>
                    <a:pt x="1636432" y="2285415"/>
                  </a:lnTo>
                  <a:lnTo>
                    <a:pt x="1678510" y="2275402"/>
                  </a:lnTo>
                  <a:lnTo>
                    <a:pt x="1720018" y="2263237"/>
                  </a:lnTo>
                  <a:lnTo>
                    <a:pt x="1760844" y="2248954"/>
                  </a:lnTo>
                  <a:lnTo>
                    <a:pt x="1800882" y="2232589"/>
                  </a:lnTo>
                  <a:lnTo>
                    <a:pt x="1840025" y="2214185"/>
                  </a:lnTo>
                  <a:lnTo>
                    <a:pt x="1878169" y="2193793"/>
                  </a:lnTo>
                  <a:lnTo>
                    <a:pt x="1915213" y="2171465"/>
                  </a:lnTo>
                  <a:lnTo>
                    <a:pt x="1951060" y="2147261"/>
                  </a:lnTo>
                  <a:lnTo>
                    <a:pt x="1985614" y="2121245"/>
                  </a:lnTo>
                  <a:lnTo>
                    <a:pt x="2018784" y="2093485"/>
                  </a:lnTo>
                  <a:lnTo>
                    <a:pt x="2050482" y="2064056"/>
                  </a:lnTo>
                  <a:lnTo>
                    <a:pt x="2080623" y="2033035"/>
                  </a:lnTo>
                  <a:lnTo>
                    <a:pt x="2109130" y="2000505"/>
                  </a:lnTo>
                  <a:lnTo>
                    <a:pt x="2135924" y="1966551"/>
                  </a:lnTo>
                  <a:lnTo>
                    <a:pt x="2160937" y="1931263"/>
                  </a:lnTo>
                  <a:lnTo>
                    <a:pt x="2184101" y="1894736"/>
                  </a:lnTo>
                  <a:lnTo>
                    <a:pt x="2205355" y="1857065"/>
                  </a:lnTo>
                  <a:lnTo>
                    <a:pt x="2224643" y="1818351"/>
                  </a:lnTo>
                  <a:lnTo>
                    <a:pt x="2241913" y="1778695"/>
                  </a:lnTo>
                  <a:lnTo>
                    <a:pt x="2257121" y="1738204"/>
                  </a:lnTo>
                  <a:lnTo>
                    <a:pt x="2270226" y="1696984"/>
                  </a:lnTo>
                  <a:lnTo>
                    <a:pt x="2281192" y="1655144"/>
                  </a:lnTo>
                  <a:lnTo>
                    <a:pt x="2289991" y="1612795"/>
                  </a:lnTo>
                  <a:lnTo>
                    <a:pt x="2296601" y="1570050"/>
                  </a:lnTo>
                  <a:lnTo>
                    <a:pt x="2301002" y="1527022"/>
                  </a:lnTo>
                  <a:lnTo>
                    <a:pt x="2303184" y="1483824"/>
                  </a:lnTo>
                  <a:lnTo>
                    <a:pt x="2303141" y="1440571"/>
                  </a:lnTo>
                  <a:lnTo>
                    <a:pt x="2300872" y="1397377"/>
                  </a:lnTo>
                  <a:lnTo>
                    <a:pt x="2296384" y="1354357"/>
                  </a:lnTo>
                  <a:lnTo>
                    <a:pt x="2289690" y="1311626"/>
                  </a:lnTo>
                  <a:lnTo>
                    <a:pt x="2280805" y="1269295"/>
                  </a:lnTo>
                  <a:lnTo>
                    <a:pt x="2269755" y="1227477"/>
                  </a:lnTo>
                  <a:lnTo>
                    <a:pt x="2256568" y="1186283"/>
                  </a:lnTo>
                  <a:lnTo>
                    <a:pt x="2241279" y="1145823"/>
                  </a:lnTo>
                  <a:lnTo>
                    <a:pt x="2223929" y="1106202"/>
                  </a:lnTo>
                  <a:lnTo>
                    <a:pt x="2204563" y="1067526"/>
                  </a:lnTo>
                  <a:lnTo>
                    <a:pt x="2183234" y="1029898"/>
                  </a:lnTo>
                  <a:lnTo>
                    <a:pt x="2159996" y="993417"/>
                  </a:lnTo>
                  <a:lnTo>
                    <a:pt x="2134913" y="958180"/>
                  </a:lnTo>
                  <a:lnTo>
                    <a:pt x="2108050" y="924280"/>
                  </a:lnTo>
                  <a:lnTo>
                    <a:pt x="2079479" y="891806"/>
                  </a:lnTo>
                  <a:lnTo>
                    <a:pt x="2049275" y="860846"/>
                  </a:lnTo>
                  <a:lnTo>
                    <a:pt x="2017518" y="831481"/>
                  </a:lnTo>
                  <a:lnTo>
                    <a:pt x="1984293" y="803788"/>
                  </a:lnTo>
                  <a:lnTo>
                    <a:pt x="1949687" y="777841"/>
                  </a:lnTo>
                  <a:lnTo>
                    <a:pt x="1913792" y="753709"/>
                  </a:lnTo>
                  <a:lnTo>
                    <a:pt x="1876702" y="731455"/>
                  </a:lnTo>
                  <a:lnTo>
                    <a:pt x="1838518" y="711139"/>
                  </a:lnTo>
                  <a:lnTo>
                    <a:pt x="1799338" y="692814"/>
                  </a:lnTo>
                  <a:lnTo>
                    <a:pt x="1759268" y="676530"/>
                  </a:lnTo>
                  <a:lnTo>
                    <a:pt x="1718413" y="662328"/>
                  </a:lnTo>
                  <a:lnTo>
                    <a:pt x="1676881" y="650247"/>
                  </a:lnTo>
                  <a:lnTo>
                    <a:pt x="1634783" y="640318"/>
                  </a:lnTo>
                  <a:lnTo>
                    <a:pt x="1592230" y="632569"/>
                  </a:lnTo>
                  <a:lnTo>
                    <a:pt x="1549334" y="627019"/>
                  </a:lnTo>
                  <a:lnTo>
                    <a:pt x="1506210" y="623683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3252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1762612" y="2194559"/>
              <a:ext cx="1451503" cy="1357701"/>
            </a:xfrm>
            <a:custGeom>
              <a:avLst/>
              <a:pathLst>
                <a:path w="1451503" h="1357701">
                  <a:moveTo>
                    <a:pt x="617661" y="1357701"/>
                  </a:moveTo>
                  <a:lnTo>
                    <a:pt x="555894" y="1349898"/>
                  </a:lnTo>
                  <a:lnTo>
                    <a:pt x="494128" y="1342095"/>
                  </a:lnTo>
                  <a:lnTo>
                    <a:pt x="432362" y="1334292"/>
                  </a:lnTo>
                  <a:lnTo>
                    <a:pt x="370596" y="1326489"/>
                  </a:lnTo>
                  <a:lnTo>
                    <a:pt x="308830" y="1318686"/>
                  </a:lnTo>
                  <a:lnTo>
                    <a:pt x="247064" y="1310883"/>
                  </a:lnTo>
                  <a:lnTo>
                    <a:pt x="185298" y="1303081"/>
                  </a:lnTo>
                  <a:lnTo>
                    <a:pt x="123532" y="1295278"/>
                  </a:lnTo>
                  <a:lnTo>
                    <a:pt x="61766" y="1287475"/>
                  </a:lnTo>
                  <a:lnTo>
                    <a:pt x="0" y="1279672"/>
                  </a:lnTo>
                  <a:lnTo>
                    <a:pt x="7167" y="1229847"/>
                  </a:lnTo>
                  <a:lnTo>
                    <a:pt x="16044" y="1180298"/>
                  </a:lnTo>
                  <a:lnTo>
                    <a:pt x="26620" y="1131084"/>
                  </a:lnTo>
                  <a:lnTo>
                    <a:pt x="38883" y="1082263"/>
                  </a:lnTo>
                  <a:lnTo>
                    <a:pt x="52818" y="1033893"/>
                  </a:lnTo>
                  <a:lnTo>
                    <a:pt x="68409" y="986031"/>
                  </a:lnTo>
                  <a:lnTo>
                    <a:pt x="85637" y="938733"/>
                  </a:lnTo>
                  <a:lnTo>
                    <a:pt x="104483" y="892056"/>
                  </a:lnTo>
                  <a:lnTo>
                    <a:pt x="124922" y="846055"/>
                  </a:lnTo>
                  <a:lnTo>
                    <a:pt x="146933" y="800784"/>
                  </a:lnTo>
                  <a:lnTo>
                    <a:pt x="170487" y="756297"/>
                  </a:lnTo>
                  <a:lnTo>
                    <a:pt x="195558" y="712647"/>
                  </a:lnTo>
                  <a:lnTo>
                    <a:pt x="222116" y="669886"/>
                  </a:lnTo>
                  <a:lnTo>
                    <a:pt x="250129" y="628063"/>
                  </a:lnTo>
                  <a:lnTo>
                    <a:pt x="279564" y="587228"/>
                  </a:lnTo>
                  <a:lnTo>
                    <a:pt x="310387" y="547431"/>
                  </a:lnTo>
                  <a:lnTo>
                    <a:pt x="342560" y="508717"/>
                  </a:lnTo>
                  <a:lnTo>
                    <a:pt x="376046" y="471133"/>
                  </a:lnTo>
                  <a:lnTo>
                    <a:pt x="410805" y="434723"/>
                  </a:lnTo>
                  <a:lnTo>
                    <a:pt x="446797" y="399531"/>
                  </a:lnTo>
                  <a:lnTo>
                    <a:pt x="483977" y="365597"/>
                  </a:lnTo>
                  <a:lnTo>
                    <a:pt x="522303" y="332963"/>
                  </a:lnTo>
                  <a:lnTo>
                    <a:pt x="561729" y="301666"/>
                  </a:lnTo>
                  <a:lnTo>
                    <a:pt x="602208" y="271744"/>
                  </a:lnTo>
                  <a:lnTo>
                    <a:pt x="643693" y="243233"/>
                  </a:lnTo>
                  <a:lnTo>
                    <a:pt x="686134" y="216165"/>
                  </a:lnTo>
                  <a:lnTo>
                    <a:pt x="729481" y="190573"/>
                  </a:lnTo>
                  <a:lnTo>
                    <a:pt x="773682" y="166488"/>
                  </a:lnTo>
                  <a:lnTo>
                    <a:pt x="818686" y="143938"/>
                  </a:lnTo>
                  <a:lnTo>
                    <a:pt x="864440" y="122949"/>
                  </a:lnTo>
                  <a:lnTo>
                    <a:pt x="910888" y="103547"/>
                  </a:lnTo>
                  <a:lnTo>
                    <a:pt x="957976" y="85753"/>
                  </a:lnTo>
                  <a:lnTo>
                    <a:pt x="1005648" y="69591"/>
                  </a:lnTo>
                  <a:lnTo>
                    <a:pt x="1053848" y="55078"/>
                  </a:lnTo>
                  <a:lnTo>
                    <a:pt x="1102519" y="42231"/>
                  </a:lnTo>
                  <a:lnTo>
                    <a:pt x="1151603" y="31067"/>
                  </a:lnTo>
                  <a:lnTo>
                    <a:pt x="1201042" y="21597"/>
                  </a:lnTo>
                  <a:lnTo>
                    <a:pt x="1250777" y="13834"/>
                  </a:lnTo>
                  <a:lnTo>
                    <a:pt x="1300751" y="7787"/>
                  </a:lnTo>
                  <a:lnTo>
                    <a:pt x="1350902" y="3462"/>
                  </a:lnTo>
                  <a:lnTo>
                    <a:pt x="1401173" y="865"/>
                  </a:lnTo>
                  <a:lnTo>
                    <a:pt x="1451503" y="0"/>
                  </a:lnTo>
                  <a:lnTo>
                    <a:pt x="1451503" y="62257"/>
                  </a:lnTo>
                  <a:lnTo>
                    <a:pt x="1451503" y="124514"/>
                  </a:lnTo>
                  <a:lnTo>
                    <a:pt x="1451503" y="186771"/>
                  </a:lnTo>
                  <a:lnTo>
                    <a:pt x="1451503" y="249028"/>
                  </a:lnTo>
                  <a:lnTo>
                    <a:pt x="1451503" y="311285"/>
                  </a:lnTo>
                  <a:lnTo>
                    <a:pt x="1451503" y="373542"/>
                  </a:lnTo>
                  <a:lnTo>
                    <a:pt x="1451503" y="435799"/>
                  </a:lnTo>
                  <a:lnTo>
                    <a:pt x="1451503" y="498056"/>
                  </a:lnTo>
                  <a:lnTo>
                    <a:pt x="1451503" y="560313"/>
                  </a:lnTo>
                  <a:lnTo>
                    <a:pt x="1451503" y="622570"/>
                  </a:lnTo>
                  <a:lnTo>
                    <a:pt x="1408144" y="623689"/>
                  </a:lnTo>
                  <a:lnTo>
                    <a:pt x="1364901" y="627043"/>
                  </a:lnTo>
                  <a:lnTo>
                    <a:pt x="1321888" y="632624"/>
                  </a:lnTo>
                  <a:lnTo>
                    <a:pt x="1279220" y="640417"/>
                  </a:lnTo>
                  <a:lnTo>
                    <a:pt x="1237011" y="650400"/>
                  </a:lnTo>
                  <a:lnTo>
                    <a:pt x="1195374" y="662548"/>
                  </a:lnTo>
                  <a:lnTo>
                    <a:pt x="1154418" y="676827"/>
                  </a:lnTo>
                  <a:lnTo>
                    <a:pt x="1114254" y="693200"/>
                  </a:lnTo>
                  <a:lnTo>
                    <a:pt x="1074988" y="711624"/>
                  </a:lnTo>
                  <a:lnTo>
                    <a:pt x="1036724" y="732048"/>
                  </a:lnTo>
                  <a:lnTo>
                    <a:pt x="999565" y="754420"/>
                  </a:lnTo>
                  <a:lnTo>
                    <a:pt x="963610" y="778678"/>
                  </a:lnTo>
                  <a:lnTo>
                    <a:pt x="928955" y="804760"/>
                  </a:lnTo>
                  <a:lnTo>
                    <a:pt x="895690" y="832594"/>
                  </a:lnTo>
                  <a:lnTo>
                    <a:pt x="863906" y="862107"/>
                  </a:lnTo>
                  <a:lnTo>
                    <a:pt x="833687" y="893221"/>
                  </a:lnTo>
                  <a:lnTo>
                    <a:pt x="805114" y="925852"/>
                  </a:lnTo>
                  <a:lnTo>
                    <a:pt x="778261" y="959914"/>
                  </a:lnTo>
                  <a:lnTo>
                    <a:pt x="753202" y="995316"/>
                  </a:lnTo>
                  <a:lnTo>
                    <a:pt x="730003" y="1031963"/>
                  </a:lnTo>
                  <a:lnTo>
                    <a:pt x="708725" y="1069759"/>
                  </a:lnTo>
                  <a:lnTo>
                    <a:pt x="689425" y="1108601"/>
                  </a:lnTo>
                  <a:lnTo>
                    <a:pt x="672154" y="1148388"/>
                  </a:lnTo>
                  <a:lnTo>
                    <a:pt x="656960" y="1189013"/>
                  </a:lnTo>
                  <a:lnTo>
                    <a:pt x="643881" y="1230368"/>
                  </a:lnTo>
                  <a:lnTo>
                    <a:pt x="632953" y="1272342"/>
                  </a:lnTo>
                  <a:lnTo>
                    <a:pt x="624205" y="1314824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3252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</p:grpSp>
      <p:sp>
        <p:nvSpPr>
          <p:cNvPr id="7" name=""/>
          <p:cNvSpPr>
            <a:spLocks noGrp="1"/>
          </p:cNvSpPr>
          <p:nvPr>
            </p:nvPr>
        </p:nvSpPr>
        <p:spPr>
          <a:xfrm>
            <a:off x="1385316" y="3246120"/>
            <a:ext cx="3657600" cy="60350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385316" y="3840480"/>
            <a:ext cx="3657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309360" y="2468880"/>
            <a:ext cx="45720" cy="22860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510528" y="2423160"/>
            <a:ext cx="5193792" cy="23774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 estudiantes</a:t>
            </a: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133</a:t>
            </a: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conocen la misión y los propósitos de la PUCP y </a:t>
            </a:r>
            <a:r>
              <a:rPr cap="none" sz="17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 (23%)</a:t>
            </a:r>
            <a:r>
              <a:rPr cap="none" sz="17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no la conocen.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704338" y="564184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14066" y="557784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319526" y="564184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429254" y="557784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p_donut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385316" y="1828800"/>
            <a:ext cx="3657600" cy="36576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385316" y="1645920"/>
            <a:ext cx="36576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dona, 10.16 x 10.16 cm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309360" y="2423160"/>
            <a:ext cx="5394960" cy="23774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309360" y="2240280"/>
            <a:ext cx="53949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14.99 x 6.60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704338" y="557784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704338" y="539496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PERSONAL ADMINISTRATIVO: GESTIÓN Y DESARROLLO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475465" y="1417320"/>
            <a:ext cx="19202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578585" y="141732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 (Top Two Box)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080699" y="1417320"/>
            <a:ext cx="82296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79476" y="1755648"/>
            <a:ext cx="4114800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las capacitaciones, los programas de actualización y perfeccionamiento brindados por la Universidad para el personal administrativo de la Unidad, son idóneos para la labor que desempeño.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911929" y="1938528"/>
            <a:ext cx="577045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822318" y="1993392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485317" y="1938528"/>
            <a:ext cx="353219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395705" y="1993392"/>
            <a:ext cx="371141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013856" y="1938528"/>
            <a:ext cx="312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64572" y="1883664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95738" y="1664208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397584" y="1993392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227958" y="1993392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446459" y="2002536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79476" y="2592324"/>
            <a:ext cx="4114800" cy="4114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Considero que el personal administrativo de la Unidad tiene funciones claramente definidas.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911929" y="2615184"/>
            <a:ext cx="577045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822318" y="2670048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603182" y="2615184"/>
            <a:ext cx="31240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753898" y="2560320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485064" y="2340864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85317" y="2615184"/>
            <a:ext cx="17679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95705" y="2670048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249586" y="2615184"/>
            <a:ext cx="1767927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159975" y="2670048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088836" y="2670048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919211" y="2670048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446459" y="2679192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79476" y="3108960"/>
            <a:ext cx="4114800" cy="7315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actualización, perfeccionamiento y capacitaciones brindados por la Universidad para su personal administrativo de la Unidad.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603182" y="3291840"/>
            <a:ext cx="885792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513571" y="3346704"/>
            <a:ext cx="1065015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485317" y="3291840"/>
            <a:ext cx="3223449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395705" y="3346704"/>
            <a:ext cx="3402672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705108" y="3291840"/>
            <a:ext cx="312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55824" y="3236976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586991" y="301752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088836" y="3346704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919211" y="3346704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446459" y="3355848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79476" y="3865626"/>
            <a:ext cx="4114800" cy="571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Existen evaluaciones periódicas para promociones y ascensos del personal administrativo de la Unidad realizados por la Universidad.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911929" y="3968496"/>
            <a:ext cx="577045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822318" y="4023360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338542" y="3968496"/>
            <a:ext cx="57704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248930" y="4023360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485317" y="3968496"/>
            <a:ext cx="17679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95705" y="4023360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324567" y="4023360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654570" y="4023360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126419" y="3968496"/>
            <a:ext cx="264033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1446459" y="4032504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79476" y="4542282"/>
            <a:ext cx="4114800" cy="571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Estoy satisfecho(a) con los programas de motivación e incentivos que me brinda la Universidad como su trabajador de la Unidad.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603182" y="4645152"/>
            <a:ext cx="885792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3571" y="4700016"/>
            <a:ext cx="1065015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029794" y="4645152"/>
            <a:ext cx="57704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940183" y="4700016"/>
            <a:ext cx="75626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485317" y="4645152"/>
            <a:ext cx="1767927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6395705" y="4700016"/>
            <a:ext cx="1947149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324567" y="4700016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345823" y="4700016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1126419" y="4645152"/>
            <a:ext cx="216027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446459" y="4709160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79476" y="5218938"/>
            <a:ext cx="4114800" cy="5715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requisitos de la Universidad que definen las contrataciones, promociones o ascensos del personal administrativo de la Unidad son claros.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5603182" y="5321808"/>
            <a:ext cx="885792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513571" y="5376672"/>
            <a:ext cx="1065015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294435" y="5321808"/>
            <a:ext cx="312405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445151" y="5266944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176317" y="5047488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6485317" y="5321808"/>
            <a:ext cx="1194540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6395705" y="5376672"/>
            <a:ext cx="1373762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676199" y="5321808"/>
            <a:ext cx="31240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826915" y="5266944"/>
            <a:ext cx="10973" cy="5486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558081" y="5047488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8059927" y="5376672"/>
            <a:ext cx="6400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610464" y="5376672"/>
            <a:ext cx="64008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126419" y="5321808"/>
            <a:ext cx="320040" cy="3657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1446459" y="5385816"/>
            <a:ext cx="4572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6481659" y="1691640"/>
            <a:ext cx="10973" cy="419709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129638" y="613562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239366" y="6071616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446626" y="613562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556354" y="6071616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5976214" y="613562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6085942" y="6071616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7264502" y="613562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7374230" y="6071616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9327490" y="61356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9437218" y="6071616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Uso excepcional: con Top Two Box se prefieren barras apiladas alineadas. Base: 15 administrativos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p_barras_divergentes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4722876" y="1783080"/>
            <a:ext cx="6174943" cy="405993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4722876" y="1600200"/>
            <a:ext cx="617494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divergente, centro entre desacuerdo y acuerdo, 17.15 x 11.28 cm</a:t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2129638" y="6071616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2129638" y="5888736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PODRÍA MEJORAR LA CARRERA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277356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600303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7939430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665110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9601505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932718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263579" y="1828800"/>
            <a:ext cx="5486" cy="422452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098925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1826666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Integración de herramientas digitales para diseño, simulación, software especializado, análisis de datos e inteligencia artificial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277356" y="2029054"/>
            <a:ext cx="4820016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1005932" y="1948586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225388" y="190286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249119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Actualización del plan de estudios, modernización de cursos y ampliación de electivos según demandas profesionales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277356" y="2451506"/>
            <a:ext cx="4487601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673517" y="2371039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892973" y="2325319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2671572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práctica industrial en campo, talleres, laboratorios, fabricación y resolución de casos reales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277356" y="2873959"/>
            <a:ext cx="4321393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507309" y="2793492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726765" y="274777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094025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Profundización en rubros mecánicos de alta demanda: minería, energía, mantenimiento, plantas, maquinaria, diseño e hidráulica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277356" y="3296412"/>
            <a:ext cx="3490356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676272" y="3215945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95728" y="3170225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3516478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vinculación docente con la industria, actualización profesional y mejora de metodologías de enseñanza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277356" y="3718865"/>
            <a:ext cx="2493112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679028" y="3638398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898484" y="3592678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3938930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sobre perfiles profesionales, campos laborales, rubros de especialización y condiciones del mercado peruano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277356" y="4141318"/>
            <a:ext cx="2493112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679028" y="4060850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898484" y="4015130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361383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comunicación, liderazgo, trabajo interdisciplinario y habilidades blandas para contextos profesionales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277356" y="4563770"/>
            <a:ext cx="2493112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679028" y="4483303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898484" y="4437583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783836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Fortalecimiento de gestión de proyectos, negocio, costos, finanzas y perfil gerencial del ingeniero mecánico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277356" y="4986223"/>
            <a:ext cx="2160697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346613" y="4905756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566069" y="486003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5206289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 a la inserción laboral mediante prácticas, horarios compatibles, pasantías, convenios y asesoría profesional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277356" y="5408676"/>
            <a:ext cx="1495867" cy="2194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681783" y="5328209"/>
            <a:ext cx="182880" cy="1828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901239" y="5282489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5712562"/>
            <a:ext cx="576072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sabe / Ninguna sugerencia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277356" y="5831129"/>
            <a:ext cx="664830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850746" y="5750662"/>
            <a:ext cx="182880" cy="182880"/>
          </a:xfrm>
          <a:prstGeom prst="ellipse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070202" y="570494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277356" y="1280160"/>
            <a:ext cx="4986223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% de encuestados que marcó cada opción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 de Ingeniería Mecánica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p_lollipop (selección múltiple)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6277356" y="1828800"/>
            <a:ext cx="4986223" cy="422452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6277356" y="1645920"/>
            <a:ext cx="49862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lollipop, eje desde 0, 13.85 x 11.73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PODRÍA MEJORAR LA CARRERA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277356" y="1280160"/>
            <a:ext cx="3657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% de encuestados que marcó cada opción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689506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Integración de herramientas digitales para diseño, simulación, software especializado, análisis de datos e inteligencia artificial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158484" y="1771906"/>
            <a:ext cx="4574449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0769509" y="176570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111959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Actualización del plan de estudios, modernización de cursos y ampliación de electivos según demandas profesionales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58484" y="2194359"/>
            <a:ext cx="4258970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0454030" y="2188159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2534412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práctica industrial en campo, talleres, laboratorios, fabricación y resolución de casos reales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158484" y="2616812"/>
            <a:ext cx="4101230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296290" y="26106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2956865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Profundización en rubros mecánicos de alta demanda: minería, energía, mantenimiento, plantas, maquinaria, diseño e hidráulica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58484" y="3039264"/>
            <a:ext cx="3312532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507592" y="3033065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379318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vinculación docente con la industria, actualización profesional y mejora de metodologías de enseñanza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158484" y="3461717"/>
            <a:ext cx="2366094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561154" y="345551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3801770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sobre perfiles profesionales, campos laborales, rubros de especialización y condiciones del mercado peruano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58484" y="3884170"/>
            <a:ext cx="2366094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561154" y="387797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224223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comunicación, liderazgo, trabajo interdisciplinario y habilidades blandas para contextos profesionales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158484" y="4306623"/>
            <a:ext cx="2366094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561154" y="4300423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4646676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Fortalecimiento de gestión de proyectos, negocio, costos, finanzas y perfil gerencial del ingeniero mecánico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158484" y="4729076"/>
            <a:ext cx="2050615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245675" y="47228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5069129"/>
            <a:ext cx="5760720" cy="4267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 a la inserción laboral mediante prácticas, horarios compatibles, pasantías, convenios y asesoría profesional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158484" y="5151528"/>
            <a:ext cx="1419657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614717" y="5145329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5575402"/>
            <a:ext cx="576072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sabe / Ninguna sugerencia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58484" y="5573981"/>
            <a:ext cx="630959" cy="26192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826019" y="556778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egresados. La opción más marcada va en azul oscuro. «Otros» y «No sabe» van al final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p_barras_agrupadas (orden_barras = «mayor_menor», residuales al final)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158484" y="1691640"/>
            <a:ext cx="5123383" cy="422452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158484" y="1508760"/>
            <a:ext cx="512338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0.73 cm, 14.23 x 11.73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PROMEDIO POR CICLO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745236" y="5532120"/>
            <a:ext cx="10701223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745236" y="1828800"/>
            <a:ext cx="3657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promedio, en años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222349" y="3246120"/>
            <a:ext cx="981712" cy="228600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948029" y="2862072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20.5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56589" y="2624328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 estudiantes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56589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975406" y="3014579"/>
            <a:ext cx="981712" cy="2517541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701086" y="2630531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22.5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609646" y="2392787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 estudiantes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609646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28463" y="3116132"/>
            <a:ext cx="981712" cy="241598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54143" y="2732084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21.6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362703" y="2494340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estudiantes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362703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481520" y="3034982"/>
            <a:ext cx="981712" cy="249713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207200" y="2650934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22.3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115760" y="2413190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 estudiantes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15760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34577" y="2887133"/>
            <a:ext cx="981712" cy="264498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960257" y="2503085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23.7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868817" y="2265341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 estudiantes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868817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987635" y="2896126"/>
            <a:ext cx="981712" cy="263599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713315" y="2512078"/>
            <a:ext cx="1530352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23.6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621875" y="2274334"/>
            <a:ext cx="1713232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 estudiantes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621875" y="5623560"/>
            <a:ext cx="1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p_numerico (media por grupo)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36676" y="2514600"/>
            <a:ext cx="10518343" cy="30175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36676" y="2331720"/>
            <a:ext cx="1051834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columnas de la media, 29.22 x 8.38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DISTRIBUCIÓN DE LA EDAD POR CICLO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025396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75107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18137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543817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610879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33655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403620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129300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196361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922041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989102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714782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781844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507524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7574585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30026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367326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09300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160067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885747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952809" y="1828800"/>
            <a:ext cx="5486" cy="381304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67848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025396" y="128016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Edad, en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2009394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 ciclo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025396" y="2139239"/>
            <a:ext cx="1981853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019910" y="205917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001763" y="205917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025396" y="1971789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408051" y="1971789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362472" y="2105406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760659" y="2009394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20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2644902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 ciclo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421767" y="2774747"/>
            <a:ext cx="2774594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416280" y="2694680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190875" y="2694680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18137" y="2607297"/>
            <a:ext cx="990927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200792" y="2607297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760659" y="2644902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22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3280410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 ciclo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421767" y="3410255"/>
            <a:ext cx="1981853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416280" y="3330188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398133" y="3330188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421767" y="3242805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606236" y="3242805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947954" y="3376422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51584" y="3376422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760659" y="3280410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20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3915918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 ciclo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421767" y="4045763"/>
            <a:ext cx="2378224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416280" y="3965696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94504" y="3965696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18137" y="3878313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002607" y="3878313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155213" y="4011930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344325" y="4011930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760659" y="3915918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21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4551426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 ciclo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421767" y="4681271"/>
            <a:ext cx="3616882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416280" y="4601204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6033162" y="4601204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18137" y="4513821"/>
            <a:ext cx="1288205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200792" y="4513821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8722549" y="4647438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0308031" y="4647438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344325" y="4647438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760659" y="4551426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22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5186934"/>
            <a:ext cx="16002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 ciclo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3214508" y="5316779"/>
            <a:ext cx="1981853" cy="14630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209021" y="523671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5190875" y="5236712"/>
            <a:ext cx="10973" cy="174765"/>
          </a:xfrm>
          <a:prstGeom prst="rect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3214508" y="5149329"/>
            <a:ext cx="792741" cy="349529"/>
          </a:xfrm>
          <a:prstGeom prst="rect">
            <a:avLst/>
          </a:prstGeom>
          <a:solidFill>
            <a:srgbClr val="B9C5DC">
              <a:alpha val="100000"/>
            </a:srgbClr>
          </a:solidFill>
          <a:ln w="952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3597163" y="5149329"/>
            <a:ext cx="27432" cy="349529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5551584" y="5282946"/>
            <a:ext cx="82296" cy="82296"/>
          </a:xfrm>
          <a:prstGeom prst="ellipse">
            <a:avLst/>
          </a:prstGeom>
          <a:solidFill>
            <a:srgbClr val="5A6480">
              <a:alpha val="100000"/>
            </a:srgbClr>
          </a:solidFill>
          <a:ln w="3175" cap="rnd" cmpd="sng">
            <a:solidFill>
              <a:srgbClr val="5A648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0760659" y="5186934"/>
            <a:ext cx="1143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23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604360" y="5980176"/>
            <a:ext cx="137160" cy="137160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714088" y="5916168"/>
            <a:ext cx="2153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50 % central de las edades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6959448" y="598017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7069176" y="5916168"/>
            <a:ext cx="883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172 estudiantes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p_boxplot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025396" y="1828800"/>
            <a:ext cx="8323783" cy="381304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025396" y="1645920"/>
            <a:ext cx="832378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cajas: cuartiles, mediana y bigotes a 1,5 RIC, 23.12 x 10.59 cm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4604360" y="5916168"/>
            <a:ext cx="31658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4604360" y="5733288"/>
            <a:ext cx="31658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8.79 x 0.76 cm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 POR PÚBLICO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299716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02539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62885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68856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626053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351733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289222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014902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952390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678070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5615559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34123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278728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004408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941896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667576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605065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330745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68233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993913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931402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657082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594571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320251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257739" y="1828800"/>
            <a:ext cx="5486" cy="37216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983419" y="1554480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299716" y="128016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Edad, en años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2047113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2312289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 respuestas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891321" y="2266569"/>
            <a:ext cx="5835884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388401" y="2156841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782068" y="2156841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409819" y="2175129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440619" y="2156841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46.9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2977515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242691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 respuestas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30251" y="3196971"/>
            <a:ext cx="2785308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327331" y="3087243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670423" y="3087243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170970" y="3105531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40619" y="3087243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22.5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907917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4173093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 respuestas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228152" y="4127373"/>
            <a:ext cx="3448477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725232" y="4017645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731493" y="4017645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757546" y="4035933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440619" y="4017645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26.9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4838319"/>
            <a:ext cx="18745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5103495"/>
            <a:ext cx="187452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 respuestas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3758687" y="5057775"/>
            <a:ext cx="4509546" cy="54864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3255767" y="4948047"/>
            <a:ext cx="4572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323097" y="4948047"/>
            <a:ext cx="45720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5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248278" y="4966335"/>
            <a:ext cx="237744" cy="23774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440619" y="4948047"/>
            <a:ext cx="14630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45.7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422750" y="598017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532478" y="5916168"/>
            <a:ext cx="706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330038" y="5980176"/>
            <a:ext cx="137160" cy="137160"/>
          </a:xfrm>
          <a:prstGeom prst="rect">
            <a:avLst/>
          </a:prstGeom>
          <a:solidFill>
            <a:srgbClr val="B9C5DC">
              <a:alpha val="100000"/>
            </a:srgbClr>
          </a:solidFill>
          <a:ln w="3175" cap="rnd" cmpd="sng">
            <a:solidFill>
              <a:srgbClr val="B9C5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5439766" y="5916168"/>
            <a:ext cx="2877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Rango de edades (mínimo a máximo)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p_media_rango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299716" y="1828800"/>
            <a:ext cx="7958023" cy="37216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299716" y="1645920"/>
            <a:ext cx="79580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 (punto) y rango (barra), 22.11 x 10.34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422750" y="5916168"/>
            <a:ext cx="37119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422750" y="5733288"/>
            <a:ext cx="37119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10.31 x 0.76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CONOCER LA MISIÓN FRENTE A SABER DÓNDE CONSULTARLA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482596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162556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18392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86388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885261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565221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586594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66554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287927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967887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98925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66921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482596" y="1664208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% que responde Sí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2372868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2638044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 respuestas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628193" y="2608783"/>
            <a:ext cx="1020800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518465" y="2510028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539265" y="2510028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813585" y="247345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823521" y="2473452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3223260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3488436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 respuestas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076194" y="3459175"/>
            <a:ext cx="510400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476866" y="3360420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966466" y="3360420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271522" y="3323844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51186" y="3323844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4073652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4338828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 respuestas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246327" y="4309567"/>
            <a:ext cx="510400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646999" y="4210812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136599" y="4210812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441655" y="4174236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921319" y="417423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4924044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5189220"/>
            <a:ext cx="201168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 respuestas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798326" y="5159959"/>
            <a:ext cx="1190933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879531" y="5061204"/>
            <a:ext cx="219456" cy="219456"/>
          </a:xfrm>
          <a:prstGeom prst="ellipse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688598" y="5061204"/>
            <a:ext cx="219456" cy="219456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993654" y="5024628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1153851" y="5024628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F7FA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371950" y="593445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481678" y="5870448"/>
            <a:ext cx="259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 y los propósitos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171538" y="5934456"/>
            <a:ext cx="137160" cy="13716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281266" y="5870448"/>
            <a:ext cx="200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Sabe dónde consultarlos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52 docentes, 172 estudiantes, 178 egresados y 15 administrativos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p_puntos_comparativos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482596" y="2194560"/>
            <a:ext cx="8506663" cy="34015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482596" y="2011680"/>
            <a:ext cx="850666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puntos, eje 50 a 100 rotulado, 23.63 x 9.45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4371950" y="5870448"/>
            <a:ext cx="47279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4371950" y="5687568"/>
            <a:ext cx="47279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13.13 x 0.76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COMPETENCIAS: DOCENTES FRENTE A ESTUDIANTES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031236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711196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00702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380662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370168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050128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039633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719593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70909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38905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031236" y="1664208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(De acuerdo + Totalmente de acuerdo)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714939" y="1920240"/>
            <a:ext cx="11887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34086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704061" y="2459736"/>
            <a:ext cx="1669466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585189" y="2359152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254655" y="2359152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8538119" y="2331720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899389" y="2331720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714939" y="2340864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+5 pts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2907792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373527" y="3026664"/>
            <a:ext cx="667786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254655" y="2926080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922441" y="2926080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205905" y="2898648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568855" y="2898648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714939" y="2907792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 pts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3474720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039633" y="3593592"/>
            <a:ext cx="333893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7920761" y="3493008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8254655" y="3493008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8538119" y="3465576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4961" y="3465576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714939" y="3474720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 pts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4041648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037954" y="4160520"/>
            <a:ext cx="667786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586868" y="4059936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919082" y="4059936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233282" y="4032504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870332" y="4032504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714939" y="4041648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pts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4608576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705740" y="4727448"/>
            <a:ext cx="667786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254655" y="4626864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586868" y="4626864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901068" y="4599432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538119" y="4599432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714939" y="4608576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pts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517550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037954" y="5294376"/>
            <a:ext cx="667786" cy="3657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586868" y="5193792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919082" y="5193792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233282" y="5166360"/>
            <a:ext cx="6400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870332" y="5166360"/>
            <a:ext cx="6400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0714939" y="5175504"/>
            <a:ext cx="11887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 pts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933290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043018" y="5870448"/>
            <a:ext cx="1252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(51)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6386678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6496406" y="5870448"/>
            <a:ext cx="1493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(109)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 y 109 estudiantes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p_dumbbell (dos bases)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3031236" y="2194560"/>
            <a:ext cx="6677863" cy="34015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3031236" y="2011680"/>
            <a:ext cx="667786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pesas, eje 80 a 100 rotulado, 18.55 x 9.45 cm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933290" y="5870448"/>
            <a:ext cx="28737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933290" y="5687568"/>
            <a:ext cx="28737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7.98 x 0.76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ACADÉMICA, 2021 Y 2026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214116" y="5687568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528316" y="5568696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14116" y="4477512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528316" y="4358640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214116" y="3267456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28316" y="3148584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214116" y="2057400"/>
            <a:ext cx="5397703" cy="5486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528316" y="1938528"/>
            <a:ext cx="54864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14116" y="2011680"/>
            <a:ext cx="10973" cy="37216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756916" y="5797296"/>
            <a:ext cx="9144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611819" y="2011680"/>
            <a:ext cx="10973" cy="37216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8154619" y="5797296"/>
            <a:ext cx="9144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528316" y="1645920"/>
            <a:ext cx="18288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 rot="572649">
            <a:off x="3176234" y="2613889"/>
            <a:ext cx="5473466" cy="36576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095244" y="2059534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492947" y="2967076"/>
            <a:ext cx="237744" cy="237744"/>
          </a:xfrm>
          <a:prstGeom prst="ellipse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796796" y="2032102"/>
            <a:ext cx="68580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794699" y="2939644"/>
            <a:ext cx="237744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B4F8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83%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794699" y="3213964"/>
            <a:ext cx="23774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-15 pts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 rot="1149675">
            <a:off x="3055826" y="3944950"/>
            <a:ext cx="5714283" cy="36576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095244" y="2906573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492947" y="4782160"/>
            <a:ext cx="237744" cy="237744"/>
          </a:xfrm>
          <a:prstGeom prst="ellipse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796796" y="2879141"/>
            <a:ext cx="685800" cy="292608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94699" y="4754728"/>
            <a:ext cx="237744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2A9D8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53%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794699" y="5029048"/>
            <a:ext cx="23774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-31 pts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 2026: 52 docentes y 172 estudiantes. 2021: informe consolidado anterior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p_serie_temporal (uso excepcional)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214116" y="2057400"/>
            <a:ext cx="5397703" cy="36301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214116" y="1874520"/>
            <a:ext cx="539770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pendiente entre dos mediciones, 14.99 x 10.08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ACADÉMICA EN CUATRO PROCESOS DE ACREDITACIÓN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653796" y="1600200"/>
            <a:ext cx="11249863" cy="4297680"/>
            <a:chOff x="653796" y="1600200"/>
            <a:chExt cx="11249863" cy="4297680"/>
          </a:xfrm>
        </p:grpSpPr>
        <p:sp>
          <p:nvSpPr>
            <p:cNvPr id="4" name="pl3"/>
            <p:cNvSpPr/>
            <p:nvPr/>
          </p:nvSpPr>
          <p:spPr>
            <a:xfrm>
              <a:off x="723385" y="5612733"/>
              <a:ext cx="11110685" cy="0"/>
            </a:xfrm>
            <a:custGeom>
              <a:avLst/>
              <a:pathLst>
                <a:path w="11110685" h="0">
                  <a:moveTo>
                    <a:pt x="0" y="0"/>
                  </a:moveTo>
                  <a:lnTo>
                    <a:pt x="11110685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723385" y="4955576"/>
              <a:ext cx="11110685" cy="0"/>
            </a:xfrm>
            <a:custGeom>
              <a:avLst/>
              <a:pathLst>
                <a:path w="11110685" h="0">
                  <a:moveTo>
                    <a:pt x="0" y="0"/>
                  </a:moveTo>
                  <a:lnTo>
                    <a:pt x="11110685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23385" y="4298418"/>
              <a:ext cx="11110685" cy="0"/>
            </a:xfrm>
            <a:custGeom>
              <a:avLst/>
              <a:pathLst>
                <a:path w="11110685" h="0">
                  <a:moveTo>
                    <a:pt x="0" y="0"/>
                  </a:moveTo>
                  <a:lnTo>
                    <a:pt x="11110685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23385" y="3641261"/>
              <a:ext cx="11110685" cy="0"/>
            </a:xfrm>
            <a:custGeom>
              <a:avLst/>
              <a:pathLst>
                <a:path w="11110685" h="0">
                  <a:moveTo>
                    <a:pt x="0" y="0"/>
                  </a:moveTo>
                  <a:lnTo>
                    <a:pt x="11110685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23385" y="2984103"/>
              <a:ext cx="11110685" cy="0"/>
            </a:xfrm>
            <a:custGeom>
              <a:avLst/>
              <a:pathLst>
                <a:path w="11110685" h="0">
                  <a:moveTo>
                    <a:pt x="0" y="0"/>
                  </a:moveTo>
                  <a:lnTo>
                    <a:pt x="11110685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23385" y="2326946"/>
              <a:ext cx="11110685" cy="0"/>
            </a:xfrm>
            <a:custGeom>
              <a:avLst/>
              <a:pathLst>
                <a:path w="11110685" h="0">
                  <a:moveTo>
                    <a:pt x="0" y="0"/>
                  </a:moveTo>
                  <a:lnTo>
                    <a:pt x="11110685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23385" y="1669789"/>
              <a:ext cx="11110685" cy="0"/>
            </a:xfrm>
            <a:custGeom>
              <a:avLst/>
              <a:pathLst>
                <a:path w="11110685" h="0">
                  <a:moveTo>
                    <a:pt x="0" y="0"/>
                  </a:moveTo>
                  <a:lnTo>
                    <a:pt x="11110685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888935" y="5562380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888935" y="4905222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888935" y="4248065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88935" y="3590907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70%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88935" y="2933750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80%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888935" y="2276592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18304" y="1619435"/>
              <a:ext cx="324817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8" name="pl17"/>
            <p:cNvSpPr/>
            <p:nvPr/>
          </p:nvSpPr>
          <p:spPr>
            <a:xfrm>
              <a:off x="2081357" y="1801220"/>
              <a:ext cx="7407123" cy="985736"/>
            </a:xfrm>
            <a:custGeom>
              <a:avLst/>
              <a:pathLst>
                <a:path w="7407123" h="985736">
                  <a:moveTo>
                    <a:pt x="0" y="657157"/>
                  </a:moveTo>
                  <a:lnTo>
                    <a:pt x="2469041" y="328578"/>
                  </a:lnTo>
                  <a:lnTo>
                    <a:pt x="4938082" y="0"/>
                  </a:lnTo>
                  <a:lnTo>
                    <a:pt x="7407123" y="985736"/>
                  </a:lnTo>
                </a:path>
              </a:pathLst>
            </a:custGeom>
            <a:ln w="40651" cap="flat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081357" y="2721240"/>
              <a:ext cx="7407123" cy="2037188"/>
            </a:xfrm>
            <a:custGeom>
              <a:avLst/>
              <a:pathLst>
                <a:path w="7407123" h="2037188">
                  <a:moveTo>
                    <a:pt x="0" y="854304"/>
                  </a:moveTo>
                  <a:lnTo>
                    <a:pt x="2469041" y="328578"/>
                  </a:lnTo>
                  <a:lnTo>
                    <a:pt x="4938082" y="0"/>
                  </a:lnTo>
                  <a:lnTo>
                    <a:pt x="7407123" y="2037188"/>
                  </a:lnTo>
                </a:path>
              </a:pathLst>
            </a:custGeom>
            <a:ln w="40651" cap="flat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2019075" y="2396095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4488116" y="2067517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6957157" y="1738938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9426198" y="2724674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2019075" y="3513263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4488116" y="2987537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6957157" y="2658958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9426198" y="4696146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1928846" y="2217581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B4F8C">
                      <a:alpha val="100000"/>
                    </a:srgbClr>
                  </a:solidFill>
                  <a:latin typeface="Arial"/>
                  <a:cs typeface="Arial"/>
                </a:rPr>
                <a:t>88%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397887" y="1889002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B4F8C">
                      <a:alpha val="100000"/>
                    </a:srgbClr>
                  </a:solidFill>
                  <a:latin typeface="Arial"/>
                  <a:cs typeface="Arial"/>
                </a:rPr>
                <a:t>93%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6866928" y="1560424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B4F8C">
                      <a:alpha val="100000"/>
                    </a:srgbClr>
                  </a:solidFill>
                  <a:latin typeface="Arial"/>
                  <a:cs typeface="Arial"/>
                </a:rPr>
                <a:t>98%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9335969" y="2546160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B4F8C">
                      <a:alpha val="100000"/>
                    </a:srgbClr>
                  </a:solidFill>
                  <a:latin typeface="Arial"/>
                  <a:cs typeface="Arial"/>
                </a:rPr>
                <a:t>83%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928846" y="3678385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2A9D8F">
                      <a:alpha val="100000"/>
                    </a:srgbClr>
                  </a:solidFill>
                  <a:latin typeface="Arial"/>
                  <a:cs typeface="Arial"/>
                </a:rPr>
                <a:t>71%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397887" y="3152659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2A9D8F">
                      <a:alpha val="100000"/>
                    </a:srgbClr>
                  </a:solidFill>
                  <a:latin typeface="Arial"/>
                  <a:cs typeface="Arial"/>
                </a:rPr>
                <a:t>79%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866928" y="2824081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2A9D8F">
                      <a:alpha val="100000"/>
                    </a:srgbClr>
                  </a:solidFill>
                  <a:latin typeface="Arial"/>
                  <a:cs typeface="Arial"/>
                </a:rPr>
                <a:t>84%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9335969" y="4861269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2A9D8F">
                      <a:alpha val="100000"/>
                    </a:srgbClr>
                  </a:solidFill>
                  <a:latin typeface="Arial"/>
                  <a:cs typeface="Arial"/>
                </a:rPr>
                <a:t>53%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9883527" y="2725930"/>
              <a:ext cx="743191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B4F8C">
                      <a:alpha val="100000"/>
                    </a:srgbClr>
                  </a:solidFill>
                  <a:latin typeface="Arial"/>
                  <a:cs typeface="Arial"/>
                </a:rPr>
                <a:t>Docentes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9883527" y="4697403"/>
              <a:ext cx="935781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2A9D8F">
                      <a:alpha val="100000"/>
                    </a:srgbClr>
                  </a:solidFill>
                  <a:latin typeface="Arial"/>
                  <a:cs typeface="Arial"/>
                </a:rPr>
                <a:t>Estudiantes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897716" y="5672864"/>
              <a:ext cx="367283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2012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366757" y="5672864"/>
              <a:ext cx="367283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2016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835798" y="5672864"/>
              <a:ext cx="367283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2021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9304839" y="5672864"/>
              <a:ext cx="367283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2026</a:t>
              </a:r>
            </a:p>
          </p:txBody>
        </p:sp>
      </p:grp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1280160"/>
            <a:ext cx="27432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docentes y estudiantes de cada proceso (46 a 52 docentes y 702 a 1,234 estudiantes)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p_serie_temporal (cuatro mediciones)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53796" y="1600200"/>
            <a:ext cx="11249863" cy="42976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53796" y="1417320"/>
            <a:ext cx="1124986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serie de cuatro mediciones, 31.25 x 11.94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 DE EGRESO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691640"/>
            <a:ext cx="6035040" cy="4114800"/>
            <a:chOff x="288036" y="1691640"/>
            <a:chExt cx="6035040" cy="4114800"/>
          </a:xfrm>
        </p:grpSpPr>
        <p:sp>
          <p:nvSpPr>
            <p:cNvPr id="4" name="rc3"/>
            <p:cNvSpPr/>
            <p:nvPr/>
          </p:nvSpPr>
          <p:spPr>
            <a:xfrm>
              <a:off x="288036" y="1994667"/>
              <a:ext cx="6035040" cy="350874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3029314" y="3430063"/>
              <a:ext cx="552483" cy="637953"/>
            </a:xfrm>
            <a:custGeom>
              <a:avLst/>
              <a:pathLst>
                <a:path w="552483" h="637953">
                  <a:moveTo>
                    <a:pt x="276241" y="0"/>
                  </a:moveTo>
                  <a:lnTo>
                    <a:pt x="552483" y="159488"/>
                  </a:lnTo>
                  <a:lnTo>
                    <a:pt x="552483" y="478465"/>
                  </a:lnTo>
                  <a:lnTo>
                    <a:pt x="276241" y="637953"/>
                  </a:lnTo>
                  <a:lnTo>
                    <a:pt x="0" y="478465"/>
                  </a:lnTo>
                  <a:lnTo>
                    <a:pt x="0" y="159488"/>
                  </a:lnTo>
                  <a:lnTo>
                    <a:pt x="276241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753072" y="3111086"/>
              <a:ext cx="1104967" cy="1275906"/>
            </a:xfrm>
            <a:custGeom>
              <a:avLst/>
              <a:pathLst>
                <a:path w="1104967" h="1275906">
                  <a:moveTo>
                    <a:pt x="552483" y="0"/>
                  </a:moveTo>
                  <a:lnTo>
                    <a:pt x="1104967" y="318976"/>
                  </a:lnTo>
                  <a:lnTo>
                    <a:pt x="1104967" y="956930"/>
                  </a:lnTo>
                  <a:lnTo>
                    <a:pt x="552483" y="1275906"/>
                  </a:lnTo>
                  <a:lnTo>
                    <a:pt x="0" y="956930"/>
                  </a:lnTo>
                  <a:lnTo>
                    <a:pt x="0" y="318976"/>
                  </a:lnTo>
                  <a:lnTo>
                    <a:pt x="552483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476830" y="2792109"/>
              <a:ext cx="1657451" cy="1913860"/>
            </a:xfrm>
            <a:custGeom>
              <a:avLst/>
              <a:pathLst>
                <a:path w="1657451" h="1913860">
                  <a:moveTo>
                    <a:pt x="828725" y="0"/>
                  </a:moveTo>
                  <a:lnTo>
                    <a:pt x="1657451" y="478465"/>
                  </a:lnTo>
                  <a:lnTo>
                    <a:pt x="1657451" y="1435395"/>
                  </a:lnTo>
                  <a:lnTo>
                    <a:pt x="828725" y="1913860"/>
                  </a:lnTo>
                  <a:lnTo>
                    <a:pt x="0" y="1435395"/>
                  </a:lnTo>
                  <a:lnTo>
                    <a:pt x="0" y="478465"/>
                  </a:lnTo>
                  <a:lnTo>
                    <a:pt x="828725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00588" y="2473133"/>
              <a:ext cx="2209935" cy="2551813"/>
            </a:xfrm>
            <a:custGeom>
              <a:avLst/>
              <a:pathLst>
                <a:path w="2209935" h="2551813">
                  <a:moveTo>
                    <a:pt x="1104967" y="0"/>
                  </a:moveTo>
                  <a:lnTo>
                    <a:pt x="2209935" y="637953"/>
                  </a:lnTo>
                  <a:lnTo>
                    <a:pt x="2209935" y="1913860"/>
                  </a:lnTo>
                  <a:lnTo>
                    <a:pt x="1104967" y="2551813"/>
                  </a:lnTo>
                  <a:lnTo>
                    <a:pt x="0" y="1913860"/>
                  </a:lnTo>
                  <a:lnTo>
                    <a:pt x="0" y="637953"/>
                  </a:lnTo>
                  <a:lnTo>
                    <a:pt x="1104967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532078" y="2600723"/>
              <a:ext cx="1657451" cy="2169041"/>
            </a:xfrm>
            <a:custGeom>
              <a:avLst/>
              <a:pathLst>
                <a:path w="1657451" h="2169041">
                  <a:moveTo>
                    <a:pt x="773477" y="0"/>
                  </a:moveTo>
                  <a:lnTo>
                    <a:pt x="1657451" y="637953"/>
                  </a:lnTo>
                  <a:lnTo>
                    <a:pt x="1436458" y="1531088"/>
                  </a:lnTo>
                  <a:lnTo>
                    <a:pt x="773477" y="2169041"/>
                  </a:lnTo>
                  <a:lnTo>
                    <a:pt x="0" y="1594883"/>
                  </a:lnTo>
                  <a:lnTo>
                    <a:pt x="110496" y="765544"/>
                  </a:lnTo>
                  <a:close/>
                </a:path>
              </a:pathLst>
            </a:custGeom>
            <a:ln w="29811" cap="flat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421581" y="2728314"/>
              <a:ext cx="1657451" cy="1977655"/>
            </a:xfrm>
            <a:custGeom>
              <a:avLst/>
              <a:pathLst>
                <a:path w="1657451" h="1977655">
                  <a:moveTo>
                    <a:pt x="883974" y="0"/>
                  </a:moveTo>
                  <a:lnTo>
                    <a:pt x="1491706" y="669851"/>
                  </a:lnTo>
                  <a:lnTo>
                    <a:pt x="1657451" y="1467293"/>
                  </a:lnTo>
                  <a:lnTo>
                    <a:pt x="883974" y="1977655"/>
                  </a:lnTo>
                  <a:lnTo>
                    <a:pt x="0" y="1531088"/>
                  </a:lnTo>
                  <a:lnTo>
                    <a:pt x="110496" y="574158"/>
                  </a:lnTo>
                  <a:close/>
                </a:path>
              </a:pathLst>
            </a:custGeom>
            <a:ln w="29811" cap="flat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311084" y="2600723"/>
              <a:ext cx="1988942" cy="1977655"/>
            </a:xfrm>
            <a:custGeom>
              <a:avLst/>
              <a:pathLst>
                <a:path w="1988942" h="1977655">
                  <a:moveTo>
                    <a:pt x="994471" y="0"/>
                  </a:moveTo>
                  <a:lnTo>
                    <a:pt x="1988942" y="574158"/>
                  </a:lnTo>
                  <a:lnTo>
                    <a:pt x="1767948" y="1594883"/>
                  </a:lnTo>
                  <a:lnTo>
                    <a:pt x="994471" y="1977655"/>
                  </a:lnTo>
                  <a:lnTo>
                    <a:pt x="0" y="1722474"/>
                  </a:lnTo>
                  <a:lnTo>
                    <a:pt x="165745" y="669851"/>
                  </a:lnTo>
                  <a:close/>
                </a:path>
              </a:pathLst>
            </a:custGeom>
            <a:ln w="29811" cap="flat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3268534" y="2563702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4152508" y="3201655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3931515" y="4094790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3268534" y="4732744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2495057" y="4158585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2605553" y="3329246"/>
              <a:ext cx="74043" cy="74043"/>
            </a:xfrm>
            <a:prstGeom prst="ellipse">
              <a:avLst/>
            </a:prstGeom>
            <a:solidFill>
              <a:srgbClr val="0B4F8C">
                <a:alpha val="100000"/>
              </a:srgbClr>
            </a:solidFill>
            <a:ln w="9000" cap="rnd">
              <a:solidFill>
                <a:srgbClr val="0B4F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3268534" y="2691292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3876266" y="3361144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4042011" y="4158585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3268534" y="4668948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2384560" y="4222381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495057" y="3265451"/>
              <a:ext cx="74043" cy="74043"/>
            </a:xfrm>
            <a:prstGeom prst="ellipse">
              <a:avLst/>
            </a:prstGeom>
            <a:solidFill>
              <a:srgbClr val="2A9D8F">
                <a:alpha val="100000"/>
              </a:srgbClr>
            </a:solidFill>
            <a:ln w="9000" cap="rnd">
              <a:solidFill>
                <a:srgbClr val="2A9D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3268534" y="2563702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4263005" y="3137860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4042011" y="4158585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268534" y="4541358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274063" y="4286176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439808" y="3233553"/>
              <a:ext cx="74043" cy="74043"/>
            </a:xfrm>
            <a:prstGeom prst="ellipse">
              <a:avLst/>
            </a:prstGeom>
            <a:solidFill>
              <a:srgbClr val="E9C46A">
                <a:alpha val="100000"/>
              </a:srgbClr>
            </a:solidFill>
            <a:ln w="9000" cap="rnd">
              <a:solidFill>
                <a:srgbClr val="E9C4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2581432" y="2261832"/>
              <a:ext cx="144824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Estados financieros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631517" y="2976340"/>
              <a:ext cx="668833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Auditoría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631517" y="4375069"/>
              <a:ext cx="1685255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Costos y presupuestos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2979510" y="5121724"/>
              <a:ext cx="65209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Finanzas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149877" y="4405356"/>
              <a:ext cx="82971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Tributación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624291" y="2948062"/>
              <a:ext cx="1355303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Visión empresarial</a:t>
              </a:r>
            </a:p>
          </p:txBody>
        </p:sp>
        <p:sp>
          <p:nvSpPr>
            <p:cNvPr id="36" name="pg35"/>
            <p:cNvSpPr/>
            <p:nvPr/>
          </p:nvSpPr>
          <p:spPr>
            <a:xfrm>
              <a:off x="3469829" y="3436527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>
              <a:off x="3478973" y="3458355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85%</a:t>
              </a:r>
            </a:p>
          </p:txBody>
        </p:sp>
        <p:sp>
          <p:nvSpPr>
            <p:cNvPr id="38" name="pg37"/>
            <p:cNvSpPr/>
            <p:nvPr/>
          </p:nvSpPr>
          <p:spPr>
            <a:xfrm>
              <a:off x="3608583" y="3196197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3617727" y="3218025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40" name="pg39"/>
            <p:cNvSpPr/>
            <p:nvPr/>
          </p:nvSpPr>
          <p:spPr>
            <a:xfrm>
              <a:off x="3747338" y="2955866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3756482" y="2977694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95%</a:t>
              </a:r>
            </a:p>
          </p:txBody>
        </p:sp>
        <p:sp>
          <p:nvSpPr>
            <p:cNvPr id="42" name="pg41"/>
            <p:cNvSpPr/>
            <p:nvPr/>
          </p:nvSpPr>
          <p:spPr>
            <a:xfrm>
              <a:off x="3886093" y="2715536"/>
              <a:ext cx="343105" cy="144363"/>
            </a:xfrm>
            <a:custGeom>
              <a:avLst/>
              <a:pathLst>
                <a:path w="343105" h="144363">
                  <a:moveTo>
                    <a:pt x="22859" y="144363"/>
                  </a:moveTo>
                  <a:lnTo>
                    <a:pt x="320245" y="144363"/>
                  </a:lnTo>
                  <a:lnTo>
                    <a:pt x="319324" y="144344"/>
                  </a:lnTo>
                  <a:lnTo>
                    <a:pt x="323000" y="144196"/>
                  </a:lnTo>
                  <a:lnTo>
                    <a:pt x="326605" y="143460"/>
                  </a:lnTo>
                  <a:lnTo>
                    <a:pt x="330045" y="142156"/>
                  </a:lnTo>
                  <a:lnTo>
                    <a:pt x="333231" y="140316"/>
                  </a:lnTo>
                  <a:lnTo>
                    <a:pt x="336081" y="137989"/>
                  </a:lnTo>
                  <a:lnTo>
                    <a:pt x="338520" y="135236"/>
                  </a:lnTo>
                  <a:lnTo>
                    <a:pt x="340486" y="132126"/>
                  </a:lnTo>
                  <a:lnTo>
                    <a:pt x="341928" y="128742"/>
                  </a:lnTo>
                  <a:lnTo>
                    <a:pt x="342809" y="125170"/>
                  </a:lnTo>
                  <a:lnTo>
                    <a:pt x="343105" y="121503"/>
                  </a:lnTo>
                  <a:lnTo>
                    <a:pt x="343105" y="22860"/>
                  </a:lnTo>
                  <a:lnTo>
                    <a:pt x="342809" y="19192"/>
                  </a:lnTo>
                  <a:lnTo>
                    <a:pt x="341928" y="15620"/>
                  </a:lnTo>
                  <a:lnTo>
                    <a:pt x="340486" y="12236"/>
                  </a:lnTo>
                  <a:lnTo>
                    <a:pt x="338520" y="9127"/>
                  </a:lnTo>
                  <a:lnTo>
                    <a:pt x="336081" y="6373"/>
                  </a:lnTo>
                  <a:lnTo>
                    <a:pt x="333231" y="4046"/>
                  </a:lnTo>
                  <a:lnTo>
                    <a:pt x="330045" y="2207"/>
                  </a:lnTo>
                  <a:lnTo>
                    <a:pt x="326605" y="902"/>
                  </a:lnTo>
                  <a:lnTo>
                    <a:pt x="323000" y="166"/>
                  </a:lnTo>
                  <a:lnTo>
                    <a:pt x="320245" y="0"/>
                  </a:lnTo>
                  <a:lnTo>
                    <a:pt x="22859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3895237" y="2737364"/>
              <a:ext cx="324817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  <p:sp>
        <p:nvSpPr>
          <p:cNvPr id="44" name=""/>
          <p:cNvSpPr>
            <a:spLocks noGrp="1"/>
          </p:cNvSpPr>
          <p:nvPr>
            </p:nvPr>
        </p:nvSpPr>
        <p:spPr>
          <a:xfrm>
            <a:off x="1618234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727962" y="5870448"/>
            <a:ext cx="934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754122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63850" y="587044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042410" y="593445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152138" y="5870448"/>
            <a:ext cx="10236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graphicFrame>
        <p:nvGraphicFramePr>
          <p:cNvPr id="50" name=""/>
          <p:cNvGraphicFramePr>
            <a:graphicFrameLocks noGrp="true"/>
          </p:cNvGraphicFramePr>
          <p:nvPr/>
        </p:nvGraphicFramePr>
        <p:xfrm rot="0">
          <a:off x="6629400" y="2057400"/>
          <a:ext cx="52578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14300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Competencia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Docentes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Estudiantes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Egresados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875">
                      <a:solidFill>
                        <a:srgbClr val="081F5C">
                          <a:alpha val="100000"/>
                        </a:srgbClr>
                      </a:solidFill>
                      <a:prstDash val="solid"/>
                    </a:lnB>
                    <a:solidFill>
                      <a:srgbClr val="081F5C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Estados financieros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Auditoría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Costos y presupuestos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Finanzas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Tributación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Visión empresarial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95%</a:t>
                      </a:r>
                    </a:p>
                  </a:txBody>
                  <a:tcPr anchor="ctr" marB="76200" marT="762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D5D9DF">
                          <a:alpha val="100000"/>
                        </a:srgbClr>
                      </a:solidFill>
                      <a:prstDash val="solid"/>
                    </a:lnB>
                    <a:solidFill>
                      <a:srgbClr val="E9ECF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docentes, 109 estudiantes y 161 egresados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p_radar con tabla nativa (sólo en lámina de un gráfico)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618234" y="5870448"/>
            <a:ext cx="3374644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618234" y="5687568"/>
            <a:ext cx="337464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9.37 x 0.76 cm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6629400" y="2057400"/>
            <a:ext cx="5257800" cy="32004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629400" y="1874520"/>
            <a:ext cx="52578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tabla, 14.61 x 8.89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8036" y="1691640"/>
            <a:ext cx="6035040" cy="41148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1508760"/>
            <a:ext cx="60350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radar, 16.76 x 11.43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031236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711196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929302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609262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827368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507328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725433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405393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623499" y="2194560"/>
            <a:ext cx="5486" cy="3401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303459" y="1920240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031236" y="1664208"/>
            <a:ext cx="54864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 por actor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234086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105047" y="2467051"/>
            <a:ext cx="759226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754545" y="2290572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995319" y="2290572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754545" y="2446020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047153" y="2350008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 a 98%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2907792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345820" y="3033979"/>
            <a:ext cx="1518453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236092" y="2935224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995319" y="2935224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754545" y="2935224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047153" y="2916936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 a 98%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474720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206981" y="3600907"/>
            <a:ext cx="2657292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995319" y="3502152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097253" y="3502152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754545" y="3502152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047153" y="3483864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 a 98%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041648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966207" y="4167835"/>
            <a:ext cx="1138839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995319" y="4069080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615705" y="4069080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856479" y="4069080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287927" y="4050792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 a 96%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4608576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586594" y="4734763"/>
            <a:ext cx="1138839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76866" y="4636008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236092" y="4636008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615705" y="4636008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908313" y="4617720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 a 95%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5175504"/>
            <a:ext cx="25603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586594" y="5301691"/>
            <a:ext cx="759226" cy="21946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476866" y="5125212"/>
            <a:ext cx="219456" cy="219456"/>
          </a:xfrm>
          <a:prstGeom prst="ellipse">
            <a:avLst/>
          </a:prstGeom>
          <a:solidFill>
            <a:srgbClr val="0B4F8C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8236092" y="5125212"/>
            <a:ext cx="219456" cy="219456"/>
          </a:xfrm>
          <a:prstGeom prst="ellipse">
            <a:avLst/>
          </a:prstGeom>
          <a:solidFill>
            <a:srgbClr val="2A9D8F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236092" y="5280660"/>
            <a:ext cx="219456" cy="219456"/>
          </a:xfrm>
          <a:prstGeom prst="ellipse">
            <a:avLst/>
          </a:prstGeom>
          <a:solidFill>
            <a:srgbClr val="E9C46A">
              <a:alpha val="100000"/>
            </a:srgbClr>
          </a:solidFill>
          <a:ln w="15875" cap="rnd" cmpd="sng">
            <a:solidFill>
              <a:srgbClr val="F2F2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528700" y="5184648"/>
            <a:ext cx="109728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 a 94%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574896" y="593445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684624" y="5870448"/>
            <a:ext cx="1252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(51)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028284" y="593445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138012" y="5870448"/>
            <a:ext cx="1493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(109)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7722972" y="593445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832700" y="5870448"/>
            <a:ext cx="1430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 (161)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51 docentes, 109 estudiantes y 161 egresados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74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propuesta: p_puntos_comparativos por competencia en lugar de p_radar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3031236" y="2194560"/>
            <a:ext cx="7592263" cy="34015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3031236" y="2011680"/>
            <a:ext cx="759226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puntos, eje 80 a 100 rotulado, 21.09 x 9.45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574896" y="5870448"/>
            <a:ext cx="4504944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4574896" y="5687568"/>
            <a:ext cx="450494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12.51 x 0.76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DIMENSIONES E ÍNDICES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DEL PERFIL DE EGRESO POR GRUPO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708660"/>
            <a:ext cx="9692640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Varios grupos en pocas dimensiones, con la diferencia de cada grupo frente al total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939796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939796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109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935781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935781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31766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931766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927750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Quinto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927750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11*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923735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Sexto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923735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7*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919720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Séptimo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919720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915705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Octavo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915705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911690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Noveno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911690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907674" y="1755648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Décimo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907674" y="1984248"/>
            <a:ext cx="995985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935781" y="1499616"/>
            <a:ext cx="199197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927750" y="1499616"/>
            <a:ext cx="5975909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Ciclo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2583180"/>
            <a:ext cx="2514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técnicas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958084" y="230428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939796" y="25831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954069" y="2304288"/>
            <a:ext cx="959409" cy="83210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935781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935781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950054" y="230428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31766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931766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+2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946038" y="2304288"/>
            <a:ext cx="959409" cy="832104"/>
          </a:xfrm>
          <a:prstGeom prst="rect">
            <a:avLst/>
          </a:prstGeom>
          <a:solidFill>
            <a:srgbClr val="EEF2F8">
              <a:alpha val="100000"/>
            </a:srgbClr>
          </a:solidFill>
          <a:ln w="3175" cap="rnd" cmpd="sng">
            <a:solidFill>
              <a:srgbClr val="EEF2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927750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927750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-15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942023" y="230428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923735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923735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+5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938008" y="230428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919720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919720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+5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933993" y="2304288"/>
            <a:ext cx="959409" cy="83210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915705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8915705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929978" y="230428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911690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911690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925962" y="230428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907674" y="244602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907674" y="272034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+4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3451860"/>
            <a:ext cx="2514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958084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939796" y="345186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3954069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935781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935781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950054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931766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931766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946038" y="3172968"/>
            <a:ext cx="959409" cy="832104"/>
          </a:xfrm>
          <a:prstGeom prst="rect">
            <a:avLst/>
          </a:prstGeom>
          <a:solidFill>
            <a:srgbClr val="9FB1D1">
              <a:alpha val="100000"/>
            </a:srgbClr>
          </a:solidFill>
          <a:ln w="3175" cap="rnd" cmpd="sng">
            <a:solidFill>
              <a:srgbClr val="9FB1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5927750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5927750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-8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6942023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6923735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6923735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7938008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7919720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919720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933993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915705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915705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929978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911690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911690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925962" y="317296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0907674" y="331470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907674" y="358902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8036" y="4320540"/>
            <a:ext cx="2514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transversales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958084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939796" y="432054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3954069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3935781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3935781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4950054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4931766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4931766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946038" y="4041648"/>
            <a:ext cx="959409" cy="83210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5927750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5927750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-7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6942023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6923735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6923735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7938008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7919720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7919720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+3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8933993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8915705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8915705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9929978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9911690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9911690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10925962" y="4041648"/>
            <a:ext cx="959409" cy="83210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10907674" y="4183380"/>
            <a:ext cx="99598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10907674" y="4457700"/>
            <a:ext cx="995985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3926637" y="2194560"/>
            <a:ext cx="18288" cy="2697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5918606" y="2194560"/>
            <a:ext cx="18288" cy="269748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5096358" y="5266944"/>
            <a:ext cx="13589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6363818" y="5303520"/>
            <a:ext cx="630936" cy="182880"/>
          </a:xfrm>
          <a:prstGeom prst="rect">
            <a:avLst/>
          </a:prstGeom>
          <a:solidFill>
            <a:srgbClr val="EEF2F8">
              <a:alpha val="100000"/>
            </a:srgbClr>
          </a:solidFill>
          <a:ln w="3175" cap="rnd" cmpd="sng">
            <a:solidFill>
              <a:srgbClr val="EEF2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7022186" y="5303520"/>
            <a:ext cx="630936" cy="182880"/>
          </a:xfrm>
          <a:prstGeom prst="rect">
            <a:avLst/>
          </a:prstGeom>
          <a:solidFill>
            <a:srgbClr val="C9D3E6">
              <a:alpha val="100000"/>
            </a:srgbClr>
          </a:solidFill>
          <a:ln w="3175" cap="rnd" cmpd="sng">
            <a:solidFill>
              <a:srgbClr val="C9D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7680554" y="5303520"/>
            <a:ext cx="630936" cy="182880"/>
          </a:xfrm>
          <a:prstGeom prst="rect">
            <a:avLst/>
          </a:prstGeom>
          <a:solidFill>
            <a:srgbClr val="9FB1D1">
              <a:alpha val="100000"/>
            </a:srgbClr>
          </a:solidFill>
          <a:ln w="3175" cap="rnd" cmpd="sng">
            <a:solidFill>
              <a:srgbClr val="9FB1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8338922" y="5303520"/>
            <a:ext cx="630936" cy="182880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8997290" y="5303520"/>
            <a:ext cx="630936" cy="182880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6043778" y="5504688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6702146" y="5504688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7360514" y="5504688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8018882" y="5504688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117" name=""/>
          <p:cNvSpPr>
            <a:spLocks noGrp="1"/>
          </p:cNvSpPr>
          <p:nvPr>
            </p:nvPr>
        </p:nvSpPr>
        <p:spPr>
          <a:xfrm>
            <a:off x="8677250" y="5504688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118" name=""/>
          <p:cNvSpPr>
            <a:spLocks noGrp="1"/>
          </p:cNvSpPr>
          <p:nvPr>
            </p:nvPr>
        </p:nvSpPr>
        <p:spPr>
          <a:xfrm>
            <a:off x="9335618" y="5504688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1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competencias. * Menos de 15 casos. Debajo de cada cifra, la diferencia con el total en puntos</a:t>
            </a:r>
          </a:p>
        </p:txBody>
      </p:sp>
      <p:sp>
        <p:nvSpPr>
          <p:cNvPr id="12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</a:t>
            </a:r>
          </a:p>
        </p:txBody>
      </p:sp>
      <p:sp>
        <p:nvSpPr>
          <p:cNvPr id="12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p_dim_heatmap</a:t>
            </a:r>
          </a:p>
        </p:txBody>
      </p:sp>
      <p:sp>
        <p:nvSpPr>
          <p:cNvPr id="12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2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2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2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31" name=""/>
          <p:cNvSpPr>
            <a:spLocks noGrp="1"/>
          </p:cNvSpPr>
          <p:nvPr>
            </p:nvPr>
        </p:nvSpPr>
        <p:spPr>
          <a:xfrm>
            <a:off x="5187798" y="5303520"/>
            <a:ext cx="4467860" cy="411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2" name=""/>
          <p:cNvSpPr>
            <a:spLocks noGrp="1"/>
          </p:cNvSpPr>
          <p:nvPr>
            </p:nvPr>
        </p:nvSpPr>
        <p:spPr>
          <a:xfrm>
            <a:off x="5187798" y="5120640"/>
            <a:ext cx="44678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escala, 12.41 x 1.14 cm</a:t>
            </a:r>
          </a:p>
        </p:txBody>
      </p:sp>
      <p:sp>
        <p:nvSpPr>
          <p:cNvPr id="133" name=""/>
          <p:cNvSpPr>
            <a:spLocks noGrp="1"/>
          </p:cNvSpPr>
          <p:nvPr>
            </p:nvPr>
        </p:nvSpPr>
        <p:spPr>
          <a:xfrm>
            <a:off x="2939796" y="2286000"/>
            <a:ext cx="8963863" cy="26060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4" name=""/>
          <p:cNvSpPr>
            <a:spLocks noGrp="1"/>
          </p:cNvSpPr>
          <p:nvPr>
            </p:nvPr>
        </p:nvSpPr>
        <p:spPr>
          <a:xfrm>
            <a:off x="2939796" y="2103120"/>
            <a:ext cx="896386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mapa de calor, escala ajustada al rango, 24.90 x 7.24 cm</a:t>
            </a:r>
          </a:p>
        </p:txBody>
      </p:sp>
      <p:sp>
        <p:nvSpPr>
          <p:cNvPr id="13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CADA COMPETENCIA DENTRO DE SU DIMENSIÓN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708660"/>
            <a:ext cx="9692640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ítems de cada dimensión por separado, para ver cuál sube o baja su índice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5225796" y="1874520"/>
            <a:ext cx="219547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 (109)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7421270" y="1874520"/>
            <a:ext cx="219547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(56)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9616745" y="1874520"/>
            <a:ext cx="2195474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(53)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231136"/>
            <a:ext cx="45720" cy="149379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25196" y="2840875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técnicas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574036" y="2223239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Estados financieros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244084" y="2212848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225796" y="221409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439558" y="2212848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421270" y="221409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635033" y="2212848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616745" y="221409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574036" y="2536629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Auditoría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5244084" y="2526238"/>
            <a:ext cx="2158898" cy="276814"/>
          </a:xfrm>
          <a:prstGeom prst="rect">
            <a:avLst/>
          </a:prstGeom>
          <a:solidFill>
            <a:srgbClr val="9FB1D1">
              <a:alpha val="100000"/>
            </a:srgbClr>
          </a:solidFill>
          <a:ln w="3175" cap="rnd" cmpd="sng">
            <a:solidFill>
              <a:srgbClr val="9FB1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5225796" y="252748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439558" y="2526238"/>
            <a:ext cx="2158898" cy="276814"/>
          </a:xfrm>
          <a:prstGeom prst="rect">
            <a:avLst/>
          </a:prstGeom>
          <a:solidFill>
            <a:srgbClr val="9FB1D1">
              <a:alpha val="100000"/>
            </a:srgbClr>
          </a:solidFill>
          <a:ln w="3175" cap="rnd" cmpd="sng">
            <a:solidFill>
              <a:srgbClr val="9FB1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421270" y="252748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635033" y="2526238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9616745" y="252748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574036" y="2850019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Costos y presupuestos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244084" y="2839628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225796" y="284087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439558" y="2839628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421270" y="284087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635033" y="2839628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616745" y="2840875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574036" y="3163408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244084" y="3153017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225796" y="315426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439558" y="3153017"/>
            <a:ext cx="2158898" cy="276814"/>
          </a:xfrm>
          <a:prstGeom prst="rect">
            <a:avLst/>
          </a:prstGeom>
          <a:solidFill>
            <a:srgbClr val="9FB1D1">
              <a:alpha val="100000"/>
            </a:srgbClr>
          </a:solidFill>
          <a:ln w="3175" cap="rnd" cmpd="sng">
            <a:solidFill>
              <a:srgbClr val="9FB1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421270" y="315426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635033" y="315301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616745" y="315426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574036" y="3476798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Tributación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244084" y="346640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225796" y="346765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39558" y="346640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421270" y="346765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635033" y="346640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616745" y="346765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761509"/>
            <a:ext cx="1152418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3798085"/>
            <a:ext cx="45720" cy="24023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25196" y="378104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574036" y="3790188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244084" y="377979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225796" y="378104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439558" y="377979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421270" y="378104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635033" y="3779797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616745" y="378104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4074899"/>
            <a:ext cx="1152418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8036" y="4111475"/>
            <a:ext cx="45720" cy="1493797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25196" y="4721213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transversales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574036" y="4103578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Aprendizaje autónomo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244084" y="409318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225796" y="409443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439558" y="409318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7421270" y="409443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635033" y="409318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616745" y="409443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574036" y="4416968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244084" y="4406577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225796" y="440782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7439558" y="4406577"/>
            <a:ext cx="2158898" cy="276814"/>
          </a:xfrm>
          <a:prstGeom prst="rect">
            <a:avLst/>
          </a:prstGeom>
          <a:solidFill>
            <a:srgbClr val="C9D3E6">
              <a:alpha val="100000"/>
            </a:srgbClr>
          </a:solidFill>
          <a:ln w="3175" cap="rnd" cmpd="sng">
            <a:solidFill>
              <a:srgbClr val="C9D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421270" y="440782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635033" y="440657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616745" y="4407824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574036" y="4730357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en equipo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5244084" y="471996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225796" y="472121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7439558" y="471996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7421270" y="472121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635033" y="4719967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616745" y="472121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574036" y="5043747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Razonamiento matemático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244084" y="5033356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5225796" y="503460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7439558" y="5033356"/>
            <a:ext cx="2158898" cy="276814"/>
          </a:xfrm>
          <a:prstGeom prst="rect">
            <a:avLst/>
          </a:prstGeom>
          <a:solidFill>
            <a:srgbClr val="9FB1D1">
              <a:alpha val="100000"/>
            </a:srgbClr>
          </a:solidFill>
          <a:ln w="3175" cap="rnd" cmpd="sng">
            <a:solidFill>
              <a:srgbClr val="9FB1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7421270" y="503460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9635033" y="5033356"/>
            <a:ext cx="2158898" cy="276814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616745" y="503460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574036" y="5357137"/>
            <a:ext cx="251460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Ética y ciudadanía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5244084" y="5346746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225796" y="534799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7439558" y="5346746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7421270" y="534799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635033" y="5346746"/>
            <a:ext cx="2158898" cy="276814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9616745" y="5347993"/>
            <a:ext cx="21954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5641848"/>
            <a:ext cx="1152418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6193638" y="5788152"/>
            <a:ext cx="13589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7461098" y="5824728"/>
            <a:ext cx="630936" cy="182880"/>
          </a:xfrm>
          <a:prstGeom prst="rect">
            <a:avLst/>
          </a:prstGeom>
          <a:solidFill>
            <a:srgbClr val="EEF2F8">
              <a:alpha val="100000"/>
            </a:srgbClr>
          </a:solidFill>
          <a:ln w="3175" cap="rnd" cmpd="sng">
            <a:solidFill>
              <a:srgbClr val="EEF2F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8119466" y="5824728"/>
            <a:ext cx="630936" cy="182880"/>
          </a:xfrm>
          <a:prstGeom prst="rect">
            <a:avLst/>
          </a:prstGeom>
          <a:solidFill>
            <a:srgbClr val="C9D3E6">
              <a:alpha val="100000"/>
            </a:srgbClr>
          </a:solidFill>
          <a:ln w="3175" cap="rnd" cmpd="sng">
            <a:solidFill>
              <a:srgbClr val="C9D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8777834" y="5824728"/>
            <a:ext cx="630936" cy="182880"/>
          </a:xfrm>
          <a:prstGeom prst="rect">
            <a:avLst/>
          </a:prstGeom>
          <a:solidFill>
            <a:srgbClr val="9FB1D1">
              <a:alpha val="100000"/>
            </a:srgbClr>
          </a:solidFill>
          <a:ln w="3175" cap="rnd" cmpd="sng">
            <a:solidFill>
              <a:srgbClr val="9FB1D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9436202" y="5824728"/>
            <a:ext cx="630936" cy="182880"/>
          </a:xfrm>
          <a:prstGeom prst="rect">
            <a:avLst/>
          </a:prstGeom>
          <a:solidFill>
            <a:srgbClr val="4F6A9A">
              <a:alpha val="100000"/>
            </a:srgbClr>
          </a:solidFill>
          <a:ln w="3175" cap="rnd" cmpd="sng">
            <a:solidFill>
              <a:srgbClr val="4F6A9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10094570" y="5824728"/>
            <a:ext cx="630936" cy="182880"/>
          </a:xfrm>
          <a:prstGeom prst="rect">
            <a:avLst/>
          </a:prstGeom>
          <a:solidFill>
            <a:srgbClr val="2F4B7C">
              <a:alpha val="100000"/>
            </a:srgbClr>
          </a:solidFill>
          <a:ln w="3175" cap="rnd" cmpd="sng">
            <a:solidFill>
              <a:srgbClr val="2F4B7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7141058" y="6025896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7799426" y="6025896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8457794" y="6025896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9116162" y="6025896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9774530" y="6025896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10432898" y="6025896"/>
            <a:ext cx="64008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</a:t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</a:t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p_dim_heatmap_criterios</a:t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17" name=""/>
          <p:cNvSpPr>
            <a:spLocks noGrp="1"/>
          </p:cNvSpPr>
          <p:nvPr>
            </p:nvPr>
        </p:nvSpPr>
        <p:spPr>
          <a:xfrm>
            <a:off x="6285078" y="5824728"/>
            <a:ext cx="4467860" cy="411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8" name=""/>
          <p:cNvSpPr>
            <a:spLocks noGrp="1"/>
          </p:cNvSpPr>
          <p:nvPr>
            </p:nvPr>
        </p:nvSpPr>
        <p:spPr>
          <a:xfrm>
            <a:off x="6285078" y="5641848"/>
            <a:ext cx="44678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escala, 12.41 x 1.14 cm</a:t>
            </a:r>
          </a:p>
        </p:txBody>
      </p:sp>
      <p:sp>
        <p:nvSpPr>
          <p:cNvPr id="119" name=""/>
          <p:cNvSpPr>
            <a:spLocks noGrp="1"/>
          </p:cNvSpPr>
          <p:nvPr>
            </p:nvPr>
        </p:nvSpPr>
        <p:spPr>
          <a:xfrm>
            <a:off x="5225796" y="2194560"/>
            <a:ext cx="6586423" cy="344728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0" name=""/>
          <p:cNvSpPr>
            <a:spLocks noGrp="1"/>
          </p:cNvSpPr>
          <p:nvPr>
            </p:nvPr>
        </p:nvSpPr>
        <p:spPr>
          <a:xfrm>
            <a:off x="5225796" y="2011680"/>
            <a:ext cx="65864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mapa de calor por criterio, 18.30 x 9.58 cm</a:t>
            </a:r>
          </a:p>
        </p:txBody>
      </p:sp>
      <p:sp>
        <p:nvSpPr>
          <p:cNvPr id="12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ÍNDICES POR SEXO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552290" y="161848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662018" y="1554480"/>
            <a:ext cx="1303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(56)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56478" y="1618488"/>
            <a:ext cx="137160" cy="13716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166206" y="1554480"/>
            <a:ext cx="12903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(53)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9800539" y="1554480"/>
            <a:ext cx="2103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Diferencia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2644140"/>
            <a:ext cx="269748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técnicas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122676" y="2479548"/>
            <a:ext cx="5580583" cy="27432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22676" y="2479548"/>
            <a:ext cx="5268071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794699" y="2479548"/>
            <a:ext cx="822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122676" y="2845308"/>
            <a:ext cx="5580583" cy="27432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122676" y="2845308"/>
            <a:ext cx="5424327" cy="27432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8794699" y="2845308"/>
            <a:ext cx="822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800539" y="2506980"/>
            <a:ext cx="2103120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 pts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800539" y="2872740"/>
            <a:ext cx="2103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favor de Femenino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3404616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3854196"/>
            <a:ext cx="269748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empresarial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122676" y="3689604"/>
            <a:ext cx="5580583" cy="27432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122676" y="3689604"/>
            <a:ext cx="5468972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794699" y="3689604"/>
            <a:ext cx="822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122676" y="4055364"/>
            <a:ext cx="5580583" cy="27432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122676" y="4055364"/>
            <a:ext cx="5357360" cy="27432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794699" y="4055364"/>
            <a:ext cx="822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800539" y="3717036"/>
            <a:ext cx="2103120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 pts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00539" y="4082796"/>
            <a:ext cx="2103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favor de Masculino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4614672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5064252"/>
            <a:ext cx="269748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transversales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122676" y="4899660"/>
            <a:ext cx="5580583" cy="27432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122676" y="4899660"/>
            <a:ext cx="5379682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794699" y="4899660"/>
            <a:ext cx="822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122676" y="5265420"/>
            <a:ext cx="5580583" cy="274320"/>
          </a:xfrm>
          <a:prstGeom prst="rect">
            <a:avLst/>
          </a:prstGeom>
          <a:solidFill>
            <a:srgbClr val="FFFFFF">
              <a:alpha val="100000"/>
            </a:srgbClr>
          </a:solidFill>
          <a:ln w="3175" cap="rnd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122676" y="5265420"/>
            <a:ext cx="5446649" cy="27432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794699" y="5265420"/>
            <a:ext cx="82296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800539" y="4927092"/>
            <a:ext cx="2103120" cy="3657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 pts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00539" y="5292852"/>
            <a:ext cx="2103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 favor de Femenino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663379" y="1508760"/>
            <a:ext cx="7315" cy="436168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48356" y="5870448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8383219" y="5870448"/>
            <a:ext cx="64008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p_dim_comparativo_radarbar (componente de barras)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552290" y="1554480"/>
            <a:ext cx="27213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552290" y="1371600"/>
            <a:ext cx="27213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7.56 x 0.76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3122676" y="2194560"/>
            <a:ext cx="5580583" cy="36301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122676" y="2011680"/>
            <a:ext cx="558058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desde 0 sobre riel al 100%, 15.50 x 10.08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ONCE COMPETENCIAS POR SEXO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653796" y="1554480"/>
            <a:ext cx="6949440" cy="4480560"/>
            <a:chOff x="653796" y="1554480"/>
            <a:chExt cx="6949440" cy="4480560"/>
          </a:xfrm>
        </p:grpSpPr>
        <p:sp>
          <p:nvSpPr>
            <p:cNvPr id="4" name="rc3"/>
            <p:cNvSpPr/>
            <p:nvPr/>
          </p:nvSpPr>
          <p:spPr>
            <a:xfrm>
              <a:off x="723290" y="1554480"/>
              <a:ext cx="6810451" cy="448055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3725338" y="3387436"/>
              <a:ext cx="806355" cy="798147"/>
            </a:xfrm>
            <a:custGeom>
              <a:avLst/>
              <a:pathLst>
                <a:path w="806355" h="798147">
                  <a:moveTo>
                    <a:pt x="403177" y="0"/>
                  </a:moveTo>
                  <a:lnTo>
                    <a:pt x="623393" y="64661"/>
                  </a:lnTo>
                  <a:lnTo>
                    <a:pt x="773692" y="238115"/>
                  </a:lnTo>
                  <a:lnTo>
                    <a:pt x="806355" y="465291"/>
                  </a:lnTo>
                  <a:lnTo>
                    <a:pt x="711012" y="674063"/>
                  </a:lnTo>
                  <a:lnTo>
                    <a:pt x="517933" y="798147"/>
                  </a:lnTo>
                  <a:lnTo>
                    <a:pt x="288421" y="798147"/>
                  </a:lnTo>
                  <a:lnTo>
                    <a:pt x="95343" y="674063"/>
                  </a:lnTo>
                  <a:lnTo>
                    <a:pt x="0" y="465291"/>
                  </a:lnTo>
                  <a:lnTo>
                    <a:pt x="32663" y="238115"/>
                  </a:lnTo>
                  <a:lnTo>
                    <a:pt x="182961" y="64661"/>
                  </a:lnTo>
                  <a:lnTo>
                    <a:pt x="403177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3322160" y="2980112"/>
              <a:ext cx="1612710" cy="1596295"/>
            </a:xfrm>
            <a:custGeom>
              <a:avLst/>
              <a:pathLst>
                <a:path w="1612710" h="1596295">
                  <a:moveTo>
                    <a:pt x="806355" y="0"/>
                  </a:moveTo>
                  <a:lnTo>
                    <a:pt x="1246786" y="129322"/>
                  </a:lnTo>
                  <a:lnTo>
                    <a:pt x="1547384" y="476230"/>
                  </a:lnTo>
                  <a:lnTo>
                    <a:pt x="1612710" y="930583"/>
                  </a:lnTo>
                  <a:lnTo>
                    <a:pt x="1422024" y="1348127"/>
                  </a:lnTo>
                  <a:lnTo>
                    <a:pt x="1035867" y="1596295"/>
                  </a:lnTo>
                  <a:lnTo>
                    <a:pt x="576842" y="1596295"/>
                  </a:lnTo>
                  <a:lnTo>
                    <a:pt x="190686" y="1348127"/>
                  </a:lnTo>
                  <a:lnTo>
                    <a:pt x="0" y="930583"/>
                  </a:lnTo>
                  <a:lnTo>
                    <a:pt x="65326" y="476230"/>
                  </a:lnTo>
                  <a:lnTo>
                    <a:pt x="365923" y="129322"/>
                  </a:lnTo>
                  <a:lnTo>
                    <a:pt x="806355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18982" y="2572789"/>
              <a:ext cx="2419066" cy="2394443"/>
            </a:xfrm>
            <a:custGeom>
              <a:avLst/>
              <a:pathLst>
                <a:path w="2419066" h="2394443">
                  <a:moveTo>
                    <a:pt x="1209533" y="0"/>
                  </a:moveTo>
                  <a:lnTo>
                    <a:pt x="1870180" y="193983"/>
                  </a:lnTo>
                  <a:lnTo>
                    <a:pt x="2321076" y="714345"/>
                  </a:lnTo>
                  <a:lnTo>
                    <a:pt x="2419066" y="1395875"/>
                  </a:lnTo>
                  <a:lnTo>
                    <a:pt x="2133037" y="2022191"/>
                  </a:lnTo>
                  <a:lnTo>
                    <a:pt x="1553801" y="2394443"/>
                  </a:lnTo>
                  <a:lnTo>
                    <a:pt x="865264" y="2394443"/>
                  </a:lnTo>
                  <a:lnTo>
                    <a:pt x="286029" y="2022191"/>
                  </a:lnTo>
                  <a:lnTo>
                    <a:pt x="0" y="1395875"/>
                  </a:lnTo>
                  <a:lnTo>
                    <a:pt x="97989" y="714345"/>
                  </a:lnTo>
                  <a:lnTo>
                    <a:pt x="548885" y="193983"/>
                  </a:lnTo>
                  <a:lnTo>
                    <a:pt x="1209533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515805" y="2165465"/>
              <a:ext cx="3225421" cy="3192591"/>
            </a:xfrm>
            <a:custGeom>
              <a:avLst/>
              <a:pathLst>
                <a:path w="3225421" h="3192591">
                  <a:moveTo>
                    <a:pt x="1612710" y="0"/>
                  </a:moveTo>
                  <a:lnTo>
                    <a:pt x="2493573" y="258644"/>
                  </a:lnTo>
                  <a:lnTo>
                    <a:pt x="3094769" y="952461"/>
                  </a:lnTo>
                  <a:lnTo>
                    <a:pt x="3225421" y="1861167"/>
                  </a:lnTo>
                  <a:lnTo>
                    <a:pt x="2844049" y="2696255"/>
                  </a:lnTo>
                  <a:lnTo>
                    <a:pt x="2071735" y="3192591"/>
                  </a:lnTo>
                  <a:lnTo>
                    <a:pt x="1153685" y="3192591"/>
                  </a:lnTo>
                  <a:lnTo>
                    <a:pt x="381372" y="2696255"/>
                  </a:lnTo>
                  <a:lnTo>
                    <a:pt x="0" y="1861167"/>
                  </a:lnTo>
                  <a:lnTo>
                    <a:pt x="130652" y="952461"/>
                  </a:lnTo>
                  <a:lnTo>
                    <a:pt x="731847" y="258644"/>
                  </a:lnTo>
                  <a:lnTo>
                    <a:pt x="1612710" y="0"/>
                  </a:lnTo>
                </a:path>
              </a:pathLst>
            </a:custGeom>
            <a:ln w="10840" cap="flat">
              <a:solidFill>
                <a:srgbClr val="C9CE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515805" y="2424110"/>
              <a:ext cx="2724254" cy="2933946"/>
            </a:xfrm>
            <a:custGeom>
              <a:avLst/>
              <a:pathLst>
                <a:path w="2724254" h="2933946">
                  <a:moveTo>
                    <a:pt x="1612710" y="148678"/>
                  </a:moveTo>
                  <a:lnTo>
                    <a:pt x="2097185" y="616792"/>
                  </a:lnTo>
                  <a:lnTo>
                    <a:pt x="2724254" y="863024"/>
                  </a:lnTo>
                  <a:lnTo>
                    <a:pt x="2660972" y="1521367"/>
                  </a:lnTo>
                  <a:lnTo>
                    <a:pt x="2720915" y="2330914"/>
                  </a:lnTo>
                  <a:lnTo>
                    <a:pt x="2025833" y="2777616"/>
                  </a:lnTo>
                  <a:lnTo>
                    <a:pt x="1153685" y="2933946"/>
                  </a:lnTo>
                  <a:lnTo>
                    <a:pt x="1058608" y="1850782"/>
                  </a:lnTo>
                  <a:lnTo>
                    <a:pt x="0" y="1602522"/>
                  </a:lnTo>
                  <a:lnTo>
                    <a:pt x="649372" y="930708"/>
                  </a:lnTo>
                  <a:lnTo>
                    <a:pt x="731847" y="0"/>
                  </a:lnTo>
                  <a:close/>
                </a:path>
              </a:pathLst>
            </a:custGeom>
            <a:ln w="29811" cap="flat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677076" y="2328394"/>
              <a:ext cx="2902879" cy="2873332"/>
            </a:xfrm>
            <a:custGeom>
              <a:avLst/>
              <a:pathLst>
                <a:path w="2902879" h="2873332">
                  <a:moveTo>
                    <a:pt x="1451439" y="0"/>
                  </a:moveTo>
                  <a:lnTo>
                    <a:pt x="2156130" y="369845"/>
                  </a:lnTo>
                  <a:lnTo>
                    <a:pt x="2637086" y="924898"/>
                  </a:lnTo>
                  <a:lnTo>
                    <a:pt x="2902879" y="1675050"/>
                  </a:lnTo>
                  <a:lnTo>
                    <a:pt x="2559644" y="2426630"/>
                  </a:lnTo>
                  <a:lnTo>
                    <a:pt x="1818659" y="2717002"/>
                  </a:lnTo>
                  <a:lnTo>
                    <a:pt x="1038316" y="2873332"/>
                  </a:lnTo>
                  <a:lnTo>
                    <a:pt x="343234" y="2426630"/>
                  </a:lnTo>
                  <a:lnTo>
                    <a:pt x="0" y="1675050"/>
                  </a:lnTo>
                  <a:lnTo>
                    <a:pt x="265792" y="924898"/>
                  </a:lnTo>
                  <a:lnTo>
                    <a:pt x="658662" y="232780"/>
                  </a:lnTo>
                  <a:close/>
                </a:path>
              </a:pathLst>
            </a:custGeom>
            <a:ln w="29811" cap="flat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4094204" y="2538477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4578679" y="3006591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5205748" y="3252823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5142466" y="3911165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5202409" y="4720713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4507327" y="5167415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3635179" y="5323745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3540102" y="4240581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2481493" y="3992321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3130866" y="3320506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3213341" y="2389798"/>
              <a:ext cx="68622" cy="68622"/>
            </a:xfrm>
            <a:prstGeom prst="ellipse">
              <a:avLst/>
            </a:prstGeom>
            <a:solidFill>
              <a:srgbClr val="081F5C">
                <a:alpha val="100000"/>
              </a:srgbClr>
            </a:solidFill>
            <a:ln w="9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4094204" y="229408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4798895" y="2663928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5279851" y="3218981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5545644" y="3969134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5202409" y="472071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4461424" y="5011085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81081" y="5167415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985999" y="472071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642765" y="3969134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908557" y="3218981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301427" y="2526863"/>
              <a:ext cx="68622" cy="68622"/>
            </a:xfrm>
            <a:prstGeom prst="ellipse">
              <a:avLst/>
            </a:prstGeom>
            <a:solidFill>
              <a:srgbClr val="4F7FAF">
                <a:alpha val="100000"/>
              </a:srgbClr>
            </a:solidFill>
            <a:ln w="9000" cap="rnd">
              <a:solidFill>
                <a:srgbClr val="4F7F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3464736" y="1916607"/>
              <a:ext cx="1327559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Estados financieros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167934" y="2206289"/>
              <a:ext cx="613097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Auditoría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877344" y="2955601"/>
              <a:ext cx="154481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Costos y presupuestos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6031514" y="4002820"/>
              <a:ext cx="597749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Finanzas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5581495" y="4936413"/>
              <a:ext cx="76057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Tributación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4670165" y="5466388"/>
              <a:ext cx="1242361" cy="1292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Visión empresarial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081134" y="5464547"/>
              <a:ext cx="150573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Aprendizaje autónomo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1285971" y="4936345"/>
              <a:ext cx="138956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Comunicación eficaz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1022446" y="3975057"/>
              <a:ext cx="1203070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Trabajo en equipo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609767" y="2983364"/>
              <a:ext cx="1769919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Razonamiento matemático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870133" y="2154106"/>
              <a:ext cx="1218964" cy="155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Ética y ciudadanía</a:t>
              </a:r>
            </a:p>
          </p:txBody>
        </p:sp>
        <p:sp>
          <p:nvSpPr>
            <p:cNvPr id="44" name="pg43"/>
            <p:cNvSpPr/>
            <p:nvPr/>
          </p:nvSpPr>
          <p:spPr>
            <a:xfrm>
              <a:off x="4271209" y="3347585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4"/>
            <p:cNvSpPr/>
            <p:nvPr/>
          </p:nvSpPr>
          <p:spPr>
            <a:xfrm>
              <a:off x="4280353" y="3369413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85%</a:t>
              </a:r>
            </a:p>
          </p:txBody>
        </p:sp>
        <p:sp>
          <p:nvSpPr>
            <p:cNvPr id="46" name="pg45"/>
            <p:cNvSpPr/>
            <p:nvPr/>
          </p:nvSpPr>
          <p:spPr>
            <a:xfrm>
              <a:off x="4381317" y="2972592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60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tx46"/>
            <p:cNvSpPr/>
            <p:nvPr/>
          </p:nvSpPr>
          <p:spPr>
            <a:xfrm>
              <a:off x="4390461" y="2994420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  <p:sp>
          <p:nvSpPr>
            <p:cNvPr id="48" name="pg47"/>
            <p:cNvSpPr/>
            <p:nvPr/>
          </p:nvSpPr>
          <p:spPr>
            <a:xfrm>
              <a:off x="4491425" y="2597599"/>
              <a:ext cx="272474" cy="144363"/>
            </a:xfrm>
            <a:custGeom>
              <a:avLst/>
              <a:pathLst>
                <a:path w="272474" h="144363">
                  <a:moveTo>
                    <a:pt x="22860" y="144363"/>
                  </a:moveTo>
                  <a:lnTo>
                    <a:pt x="249614" y="144363"/>
                  </a:lnTo>
                  <a:lnTo>
                    <a:pt x="248693" y="144344"/>
                  </a:lnTo>
                  <a:lnTo>
                    <a:pt x="252369" y="144196"/>
                  </a:lnTo>
                  <a:lnTo>
                    <a:pt x="255974" y="143460"/>
                  </a:lnTo>
                  <a:lnTo>
                    <a:pt x="259413" y="142156"/>
                  </a:lnTo>
                  <a:lnTo>
                    <a:pt x="262599" y="140316"/>
                  </a:lnTo>
                  <a:lnTo>
                    <a:pt x="265449" y="137989"/>
                  </a:lnTo>
                  <a:lnTo>
                    <a:pt x="267889" y="135236"/>
                  </a:lnTo>
                  <a:lnTo>
                    <a:pt x="269855" y="132126"/>
                  </a:lnTo>
                  <a:lnTo>
                    <a:pt x="271297" y="128742"/>
                  </a:lnTo>
                  <a:lnTo>
                    <a:pt x="272178" y="125170"/>
                  </a:lnTo>
                  <a:lnTo>
                    <a:pt x="272474" y="121503"/>
                  </a:lnTo>
                  <a:lnTo>
                    <a:pt x="272474" y="22859"/>
                  </a:lnTo>
                  <a:lnTo>
                    <a:pt x="272178" y="19192"/>
                  </a:lnTo>
                  <a:lnTo>
                    <a:pt x="271297" y="15620"/>
                  </a:lnTo>
                  <a:lnTo>
                    <a:pt x="269855" y="12236"/>
                  </a:lnTo>
                  <a:lnTo>
                    <a:pt x="267889" y="9127"/>
                  </a:lnTo>
                  <a:lnTo>
                    <a:pt x="265449" y="6373"/>
                  </a:lnTo>
                  <a:lnTo>
                    <a:pt x="262599" y="4046"/>
                  </a:lnTo>
                  <a:lnTo>
                    <a:pt x="259413" y="2207"/>
                  </a:lnTo>
                  <a:lnTo>
                    <a:pt x="255974" y="902"/>
                  </a:lnTo>
                  <a:lnTo>
                    <a:pt x="252369" y="166"/>
                  </a:lnTo>
                  <a:lnTo>
                    <a:pt x="249614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30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59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30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tx48"/>
            <p:cNvSpPr/>
            <p:nvPr/>
          </p:nvSpPr>
          <p:spPr>
            <a:xfrm>
              <a:off x="4500569" y="2619427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95%</a:t>
              </a:r>
            </a:p>
          </p:txBody>
        </p:sp>
        <p:sp>
          <p:nvSpPr>
            <p:cNvPr id="50" name="pg49"/>
            <p:cNvSpPr/>
            <p:nvPr/>
          </p:nvSpPr>
          <p:spPr>
            <a:xfrm>
              <a:off x="4601533" y="2222606"/>
              <a:ext cx="343105" cy="144363"/>
            </a:xfrm>
            <a:custGeom>
              <a:avLst/>
              <a:pathLst>
                <a:path w="343105" h="144363">
                  <a:moveTo>
                    <a:pt x="22860" y="144363"/>
                  </a:moveTo>
                  <a:lnTo>
                    <a:pt x="320245" y="144363"/>
                  </a:lnTo>
                  <a:lnTo>
                    <a:pt x="319324" y="144344"/>
                  </a:lnTo>
                  <a:lnTo>
                    <a:pt x="323000" y="144196"/>
                  </a:lnTo>
                  <a:lnTo>
                    <a:pt x="326605" y="143460"/>
                  </a:lnTo>
                  <a:lnTo>
                    <a:pt x="330045" y="142156"/>
                  </a:lnTo>
                  <a:lnTo>
                    <a:pt x="333231" y="140316"/>
                  </a:lnTo>
                  <a:lnTo>
                    <a:pt x="336081" y="137989"/>
                  </a:lnTo>
                  <a:lnTo>
                    <a:pt x="338520" y="135236"/>
                  </a:lnTo>
                  <a:lnTo>
                    <a:pt x="340486" y="132126"/>
                  </a:lnTo>
                  <a:lnTo>
                    <a:pt x="341928" y="128742"/>
                  </a:lnTo>
                  <a:lnTo>
                    <a:pt x="342809" y="125170"/>
                  </a:lnTo>
                  <a:lnTo>
                    <a:pt x="343105" y="121503"/>
                  </a:lnTo>
                  <a:lnTo>
                    <a:pt x="343105" y="22860"/>
                  </a:lnTo>
                  <a:lnTo>
                    <a:pt x="342809" y="19192"/>
                  </a:lnTo>
                  <a:lnTo>
                    <a:pt x="341928" y="15620"/>
                  </a:lnTo>
                  <a:lnTo>
                    <a:pt x="340486" y="12236"/>
                  </a:lnTo>
                  <a:lnTo>
                    <a:pt x="338520" y="9127"/>
                  </a:lnTo>
                  <a:lnTo>
                    <a:pt x="336081" y="6373"/>
                  </a:lnTo>
                  <a:lnTo>
                    <a:pt x="333231" y="4046"/>
                  </a:lnTo>
                  <a:lnTo>
                    <a:pt x="330045" y="2207"/>
                  </a:lnTo>
                  <a:lnTo>
                    <a:pt x="326605" y="902"/>
                  </a:lnTo>
                  <a:lnTo>
                    <a:pt x="323000" y="166"/>
                  </a:lnTo>
                  <a:lnTo>
                    <a:pt x="320245" y="0"/>
                  </a:lnTo>
                  <a:lnTo>
                    <a:pt x="22860" y="0"/>
                  </a:lnTo>
                  <a:lnTo>
                    <a:pt x="25615" y="166"/>
                  </a:lnTo>
                  <a:lnTo>
                    <a:pt x="21939" y="18"/>
                  </a:lnTo>
                  <a:lnTo>
                    <a:pt x="18287" y="461"/>
                  </a:lnTo>
                  <a:lnTo>
                    <a:pt x="14753" y="1485"/>
                  </a:lnTo>
                  <a:lnTo>
                    <a:pt x="11429" y="3062"/>
                  </a:lnTo>
                  <a:lnTo>
                    <a:pt x="8402" y="5152"/>
                  </a:lnTo>
                  <a:lnTo>
                    <a:pt x="5749" y="7701"/>
                  </a:lnTo>
                  <a:lnTo>
                    <a:pt x="3538" y="10642"/>
                  </a:lnTo>
                  <a:lnTo>
                    <a:pt x="1829" y="13899"/>
                  </a:lnTo>
                  <a:lnTo>
                    <a:pt x="664" y="17389"/>
                  </a:lnTo>
                  <a:lnTo>
                    <a:pt x="74" y="21020"/>
                  </a:lnTo>
                  <a:lnTo>
                    <a:pt x="0" y="22860"/>
                  </a:lnTo>
                  <a:lnTo>
                    <a:pt x="0" y="121503"/>
                  </a:lnTo>
                  <a:lnTo>
                    <a:pt x="74" y="119663"/>
                  </a:lnTo>
                  <a:lnTo>
                    <a:pt x="74" y="123342"/>
                  </a:lnTo>
                  <a:lnTo>
                    <a:pt x="664" y="126974"/>
                  </a:lnTo>
                  <a:lnTo>
                    <a:pt x="1829" y="130463"/>
                  </a:lnTo>
                  <a:lnTo>
                    <a:pt x="3538" y="133721"/>
                  </a:lnTo>
                  <a:lnTo>
                    <a:pt x="5749" y="136662"/>
                  </a:lnTo>
                  <a:lnTo>
                    <a:pt x="8402" y="139210"/>
                  </a:lnTo>
                  <a:lnTo>
                    <a:pt x="11429" y="141300"/>
                  </a:lnTo>
                  <a:lnTo>
                    <a:pt x="14753" y="142877"/>
                  </a:lnTo>
                  <a:lnTo>
                    <a:pt x="18287" y="143901"/>
                  </a:lnTo>
                  <a:lnTo>
                    <a:pt x="21939" y="144344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4610677" y="2244434"/>
              <a:ext cx="324817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5A648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  <p:sp>
        <p:nvSpPr>
          <p:cNvPr id="52" name=""/>
          <p:cNvSpPr>
            <a:spLocks noGrp="1"/>
          </p:cNvSpPr>
          <p:nvPr>
            </p:nvPr>
        </p:nvSpPr>
        <p:spPr>
          <a:xfrm>
            <a:off x="2767838" y="593445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77566" y="5870448"/>
            <a:ext cx="1303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Masculino (56)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272026" y="5934456"/>
            <a:ext cx="137160" cy="137160"/>
          </a:xfrm>
          <a:prstGeom prst="rect">
            <a:avLst/>
          </a:prstGeom>
          <a:solidFill>
            <a:srgbClr val="4F7FAF">
              <a:alpha val="100000"/>
            </a:srgbClr>
          </a:solidFill>
          <a:ln w="3175" cap="rnd" cmpd="sng">
            <a:solidFill>
              <a:srgbClr val="4F7FA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381754" y="5870448"/>
            <a:ext cx="12903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Femenino (53)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183880" y="2377440"/>
            <a:ext cx="45720" cy="283464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8385048" y="2331720"/>
            <a:ext cx="3502152" cy="29260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Ningún eje difiere más de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 puntos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entre los dos grupos.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Las mayores distancias están en </a:t>
            </a: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 y auditoría</a:t>
            </a: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109 estudiantes que respondieron la batería de competencias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p_dim_radar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767838" y="5870448"/>
            <a:ext cx="27213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767838" y="5687568"/>
            <a:ext cx="27213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7.56 x 0.76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183880" y="2331720"/>
            <a:ext cx="3703320" cy="29260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183880" y="2148840"/>
            <a:ext cx="37033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10.29 x 8.13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653796" y="1554480"/>
            <a:ext cx="6949440" cy="4480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653796" y="1371600"/>
            <a:ext cx="6949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radar, anillos de 80 a 100 rotulados, 19.30 x 12.45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DICEN LOS EGRESADOS SOBRE LA CARRERA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600200"/>
            <a:ext cx="6766560" cy="4297680"/>
            <a:chOff x="288036" y="1600200"/>
            <a:chExt cx="6766560" cy="4297680"/>
          </a:xfrm>
        </p:grpSpPr>
        <p:sp>
          <p:nvSpPr>
            <p:cNvPr id="4" name="rc3"/>
            <p:cNvSpPr/>
            <p:nvPr/>
          </p:nvSpPr>
          <p:spPr>
            <a:xfrm>
              <a:off x="288036" y="1600200"/>
              <a:ext cx="6766560" cy="42976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tx4"/>
            <p:cNvSpPr/>
            <p:nvPr/>
          </p:nvSpPr>
          <p:spPr>
            <a:xfrm>
              <a:off x="2880021" y="3609420"/>
              <a:ext cx="1582588" cy="261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00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cursos</a:t>
              </a:r>
            </a:p>
          </p:txBody>
        </p:sp>
        <p:sp>
          <p:nvSpPr>
            <p:cNvPr id="6" name="tx5"/>
            <p:cNvSpPr/>
            <p:nvPr/>
          </p:nvSpPr>
          <p:spPr>
            <a:xfrm>
              <a:off x="3363946" y="3278891"/>
              <a:ext cx="1240855" cy="2753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79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laboral</a:t>
              </a:r>
            </a:p>
          </p:txBody>
        </p:sp>
        <p:sp>
          <p:nvSpPr>
            <p:cNvPr id="7" name="tx6"/>
            <p:cNvSpPr/>
            <p:nvPr/>
          </p:nvSpPr>
          <p:spPr>
            <a:xfrm>
              <a:off x="2676727" y="3900974"/>
              <a:ext cx="1577540" cy="2753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979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mercado</a:t>
              </a:r>
            </a:p>
          </p:txBody>
        </p:sp>
        <p:sp>
          <p:nvSpPr>
            <p:cNvPr id="8" name="tx7"/>
            <p:cNvSpPr/>
            <p:nvPr/>
          </p:nvSpPr>
          <p:spPr>
            <a:xfrm>
              <a:off x="2559600" y="4200798"/>
              <a:ext cx="1949953" cy="257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79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90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habilidades</a:t>
              </a:r>
            </a:p>
          </p:txBody>
        </p:sp>
        <p:sp>
          <p:nvSpPr>
            <p:cNvPr id="9" name="tx8"/>
            <p:cNvSpPr/>
            <p:nvPr/>
          </p:nvSpPr>
          <p:spPr>
            <a:xfrm>
              <a:off x="1789983" y="3192770"/>
              <a:ext cx="1530756" cy="2921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21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proyectos</a:t>
              </a:r>
            </a:p>
          </p:txBody>
        </p:sp>
        <p:sp>
          <p:nvSpPr>
            <p:cNvPr id="10" name="tx9"/>
            <p:cNvSpPr/>
            <p:nvPr/>
          </p:nvSpPr>
          <p:spPr>
            <a:xfrm>
              <a:off x="4270980" y="3873310"/>
              <a:ext cx="779412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malla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1759724" y="3662924"/>
              <a:ext cx="1120513" cy="2157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34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blandas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642844" y="3523754"/>
              <a:ext cx="1022136" cy="2580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1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93" b="1">
                  <a:solidFill>
                    <a:srgbClr val="294076">
                      <a:alpha val="100000"/>
                    </a:srgbClr>
                  </a:solidFill>
                  <a:latin typeface="Arial"/>
                  <a:cs typeface="Arial"/>
                </a:rPr>
                <a:t>mejorar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3559271" y="2978572"/>
              <a:ext cx="1479513" cy="2454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1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16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experiencia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710461" y="3273982"/>
              <a:ext cx="918477" cy="242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3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gestión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2349264" y="2971397"/>
              <a:ext cx="1138893" cy="179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curricular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128521" y="3929657"/>
              <a:ext cx="1467976" cy="225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implementar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654869" y="4149147"/>
              <a:ext cx="603680" cy="221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parte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721742" y="4153840"/>
              <a:ext cx="823069" cy="2286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94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>
                  <a:solidFill>
                    <a:srgbClr val="4B6191">
                      <a:alpha val="100000"/>
                    </a:srgbClr>
                  </a:solidFill>
                  <a:latin typeface="Arial"/>
                  <a:cs typeface="Arial"/>
                </a:rPr>
                <a:t>trabajo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389318" y="2739513"/>
              <a:ext cx="1522527" cy="1704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4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conocimiento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214867" y="3965331"/>
              <a:ext cx="1028246" cy="1704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4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docentes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2677992" y="4543960"/>
              <a:ext cx="989019" cy="1704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44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industria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717307" y="3109488"/>
              <a:ext cx="598691" cy="119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curso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80920" y="4565720"/>
              <a:ext cx="1380844" cy="159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herramientas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5240495" y="3055727"/>
              <a:ext cx="770022" cy="159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talleres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915741" y="3411461"/>
              <a:ext cx="806521" cy="2036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31" b="1">
                  <a:solidFill>
                    <a:srgbClr val="6C82AB">
                      <a:alpha val="100000"/>
                    </a:srgbClr>
                  </a:solidFill>
                  <a:latin typeface="Arial"/>
                  <a:cs typeface="Arial"/>
                </a:rPr>
                <a:t>trabajar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69142" y="3728763"/>
              <a:ext cx="653699" cy="1475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6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campo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428622" y="2746584"/>
              <a:ext cx="980400" cy="150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6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formación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678687" y="3652890"/>
              <a:ext cx="1048236" cy="1876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6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profesores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921552" y="4351662"/>
              <a:ext cx="853217" cy="131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considera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662796" y="3387195"/>
              <a:ext cx="582039" cy="131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diseño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335056" y="3250560"/>
              <a:ext cx="371359" cy="1336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falta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599502" y="4378318"/>
              <a:ext cx="522072" cy="1288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temas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726376" y="2907076"/>
              <a:ext cx="564678" cy="117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egresado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2131244" y="4562974"/>
              <a:ext cx="493861" cy="1175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enfoque</a:t>
              </a:r>
            </a:p>
          </p:txBody>
        </p:sp>
      </p:grpSp>
      <p:sp>
        <p:nvSpPr>
          <p:cNvPr id="35" name=""/>
          <p:cNvSpPr>
            <a:spLocks noGrp="1"/>
          </p:cNvSpPr>
          <p:nvPr>
            </p:nvPr>
        </p:nvSpPr>
        <p:spPr>
          <a:xfrm>
            <a:off x="7498080" y="1508760"/>
            <a:ext cx="440557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Palabras más mencionadas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498080" y="2066544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cursos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052560" y="2185416"/>
            <a:ext cx="2119579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098987" y="2121408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1281867" y="2066544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98080" y="2450592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laboral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052560" y="2569464"/>
            <a:ext cx="1239754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219162" y="2505456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02042" y="2450592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498080" y="2834640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052560" y="2953512"/>
            <a:ext cx="1239754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219162" y="2889504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402042" y="2834640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498080" y="3218688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habilidades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052560" y="3337560"/>
            <a:ext cx="1079786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059194" y="3273552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242074" y="321868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498080" y="3602736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proyectos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052560" y="3721608"/>
            <a:ext cx="879825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59233" y="3657600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042113" y="3602736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498080" y="3986784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malla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052560" y="4105656"/>
            <a:ext cx="799841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779249" y="4041648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962129" y="3986784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498080" y="4370832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blandas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052560" y="4489704"/>
            <a:ext cx="759849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739257" y="4425696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922137" y="4370832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7498080" y="4754880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mejorar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052560" y="4873752"/>
            <a:ext cx="679865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659273" y="4809744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842153" y="4754880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498080" y="5138928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052560" y="5257800"/>
            <a:ext cx="639873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619281" y="5193792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802161" y="5138928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498080" y="5522976"/>
            <a:ext cx="1417320" cy="256032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052560" y="5641848"/>
            <a:ext cx="599881" cy="1828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579289" y="5577840"/>
            <a:ext cx="146304" cy="146304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762169" y="5522976"/>
            <a:ext cx="54864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052560" y="1892808"/>
            <a:ext cx="1828800" cy="21945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menciones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 que respondieron la pregunta abierta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p_slide_1_grafico_narrativo: p_nube_palabras (ilustrativa) + p_lollipop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288036" y="1600200"/>
            <a:ext cx="6766560" cy="42976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288036" y="1417320"/>
            <a:ext cx="67665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nube, tamaño proporcional a la frecuencia, 18.80 x 11.94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FRASES QUE MÁS SE REPITEN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Frases de dos palabras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288036" y="2148840"/>
            <a:ext cx="5533492" cy="3904488"/>
            <a:chOff x="288036" y="2148840"/>
            <a:chExt cx="5533492" cy="3904488"/>
          </a:xfrm>
        </p:grpSpPr>
        <p:sp>
          <p:nvSpPr>
            <p:cNvPr id="5" name="rc3"/>
            <p:cNvSpPr/>
            <p:nvPr/>
          </p:nvSpPr>
          <p:spPr>
            <a:xfrm>
              <a:off x="288036" y="2148840"/>
              <a:ext cx="5533491" cy="390448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tx4"/>
            <p:cNvSpPr/>
            <p:nvPr/>
          </p:nvSpPr>
          <p:spPr>
            <a:xfrm>
              <a:off x="748410" y="3871919"/>
              <a:ext cx="2655006" cy="3511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habilidades</a:t>
              </a:r>
            </a:p>
          </p:txBody>
        </p:sp>
        <p:sp>
          <p:nvSpPr>
            <p:cNvPr id="7" name="tx5"/>
            <p:cNvSpPr/>
            <p:nvPr/>
          </p:nvSpPr>
          <p:spPr>
            <a:xfrm>
              <a:off x="3537499" y="3871919"/>
              <a:ext cx="1823653" cy="3511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blandas</a:t>
              </a:r>
            </a:p>
          </p:txBody>
        </p:sp>
        <p:sp>
          <p:nvSpPr>
            <p:cNvPr id="8" name="tx6"/>
            <p:cNvSpPr/>
            <p:nvPr/>
          </p:nvSpPr>
          <p:spPr>
            <a:xfrm>
              <a:off x="1344812" y="3453440"/>
              <a:ext cx="2011697" cy="3511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mercado</a:t>
              </a:r>
            </a:p>
          </p:txBody>
        </p:sp>
        <p:sp>
          <p:nvSpPr>
            <p:cNvPr id="9" name="tx7"/>
            <p:cNvSpPr/>
            <p:nvPr/>
          </p:nvSpPr>
          <p:spPr>
            <a:xfrm>
              <a:off x="3490592" y="3453440"/>
              <a:ext cx="1582353" cy="3511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8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laboral</a:t>
              </a:r>
            </a:p>
          </p:txBody>
        </p:sp>
        <p:sp>
          <p:nvSpPr>
            <p:cNvPr id="10" name="tx8"/>
            <p:cNvSpPr/>
            <p:nvPr/>
          </p:nvSpPr>
          <p:spPr>
            <a:xfrm>
              <a:off x="1237597" y="4307455"/>
              <a:ext cx="1144928" cy="325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525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malla</a:t>
              </a:r>
            </a:p>
          </p:txBody>
        </p:sp>
        <p:sp>
          <p:nvSpPr>
            <p:cNvPr id="11" name="tx9"/>
            <p:cNvSpPr/>
            <p:nvPr/>
          </p:nvSpPr>
          <p:spPr>
            <a:xfrm>
              <a:off x="2506922" y="4307455"/>
              <a:ext cx="2065549" cy="3257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525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curricular</a:t>
              </a:r>
            </a:p>
          </p:txBody>
        </p:sp>
        <p:sp>
          <p:nvSpPr>
            <p:cNvPr id="12" name="tx10"/>
            <p:cNvSpPr/>
            <p:nvPr/>
          </p:nvSpPr>
          <p:spPr>
            <a:xfrm>
              <a:off x="1275879" y="4687646"/>
              <a:ext cx="1950601" cy="2183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36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62" b="1">
                  <a:solidFill>
                    <a:srgbClr val="344B7F">
                      <a:alpha val="100000"/>
                    </a:srgbClr>
                  </a:solidFill>
                  <a:latin typeface="Arial"/>
                  <a:cs typeface="Arial"/>
                </a:rPr>
                <a:t>conocimiento</a:t>
              </a:r>
            </a:p>
          </p:txBody>
        </p:sp>
        <p:sp>
          <p:nvSpPr>
            <p:cNvPr id="13" name="tx11"/>
            <p:cNvSpPr/>
            <p:nvPr/>
          </p:nvSpPr>
          <p:spPr>
            <a:xfrm>
              <a:off x="3309849" y="4683983"/>
              <a:ext cx="1050537" cy="221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36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62" b="1">
                  <a:solidFill>
                    <a:srgbClr val="344B7F">
                      <a:alpha val="100000"/>
                    </a:srgbClr>
                  </a:solidFill>
                  <a:latin typeface="Arial"/>
                  <a:cs typeface="Arial"/>
                </a:rPr>
                <a:t>técnico</a:t>
              </a:r>
            </a:p>
          </p:txBody>
        </p:sp>
        <p:sp>
          <p:nvSpPr>
            <p:cNvPr id="14" name="tx12"/>
            <p:cNvSpPr/>
            <p:nvPr/>
          </p:nvSpPr>
          <p:spPr>
            <a:xfrm>
              <a:off x="1909257" y="3114653"/>
              <a:ext cx="1650824" cy="2779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36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62" b="1">
                  <a:solidFill>
                    <a:srgbClr val="344B7F">
                      <a:alpha val="100000"/>
                    </a:srgbClr>
                  </a:solidFill>
                  <a:latin typeface="Arial"/>
                  <a:cs typeface="Arial"/>
                </a:rPr>
                <a:t>inteligencia</a:t>
              </a:r>
            </a:p>
          </p:txBody>
        </p:sp>
        <p:sp>
          <p:nvSpPr>
            <p:cNvPr id="15" name="tx13"/>
            <p:cNvSpPr/>
            <p:nvPr/>
          </p:nvSpPr>
          <p:spPr>
            <a:xfrm>
              <a:off x="3643450" y="3170623"/>
              <a:ext cx="1150756" cy="221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36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62" b="1">
                  <a:solidFill>
                    <a:srgbClr val="344B7F">
                      <a:alpha val="100000"/>
                    </a:srgbClr>
                  </a:solidFill>
                  <a:latin typeface="Arial"/>
                  <a:cs typeface="Arial"/>
                </a:rPr>
                <a:t>artificial</a:t>
              </a:r>
            </a:p>
          </p:txBody>
        </p:sp>
        <p:sp>
          <p:nvSpPr>
            <p:cNvPr id="16" name="tx14"/>
            <p:cNvSpPr/>
            <p:nvPr/>
          </p:nvSpPr>
          <p:spPr>
            <a:xfrm>
              <a:off x="1701181" y="5001840"/>
              <a:ext cx="766003" cy="1729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campo</a:t>
              </a:r>
            </a:p>
          </p:txBody>
        </p:sp>
        <p:sp>
          <p:nvSpPr>
            <p:cNvPr id="17" name="tx15"/>
            <p:cNvSpPr/>
            <p:nvPr/>
          </p:nvSpPr>
          <p:spPr>
            <a:xfrm>
              <a:off x="2533213" y="5001840"/>
              <a:ext cx="779232" cy="1729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laboral</a:t>
              </a:r>
            </a:p>
          </p:txBody>
        </p:sp>
        <p:sp>
          <p:nvSpPr>
            <p:cNvPr id="18" name="tx16"/>
            <p:cNvSpPr/>
            <p:nvPr/>
          </p:nvSpPr>
          <p:spPr>
            <a:xfrm>
              <a:off x="2590482" y="2934956"/>
              <a:ext cx="779348" cy="128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cursos</a:t>
              </a:r>
            </a:p>
          </p:txBody>
        </p:sp>
        <p:sp>
          <p:nvSpPr>
            <p:cNvPr id="19" name="tx17"/>
            <p:cNvSpPr/>
            <p:nvPr/>
          </p:nvSpPr>
          <p:spPr>
            <a:xfrm>
              <a:off x="3435860" y="2890859"/>
              <a:ext cx="1017238" cy="1729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electivos</a:t>
              </a:r>
            </a:p>
          </p:txBody>
        </p:sp>
        <p:sp>
          <p:nvSpPr>
            <p:cNvPr id="20" name="tx18"/>
            <p:cNvSpPr/>
            <p:nvPr/>
          </p:nvSpPr>
          <p:spPr>
            <a:xfrm>
              <a:off x="1889868" y="5224745"/>
              <a:ext cx="1307927" cy="2170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experiencia</a:t>
              </a:r>
            </a:p>
          </p:txBody>
        </p:sp>
        <p:sp>
          <p:nvSpPr>
            <p:cNvPr id="21" name="tx19"/>
            <p:cNvSpPr/>
            <p:nvPr/>
          </p:nvSpPr>
          <p:spPr>
            <a:xfrm>
              <a:off x="3263824" y="5221844"/>
              <a:ext cx="911522" cy="219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práctica</a:t>
              </a:r>
            </a:p>
          </p:txBody>
        </p:sp>
        <p:sp>
          <p:nvSpPr>
            <p:cNvPr id="22" name="tx20"/>
            <p:cNvSpPr/>
            <p:nvPr/>
          </p:nvSpPr>
          <p:spPr>
            <a:xfrm>
              <a:off x="2462701" y="2622897"/>
              <a:ext cx="845029" cy="1758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últimos</a:t>
              </a:r>
            </a:p>
          </p:txBody>
        </p:sp>
        <p:sp>
          <p:nvSpPr>
            <p:cNvPr id="23" name="tx21"/>
            <p:cNvSpPr/>
            <p:nvPr/>
          </p:nvSpPr>
          <p:spPr>
            <a:xfrm>
              <a:off x="3373759" y="2625798"/>
              <a:ext cx="673749" cy="1729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1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ciclos</a:t>
              </a:r>
            </a:p>
          </p:txBody>
        </p:sp>
        <p:sp>
          <p:nvSpPr>
            <p:cNvPr id="24" name="tx22"/>
            <p:cNvSpPr/>
            <p:nvPr/>
          </p:nvSpPr>
          <p:spPr>
            <a:xfrm>
              <a:off x="3524770" y="5065458"/>
              <a:ext cx="432122" cy="82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casos</a:t>
              </a:r>
            </a:p>
          </p:txBody>
        </p:sp>
        <p:sp>
          <p:nvSpPr>
            <p:cNvPr id="25" name="tx23"/>
            <p:cNvSpPr/>
            <p:nvPr/>
          </p:nvSpPr>
          <p:spPr>
            <a:xfrm>
              <a:off x="3999235" y="5007043"/>
              <a:ext cx="677614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prácticos</a:t>
              </a:r>
            </a:p>
          </p:txBody>
        </p:sp>
        <p:sp>
          <p:nvSpPr>
            <p:cNvPr id="26" name="tx24"/>
            <p:cNvSpPr/>
            <p:nvPr/>
          </p:nvSpPr>
          <p:spPr>
            <a:xfrm>
              <a:off x="1416122" y="2976714"/>
              <a:ext cx="415007" cy="82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curso</a:t>
              </a:r>
            </a:p>
          </p:txBody>
        </p:sp>
        <p:sp>
          <p:nvSpPr>
            <p:cNvPr id="27" name="tx25"/>
            <p:cNvSpPr/>
            <p:nvPr/>
          </p:nvSpPr>
          <p:spPr>
            <a:xfrm>
              <a:off x="1873471" y="2948437"/>
              <a:ext cx="567556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electivo</a:t>
              </a:r>
            </a:p>
          </p:txBody>
        </p:sp>
        <p:sp>
          <p:nvSpPr>
            <p:cNvPr id="28" name="tx26"/>
            <p:cNvSpPr/>
            <p:nvPr/>
          </p:nvSpPr>
          <p:spPr>
            <a:xfrm>
              <a:off x="558615" y="3386383"/>
              <a:ext cx="499764" cy="82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cursos</a:t>
              </a:r>
            </a:p>
          </p:txBody>
        </p:sp>
        <p:sp>
          <p:nvSpPr>
            <p:cNvPr id="29" name="tx27"/>
            <p:cNvSpPr/>
            <p:nvPr/>
          </p:nvSpPr>
          <p:spPr>
            <a:xfrm>
              <a:off x="1100721" y="3358105"/>
              <a:ext cx="77904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orientados</a:t>
              </a:r>
            </a:p>
          </p:txBody>
        </p:sp>
        <p:sp>
          <p:nvSpPr>
            <p:cNvPr id="30" name="tx28"/>
            <p:cNvSpPr/>
            <p:nvPr/>
          </p:nvSpPr>
          <p:spPr>
            <a:xfrm>
              <a:off x="368321" y="3131737"/>
              <a:ext cx="499764" cy="82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cursos</a:t>
              </a:r>
            </a:p>
          </p:txBody>
        </p:sp>
        <p:sp>
          <p:nvSpPr>
            <p:cNvPr id="31" name="tx29"/>
            <p:cNvSpPr/>
            <p:nvPr/>
          </p:nvSpPr>
          <p:spPr>
            <a:xfrm>
              <a:off x="910427" y="3103459"/>
              <a:ext cx="940147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relacionados</a:t>
              </a:r>
            </a:p>
          </p:txBody>
        </p:sp>
        <p:sp>
          <p:nvSpPr>
            <p:cNvPr id="32" name="tx30"/>
            <p:cNvSpPr/>
            <p:nvPr/>
          </p:nvSpPr>
          <p:spPr>
            <a:xfrm>
              <a:off x="4445729" y="4700475"/>
              <a:ext cx="618306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machine</a:t>
              </a:r>
            </a:p>
          </p:txBody>
        </p:sp>
        <p:sp>
          <p:nvSpPr>
            <p:cNvPr id="33" name="tx31"/>
            <p:cNvSpPr/>
            <p:nvPr/>
          </p:nvSpPr>
          <p:spPr>
            <a:xfrm>
              <a:off x="5106377" y="4670189"/>
              <a:ext cx="592782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learning</a:t>
              </a:r>
            </a:p>
          </p:txBody>
        </p:sp>
        <p:sp>
          <p:nvSpPr>
            <p:cNvPr id="34" name="tx32"/>
            <p:cNvSpPr/>
            <p:nvPr/>
          </p:nvSpPr>
          <p:spPr>
            <a:xfrm>
              <a:off x="1570014" y="5487083"/>
              <a:ext cx="813048" cy="1391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maquinaria</a:t>
              </a:r>
            </a:p>
          </p:txBody>
        </p:sp>
        <p:sp>
          <p:nvSpPr>
            <p:cNvPr id="35" name="tx33"/>
            <p:cNvSpPr/>
            <p:nvPr/>
          </p:nvSpPr>
          <p:spPr>
            <a:xfrm>
              <a:off x="2425404" y="5487083"/>
              <a:ext cx="525214" cy="1391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pesada</a:t>
              </a:r>
            </a:p>
          </p:txBody>
        </p:sp>
        <p:sp>
          <p:nvSpPr>
            <p:cNvPr id="36" name="tx34"/>
            <p:cNvSpPr/>
            <p:nvPr/>
          </p:nvSpPr>
          <p:spPr>
            <a:xfrm>
              <a:off x="1124219" y="2695769"/>
              <a:ext cx="635272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mercado</a:t>
              </a:r>
            </a:p>
          </p:txBody>
        </p:sp>
        <p:sp>
          <p:nvSpPr>
            <p:cNvPr id="37" name="tx35"/>
            <p:cNvSpPr/>
            <p:nvPr/>
          </p:nvSpPr>
          <p:spPr>
            <a:xfrm>
              <a:off x="1801833" y="2695769"/>
              <a:ext cx="60119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peruano</a:t>
              </a:r>
            </a:p>
          </p:txBody>
        </p:sp>
        <p:sp>
          <p:nvSpPr>
            <p:cNvPr id="38" name="tx36"/>
            <p:cNvSpPr/>
            <p:nvPr/>
          </p:nvSpPr>
          <p:spPr>
            <a:xfrm>
              <a:off x="4636917" y="4333453"/>
              <a:ext cx="507875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mundo</a:t>
              </a:r>
            </a:p>
          </p:txBody>
        </p:sp>
        <p:sp>
          <p:nvSpPr>
            <p:cNvPr id="39" name="tx37"/>
            <p:cNvSpPr/>
            <p:nvPr/>
          </p:nvSpPr>
          <p:spPr>
            <a:xfrm>
              <a:off x="5187135" y="4333453"/>
              <a:ext cx="49969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laboral</a:t>
              </a:r>
            </a:p>
          </p:txBody>
        </p:sp>
        <p:sp>
          <p:nvSpPr>
            <p:cNvPr id="40" name="tx38"/>
            <p:cNvSpPr/>
            <p:nvPr/>
          </p:nvSpPr>
          <p:spPr>
            <a:xfrm>
              <a:off x="2260029" y="2416831"/>
              <a:ext cx="669280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prácticas</a:t>
              </a:r>
            </a:p>
          </p:txBody>
        </p:sp>
        <p:sp>
          <p:nvSpPr>
            <p:cNvPr id="41" name="tx39"/>
            <p:cNvSpPr/>
            <p:nvPr/>
          </p:nvSpPr>
          <p:spPr>
            <a:xfrm>
              <a:off x="2971650" y="2416831"/>
              <a:ext cx="1228055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preprofesionales</a:t>
              </a:r>
            </a:p>
          </p:txBody>
        </p:sp>
        <p:sp>
          <p:nvSpPr>
            <p:cNvPr id="42" name="tx40"/>
            <p:cNvSpPr/>
            <p:nvPr/>
          </p:nvSpPr>
          <p:spPr>
            <a:xfrm>
              <a:off x="2216312" y="5690853"/>
              <a:ext cx="728364" cy="1390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proyectos</a:t>
              </a:r>
            </a:p>
          </p:txBody>
        </p:sp>
        <p:sp>
          <p:nvSpPr>
            <p:cNvPr id="43" name="tx41"/>
            <p:cNvSpPr/>
            <p:nvPr/>
          </p:nvSpPr>
          <p:spPr>
            <a:xfrm>
              <a:off x="2987019" y="5717121"/>
              <a:ext cx="1287586" cy="112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electromecánicos</a:t>
              </a:r>
            </a:p>
          </p:txBody>
        </p:sp>
        <p:sp>
          <p:nvSpPr>
            <p:cNvPr id="44" name="tx42"/>
            <p:cNvSpPr/>
            <p:nvPr/>
          </p:nvSpPr>
          <p:spPr>
            <a:xfrm>
              <a:off x="4242929" y="5212550"/>
              <a:ext cx="533772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talleres</a:t>
              </a:r>
            </a:p>
          </p:txBody>
        </p:sp>
        <p:sp>
          <p:nvSpPr>
            <p:cNvPr id="45" name="tx43"/>
            <p:cNvSpPr/>
            <p:nvPr/>
          </p:nvSpPr>
          <p:spPr>
            <a:xfrm>
              <a:off x="4819043" y="5182412"/>
              <a:ext cx="677614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prácticos</a:t>
              </a:r>
            </a:p>
          </p:txBody>
        </p:sp>
      </p:grpSp>
      <p:sp>
        <p:nvSpPr>
          <p:cNvPr id="46" name=""/>
          <p:cNvSpPr>
            <a:spLocks noGrp="1"/>
          </p:cNvSpPr>
          <p:nvPr>
            </p:nvPr>
        </p:nvSpPr>
        <p:spPr>
          <a:xfrm>
            <a:off x="6095848" y="1508760"/>
            <a:ext cx="7315" cy="4544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370168" y="1508760"/>
            <a:ext cx="55334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Frases de tres palabras</a:t>
            </a:r>
          </a:p>
        </p:txBody>
      </p:sp>
      <p:grpSp xmlns:pic="http://schemas.openxmlformats.org/drawingml/2006/picture">
        <p:nvGrpSpPr>
          <p:cNvPr id="48" name=""/>
          <p:cNvGrpSpPr/>
          <p:nvPr/>
        </p:nvGrpSpPr>
        <p:grpSpPr>
          <a:xfrm>
            <a:off x="6370168" y="2148840"/>
            <a:ext cx="5533492" cy="3904488"/>
            <a:chOff x="6370168" y="2148840"/>
            <a:chExt cx="5533492" cy="3904488"/>
          </a:xfrm>
        </p:grpSpPr>
        <p:sp>
          <p:nvSpPr>
            <p:cNvPr id="49" name="rc3"/>
            <p:cNvSpPr/>
            <p:nvPr/>
          </p:nvSpPr>
          <p:spPr>
            <a:xfrm>
              <a:off x="6370167" y="2148840"/>
              <a:ext cx="5533491" cy="390448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0" name="tx4"/>
            <p:cNvSpPr/>
            <p:nvPr/>
          </p:nvSpPr>
          <p:spPr>
            <a:xfrm>
              <a:off x="6582278" y="3752702"/>
              <a:ext cx="1806277" cy="476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0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gestión</a:t>
              </a:r>
            </a:p>
          </p:txBody>
        </p:sp>
        <p:sp>
          <p:nvSpPr>
            <p:cNvPr id="51" name="tx5"/>
            <p:cNvSpPr/>
            <p:nvPr/>
          </p:nvSpPr>
          <p:spPr>
            <a:xfrm>
              <a:off x="8529694" y="3859858"/>
              <a:ext cx="592832" cy="369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0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de</a:t>
              </a:r>
            </a:p>
          </p:txBody>
        </p:sp>
        <p:sp>
          <p:nvSpPr>
            <p:cNvPr id="52" name="tx6"/>
            <p:cNvSpPr/>
            <p:nvPr/>
          </p:nvSpPr>
          <p:spPr>
            <a:xfrm>
              <a:off x="9263665" y="3766096"/>
              <a:ext cx="2427882" cy="4633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0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proyectos</a:t>
              </a:r>
            </a:p>
          </p:txBody>
        </p:sp>
        <p:sp>
          <p:nvSpPr>
            <p:cNvPr id="53" name="tx7"/>
            <p:cNvSpPr/>
            <p:nvPr/>
          </p:nvSpPr>
          <p:spPr>
            <a:xfrm>
              <a:off x="7338687" y="3472912"/>
              <a:ext cx="794795" cy="353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44" b="1">
                  <a:solidFill>
                    <a:srgbClr val="344B7F">
                      <a:alpha val="100000"/>
                    </a:srgbClr>
                  </a:solidFill>
                  <a:latin typeface="Arial"/>
                  <a:cs typeface="Arial"/>
                </a:rPr>
                <a:t>plan</a:t>
              </a:r>
            </a:p>
          </p:txBody>
        </p:sp>
        <p:sp>
          <p:nvSpPr>
            <p:cNvPr id="54" name="tx8"/>
            <p:cNvSpPr/>
            <p:nvPr/>
          </p:nvSpPr>
          <p:spPr>
            <a:xfrm>
              <a:off x="8240903" y="3544651"/>
              <a:ext cx="451202" cy="281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44" b="1">
                  <a:solidFill>
                    <a:srgbClr val="344B7F">
                      <a:alpha val="100000"/>
                    </a:srgbClr>
                  </a:solidFill>
                  <a:latin typeface="Arial"/>
                  <a:cs typeface="Arial"/>
                </a:rPr>
                <a:t>de</a:t>
              </a:r>
            </a:p>
          </p:txBody>
        </p:sp>
        <p:sp>
          <p:nvSpPr>
            <p:cNvPr id="55" name="tx9"/>
            <p:cNvSpPr/>
            <p:nvPr/>
          </p:nvSpPr>
          <p:spPr>
            <a:xfrm>
              <a:off x="8799525" y="3544651"/>
              <a:ext cx="1589779" cy="281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0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044" b="1">
                  <a:solidFill>
                    <a:srgbClr val="344B7F">
                      <a:alpha val="100000"/>
                    </a:srgbClr>
                  </a:solidFill>
                  <a:latin typeface="Arial"/>
                  <a:cs typeface="Arial"/>
                </a:rPr>
                <a:t>estudios</a:t>
              </a:r>
            </a:p>
          </p:txBody>
        </p:sp>
        <p:sp>
          <p:nvSpPr>
            <p:cNvPr id="56" name="tx10"/>
            <p:cNvSpPr/>
            <p:nvPr/>
          </p:nvSpPr>
          <p:spPr>
            <a:xfrm>
              <a:off x="7914128" y="4333385"/>
              <a:ext cx="1501484" cy="2367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2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actualizar</a:t>
              </a:r>
            </a:p>
          </p:txBody>
        </p:sp>
        <p:sp>
          <p:nvSpPr>
            <p:cNvPr id="57" name="tx11"/>
            <p:cNvSpPr/>
            <p:nvPr/>
          </p:nvSpPr>
          <p:spPr>
            <a:xfrm>
              <a:off x="9506038" y="4333385"/>
              <a:ext cx="271436" cy="2367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2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la</a:t>
              </a:r>
            </a:p>
          </p:txBody>
        </p:sp>
        <p:sp>
          <p:nvSpPr>
            <p:cNvPr id="58" name="tx12"/>
            <p:cNvSpPr/>
            <p:nvPr/>
          </p:nvSpPr>
          <p:spPr>
            <a:xfrm>
              <a:off x="9867901" y="4333385"/>
              <a:ext cx="832268" cy="2367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56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62" b="1">
                  <a:solidFill>
                    <a:srgbClr val="6177A2">
                      <a:alpha val="100000"/>
                    </a:srgbClr>
                  </a:solidFill>
                  <a:latin typeface="Arial"/>
                  <a:cs typeface="Arial"/>
                </a:rPr>
                <a:t>malla</a:t>
              </a:r>
            </a:p>
          </p:txBody>
        </p:sp>
        <p:sp>
          <p:nvSpPr>
            <p:cNvPr id="59" name="tx13"/>
            <p:cNvSpPr/>
            <p:nvPr/>
          </p:nvSpPr>
          <p:spPr>
            <a:xfrm>
              <a:off x="7511505" y="4635938"/>
              <a:ext cx="1155786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conocimiento</a:t>
              </a:r>
            </a:p>
          </p:txBody>
        </p:sp>
        <p:sp>
          <p:nvSpPr>
            <p:cNvPr id="60" name="tx14"/>
            <p:cNvSpPr/>
            <p:nvPr/>
          </p:nvSpPr>
          <p:spPr>
            <a:xfrm>
              <a:off x="8716690" y="4635938"/>
              <a:ext cx="256889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del</a:t>
              </a:r>
            </a:p>
          </p:txBody>
        </p:sp>
        <p:sp>
          <p:nvSpPr>
            <p:cNvPr id="61" name="tx15"/>
            <p:cNvSpPr/>
            <p:nvPr/>
          </p:nvSpPr>
          <p:spPr>
            <a:xfrm>
              <a:off x="9022979" y="4635938"/>
              <a:ext cx="741151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mercado</a:t>
              </a:r>
            </a:p>
          </p:txBody>
        </p:sp>
        <p:sp>
          <p:nvSpPr>
            <p:cNvPr id="62" name="tx16"/>
            <p:cNvSpPr/>
            <p:nvPr/>
          </p:nvSpPr>
          <p:spPr>
            <a:xfrm>
              <a:off x="8408685" y="3393557"/>
              <a:ext cx="583058" cy="96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cursos</a:t>
              </a:r>
            </a:p>
          </p:txBody>
        </p:sp>
        <p:sp>
          <p:nvSpPr>
            <p:cNvPr id="63" name="tx17"/>
            <p:cNvSpPr/>
            <p:nvPr/>
          </p:nvSpPr>
          <p:spPr>
            <a:xfrm>
              <a:off x="9041143" y="3360567"/>
              <a:ext cx="207491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de</a:t>
              </a:r>
            </a:p>
          </p:txBody>
        </p:sp>
        <p:sp>
          <p:nvSpPr>
            <p:cNvPr id="64" name="tx18"/>
            <p:cNvSpPr/>
            <p:nvPr/>
          </p:nvSpPr>
          <p:spPr>
            <a:xfrm>
              <a:off x="9298032" y="3323063"/>
              <a:ext cx="63219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gestión</a:t>
              </a:r>
            </a:p>
          </p:txBody>
        </p:sp>
        <p:sp>
          <p:nvSpPr>
            <p:cNvPr id="65" name="tx19"/>
            <p:cNvSpPr/>
            <p:nvPr/>
          </p:nvSpPr>
          <p:spPr>
            <a:xfrm>
              <a:off x="8035106" y="4878186"/>
              <a:ext cx="583058" cy="96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cursos</a:t>
              </a:r>
            </a:p>
          </p:txBody>
        </p:sp>
        <p:sp>
          <p:nvSpPr>
            <p:cNvPr id="66" name="tx20"/>
            <p:cNvSpPr/>
            <p:nvPr/>
          </p:nvSpPr>
          <p:spPr>
            <a:xfrm>
              <a:off x="8667563" y="4878186"/>
              <a:ext cx="108607" cy="96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o</a:t>
              </a:r>
            </a:p>
          </p:txBody>
        </p:sp>
        <p:sp>
          <p:nvSpPr>
            <p:cNvPr id="67" name="tx21"/>
            <p:cNvSpPr/>
            <p:nvPr/>
          </p:nvSpPr>
          <p:spPr>
            <a:xfrm>
              <a:off x="8825569" y="4845196"/>
              <a:ext cx="622734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talleres</a:t>
              </a:r>
            </a:p>
          </p:txBody>
        </p:sp>
        <p:sp>
          <p:nvSpPr>
            <p:cNvPr id="68" name="tx22"/>
            <p:cNvSpPr/>
            <p:nvPr/>
          </p:nvSpPr>
          <p:spPr>
            <a:xfrm>
              <a:off x="8363164" y="3142928"/>
              <a:ext cx="859656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desarrollo</a:t>
              </a:r>
            </a:p>
          </p:txBody>
        </p:sp>
        <p:sp>
          <p:nvSpPr>
            <p:cNvPr id="69" name="tx23"/>
            <p:cNvSpPr/>
            <p:nvPr/>
          </p:nvSpPr>
          <p:spPr>
            <a:xfrm>
              <a:off x="9272219" y="3142928"/>
              <a:ext cx="207491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de</a:t>
              </a:r>
            </a:p>
          </p:txBody>
        </p:sp>
        <p:sp>
          <p:nvSpPr>
            <p:cNvPr id="70" name="tx24"/>
            <p:cNvSpPr/>
            <p:nvPr/>
          </p:nvSpPr>
          <p:spPr>
            <a:xfrm>
              <a:off x="9529108" y="3110111"/>
              <a:ext cx="849758" cy="162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proyectos</a:t>
              </a:r>
            </a:p>
          </p:txBody>
        </p:sp>
        <p:sp>
          <p:nvSpPr>
            <p:cNvPr id="71" name="tx25"/>
            <p:cNvSpPr/>
            <p:nvPr/>
          </p:nvSpPr>
          <p:spPr>
            <a:xfrm>
              <a:off x="7855127" y="5026253"/>
              <a:ext cx="63219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gestión</a:t>
              </a:r>
            </a:p>
          </p:txBody>
        </p:sp>
        <p:sp>
          <p:nvSpPr>
            <p:cNvPr id="72" name="tx26"/>
            <p:cNvSpPr/>
            <p:nvPr/>
          </p:nvSpPr>
          <p:spPr>
            <a:xfrm>
              <a:off x="8536722" y="5063757"/>
              <a:ext cx="207491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de</a:t>
              </a:r>
            </a:p>
          </p:txBody>
        </p:sp>
        <p:sp>
          <p:nvSpPr>
            <p:cNvPr id="73" name="tx27"/>
            <p:cNvSpPr/>
            <p:nvPr/>
          </p:nvSpPr>
          <p:spPr>
            <a:xfrm>
              <a:off x="8793612" y="5096748"/>
              <a:ext cx="751135" cy="96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recursos</a:t>
              </a:r>
            </a:p>
          </p:txBody>
        </p:sp>
        <p:sp>
          <p:nvSpPr>
            <p:cNvPr id="74" name="tx28"/>
            <p:cNvSpPr/>
            <p:nvPr/>
          </p:nvSpPr>
          <p:spPr>
            <a:xfrm>
              <a:off x="9645943" y="4826308"/>
              <a:ext cx="316098" cy="96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uso</a:t>
              </a:r>
            </a:p>
          </p:txBody>
        </p:sp>
        <p:sp>
          <p:nvSpPr>
            <p:cNvPr id="75" name="tx29"/>
            <p:cNvSpPr/>
            <p:nvPr/>
          </p:nvSpPr>
          <p:spPr>
            <a:xfrm>
              <a:off x="10011440" y="4793317"/>
              <a:ext cx="207491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de</a:t>
              </a:r>
            </a:p>
          </p:txBody>
        </p:sp>
        <p:sp>
          <p:nvSpPr>
            <p:cNvPr id="76" name="tx30"/>
            <p:cNvSpPr/>
            <p:nvPr/>
          </p:nvSpPr>
          <p:spPr>
            <a:xfrm>
              <a:off x="10268330" y="4791147"/>
              <a:ext cx="830051" cy="1315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8EA3C6">
                      <a:alpha val="100000"/>
                    </a:srgbClr>
                  </a:solidFill>
                  <a:latin typeface="Arial"/>
                  <a:cs typeface="Arial"/>
                </a:rPr>
                <a:t>softwares</a:t>
              </a:r>
            </a:p>
          </p:txBody>
        </p:sp>
      </p:grp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 que respondieron la pregunta abierta. El tamaño crece con el número de personas que usan la frase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p_slide_2_graficos: p_nube_palabras con frases de dos y de tres palabras (ilustrativa)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288036" y="2148840"/>
            <a:ext cx="5533492" cy="390448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288036" y="1965960"/>
            <a:ext cx="553349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nube de frases, 15.37 x 10.85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6370168" y="2148840"/>
            <a:ext cx="5533492" cy="390448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6370168" y="1965960"/>
            <a:ext cx="553349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nube de frases, 15.37 x 10.85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CAMBIARÍAN LOS EGRESADOS EN LA CARRERA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66751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 que más se repite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96596" y="2075688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Palabras sueltas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96596" y="2423160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cursos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724912"/>
            <a:ext cx="1508760" cy="640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778508" y="262432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96596" y="293522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laboral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236976"/>
            <a:ext cx="982448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252196" y="313639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96596" y="3447288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3749040"/>
            <a:ext cx="947361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217109" y="364845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96596" y="3959352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habilidades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4261104"/>
            <a:ext cx="736836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06584" y="416052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96596" y="4471416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proyectos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773168"/>
            <a:ext cx="736836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06584" y="467258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96596" y="4983480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malla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5285232"/>
            <a:ext cx="666661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936409" y="518464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96596" y="549554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blandas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5797296"/>
            <a:ext cx="596487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66235" y="569671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528316" y="2075688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Frases de dos palabras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459736" y="2103120"/>
            <a:ext cx="7315" cy="38587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528316" y="2423160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habilidades blandas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619756" y="2724912"/>
            <a:ext cx="1508760" cy="640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110228" y="262432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528316" y="293522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mercado laboral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619756" y="3236976"/>
            <a:ext cx="1508760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110228" y="313639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528316" y="3447288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malla curricular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619756" y="3749040"/>
            <a:ext cx="1242508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843976" y="364845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528316" y="3959352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técnico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619756" y="4261104"/>
            <a:ext cx="443753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045221" y="416052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528316" y="4471416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619756" y="4773168"/>
            <a:ext cx="443753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045221" y="467258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528316" y="4983480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619756" y="5285232"/>
            <a:ext cx="266252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67720" y="518464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528316" y="549554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cursos electivos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619756" y="5797296"/>
            <a:ext cx="266252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67720" y="569671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860036" y="2075688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Frases de tres palabras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791456" y="2103120"/>
            <a:ext cx="7315" cy="38587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860036" y="2423160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 proyectos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951476" y="2724912"/>
            <a:ext cx="1508760" cy="640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441948" y="262432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860036" y="293522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951476" y="3236976"/>
            <a:ext cx="862149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795337" y="313639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860036" y="3447288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actualizar la malla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951476" y="3749040"/>
            <a:ext cx="646611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579799" y="364845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860036" y="3959352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conocimiento del mercado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951476" y="4261104"/>
            <a:ext cx="431074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5364262" y="416052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4860036" y="4471416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cursos de gestión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951476" y="4773168"/>
            <a:ext cx="431074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364262" y="467258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60036" y="4983480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cursos o talleres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51476" y="5285232"/>
            <a:ext cx="431074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364262" y="518464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4860036" y="5495544"/>
            <a:ext cx="2103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proyectos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951476" y="5797296"/>
            <a:ext cx="431074" cy="64008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364262" y="569671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173468" y="1508760"/>
            <a:ext cx="7315" cy="4544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374636" y="1508760"/>
            <a:ext cx="45290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Temas de las respuestas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7374636" y="2185416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Vínculo con la industria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9816084" y="2203704"/>
            <a:ext cx="1332530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185190" y="218541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7374636" y="2624328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práctica y casos reales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6084" y="2642616"/>
            <a:ext cx="984914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0837574" y="262432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7374636" y="3063240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Software, herramientas e IA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9816084" y="3081528"/>
            <a:ext cx="86904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0721701" y="30632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7374636" y="3502152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Malla y especialidad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816084" y="3520440"/>
            <a:ext cx="72420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10576861" y="35021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7374636" y="3941064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 proyectos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9816084" y="3959352"/>
            <a:ext cx="608329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10460989" y="39410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7374636" y="4379976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Habilidades blandas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816084" y="4398264"/>
            <a:ext cx="492457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0345117" y="43799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7374636" y="4818888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 con experiencia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9816084" y="4837176"/>
            <a:ext cx="434521" cy="23774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10287181" y="481888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7374636" y="5257800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sugerencia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9816084" y="5276088"/>
            <a:ext cx="86904" cy="23774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9939564" y="52578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7374636" y="5696712"/>
            <a:ext cx="233172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Otros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9816084" y="5715000"/>
            <a:ext cx="144840" cy="23774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9997500" y="56967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 que respondieron la pregunta abierta. Cada persona cuenta una vez por frase y una respuesta puede caer en varios temas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82</a:t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PROPUESTA: frases frecuentes (palabras, pares y tríos) + p_barras_agrupadas de la abierta categorizada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9816084" y="2103120"/>
            <a:ext cx="1465783" cy="307238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9816084" y="192024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4.07 x 8.53 cm</a:t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9816084" y="5175504"/>
            <a:ext cx="1465783" cy="87782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9816084" y="4992624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0.66 cm, 4.07 x 2.44 cm</a:t>
            </a:r>
          </a:p>
        </p:txBody>
      </p:sp>
      <p:sp>
        <p:nvSpPr>
          <p:cNvPr id="117" name=""/>
          <p:cNvSpPr>
            <a:spLocks noGrp="1"/>
          </p:cNvSpPr>
          <p:nvPr>
            </p:nvPr>
        </p:nvSpPr>
        <p:spPr>
          <a:xfrm>
            <a:off x="288036" y="1508760"/>
            <a:ext cx="1161562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8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frases frecuentes y temas, 32.27 x 12.88 cm</a:t>
            </a:r>
          </a:p>
        </p:txBody>
      </p:sp>
      <p:sp>
        <p:nvSpPr>
          <p:cNvPr id="11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COBERTURA TERRITORIAL DEL OPERATIVO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508760"/>
            <a:ext cx="7863840" cy="4526280"/>
            <a:chOff x="288036" y="1508760"/>
            <a:chExt cx="7863840" cy="4526280"/>
          </a:xfrm>
        </p:grpSpPr>
        <p:sp>
          <p:nvSpPr>
            <p:cNvPr id="4" name="rc3"/>
            <p:cNvSpPr/>
            <p:nvPr/>
          </p:nvSpPr>
          <p:spPr>
            <a:xfrm>
              <a:off x="1064125" y="1508760"/>
              <a:ext cx="4188424" cy="45262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102082" y="1572022"/>
              <a:ext cx="4112509" cy="439975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2682873" y="3870050"/>
              <a:ext cx="137147" cy="109097"/>
            </a:xfrm>
            <a:custGeom>
              <a:avLst/>
              <a:pathLst>
                <a:path w="137147" h="109097">
                  <a:moveTo>
                    <a:pt x="137147" y="30506"/>
                  </a:moveTo>
                  <a:lnTo>
                    <a:pt x="134478" y="35445"/>
                  </a:lnTo>
                  <a:lnTo>
                    <a:pt x="130633" y="38649"/>
                  </a:lnTo>
                  <a:lnTo>
                    <a:pt x="131915" y="43135"/>
                  </a:lnTo>
                  <a:lnTo>
                    <a:pt x="130633" y="51893"/>
                  </a:lnTo>
                  <a:lnTo>
                    <a:pt x="128497" y="57020"/>
                  </a:lnTo>
                  <a:lnTo>
                    <a:pt x="123386" y="64435"/>
                  </a:lnTo>
                  <a:lnTo>
                    <a:pt x="122446" y="64899"/>
                  </a:lnTo>
                  <a:lnTo>
                    <a:pt x="122407" y="66051"/>
                  </a:lnTo>
                  <a:lnTo>
                    <a:pt x="122367" y="67202"/>
                  </a:lnTo>
                  <a:lnTo>
                    <a:pt x="122402" y="68644"/>
                  </a:lnTo>
                  <a:lnTo>
                    <a:pt x="122420" y="69423"/>
                  </a:lnTo>
                  <a:lnTo>
                    <a:pt x="122413" y="70074"/>
                  </a:lnTo>
                  <a:lnTo>
                    <a:pt x="122398" y="71305"/>
                  </a:lnTo>
                  <a:lnTo>
                    <a:pt x="122342" y="72170"/>
                  </a:lnTo>
                  <a:lnTo>
                    <a:pt x="122286" y="73036"/>
                  </a:lnTo>
                  <a:lnTo>
                    <a:pt x="122178" y="74266"/>
                  </a:lnTo>
                  <a:lnTo>
                    <a:pt x="122158" y="74499"/>
                  </a:lnTo>
                  <a:lnTo>
                    <a:pt x="122275" y="75631"/>
                  </a:lnTo>
                  <a:lnTo>
                    <a:pt x="122153" y="76357"/>
                  </a:lnTo>
                  <a:lnTo>
                    <a:pt x="122272" y="77115"/>
                  </a:lnTo>
                  <a:lnTo>
                    <a:pt x="122301" y="77295"/>
                  </a:lnTo>
                  <a:lnTo>
                    <a:pt x="122414" y="78013"/>
                  </a:lnTo>
                  <a:lnTo>
                    <a:pt x="122494" y="78232"/>
                  </a:lnTo>
                  <a:lnTo>
                    <a:pt x="122277" y="78860"/>
                  </a:lnTo>
                  <a:lnTo>
                    <a:pt x="122150" y="79397"/>
                  </a:lnTo>
                  <a:lnTo>
                    <a:pt x="122116" y="80309"/>
                  </a:lnTo>
                  <a:lnTo>
                    <a:pt x="122080" y="81288"/>
                  </a:lnTo>
                  <a:lnTo>
                    <a:pt x="122018" y="81794"/>
                  </a:lnTo>
                  <a:lnTo>
                    <a:pt x="121923" y="82557"/>
                  </a:lnTo>
                  <a:lnTo>
                    <a:pt x="121922" y="82737"/>
                  </a:lnTo>
                  <a:lnTo>
                    <a:pt x="121914" y="84152"/>
                  </a:lnTo>
                  <a:lnTo>
                    <a:pt x="121925" y="85291"/>
                  </a:lnTo>
                  <a:lnTo>
                    <a:pt x="122926" y="83818"/>
                  </a:lnTo>
                  <a:lnTo>
                    <a:pt x="123983" y="82334"/>
                  </a:lnTo>
                  <a:lnTo>
                    <a:pt x="125011" y="81161"/>
                  </a:lnTo>
                  <a:lnTo>
                    <a:pt x="125275" y="80860"/>
                  </a:lnTo>
                  <a:lnTo>
                    <a:pt x="126557" y="79632"/>
                  </a:lnTo>
                  <a:lnTo>
                    <a:pt x="127640" y="78681"/>
                  </a:lnTo>
                  <a:lnTo>
                    <a:pt x="128930" y="79913"/>
                  </a:lnTo>
                  <a:lnTo>
                    <a:pt x="129714" y="80663"/>
                  </a:lnTo>
                  <a:lnTo>
                    <a:pt x="130201" y="81163"/>
                  </a:lnTo>
                  <a:lnTo>
                    <a:pt x="130346" y="81311"/>
                  </a:lnTo>
                  <a:lnTo>
                    <a:pt x="130490" y="81459"/>
                  </a:lnTo>
                  <a:lnTo>
                    <a:pt x="130183" y="81698"/>
                  </a:lnTo>
                  <a:lnTo>
                    <a:pt x="129546" y="82428"/>
                  </a:lnTo>
                  <a:lnTo>
                    <a:pt x="126059" y="86428"/>
                  </a:lnTo>
                  <a:lnTo>
                    <a:pt x="125867" y="86648"/>
                  </a:lnTo>
                  <a:lnTo>
                    <a:pt x="124001" y="88788"/>
                  </a:lnTo>
                  <a:lnTo>
                    <a:pt x="123771" y="89142"/>
                  </a:lnTo>
                  <a:lnTo>
                    <a:pt x="123541" y="89495"/>
                  </a:lnTo>
                  <a:lnTo>
                    <a:pt x="123304" y="89859"/>
                  </a:lnTo>
                  <a:lnTo>
                    <a:pt x="123210" y="90031"/>
                  </a:lnTo>
                  <a:lnTo>
                    <a:pt x="122442" y="91511"/>
                  </a:lnTo>
                  <a:lnTo>
                    <a:pt x="121794" y="92758"/>
                  </a:lnTo>
                  <a:lnTo>
                    <a:pt x="119578" y="97028"/>
                  </a:lnTo>
                  <a:lnTo>
                    <a:pt x="119442" y="97289"/>
                  </a:lnTo>
                  <a:lnTo>
                    <a:pt x="119115" y="97920"/>
                  </a:lnTo>
                  <a:lnTo>
                    <a:pt x="118961" y="98504"/>
                  </a:lnTo>
                  <a:lnTo>
                    <a:pt x="118900" y="98737"/>
                  </a:lnTo>
                  <a:lnTo>
                    <a:pt x="119250" y="102298"/>
                  </a:lnTo>
                  <a:lnTo>
                    <a:pt x="119381" y="103585"/>
                  </a:lnTo>
                  <a:lnTo>
                    <a:pt x="119659" y="105429"/>
                  </a:lnTo>
                  <a:lnTo>
                    <a:pt x="119720" y="105839"/>
                  </a:lnTo>
                  <a:lnTo>
                    <a:pt x="119777" y="106216"/>
                  </a:lnTo>
                  <a:lnTo>
                    <a:pt x="119847" y="106670"/>
                  </a:lnTo>
                  <a:lnTo>
                    <a:pt x="119891" y="106960"/>
                  </a:lnTo>
                  <a:lnTo>
                    <a:pt x="115406" y="107650"/>
                  </a:lnTo>
                  <a:lnTo>
                    <a:pt x="111671" y="107980"/>
                  </a:lnTo>
                  <a:lnTo>
                    <a:pt x="110367" y="108095"/>
                  </a:lnTo>
                  <a:lnTo>
                    <a:pt x="107175" y="108198"/>
                  </a:lnTo>
                  <a:lnTo>
                    <a:pt x="105902" y="108240"/>
                  </a:lnTo>
                  <a:lnTo>
                    <a:pt x="101334" y="108387"/>
                  </a:lnTo>
                  <a:lnTo>
                    <a:pt x="97842" y="108500"/>
                  </a:lnTo>
                  <a:lnTo>
                    <a:pt x="97029" y="108527"/>
                  </a:lnTo>
                  <a:lnTo>
                    <a:pt x="96758" y="108539"/>
                  </a:lnTo>
                  <a:lnTo>
                    <a:pt x="84565" y="109097"/>
                  </a:lnTo>
                  <a:lnTo>
                    <a:pt x="79437" y="109005"/>
                  </a:lnTo>
                  <a:lnTo>
                    <a:pt x="77923" y="108836"/>
                  </a:lnTo>
                  <a:lnTo>
                    <a:pt x="76410" y="108668"/>
                  </a:lnTo>
                  <a:lnTo>
                    <a:pt x="67955" y="107724"/>
                  </a:lnTo>
                  <a:lnTo>
                    <a:pt x="55258" y="106499"/>
                  </a:lnTo>
                  <a:lnTo>
                    <a:pt x="45382" y="105546"/>
                  </a:lnTo>
                  <a:lnTo>
                    <a:pt x="40826" y="105107"/>
                  </a:lnTo>
                  <a:lnTo>
                    <a:pt x="17916" y="103505"/>
                  </a:lnTo>
                  <a:lnTo>
                    <a:pt x="11378" y="103326"/>
                  </a:lnTo>
                  <a:lnTo>
                    <a:pt x="11090" y="103300"/>
                  </a:lnTo>
                  <a:lnTo>
                    <a:pt x="10345" y="103234"/>
                  </a:lnTo>
                  <a:lnTo>
                    <a:pt x="5394" y="102746"/>
                  </a:lnTo>
                  <a:lnTo>
                    <a:pt x="4120" y="102620"/>
                  </a:lnTo>
                  <a:lnTo>
                    <a:pt x="0" y="102226"/>
                  </a:lnTo>
                  <a:lnTo>
                    <a:pt x="43" y="101875"/>
                  </a:lnTo>
                  <a:lnTo>
                    <a:pt x="876" y="93941"/>
                  </a:lnTo>
                  <a:lnTo>
                    <a:pt x="946" y="93279"/>
                  </a:lnTo>
                  <a:lnTo>
                    <a:pt x="1390" y="89081"/>
                  </a:lnTo>
                  <a:lnTo>
                    <a:pt x="1429" y="88713"/>
                  </a:lnTo>
                  <a:lnTo>
                    <a:pt x="1757" y="85613"/>
                  </a:lnTo>
                  <a:lnTo>
                    <a:pt x="1892" y="84342"/>
                  </a:lnTo>
                  <a:lnTo>
                    <a:pt x="2191" y="81513"/>
                  </a:lnTo>
                  <a:lnTo>
                    <a:pt x="2244" y="81018"/>
                  </a:lnTo>
                  <a:lnTo>
                    <a:pt x="2496" y="78641"/>
                  </a:lnTo>
                  <a:lnTo>
                    <a:pt x="2871" y="75114"/>
                  </a:lnTo>
                  <a:lnTo>
                    <a:pt x="3334" y="70414"/>
                  </a:lnTo>
                  <a:lnTo>
                    <a:pt x="4281" y="70613"/>
                  </a:lnTo>
                  <a:lnTo>
                    <a:pt x="6491" y="70976"/>
                  </a:lnTo>
                  <a:lnTo>
                    <a:pt x="8489" y="70591"/>
                  </a:lnTo>
                  <a:lnTo>
                    <a:pt x="8650" y="70439"/>
                  </a:lnTo>
                  <a:lnTo>
                    <a:pt x="8916" y="70185"/>
                  </a:lnTo>
                  <a:lnTo>
                    <a:pt x="9345" y="69639"/>
                  </a:lnTo>
                  <a:lnTo>
                    <a:pt x="9529" y="69210"/>
                  </a:lnTo>
                  <a:lnTo>
                    <a:pt x="9562" y="68913"/>
                  </a:lnTo>
                  <a:lnTo>
                    <a:pt x="9604" y="68258"/>
                  </a:lnTo>
                  <a:lnTo>
                    <a:pt x="9604" y="67759"/>
                  </a:lnTo>
                  <a:lnTo>
                    <a:pt x="9604" y="67530"/>
                  </a:lnTo>
                  <a:lnTo>
                    <a:pt x="9604" y="67204"/>
                  </a:lnTo>
                  <a:lnTo>
                    <a:pt x="9711" y="66221"/>
                  </a:lnTo>
                  <a:lnTo>
                    <a:pt x="10010" y="65196"/>
                  </a:lnTo>
                  <a:lnTo>
                    <a:pt x="10324" y="64557"/>
                  </a:lnTo>
                  <a:lnTo>
                    <a:pt x="10587" y="64021"/>
                  </a:lnTo>
                  <a:lnTo>
                    <a:pt x="10716" y="63840"/>
                  </a:lnTo>
                  <a:lnTo>
                    <a:pt x="11190" y="62933"/>
                  </a:lnTo>
                  <a:lnTo>
                    <a:pt x="11558" y="62228"/>
                  </a:lnTo>
                  <a:lnTo>
                    <a:pt x="11664" y="62025"/>
                  </a:lnTo>
                  <a:lnTo>
                    <a:pt x="12065" y="61258"/>
                  </a:lnTo>
                  <a:lnTo>
                    <a:pt x="12582" y="60340"/>
                  </a:lnTo>
                  <a:lnTo>
                    <a:pt x="12917" y="59746"/>
                  </a:lnTo>
                  <a:lnTo>
                    <a:pt x="13100" y="59422"/>
                  </a:lnTo>
                  <a:lnTo>
                    <a:pt x="14668" y="57453"/>
                  </a:lnTo>
                  <a:lnTo>
                    <a:pt x="16954" y="55226"/>
                  </a:lnTo>
                  <a:lnTo>
                    <a:pt x="17268" y="54920"/>
                  </a:lnTo>
                  <a:lnTo>
                    <a:pt x="17838" y="54346"/>
                  </a:lnTo>
                  <a:lnTo>
                    <a:pt x="18246" y="53935"/>
                  </a:lnTo>
                  <a:lnTo>
                    <a:pt x="20601" y="51724"/>
                  </a:lnTo>
                  <a:lnTo>
                    <a:pt x="22944" y="50385"/>
                  </a:lnTo>
                  <a:lnTo>
                    <a:pt x="23180" y="50250"/>
                  </a:lnTo>
                  <a:lnTo>
                    <a:pt x="24235" y="50115"/>
                  </a:lnTo>
                  <a:lnTo>
                    <a:pt x="24795" y="50044"/>
                  </a:lnTo>
                  <a:lnTo>
                    <a:pt x="25291" y="49980"/>
                  </a:lnTo>
                  <a:lnTo>
                    <a:pt x="26689" y="49801"/>
                  </a:lnTo>
                  <a:lnTo>
                    <a:pt x="29765" y="49016"/>
                  </a:lnTo>
                  <a:lnTo>
                    <a:pt x="30115" y="48877"/>
                  </a:lnTo>
                  <a:lnTo>
                    <a:pt x="32184" y="48055"/>
                  </a:lnTo>
                  <a:lnTo>
                    <a:pt x="32549" y="47668"/>
                  </a:lnTo>
                  <a:lnTo>
                    <a:pt x="32953" y="47238"/>
                  </a:lnTo>
                  <a:lnTo>
                    <a:pt x="33029" y="47080"/>
                  </a:lnTo>
                  <a:lnTo>
                    <a:pt x="33177" y="46773"/>
                  </a:lnTo>
                  <a:lnTo>
                    <a:pt x="33638" y="45156"/>
                  </a:lnTo>
                  <a:lnTo>
                    <a:pt x="33856" y="43900"/>
                  </a:lnTo>
                  <a:lnTo>
                    <a:pt x="33990" y="43426"/>
                  </a:lnTo>
                  <a:lnTo>
                    <a:pt x="34151" y="42913"/>
                  </a:lnTo>
                  <a:lnTo>
                    <a:pt x="34303" y="42542"/>
                  </a:lnTo>
                  <a:lnTo>
                    <a:pt x="34407" y="42289"/>
                  </a:lnTo>
                  <a:lnTo>
                    <a:pt x="34808" y="41279"/>
                  </a:lnTo>
                  <a:lnTo>
                    <a:pt x="35000" y="40831"/>
                  </a:lnTo>
                  <a:lnTo>
                    <a:pt x="35432" y="40078"/>
                  </a:lnTo>
                  <a:lnTo>
                    <a:pt x="35904" y="39365"/>
                  </a:lnTo>
                  <a:lnTo>
                    <a:pt x="35976" y="38972"/>
                  </a:lnTo>
                  <a:lnTo>
                    <a:pt x="36033" y="38664"/>
                  </a:lnTo>
                  <a:lnTo>
                    <a:pt x="36239" y="37865"/>
                  </a:lnTo>
                  <a:lnTo>
                    <a:pt x="36307" y="37603"/>
                  </a:lnTo>
                  <a:lnTo>
                    <a:pt x="36375" y="37407"/>
                  </a:lnTo>
                  <a:lnTo>
                    <a:pt x="36687" y="36508"/>
                  </a:lnTo>
                  <a:lnTo>
                    <a:pt x="36843" y="36286"/>
                  </a:lnTo>
                  <a:lnTo>
                    <a:pt x="37259" y="35696"/>
                  </a:lnTo>
                  <a:lnTo>
                    <a:pt x="37401" y="35493"/>
                  </a:lnTo>
                  <a:lnTo>
                    <a:pt x="37530" y="35394"/>
                  </a:lnTo>
                  <a:lnTo>
                    <a:pt x="38344" y="34824"/>
                  </a:lnTo>
                  <a:lnTo>
                    <a:pt x="39471" y="34418"/>
                  </a:lnTo>
                  <a:lnTo>
                    <a:pt x="40882" y="34033"/>
                  </a:lnTo>
                  <a:lnTo>
                    <a:pt x="41486" y="33494"/>
                  </a:lnTo>
                  <a:lnTo>
                    <a:pt x="41649" y="33348"/>
                  </a:lnTo>
                  <a:lnTo>
                    <a:pt x="41897" y="33127"/>
                  </a:lnTo>
                  <a:lnTo>
                    <a:pt x="41991" y="32979"/>
                  </a:lnTo>
                  <a:lnTo>
                    <a:pt x="43207" y="31059"/>
                  </a:lnTo>
                  <a:lnTo>
                    <a:pt x="44468" y="29068"/>
                  </a:lnTo>
                  <a:lnTo>
                    <a:pt x="45388" y="27663"/>
                  </a:lnTo>
                  <a:lnTo>
                    <a:pt x="47404" y="23026"/>
                  </a:lnTo>
                  <a:lnTo>
                    <a:pt x="47577" y="22445"/>
                  </a:lnTo>
                  <a:lnTo>
                    <a:pt x="49305" y="20013"/>
                  </a:lnTo>
                  <a:lnTo>
                    <a:pt x="50591" y="18175"/>
                  </a:lnTo>
                  <a:lnTo>
                    <a:pt x="50806" y="17789"/>
                  </a:lnTo>
                  <a:lnTo>
                    <a:pt x="51135" y="17196"/>
                  </a:lnTo>
                  <a:lnTo>
                    <a:pt x="52792" y="14203"/>
                  </a:lnTo>
                  <a:lnTo>
                    <a:pt x="53587" y="12768"/>
                  </a:lnTo>
                  <a:lnTo>
                    <a:pt x="56499" y="8775"/>
                  </a:lnTo>
                  <a:lnTo>
                    <a:pt x="59251" y="6319"/>
                  </a:lnTo>
                  <a:lnTo>
                    <a:pt x="60613" y="2313"/>
                  </a:lnTo>
                  <a:lnTo>
                    <a:pt x="63255" y="640"/>
                  </a:lnTo>
                  <a:lnTo>
                    <a:pt x="66419" y="0"/>
                  </a:lnTo>
                  <a:lnTo>
                    <a:pt x="71946" y="3644"/>
                  </a:lnTo>
                  <a:lnTo>
                    <a:pt x="84164" y="2313"/>
                  </a:lnTo>
                  <a:lnTo>
                    <a:pt x="89771" y="1352"/>
                  </a:lnTo>
                  <a:lnTo>
                    <a:pt x="94818" y="1512"/>
                  </a:lnTo>
                  <a:lnTo>
                    <a:pt x="101386" y="4797"/>
                  </a:lnTo>
                  <a:lnTo>
                    <a:pt x="106689" y="7747"/>
                  </a:lnTo>
                  <a:lnTo>
                    <a:pt x="126708" y="22164"/>
                  </a:lnTo>
                  <a:lnTo>
                    <a:pt x="133824" y="278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2796387" y="3900556"/>
              <a:ext cx="115968" cy="111512"/>
            </a:xfrm>
            <a:custGeom>
              <a:avLst/>
              <a:pathLst>
                <a:path w="115968" h="111512">
                  <a:moveTo>
                    <a:pt x="62830" y="47147"/>
                  </a:moveTo>
                  <a:lnTo>
                    <a:pt x="61596" y="49049"/>
                  </a:lnTo>
                  <a:lnTo>
                    <a:pt x="61133" y="49762"/>
                  </a:lnTo>
                  <a:lnTo>
                    <a:pt x="60968" y="50960"/>
                  </a:lnTo>
                  <a:lnTo>
                    <a:pt x="60919" y="51326"/>
                  </a:lnTo>
                  <a:lnTo>
                    <a:pt x="60886" y="51566"/>
                  </a:lnTo>
                  <a:lnTo>
                    <a:pt x="60848" y="52914"/>
                  </a:lnTo>
                  <a:lnTo>
                    <a:pt x="60848" y="53082"/>
                  </a:lnTo>
                  <a:lnTo>
                    <a:pt x="60844" y="54096"/>
                  </a:lnTo>
                  <a:lnTo>
                    <a:pt x="60740" y="55164"/>
                  </a:lnTo>
                  <a:lnTo>
                    <a:pt x="60698" y="55611"/>
                  </a:lnTo>
                  <a:lnTo>
                    <a:pt x="60696" y="55867"/>
                  </a:lnTo>
                  <a:lnTo>
                    <a:pt x="61398" y="56442"/>
                  </a:lnTo>
                  <a:lnTo>
                    <a:pt x="62389" y="57256"/>
                  </a:lnTo>
                  <a:lnTo>
                    <a:pt x="64717" y="59594"/>
                  </a:lnTo>
                  <a:lnTo>
                    <a:pt x="65382" y="60262"/>
                  </a:lnTo>
                  <a:lnTo>
                    <a:pt x="66723" y="61496"/>
                  </a:lnTo>
                  <a:lnTo>
                    <a:pt x="67561" y="62267"/>
                  </a:lnTo>
                  <a:lnTo>
                    <a:pt x="68314" y="63420"/>
                  </a:lnTo>
                  <a:lnTo>
                    <a:pt x="68598" y="63855"/>
                  </a:lnTo>
                  <a:lnTo>
                    <a:pt x="68698" y="64008"/>
                  </a:lnTo>
                  <a:lnTo>
                    <a:pt x="69654" y="63523"/>
                  </a:lnTo>
                  <a:lnTo>
                    <a:pt x="70744" y="62874"/>
                  </a:lnTo>
                  <a:lnTo>
                    <a:pt x="71316" y="62551"/>
                  </a:lnTo>
                  <a:lnTo>
                    <a:pt x="75870" y="59397"/>
                  </a:lnTo>
                  <a:lnTo>
                    <a:pt x="76446" y="58999"/>
                  </a:lnTo>
                  <a:lnTo>
                    <a:pt x="81817" y="55256"/>
                  </a:lnTo>
                  <a:lnTo>
                    <a:pt x="83419" y="54139"/>
                  </a:lnTo>
                  <a:lnTo>
                    <a:pt x="87512" y="51275"/>
                  </a:lnTo>
                  <a:lnTo>
                    <a:pt x="95449" y="45768"/>
                  </a:lnTo>
                  <a:lnTo>
                    <a:pt x="96246" y="45215"/>
                  </a:lnTo>
                  <a:lnTo>
                    <a:pt x="96665" y="44924"/>
                  </a:lnTo>
                  <a:lnTo>
                    <a:pt x="103080" y="40474"/>
                  </a:lnTo>
                  <a:lnTo>
                    <a:pt x="104311" y="39746"/>
                  </a:lnTo>
                  <a:lnTo>
                    <a:pt x="104935" y="39376"/>
                  </a:lnTo>
                  <a:lnTo>
                    <a:pt x="105073" y="39295"/>
                  </a:lnTo>
                  <a:lnTo>
                    <a:pt x="105899" y="38807"/>
                  </a:lnTo>
                  <a:lnTo>
                    <a:pt x="106346" y="39419"/>
                  </a:lnTo>
                  <a:lnTo>
                    <a:pt x="106701" y="39870"/>
                  </a:lnTo>
                  <a:lnTo>
                    <a:pt x="107062" y="40334"/>
                  </a:lnTo>
                  <a:lnTo>
                    <a:pt x="109788" y="45107"/>
                  </a:lnTo>
                  <a:lnTo>
                    <a:pt x="115067" y="54349"/>
                  </a:lnTo>
                  <a:lnTo>
                    <a:pt x="115406" y="55107"/>
                  </a:lnTo>
                  <a:lnTo>
                    <a:pt x="115572" y="55476"/>
                  </a:lnTo>
                  <a:lnTo>
                    <a:pt x="115737" y="56051"/>
                  </a:lnTo>
                  <a:lnTo>
                    <a:pt x="115816" y="56190"/>
                  </a:lnTo>
                  <a:lnTo>
                    <a:pt x="115968" y="57090"/>
                  </a:lnTo>
                  <a:lnTo>
                    <a:pt x="115959" y="57688"/>
                  </a:lnTo>
                  <a:lnTo>
                    <a:pt x="115640" y="58611"/>
                  </a:lnTo>
                  <a:lnTo>
                    <a:pt x="115348" y="59186"/>
                  </a:lnTo>
                  <a:lnTo>
                    <a:pt x="115237" y="59441"/>
                  </a:lnTo>
                  <a:lnTo>
                    <a:pt x="114605" y="60894"/>
                  </a:lnTo>
                  <a:lnTo>
                    <a:pt x="114233" y="61518"/>
                  </a:lnTo>
                  <a:lnTo>
                    <a:pt x="113743" y="62341"/>
                  </a:lnTo>
                  <a:lnTo>
                    <a:pt x="113021" y="63232"/>
                  </a:lnTo>
                  <a:lnTo>
                    <a:pt x="112451" y="63992"/>
                  </a:lnTo>
                  <a:lnTo>
                    <a:pt x="111882" y="64752"/>
                  </a:lnTo>
                  <a:lnTo>
                    <a:pt x="111518" y="65441"/>
                  </a:lnTo>
                  <a:lnTo>
                    <a:pt x="111154" y="66130"/>
                  </a:lnTo>
                  <a:lnTo>
                    <a:pt x="110482" y="67956"/>
                  </a:lnTo>
                  <a:lnTo>
                    <a:pt x="104394" y="83178"/>
                  </a:lnTo>
                  <a:lnTo>
                    <a:pt x="103672" y="84984"/>
                  </a:lnTo>
                  <a:lnTo>
                    <a:pt x="103554" y="85273"/>
                  </a:lnTo>
                  <a:lnTo>
                    <a:pt x="101332" y="90746"/>
                  </a:lnTo>
                  <a:lnTo>
                    <a:pt x="100891" y="91832"/>
                  </a:lnTo>
                  <a:lnTo>
                    <a:pt x="98744" y="97119"/>
                  </a:lnTo>
                  <a:lnTo>
                    <a:pt x="98475" y="97738"/>
                  </a:lnTo>
                  <a:lnTo>
                    <a:pt x="91753" y="95194"/>
                  </a:lnTo>
                  <a:lnTo>
                    <a:pt x="90566" y="95021"/>
                  </a:lnTo>
                  <a:lnTo>
                    <a:pt x="88789" y="94954"/>
                  </a:lnTo>
                  <a:lnTo>
                    <a:pt x="75705" y="97653"/>
                  </a:lnTo>
                  <a:lnTo>
                    <a:pt x="21715" y="107318"/>
                  </a:lnTo>
                  <a:lnTo>
                    <a:pt x="6234" y="110381"/>
                  </a:lnTo>
                  <a:lnTo>
                    <a:pt x="2412" y="111137"/>
                  </a:lnTo>
                  <a:lnTo>
                    <a:pt x="358" y="111457"/>
                  </a:lnTo>
                  <a:lnTo>
                    <a:pt x="0" y="111512"/>
                  </a:lnTo>
                  <a:lnTo>
                    <a:pt x="226" y="110573"/>
                  </a:lnTo>
                  <a:lnTo>
                    <a:pt x="1482" y="105375"/>
                  </a:lnTo>
                  <a:lnTo>
                    <a:pt x="3492" y="97051"/>
                  </a:lnTo>
                  <a:lnTo>
                    <a:pt x="3527" y="96906"/>
                  </a:lnTo>
                  <a:lnTo>
                    <a:pt x="3864" y="95514"/>
                  </a:lnTo>
                  <a:lnTo>
                    <a:pt x="4237" y="93967"/>
                  </a:lnTo>
                  <a:lnTo>
                    <a:pt x="4844" y="91453"/>
                  </a:lnTo>
                  <a:lnTo>
                    <a:pt x="6013" y="86614"/>
                  </a:lnTo>
                  <a:lnTo>
                    <a:pt x="7284" y="81350"/>
                  </a:lnTo>
                  <a:lnTo>
                    <a:pt x="8162" y="77714"/>
                  </a:lnTo>
                  <a:lnTo>
                    <a:pt x="8525" y="76211"/>
                  </a:lnTo>
                  <a:lnTo>
                    <a:pt x="6377" y="76453"/>
                  </a:lnTo>
                  <a:lnTo>
                    <a:pt x="6333" y="76164"/>
                  </a:lnTo>
                  <a:lnTo>
                    <a:pt x="6263" y="75709"/>
                  </a:lnTo>
                  <a:lnTo>
                    <a:pt x="6206" y="75332"/>
                  </a:lnTo>
                  <a:lnTo>
                    <a:pt x="6144" y="74922"/>
                  </a:lnTo>
                  <a:lnTo>
                    <a:pt x="5854" y="72994"/>
                  </a:lnTo>
                  <a:lnTo>
                    <a:pt x="5736" y="71791"/>
                  </a:lnTo>
                  <a:lnTo>
                    <a:pt x="5386" y="68229"/>
                  </a:lnTo>
                  <a:lnTo>
                    <a:pt x="5472" y="67900"/>
                  </a:lnTo>
                  <a:lnTo>
                    <a:pt x="5600" y="67413"/>
                  </a:lnTo>
                  <a:lnTo>
                    <a:pt x="5928" y="66783"/>
                  </a:lnTo>
                  <a:lnTo>
                    <a:pt x="6063" y="66521"/>
                  </a:lnTo>
                  <a:lnTo>
                    <a:pt x="8280" y="62252"/>
                  </a:lnTo>
                  <a:lnTo>
                    <a:pt x="8927" y="61004"/>
                  </a:lnTo>
                  <a:lnTo>
                    <a:pt x="9696" y="59524"/>
                  </a:lnTo>
                  <a:lnTo>
                    <a:pt x="9790" y="59352"/>
                  </a:lnTo>
                  <a:lnTo>
                    <a:pt x="10026" y="58989"/>
                  </a:lnTo>
                  <a:lnTo>
                    <a:pt x="10257" y="58635"/>
                  </a:lnTo>
                  <a:lnTo>
                    <a:pt x="10487" y="58281"/>
                  </a:lnTo>
                  <a:lnTo>
                    <a:pt x="12353" y="56141"/>
                  </a:lnTo>
                  <a:lnTo>
                    <a:pt x="12645" y="55806"/>
                  </a:lnTo>
                  <a:lnTo>
                    <a:pt x="16032" y="51922"/>
                  </a:lnTo>
                  <a:lnTo>
                    <a:pt x="16668" y="51192"/>
                  </a:lnTo>
                  <a:lnTo>
                    <a:pt x="16976" y="50952"/>
                  </a:lnTo>
                  <a:lnTo>
                    <a:pt x="16831" y="50804"/>
                  </a:lnTo>
                  <a:lnTo>
                    <a:pt x="16687" y="50656"/>
                  </a:lnTo>
                  <a:lnTo>
                    <a:pt x="16200" y="50156"/>
                  </a:lnTo>
                  <a:lnTo>
                    <a:pt x="15416" y="49407"/>
                  </a:lnTo>
                  <a:lnTo>
                    <a:pt x="14126" y="48175"/>
                  </a:lnTo>
                  <a:lnTo>
                    <a:pt x="13043" y="49125"/>
                  </a:lnTo>
                  <a:lnTo>
                    <a:pt x="11761" y="50353"/>
                  </a:lnTo>
                  <a:lnTo>
                    <a:pt x="11434" y="50726"/>
                  </a:lnTo>
                  <a:lnTo>
                    <a:pt x="10469" y="51827"/>
                  </a:lnTo>
                  <a:lnTo>
                    <a:pt x="9411" y="53312"/>
                  </a:lnTo>
                  <a:lnTo>
                    <a:pt x="8248" y="54619"/>
                  </a:lnTo>
                  <a:lnTo>
                    <a:pt x="8399" y="53645"/>
                  </a:lnTo>
                  <a:lnTo>
                    <a:pt x="8408" y="52230"/>
                  </a:lnTo>
                  <a:lnTo>
                    <a:pt x="8409" y="52051"/>
                  </a:lnTo>
                  <a:lnTo>
                    <a:pt x="8503" y="51287"/>
                  </a:lnTo>
                  <a:lnTo>
                    <a:pt x="8566" y="50781"/>
                  </a:lnTo>
                  <a:lnTo>
                    <a:pt x="8604" y="49744"/>
                  </a:lnTo>
                  <a:lnTo>
                    <a:pt x="8638" y="48713"/>
                  </a:lnTo>
                  <a:lnTo>
                    <a:pt x="8763" y="48354"/>
                  </a:lnTo>
                  <a:lnTo>
                    <a:pt x="8980" y="47725"/>
                  </a:lnTo>
                  <a:lnTo>
                    <a:pt x="8900" y="47506"/>
                  </a:lnTo>
                  <a:lnTo>
                    <a:pt x="8786" y="46788"/>
                  </a:lnTo>
                  <a:lnTo>
                    <a:pt x="8758" y="46609"/>
                  </a:lnTo>
                  <a:lnTo>
                    <a:pt x="8644" y="45674"/>
                  </a:lnTo>
                  <a:lnTo>
                    <a:pt x="8761" y="45124"/>
                  </a:lnTo>
                  <a:lnTo>
                    <a:pt x="8644" y="43992"/>
                  </a:lnTo>
                  <a:lnTo>
                    <a:pt x="8664" y="43759"/>
                  </a:lnTo>
                  <a:lnTo>
                    <a:pt x="8772" y="42529"/>
                  </a:lnTo>
                  <a:lnTo>
                    <a:pt x="8828" y="41664"/>
                  </a:lnTo>
                  <a:lnTo>
                    <a:pt x="8884" y="40799"/>
                  </a:lnTo>
                  <a:lnTo>
                    <a:pt x="8898" y="39568"/>
                  </a:lnTo>
                  <a:lnTo>
                    <a:pt x="8906" y="38917"/>
                  </a:lnTo>
                  <a:lnTo>
                    <a:pt x="8887" y="38137"/>
                  </a:lnTo>
                  <a:lnTo>
                    <a:pt x="8853" y="36695"/>
                  </a:lnTo>
                  <a:lnTo>
                    <a:pt x="8893" y="35544"/>
                  </a:lnTo>
                  <a:lnTo>
                    <a:pt x="8932" y="34393"/>
                  </a:lnTo>
                  <a:lnTo>
                    <a:pt x="9871" y="33928"/>
                  </a:lnTo>
                  <a:lnTo>
                    <a:pt x="14983" y="26513"/>
                  </a:lnTo>
                  <a:lnTo>
                    <a:pt x="17119" y="21386"/>
                  </a:lnTo>
                  <a:lnTo>
                    <a:pt x="18401" y="12628"/>
                  </a:lnTo>
                  <a:lnTo>
                    <a:pt x="17119" y="8142"/>
                  </a:lnTo>
                  <a:lnTo>
                    <a:pt x="20964" y="4938"/>
                  </a:lnTo>
                  <a:lnTo>
                    <a:pt x="23632" y="0"/>
                  </a:lnTo>
                  <a:lnTo>
                    <a:pt x="32883" y="7392"/>
                  </a:lnTo>
                  <a:lnTo>
                    <a:pt x="55716" y="26907"/>
                  </a:lnTo>
                  <a:lnTo>
                    <a:pt x="58602" y="29998"/>
                  </a:lnTo>
                  <a:lnTo>
                    <a:pt x="60411" y="30985"/>
                  </a:lnTo>
                  <a:lnTo>
                    <a:pt x="60642" y="31232"/>
                  </a:lnTo>
                  <a:lnTo>
                    <a:pt x="60900" y="31509"/>
                  </a:lnTo>
                  <a:lnTo>
                    <a:pt x="61055" y="31675"/>
                  </a:lnTo>
                  <a:lnTo>
                    <a:pt x="62603" y="32160"/>
                  </a:lnTo>
                  <a:lnTo>
                    <a:pt x="63014" y="32778"/>
                  </a:lnTo>
                  <a:lnTo>
                    <a:pt x="63426" y="32943"/>
                  </a:lnTo>
                  <a:lnTo>
                    <a:pt x="63452" y="33120"/>
                  </a:lnTo>
                  <a:lnTo>
                    <a:pt x="63496" y="33416"/>
                  </a:lnTo>
                  <a:lnTo>
                    <a:pt x="63578" y="33963"/>
                  </a:lnTo>
                  <a:lnTo>
                    <a:pt x="63607" y="34159"/>
                  </a:lnTo>
                  <a:lnTo>
                    <a:pt x="63645" y="34415"/>
                  </a:lnTo>
                  <a:lnTo>
                    <a:pt x="63576" y="35036"/>
                  </a:lnTo>
                  <a:lnTo>
                    <a:pt x="63702" y="36163"/>
                  </a:lnTo>
                  <a:lnTo>
                    <a:pt x="63478" y="36228"/>
                  </a:lnTo>
                  <a:lnTo>
                    <a:pt x="61919" y="36681"/>
                  </a:lnTo>
                  <a:lnTo>
                    <a:pt x="61976" y="36930"/>
                  </a:lnTo>
                  <a:lnTo>
                    <a:pt x="62284" y="38284"/>
                  </a:lnTo>
                  <a:lnTo>
                    <a:pt x="62313" y="38413"/>
                  </a:lnTo>
                  <a:lnTo>
                    <a:pt x="62437" y="38958"/>
                  </a:lnTo>
                  <a:lnTo>
                    <a:pt x="62540" y="39637"/>
                  </a:lnTo>
                  <a:lnTo>
                    <a:pt x="62540" y="39927"/>
                  </a:lnTo>
                  <a:lnTo>
                    <a:pt x="62593" y="40117"/>
                  </a:lnTo>
                  <a:lnTo>
                    <a:pt x="62634" y="40265"/>
                  </a:lnTo>
                  <a:lnTo>
                    <a:pt x="62703" y="40518"/>
                  </a:lnTo>
                  <a:lnTo>
                    <a:pt x="63061" y="43578"/>
                  </a:lnTo>
                  <a:lnTo>
                    <a:pt x="63607" y="44038"/>
                  </a:lnTo>
                  <a:lnTo>
                    <a:pt x="64839" y="45079"/>
                  </a:lnTo>
                  <a:lnTo>
                    <a:pt x="64435" y="45452"/>
                  </a:lnTo>
                  <a:lnTo>
                    <a:pt x="63765" y="461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2785940" y="3995511"/>
              <a:ext cx="108939" cy="101434"/>
            </a:xfrm>
            <a:custGeom>
              <a:avLst/>
              <a:pathLst>
                <a:path w="108939" h="101434">
                  <a:moveTo>
                    <a:pt x="102199" y="240"/>
                  </a:moveTo>
                  <a:lnTo>
                    <a:pt x="108939" y="2783"/>
                  </a:lnTo>
                  <a:lnTo>
                    <a:pt x="108631" y="3541"/>
                  </a:lnTo>
                  <a:lnTo>
                    <a:pt x="105806" y="10498"/>
                  </a:lnTo>
                  <a:lnTo>
                    <a:pt x="105689" y="10787"/>
                  </a:lnTo>
                  <a:lnTo>
                    <a:pt x="103496" y="16187"/>
                  </a:lnTo>
                  <a:lnTo>
                    <a:pt x="103218" y="16871"/>
                  </a:lnTo>
                  <a:lnTo>
                    <a:pt x="103045" y="17308"/>
                  </a:lnTo>
                  <a:lnTo>
                    <a:pt x="102641" y="18330"/>
                  </a:lnTo>
                  <a:lnTo>
                    <a:pt x="102400" y="18937"/>
                  </a:lnTo>
                  <a:lnTo>
                    <a:pt x="102210" y="19418"/>
                  </a:lnTo>
                  <a:lnTo>
                    <a:pt x="100529" y="23665"/>
                  </a:lnTo>
                  <a:lnTo>
                    <a:pt x="100449" y="23866"/>
                  </a:lnTo>
                  <a:lnTo>
                    <a:pt x="98971" y="27600"/>
                  </a:lnTo>
                  <a:lnTo>
                    <a:pt x="98919" y="27729"/>
                  </a:lnTo>
                  <a:lnTo>
                    <a:pt x="96456" y="33953"/>
                  </a:lnTo>
                  <a:lnTo>
                    <a:pt x="96370" y="34169"/>
                  </a:lnTo>
                  <a:lnTo>
                    <a:pt x="96121" y="34799"/>
                  </a:lnTo>
                  <a:lnTo>
                    <a:pt x="94725" y="38323"/>
                  </a:lnTo>
                  <a:lnTo>
                    <a:pt x="94025" y="40091"/>
                  </a:lnTo>
                  <a:lnTo>
                    <a:pt x="92158" y="44808"/>
                  </a:lnTo>
                  <a:lnTo>
                    <a:pt x="92070" y="45030"/>
                  </a:lnTo>
                  <a:lnTo>
                    <a:pt x="89988" y="50289"/>
                  </a:lnTo>
                  <a:lnTo>
                    <a:pt x="88896" y="53048"/>
                  </a:lnTo>
                  <a:lnTo>
                    <a:pt x="88473" y="54115"/>
                  </a:lnTo>
                  <a:lnTo>
                    <a:pt x="88280" y="54604"/>
                  </a:lnTo>
                  <a:lnTo>
                    <a:pt x="85367" y="61947"/>
                  </a:lnTo>
                  <a:lnTo>
                    <a:pt x="84755" y="63491"/>
                  </a:lnTo>
                  <a:lnTo>
                    <a:pt x="84356" y="64497"/>
                  </a:lnTo>
                  <a:lnTo>
                    <a:pt x="82203" y="69924"/>
                  </a:lnTo>
                  <a:lnTo>
                    <a:pt x="81589" y="71472"/>
                  </a:lnTo>
                  <a:lnTo>
                    <a:pt x="81499" y="71700"/>
                  </a:lnTo>
                  <a:lnTo>
                    <a:pt x="77401" y="82029"/>
                  </a:lnTo>
                  <a:lnTo>
                    <a:pt x="72042" y="95541"/>
                  </a:lnTo>
                  <a:lnTo>
                    <a:pt x="70286" y="99968"/>
                  </a:lnTo>
                  <a:lnTo>
                    <a:pt x="69705" y="101434"/>
                  </a:lnTo>
                  <a:lnTo>
                    <a:pt x="63932" y="100815"/>
                  </a:lnTo>
                  <a:lnTo>
                    <a:pt x="63056" y="100725"/>
                  </a:lnTo>
                  <a:lnTo>
                    <a:pt x="60622" y="100475"/>
                  </a:lnTo>
                  <a:lnTo>
                    <a:pt x="59706" y="100380"/>
                  </a:lnTo>
                  <a:lnTo>
                    <a:pt x="59412" y="100350"/>
                  </a:lnTo>
                  <a:lnTo>
                    <a:pt x="59256" y="100334"/>
                  </a:lnTo>
                  <a:lnTo>
                    <a:pt x="58690" y="100276"/>
                  </a:lnTo>
                  <a:lnTo>
                    <a:pt x="58250" y="100230"/>
                  </a:lnTo>
                  <a:lnTo>
                    <a:pt x="57774" y="100181"/>
                  </a:lnTo>
                  <a:lnTo>
                    <a:pt x="57423" y="100126"/>
                  </a:lnTo>
                  <a:lnTo>
                    <a:pt x="57159" y="100084"/>
                  </a:lnTo>
                  <a:lnTo>
                    <a:pt x="56459" y="99973"/>
                  </a:lnTo>
                  <a:lnTo>
                    <a:pt x="55702" y="99853"/>
                  </a:lnTo>
                  <a:lnTo>
                    <a:pt x="55422" y="99781"/>
                  </a:lnTo>
                  <a:lnTo>
                    <a:pt x="54928" y="99655"/>
                  </a:lnTo>
                  <a:lnTo>
                    <a:pt x="54684" y="99592"/>
                  </a:lnTo>
                  <a:lnTo>
                    <a:pt x="54243" y="99479"/>
                  </a:lnTo>
                  <a:lnTo>
                    <a:pt x="53896" y="99391"/>
                  </a:lnTo>
                  <a:lnTo>
                    <a:pt x="53687" y="99337"/>
                  </a:lnTo>
                  <a:lnTo>
                    <a:pt x="53416" y="99268"/>
                  </a:lnTo>
                  <a:lnTo>
                    <a:pt x="52563" y="99050"/>
                  </a:lnTo>
                  <a:lnTo>
                    <a:pt x="52217" y="98961"/>
                  </a:lnTo>
                  <a:lnTo>
                    <a:pt x="51972" y="98898"/>
                  </a:lnTo>
                  <a:lnTo>
                    <a:pt x="51785" y="98850"/>
                  </a:lnTo>
                  <a:lnTo>
                    <a:pt x="51611" y="98791"/>
                  </a:lnTo>
                  <a:lnTo>
                    <a:pt x="51076" y="98611"/>
                  </a:lnTo>
                  <a:lnTo>
                    <a:pt x="49973" y="98238"/>
                  </a:lnTo>
                  <a:lnTo>
                    <a:pt x="49695" y="98144"/>
                  </a:lnTo>
                  <a:lnTo>
                    <a:pt x="48329" y="97779"/>
                  </a:lnTo>
                  <a:lnTo>
                    <a:pt x="47573" y="97577"/>
                  </a:lnTo>
                  <a:lnTo>
                    <a:pt x="47155" y="97465"/>
                  </a:lnTo>
                  <a:lnTo>
                    <a:pt x="46177" y="97203"/>
                  </a:lnTo>
                  <a:lnTo>
                    <a:pt x="45329" y="96976"/>
                  </a:lnTo>
                  <a:lnTo>
                    <a:pt x="45131" y="96923"/>
                  </a:lnTo>
                  <a:lnTo>
                    <a:pt x="44910" y="96864"/>
                  </a:lnTo>
                  <a:lnTo>
                    <a:pt x="44432" y="96736"/>
                  </a:lnTo>
                  <a:lnTo>
                    <a:pt x="44039" y="96631"/>
                  </a:lnTo>
                  <a:lnTo>
                    <a:pt x="42082" y="96108"/>
                  </a:lnTo>
                  <a:lnTo>
                    <a:pt x="41044" y="95830"/>
                  </a:lnTo>
                  <a:lnTo>
                    <a:pt x="39118" y="95315"/>
                  </a:lnTo>
                  <a:lnTo>
                    <a:pt x="38891" y="95248"/>
                  </a:lnTo>
                  <a:lnTo>
                    <a:pt x="36068" y="94427"/>
                  </a:lnTo>
                  <a:lnTo>
                    <a:pt x="35815" y="94353"/>
                  </a:lnTo>
                  <a:lnTo>
                    <a:pt x="34431" y="93950"/>
                  </a:lnTo>
                  <a:lnTo>
                    <a:pt x="34258" y="93900"/>
                  </a:lnTo>
                  <a:lnTo>
                    <a:pt x="33846" y="93780"/>
                  </a:lnTo>
                  <a:lnTo>
                    <a:pt x="32494" y="93386"/>
                  </a:lnTo>
                  <a:lnTo>
                    <a:pt x="32321" y="93336"/>
                  </a:lnTo>
                  <a:lnTo>
                    <a:pt x="25770" y="91429"/>
                  </a:lnTo>
                  <a:lnTo>
                    <a:pt x="25641" y="91391"/>
                  </a:lnTo>
                  <a:lnTo>
                    <a:pt x="24962" y="91193"/>
                  </a:lnTo>
                  <a:lnTo>
                    <a:pt x="24067" y="90969"/>
                  </a:lnTo>
                  <a:lnTo>
                    <a:pt x="23885" y="90924"/>
                  </a:lnTo>
                  <a:lnTo>
                    <a:pt x="21415" y="90306"/>
                  </a:lnTo>
                  <a:lnTo>
                    <a:pt x="20535" y="90086"/>
                  </a:lnTo>
                  <a:lnTo>
                    <a:pt x="20400" y="90048"/>
                  </a:lnTo>
                  <a:lnTo>
                    <a:pt x="18313" y="89461"/>
                  </a:lnTo>
                  <a:lnTo>
                    <a:pt x="17878" y="89339"/>
                  </a:lnTo>
                  <a:lnTo>
                    <a:pt x="17724" y="89296"/>
                  </a:lnTo>
                  <a:lnTo>
                    <a:pt x="14493" y="88388"/>
                  </a:lnTo>
                  <a:lnTo>
                    <a:pt x="14319" y="88339"/>
                  </a:lnTo>
                  <a:lnTo>
                    <a:pt x="13648" y="88151"/>
                  </a:lnTo>
                  <a:lnTo>
                    <a:pt x="12716" y="87485"/>
                  </a:lnTo>
                  <a:lnTo>
                    <a:pt x="12042" y="87003"/>
                  </a:lnTo>
                  <a:lnTo>
                    <a:pt x="11904" y="86905"/>
                  </a:lnTo>
                  <a:lnTo>
                    <a:pt x="11124" y="86348"/>
                  </a:lnTo>
                  <a:lnTo>
                    <a:pt x="10917" y="86116"/>
                  </a:lnTo>
                  <a:lnTo>
                    <a:pt x="10668" y="85955"/>
                  </a:lnTo>
                  <a:lnTo>
                    <a:pt x="10432" y="85627"/>
                  </a:lnTo>
                  <a:lnTo>
                    <a:pt x="10340" y="85500"/>
                  </a:lnTo>
                  <a:lnTo>
                    <a:pt x="10219" y="85331"/>
                  </a:lnTo>
                  <a:lnTo>
                    <a:pt x="9095" y="84069"/>
                  </a:lnTo>
                  <a:lnTo>
                    <a:pt x="8189" y="83052"/>
                  </a:lnTo>
                  <a:lnTo>
                    <a:pt x="8017" y="82716"/>
                  </a:lnTo>
                  <a:lnTo>
                    <a:pt x="7906" y="82498"/>
                  </a:lnTo>
                  <a:lnTo>
                    <a:pt x="7246" y="81203"/>
                  </a:lnTo>
                  <a:lnTo>
                    <a:pt x="6817" y="80362"/>
                  </a:lnTo>
                  <a:lnTo>
                    <a:pt x="6211" y="79175"/>
                  </a:lnTo>
                  <a:lnTo>
                    <a:pt x="6094" y="78945"/>
                  </a:lnTo>
                  <a:lnTo>
                    <a:pt x="5562" y="77901"/>
                  </a:lnTo>
                  <a:lnTo>
                    <a:pt x="4960" y="76353"/>
                  </a:lnTo>
                  <a:lnTo>
                    <a:pt x="3395" y="72323"/>
                  </a:lnTo>
                  <a:lnTo>
                    <a:pt x="3123" y="71624"/>
                  </a:lnTo>
                  <a:lnTo>
                    <a:pt x="1772" y="68146"/>
                  </a:lnTo>
                  <a:lnTo>
                    <a:pt x="893" y="65885"/>
                  </a:lnTo>
                  <a:lnTo>
                    <a:pt x="717" y="65430"/>
                  </a:lnTo>
                  <a:lnTo>
                    <a:pt x="0" y="63583"/>
                  </a:lnTo>
                  <a:lnTo>
                    <a:pt x="39" y="61691"/>
                  </a:lnTo>
                  <a:lnTo>
                    <a:pt x="82" y="59603"/>
                  </a:lnTo>
                  <a:lnTo>
                    <a:pt x="407" y="58254"/>
                  </a:lnTo>
                  <a:lnTo>
                    <a:pt x="618" y="57375"/>
                  </a:lnTo>
                  <a:lnTo>
                    <a:pt x="1011" y="55743"/>
                  </a:lnTo>
                  <a:lnTo>
                    <a:pt x="1355" y="54311"/>
                  </a:lnTo>
                  <a:lnTo>
                    <a:pt x="1621" y="53207"/>
                  </a:lnTo>
                  <a:lnTo>
                    <a:pt x="1842" y="52287"/>
                  </a:lnTo>
                  <a:lnTo>
                    <a:pt x="4290" y="42110"/>
                  </a:lnTo>
                  <a:lnTo>
                    <a:pt x="4732" y="40273"/>
                  </a:lnTo>
                  <a:lnTo>
                    <a:pt x="6287" y="33808"/>
                  </a:lnTo>
                  <a:lnTo>
                    <a:pt x="6656" y="32275"/>
                  </a:lnTo>
                  <a:lnTo>
                    <a:pt x="6714" y="32031"/>
                  </a:lnTo>
                  <a:lnTo>
                    <a:pt x="7917" y="27029"/>
                  </a:lnTo>
                  <a:lnTo>
                    <a:pt x="8090" y="26313"/>
                  </a:lnTo>
                  <a:lnTo>
                    <a:pt x="10357" y="16927"/>
                  </a:lnTo>
                  <a:lnTo>
                    <a:pt x="10446" y="16558"/>
                  </a:lnTo>
                  <a:lnTo>
                    <a:pt x="10805" y="16502"/>
                  </a:lnTo>
                  <a:lnTo>
                    <a:pt x="12859" y="16183"/>
                  </a:lnTo>
                  <a:lnTo>
                    <a:pt x="16681" y="15427"/>
                  </a:lnTo>
                  <a:lnTo>
                    <a:pt x="32162" y="12364"/>
                  </a:lnTo>
                  <a:lnTo>
                    <a:pt x="86152" y="2699"/>
                  </a:lnTo>
                  <a:lnTo>
                    <a:pt x="99235" y="0"/>
                  </a:lnTo>
                  <a:lnTo>
                    <a:pt x="101012" y="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762192" y="4083662"/>
              <a:ext cx="83454" cy="74309"/>
            </a:xfrm>
            <a:custGeom>
              <a:avLst/>
              <a:pathLst>
                <a:path w="83454" h="74309">
                  <a:moveTo>
                    <a:pt x="38241" y="237"/>
                  </a:moveTo>
                  <a:lnTo>
                    <a:pt x="41472" y="1145"/>
                  </a:lnTo>
                  <a:lnTo>
                    <a:pt x="41626" y="1188"/>
                  </a:lnTo>
                  <a:lnTo>
                    <a:pt x="42061" y="1310"/>
                  </a:lnTo>
                  <a:lnTo>
                    <a:pt x="44148" y="1897"/>
                  </a:lnTo>
                  <a:lnTo>
                    <a:pt x="44283" y="1934"/>
                  </a:lnTo>
                  <a:lnTo>
                    <a:pt x="45289" y="2186"/>
                  </a:lnTo>
                  <a:lnTo>
                    <a:pt x="47633" y="2773"/>
                  </a:lnTo>
                  <a:lnTo>
                    <a:pt x="47815" y="2818"/>
                  </a:lnTo>
                  <a:lnTo>
                    <a:pt x="48710" y="3042"/>
                  </a:lnTo>
                  <a:lnTo>
                    <a:pt x="49389" y="3240"/>
                  </a:lnTo>
                  <a:lnTo>
                    <a:pt x="49518" y="3277"/>
                  </a:lnTo>
                  <a:lnTo>
                    <a:pt x="56069" y="5184"/>
                  </a:lnTo>
                  <a:lnTo>
                    <a:pt x="56242" y="5235"/>
                  </a:lnTo>
                  <a:lnTo>
                    <a:pt x="57594" y="5628"/>
                  </a:lnTo>
                  <a:lnTo>
                    <a:pt x="58006" y="5748"/>
                  </a:lnTo>
                  <a:lnTo>
                    <a:pt x="58180" y="5799"/>
                  </a:lnTo>
                  <a:lnTo>
                    <a:pt x="59564" y="6202"/>
                  </a:lnTo>
                  <a:lnTo>
                    <a:pt x="59817" y="6275"/>
                  </a:lnTo>
                  <a:lnTo>
                    <a:pt x="62639" y="7097"/>
                  </a:lnTo>
                  <a:lnTo>
                    <a:pt x="62867" y="7163"/>
                  </a:lnTo>
                  <a:lnTo>
                    <a:pt x="64792" y="7678"/>
                  </a:lnTo>
                  <a:lnTo>
                    <a:pt x="65831" y="7956"/>
                  </a:lnTo>
                  <a:lnTo>
                    <a:pt x="67787" y="8480"/>
                  </a:lnTo>
                  <a:lnTo>
                    <a:pt x="68181" y="8585"/>
                  </a:lnTo>
                  <a:lnTo>
                    <a:pt x="68658" y="8713"/>
                  </a:lnTo>
                  <a:lnTo>
                    <a:pt x="68879" y="8772"/>
                  </a:lnTo>
                  <a:lnTo>
                    <a:pt x="69078" y="8825"/>
                  </a:lnTo>
                  <a:lnTo>
                    <a:pt x="69925" y="9052"/>
                  </a:lnTo>
                  <a:lnTo>
                    <a:pt x="70903" y="9313"/>
                  </a:lnTo>
                  <a:lnTo>
                    <a:pt x="71322" y="9425"/>
                  </a:lnTo>
                  <a:lnTo>
                    <a:pt x="72077" y="9627"/>
                  </a:lnTo>
                  <a:lnTo>
                    <a:pt x="73444" y="9993"/>
                  </a:lnTo>
                  <a:lnTo>
                    <a:pt x="73721" y="10087"/>
                  </a:lnTo>
                  <a:lnTo>
                    <a:pt x="74824" y="10459"/>
                  </a:lnTo>
                  <a:lnTo>
                    <a:pt x="75359" y="10640"/>
                  </a:lnTo>
                  <a:lnTo>
                    <a:pt x="75533" y="10699"/>
                  </a:lnTo>
                  <a:lnTo>
                    <a:pt x="75720" y="10747"/>
                  </a:lnTo>
                  <a:lnTo>
                    <a:pt x="75965" y="10810"/>
                  </a:lnTo>
                  <a:lnTo>
                    <a:pt x="76312" y="10898"/>
                  </a:lnTo>
                  <a:lnTo>
                    <a:pt x="77164" y="11116"/>
                  </a:lnTo>
                  <a:lnTo>
                    <a:pt x="77435" y="11186"/>
                  </a:lnTo>
                  <a:lnTo>
                    <a:pt x="77644" y="11239"/>
                  </a:lnTo>
                  <a:lnTo>
                    <a:pt x="77991" y="11328"/>
                  </a:lnTo>
                  <a:lnTo>
                    <a:pt x="78432" y="11441"/>
                  </a:lnTo>
                  <a:lnTo>
                    <a:pt x="78676" y="11503"/>
                  </a:lnTo>
                  <a:lnTo>
                    <a:pt x="79170" y="11630"/>
                  </a:lnTo>
                  <a:lnTo>
                    <a:pt x="79450" y="11701"/>
                  </a:lnTo>
                  <a:lnTo>
                    <a:pt x="80208" y="11821"/>
                  </a:lnTo>
                  <a:lnTo>
                    <a:pt x="80907" y="11932"/>
                  </a:lnTo>
                  <a:lnTo>
                    <a:pt x="81171" y="11974"/>
                  </a:lnTo>
                  <a:lnTo>
                    <a:pt x="81523" y="12030"/>
                  </a:lnTo>
                  <a:lnTo>
                    <a:pt x="81998" y="12079"/>
                  </a:lnTo>
                  <a:lnTo>
                    <a:pt x="82438" y="12124"/>
                  </a:lnTo>
                  <a:lnTo>
                    <a:pt x="83004" y="12183"/>
                  </a:lnTo>
                  <a:lnTo>
                    <a:pt x="83160" y="12199"/>
                  </a:lnTo>
                  <a:lnTo>
                    <a:pt x="83454" y="12229"/>
                  </a:lnTo>
                  <a:lnTo>
                    <a:pt x="83241" y="12625"/>
                  </a:lnTo>
                  <a:lnTo>
                    <a:pt x="79818" y="18980"/>
                  </a:lnTo>
                  <a:lnTo>
                    <a:pt x="77695" y="22774"/>
                  </a:lnTo>
                  <a:lnTo>
                    <a:pt x="72764" y="31587"/>
                  </a:lnTo>
                  <a:lnTo>
                    <a:pt x="70662" y="35373"/>
                  </a:lnTo>
                  <a:lnTo>
                    <a:pt x="69099" y="38208"/>
                  </a:lnTo>
                  <a:lnTo>
                    <a:pt x="68186" y="39865"/>
                  </a:lnTo>
                  <a:lnTo>
                    <a:pt x="65742" y="44298"/>
                  </a:lnTo>
                  <a:lnTo>
                    <a:pt x="67008" y="44977"/>
                  </a:lnTo>
                  <a:lnTo>
                    <a:pt x="67320" y="45144"/>
                  </a:lnTo>
                  <a:lnTo>
                    <a:pt x="69245" y="46176"/>
                  </a:lnTo>
                  <a:lnTo>
                    <a:pt x="69607" y="46371"/>
                  </a:lnTo>
                  <a:lnTo>
                    <a:pt x="64714" y="55145"/>
                  </a:lnTo>
                  <a:lnTo>
                    <a:pt x="62103" y="59854"/>
                  </a:lnTo>
                  <a:lnTo>
                    <a:pt x="61890" y="59739"/>
                  </a:lnTo>
                  <a:lnTo>
                    <a:pt x="60541" y="59010"/>
                  </a:lnTo>
                  <a:lnTo>
                    <a:pt x="59794" y="58607"/>
                  </a:lnTo>
                  <a:lnTo>
                    <a:pt x="56793" y="64043"/>
                  </a:lnTo>
                  <a:lnTo>
                    <a:pt x="56161" y="64888"/>
                  </a:lnTo>
                  <a:lnTo>
                    <a:pt x="55791" y="65259"/>
                  </a:lnTo>
                  <a:lnTo>
                    <a:pt x="55634" y="65418"/>
                  </a:lnTo>
                  <a:lnTo>
                    <a:pt x="47065" y="72089"/>
                  </a:lnTo>
                  <a:lnTo>
                    <a:pt x="45354" y="73422"/>
                  </a:lnTo>
                  <a:lnTo>
                    <a:pt x="44214" y="74309"/>
                  </a:lnTo>
                  <a:lnTo>
                    <a:pt x="43956" y="73977"/>
                  </a:lnTo>
                  <a:lnTo>
                    <a:pt x="43002" y="72746"/>
                  </a:lnTo>
                  <a:lnTo>
                    <a:pt x="41774" y="71161"/>
                  </a:lnTo>
                  <a:lnTo>
                    <a:pt x="33273" y="60192"/>
                  </a:lnTo>
                  <a:lnTo>
                    <a:pt x="30028" y="56004"/>
                  </a:lnTo>
                  <a:lnTo>
                    <a:pt x="29431" y="55234"/>
                  </a:lnTo>
                  <a:lnTo>
                    <a:pt x="26337" y="51241"/>
                  </a:lnTo>
                  <a:lnTo>
                    <a:pt x="22078" y="45745"/>
                  </a:lnTo>
                  <a:lnTo>
                    <a:pt x="14100" y="35451"/>
                  </a:lnTo>
                  <a:lnTo>
                    <a:pt x="4467" y="23362"/>
                  </a:lnTo>
                  <a:lnTo>
                    <a:pt x="4205" y="23034"/>
                  </a:lnTo>
                  <a:lnTo>
                    <a:pt x="2176" y="20451"/>
                  </a:lnTo>
                  <a:lnTo>
                    <a:pt x="2020" y="20097"/>
                  </a:lnTo>
                  <a:lnTo>
                    <a:pt x="1828" y="19673"/>
                  </a:lnTo>
                  <a:lnTo>
                    <a:pt x="284" y="16261"/>
                  </a:lnTo>
                  <a:lnTo>
                    <a:pt x="914" y="15611"/>
                  </a:lnTo>
                  <a:lnTo>
                    <a:pt x="1563" y="14943"/>
                  </a:lnTo>
                  <a:lnTo>
                    <a:pt x="1958" y="14536"/>
                  </a:lnTo>
                  <a:lnTo>
                    <a:pt x="504" y="12523"/>
                  </a:lnTo>
                  <a:lnTo>
                    <a:pt x="52" y="10929"/>
                  </a:lnTo>
                  <a:lnTo>
                    <a:pt x="0" y="9971"/>
                  </a:lnTo>
                  <a:lnTo>
                    <a:pt x="404" y="7128"/>
                  </a:lnTo>
                  <a:lnTo>
                    <a:pt x="738" y="5993"/>
                  </a:lnTo>
                  <a:lnTo>
                    <a:pt x="1439" y="4557"/>
                  </a:lnTo>
                  <a:lnTo>
                    <a:pt x="2340" y="3323"/>
                  </a:lnTo>
                  <a:lnTo>
                    <a:pt x="3308" y="2488"/>
                  </a:lnTo>
                  <a:lnTo>
                    <a:pt x="4743" y="1854"/>
                  </a:lnTo>
                  <a:lnTo>
                    <a:pt x="7514" y="1120"/>
                  </a:lnTo>
                  <a:lnTo>
                    <a:pt x="11953" y="519"/>
                  </a:lnTo>
                  <a:lnTo>
                    <a:pt x="16331" y="102"/>
                  </a:lnTo>
                  <a:lnTo>
                    <a:pt x="17456" y="158"/>
                  </a:lnTo>
                  <a:lnTo>
                    <a:pt x="18061" y="118"/>
                  </a:lnTo>
                  <a:lnTo>
                    <a:pt x="22621" y="287"/>
                  </a:lnTo>
                  <a:lnTo>
                    <a:pt x="23205" y="302"/>
                  </a:lnTo>
                  <a:lnTo>
                    <a:pt x="29718" y="492"/>
                  </a:lnTo>
                  <a:lnTo>
                    <a:pt x="35033" y="646"/>
                  </a:lnTo>
                  <a:lnTo>
                    <a:pt x="35624" y="664"/>
                  </a:lnTo>
                  <a:lnTo>
                    <a:pt x="37197" y="74"/>
                  </a:lnTo>
                  <a:lnTo>
                    <a:pt x="37396" y="0"/>
                  </a:lnTo>
                  <a:lnTo>
                    <a:pt x="38067" y="1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2806407" y="4095892"/>
              <a:ext cx="83913" cy="84074"/>
            </a:xfrm>
            <a:custGeom>
              <a:avLst/>
              <a:pathLst>
                <a:path w="83913" h="84074">
                  <a:moveTo>
                    <a:pt x="55590" y="46502"/>
                  </a:moveTo>
                  <a:lnTo>
                    <a:pt x="53308" y="48163"/>
                  </a:lnTo>
                  <a:lnTo>
                    <a:pt x="52911" y="48547"/>
                  </a:lnTo>
                  <a:lnTo>
                    <a:pt x="52646" y="48802"/>
                  </a:lnTo>
                  <a:lnTo>
                    <a:pt x="52204" y="49620"/>
                  </a:lnTo>
                  <a:lnTo>
                    <a:pt x="50001" y="53713"/>
                  </a:lnTo>
                  <a:lnTo>
                    <a:pt x="49866" y="53964"/>
                  </a:lnTo>
                  <a:lnTo>
                    <a:pt x="45700" y="61705"/>
                  </a:lnTo>
                  <a:lnTo>
                    <a:pt x="45190" y="62630"/>
                  </a:lnTo>
                  <a:lnTo>
                    <a:pt x="44941" y="62906"/>
                  </a:lnTo>
                  <a:lnTo>
                    <a:pt x="44747" y="63122"/>
                  </a:lnTo>
                  <a:lnTo>
                    <a:pt x="44478" y="63320"/>
                  </a:lnTo>
                  <a:lnTo>
                    <a:pt x="40584" y="66204"/>
                  </a:lnTo>
                  <a:lnTo>
                    <a:pt x="37437" y="68534"/>
                  </a:lnTo>
                  <a:lnTo>
                    <a:pt x="36715" y="69068"/>
                  </a:lnTo>
                  <a:lnTo>
                    <a:pt x="36404" y="69299"/>
                  </a:lnTo>
                  <a:lnTo>
                    <a:pt x="37341" y="70809"/>
                  </a:lnTo>
                  <a:lnTo>
                    <a:pt x="36790" y="71236"/>
                  </a:lnTo>
                  <a:lnTo>
                    <a:pt x="36626" y="71363"/>
                  </a:lnTo>
                  <a:lnTo>
                    <a:pt x="35151" y="72507"/>
                  </a:lnTo>
                  <a:lnTo>
                    <a:pt x="34692" y="72864"/>
                  </a:lnTo>
                  <a:lnTo>
                    <a:pt x="33422" y="73848"/>
                  </a:lnTo>
                  <a:lnTo>
                    <a:pt x="33153" y="74076"/>
                  </a:lnTo>
                  <a:lnTo>
                    <a:pt x="32864" y="73710"/>
                  </a:lnTo>
                  <a:lnTo>
                    <a:pt x="31962" y="72956"/>
                  </a:lnTo>
                  <a:lnTo>
                    <a:pt x="31768" y="73103"/>
                  </a:lnTo>
                  <a:lnTo>
                    <a:pt x="29842" y="74557"/>
                  </a:lnTo>
                  <a:lnTo>
                    <a:pt x="27896" y="76026"/>
                  </a:lnTo>
                  <a:lnTo>
                    <a:pt x="25025" y="78194"/>
                  </a:lnTo>
                  <a:lnTo>
                    <a:pt x="23084" y="79660"/>
                  </a:lnTo>
                  <a:lnTo>
                    <a:pt x="22549" y="80064"/>
                  </a:lnTo>
                  <a:lnTo>
                    <a:pt x="21764" y="80657"/>
                  </a:lnTo>
                  <a:lnTo>
                    <a:pt x="21558" y="80812"/>
                  </a:lnTo>
                  <a:lnTo>
                    <a:pt x="21132" y="81134"/>
                  </a:lnTo>
                  <a:lnTo>
                    <a:pt x="20509" y="81605"/>
                  </a:lnTo>
                  <a:lnTo>
                    <a:pt x="19651" y="82255"/>
                  </a:lnTo>
                  <a:lnTo>
                    <a:pt x="18677" y="82994"/>
                  </a:lnTo>
                  <a:lnTo>
                    <a:pt x="17255" y="84074"/>
                  </a:lnTo>
                  <a:lnTo>
                    <a:pt x="7340" y="71516"/>
                  </a:lnTo>
                  <a:lnTo>
                    <a:pt x="0" y="62079"/>
                  </a:lnTo>
                  <a:lnTo>
                    <a:pt x="1139" y="61192"/>
                  </a:lnTo>
                  <a:lnTo>
                    <a:pt x="2850" y="59860"/>
                  </a:lnTo>
                  <a:lnTo>
                    <a:pt x="11419" y="53188"/>
                  </a:lnTo>
                  <a:lnTo>
                    <a:pt x="11577" y="53030"/>
                  </a:lnTo>
                  <a:lnTo>
                    <a:pt x="11947" y="52659"/>
                  </a:lnTo>
                  <a:lnTo>
                    <a:pt x="12578" y="51813"/>
                  </a:lnTo>
                  <a:lnTo>
                    <a:pt x="15579" y="46377"/>
                  </a:lnTo>
                  <a:lnTo>
                    <a:pt x="16326" y="46781"/>
                  </a:lnTo>
                  <a:lnTo>
                    <a:pt x="17675" y="47510"/>
                  </a:lnTo>
                  <a:lnTo>
                    <a:pt x="17888" y="47625"/>
                  </a:lnTo>
                  <a:lnTo>
                    <a:pt x="20499" y="42915"/>
                  </a:lnTo>
                  <a:lnTo>
                    <a:pt x="25392" y="34142"/>
                  </a:lnTo>
                  <a:lnTo>
                    <a:pt x="25030" y="33947"/>
                  </a:lnTo>
                  <a:lnTo>
                    <a:pt x="23105" y="32915"/>
                  </a:lnTo>
                  <a:lnTo>
                    <a:pt x="22793" y="32748"/>
                  </a:lnTo>
                  <a:lnTo>
                    <a:pt x="21527" y="32069"/>
                  </a:lnTo>
                  <a:lnTo>
                    <a:pt x="23971" y="27635"/>
                  </a:lnTo>
                  <a:lnTo>
                    <a:pt x="24884" y="25978"/>
                  </a:lnTo>
                  <a:lnTo>
                    <a:pt x="26447" y="23143"/>
                  </a:lnTo>
                  <a:lnTo>
                    <a:pt x="28549" y="19357"/>
                  </a:lnTo>
                  <a:lnTo>
                    <a:pt x="33480" y="10544"/>
                  </a:lnTo>
                  <a:lnTo>
                    <a:pt x="35603" y="6751"/>
                  </a:lnTo>
                  <a:lnTo>
                    <a:pt x="39026" y="395"/>
                  </a:lnTo>
                  <a:lnTo>
                    <a:pt x="39239" y="0"/>
                  </a:lnTo>
                  <a:lnTo>
                    <a:pt x="40155" y="94"/>
                  </a:lnTo>
                  <a:lnTo>
                    <a:pt x="42590" y="345"/>
                  </a:lnTo>
                  <a:lnTo>
                    <a:pt x="43465" y="435"/>
                  </a:lnTo>
                  <a:lnTo>
                    <a:pt x="49238" y="1053"/>
                  </a:lnTo>
                  <a:lnTo>
                    <a:pt x="49438" y="1081"/>
                  </a:lnTo>
                  <a:lnTo>
                    <a:pt x="49975" y="1156"/>
                  </a:lnTo>
                  <a:lnTo>
                    <a:pt x="51231" y="1330"/>
                  </a:lnTo>
                  <a:lnTo>
                    <a:pt x="53470" y="1642"/>
                  </a:lnTo>
                  <a:lnTo>
                    <a:pt x="53675" y="1670"/>
                  </a:lnTo>
                  <a:lnTo>
                    <a:pt x="53804" y="1688"/>
                  </a:lnTo>
                  <a:lnTo>
                    <a:pt x="58278" y="2196"/>
                  </a:lnTo>
                  <a:lnTo>
                    <a:pt x="60624" y="2229"/>
                  </a:lnTo>
                  <a:lnTo>
                    <a:pt x="62529" y="2255"/>
                  </a:lnTo>
                  <a:lnTo>
                    <a:pt x="62750" y="2258"/>
                  </a:lnTo>
                  <a:lnTo>
                    <a:pt x="69533" y="2352"/>
                  </a:lnTo>
                  <a:lnTo>
                    <a:pt x="69733" y="2355"/>
                  </a:lnTo>
                  <a:lnTo>
                    <a:pt x="74437" y="2420"/>
                  </a:lnTo>
                  <a:lnTo>
                    <a:pt x="75011" y="2424"/>
                  </a:lnTo>
                  <a:lnTo>
                    <a:pt x="75871" y="2429"/>
                  </a:lnTo>
                  <a:lnTo>
                    <a:pt x="80235" y="2456"/>
                  </a:lnTo>
                  <a:lnTo>
                    <a:pt x="81375" y="2463"/>
                  </a:lnTo>
                  <a:lnTo>
                    <a:pt x="81755" y="2466"/>
                  </a:lnTo>
                  <a:lnTo>
                    <a:pt x="82236" y="2468"/>
                  </a:lnTo>
                  <a:lnTo>
                    <a:pt x="82752" y="2471"/>
                  </a:lnTo>
                  <a:lnTo>
                    <a:pt x="82932" y="2471"/>
                  </a:lnTo>
                  <a:lnTo>
                    <a:pt x="83223" y="2473"/>
                  </a:lnTo>
                  <a:lnTo>
                    <a:pt x="83214" y="2661"/>
                  </a:lnTo>
                  <a:lnTo>
                    <a:pt x="83237" y="3780"/>
                  </a:lnTo>
                  <a:lnTo>
                    <a:pt x="83272" y="5503"/>
                  </a:lnTo>
                  <a:lnTo>
                    <a:pt x="83305" y="7148"/>
                  </a:lnTo>
                  <a:lnTo>
                    <a:pt x="83368" y="10257"/>
                  </a:lnTo>
                  <a:lnTo>
                    <a:pt x="83401" y="11888"/>
                  </a:lnTo>
                  <a:lnTo>
                    <a:pt x="83913" y="12871"/>
                  </a:lnTo>
                  <a:lnTo>
                    <a:pt x="83763" y="13144"/>
                  </a:lnTo>
                  <a:lnTo>
                    <a:pt x="83047" y="14446"/>
                  </a:lnTo>
                  <a:lnTo>
                    <a:pt x="81182" y="17841"/>
                  </a:lnTo>
                  <a:lnTo>
                    <a:pt x="81019" y="18137"/>
                  </a:lnTo>
                  <a:lnTo>
                    <a:pt x="79009" y="21792"/>
                  </a:lnTo>
                  <a:lnTo>
                    <a:pt x="78161" y="23336"/>
                  </a:lnTo>
                  <a:lnTo>
                    <a:pt x="72368" y="33875"/>
                  </a:lnTo>
                  <a:lnTo>
                    <a:pt x="71989" y="34564"/>
                  </a:lnTo>
                  <a:lnTo>
                    <a:pt x="71492" y="35211"/>
                  </a:lnTo>
                  <a:lnTo>
                    <a:pt x="70986" y="35558"/>
                  </a:lnTo>
                  <a:lnTo>
                    <a:pt x="70197" y="36101"/>
                  </a:lnTo>
                  <a:lnTo>
                    <a:pt x="66948" y="38334"/>
                  </a:lnTo>
                  <a:lnTo>
                    <a:pt x="64466" y="40040"/>
                  </a:lnTo>
                  <a:lnTo>
                    <a:pt x="61664" y="42080"/>
                  </a:lnTo>
                  <a:lnTo>
                    <a:pt x="61113" y="424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823662" y="4098365"/>
              <a:ext cx="114245" cy="113691"/>
            </a:xfrm>
            <a:custGeom>
              <a:avLst/>
              <a:pathLst>
                <a:path w="114245" h="113691">
                  <a:moveTo>
                    <a:pt x="98125" y="10234"/>
                  </a:moveTo>
                  <a:lnTo>
                    <a:pt x="98678" y="10457"/>
                  </a:lnTo>
                  <a:lnTo>
                    <a:pt x="98896" y="10545"/>
                  </a:lnTo>
                  <a:lnTo>
                    <a:pt x="101837" y="11732"/>
                  </a:lnTo>
                  <a:lnTo>
                    <a:pt x="105835" y="13377"/>
                  </a:lnTo>
                  <a:lnTo>
                    <a:pt x="106066" y="13472"/>
                  </a:lnTo>
                  <a:lnTo>
                    <a:pt x="106334" y="13582"/>
                  </a:lnTo>
                  <a:lnTo>
                    <a:pt x="107480" y="14054"/>
                  </a:lnTo>
                  <a:lnTo>
                    <a:pt x="110748" y="15398"/>
                  </a:lnTo>
                  <a:lnTo>
                    <a:pt x="111116" y="15550"/>
                  </a:lnTo>
                  <a:lnTo>
                    <a:pt x="111517" y="15715"/>
                  </a:lnTo>
                  <a:lnTo>
                    <a:pt x="112286" y="16031"/>
                  </a:lnTo>
                  <a:lnTo>
                    <a:pt x="113224" y="16417"/>
                  </a:lnTo>
                  <a:lnTo>
                    <a:pt x="114245" y="16837"/>
                  </a:lnTo>
                  <a:lnTo>
                    <a:pt x="109815" y="28362"/>
                  </a:lnTo>
                  <a:lnTo>
                    <a:pt x="108129" y="32748"/>
                  </a:lnTo>
                  <a:lnTo>
                    <a:pt x="108057" y="32934"/>
                  </a:lnTo>
                  <a:lnTo>
                    <a:pt x="107615" y="34092"/>
                  </a:lnTo>
                  <a:lnTo>
                    <a:pt x="106309" y="37510"/>
                  </a:lnTo>
                  <a:lnTo>
                    <a:pt x="106120" y="38000"/>
                  </a:lnTo>
                  <a:lnTo>
                    <a:pt x="104828" y="40346"/>
                  </a:lnTo>
                  <a:lnTo>
                    <a:pt x="104379" y="41067"/>
                  </a:lnTo>
                  <a:lnTo>
                    <a:pt x="104214" y="41332"/>
                  </a:lnTo>
                  <a:lnTo>
                    <a:pt x="104005" y="41667"/>
                  </a:lnTo>
                  <a:lnTo>
                    <a:pt x="103486" y="42528"/>
                  </a:lnTo>
                  <a:lnTo>
                    <a:pt x="103365" y="42725"/>
                  </a:lnTo>
                  <a:lnTo>
                    <a:pt x="102986" y="43346"/>
                  </a:lnTo>
                  <a:lnTo>
                    <a:pt x="101428" y="45892"/>
                  </a:lnTo>
                  <a:lnTo>
                    <a:pt x="100980" y="46624"/>
                  </a:lnTo>
                  <a:lnTo>
                    <a:pt x="98688" y="50372"/>
                  </a:lnTo>
                  <a:lnTo>
                    <a:pt x="98393" y="50824"/>
                  </a:lnTo>
                  <a:lnTo>
                    <a:pt x="97150" y="52614"/>
                  </a:lnTo>
                  <a:lnTo>
                    <a:pt x="95144" y="55402"/>
                  </a:lnTo>
                  <a:lnTo>
                    <a:pt x="93149" y="57888"/>
                  </a:lnTo>
                  <a:lnTo>
                    <a:pt x="92939" y="58150"/>
                  </a:lnTo>
                  <a:lnTo>
                    <a:pt x="92674" y="58480"/>
                  </a:lnTo>
                  <a:lnTo>
                    <a:pt x="90395" y="61108"/>
                  </a:lnTo>
                  <a:lnTo>
                    <a:pt x="90122" y="61423"/>
                  </a:lnTo>
                  <a:lnTo>
                    <a:pt x="89947" y="61624"/>
                  </a:lnTo>
                  <a:lnTo>
                    <a:pt x="89073" y="62633"/>
                  </a:lnTo>
                  <a:lnTo>
                    <a:pt x="88687" y="63036"/>
                  </a:lnTo>
                  <a:lnTo>
                    <a:pt x="87921" y="63838"/>
                  </a:lnTo>
                  <a:lnTo>
                    <a:pt x="85819" y="66038"/>
                  </a:lnTo>
                  <a:lnTo>
                    <a:pt x="85428" y="66447"/>
                  </a:lnTo>
                  <a:lnTo>
                    <a:pt x="84595" y="67227"/>
                  </a:lnTo>
                  <a:lnTo>
                    <a:pt x="84120" y="67671"/>
                  </a:lnTo>
                  <a:lnTo>
                    <a:pt x="81960" y="69691"/>
                  </a:lnTo>
                  <a:lnTo>
                    <a:pt x="79513" y="71981"/>
                  </a:lnTo>
                  <a:lnTo>
                    <a:pt x="74470" y="76687"/>
                  </a:lnTo>
                  <a:lnTo>
                    <a:pt x="73966" y="77159"/>
                  </a:lnTo>
                  <a:lnTo>
                    <a:pt x="71743" y="79246"/>
                  </a:lnTo>
                  <a:lnTo>
                    <a:pt x="68393" y="82411"/>
                  </a:lnTo>
                  <a:lnTo>
                    <a:pt x="68140" y="82650"/>
                  </a:lnTo>
                  <a:lnTo>
                    <a:pt x="67522" y="83241"/>
                  </a:lnTo>
                  <a:lnTo>
                    <a:pt x="65804" y="84884"/>
                  </a:lnTo>
                  <a:lnTo>
                    <a:pt x="61289" y="89130"/>
                  </a:lnTo>
                  <a:lnTo>
                    <a:pt x="57050" y="93237"/>
                  </a:lnTo>
                  <a:lnTo>
                    <a:pt x="56071" y="94165"/>
                  </a:lnTo>
                  <a:lnTo>
                    <a:pt x="53957" y="96169"/>
                  </a:lnTo>
                  <a:lnTo>
                    <a:pt x="53503" y="96599"/>
                  </a:lnTo>
                  <a:lnTo>
                    <a:pt x="52465" y="97583"/>
                  </a:lnTo>
                  <a:lnTo>
                    <a:pt x="49545" y="100397"/>
                  </a:lnTo>
                  <a:lnTo>
                    <a:pt x="49094" y="100825"/>
                  </a:lnTo>
                  <a:lnTo>
                    <a:pt x="48058" y="101808"/>
                  </a:lnTo>
                  <a:lnTo>
                    <a:pt x="45994" y="103767"/>
                  </a:lnTo>
                  <a:lnTo>
                    <a:pt x="42202" y="107778"/>
                  </a:lnTo>
                  <a:lnTo>
                    <a:pt x="40507" y="109727"/>
                  </a:lnTo>
                  <a:lnTo>
                    <a:pt x="39487" y="111322"/>
                  </a:lnTo>
                  <a:lnTo>
                    <a:pt x="39153" y="111942"/>
                  </a:lnTo>
                  <a:lnTo>
                    <a:pt x="38929" y="112358"/>
                  </a:lnTo>
                  <a:lnTo>
                    <a:pt x="38693" y="112796"/>
                  </a:lnTo>
                  <a:lnTo>
                    <a:pt x="38576" y="113079"/>
                  </a:lnTo>
                  <a:lnTo>
                    <a:pt x="38480" y="113312"/>
                  </a:lnTo>
                  <a:lnTo>
                    <a:pt x="31316" y="113491"/>
                  </a:lnTo>
                  <a:lnTo>
                    <a:pt x="17420" y="113691"/>
                  </a:lnTo>
                  <a:lnTo>
                    <a:pt x="16334" y="107612"/>
                  </a:lnTo>
                  <a:lnTo>
                    <a:pt x="15420" y="102922"/>
                  </a:lnTo>
                  <a:lnTo>
                    <a:pt x="14821" y="101128"/>
                  </a:lnTo>
                  <a:lnTo>
                    <a:pt x="13924" y="99526"/>
                  </a:lnTo>
                  <a:lnTo>
                    <a:pt x="11938" y="96749"/>
                  </a:lnTo>
                  <a:lnTo>
                    <a:pt x="7067" y="90533"/>
                  </a:lnTo>
                  <a:lnTo>
                    <a:pt x="3265" y="85598"/>
                  </a:lnTo>
                  <a:lnTo>
                    <a:pt x="887" y="82705"/>
                  </a:lnTo>
                  <a:lnTo>
                    <a:pt x="0" y="81601"/>
                  </a:lnTo>
                  <a:lnTo>
                    <a:pt x="1422" y="80521"/>
                  </a:lnTo>
                  <a:lnTo>
                    <a:pt x="2396" y="79782"/>
                  </a:lnTo>
                  <a:lnTo>
                    <a:pt x="3254" y="79131"/>
                  </a:lnTo>
                  <a:lnTo>
                    <a:pt x="3877" y="78661"/>
                  </a:lnTo>
                  <a:lnTo>
                    <a:pt x="4303" y="78339"/>
                  </a:lnTo>
                  <a:lnTo>
                    <a:pt x="4509" y="78183"/>
                  </a:lnTo>
                  <a:lnTo>
                    <a:pt x="5294" y="77591"/>
                  </a:lnTo>
                  <a:lnTo>
                    <a:pt x="5829" y="77187"/>
                  </a:lnTo>
                  <a:lnTo>
                    <a:pt x="7807" y="75693"/>
                  </a:lnTo>
                  <a:lnTo>
                    <a:pt x="10641" y="73553"/>
                  </a:lnTo>
                  <a:lnTo>
                    <a:pt x="12587" y="72084"/>
                  </a:lnTo>
                  <a:lnTo>
                    <a:pt x="14513" y="70629"/>
                  </a:lnTo>
                  <a:lnTo>
                    <a:pt x="14900" y="70337"/>
                  </a:lnTo>
                  <a:lnTo>
                    <a:pt x="15609" y="71237"/>
                  </a:lnTo>
                  <a:lnTo>
                    <a:pt x="15977" y="71523"/>
                  </a:lnTo>
                  <a:lnTo>
                    <a:pt x="16167" y="71375"/>
                  </a:lnTo>
                  <a:lnTo>
                    <a:pt x="17437" y="70391"/>
                  </a:lnTo>
                  <a:lnTo>
                    <a:pt x="17896" y="70034"/>
                  </a:lnTo>
                  <a:lnTo>
                    <a:pt x="19371" y="68890"/>
                  </a:lnTo>
                  <a:lnTo>
                    <a:pt x="19605" y="68709"/>
                  </a:lnTo>
                  <a:lnTo>
                    <a:pt x="20156" y="68110"/>
                  </a:lnTo>
                  <a:lnTo>
                    <a:pt x="19149" y="66826"/>
                  </a:lnTo>
                  <a:lnTo>
                    <a:pt x="19460" y="66595"/>
                  </a:lnTo>
                  <a:lnTo>
                    <a:pt x="20182" y="66060"/>
                  </a:lnTo>
                  <a:lnTo>
                    <a:pt x="23329" y="63731"/>
                  </a:lnTo>
                  <a:lnTo>
                    <a:pt x="27223" y="60847"/>
                  </a:lnTo>
                  <a:lnTo>
                    <a:pt x="27492" y="60648"/>
                  </a:lnTo>
                  <a:lnTo>
                    <a:pt x="27710" y="60406"/>
                  </a:lnTo>
                  <a:lnTo>
                    <a:pt x="27935" y="60157"/>
                  </a:lnTo>
                  <a:lnTo>
                    <a:pt x="28445" y="59232"/>
                  </a:lnTo>
                  <a:lnTo>
                    <a:pt x="32611" y="51491"/>
                  </a:lnTo>
                  <a:lnTo>
                    <a:pt x="32746" y="51240"/>
                  </a:lnTo>
                  <a:lnTo>
                    <a:pt x="34949" y="47146"/>
                  </a:lnTo>
                  <a:lnTo>
                    <a:pt x="35391" y="46329"/>
                  </a:lnTo>
                  <a:lnTo>
                    <a:pt x="35656" y="46073"/>
                  </a:lnTo>
                  <a:lnTo>
                    <a:pt x="36053" y="45690"/>
                  </a:lnTo>
                  <a:lnTo>
                    <a:pt x="38335" y="44029"/>
                  </a:lnTo>
                  <a:lnTo>
                    <a:pt x="43858" y="40008"/>
                  </a:lnTo>
                  <a:lnTo>
                    <a:pt x="44409" y="39607"/>
                  </a:lnTo>
                  <a:lnTo>
                    <a:pt x="47210" y="37567"/>
                  </a:lnTo>
                  <a:lnTo>
                    <a:pt x="49693" y="35861"/>
                  </a:lnTo>
                  <a:lnTo>
                    <a:pt x="52942" y="33628"/>
                  </a:lnTo>
                  <a:lnTo>
                    <a:pt x="53731" y="33085"/>
                  </a:lnTo>
                  <a:lnTo>
                    <a:pt x="54484" y="32547"/>
                  </a:lnTo>
                  <a:lnTo>
                    <a:pt x="54734" y="32091"/>
                  </a:lnTo>
                  <a:lnTo>
                    <a:pt x="55113" y="31402"/>
                  </a:lnTo>
                  <a:lnTo>
                    <a:pt x="60906" y="20863"/>
                  </a:lnTo>
                  <a:lnTo>
                    <a:pt x="61754" y="19319"/>
                  </a:lnTo>
                  <a:lnTo>
                    <a:pt x="63764" y="15664"/>
                  </a:lnTo>
                  <a:lnTo>
                    <a:pt x="63927" y="15368"/>
                  </a:lnTo>
                  <a:lnTo>
                    <a:pt x="65792" y="11973"/>
                  </a:lnTo>
                  <a:lnTo>
                    <a:pt x="66508" y="10671"/>
                  </a:lnTo>
                  <a:lnTo>
                    <a:pt x="66658" y="10398"/>
                  </a:lnTo>
                  <a:lnTo>
                    <a:pt x="66146" y="9415"/>
                  </a:lnTo>
                  <a:lnTo>
                    <a:pt x="66113" y="7784"/>
                  </a:lnTo>
                  <a:lnTo>
                    <a:pt x="66050" y="4674"/>
                  </a:lnTo>
                  <a:lnTo>
                    <a:pt x="66017" y="3030"/>
                  </a:lnTo>
                  <a:lnTo>
                    <a:pt x="65982" y="1307"/>
                  </a:lnTo>
                  <a:lnTo>
                    <a:pt x="65959" y="188"/>
                  </a:lnTo>
                  <a:lnTo>
                    <a:pt x="65968" y="0"/>
                  </a:lnTo>
                  <a:lnTo>
                    <a:pt x="66168" y="0"/>
                  </a:lnTo>
                  <a:lnTo>
                    <a:pt x="66752" y="3"/>
                  </a:lnTo>
                  <a:lnTo>
                    <a:pt x="66966" y="4"/>
                  </a:lnTo>
                  <a:lnTo>
                    <a:pt x="70168" y="19"/>
                  </a:lnTo>
                  <a:lnTo>
                    <a:pt x="70478" y="21"/>
                  </a:lnTo>
                  <a:lnTo>
                    <a:pt x="70923" y="23"/>
                  </a:lnTo>
                  <a:lnTo>
                    <a:pt x="78130" y="60"/>
                  </a:lnTo>
                  <a:lnTo>
                    <a:pt x="78436" y="61"/>
                  </a:lnTo>
                  <a:lnTo>
                    <a:pt x="78609" y="61"/>
                  </a:lnTo>
                  <a:lnTo>
                    <a:pt x="78933" y="137"/>
                  </a:lnTo>
                  <a:lnTo>
                    <a:pt x="79650" y="741"/>
                  </a:lnTo>
                  <a:lnTo>
                    <a:pt x="81201" y="1990"/>
                  </a:lnTo>
                  <a:lnTo>
                    <a:pt x="82431" y="2963"/>
                  </a:lnTo>
                  <a:lnTo>
                    <a:pt x="85371" y="5020"/>
                  </a:lnTo>
                  <a:lnTo>
                    <a:pt x="86077" y="5310"/>
                  </a:lnTo>
                  <a:lnTo>
                    <a:pt x="90035" y="6941"/>
                  </a:lnTo>
                  <a:lnTo>
                    <a:pt x="91925" y="7720"/>
                  </a:lnTo>
                  <a:lnTo>
                    <a:pt x="93364" y="8312"/>
                  </a:lnTo>
                  <a:lnTo>
                    <a:pt x="96491" y="9575"/>
                  </a:lnTo>
                  <a:lnTo>
                    <a:pt x="97314" y="99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894585" y="3990651"/>
              <a:ext cx="88681" cy="124516"/>
            </a:xfrm>
            <a:custGeom>
              <a:avLst/>
              <a:pathLst>
                <a:path w="88681" h="124516">
                  <a:moveTo>
                    <a:pt x="48175" y="111924"/>
                  </a:moveTo>
                  <a:lnTo>
                    <a:pt x="43238" y="124516"/>
                  </a:lnTo>
                  <a:lnTo>
                    <a:pt x="42300" y="124130"/>
                  </a:lnTo>
                  <a:lnTo>
                    <a:pt x="41362" y="123744"/>
                  </a:lnTo>
                  <a:lnTo>
                    <a:pt x="40593" y="123428"/>
                  </a:lnTo>
                  <a:lnTo>
                    <a:pt x="40192" y="123263"/>
                  </a:lnTo>
                  <a:lnTo>
                    <a:pt x="39824" y="123112"/>
                  </a:lnTo>
                  <a:lnTo>
                    <a:pt x="36556" y="121767"/>
                  </a:lnTo>
                  <a:lnTo>
                    <a:pt x="35411" y="121296"/>
                  </a:lnTo>
                  <a:lnTo>
                    <a:pt x="35143" y="121186"/>
                  </a:lnTo>
                  <a:lnTo>
                    <a:pt x="34911" y="121090"/>
                  </a:lnTo>
                  <a:lnTo>
                    <a:pt x="30914" y="119446"/>
                  </a:lnTo>
                  <a:lnTo>
                    <a:pt x="27972" y="118259"/>
                  </a:lnTo>
                  <a:lnTo>
                    <a:pt x="27754" y="118171"/>
                  </a:lnTo>
                  <a:lnTo>
                    <a:pt x="27201" y="117947"/>
                  </a:lnTo>
                  <a:lnTo>
                    <a:pt x="26314" y="117589"/>
                  </a:lnTo>
                  <a:lnTo>
                    <a:pt x="25568" y="117288"/>
                  </a:lnTo>
                  <a:lnTo>
                    <a:pt x="22441" y="116026"/>
                  </a:lnTo>
                  <a:lnTo>
                    <a:pt x="21002" y="115433"/>
                  </a:lnTo>
                  <a:lnTo>
                    <a:pt x="19111" y="114654"/>
                  </a:lnTo>
                  <a:lnTo>
                    <a:pt x="15153" y="113024"/>
                  </a:lnTo>
                  <a:lnTo>
                    <a:pt x="14448" y="112733"/>
                  </a:lnTo>
                  <a:lnTo>
                    <a:pt x="11508" y="110676"/>
                  </a:lnTo>
                  <a:lnTo>
                    <a:pt x="10277" y="109704"/>
                  </a:lnTo>
                  <a:lnTo>
                    <a:pt x="8727" y="108455"/>
                  </a:lnTo>
                  <a:lnTo>
                    <a:pt x="8010" y="107851"/>
                  </a:lnTo>
                  <a:lnTo>
                    <a:pt x="7685" y="107775"/>
                  </a:lnTo>
                  <a:lnTo>
                    <a:pt x="7513" y="107774"/>
                  </a:lnTo>
                  <a:lnTo>
                    <a:pt x="7207" y="107773"/>
                  </a:lnTo>
                  <a:lnTo>
                    <a:pt x="0" y="107737"/>
                  </a:lnTo>
                  <a:lnTo>
                    <a:pt x="2" y="107467"/>
                  </a:lnTo>
                  <a:lnTo>
                    <a:pt x="182" y="90316"/>
                  </a:lnTo>
                  <a:lnTo>
                    <a:pt x="182" y="82091"/>
                  </a:lnTo>
                  <a:lnTo>
                    <a:pt x="182" y="78520"/>
                  </a:lnTo>
                  <a:lnTo>
                    <a:pt x="1076" y="78147"/>
                  </a:lnTo>
                  <a:lnTo>
                    <a:pt x="11993" y="73732"/>
                  </a:lnTo>
                  <a:lnTo>
                    <a:pt x="15346" y="72405"/>
                  </a:lnTo>
                  <a:lnTo>
                    <a:pt x="17001" y="71750"/>
                  </a:lnTo>
                  <a:lnTo>
                    <a:pt x="26980" y="67800"/>
                  </a:lnTo>
                  <a:lnTo>
                    <a:pt x="28625" y="67145"/>
                  </a:lnTo>
                  <a:lnTo>
                    <a:pt x="32072" y="65670"/>
                  </a:lnTo>
                  <a:lnTo>
                    <a:pt x="34754" y="64522"/>
                  </a:lnTo>
                  <a:lnTo>
                    <a:pt x="39566" y="62463"/>
                  </a:lnTo>
                  <a:lnTo>
                    <a:pt x="40729" y="61965"/>
                  </a:lnTo>
                  <a:lnTo>
                    <a:pt x="45736" y="59716"/>
                  </a:lnTo>
                  <a:lnTo>
                    <a:pt x="45614" y="59410"/>
                  </a:lnTo>
                  <a:lnTo>
                    <a:pt x="45479" y="59071"/>
                  </a:lnTo>
                  <a:lnTo>
                    <a:pt x="43945" y="55224"/>
                  </a:lnTo>
                  <a:lnTo>
                    <a:pt x="43799" y="54859"/>
                  </a:lnTo>
                  <a:lnTo>
                    <a:pt x="43723" y="54667"/>
                  </a:lnTo>
                  <a:lnTo>
                    <a:pt x="43654" y="54494"/>
                  </a:lnTo>
                  <a:lnTo>
                    <a:pt x="43298" y="53602"/>
                  </a:lnTo>
                  <a:lnTo>
                    <a:pt x="42996" y="52846"/>
                  </a:lnTo>
                  <a:lnTo>
                    <a:pt x="41802" y="49850"/>
                  </a:lnTo>
                  <a:lnTo>
                    <a:pt x="41435" y="48930"/>
                  </a:lnTo>
                  <a:lnTo>
                    <a:pt x="47372" y="40523"/>
                  </a:lnTo>
                  <a:lnTo>
                    <a:pt x="60408" y="34970"/>
                  </a:lnTo>
                  <a:lnTo>
                    <a:pt x="65068" y="31913"/>
                  </a:lnTo>
                  <a:lnTo>
                    <a:pt x="68135" y="29901"/>
                  </a:lnTo>
                  <a:lnTo>
                    <a:pt x="68753" y="29496"/>
                  </a:lnTo>
                  <a:lnTo>
                    <a:pt x="69155" y="29182"/>
                  </a:lnTo>
                  <a:lnTo>
                    <a:pt x="71219" y="27727"/>
                  </a:lnTo>
                  <a:lnTo>
                    <a:pt x="75673" y="24587"/>
                  </a:lnTo>
                  <a:lnTo>
                    <a:pt x="78664" y="20977"/>
                  </a:lnTo>
                  <a:lnTo>
                    <a:pt x="81121" y="17431"/>
                  </a:lnTo>
                  <a:lnTo>
                    <a:pt x="82915" y="13437"/>
                  </a:lnTo>
                  <a:lnTo>
                    <a:pt x="83088" y="12906"/>
                  </a:lnTo>
                  <a:lnTo>
                    <a:pt x="83705" y="11023"/>
                  </a:lnTo>
                  <a:lnTo>
                    <a:pt x="84090" y="9378"/>
                  </a:lnTo>
                  <a:lnTo>
                    <a:pt x="84624" y="6046"/>
                  </a:lnTo>
                  <a:lnTo>
                    <a:pt x="85286" y="641"/>
                  </a:lnTo>
                  <a:lnTo>
                    <a:pt x="85328" y="0"/>
                  </a:lnTo>
                  <a:lnTo>
                    <a:pt x="86827" y="178"/>
                  </a:lnTo>
                  <a:lnTo>
                    <a:pt x="88681" y="399"/>
                  </a:lnTo>
                  <a:lnTo>
                    <a:pt x="88627" y="1096"/>
                  </a:lnTo>
                  <a:lnTo>
                    <a:pt x="88294" y="5344"/>
                  </a:lnTo>
                  <a:lnTo>
                    <a:pt x="87926" y="8156"/>
                  </a:lnTo>
                  <a:lnTo>
                    <a:pt x="87737" y="9605"/>
                  </a:lnTo>
                  <a:lnTo>
                    <a:pt x="87696" y="9849"/>
                  </a:lnTo>
                  <a:lnTo>
                    <a:pt x="87432" y="11439"/>
                  </a:lnTo>
                  <a:lnTo>
                    <a:pt x="87356" y="11893"/>
                  </a:lnTo>
                  <a:lnTo>
                    <a:pt x="86410" y="17575"/>
                  </a:lnTo>
                  <a:lnTo>
                    <a:pt x="85607" y="20649"/>
                  </a:lnTo>
                  <a:lnTo>
                    <a:pt x="84046" y="26629"/>
                  </a:lnTo>
                  <a:lnTo>
                    <a:pt x="80669" y="27032"/>
                  </a:lnTo>
                  <a:lnTo>
                    <a:pt x="79835" y="29218"/>
                  </a:lnTo>
                  <a:lnTo>
                    <a:pt x="79652" y="29700"/>
                  </a:lnTo>
                  <a:lnTo>
                    <a:pt x="77036" y="36566"/>
                  </a:lnTo>
                  <a:lnTo>
                    <a:pt x="72387" y="48770"/>
                  </a:lnTo>
                  <a:lnTo>
                    <a:pt x="67174" y="62452"/>
                  </a:lnTo>
                  <a:lnTo>
                    <a:pt x="65291" y="67397"/>
                  </a:lnTo>
                  <a:lnTo>
                    <a:pt x="64690" y="68958"/>
                  </a:lnTo>
                  <a:lnTo>
                    <a:pt x="64347" y="69852"/>
                  </a:lnTo>
                  <a:lnTo>
                    <a:pt x="63250" y="72706"/>
                  </a:lnTo>
                  <a:lnTo>
                    <a:pt x="59527" y="82390"/>
                  </a:lnTo>
                  <a:lnTo>
                    <a:pt x="58028" y="86291"/>
                  </a:lnTo>
                  <a:lnTo>
                    <a:pt x="55355" y="93245"/>
                  </a:lnTo>
                  <a:lnTo>
                    <a:pt x="52973" y="99441"/>
                  </a:lnTo>
                  <a:lnTo>
                    <a:pt x="51260" y="103897"/>
                  </a:lnTo>
                  <a:lnTo>
                    <a:pt x="49620" y="1081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2855645" y="4000491"/>
              <a:ext cx="86312" cy="97896"/>
            </a:xfrm>
            <a:custGeom>
              <a:avLst/>
              <a:pathLst>
                <a:path w="86312" h="97896">
                  <a:moveTo>
                    <a:pt x="79362" y="13935"/>
                  </a:moveTo>
                  <a:lnTo>
                    <a:pt x="81297" y="18725"/>
                  </a:lnTo>
                  <a:lnTo>
                    <a:pt x="83021" y="22836"/>
                  </a:lnTo>
                  <a:lnTo>
                    <a:pt x="84102" y="25414"/>
                  </a:lnTo>
                  <a:lnTo>
                    <a:pt x="85983" y="29897"/>
                  </a:lnTo>
                  <a:lnTo>
                    <a:pt x="86312" y="30683"/>
                  </a:lnTo>
                  <a:lnTo>
                    <a:pt x="80376" y="39090"/>
                  </a:lnTo>
                  <a:lnTo>
                    <a:pt x="80742" y="40010"/>
                  </a:lnTo>
                  <a:lnTo>
                    <a:pt x="81937" y="43006"/>
                  </a:lnTo>
                  <a:lnTo>
                    <a:pt x="82238" y="43762"/>
                  </a:lnTo>
                  <a:lnTo>
                    <a:pt x="82594" y="44654"/>
                  </a:lnTo>
                  <a:lnTo>
                    <a:pt x="82663" y="44827"/>
                  </a:lnTo>
                  <a:lnTo>
                    <a:pt x="82739" y="45019"/>
                  </a:lnTo>
                  <a:lnTo>
                    <a:pt x="82885" y="45384"/>
                  </a:lnTo>
                  <a:lnTo>
                    <a:pt x="84419" y="49231"/>
                  </a:lnTo>
                  <a:lnTo>
                    <a:pt x="84554" y="49570"/>
                  </a:lnTo>
                  <a:lnTo>
                    <a:pt x="84696" y="49926"/>
                  </a:lnTo>
                  <a:lnTo>
                    <a:pt x="79669" y="52125"/>
                  </a:lnTo>
                  <a:lnTo>
                    <a:pt x="78506" y="52623"/>
                  </a:lnTo>
                  <a:lnTo>
                    <a:pt x="73694" y="54682"/>
                  </a:lnTo>
                  <a:lnTo>
                    <a:pt x="71012" y="55830"/>
                  </a:lnTo>
                  <a:lnTo>
                    <a:pt x="67439" y="57359"/>
                  </a:lnTo>
                  <a:lnTo>
                    <a:pt x="65920" y="57960"/>
                  </a:lnTo>
                  <a:lnTo>
                    <a:pt x="55941" y="61910"/>
                  </a:lnTo>
                  <a:lnTo>
                    <a:pt x="54286" y="62565"/>
                  </a:lnTo>
                  <a:lnTo>
                    <a:pt x="50911" y="63901"/>
                  </a:lnTo>
                  <a:lnTo>
                    <a:pt x="40017" y="68307"/>
                  </a:lnTo>
                  <a:lnTo>
                    <a:pt x="39123" y="68680"/>
                  </a:lnTo>
                  <a:lnTo>
                    <a:pt x="39123" y="72251"/>
                  </a:lnTo>
                  <a:lnTo>
                    <a:pt x="39123" y="80476"/>
                  </a:lnTo>
                  <a:lnTo>
                    <a:pt x="38943" y="97627"/>
                  </a:lnTo>
                  <a:lnTo>
                    <a:pt x="38940" y="97896"/>
                  </a:lnTo>
                  <a:lnTo>
                    <a:pt x="38495" y="97894"/>
                  </a:lnTo>
                  <a:lnTo>
                    <a:pt x="38184" y="97893"/>
                  </a:lnTo>
                  <a:lnTo>
                    <a:pt x="34983" y="97878"/>
                  </a:lnTo>
                  <a:lnTo>
                    <a:pt x="34768" y="97877"/>
                  </a:lnTo>
                  <a:lnTo>
                    <a:pt x="34185" y="97874"/>
                  </a:lnTo>
                  <a:lnTo>
                    <a:pt x="33984" y="97873"/>
                  </a:lnTo>
                  <a:lnTo>
                    <a:pt x="33693" y="97872"/>
                  </a:lnTo>
                  <a:lnTo>
                    <a:pt x="33514" y="97871"/>
                  </a:lnTo>
                  <a:lnTo>
                    <a:pt x="32997" y="97868"/>
                  </a:lnTo>
                  <a:lnTo>
                    <a:pt x="32516" y="97866"/>
                  </a:lnTo>
                  <a:lnTo>
                    <a:pt x="32131" y="97864"/>
                  </a:lnTo>
                  <a:lnTo>
                    <a:pt x="30997" y="97857"/>
                  </a:lnTo>
                  <a:lnTo>
                    <a:pt x="26633" y="97830"/>
                  </a:lnTo>
                  <a:lnTo>
                    <a:pt x="25773" y="97824"/>
                  </a:lnTo>
                  <a:lnTo>
                    <a:pt x="25199" y="97821"/>
                  </a:lnTo>
                  <a:lnTo>
                    <a:pt x="20495" y="97755"/>
                  </a:lnTo>
                  <a:lnTo>
                    <a:pt x="20295" y="97753"/>
                  </a:lnTo>
                  <a:lnTo>
                    <a:pt x="13511" y="97658"/>
                  </a:lnTo>
                  <a:lnTo>
                    <a:pt x="13290" y="97655"/>
                  </a:lnTo>
                  <a:lnTo>
                    <a:pt x="11386" y="97629"/>
                  </a:lnTo>
                  <a:lnTo>
                    <a:pt x="9040" y="97596"/>
                  </a:lnTo>
                  <a:lnTo>
                    <a:pt x="4566" y="97088"/>
                  </a:lnTo>
                  <a:lnTo>
                    <a:pt x="4437" y="97070"/>
                  </a:lnTo>
                  <a:lnTo>
                    <a:pt x="4232" y="97042"/>
                  </a:lnTo>
                  <a:lnTo>
                    <a:pt x="1992" y="96730"/>
                  </a:lnTo>
                  <a:lnTo>
                    <a:pt x="737" y="96556"/>
                  </a:lnTo>
                  <a:lnTo>
                    <a:pt x="200" y="96481"/>
                  </a:lnTo>
                  <a:lnTo>
                    <a:pt x="0" y="96453"/>
                  </a:lnTo>
                  <a:lnTo>
                    <a:pt x="581" y="94987"/>
                  </a:lnTo>
                  <a:lnTo>
                    <a:pt x="2337" y="90560"/>
                  </a:lnTo>
                  <a:lnTo>
                    <a:pt x="7696" y="77049"/>
                  </a:lnTo>
                  <a:lnTo>
                    <a:pt x="11794" y="66720"/>
                  </a:lnTo>
                  <a:lnTo>
                    <a:pt x="11884" y="66491"/>
                  </a:lnTo>
                  <a:lnTo>
                    <a:pt x="12498" y="64943"/>
                  </a:lnTo>
                  <a:lnTo>
                    <a:pt x="14651" y="59517"/>
                  </a:lnTo>
                  <a:lnTo>
                    <a:pt x="15050" y="58510"/>
                  </a:lnTo>
                  <a:lnTo>
                    <a:pt x="15662" y="56967"/>
                  </a:lnTo>
                  <a:lnTo>
                    <a:pt x="18575" y="49624"/>
                  </a:lnTo>
                  <a:lnTo>
                    <a:pt x="18768" y="49135"/>
                  </a:lnTo>
                  <a:lnTo>
                    <a:pt x="19191" y="48068"/>
                  </a:lnTo>
                  <a:lnTo>
                    <a:pt x="20316" y="45225"/>
                  </a:lnTo>
                  <a:lnTo>
                    <a:pt x="22365" y="40050"/>
                  </a:lnTo>
                  <a:lnTo>
                    <a:pt x="22453" y="39828"/>
                  </a:lnTo>
                  <a:lnTo>
                    <a:pt x="24360" y="35010"/>
                  </a:lnTo>
                  <a:lnTo>
                    <a:pt x="25052" y="33262"/>
                  </a:lnTo>
                  <a:lnTo>
                    <a:pt x="26416" y="29818"/>
                  </a:lnTo>
                  <a:lnTo>
                    <a:pt x="26665" y="29189"/>
                  </a:lnTo>
                  <a:lnTo>
                    <a:pt x="26751" y="28972"/>
                  </a:lnTo>
                  <a:lnTo>
                    <a:pt x="29214" y="22749"/>
                  </a:lnTo>
                  <a:lnTo>
                    <a:pt x="29266" y="22620"/>
                  </a:lnTo>
                  <a:lnTo>
                    <a:pt x="30745" y="18882"/>
                  </a:lnTo>
                  <a:lnTo>
                    <a:pt x="30824" y="18684"/>
                  </a:lnTo>
                  <a:lnTo>
                    <a:pt x="32505" y="14438"/>
                  </a:lnTo>
                  <a:lnTo>
                    <a:pt x="32695" y="13956"/>
                  </a:lnTo>
                  <a:lnTo>
                    <a:pt x="32936" y="13349"/>
                  </a:lnTo>
                  <a:lnTo>
                    <a:pt x="33172" y="13446"/>
                  </a:lnTo>
                  <a:lnTo>
                    <a:pt x="33456" y="13562"/>
                  </a:lnTo>
                  <a:lnTo>
                    <a:pt x="34273" y="13810"/>
                  </a:lnTo>
                  <a:lnTo>
                    <a:pt x="35143" y="14073"/>
                  </a:lnTo>
                  <a:lnTo>
                    <a:pt x="36156" y="14214"/>
                  </a:lnTo>
                  <a:lnTo>
                    <a:pt x="37542" y="14190"/>
                  </a:lnTo>
                  <a:lnTo>
                    <a:pt x="38772" y="13962"/>
                  </a:lnTo>
                  <a:lnTo>
                    <a:pt x="39237" y="13778"/>
                  </a:lnTo>
                  <a:lnTo>
                    <a:pt x="39852" y="13529"/>
                  </a:lnTo>
                  <a:lnTo>
                    <a:pt x="50247" y="9317"/>
                  </a:lnTo>
                  <a:lnTo>
                    <a:pt x="51386" y="8855"/>
                  </a:lnTo>
                  <a:lnTo>
                    <a:pt x="52106" y="8563"/>
                  </a:lnTo>
                  <a:lnTo>
                    <a:pt x="64407" y="3677"/>
                  </a:lnTo>
                  <a:lnTo>
                    <a:pt x="65447" y="3264"/>
                  </a:lnTo>
                  <a:lnTo>
                    <a:pt x="73296" y="146"/>
                  </a:lnTo>
                  <a:lnTo>
                    <a:pt x="73664" y="0"/>
                  </a:lnTo>
                  <a:lnTo>
                    <a:pt x="74384" y="1614"/>
                  </a:lnTo>
                  <a:lnTo>
                    <a:pt x="75811" y="5144"/>
                  </a:lnTo>
                  <a:lnTo>
                    <a:pt x="79136" y="133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2888582" y="3913119"/>
              <a:ext cx="94950" cy="118056"/>
            </a:xfrm>
            <a:custGeom>
              <a:avLst/>
              <a:pathLst>
                <a:path w="94950" h="118056">
                  <a:moveTo>
                    <a:pt x="80408" y="18472"/>
                  </a:moveTo>
                  <a:lnTo>
                    <a:pt x="89266" y="40722"/>
                  </a:lnTo>
                  <a:lnTo>
                    <a:pt x="90357" y="43880"/>
                  </a:lnTo>
                  <a:lnTo>
                    <a:pt x="92107" y="50655"/>
                  </a:lnTo>
                  <a:lnTo>
                    <a:pt x="92445" y="52058"/>
                  </a:lnTo>
                  <a:lnTo>
                    <a:pt x="93527" y="57804"/>
                  </a:lnTo>
                  <a:lnTo>
                    <a:pt x="94374" y="63295"/>
                  </a:lnTo>
                  <a:lnTo>
                    <a:pt x="94404" y="63488"/>
                  </a:lnTo>
                  <a:lnTo>
                    <a:pt x="94567" y="64925"/>
                  </a:lnTo>
                  <a:lnTo>
                    <a:pt x="94615" y="65374"/>
                  </a:lnTo>
                  <a:lnTo>
                    <a:pt x="94923" y="68226"/>
                  </a:lnTo>
                  <a:lnTo>
                    <a:pt x="94950" y="74556"/>
                  </a:lnTo>
                  <a:lnTo>
                    <a:pt x="94672" y="77930"/>
                  </a:lnTo>
                  <a:lnTo>
                    <a:pt x="92831" y="77711"/>
                  </a:lnTo>
                  <a:lnTo>
                    <a:pt x="91332" y="77532"/>
                  </a:lnTo>
                  <a:lnTo>
                    <a:pt x="91290" y="78174"/>
                  </a:lnTo>
                  <a:lnTo>
                    <a:pt x="90628" y="83578"/>
                  </a:lnTo>
                  <a:lnTo>
                    <a:pt x="90094" y="86911"/>
                  </a:lnTo>
                  <a:lnTo>
                    <a:pt x="89709" y="88555"/>
                  </a:lnTo>
                  <a:lnTo>
                    <a:pt x="89092" y="90439"/>
                  </a:lnTo>
                  <a:lnTo>
                    <a:pt x="88919" y="90969"/>
                  </a:lnTo>
                  <a:lnTo>
                    <a:pt x="87124" y="94964"/>
                  </a:lnTo>
                  <a:lnTo>
                    <a:pt x="84668" y="98510"/>
                  </a:lnTo>
                  <a:lnTo>
                    <a:pt x="81677" y="102120"/>
                  </a:lnTo>
                  <a:lnTo>
                    <a:pt x="77222" y="105260"/>
                  </a:lnTo>
                  <a:lnTo>
                    <a:pt x="75159" y="106715"/>
                  </a:lnTo>
                  <a:lnTo>
                    <a:pt x="74756" y="107029"/>
                  </a:lnTo>
                  <a:lnTo>
                    <a:pt x="74139" y="107433"/>
                  </a:lnTo>
                  <a:lnTo>
                    <a:pt x="71072" y="109446"/>
                  </a:lnTo>
                  <a:lnTo>
                    <a:pt x="66412" y="112502"/>
                  </a:lnTo>
                  <a:lnTo>
                    <a:pt x="53376" y="118056"/>
                  </a:lnTo>
                  <a:lnTo>
                    <a:pt x="53046" y="117270"/>
                  </a:lnTo>
                  <a:lnTo>
                    <a:pt x="51166" y="112787"/>
                  </a:lnTo>
                  <a:lnTo>
                    <a:pt x="50085" y="110209"/>
                  </a:lnTo>
                  <a:lnTo>
                    <a:pt x="48361" y="106098"/>
                  </a:lnTo>
                  <a:lnTo>
                    <a:pt x="46425" y="101308"/>
                  </a:lnTo>
                  <a:lnTo>
                    <a:pt x="46199" y="100748"/>
                  </a:lnTo>
                  <a:lnTo>
                    <a:pt x="42874" y="92517"/>
                  </a:lnTo>
                  <a:lnTo>
                    <a:pt x="41448" y="88987"/>
                  </a:lnTo>
                  <a:lnTo>
                    <a:pt x="40728" y="87372"/>
                  </a:lnTo>
                  <a:lnTo>
                    <a:pt x="40359" y="87519"/>
                  </a:lnTo>
                  <a:lnTo>
                    <a:pt x="32461" y="90656"/>
                  </a:lnTo>
                  <a:lnTo>
                    <a:pt x="31470" y="91050"/>
                  </a:lnTo>
                  <a:lnTo>
                    <a:pt x="19170" y="95936"/>
                  </a:lnTo>
                  <a:lnTo>
                    <a:pt x="18450" y="96228"/>
                  </a:lnTo>
                  <a:lnTo>
                    <a:pt x="17311" y="96689"/>
                  </a:lnTo>
                  <a:lnTo>
                    <a:pt x="6915" y="100902"/>
                  </a:lnTo>
                  <a:lnTo>
                    <a:pt x="6301" y="101151"/>
                  </a:lnTo>
                  <a:lnTo>
                    <a:pt x="5825" y="101339"/>
                  </a:lnTo>
                  <a:lnTo>
                    <a:pt x="4606" y="101563"/>
                  </a:lnTo>
                  <a:lnTo>
                    <a:pt x="3220" y="101586"/>
                  </a:lnTo>
                  <a:lnTo>
                    <a:pt x="2207" y="101446"/>
                  </a:lnTo>
                  <a:lnTo>
                    <a:pt x="1337" y="101183"/>
                  </a:lnTo>
                  <a:lnTo>
                    <a:pt x="520" y="100935"/>
                  </a:lnTo>
                  <a:lnTo>
                    <a:pt x="236" y="100819"/>
                  </a:lnTo>
                  <a:lnTo>
                    <a:pt x="0" y="100722"/>
                  </a:lnTo>
                  <a:lnTo>
                    <a:pt x="404" y="99700"/>
                  </a:lnTo>
                  <a:lnTo>
                    <a:pt x="577" y="99263"/>
                  </a:lnTo>
                  <a:lnTo>
                    <a:pt x="854" y="98580"/>
                  </a:lnTo>
                  <a:lnTo>
                    <a:pt x="3047" y="93180"/>
                  </a:lnTo>
                  <a:lnTo>
                    <a:pt x="3165" y="92890"/>
                  </a:lnTo>
                  <a:lnTo>
                    <a:pt x="5990" y="85934"/>
                  </a:lnTo>
                  <a:lnTo>
                    <a:pt x="6298" y="85176"/>
                  </a:lnTo>
                  <a:lnTo>
                    <a:pt x="6549" y="84557"/>
                  </a:lnTo>
                  <a:lnTo>
                    <a:pt x="8696" y="79270"/>
                  </a:lnTo>
                  <a:lnTo>
                    <a:pt x="9137" y="78184"/>
                  </a:lnTo>
                  <a:lnTo>
                    <a:pt x="11359" y="72711"/>
                  </a:lnTo>
                  <a:lnTo>
                    <a:pt x="11477" y="72422"/>
                  </a:lnTo>
                  <a:lnTo>
                    <a:pt x="12199" y="70616"/>
                  </a:lnTo>
                  <a:lnTo>
                    <a:pt x="18287" y="55393"/>
                  </a:lnTo>
                  <a:lnTo>
                    <a:pt x="18960" y="53568"/>
                  </a:lnTo>
                  <a:lnTo>
                    <a:pt x="19323" y="52879"/>
                  </a:lnTo>
                  <a:lnTo>
                    <a:pt x="19687" y="52190"/>
                  </a:lnTo>
                  <a:lnTo>
                    <a:pt x="20257" y="51430"/>
                  </a:lnTo>
                  <a:lnTo>
                    <a:pt x="20826" y="50670"/>
                  </a:lnTo>
                  <a:lnTo>
                    <a:pt x="21549" y="49779"/>
                  </a:lnTo>
                  <a:lnTo>
                    <a:pt x="22038" y="48956"/>
                  </a:lnTo>
                  <a:lnTo>
                    <a:pt x="22410" y="48332"/>
                  </a:lnTo>
                  <a:lnTo>
                    <a:pt x="23046" y="46869"/>
                  </a:lnTo>
                  <a:lnTo>
                    <a:pt x="23153" y="46624"/>
                  </a:lnTo>
                  <a:lnTo>
                    <a:pt x="23445" y="46049"/>
                  </a:lnTo>
                  <a:lnTo>
                    <a:pt x="23764" y="45126"/>
                  </a:lnTo>
                  <a:lnTo>
                    <a:pt x="23774" y="44528"/>
                  </a:lnTo>
                  <a:lnTo>
                    <a:pt x="23622" y="43628"/>
                  </a:lnTo>
                  <a:lnTo>
                    <a:pt x="23543" y="43489"/>
                  </a:lnTo>
                  <a:lnTo>
                    <a:pt x="23377" y="42914"/>
                  </a:lnTo>
                  <a:lnTo>
                    <a:pt x="23212" y="42545"/>
                  </a:lnTo>
                  <a:lnTo>
                    <a:pt x="22872" y="41787"/>
                  </a:lnTo>
                  <a:lnTo>
                    <a:pt x="17594" y="32545"/>
                  </a:lnTo>
                  <a:lnTo>
                    <a:pt x="14861" y="27760"/>
                  </a:lnTo>
                  <a:lnTo>
                    <a:pt x="14506" y="27308"/>
                  </a:lnTo>
                  <a:lnTo>
                    <a:pt x="14140" y="26860"/>
                  </a:lnTo>
                  <a:lnTo>
                    <a:pt x="13704" y="26244"/>
                  </a:lnTo>
                  <a:lnTo>
                    <a:pt x="15749" y="25035"/>
                  </a:lnTo>
                  <a:lnTo>
                    <a:pt x="22988" y="21820"/>
                  </a:lnTo>
                  <a:lnTo>
                    <a:pt x="36803" y="15657"/>
                  </a:lnTo>
                  <a:lnTo>
                    <a:pt x="37604" y="15299"/>
                  </a:lnTo>
                  <a:lnTo>
                    <a:pt x="57708" y="6330"/>
                  </a:lnTo>
                  <a:lnTo>
                    <a:pt x="60115" y="5256"/>
                  </a:lnTo>
                  <a:lnTo>
                    <a:pt x="71254" y="287"/>
                  </a:lnTo>
                  <a:lnTo>
                    <a:pt x="71930" y="0"/>
                  </a:lnTo>
                  <a:lnTo>
                    <a:pt x="72161" y="494"/>
                  </a:lnTo>
                  <a:lnTo>
                    <a:pt x="72514" y="1264"/>
                  </a:lnTo>
                  <a:lnTo>
                    <a:pt x="72828" y="1948"/>
                  </a:lnTo>
                  <a:lnTo>
                    <a:pt x="73142" y="26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2960512" y="3860950"/>
              <a:ext cx="163453" cy="156331"/>
            </a:xfrm>
            <a:custGeom>
              <a:avLst/>
              <a:pathLst>
                <a:path w="163453" h="156331">
                  <a:moveTo>
                    <a:pt x="21647" y="155302"/>
                  </a:moveTo>
                  <a:lnTo>
                    <a:pt x="18119" y="156331"/>
                  </a:lnTo>
                  <a:lnTo>
                    <a:pt x="19681" y="150350"/>
                  </a:lnTo>
                  <a:lnTo>
                    <a:pt x="20484" y="147271"/>
                  </a:lnTo>
                  <a:lnTo>
                    <a:pt x="21429" y="141594"/>
                  </a:lnTo>
                  <a:lnTo>
                    <a:pt x="21505" y="141141"/>
                  </a:lnTo>
                  <a:lnTo>
                    <a:pt x="21770" y="139550"/>
                  </a:lnTo>
                  <a:lnTo>
                    <a:pt x="21810" y="139306"/>
                  </a:lnTo>
                  <a:lnTo>
                    <a:pt x="22000" y="137858"/>
                  </a:lnTo>
                  <a:lnTo>
                    <a:pt x="22367" y="135046"/>
                  </a:lnTo>
                  <a:lnTo>
                    <a:pt x="22700" y="130797"/>
                  </a:lnTo>
                  <a:lnTo>
                    <a:pt x="22755" y="130101"/>
                  </a:lnTo>
                  <a:lnTo>
                    <a:pt x="23019" y="126725"/>
                  </a:lnTo>
                  <a:lnTo>
                    <a:pt x="22993" y="120395"/>
                  </a:lnTo>
                  <a:lnTo>
                    <a:pt x="22685" y="117543"/>
                  </a:lnTo>
                  <a:lnTo>
                    <a:pt x="22636" y="117093"/>
                  </a:lnTo>
                  <a:lnTo>
                    <a:pt x="22473" y="115657"/>
                  </a:lnTo>
                  <a:lnTo>
                    <a:pt x="22443" y="115464"/>
                  </a:lnTo>
                  <a:lnTo>
                    <a:pt x="21597" y="109973"/>
                  </a:lnTo>
                  <a:lnTo>
                    <a:pt x="20514" y="104227"/>
                  </a:lnTo>
                  <a:lnTo>
                    <a:pt x="20177" y="102824"/>
                  </a:lnTo>
                  <a:lnTo>
                    <a:pt x="18427" y="96049"/>
                  </a:lnTo>
                  <a:lnTo>
                    <a:pt x="17335" y="92891"/>
                  </a:lnTo>
                  <a:lnTo>
                    <a:pt x="8478" y="70641"/>
                  </a:lnTo>
                  <a:lnTo>
                    <a:pt x="1211" y="54801"/>
                  </a:lnTo>
                  <a:lnTo>
                    <a:pt x="897" y="54117"/>
                  </a:lnTo>
                  <a:lnTo>
                    <a:pt x="583" y="53433"/>
                  </a:lnTo>
                  <a:lnTo>
                    <a:pt x="230" y="52663"/>
                  </a:lnTo>
                  <a:lnTo>
                    <a:pt x="0" y="52168"/>
                  </a:lnTo>
                  <a:lnTo>
                    <a:pt x="207" y="52080"/>
                  </a:lnTo>
                  <a:lnTo>
                    <a:pt x="613" y="51911"/>
                  </a:lnTo>
                  <a:lnTo>
                    <a:pt x="984" y="51757"/>
                  </a:lnTo>
                  <a:lnTo>
                    <a:pt x="2736" y="51028"/>
                  </a:lnTo>
                  <a:lnTo>
                    <a:pt x="5440" y="49908"/>
                  </a:lnTo>
                  <a:lnTo>
                    <a:pt x="14710" y="46066"/>
                  </a:lnTo>
                  <a:lnTo>
                    <a:pt x="22256" y="42939"/>
                  </a:lnTo>
                  <a:lnTo>
                    <a:pt x="25845" y="41416"/>
                  </a:lnTo>
                  <a:lnTo>
                    <a:pt x="34843" y="37527"/>
                  </a:lnTo>
                  <a:lnTo>
                    <a:pt x="47886" y="31858"/>
                  </a:lnTo>
                  <a:lnTo>
                    <a:pt x="58822" y="27135"/>
                  </a:lnTo>
                  <a:lnTo>
                    <a:pt x="60457" y="26413"/>
                  </a:lnTo>
                  <a:lnTo>
                    <a:pt x="63192" y="25203"/>
                  </a:lnTo>
                  <a:lnTo>
                    <a:pt x="66879" y="23574"/>
                  </a:lnTo>
                  <a:lnTo>
                    <a:pt x="68975" y="22648"/>
                  </a:lnTo>
                  <a:lnTo>
                    <a:pt x="69412" y="22455"/>
                  </a:lnTo>
                  <a:lnTo>
                    <a:pt x="70483" y="21993"/>
                  </a:lnTo>
                  <a:lnTo>
                    <a:pt x="95312" y="11275"/>
                  </a:lnTo>
                  <a:lnTo>
                    <a:pt x="97355" y="10391"/>
                  </a:lnTo>
                  <a:lnTo>
                    <a:pt x="97666" y="10267"/>
                  </a:lnTo>
                  <a:lnTo>
                    <a:pt x="101875" y="8593"/>
                  </a:lnTo>
                  <a:lnTo>
                    <a:pt x="110455" y="5181"/>
                  </a:lnTo>
                  <a:lnTo>
                    <a:pt x="111907" y="4557"/>
                  </a:lnTo>
                  <a:lnTo>
                    <a:pt x="118726" y="1631"/>
                  </a:lnTo>
                  <a:lnTo>
                    <a:pt x="118928" y="1544"/>
                  </a:lnTo>
                  <a:lnTo>
                    <a:pt x="122428" y="0"/>
                  </a:lnTo>
                  <a:lnTo>
                    <a:pt x="122566" y="292"/>
                  </a:lnTo>
                  <a:lnTo>
                    <a:pt x="122778" y="746"/>
                  </a:lnTo>
                  <a:lnTo>
                    <a:pt x="122904" y="1017"/>
                  </a:lnTo>
                  <a:lnTo>
                    <a:pt x="127622" y="11143"/>
                  </a:lnTo>
                  <a:lnTo>
                    <a:pt x="130067" y="16391"/>
                  </a:lnTo>
                  <a:lnTo>
                    <a:pt x="136113" y="29368"/>
                  </a:lnTo>
                  <a:lnTo>
                    <a:pt x="138936" y="35426"/>
                  </a:lnTo>
                  <a:lnTo>
                    <a:pt x="139435" y="36497"/>
                  </a:lnTo>
                  <a:lnTo>
                    <a:pt x="142071" y="42141"/>
                  </a:lnTo>
                  <a:lnTo>
                    <a:pt x="148271" y="55411"/>
                  </a:lnTo>
                  <a:lnTo>
                    <a:pt x="155495" y="70874"/>
                  </a:lnTo>
                  <a:lnTo>
                    <a:pt x="161864" y="84985"/>
                  </a:lnTo>
                  <a:lnTo>
                    <a:pt x="162133" y="85580"/>
                  </a:lnTo>
                  <a:lnTo>
                    <a:pt x="163343" y="91399"/>
                  </a:lnTo>
                  <a:lnTo>
                    <a:pt x="163453" y="92017"/>
                  </a:lnTo>
                  <a:lnTo>
                    <a:pt x="160148" y="92363"/>
                  </a:lnTo>
                  <a:lnTo>
                    <a:pt x="155876" y="93912"/>
                  </a:lnTo>
                  <a:lnTo>
                    <a:pt x="147598" y="96956"/>
                  </a:lnTo>
                  <a:lnTo>
                    <a:pt x="141884" y="99092"/>
                  </a:lnTo>
                  <a:lnTo>
                    <a:pt x="135556" y="101468"/>
                  </a:lnTo>
                  <a:lnTo>
                    <a:pt x="124261" y="106061"/>
                  </a:lnTo>
                  <a:lnTo>
                    <a:pt x="109174" y="112336"/>
                  </a:lnTo>
                  <a:lnTo>
                    <a:pt x="96384" y="117436"/>
                  </a:lnTo>
                  <a:lnTo>
                    <a:pt x="77079" y="125032"/>
                  </a:lnTo>
                  <a:lnTo>
                    <a:pt x="66665" y="129038"/>
                  </a:lnTo>
                  <a:lnTo>
                    <a:pt x="64195" y="130239"/>
                  </a:lnTo>
                  <a:lnTo>
                    <a:pt x="62036" y="131775"/>
                  </a:lnTo>
                  <a:lnTo>
                    <a:pt x="60265" y="132880"/>
                  </a:lnTo>
                  <a:lnTo>
                    <a:pt x="59704" y="133334"/>
                  </a:lnTo>
                  <a:lnTo>
                    <a:pt x="59192" y="133749"/>
                  </a:lnTo>
                  <a:lnTo>
                    <a:pt x="59057" y="133858"/>
                  </a:lnTo>
                  <a:lnTo>
                    <a:pt x="54531" y="137264"/>
                  </a:lnTo>
                  <a:lnTo>
                    <a:pt x="53972" y="137684"/>
                  </a:lnTo>
                  <a:lnTo>
                    <a:pt x="53134" y="138315"/>
                  </a:lnTo>
                  <a:lnTo>
                    <a:pt x="51736" y="139485"/>
                  </a:lnTo>
                  <a:lnTo>
                    <a:pt x="47922" y="142677"/>
                  </a:lnTo>
                  <a:lnTo>
                    <a:pt x="47054" y="143399"/>
                  </a:lnTo>
                  <a:lnTo>
                    <a:pt x="44769" y="144959"/>
                  </a:lnTo>
                  <a:lnTo>
                    <a:pt x="42106" y="146445"/>
                  </a:lnTo>
                  <a:lnTo>
                    <a:pt x="39239" y="147880"/>
                  </a:lnTo>
                  <a:lnTo>
                    <a:pt x="37642" y="148615"/>
                  </a:lnTo>
                  <a:lnTo>
                    <a:pt x="36046" y="149349"/>
                  </a:lnTo>
                  <a:lnTo>
                    <a:pt x="33937" y="150207"/>
                  </a:lnTo>
                  <a:lnTo>
                    <a:pt x="28438" y="1525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3082941" y="3839779"/>
              <a:ext cx="114286" cy="113188"/>
            </a:xfrm>
            <a:custGeom>
              <a:avLst/>
              <a:pathLst>
                <a:path w="114286" h="113188">
                  <a:moveTo>
                    <a:pt x="49310" y="988"/>
                  </a:moveTo>
                  <a:lnTo>
                    <a:pt x="53807" y="11382"/>
                  </a:lnTo>
                  <a:lnTo>
                    <a:pt x="58912" y="9108"/>
                  </a:lnTo>
                  <a:lnTo>
                    <a:pt x="59070" y="9037"/>
                  </a:lnTo>
                  <a:lnTo>
                    <a:pt x="64008" y="20200"/>
                  </a:lnTo>
                  <a:lnTo>
                    <a:pt x="65107" y="22682"/>
                  </a:lnTo>
                  <a:lnTo>
                    <a:pt x="68109" y="29468"/>
                  </a:lnTo>
                  <a:lnTo>
                    <a:pt x="70060" y="33877"/>
                  </a:lnTo>
                  <a:lnTo>
                    <a:pt x="70241" y="34287"/>
                  </a:lnTo>
                  <a:lnTo>
                    <a:pt x="73901" y="32749"/>
                  </a:lnTo>
                  <a:lnTo>
                    <a:pt x="75183" y="32210"/>
                  </a:lnTo>
                  <a:lnTo>
                    <a:pt x="75560" y="32872"/>
                  </a:lnTo>
                  <a:lnTo>
                    <a:pt x="76189" y="33977"/>
                  </a:lnTo>
                  <a:lnTo>
                    <a:pt x="76672" y="35072"/>
                  </a:lnTo>
                  <a:lnTo>
                    <a:pt x="78250" y="38651"/>
                  </a:lnTo>
                  <a:lnTo>
                    <a:pt x="78310" y="38787"/>
                  </a:lnTo>
                  <a:lnTo>
                    <a:pt x="78602" y="39451"/>
                  </a:lnTo>
                  <a:lnTo>
                    <a:pt x="78745" y="39775"/>
                  </a:lnTo>
                  <a:lnTo>
                    <a:pt x="79157" y="40710"/>
                  </a:lnTo>
                  <a:lnTo>
                    <a:pt x="80107" y="42864"/>
                  </a:lnTo>
                  <a:lnTo>
                    <a:pt x="80984" y="44852"/>
                  </a:lnTo>
                  <a:lnTo>
                    <a:pt x="81378" y="45696"/>
                  </a:lnTo>
                  <a:lnTo>
                    <a:pt x="81709" y="46403"/>
                  </a:lnTo>
                  <a:lnTo>
                    <a:pt x="81787" y="46571"/>
                  </a:lnTo>
                  <a:lnTo>
                    <a:pt x="82006" y="47039"/>
                  </a:lnTo>
                  <a:lnTo>
                    <a:pt x="83387" y="49992"/>
                  </a:lnTo>
                  <a:lnTo>
                    <a:pt x="83513" y="50229"/>
                  </a:lnTo>
                  <a:lnTo>
                    <a:pt x="87137" y="57044"/>
                  </a:lnTo>
                  <a:lnTo>
                    <a:pt x="87280" y="57313"/>
                  </a:lnTo>
                  <a:lnTo>
                    <a:pt x="94395" y="53432"/>
                  </a:lnTo>
                  <a:lnTo>
                    <a:pt x="100188" y="50273"/>
                  </a:lnTo>
                  <a:lnTo>
                    <a:pt x="104201" y="62830"/>
                  </a:lnTo>
                  <a:lnTo>
                    <a:pt x="104451" y="63747"/>
                  </a:lnTo>
                  <a:lnTo>
                    <a:pt x="105686" y="68275"/>
                  </a:lnTo>
                  <a:lnTo>
                    <a:pt x="105781" y="68598"/>
                  </a:lnTo>
                  <a:lnTo>
                    <a:pt x="111602" y="88401"/>
                  </a:lnTo>
                  <a:lnTo>
                    <a:pt x="114100" y="97075"/>
                  </a:lnTo>
                  <a:lnTo>
                    <a:pt x="114180" y="97786"/>
                  </a:lnTo>
                  <a:lnTo>
                    <a:pt x="114286" y="98723"/>
                  </a:lnTo>
                  <a:lnTo>
                    <a:pt x="111667" y="99876"/>
                  </a:lnTo>
                  <a:lnTo>
                    <a:pt x="109048" y="101028"/>
                  </a:lnTo>
                  <a:lnTo>
                    <a:pt x="102873" y="103745"/>
                  </a:lnTo>
                  <a:lnTo>
                    <a:pt x="95859" y="106831"/>
                  </a:lnTo>
                  <a:lnTo>
                    <a:pt x="84055" y="108084"/>
                  </a:lnTo>
                  <a:lnTo>
                    <a:pt x="83482" y="108145"/>
                  </a:lnTo>
                  <a:lnTo>
                    <a:pt x="82497" y="108249"/>
                  </a:lnTo>
                  <a:lnTo>
                    <a:pt x="64780" y="110130"/>
                  </a:lnTo>
                  <a:lnTo>
                    <a:pt x="62162" y="110408"/>
                  </a:lnTo>
                  <a:lnTo>
                    <a:pt x="61834" y="110443"/>
                  </a:lnTo>
                  <a:lnTo>
                    <a:pt x="43211" y="112420"/>
                  </a:lnTo>
                  <a:lnTo>
                    <a:pt x="41024" y="113188"/>
                  </a:lnTo>
                  <a:lnTo>
                    <a:pt x="40899" y="112497"/>
                  </a:lnTo>
                  <a:lnTo>
                    <a:pt x="39704" y="106751"/>
                  </a:lnTo>
                  <a:lnTo>
                    <a:pt x="39436" y="106156"/>
                  </a:lnTo>
                  <a:lnTo>
                    <a:pt x="33066" y="92045"/>
                  </a:lnTo>
                  <a:lnTo>
                    <a:pt x="25842" y="76582"/>
                  </a:lnTo>
                  <a:lnTo>
                    <a:pt x="19642" y="63311"/>
                  </a:lnTo>
                  <a:lnTo>
                    <a:pt x="17006" y="57668"/>
                  </a:lnTo>
                  <a:lnTo>
                    <a:pt x="16507" y="56597"/>
                  </a:lnTo>
                  <a:lnTo>
                    <a:pt x="13684" y="50539"/>
                  </a:lnTo>
                  <a:lnTo>
                    <a:pt x="7638" y="37562"/>
                  </a:lnTo>
                  <a:lnTo>
                    <a:pt x="5193" y="32313"/>
                  </a:lnTo>
                  <a:lnTo>
                    <a:pt x="475" y="22188"/>
                  </a:lnTo>
                  <a:lnTo>
                    <a:pt x="349" y="21917"/>
                  </a:lnTo>
                  <a:lnTo>
                    <a:pt x="137" y="21463"/>
                  </a:lnTo>
                  <a:lnTo>
                    <a:pt x="0" y="21170"/>
                  </a:lnTo>
                  <a:lnTo>
                    <a:pt x="1568" y="20478"/>
                  </a:lnTo>
                  <a:lnTo>
                    <a:pt x="2027" y="20276"/>
                  </a:lnTo>
                  <a:lnTo>
                    <a:pt x="2189" y="20204"/>
                  </a:lnTo>
                  <a:lnTo>
                    <a:pt x="8626" y="17365"/>
                  </a:lnTo>
                  <a:lnTo>
                    <a:pt x="8989" y="17205"/>
                  </a:lnTo>
                  <a:lnTo>
                    <a:pt x="14713" y="14680"/>
                  </a:lnTo>
                  <a:lnTo>
                    <a:pt x="15055" y="14533"/>
                  </a:lnTo>
                  <a:lnTo>
                    <a:pt x="15241" y="14452"/>
                  </a:lnTo>
                  <a:lnTo>
                    <a:pt x="21690" y="11678"/>
                  </a:lnTo>
                  <a:lnTo>
                    <a:pt x="22249" y="11438"/>
                  </a:lnTo>
                  <a:lnTo>
                    <a:pt x="23781" y="10778"/>
                  </a:lnTo>
                  <a:lnTo>
                    <a:pt x="31194" y="7589"/>
                  </a:lnTo>
                  <a:lnTo>
                    <a:pt x="35597" y="5695"/>
                  </a:lnTo>
                  <a:lnTo>
                    <a:pt x="38822" y="4307"/>
                  </a:lnTo>
                  <a:lnTo>
                    <a:pt x="39314" y="4096"/>
                  </a:lnTo>
                  <a:lnTo>
                    <a:pt x="47898" y="407"/>
                  </a:lnTo>
                  <a:lnTo>
                    <a:pt x="48092" y="324"/>
                  </a:lnTo>
                  <a:lnTo>
                    <a:pt x="48846" y="0"/>
                  </a:lnTo>
                  <a:lnTo>
                    <a:pt x="49052" y="416"/>
                  </a:lnTo>
                  <a:lnTo>
                    <a:pt x="49133" y="58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3131788" y="3778602"/>
              <a:ext cx="163664" cy="159900"/>
            </a:xfrm>
            <a:custGeom>
              <a:avLst/>
              <a:pathLst>
                <a:path w="163664" h="159900">
                  <a:moveTo>
                    <a:pt x="114924" y="63145"/>
                  </a:moveTo>
                  <a:lnTo>
                    <a:pt x="118455" y="70242"/>
                  </a:lnTo>
                  <a:lnTo>
                    <a:pt x="118524" y="70380"/>
                  </a:lnTo>
                  <a:lnTo>
                    <a:pt x="119127" y="71593"/>
                  </a:lnTo>
                  <a:lnTo>
                    <a:pt x="119304" y="71948"/>
                  </a:lnTo>
                  <a:lnTo>
                    <a:pt x="121805" y="75394"/>
                  </a:lnTo>
                  <a:lnTo>
                    <a:pt x="125025" y="78970"/>
                  </a:lnTo>
                  <a:lnTo>
                    <a:pt x="129775" y="82880"/>
                  </a:lnTo>
                  <a:lnTo>
                    <a:pt x="132654" y="85357"/>
                  </a:lnTo>
                  <a:lnTo>
                    <a:pt x="133106" y="85745"/>
                  </a:lnTo>
                  <a:lnTo>
                    <a:pt x="134487" y="86933"/>
                  </a:lnTo>
                  <a:lnTo>
                    <a:pt x="135806" y="88394"/>
                  </a:lnTo>
                  <a:lnTo>
                    <a:pt x="151686" y="116950"/>
                  </a:lnTo>
                  <a:lnTo>
                    <a:pt x="151361" y="117117"/>
                  </a:lnTo>
                  <a:lnTo>
                    <a:pt x="150322" y="117652"/>
                  </a:lnTo>
                  <a:lnTo>
                    <a:pt x="131527" y="127316"/>
                  </a:lnTo>
                  <a:lnTo>
                    <a:pt x="127599" y="129336"/>
                  </a:lnTo>
                  <a:lnTo>
                    <a:pt x="125964" y="130176"/>
                  </a:lnTo>
                  <a:lnTo>
                    <a:pt x="118006" y="134268"/>
                  </a:lnTo>
                  <a:lnTo>
                    <a:pt x="108726" y="139040"/>
                  </a:lnTo>
                  <a:lnTo>
                    <a:pt x="106666" y="140100"/>
                  </a:lnTo>
                  <a:lnTo>
                    <a:pt x="95298" y="145945"/>
                  </a:lnTo>
                  <a:lnTo>
                    <a:pt x="92797" y="147231"/>
                  </a:lnTo>
                  <a:lnTo>
                    <a:pt x="85323" y="151074"/>
                  </a:lnTo>
                  <a:lnTo>
                    <a:pt x="84273" y="151614"/>
                  </a:lnTo>
                  <a:lnTo>
                    <a:pt x="76204" y="155164"/>
                  </a:lnTo>
                  <a:lnTo>
                    <a:pt x="74149" y="156068"/>
                  </a:lnTo>
                  <a:lnTo>
                    <a:pt x="73246" y="156465"/>
                  </a:lnTo>
                  <a:lnTo>
                    <a:pt x="72337" y="156865"/>
                  </a:lnTo>
                  <a:lnTo>
                    <a:pt x="72094" y="156972"/>
                  </a:lnTo>
                  <a:lnTo>
                    <a:pt x="71370" y="157291"/>
                  </a:lnTo>
                  <a:lnTo>
                    <a:pt x="69829" y="157969"/>
                  </a:lnTo>
                  <a:lnTo>
                    <a:pt x="68644" y="158490"/>
                  </a:lnTo>
                  <a:lnTo>
                    <a:pt x="68431" y="158584"/>
                  </a:lnTo>
                  <a:lnTo>
                    <a:pt x="65439" y="159900"/>
                  </a:lnTo>
                  <a:lnTo>
                    <a:pt x="65333" y="158963"/>
                  </a:lnTo>
                  <a:lnTo>
                    <a:pt x="65253" y="158252"/>
                  </a:lnTo>
                  <a:lnTo>
                    <a:pt x="62755" y="149578"/>
                  </a:lnTo>
                  <a:lnTo>
                    <a:pt x="56934" y="129775"/>
                  </a:lnTo>
                  <a:lnTo>
                    <a:pt x="56839" y="129452"/>
                  </a:lnTo>
                  <a:lnTo>
                    <a:pt x="55604" y="124924"/>
                  </a:lnTo>
                  <a:lnTo>
                    <a:pt x="55354" y="124007"/>
                  </a:lnTo>
                  <a:lnTo>
                    <a:pt x="51250" y="111500"/>
                  </a:lnTo>
                  <a:lnTo>
                    <a:pt x="45548" y="114609"/>
                  </a:lnTo>
                  <a:lnTo>
                    <a:pt x="38433" y="118490"/>
                  </a:lnTo>
                  <a:lnTo>
                    <a:pt x="38290" y="118221"/>
                  </a:lnTo>
                  <a:lnTo>
                    <a:pt x="34666" y="111406"/>
                  </a:lnTo>
                  <a:lnTo>
                    <a:pt x="34540" y="111169"/>
                  </a:lnTo>
                  <a:lnTo>
                    <a:pt x="33159" y="108216"/>
                  </a:lnTo>
                  <a:lnTo>
                    <a:pt x="32940" y="107748"/>
                  </a:lnTo>
                  <a:lnTo>
                    <a:pt x="32862" y="107580"/>
                  </a:lnTo>
                  <a:lnTo>
                    <a:pt x="32531" y="106873"/>
                  </a:lnTo>
                  <a:lnTo>
                    <a:pt x="32137" y="106029"/>
                  </a:lnTo>
                  <a:lnTo>
                    <a:pt x="31260" y="104041"/>
                  </a:lnTo>
                  <a:lnTo>
                    <a:pt x="30311" y="101887"/>
                  </a:lnTo>
                  <a:lnTo>
                    <a:pt x="29898" y="100952"/>
                  </a:lnTo>
                  <a:lnTo>
                    <a:pt x="29755" y="100628"/>
                  </a:lnTo>
                  <a:lnTo>
                    <a:pt x="29463" y="99964"/>
                  </a:lnTo>
                  <a:lnTo>
                    <a:pt x="29403" y="99828"/>
                  </a:lnTo>
                  <a:lnTo>
                    <a:pt x="27825" y="96249"/>
                  </a:lnTo>
                  <a:lnTo>
                    <a:pt x="27342" y="95154"/>
                  </a:lnTo>
                  <a:lnTo>
                    <a:pt x="26713" y="94049"/>
                  </a:lnTo>
                  <a:lnTo>
                    <a:pt x="26234" y="93430"/>
                  </a:lnTo>
                  <a:lnTo>
                    <a:pt x="25054" y="93926"/>
                  </a:lnTo>
                  <a:lnTo>
                    <a:pt x="21365" y="95398"/>
                  </a:lnTo>
                  <a:lnTo>
                    <a:pt x="21213" y="95054"/>
                  </a:lnTo>
                  <a:lnTo>
                    <a:pt x="19262" y="90645"/>
                  </a:lnTo>
                  <a:lnTo>
                    <a:pt x="16260" y="83859"/>
                  </a:lnTo>
                  <a:lnTo>
                    <a:pt x="15161" y="81377"/>
                  </a:lnTo>
                  <a:lnTo>
                    <a:pt x="10223" y="70214"/>
                  </a:lnTo>
                  <a:lnTo>
                    <a:pt x="10065" y="70285"/>
                  </a:lnTo>
                  <a:lnTo>
                    <a:pt x="4961" y="72559"/>
                  </a:lnTo>
                  <a:lnTo>
                    <a:pt x="463" y="62166"/>
                  </a:lnTo>
                  <a:lnTo>
                    <a:pt x="286" y="61757"/>
                  </a:lnTo>
                  <a:lnTo>
                    <a:pt x="205" y="61593"/>
                  </a:lnTo>
                  <a:lnTo>
                    <a:pt x="0" y="61177"/>
                  </a:lnTo>
                  <a:lnTo>
                    <a:pt x="2140" y="60257"/>
                  </a:lnTo>
                  <a:lnTo>
                    <a:pt x="2462" y="60118"/>
                  </a:lnTo>
                  <a:lnTo>
                    <a:pt x="7730" y="57854"/>
                  </a:lnTo>
                  <a:lnTo>
                    <a:pt x="8306" y="57607"/>
                  </a:lnTo>
                  <a:lnTo>
                    <a:pt x="20523" y="52356"/>
                  </a:lnTo>
                  <a:lnTo>
                    <a:pt x="24906" y="50591"/>
                  </a:lnTo>
                  <a:lnTo>
                    <a:pt x="25716" y="50265"/>
                  </a:lnTo>
                  <a:lnTo>
                    <a:pt x="38478" y="45127"/>
                  </a:lnTo>
                  <a:lnTo>
                    <a:pt x="42134" y="43666"/>
                  </a:lnTo>
                  <a:lnTo>
                    <a:pt x="42495" y="43522"/>
                  </a:lnTo>
                  <a:lnTo>
                    <a:pt x="42809" y="43396"/>
                  </a:lnTo>
                  <a:lnTo>
                    <a:pt x="43005" y="43318"/>
                  </a:lnTo>
                  <a:lnTo>
                    <a:pt x="49595" y="40686"/>
                  </a:lnTo>
                  <a:lnTo>
                    <a:pt x="50893" y="40167"/>
                  </a:lnTo>
                  <a:lnTo>
                    <a:pt x="52546" y="39506"/>
                  </a:lnTo>
                  <a:lnTo>
                    <a:pt x="71295" y="32158"/>
                  </a:lnTo>
                  <a:lnTo>
                    <a:pt x="72694" y="31609"/>
                  </a:lnTo>
                  <a:lnTo>
                    <a:pt x="72950" y="31508"/>
                  </a:lnTo>
                  <a:lnTo>
                    <a:pt x="76829" y="29978"/>
                  </a:lnTo>
                  <a:lnTo>
                    <a:pt x="91640" y="24134"/>
                  </a:lnTo>
                  <a:lnTo>
                    <a:pt x="92277" y="23883"/>
                  </a:lnTo>
                  <a:lnTo>
                    <a:pt x="92869" y="23649"/>
                  </a:lnTo>
                  <a:lnTo>
                    <a:pt x="94591" y="22964"/>
                  </a:lnTo>
                  <a:lnTo>
                    <a:pt x="103303" y="19472"/>
                  </a:lnTo>
                  <a:lnTo>
                    <a:pt x="104497" y="18993"/>
                  </a:lnTo>
                  <a:lnTo>
                    <a:pt x="106227" y="18300"/>
                  </a:lnTo>
                  <a:lnTo>
                    <a:pt x="107701" y="17710"/>
                  </a:lnTo>
                  <a:lnTo>
                    <a:pt x="118718" y="13306"/>
                  </a:lnTo>
                  <a:lnTo>
                    <a:pt x="119277" y="13078"/>
                  </a:lnTo>
                  <a:lnTo>
                    <a:pt x="124988" y="10754"/>
                  </a:lnTo>
                  <a:lnTo>
                    <a:pt x="129597" y="8894"/>
                  </a:lnTo>
                  <a:lnTo>
                    <a:pt x="131061" y="8303"/>
                  </a:lnTo>
                  <a:lnTo>
                    <a:pt x="135605" y="6538"/>
                  </a:lnTo>
                  <a:lnTo>
                    <a:pt x="137239" y="5900"/>
                  </a:lnTo>
                  <a:lnTo>
                    <a:pt x="139912" y="4856"/>
                  </a:lnTo>
                  <a:lnTo>
                    <a:pt x="146092" y="2426"/>
                  </a:lnTo>
                  <a:lnTo>
                    <a:pt x="151670" y="225"/>
                  </a:lnTo>
                  <a:lnTo>
                    <a:pt x="152231" y="0"/>
                  </a:lnTo>
                  <a:lnTo>
                    <a:pt x="152337" y="283"/>
                  </a:lnTo>
                  <a:lnTo>
                    <a:pt x="152410" y="521"/>
                  </a:lnTo>
                  <a:lnTo>
                    <a:pt x="152752" y="1453"/>
                  </a:lnTo>
                  <a:lnTo>
                    <a:pt x="154815" y="7068"/>
                  </a:lnTo>
                  <a:lnTo>
                    <a:pt x="155124" y="7909"/>
                  </a:lnTo>
                  <a:lnTo>
                    <a:pt x="156606" y="11945"/>
                  </a:lnTo>
                  <a:lnTo>
                    <a:pt x="156721" y="12258"/>
                  </a:lnTo>
                  <a:lnTo>
                    <a:pt x="160091" y="21432"/>
                  </a:lnTo>
                  <a:lnTo>
                    <a:pt x="160880" y="23580"/>
                  </a:lnTo>
                  <a:lnTo>
                    <a:pt x="161358" y="24881"/>
                  </a:lnTo>
                  <a:lnTo>
                    <a:pt x="162322" y="27506"/>
                  </a:lnTo>
                  <a:lnTo>
                    <a:pt x="163578" y="30926"/>
                  </a:lnTo>
                  <a:lnTo>
                    <a:pt x="163664" y="31185"/>
                  </a:lnTo>
                  <a:lnTo>
                    <a:pt x="163111" y="31409"/>
                  </a:lnTo>
                  <a:lnTo>
                    <a:pt x="162383" y="31705"/>
                  </a:lnTo>
                  <a:lnTo>
                    <a:pt x="162095" y="31819"/>
                  </a:lnTo>
                  <a:lnTo>
                    <a:pt x="161613" y="32008"/>
                  </a:lnTo>
                  <a:lnTo>
                    <a:pt x="158434" y="33262"/>
                  </a:lnTo>
                  <a:lnTo>
                    <a:pt x="136911" y="41753"/>
                  </a:lnTo>
                  <a:lnTo>
                    <a:pt x="122979" y="47249"/>
                  </a:lnTo>
                  <a:lnTo>
                    <a:pt x="111740" y="51682"/>
                  </a:lnTo>
                  <a:lnTo>
                    <a:pt x="110682" y="52100"/>
                  </a:lnTo>
                  <a:lnTo>
                    <a:pt x="109635" y="52513"/>
                  </a:lnTo>
                  <a:lnTo>
                    <a:pt x="109844" y="52934"/>
                  </a:lnTo>
                  <a:lnTo>
                    <a:pt x="110083" y="53413"/>
                  </a:lnTo>
                  <a:lnTo>
                    <a:pt x="111268" y="557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3241423" y="3809787"/>
              <a:ext cx="97502" cy="128530"/>
            </a:xfrm>
            <a:custGeom>
              <a:avLst/>
              <a:pathLst>
                <a:path w="97502" h="128530">
                  <a:moveTo>
                    <a:pt x="74322" y="41237"/>
                  </a:moveTo>
                  <a:lnTo>
                    <a:pt x="75387" y="41497"/>
                  </a:lnTo>
                  <a:lnTo>
                    <a:pt x="76573" y="41390"/>
                  </a:lnTo>
                  <a:lnTo>
                    <a:pt x="78738" y="40914"/>
                  </a:lnTo>
                  <a:lnTo>
                    <a:pt x="79729" y="40672"/>
                  </a:lnTo>
                  <a:lnTo>
                    <a:pt x="80139" y="40610"/>
                  </a:lnTo>
                  <a:lnTo>
                    <a:pt x="80746" y="40708"/>
                  </a:lnTo>
                  <a:lnTo>
                    <a:pt x="81307" y="40861"/>
                  </a:lnTo>
                  <a:lnTo>
                    <a:pt x="81933" y="41160"/>
                  </a:lnTo>
                  <a:lnTo>
                    <a:pt x="82576" y="41636"/>
                  </a:lnTo>
                  <a:lnTo>
                    <a:pt x="83317" y="42332"/>
                  </a:lnTo>
                  <a:lnTo>
                    <a:pt x="83559" y="42691"/>
                  </a:lnTo>
                  <a:lnTo>
                    <a:pt x="83783" y="43129"/>
                  </a:lnTo>
                  <a:lnTo>
                    <a:pt x="83894" y="43755"/>
                  </a:lnTo>
                  <a:lnTo>
                    <a:pt x="83990" y="44229"/>
                  </a:lnTo>
                  <a:lnTo>
                    <a:pt x="84085" y="44748"/>
                  </a:lnTo>
                  <a:lnTo>
                    <a:pt x="84273" y="44850"/>
                  </a:lnTo>
                  <a:lnTo>
                    <a:pt x="84695" y="45080"/>
                  </a:lnTo>
                  <a:lnTo>
                    <a:pt x="86340" y="45977"/>
                  </a:lnTo>
                  <a:lnTo>
                    <a:pt x="86471" y="46048"/>
                  </a:lnTo>
                  <a:lnTo>
                    <a:pt x="88875" y="47359"/>
                  </a:lnTo>
                  <a:lnTo>
                    <a:pt x="89516" y="47708"/>
                  </a:lnTo>
                  <a:lnTo>
                    <a:pt x="89675" y="47795"/>
                  </a:lnTo>
                  <a:lnTo>
                    <a:pt x="91673" y="48884"/>
                  </a:lnTo>
                  <a:lnTo>
                    <a:pt x="92609" y="49394"/>
                  </a:lnTo>
                  <a:lnTo>
                    <a:pt x="93579" y="49832"/>
                  </a:lnTo>
                  <a:lnTo>
                    <a:pt x="95379" y="50644"/>
                  </a:lnTo>
                  <a:lnTo>
                    <a:pt x="97502" y="51486"/>
                  </a:lnTo>
                  <a:lnTo>
                    <a:pt x="97474" y="51663"/>
                  </a:lnTo>
                  <a:lnTo>
                    <a:pt x="96455" y="57785"/>
                  </a:lnTo>
                  <a:lnTo>
                    <a:pt x="95695" y="57575"/>
                  </a:lnTo>
                  <a:lnTo>
                    <a:pt x="94373" y="57064"/>
                  </a:lnTo>
                  <a:lnTo>
                    <a:pt x="94127" y="56970"/>
                  </a:lnTo>
                  <a:lnTo>
                    <a:pt x="91336" y="55893"/>
                  </a:lnTo>
                  <a:lnTo>
                    <a:pt x="91232" y="56971"/>
                  </a:lnTo>
                  <a:lnTo>
                    <a:pt x="91087" y="59968"/>
                  </a:lnTo>
                  <a:lnTo>
                    <a:pt x="91011" y="61555"/>
                  </a:lnTo>
                  <a:lnTo>
                    <a:pt x="90700" y="67002"/>
                  </a:lnTo>
                  <a:lnTo>
                    <a:pt x="90641" y="68036"/>
                  </a:lnTo>
                  <a:lnTo>
                    <a:pt x="90466" y="71120"/>
                  </a:lnTo>
                  <a:lnTo>
                    <a:pt x="90380" y="72938"/>
                  </a:lnTo>
                  <a:lnTo>
                    <a:pt x="90335" y="73901"/>
                  </a:lnTo>
                  <a:lnTo>
                    <a:pt x="90098" y="78918"/>
                  </a:lnTo>
                  <a:lnTo>
                    <a:pt x="90027" y="80430"/>
                  </a:lnTo>
                  <a:lnTo>
                    <a:pt x="89985" y="81309"/>
                  </a:lnTo>
                  <a:lnTo>
                    <a:pt x="89838" y="84131"/>
                  </a:lnTo>
                  <a:lnTo>
                    <a:pt x="89822" y="84437"/>
                  </a:lnTo>
                  <a:lnTo>
                    <a:pt x="89774" y="85370"/>
                  </a:lnTo>
                  <a:lnTo>
                    <a:pt x="89278" y="94893"/>
                  </a:lnTo>
                  <a:lnTo>
                    <a:pt x="90856" y="94636"/>
                  </a:lnTo>
                  <a:lnTo>
                    <a:pt x="94336" y="94659"/>
                  </a:lnTo>
                  <a:lnTo>
                    <a:pt x="94769" y="94633"/>
                  </a:lnTo>
                  <a:lnTo>
                    <a:pt x="94471" y="99971"/>
                  </a:lnTo>
                  <a:lnTo>
                    <a:pt x="94047" y="100030"/>
                  </a:lnTo>
                  <a:lnTo>
                    <a:pt x="90971" y="100148"/>
                  </a:lnTo>
                  <a:lnTo>
                    <a:pt x="89365" y="100400"/>
                  </a:lnTo>
                  <a:lnTo>
                    <a:pt x="88433" y="116928"/>
                  </a:lnTo>
                  <a:lnTo>
                    <a:pt x="88416" y="117226"/>
                  </a:lnTo>
                  <a:lnTo>
                    <a:pt x="88016" y="117347"/>
                  </a:lnTo>
                  <a:lnTo>
                    <a:pt x="87230" y="117690"/>
                  </a:lnTo>
                  <a:lnTo>
                    <a:pt x="86444" y="118033"/>
                  </a:lnTo>
                  <a:lnTo>
                    <a:pt x="71908" y="126225"/>
                  </a:lnTo>
                  <a:lnTo>
                    <a:pt x="69942" y="127333"/>
                  </a:lnTo>
                  <a:lnTo>
                    <a:pt x="69605" y="127523"/>
                  </a:lnTo>
                  <a:lnTo>
                    <a:pt x="68175" y="128329"/>
                  </a:lnTo>
                  <a:lnTo>
                    <a:pt x="67728" y="128530"/>
                  </a:lnTo>
                  <a:lnTo>
                    <a:pt x="67580" y="128281"/>
                  </a:lnTo>
                  <a:lnTo>
                    <a:pt x="67086" y="127449"/>
                  </a:lnTo>
                  <a:lnTo>
                    <a:pt x="63821" y="121944"/>
                  </a:lnTo>
                  <a:lnTo>
                    <a:pt x="63734" y="121798"/>
                  </a:lnTo>
                  <a:lnTo>
                    <a:pt x="61736" y="118430"/>
                  </a:lnTo>
                  <a:lnTo>
                    <a:pt x="61432" y="117917"/>
                  </a:lnTo>
                  <a:lnTo>
                    <a:pt x="60282" y="115979"/>
                  </a:lnTo>
                  <a:lnTo>
                    <a:pt x="60169" y="115788"/>
                  </a:lnTo>
                  <a:lnTo>
                    <a:pt x="58305" y="112645"/>
                  </a:lnTo>
                  <a:lnTo>
                    <a:pt x="58159" y="112399"/>
                  </a:lnTo>
                  <a:lnTo>
                    <a:pt x="55564" y="108025"/>
                  </a:lnTo>
                  <a:lnTo>
                    <a:pt x="55433" y="107804"/>
                  </a:lnTo>
                  <a:lnTo>
                    <a:pt x="55138" y="107307"/>
                  </a:lnTo>
                  <a:lnTo>
                    <a:pt x="54562" y="106337"/>
                  </a:lnTo>
                  <a:lnTo>
                    <a:pt x="48643" y="96358"/>
                  </a:lnTo>
                  <a:lnTo>
                    <a:pt x="48458" y="96061"/>
                  </a:lnTo>
                  <a:lnTo>
                    <a:pt x="48340" y="95872"/>
                  </a:lnTo>
                  <a:lnTo>
                    <a:pt x="47988" y="95306"/>
                  </a:lnTo>
                  <a:lnTo>
                    <a:pt x="47546" y="94596"/>
                  </a:lnTo>
                  <a:lnTo>
                    <a:pt x="44606" y="89871"/>
                  </a:lnTo>
                  <a:lnTo>
                    <a:pt x="43844" y="88646"/>
                  </a:lnTo>
                  <a:lnTo>
                    <a:pt x="42694" y="86797"/>
                  </a:lnTo>
                  <a:lnTo>
                    <a:pt x="42565" y="86590"/>
                  </a:lnTo>
                  <a:lnTo>
                    <a:pt x="42051" y="85764"/>
                  </a:lnTo>
                  <a:lnTo>
                    <a:pt x="26171" y="57209"/>
                  </a:lnTo>
                  <a:lnTo>
                    <a:pt x="24852" y="55748"/>
                  </a:lnTo>
                  <a:lnTo>
                    <a:pt x="23470" y="54560"/>
                  </a:lnTo>
                  <a:lnTo>
                    <a:pt x="23019" y="54171"/>
                  </a:lnTo>
                  <a:lnTo>
                    <a:pt x="20140" y="51695"/>
                  </a:lnTo>
                  <a:lnTo>
                    <a:pt x="15390" y="47785"/>
                  </a:lnTo>
                  <a:lnTo>
                    <a:pt x="12170" y="44208"/>
                  </a:lnTo>
                  <a:lnTo>
                    <a:pt x="9668" y="40762"/>
                  </a:lnTo>
                  <a:lnTo>
                    <a:pt x="9492" y="40407"/>
                  </a:lnTo>
                  <a:lnTo>
                    <a:pt x="8889" y="39194"/>
                  </a:lnTo>
                  <a:lnTo>
                    <a:pt x="8820" y="39056"/>
                  </a:lnTo>
                  <a:lnTo>
                    <a:pt x="5289" y="31959"/>
                  </a:lnTo>
                  <a:lnTo>
                    <a:pt x="1633" y="24610"/>
                  </a:lnTo>
                  <a:lnTo>
                    <a:pt x="447" y="22227"/>
                  </a:lnTo>
                  <a:lnTo>
                    <a:pt x="209" y="21749"/>
                  </a:lnTo>
                  <a:lnTo>
                    <a:pt x="0" y="21327"/>
                  </a:lnTo>
                  <a:lnTo>
                    <a:pt x="1047" y="20914"/>
                  </a:lnTo>
                  <a:lnTo>
                    <a:pt x="2105" y="20496"/>
                  </a:lnTo>
                  <a:lnTo>
                    <a:pt x="13344" y="16063"/>
                  </a:lnTo>
                  <a:lnTo>
                    <a:pt x="27276" y="10567"/>
                  </a:lnTo>
                  <a:lnTo>
                    <a:pt x="48799" y="2077"/>
                  </a:lnTo>
                  <a:lnTo>
                    <a:pt x="51978" y="823"/>
                  </a:lnTo>
                  <a:lnTo>
                    <a:pt x="52460" y="633"/>
                  </a:lnTo>
                  <a:lnTo>
                    <a:pt x="52748" y="519"/>
                  </a:lnTo>
                  <a:lnTo>
                    <a:pt x="53597" y="175"/>
                  </a:lnTo>
                  <a:lnTo>
                    <a:pt x="54029" y="0"/>
                  </a:lnTo>
                  <a:lnTo>
                    <a:pt x="54211" y="550"/>
                  </a:lnTo>
                  <a:lnTo>
                    <a:pt x="56724" y="8150"/>
                  </a:lnTo>
                  <a:lnTo>
                    <a:pt x="56904" y="8695"/>
                  </a:lnTo>
                  <a:lnTo>
                    <a:pt x="59540" y="16010"/>
                  </a:lnTo>
                  <a:lnTo>
                    <a:pt x="60208" y="17864"/>
                  </a:lnTo>
                  <a:lnTo>
                    <a:pt x="60950" y="19923"/>
                  </a:lnTo>
                  <a:lnTo>
                    <a:pt x="61925" y="22888"/>
                  </a:lnTo>
                  <a:lnTo>
                    <a:pt x="63788" y="28555"/>
                  </a:lnTo>
                  <a:lnTo>
                    <a:pt x="64450" y="30387"/>
                  </a:lnTo>
                  <a:lnTo>
                    <a:pt x="65259" y="32368"/>
                  </a:lnTo>
                  <a:lnTo>
                    <a:pt x="66202" y="33959"/>
                  </a:lnTo>
                  <a:lnTo>
                    <a:pt x="67685" y="36047"/>
                  </a:lnTo>
                  <a:lnTo>
                    <a:pt x="68788" y="37289"/>
                  </a:lnTo>
                  <a:lnTo>
                    <a:pt x="71123" y="39321"/>
                  </a:lnTo>
                  <a:lnTo>
                    <a:pt x="73204" y="40705"/>
                  </a:lnTo>
                  <a:lnTo>
                    <a:pt x="73783" y="410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3309151" y="3840905"/>
              <a:ext cx="113999" cy="147077"/>
            </a:xfrm>
            <a:custGeom>
              <a:avLst/>
              <a:pathLst>
                <a:path w="113999" h="147077">
                  <a:moveTo>
                    <a:pt x="33634" y="21199"/>
                  </a:moveTo>
                  <a:lnTo>
                    <a:pt x="34750" y="21319"/>
                  </a:lnTo>
                  <a:lnTo>
                    <a:pt x="35189" y="21347"/>
                  </a:lnTo>
                  <a:lnTo>
                    <a:pt x="40082" y="21660"/>
                  </a:lnTo>
                  <a:lnTo>
                    <a:pt x="40753" y="21702"/>
                  </a:lnTo>
                  <a:lnTo>
                    <a:pt x="43253" y="21858"/>
                  </a:lnTo>
                  <a:lnTo>
                    <a:pt x="45722" y="22013"/>
                  </a:lnTo>
                  <a:lnTo>
                    <a:pt x="46949" y="22090"/>
                  </a:lnTo>
                  <a:lnTo>
                    <a:pt x="47703" y="22137"/>
                  </a:lnTo>
                  <a:lnTo>
                    <a:pt x="48837" y="22208"/>
                  </a:lnTo>
                  <a:lnTo>
                    <a:pt x="49300" y="22237"/>
                  </a:lnTo>
                  <a:lnTo>
                    <a:pt x="49517" y="18223"/>
                  </a:lnTo>
                  <a:lnTo>
                    <a:pt x="49689" y="15051"/>
                  </a:lnTo>
                  <a:lnTo>
                    <a:pt x="49826" y="12510"/>
                  </a:lnTo>
                  <a:lnTo>
                    <a:pt x="49818" y="12254"/>
                  </a:lnTo>
                  <a:lnTo>
                    <a:pt x="49774" y="10982"/>
                  </a:lnTo>
                  <a:lnTo>
                    <a:pt x="49712" y="9155"/>
                  </a:lnTo>
                  <a:lnTo>
                    <a:pt x="49695" y="8636"/>
                  </a:lnTo>
                  <a:lnTo>
                    <a:pt x="49584" y="7296"/>
                  </a:lnTo>
                  <a:lnTo>
                    <a:pt x="49359" y="6852"/>
                  </a:lnTo>
                  <a:lnTo>
                    <a:pt x="49434" y="5870"/>
                  </a:lnTo>
                  <a:lnTo>
                    <a:pt x="49619" y="4706"/>
                  </a:lnTo>
                  <a:lnTo>
                    <a:pt x="49686" y="4287"/>
                  </a:lnTo>
                  <a:lnTo>
                    <a:pt x="49723" y="3801"/>
                  </a:lnTo>
                  <a:lnTo>
                    <a:pt x="49812" y="2641"/>
                  </a:lnTo>
                  <a:lnTo>
                    <a:pt x="49695" y="1225"/>
                  </a:lnTo>
                  <a:lnTo>
                    <a:pt x="49691" y="858"/>
                  </a:lnTo>
                  <a:lnTo>
                    <a:pt x="49914" y="478"/>
                  </a:lnTo>
                  <a:lnTo>
                    <a:pt x="50625" y="607"/>
                  </a:lnTo>
                  <a:lnTo>
                    <a:pt x="51127" y="637"/>
                  </a:lnTo>
                  <a:lnTo>
                    <a:pt x="51320" y="366"/>
                  </a:lnTo>
                  <a:lnTo>
                    <a:pt x="51583" y="0"/>
                  </a:lnTo>
                  <a:lnTo>
                    <a:pt x="52705" y="333"/>
                  </a:lnTo>
                  <a:lnTo>
                    <a:pt x="54231" y="996"/>
                  </a:lnTo>
                  <a:lnTo>
                    <a:pt x="55315" y="1530"/>
                  </a:lnTo>
                  <a:lnTo>
                    <a:pt x="56787" y="1254"/>
                  </a:lnTo>
                  <a:lnTo>
                    <a:pt x="58103" y="1720"/>
                  </a:lnTo>
                  <a:lnTo>
                    <a:pt x="59377" y="4644"/>
                  </a:lnTo>
                  <a:lnTo>
                    <a:pt x="59712" y="7577"/>
                  </a:lnTo>
                  <a:lnTo>
                    <a:pt x="59791" y="8263"/>
                  </a:lnTo>
                  <a:lnTo>
                    <a:pt x="69856" y="12811"/>
                  </a:lnTo>
                  <a:lnTo>
                    <a:pt x="72486" y="12071"/>
                  </a:lnTo>
                  <a:lnTo>
                    <a:pt x="74163" y="12083"/>
                  </a:lnTo>
                  <a:lnTo>
                    <a:pt x="77164" y="15606"/>
                  </a:lnTo>
                  <a:lnTo>
                    <a:pt x="78366" y="18996"/>
                  </a:lnTo>
                  <a:lnTo>
                    <a:pt x="77415" y="20751"/>
                  </a:lnTo>
                  <a:lnTo>
                    <a:pt x="77945" y="23177"/>
                  </a:lnTo>
                  <a:lnTo>
                    <a:pt x="83095" y="26442"/>
                  </a:lnTo>
                  <a:lnTo>
                    <a:pt x="95029" y="24266"/>
                  </a:lnTo>
                  <a:lnTo>
                    <a:pt x="97386" y="25621"/>
                  </a:lnTo>
                  <a:lnTo>
                    <a:pt x="99880" y="29784"/>
                  </a:lnTo>
                  <a:lnTo>
                    <a:pt x="98959" y="34326"/>
                  </a:lnTo>
                  <a:lnTo>
                    <a:pt x="95138" y="37437"/>
                  </a:lnTo>
                  <a:lnTo>
                    <a:pt x="92038" y="42609"/>
                  </a:lnTo>
                  <a:lnTo>
                    <a:pt x="93219" y="45591"/>
                  </a:lnTo>
                  <a:lnTo>
                    <a:pt x="93172" y="52945"/>
                  </a:lnTo>
                  <a:lnTo>
                    <a:pt x="95105" y="56211"/>
                  </a:lnTo>
                  <a:lnTo>
                    <a:pt x="94034" y="59915"/>
                  </a:lnTo>
                  <a:lnTo>
                    <a:pt x="99452" y="66010"/>
                  </a:lnTo>
                  <a:lnTo>
                    <a:pt x="99156" y="71725"/>
                  </a:lnTo>
                  <a:lnTo>
                    <a:pt x="94471" y="76908"/>
                  </a:lnTo>
                  <a:lnTo>
                    <a:pt x="85237" y="79944"/>
                  </a:lnTo>
                  <a:lnTo>
                    <a:pt x="86428" y="83071"/>
                  </a:lnTo>
                  <a:lnTo>
                    <a:pt x="86847" y="84172"/>
                  </a:lnTo>
                  <a:lnTo>
                    <a:pt x="88134" y="85002"/>
                  </a:lnTo>
                  <a:lnTo>
                    <a:pt x="89258" y="85662"/>
                  </a:lnTo>
                  <a:lnTo>
                    <a:pt x="90363" y="86395"/>
                  </a:lnTo>
                  <a:lnTo>
                    <a:pt x="90446" y="86558"/>
                  </a:lnTo>
                  <a:lnTo>
                    <a:pt x="90964" y="87584"/>
                  </a:lnTo>
                  <a:lnTo>
                    <a:pt x="91577" y="88270"/>
                  </a:lnTo>
                  <a:lnTo>
                    <a:pt x="92189" y="88955"/>
                  </a:lnTo>
                  <a:lnTo>
                    <a:pt x="93377" y="89422"/>
                  </a:lnTo>
                  <a:lnTo>
                    <a:pt x="94223" y="89735"/>
                  </a:lnTo>
                  <a:lnTo>
                    <a:pt x="94910" y="90332"/>
                  </a:lnTo>
                  <a:lnTo>
                    <a:pt x="95544" y="91086"/>
                  </a:lnTo>
                  <a:lnTo>
                    <a:pt x="96324" y="92286"/>
                  </a:lnTo>
                  <a:lnTo>
                    <a:pt x="96500" y="93141"/>
                  </a:lnTo>
                  <a:lnTo>
                    <a:pt x="96390" y="93928"/>
                  </a:lnTo>
                  <a:lnTo>
                    <a:pt x="96392" y="94481"/>
                  </a:lnTo>
                  <a:lnTo>
                    <a:pt x="96136" y="94804"/>
                  </a:lnTo>
                  <a:lnTo>
                    <a:pt x="95722" y="95339"/>
                  </a:lnTo>
                  <a:lnTo>
                    <a:pt x="95226" y="95996"/>
                  </a:lnTo>
                  <a:lnTo>
                    <a:pt x="95149" y="96494"/>
                  </a:lnTo>
                  <a:lnTo>
                    <a:pt x="94834" y="96914"/>
                  </a:lnTo>
                  <a:lnTo>
                    <a:pt x="94685" y="97338"/>
                  </a:lnTo>
                  <a:lnTo>
                    <a:pt x="95098" y="97870"/>
                  </a:lnTo>
                  <a:lnTo>
                    <a:pt x="95576" y="98081"/>
                  </a:lnTo>
                  <a:lnTo>
                    <a:pt x="96066" y="98519"/>
                  </a:lnTo>
                  <a:lnTo>
                    <a:pt x="96682" y="98968"/>
                  </a:lnTo>
                  <a:lnTo>
                    <a:pt x="97725" y="99457"/>
                  </a:lnTo>
                  <a:lnTo>
                    <a:pt x="98086" y="99557"/>
                  </a:lnTo>
                  <a:lnTo>
                    <a:pt x="98454" y="99659"/>
                  </a:lnTo>
                  <a:lnTo>
                    <a:pt x="98995" y="99912"/>
                  </a:lnTo>
                  <a:lnTo>
                    <a:pt x="99743" y="100354"/>
                  </a:lnTo>
                  <a:lnTo>
                    <a:pt x="99700" y="100789"/>
                  </a:lnTo>
                  <a:lnTo>
                    <a:pt x="99413" y="101182"/>
                  </a:lnTo>
                  <a:lnTo>
                    <a:pt x="99703" y="101259"/>
                  </a:lnTo>
                  <a:lnTo>
                    <a:pt x="99938" y="101452"/>
                  </a:lnTo>
                  <a:lnTo>
                    <a:pt x="99585" y="101731"/>
                  </a:lnTo>
                  <a:lnTo>
                    <a:pt x="99204" y="102612"/>
                  </a:lnTo>
                  <a:lnTo>
                    <a:pt x="98957" y="103171"/>
                  </a:lnTo>
                  <a:lnTo>
                    <a:pt x="98812" y="103760"/>
                  </a:lnTo>
                  <a:lnTo>
                    <a:pt x="98566" y="104321"/>
                  </a:lnTo>
                  <a:lnTo>
                    <a:pt x="98188" y="104664"/>
                  </a:lnTo>
                  <a:lnTo>
                    <a:pt x="97714" y="104964"/>
                  </a:lnTo>
                  <a:lnTo>
                    <a:pt x="97196" y="105278"/>
                  </a:lnTo>
                  <a:lnTo>
                    <a:pt x="96937" y="105690"/>
                  </a:lnTo>
                  <a:lnTo>
                    <a:pt x="96792" y="106125"/>
                  </a:lnTo>
                  <a:lnTo>
                    <a:pt x="96570" y="106584"/>
                  </a:lnTo>
                  <a:lnTo>
                    <a:pt x="96215" y="106940"/>
                  </a:lnTo>
                  <a:lnTo>
                    <a:pt x="95856" y="107452"/>
                  </a:lnTo>
                  <a:lnTo>
                    <a:pt x="95769" y="107898"/>
                  </a:lnTo>
                  <a:lnTo>
                    <a:pt x="95973" y="108332"/>
                  </a:lnTo>
                  <a:lnTo>
                    <a:pt x="96299" y="108858"/>
                  </a:lnTo>
                  <a:lnTo>
                    <a:pt x="96505" y="109467"/>
                  </a:lnTo>
                  <a:lnTo>
                    <a:pt x="96763" y="110132"/>
                  </a:lnTo>
                  <a:lnTo>
                    <a:pt x="97190" y="110616"/>
                  </a:lnTo>
                  <a:lnTo>
                    <a:pt x="97640" y="110796"/>
                  </a:lnTo>
                  <a:lnTo>
                    <a:pt x="98276" y="111068"/>
                  </a:lnTo>
                  <a:lnTo>
                    <a:pt x="98519" y="111147"/>
                  </a:lnTo>
                  <a:lnTo>
                    <a:pt x="98780" y="111233"/>
                  </a:lnTo>
                  <a:lnTo>
                    <a:pt x="99050" y="111455"/>
                  </a:lnTo>
                  <a:lnTo>
                    <a:pt x="99051" y="111726"/>
                  </a:lnTo>
                  <a:lnTo>
                    <a:pt x="99357" y="112058"/>
                  </a:lnTo>
                  <a:lnTo>
                    <a:pt x="99397" y="112284"/>
                  </a:lnTo>
                  <a:lnTo>
                    <a:pt x="99718" y="112645"/>
                  </a:lnTo>
                  <a:lnTo>
                    <a:pt x="100208" y="113059"/>
                  </a:lnTo>
                  <a:lnTo>
                    <a:pt x="100708" y="113718"/>
                  </a:lnTo>
                  <a:lnTo>
                    <a:pt x="101057" y="114191"/>
                  </a:lnTo>
                  <a:lnTo>
                    <a:pt x="101541" y="114651"/>
                  </a:lnTo>
                  <a:lnTo>
                    <a:pt x="101973" y="115056"/>
                  </a:lnTo>
                  <a:lnTo>
                    <a:pt x="102069" y="115728"/>
                  </a:lnTo>
                  <a:lnTo>
                    <a:pt x="101968" y="116091"/>
                  </a:lnTo>
                  <a:lnTo>
                    <a:pt x="102005" y="116717"/>
                  </a:lnTo>
                  <a:lnTo>
                    <a:pt x="102241" y="117467"/>
                  </a:lnTo>
                  <a:lnTo>
                    <a:pt x="102821" y="118292"/>
                  </a:lnTo>
                  <a:lnTo>
                    <a:pt x="103614" y="119057"/>
                  </a:lnTo>
                  <a:lnTo>
                    <a:pt x="104418" y="119315"/>
                  </a:lnTo>
                  <a:lnTo>
                    <a:pt x="104885" y="119347"/>
                  </a:lnTo>
                  <a:lnTo>
                    <a:pt x="105754" y="119582"/>
                  </a:lnTo>
                  <a:lnTo>
                    <a:pt x="106237" y="119640"/>
                  </a:lnTo>
                  <a:lnTo>
                    <a:pt x="106866" y="119800"/>
                  </a:lnTo>
                  <a:lnTo>
                    <a:pt x="107408" y="120167"/>
                  </a:lnTo>
                  <a:lnTo>
                    <a:pt x="108009" y="120294"/>
                  </a:lnTo>
                  <a:lnTo>
                    <a:pt x="108697" y="120764"/>
                  </a:lnTo>
                  <a:lnTo>
                    <a:pt x="109133" y="121221"/>
                  </a:lnTo>
                  <a:lnTo>
                    <a:pt x="109908" y="121258"/>
                  </a:lnTo>
                  <a:lnTo>
                    <a:pt x="110283" y="121227"/>
                  </a:lnTo>
                  <a:lnTo>
                    <a:pt x="110816" y="121760"/>
                  </a:lnTo>
                  <a:lnTo>
                    <a:pt x="111428" y="122324"/>
                  </a:lnTo>
                  <a:lnTo>
                    <a:pt x="112127" y="122931"/>
                  </a:lnTo>
                  <a:lnTo>
                    <a:pt x="112826" y="123799"/>
                  </a:lnTo>
                  <a:lnTo>
                    <a:pt x="113430" y="124802"/>
                  </a:lnTo>
                  <a:lnTo>
                    <a:pt x="113999" y="126022"/>
                  </a:lnTo>
                  <a:lnTo>
                    <a:pt x="113980" y="126907"/>
                  </a:lnTo>
                  <a:lnTo>
                    <a:pt x="113862" y="127826"/>
                  </a:lnTo>
                  <a:lnTo>
                    <a:pt x="113293" y="129203"/>
                  </a:lnTo>
                  <a:lnTo>
                    <a:pt x="112555" y="130009"/>
                  </a:lnTo>
                  <a:lnTo>
                    <a:pt x="111848" y="130742"/>
                  </a:lnTo>
                  <a:lnTo>
                    <a:pt x="111162" y="131760"/>
                  </a:lnTo>
                  <a:lnTo>
                    <a:pt x="110624" y="132941"/>
                  </a:lnTo>
                  <a:lnTo>
                    <a:pt x="110086" y="134098"/>
                  </a:lnTo>
                  <a:lnTo>
                    <a:pt x="109467" y="134846"/>
                  </a:lnTo>
                  <a:lnTo>
                    <a:pt x="108689" y="135433"/>
                  </a:lnTo>
                  <a:lnTo>
                    <a:pt x="107975" y="135826"/>
                  </a:lnTo>
                  <a:lnTo>
                    <a:pt x="107675" y="136392"/>
                  </a:lnTo>
                  <a:lnTo>
                    <a:pt x="107184" y="136648"/>
                  </a:lnTo>
                  <a:lnTo>
                    <a:pt x="106614" y="136627"/>
                  </a:lnTo>
                  <a:lnTo>
                    <a:pt x="106159" y="136450"/>
                  </a:lnTo>
                  <a:lnTo>
                    <a:pt x="105552" y="136129"/>
                  </a:lnTo>
                  <a:lnTo>
                    <a:pt x="105150" y="135883"/>
                  </a:lnTo>
                  <a:lnTo>
                    <a:pt x="104491" y="135532"/>
                  </a:lnTo>
                  <a:lnTo>
                    <a:pt x="104036" y="135256"/>
                  </a:lnTo>
                  <a:lnTo>
                    <a:pt x="103214" y="134652"/>
                  </a:lnTo>
                  <a:lnTo>
                    <a:pt x="102235" y="134275"/>
                  </a:lnTo>
                  <a:lnTo>
                    <a:pt x="101325" y="134190"/>
                  </a:lnTo>
                  <a:lnTo>
                    <a:pt x="100458" y="134131"/>
                  </a:lnTo>
                  <a:lnTo>
                    <a:pt x="99606" y="134219"/>
                  </a:lnTo>
                  <a:lnTo>
                    <a:pt x="99135" y="134388"/>
                  </a:lnTo>
                  <a:lnTo>
                    <a:pt x="98748" y="134527"/>
                  </a:lnTo>
                  <a:lnTo>
                    <a:pt x="98019" y="134693"/>
                  </a:lnTo>
                  <a:lnTo>
                    <a:pt x="97252" y="134811"/>
                  </a:lnTo>
                  <a:lnTo>
                    <a:pt x="96674" y="134737"/>
                  </a:lnTo>
                  <a:lnTo>
                    <a:pt x="95692" y="134545"/>
                  </a:lnTo>
                  <a:lnTo>
                    <a:pt x="94204" y="134326"/>
                  </a:lnTo>
                  <a:lnTo>
                    <a:pt x="92692" y="134146"/>
                  </a:lnTo>
                  <a:lnTo>
                    <a:pt x="91680" y="134021"/>
                  </a:lnTo>
                  <a:lnTo>
                    <a:pt x="91078" y="133686"/>
                  </a:lnTo>
                  <a:lnTo>
                    <a:pt x="90830" y="133582"/>
                  </a:lnTo>
                  <a:lnTo>
                    <a:pt x="90436" y="133417"/>
                  </a:lnTo>
                  <a:lnTo>
                    <a:pt x="90042" y="133251"/>
                  </a:lnTo>
                  <a:lnTo>
                    <a:pt x="89252" y="133144"/>
                  </a:lnTo>
                  <a:lnTo>
                    <a:pt x="88409" y="133138"/>
                  </a:lnTo>
                  <a:lnTo>
                    <a:pt x="87105" y="133242"/>
                  </a:lnTo>
                  <a:lnTo>
                    <a:pt x="86199" y="133178"/>
                  </a:lnTo>
                  <a:lnTo>
                    <a:pt x="85794" y="133084"/>
                  </a:lnTo>
                  <a:lnTo>
                    <a:pt x="85388" y="132990"/>
                  </a:lnTo>
                  <a:lnTo>
                    <a:pt x="81816" y="134332"/>
                  </a:lnTo>
                  <a:lnTo>
                    <a:pt x="81467" y="134463"/>
                  </a:lnTo>
                  <a:lnTo>
                    <a:pt x="80644" y="134772"/>
                  </a:lnTo>
                  <a:lnTo>
                    <a:pt x="80294" y="134913"/>
                  </a:lnTo>
                  <a:lnTo>
                    <a:pt x="79825" y="135102"/>
                  </a:lnTo>
                  <a:lnTo>
                    <a:pt x="77718" y="135525"/>
                  </a:lnTo>
                  <a:lnTo>
                    <a:pt x="76345" y="134789"/>
                  </a:lnTo>
                  <a:lnTo>
                    <a:pt x="75643" y="134358"/>
                  </a:lnTo>
                  <a:lnTo>
                    <a:pt x="74628" y="134679"/>
                  </a:lnTo>
                  <a:lnTo>
                    <a:pt x="74387" y="134739"/>
                  </a:lnTo>
                  <a:lnTo>
                    <a:pt x="74236" y="134776"/>
                  </a:lnTo>
                  <a:lnTo>
                    <a:pt x="72095" y="135306"/>
                  </a:lnTo>
                  <a:lnTo>
                    <a:pt x="71274" y="135375"/>
                  </a:lnTo>
                  <a:lnTo>
                    <a:pt x="70503" y="135322"/>
                  </a:lnTo>
                  <a:lnTo>
                    <a:pt x="70272" y="135306"/>
                  </a:lnTo>
                  <a:lnTo>
                    <a:pt x="67474" y="135115"/>
                  </a:lnTo>
                  <a:lnTo>
                    <a:pt x="67668" y="135750"/>
                  </a:lnTo>
                  <a:lnTo>
                    <a:pt x="67361" y="135830"/>
                  </a:lnTo>
                  <a:lnTo>
                    <a:pt x="67054" y="135910"/>
                  </a:lnTo>
                  <a:lnTo>
                    <a:pt x="66265" y="136116"/>
                  </a:lnTo>
                  <a:lnTo>
                    <a:pt x="57887" y="138577"/>
                  </a:lnTo>
                  <a:lnTo>
                    <a:pt x="57352" y="138734"/>
                  </a:lnTo>
                  <a:lnTo>
                    <a:pt x="54194" y="139662"/>
                  </a:lnTo>
                  <a:lnTo>
                    <a:pt x="47742" y="141558"/>
                  </a:lnTo>
                  <a:lnTo>
                    <a:pt x="47149" y="141732"/>
                  </a:lnTo>
                  <a:lnTo>
                    <a:pt x="41526" y="143384"/>
                  </a:lnTo>
                  <a:lnTo>
                    <a:pt x="39291" y="144041"/>
                  </a:lnTo>
                  <a:lnTo>
                    <a:pt x="39075" y="144106"/>
                  </a:lnTo>
                  <a:lnTo>
                    <a:pt x="38803" y="144187"/>
                  </a:lnTo>
                  <a:lnTo>
                    <a:pt x="32103" y="146190"/>
                  </a:lnTo>
                  <a:lnTo>
                    <a:pt x="29136" y="147077"/>
                  </a:lnTo>
                  <a:lnTo>
                    <a:pt x="28437" y="146541"/>
                  </a:lnTo>
                  <a:lnTo>
                    <a:pt x="27907" y="146134"/>
                  </a:lnTo>
                  <a:lnTo>
                    <a:pt x="27298" y="145666"/>
                  </a:lnTo>
                  <a:lnTo>
                    <a:pt x="26762" y="145255"/>
                  </a:lnTo>
                  <a:lnTo>
                    <a:pt x="24559" y="142992"/>
                  </a:lnTo>
                  <a:lnTo>
                    <a:pt x="22615" y="138592"/>
                  </a:lnTo>
                  <a:lnTo>
                    <a:pt x="22143" y="137524"/>
                  </a:lnTo>
                  <a:lnTo>
                    <a:pt x="21944" y="137075"/>
                  </a:lnTo>
                  <a:lnTo>
                    <a:pt x="19993" y="132658"/>
                  </a:lnTo>
                  <a:lnTo>
                    <a:pt x="16332" y="126234"/>
                  </a:lnTo>
                  <a:lnTo>
                    <a:pt x="15750" y="125212"/>
                  </a:lnTo>
                  <a:lnTo>
                    <a:pt x="13855" y="121887"/>
                  </a:lnTo>
                  <a:lnTo>
                    <a:pt x="13282" y="120879"/>
                  </a:lnTo>
                  <a:lnTo>
                    <a:pt x="10232" y="115489"/>
                  </a:lnTo>
                  <a:lnTo>
                    <a:pt x="10114" y="115281"/>
                  </a:lnTo>
                  <a:lnTo>
                    <a:pt x="9772" y="114676"/>
                  </a:lnTo>
                  <a:lnTo>
                    <a:pt x="9002" y="113315"/>
                  </a:lnTo>
                  <a:lnTo>
                    <a:pt x="5490" y="107109"/>
                  </a:lnTo>
                  <a:lnTo>
                    <a:pt x="1837" y="100652"/>
                  </a:lnTo>
                  <a:lnTo>
                    <a:pt x="1428" y="99930"/>
                  </a:lnTo>
                  <a:lnTo>
                    <a:pt x="617" y="98495"/>
                  </a:lnTo>
                  <a:lnTo>
                    <a:pt x="250" y="97848"/>
                  </a:lnTo>
                  <a:lnTo>
                    <a:pt x="87" y="97559"/>
                  </a:lnTo>
                  <a:lnTo>
                    <a:pt x="0" y="97412"/>
                  </a:lnTo>
                  <a:lnTo>
                    <a:pt x="447" y="97211"/>
                  </a:lnTo>
                  <a:lnTo>
                    <a:pt x="1963" y="96356"/>
                  </a:lnTo>
                  <a:lnTo>
                    <a:pt x="2213" y="96215"/>
                  </a:lnTo>
                  <a:lnTo>
                    <a:pt x="4180" y="95107"/>
                  </a:lnTo>
                  <a:lnTo>
                    <a:pt x="18716" y="86915"/>
                  </a:lnTo>
                  <a:lnTo>
                    <a:pt x="19502" y="86572"/>
                  </a:lnTo>
                  <a:lnTo>
                    <a:pt x="20288" y="86229"/>
                  </a:lnTo>
                  <a:lnTo>
                    <a:pt x="20688" y="86108"/>
                  </a:lnTo>
                  <a:lnTo>
                    <a:pt x="20704" y="85810"/>
                  </a:lnTo>
                  <a:lnTo>
                    <a:pt x="21636" y="69282"/>
                  </a:lnTo>
                  <a:lnTo>
                    <a:pt x="23243" y="69030"/>
                  </a:lnTo>
                  <a:lnTo>
                    <a:pt x="26320" y="68886"/>
                  </a:lnTo>
                  <a:lnTo>
                    <a:pt x="26743" y="68853"/>
                  </a:lnTo>
                  <a:lnTo>
                    <a:pt x="27041" y="63515"/>
                  </a:lnTo>
                  <a:lnTo>
                    <a:pt x="26608" y="63541"/>
                  </a:lnTo>
                  <a:lnTo>
                    <a:pt x="23128" y="63518"/>
                  </a:lnTo>
                  <a:lnTo>
                    <a:pt x="21549" y="63775"/>
                  </a:lnTo>
                  <a:lnTo>
                    <a:pt x="22045" y="54252"/>
                  </a:lnTo>
                  <a:lnTo>
                    <a:pt x="22094" y="53319"/>
                  </a:lnTo>
                  <a:lnTo>
                    <a:pt x="22110" y="53013"/>
                  </a:lnTo>
                  <a:lnTo>
                    <a:pt x="22257" y="50191"/>
                  </a:lnTo>
                  <a:lnTo>
                    <a:pt x="22298" y="49312"/>
                  </a:lnTo>
                  <a:lnTo>
                    <a:pt x="22370" y="47800"/>
                  </a:lnTo>
                  <a:lnTo>
                    <a:pt x="22606" y="42783"/>
                  </a:lnTo>
                  <a:lnTo>
                    <a:pt x="22652" y="41820"/>
                  </a:lnTo>
                  <a:lnTo>
                    <a:pt x="22738" y="40001"/>
                  </a:lnTo>
                  <a:lnTo>
                    <a:pt x="22913" y="36918"/>
                  </a:lnTo>
                  <a:lnTo>
                    <a:pt x="22972" y="35884"/>
                  </a:lnTo>
                  <a:lnTo>
                    <a:pt x="23282" y="30437"/>
                  </a:lnTo>
                  <a:lnTo>
                    <a:pt x="23359" y="28850"/>
                  </a:lnTo>
                  <a:lnTo>
                    <a:pt x="23504" y="25853"/>
                  </a:lnTo>
                  <a:lnTo>
                    <a:pt x="23608" y="24775"/>
                  </a:lnTo>
                  <a:lnTo>
                    <a:pt x="26399" y="25852"/>
                  </a:lnTo>
                  <a:lnTo>
                    <a:pt x="26644" y="25946"/>
                  </a:lnTo>
                  <a:lnTo>
                    <a:pt x="27967" y="26457"/>
                  </a:lnTo>
                  <a:lnTo>
                    <a:pt x="28786" y="26684"/>
                  </a:lnTo>
                  <a:lnTo>
                    <a:pt x="29746" y="20545"/>
                  </a:lnTo>
                  <a:lnTo>
                    <a:pt x="29941" y="20431"/>
                  </a:lnTo>
                  <a:lnTo>
                    <a:pt x="30899" y="20780"/>
                  </a:lnTo>
                  <a:lnTo>
                    <a:pt x="32226" y="21048"/>
                  </a:lnTo>
                  <a:lnTo>
                    <a:pt x="33321" y="211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410908" y="3778398"/>
              <a:ext cx="146456" cy="175951"/>
            </a:xfrm>
            <a:custGeom>
              <a:avLst/>
              <a:pathLst>
                <a:path w="146456" h="175951">
                  <a:moveTo>
                    <a:pt x="50151" y="17367"/>
                  </a:moveTo>
                  <a:lnTo>
                    <a:pt x="51225" y="23931"/>
                  </a:lnTo>
                  <a:lnTo>
                    <a:pt x="50268" y="25652"/>
                  </a:lnTo>
                  <a:lnTo>
                    <a:pt x="49873" y="26364"/>
                  </a:lnTo>
                  <a:lnTo>
                    <a:pt x="49138" y="29537"/>
                  </a:lnTo>
                  <a:lnTo>
                    <a:pt x="46510" y="33546"/>
                  </a:lnTo>
                  <a:lnTo>
                    <a:pt x="46224" y="34856"/>
                  </a:lnTo>
                  <a:lnTo>
                    <a:pt x="46585" y="40727"/>
                  </a:lnTo>
                  <a:lnTo>
                    <a:pt x="46753" y="40709"/>
                  </a:lnTo>
                  <a:lnTo>
                    <a:pt x="48243" y="40550"/>
                  </a:lnTo>
                  <a:lnTo>
                    <a:pt x="51005" y="46966"/>
                  </a:lnTo>
                  <a:lnTo>
                    <a:pt x="52503" y="48792"/>
                  </a:lnTo>
                  <a:lnTo>
                    <a:pt x="53593" y="49630"/>
                  </a:lnTo>
                  <a:lnTo>
                    <a:pt x="54353" y="50214"/>
                  </a:lnTo>
                  <a:lnTo>
                    <a:pt x="55663" y="51683"/>
                  </a:lnTo>
                  <a:lnTo>
                    <a:pt x="56973" y="51937"/>
                  </a:lnTo>
                  <a:lnTo>
                    <a:pt x="58497" y="51956"/>
                  </a:lnTo>
                  <a:lnTo>
                    <a:pt x="60482" y="51452"/>
                  </a:lnTo>
                  <a:lnTo>
                    <a:pt x="63375" y="51079"/>
                  </a:lnTo>
                  <a:lnTo>
                    <a:pt x="65522" y="50670"/>
                  </a:lnTo>
                  <a:lnTo>
                    <a:pt x="67855" y="50439"/>
                  </a:lnTo>
                  <a:lnTo>
                    <a:pt x="70466" y="50048"/>
                  </a:lnTo>
                  <a:lnTo>
                    <a:pt x="71980" y="50204"/>
                  </a:lnTo>
                  <a:lnTo>
                    <a:pt x="73947" y="50156"/>
                  </a:lnTo>
                  <a:lnTo>
                    <a:pt x="75413" y="49785"/>
                  </a:lnTo>
                  <a:lnTo>
                    <a:pt x="77251" y="48734"/>
                  </a:lnTo>
                  <a:lnTo>
                    <a:pt x="79088" y="47503"/>
                  </a:lnTo>
                  <a:lnTo>
                    <a:pt x="79961" y="46112"/>
                  </a:lnTo>
                  <a:lnTo>
                    <a:pt x="80097" y="44367"/>
                  </a:lnTo>
                  <a:lnTo>
                    <a:pt x="80124" y="39564"/>
                  </a:lnTo>
                  <a:lnTo>
                    <a:pt x="79790" y="37562"/>
                  </a:lnTo>
                  <a:lnTo>
                    <a:pt x="82838" y="36700"/>
                  </a:lnTo>
                  <a:lnTo>
                    <a:pt x="83699" y="36457"/>
                  </a:lnTo>
                  <a:lnTo>
                    <a:pt x="83860" y="35944"/>
                  </a:lnTo>
                  <a:lnTo>
                    <a:pt x="84084" y="35512"/>
                  </a:lnTo>
                  <a:lnTo>
                    <a:pt x="84919" y="34609"/>
                  </a:lnTo>
                  <a:lnTo>
                    <a:pt x="86693" y="34983"/>
                  </a:lnTo>
                  <a:lnTo>
                    <a:pt x="86859" y="35018"/>
                  </a:lnTo>
                  <a:lnTo>
                    <a:pt x="86872" y="35238"/>
                  </a:lnTo>
                  <a:lnTo>
                    <a:pt x="86993" y="37421"/>
                  </a:lnTo>
                  <a:lnTo>
                    <a:pt x="87533" y="37481"/>
                  </a:lnTo>
                  <a:lnTo>
                    <a:pt x="88435" y="37581"/>
                  </a:lnTo>
                  <a:lnTo>
                    <a:pt x="88782" y="38209"/>
                  </a:lnTo>
                  <a:lnTo>
                    <a:pt x="91572" y="38769"/>
                  </a:lnTo>
                  <a:lnTo>
                    <a:pt x="92494" y="40452"/>
                  </a:lnTo>
                  <a:lnTo>
                    <a:pt x="93368" y="44674"/>
                  </a:lnTo>
                  <a:lnTo>
                    <a:pt x="95654" y="47191"/>
                  </a:lnTo>
                  <a:lnTo>
                    <a:pt x="97838" y="46984"/>
                  </a:lnTo>
                  <a:lnTo>
                    <a:pt x="99683" y="49116"/>
                  </a:lnTo>
                  <a:lnTo>
                    <a:pt x="99683" y="53335"/>
                  </a:lnTo>
                  <a:lnTo>
                    <a:pt x="100537" y="53656"/>
                  </a:lnTo>
                  <a:lnTo>
                    <a:pt x="100436" y="58023"/>
                  </a:lnTo>
                  <a:lnTo>
                    <a:pt x="88201" y="57821"/>
                  </a:lnTo>
                  <a:lnTo>
                    <a:pt x="86920" y="58462"/>
                  </a:lnTo>
                  <a:lnTo>
                    <a:pt x="86118" y="59904"/>
                  </a:lnTo>
                  <a:lnTo>
                    <a:pt x="86560" y="68121"/>
                  </a:lnTo>
                  <a:lnTo>
                    <a:pt x="86653" y="69837"/>
                  </a:lnTo>
                  <a:lnTo>
                    <a:pt x="86225" y="70585"/>
                  </a:lnTo>
                  <a:lnTo>
                    <a:pt x="69679" y="73130"/>
                  </a:lnTo>
                  <a:lnTo>
                    <a:pt x="68869" y="73255"/>
                  </a:lnTo>
                  <a:lnTo>
                    <a:pt x="68015" y="74857"/>
                  </a:lnTo>
                  <a:lnTo>
                    <a:pt x="65344" y="75818"/>
                  </a:lnTo>
                  <a:lnTo>
                    <a:pt x="65024" y="76139"/>
                  </a:lnTo>
                  <a:lnTo>
                    <a:pt x="69259" y="87459"/>
                  </a:lnTo>
                  <a:lnTo>
                    <a:pt x="70227" y="88026"/>
                  </a:lnTo>
                  <a:lnTo>
                    <a:pt x="71358" y="88830"/>
                  </a:lnTo>
                  <a:lnTo>
                    <a:pt x="71495" y="88927"/>
                  </a:lnTo>
                  <a:lnTo>
                    <a:pt x="71328" y="92132"/>
                  </a:lnTo>
                  <a:lnTo>
                    <a:pt x="72330" y="93200"/>
                  </a:lnTo>
                  <a:lnTo>
                    <a:pt x="78615" y="94446"/>
                  </a:lnTo>
                  <a:lnTo>
                    <a:pt x="79921" y="94705"/>
                  </a:lnTo>
                  <a:lnTo>
                    <a:pt x="80913" y="94325"/>
                  </a:lnTo>
                  <a:lnTo>
                    <a:pt x="81408" y="94134"/>
                  </a:lnTo>
                  <a:lnTo>
                    <a:pt x="84780" y="96037"/>
                  </a:lnTo>
                  <a:lnTo>
                    <a:pt x="85681" y="96070"/>
                  </a:lnTo>
                  <a:lnTo>
                    <a:pt x="87226" y="95572"/>
                  </a:lnTo>
                  <a:lnTo>
                    <a:pt x="90122" y="93966"/>
                  </a:lnTo>
                  <a:lnTo>
                    <a:pt x="90854" y="93667"/>
                  </a:lnTo>
                  <a:lnTo>
                    <a:pt x="91288" y="93767"/>
                  </a:lnTo>
                  <a:lnTo>
                    <a:pt x="91617" y="94325"/>
                  </a:lnTo>
                  <a:lnTo>
                    <a:pt x="92133" y="95090"/>
                  </a:lnTo>
                  <a:lnTo>
                    <a:pt x="93752" y="97814"/>
                  </a:lnTo>
                  <a:lnTo>
                    <a:pt x="91990" y="99056"/>
                  </a:lnTo>
                  <a:lnTo>
                    <a:pt x="86623" y="101820"/>
                  </a:lnTo>
                  <a:lnTo>
                    <a:pt x="87464" y="102821"/>
                  </a:lnTo>
                  <a:lnTo>
                    <a:pt x="90348" y="103302"/>
                  </a:lnTo>
                  <a:lnTo>
                    <a:pt x="93533" y="102871"/>
                  </a:lnTo>
                  <a:lnTo>
                    <a:pt x="97196" y="101077"/>
                  </a:lnTo>
                  <a:lnTo>
                    <a:pt x="97341" y="101067"/>
                  </a:lnTo>
                  <a:lnTo>
                    <a:pt x="98197" y="101010"/>
                  </a:lnTo>
                  <a:lnTo>
                    <a:pt x="98831" y="101277"/>
                  </a:lnTo>
                  <a:lnTo>
                    <a:pt x="99365" y="101611"/>
                  </a:lnTo>
                  <a:lnTo>
                    <a:pt x="100801" y="103747"/>
                  </a:lnTo>
                  <a:lnTo>
                    <a:pt x="100600" y="104548"/>
                  </a:lnTo>
                  <a:lnTo>
                    <a:pt x="100066" y="104915"/>
                  </a:lnTo>
                  <a:lnTo>
                    <a:pt x="96595" y="106784"/>
                  </a:lnTo>
                  <a:lnTo>
                    <a:pt x="97687" y="108697"/>
                  </a:lnTo>
                  <a:lnTo>
                    <a:pt x="100500" y="113626"/>
                  </a:lnTo>
                  <a:lnTo>
                    <a:pt x="102770" y="114127"/>
                  </a:lnTo>
                  <a:lnTo>
                    <a:pt x="102959" y="114416"/>
                  </a:lnTo>
                  <a:lnTo>
                    <a:pt x="104262" y="114747"/>
                  </a:lnTo>
                  <a:lnTo>
                    <a:pt x="110341" y="123430"/>
                  </a:lnTo>
                  <a:lnTo>
                    <a:pt x="111496" y="127814"/>
                  </a:lnTo>
                  <a:lnTo>
                    <a:pt x="111708" y="129287"/>
                  </a:lnTo>
                  <a:lnTo>
                    <a:pt x="114272" y="129340"/>
                  </a:lnTo>
                  <a:lnTo>
                    <a:pt x="117262" y="131263"/>
                  </a:lnTo>
                  <a:lnTo>
                    <a:pt x="121812" y="131103"/>
                  </a:lnTo>
                  <a:lnTo>
                    <a:pt x="123800" y="133928"/>
                  </a:lnTo>
                  <a:lnTo>
                    <a:pt x="125237" y="135970"/>
                  </a:lnTo>
                  <a:lnTo>
                    <a:pt x="128467" y="140559"/>
                  </a:lnTo>
                  <a:lnTo>
                    <a:pt x="124579" y="144026"/>
                  </a:lnTo>
                  <a:lnTo>
                    <a:pt x="123591" y="146118"/>
                  </a:lnTo>
                  <a:lnTo>
                    <a:pt x="124739" y="147231"/>
                  </a:lnTo>
                  <a:lnTo>
                    <a:pt x="126341" y="148673"/>
                  </a:lnTo>
                  <a:lnTo>
                    <a:pt x="127729" y="150862"/>
                  </a:lnTo>
                  <a:lnTo>
                    <a:pt x="128102" y="150818"/>
                  </a:lnTo>
                  <a:lnTo>
                    <a:pt x="129972" y="150595"/>
                  </a:lnTo>
                  <a:lnTo>
                    <a:pt x="131468" y="150702"/>
                  </a:lnTo>
                  <a:lnTo>
                    <a:pt x="132244" y="150971"/>
                  </a:lnTo>
                  <a:lnTo>
                    <a:pt x="135473" y="152090"/>
                  </a:lnTo>
                  <a:lnTo>
                    <a:pt x="139421" y="153877"/>
                  </a:lnTo>
                  <a:lnTo>
                    <a:pt x="140546" y="154387"/>
                  </a:lnTo>
                  <a:lnTo>
                    <a:pt x="141828" y="156149"/>
                  </a:lnTo>
                  <a:lnTo>
                    <a:pt x="142853" y="159010"/>
                  </a:lnTo>
                  <a:lnTo>
                    <a:pt x="143563" y="160991"/>
                  </a:lnTo>
                  <a:lnTo>
                    <a:pt x="142536" y="161593"/>
                  </a:lnTo>
                  <a:lnTo>
                    <a:pt x="146421" y="172277"/>
                  </a:lnTo>
                  <a:lnTo>
                    <a:pt x="146367" y="172918"/>
                  </a:lnTo>
                  <a:lnTo>
                    <a:pt x="146104" y="172957"/>
                  </a:lnTo>
                  <a:lnTo>
                    <a:pt x="146316" y="173592"/>
                  </a:lnTo>
                  <a:lnTo>
                    <a:pt x="146456" y="174011"/>
                  </a:lnTo>
                  <a:lnTo>
                    <a:pt x="138728" y="175059"/>
                  </a:lnTo>
                  <a:lnTo>
                    <a:pt x="134850" y="162556"/>
                  </a:lnTo>
                  <a:lnTo>
                    <a:pt x="130177" y="161555"/>
                  </a:lnTo>
                  <a:lnTo>
                    <a:pt x="130911" y="162623"/>
                  </a:lnTo>
                  <a:lnTo>
                    <a:pt x="131846" y="164292"/>
                  </a:lnTo>
                  <a:lnTo>
                    <a:pt x="132246" y="165360"/>
                  </a:lnTo>
                  <a:lnTo>
                    <a:pt x="132313" y="167095"/>
                  </a:lnTo>
                  <a:lnTo>
                    <a:pt x="132179" y="168564"/>
                  </a:lnTo>
                  <a:lnTo>
                    <a:pt x="132113" y="170099"/>
                  </a:lnTo>
                  <a:lnTo>
                    <a:pt x="130911" y="173571"/>
                  </a:lnTo>
                  <a:lnTo>
                    <a:pt x="130555" y="175594"/>
                  </a:lnTo>
                  <a:lnTo>
                    <a:pt x="127527" y="175775"/>
                  </a:lnTo>
                  <a:lnTo>
                    <a:pt x="120132" y="175951"/>
                  </a:lnTo>
                  <a:lnTo>
                    <a:pt x="121608" y="166823"/>
                  </a:lnTo>
                  <a:lnTo>
                    <a:pt x="120740" y="166756"/>
                  </a:lnTo>
                  <a:lnTo>
                    <a:pt x="120073" y="165889"/>
                  </a:lnTo>
                  <a:lnTo>
                    <a:pt x="120607" y="162284"/>
                  </a:lnTo>
                  <a:lnTo>
                    <a:pt x="118423" y="160496"/>
                  </a:lnTo>
                  <a:lnTo>
                    <a:pt x="116292" y="158751"/>
                  </a:lnTo>
                  <a:lnTo>
                    <a:pt x="114756" y="161622"/>
                  </a:lnTo>
                  <a:lnTo>
                    <a:pt x="111567" y="165631"/>
                  </a:lnTo>
                  <a:lnTo>
                    <a:pt x="107389" y="160815"/>
                  </a:lnTo>
                  <a:lnTo>
                    <a:pt x="103451" y="163819"/>
                  </a:lnTo>
                  <a:lnTo>
                    <a:pt x="102516" y="164286"/>
                  </a:lnTo>
                  <a:lnTo>
                    <a:pt x="101448" y="163819"/>
                  </a:lnTo>
                  <a:lnTo>
                    <a:pt x="99465" y="161138"/>
                  </a:lnTo>
                  <a:lnTo>
                    <a:pt x="95801" y="156183"/>
                  </a:lnTo>
                  <a:lnTo>
                    <a:pt x="91322" y="154300"/>
                  </a:lnTo>
                  <a:lnTo>
                    <a:pt x="90254" y="152805"/>
                  </a:lnTo>
                  <a:lnTo>
                    <a:pt x="90094" y="151256"/>
                  </a:lnTo>
                  <a:lnTo>
                    <a:pt x="91021" y="149721"/>
                  </a:lnTo>
                  <a:lnTo>
                    <a:pt x="97096" y="143913"/>
                  </a:lnTo>
                  <a:lnTo>
                    <a:pt x="95894" y="142645"/>
                  </a:lnTo>
                  <a:lnTo>
                    <a:pt x="95827" y="141376"/>
                  </a:lnTo>
                  <a:lnTo>
                    <a:pt x="101255" y="136089"/>
                  </a:lnTo>
                  <a:lnTo>
                    <a:pt x="101629" y="134594"/>
                  </a:lnTo>
                  <a:lnTo>
                    <a:pt x="101202" y="133099"/>
                  </a:lnTo>
                  <a:lnTo>
                    <a:pt x="100027" y="132084"/>
                  </a:lnTo>
                  <a:lnTo>
                    <a:pt x="98372" y="130962"/>
                  </a:lnTo>
                  <a:lnTo>
                    <a:pt x="96556" y="127438"/>
                  </a:lnTo>
                  <a:lnTo>
                    <a:pt x="96342" y="124981"/>
                  </a:lnTo>
                  <a:lnTo>
                    <a:pt x="88151" y="112332"/>
                  </a:lnTo>
                  <a:lnTo>
                    <a:pt x="85718" y="111823"/>
                  </a:lnTo>
                  <a:lnTo>
                    <a:pt x="83582" y="111289"/>
                  </a:lnTo>
                  <a:lnTo>
                    <a:pt x="82514" y="111155"/>
                  </a:lnTo>
                  <a:lnTo>
                    <a:pt x="80111" y="109553"/>
                  </a:lnTo>
                  <a:lnTo>
                    <a:pt x="79176" y="108285"/>
                  </a:lnTo>
                  <a:lnTo>
                    <a:pt x="78108" y="106816"/>
                  </a:lnTo>
                  <a:lnTo>
                    <a:pt x="77174" y="105147"/>
                  </a:lnTo>
                  <a:lnTo>
                    <a:pt x="75304" y="103812"/>
                  </a:lnTo>
                  <a:lnTo>
                    <a:pt x="74437" y="103745"/>
                  </a:lnTo>
                  <a:lnTo>
                    <a:pt x="73769" y="103879"/>
                  </a:lnTo>
                  <a:lnTo>
                    <a:pt x="73302" y="104413"/>
                  </a:lnTo>
                  <a:lnTo>
                    <a:pt x="72901" y="105748"/>
                  </a:lnTo>
                  <a:lnTo>
                    <a:pt x="72901" y="106683"/>
                  </a:lnTo>
                  <a:lnTo>
                    <a:pt x="72568" y="108018"/>
                  </a:lnTo>
                  <a:lnTo>
                    <a:pt x="71233" y="109086"/>
                  </a:lnTo>
                  <a:lnTo>
                    <a:pt x="70031" y="110020"/>
                  </a:lnTo>
                  <a:lnTo>
                    <a:pt x="68429" y="111155"/>
                  </a:lnTo>
                  <a:lnTo>
                    <a:pt x="67752" y="111513"/>
                  </a:lnTo>
                  <a:lnTo>
                    <a:pt x="66834" y="112000"/>
                  </a:lnTo>
                  <a:lnTo>
                    <a:pt x="48455" y="115028"/>
                  </a:lnTo>
                  <a:lnTo>
                    <a:pt x="46343" y="114835"/>
                  </a:lnTo>
                  <a:lnTo>
                    <a:pt x="42282" y="114462"/>
                  </a:lnTo>
                  <a:lnTo>
                    <a:pt x="42764" y="109457"/>
                  </a:lnTo>
                  <a:lnTo>
                    <a:pt x="43277" y="104135"/>
                  </a:lnTo>
                  <a:lnTo>
                    <a:pt x="43405" y="102490"/>
                  </a:lnTo>
                  <a:lnTo>
                    <a:pt x="44279" y="97298"/>
                  </a:lnTo>
                  <a:lnTo>
                    <a:pt x="44172" y="97031"/>
                  </a:lnTo>
                  <a:lnTo>
                    <a:pt x="42859" y="95985"/>
                  </a:lnTo>
                  <a:lnTo>
                    <a:pt x="42068" y="94628"/>
                  </a:lnTo>
                  <a:lnTo>
                    <a:pt x="41801" y="93838"/>
                  </a:lnTo>
                  <a:lnTo>
                    <a:pt x="41796" y="93218"/>
                  </a:lnTo>
                  <a:lnTo>
                    <a:pt x="42052" y="91857"/>
                  </a:lnTo>
                  <a:lnTo>
                    <a:pt x="42909" y="89838"/>
                  </a:lnTo>
                  <a:lnTo>
                    <a:pt x="43536" y="89249"/>
                  </a:lnTo>
                  <a:lnTo>
                    <a:pt x="45032" y="88268"/>
                  </a:lnTo>
                  <a:lnTo>
                    <a:pt x="45833" y="87563"/>
                  </a:lnTo>
                  <a:lnTo>
                    <a:pt x="47591" y="85951"/>
                  </a:lnTo>
                  <a:lnTo>
                    <a:pt x="47772" y="84359"/>
                  </a:lnTo>
                  <a:lnTo>
                    <a:pt x="50656" y="81683"/>
                  </a:lnTo>
                  <a:lnTo>
                    <a:pt x="50624" y="81347"/>
                  </a:lnTo>
                  <a:lnTo>
                    <a:pt x="50495" y="80658"/>
                  </a:lnTo>
                  <a:lnTo>
                    <a:pt x="49727" y="77528"/>
                  </a:lnTo>
                  <a:lnTo>
                    <a:pt x="45661" y="73552"/>
                  </a:lnTo>
                  <a:lnTo>
                    <a:pt x="45511" y="73381"/>
                  </a:lnTo>
                  <a:lnTo>
                    <a:pt x="45501" y="73210"/>
                  </a:lnTo>
                  <a:lnTo>
                    <a:pt x="45682" y="72911"/>
                  </a:lnTo>
                  <a:lnTo>
                    <a:pt x="46024" y="72345"/>
                  </a:lnTo>
                  <a:lnTo>
                    <a:pt x="46227" y="71160"/>
                  </a:lnTo>
                  <a:lnTo>
                    <a:pt x="46184" y="70786"/>
                  </a:lnTo>
                  <a:lnTo>
                    <a:pt x="46067" y="70572"/>
                  </a:lnTo>
                  <a:lnTo>
                    <a:pt x="45821" y="70434"/>
                  </a:lnTo>
                  <a:lnTo>
                    <a:pt x="44913" y="70263"/>
                  </a:lnTo>
                  <a:lnTo>
                    <a:pt x="38505" y="70989"/>
                  </a:lnTo>
                  <a:lnTo>
                    <a:pt x="38152" y="71064"/>
                  </a:lnTo>
                  <a:lnTo>
                    <a:pt x="38003" y="71235"/>
                  </a:lnTo>
                  <a:lnTo>
                    <a:pt x="38195" y="73243"/>
                  </a:lnTo>
                  <a:lnTo>
                    <a:pt x="38387" y="75881"/>
                  </a:lnTo>
                  <a:lnTo>
                    <a:pt x="38334" y="77387"/>
                  </a:lnTo>
                  <a:lnTo>
                    <a:pt x="38302" y="78038"/>
                  </a:lnTo>
                  <a:lnTo>
                    <a:pt x="35147" y="77069"/>
                  </a:lnTo>
                  <a:lnTo>
                    <a:pt x="32772" y="75485"/>
                  </a:lnTo>
                  <a:lnTo>
                    <a:pt x="32055" y="76693"/>
                  </a:lnTo>
                  <a:lnTo>
                    <a:pt x="31832" y="76964"/>
                  </a:lnTo>
                  <a:lnTo>
                    <a:pt x="31230" y="77694"/>
                  </a:lnTo>
                  <a:lnTo>
                    <a:pt x="30947" y="77906"/>
                  </a:lnTo>
                  <a:lnTo>
                    <a:pt x="30589" y="78175"/>
                  </a:lnTo>
                  <a:lnTo>
                    <a:pt x="29596" y="77085"/>
                  </a:lnTo>
                  <a:lnTo>
                    <a:pt x="29321" y="76757"/>
                  </a:lnTo>
                  <a:lnTo>
                    <a:pt x="28643" y="75948"/>
                  </a:lnTo>
                  <a:lnTo>
                    <a:pt x="28029" y="75388"/>
                  </a:lnTo>
                  <a:lnTo>
                    <a:pt x="27746" y="75315"/>
                  </a:lnTo>
                  <a:lnTo>
                    <a:pt x="27449" y="75659"/>
                  </a:lnTo>
                  <a:lnTo>
                    <a:pt x="26696" y="76260"/>
                  </a:lnTo>
                  <a:lnTo>
                    <a:pt x="25286" y="77181"/>
                  </a:lnTo>
                  <a:lnTo>
                    <a:pt x="25335" y="78007"/>
                  </a:lnTo>
                  <a:lnTo>
                    <a:pt x="25516" y="81077"/>
                  </a:lnTo>
                  <a:lnTo>
                    <a:pt x="25946" y="81464"/>
                  </a:lnTo>
                  <a:lnTo>
                    <a:pt x="26183" y="81678"/>
                  </a:lnTo>
                  <a:lnTo>
                    <a:pt x="26281" y="82552"/>
                  </a:lnTo>
                  <a:lnTo>
                    <a:pt x="26489" y="84409"/>
                  </a:lnTo>
                  <a:lnTo>
                    <a:pt x="26416" y="85393"/>
                  </a:lnTo>
                  <a:lnTo>
                    <a:pt x="26397" y="85656"/>
                  </a:lnTo>
                  <a:lnTo>
                    <a:pt x="25609" y="85843"/>
                  </a:lnTo>
                  <a:lnTo>
                    <a:pt x="25015" y="85788"/>
                  </a:lnTo>
                  <a:lnTo>
                    <a:pt x="23166" y="85616"/>
                  </a:lnTo>
                  <a:lnTo>
                    <a:pt x="22539" y="87779"/>
                  </a:lnTo>
                  <a:lnTo>
                    <a:pt x="21631" y="87739"/>
                  </a:lnTo>
                  <a:lnTo>
                    <a:pt x="18106" y="87339"/>
                  </a:lnTo>
                  <a:lnTo>
                    <a:pt x="14141" y="85883"/>
                  </a:lnTo>
                  <a:lnTo>
                    <a:pt x="9805" y="83209"/>
                  </a:lnTo>
                  <a:lnTo>
                    <a:pt x="7703" y="79652"/>
                  </a:lnTo>
                  <a:lnTo>
                    <a:pt x="7550" y="78191"/>
                  </a:lnTo>
                  <a:lnTo>
                    <a:pt x="4049" y="78165"/>
                  </a:lnTo>
                  <a:lnTo>
                    <a:pt x="303" y="75097"/>
                  </a:lnTo>
                  <a:lnTo>
                    <a:pt x="0" y="70078"/>
                  </a:lnTo>
                  <a:lnTo>
                    <a:pt x="3077" y="67817"/>
                  </a:lnTo>
                  <a:lnTo>
                    <a:pt x="4059" y="64050"/>
                  </a:lnTo>
                  <a:lnTo>
                    <a:pt x="8456" y="60586"/>
                  </a:lnTo>
                  <a:lnTo>
                    <a:pt x="11670" y="59856"/>
                  </a:lnTo>
                  <a:lnTo>
                    <a:pt x="15202" y="61091"/>
                  </a:lnTo>
                  <a:lnTo>
                    <a:pt x="17618" y="65050"/>
                  </a:lnTo>
                  <a:lnTo>
                    <a:pt x="21857" y="64907"/>
                  </a:lnTo>
                  <a:lnTo>
                    <a:pt x="25739" y="62159"/>
                  </a:lnTo>
                  <a:lnTo>
                    <a:pt x="31028" y="62721"/>
                  </a:lnTo>
                  <a:lnTo>
                    <a:pt x="26638" y="59651"/>
                  </a:lnTo>
                  <a:lnTo>
                    <a:pt x="24351" y="58052"/>
                  </a:lnTo>
                  <a:lnTo>
                    <a:pt x="23133" y="52654"/>
                  </a:lnTo>
                  <a:lnTo>
                    <a:pt x="18788" y="51103"/>
                  </a:lnTo>
                  <a:lnTo>
                    <a:pt x="11209" y="51527"/>
                  </a:lnTo>
                  <a:lnTo>
                    <a:pt x="8287" y="48874"/>
                  </a:lnTo>
                  <a:lnTo>
                    <a:pt x="8234" y="44126"/>
                  </a:lnTo>
                  <a:lnTo>
                    <a:pt x="17586" y="35522"/>
                  </a:lnTo>
                  <a:lnTo>
                    <a:pt x="20277" y="27741"/>
                  </a:lnTo>
                  <a:lnTo>
                    <a:pt x="22270" y="21980"/>
                  </a:lnTo>
                  <a:lnTo>
                    <a:pt x="19039" y="23214"/>
                  </a:lnTo>
                  <a:lnTo>
                    <a:pt x="18664" y="22198"/>
                  </a:lnTo>
                  <a:lnTo>
                    <a:pt x="16861" y="17783"/>
                  </a:lnTo>
                  <a:lnTo>
                    <a:pt x="15859" y="15329"/>
                  </a:lnTo>
                  <a:lnTo>
                    <a:pt x="14918" y="12640"/>
                  </a:lnTo>
                  <a:lnTo>
                    <a:pt x="15157" y="12543"/>
                  </a:lnTo>
                  <a:lnTo>
                    <a:pt x="16800" y="11879"/>
                  </a:lnTo>
                  <a:lnTo>
                    <a:pt x="17053" y="11777"/>
                  </a:lnTo>
                  <a:lnTo>
                    <a:pt x="17462" y="11611"/>
                  </a:lnTo>
                  <a:lnTo>
                    <a:pt x="23961" y="8984"/>
                  </a:lnTo>
                  <a:lnTo>
                    <a:pt x="27956" y="7369"/>
                  </a:lnTo>
                  <a:lnTo>
                    <a:pt x="28300" y="7230"/>
                  </a:lnTo>
                  <a:lnTo>
                    <a:pt x="35745" y="4149"/>
                  </a:lnTo>
                  <a:lnTo>
                    <a:pt x="45772" y="0"/>
                  </a:lnTo>
                  <a:lnTo>
                    <a:pt x="48449" y="6816"/>
                  </a:lnTo>
                  <a:lnTo>
                    <a:pt x="48776" y="8688"/>
                  </a:lnTo>
                  <a:lnTo>
                    <a:pt x="49103" y="10560"/>
                  </a:lnTo>
                  <a:lnTo>
                    <a:pt x="48730" y="12811"/>
                  </a:lnTo>
                  <a:lnTo>
                    <a:pt x="48587" y="13674"/>
                  </a:lnTo>
                  <a:lnTo>
                    <a:pt x="49971" y="162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3429083" y="3848661"/>
              <a:ext cx="32481" cy="44199"/>
            </a:xfrm>
            <a:custGeom>
              <a:avLst/>
              <a:pathLst>
                <a:path w="32481" h="44199">
                  <a:moveTo>
                    <a:pt x="31552" y="7265"/>
                  </a:moveTo>
                  <a:lnTo>
                    <a:pt x="32320" y="10395"/>
                  </a:lnTo>
                  <a:lnTo>
                    <a:pt x="32449" y="11084"/>
                  </a:lnTo>
                  <a:lnTo>
                    <a:pt x="32481" y="11420"/>
                  </a:lnTo>
                  <a:lnTo>
                    <a:pt x="29597" y="14096"/>
                  </a:lnTo>
                  <a:lnTo>
                    <a:pt x="29416" y="15688"/>
                  </a:lnTo>
                  <a:lnTo>
                    <a:pt x="27658" y="17300"/>
                  </a:lnTo>
                  <a:lnTo>
                    <a:pt x="26857" y="18005"/>
                  </a:lnTo>
                  <a:lnTo>
                    <a:pt x="25361" y="18986"/>
                  </a:lnTo>
                  <a:lnTo>
                    <a:pt x="24734" y="19574"/>
                  </a:lnTo>
                  <a:lnTo>
                    <a:pt x="23877" y="21593"/>
                  </a:lnTo>
                  <a:lnTo>
                    <a:pt x="23621" y="22955"/>
                  </a:lnTo>
                  <a:lnTo>
                    <a:pt x="23626" y="23575"/>
                  </a:lnTo>
                  <a:lnTo>
                    <a:pt x="23893" y="24365"/>
                  </a:lnTo>
                  <a:lnTo>
                    <a:pt x="24684" y="25722"/>
                  </a:lnTo>
                  <a:lnTo>
                    <a:pt x="25997" y="26768"/>
                  </a:lnTo>
                  <a:lnTo>
                    <a:pt x="26104" y="27035"/>
                  </a:lnTo>
                  <a:lnTo>
                    <a:pt x="25230" y="32227"/>
                  </a:lnTo>
                  <a:lnTo>
                    <a:pt x="25102" y="33872"/>
                  </a:lnTo>
                  <a:lnTo>
                    <a:pt x="24589" y="39194"/>
                  </a:lnTo>
                  <a:lnTo>
                    <a:pt x="24107" y="44199"/>
                  </a:lnTo>
                  <a:lnTo>
                    <a:pt x="21255" y="44007"/>
                  </a:lnTo>
                  <a:lnTo>
                    <a:pt x="18391" y="43814"/>
                  </a:lnTo>
                  <a:lnTo>
                    <a:pt x="18146" y="43678"/>
                  </a:lnTo>
                  <a:lnTo>
                    <a:pt x="17971" y="43513"/>
                  </a:lnTo>
                  <a:lnTo>
                    <a:pt x="17479" y="43081"/>
                  </a:lnTo>
                  <a:lnTo>
                    <a:pt x="17177" y="42926"/>
                  </a:lnTo>
                  <a:lnTo>
                    <a:pt x="17015" y="42745"/>
                  </a:lnTo>
                  <a:lnTo>
                    <a:pt x="16704" y="42627"/>
                  </a:lnTo>
                  <a:lnTo>
                    <a:pt x="16080" y="42390"/>
                  </a:lnTo>
                  <a:lnTo>
                    <a:pt x="15820" y="42292"/>
                  </a:lnTo>
                  <a:lnTo>
                    <a:pt x="15664" y="42232"/>
                  </a:lnTo>
                  <a:lnTo>
                    <a:pt x="15352" y="42113"/>
                  </a:lnTo>
                  <a:lnTo>
                    <a:pt x="14987" y="41975"/>
                  </a:lnTo>
                  <a:lnTo>
                    <a:pt x="14674" y="41856"/>
                  </a:lnTo>
                  <a:lnTo>
                    <a:pt x="14413" y="41757"/>
                  </a:lnTo>
                  <a:lnTo>
                    <a:pt x="14279" y="41646"/>
                  </a:lnTo>
                  <a:lnTo>
                    <a:pt x="14041" y="41496"/>
                  </a:lnTo>
                  <a:lnTo>
                    <a:pt x="13645" y="41286"/>
                  </a:lnTo>
                  <a:lnTo>
                    <a:pt x="13472" y="41110"/>
                  </a:lnTo>
                  <a:lnTo>
                    <a:pt x="13210" y="40975"/>
                  </a:lnTo>
                  <a:lnTo>
                    <a:pt x="12889" y="40822"/>
                  </a:lnTo>
                  <a:lnTo>
                    <a:pt x="12683" y="40702"/>
                  </a:lnTo>
                  <a:lnTo>
                    <a:pt x="12443" y="40513"/>
                  </a:lnTo>
                  <a:lnTo>
                    <a:pt x="12121" y="40231"/>
                  </a:lnTo>
                  <a:lnTo>
                    <a:pt x="11957" y="39921"/>
                  </a:lnTo>
                  <a:lnTo>
                    <a:pt x="11790" y="39731"/>
                  </a:lnTo>
                  <a:lnTo>
                    <a:pt x="11656" y="39500"/>
                  </a:lnTo>
                  <a:lnTo>
                    <a:pt x="11573" y="39156"/>
                  </a:lnTo>
                  <a:lnTo>
                    <a:pt x="11409" y="38973"/>
                  </a:lnTo>
                  <a:lnTo>
                    <a:pt x="11081" y="38690"/>
                  </a:lnTo>
                  <a:lnTo>
                    <a:pt x="10785" y="38477"/>
                  </a:lnTo>
                  <a:lnTo>
                    <a:pt x="10580" y="38352"/>
                  </a:lnTo>
                  <a:lnTo>
                    <a:pt x="10375" y="38226"/>
                  </a:lnTo>
                  <a:lnTo>
                    <a:pt x="10020" y="37992"/>
                  </a:lnTo>
                  <a:lnTo>
                    <a:pt x="9756" y="37847"/>
                  </a:lnTo>
                  <a:lnTo>
                    <a:pt x="9548" y="37720"/>
                  </a:lnTo>
                  <a:lnTo>
                    <a:pt x="9283" y="37574"/>
                  </a:lnTo>
                  <a:lnTo>
                    <a:pt x="8880" y="37440"/>
                  </a:lnTo>
                  <a:lnTo>
                    <a:pt x="8729" y="37332"/>
                  </a:lnTo>
                  <a:lnTo>
                    <a:pt x="8324" y="37197"/>
                  </a:lnTo>
                  <a:lnTo>
                    <a:pt x="7975" y="37081"/>
                  </a:lnTo>
                  <a:lnTo>
                    <a:pt x="7692" y="36982"/>
                  </a:lnTo>
                  <a:lnTo>
                    <a:pt x="7366" y="36858"/>
                  </a:lnTo>
                  <a:lnTo>
                    <a:pt x="7093" y="36755"/>
                  </a:lnTo>
                  <a:lnTo>
                    <a:pt x="6681" y="36537"/>
                  </a:lnTo>
                  <a:lnTo>
                    <a:pt x="6487" y="36403"/>
                  </a:lnTo>
                  <a:lnTo>
                    <a:pt x="6159" y="36278"/>
                  </a:lnTo>
                  <a:lnTo>
                    <a:pt x="5648" y="36096"/>
                  </a:lnTo>
                  <a:lnTo>
                    <a:pt x="5373" y="35947"/>
                  </a:lnTo>
                  <a:lnTo>
                    <a:pt x="5151" y="35691"/>
                  </a:lnTo>
                  <a:lnTo>
                    <a:pt x="4963" y="35508"/>
                  </a:lnTo>
                  <a:lnTo>
                    <a:pt x="4774" y="35324"/>
                  </a:lnTo>
                  <a:lnTo>
                    <a:pt x="4543" y="34942"/>
                  </a:lnTo>
                  <a:lnTo>
                    <a:pt x="4406" y="34653"/>
                  </a:lnTo>
                  <a:lnTo>
                    <a:pt x="4418" y="34350"/>
                  </a:lnTo>
                  <a:lnTo>
                    <a:pt x="4342" y="34080"/>
                  </a:lnTo>
                  <a:lnTo>
                    <a:pt x="4293" y="33758"/>
                  </a:lnTo>
                  <a:lnTo>
                    <a:pt x="4243" y="33435"/>
                  </a:lnTo>
                  <a:lnTo>
                    <a:pt x="4175" y="33290"/>
                  </a:lnTo>
                  <a:lnTo>
                    <a:pt x="4213" y="32936"/>
                  </a:lnTo>
                  <a:lnTo>
                    <a:pt x="4190" y="32561"/>
                  </a:lnTo>
                  <a:lnTo>
                    <a:pt x="4133" y="32114"/>
                  </a:lnTo>
                  <a:lnTo>
                    <a:pt x="4164" y="31635"/>
                  </a:lnTo>
                  <a:lnTo>
                    <a:pt x="4297" y="31376"/>
                  </a:lnTo>
                  <a:lnTo>
                    <a:pt x="4237" y="31054"/>
                  </a:lnTo>
                  <a:lnTo>
                    <a:pt x="4318" y="30723"/>
                  </a:lnTo>
                  <a:lnTo>
                    <a:pt x="4376" y="30444"/>
                  </a:lnTo>
                  <a:lnTo>
                    <a:pt x="4433" y="30165"/>
                  </a:lnTo>
                  <a:lnTo>
                    <a:pt x="4466" y="29937"/>
                  </a:lnTo>
                  <a:lnTo>
                    <a:pt x="4619" y="29452"/>
                  </a:lnTo>
                  <a:lnTo>
                    <a:pt x="4723" y="29069"/>
                  </a:lnTo>
                  <a:lnTo>
                    <a:pt x="4866" y="28761"/>
                  </a:lnTo>
                  <a:lnTo>
                    <a:pt x="5008" y="28452"/>
                  </a:lnTo>
                  <a:lnTo>
                    <a:pt x="5080" y="28298"/>
                  </a:lnTo>
                  <a:lnTo>
                    <a:pt x="5245" y="27938"/>
                  </a:lnTo>
                  <a:lnTo>
                    <a:pt x="5265" y="27586"/>
                  </a:lnTo>
                  <a:lnTo>
                    <a:pt x="5152" y="27366"/>
                  </a:lnTo>
                  <a:lnTo>
                    <a:pt x="4954" y="27174"/>
                  </a:lnTo>
                  <a:lnTo>
                    <a:pt x="4864" y="26901"/>
                  </a:lnTo>
                  <a:lnTo>
                    <a:pt x="4760" y="26503"/>
                  </a:lnTo>
                  <a:lnTo>
                    <a:pt x="4779" y="26149"/>
                  </a:lnTo>
                  <a:lnTo>
                    <a:pt x="4861" y="25817"/>
                  </a:lnTo>
                  <a:lnTo>
                    <a:pt x="4956" y="25612"/>
                  </a:lnTo>
                  <a:lnTo>
                    <a:pt x="5075" y="25355"/>
                  </a:lnTo>
                  <a:lnTo>
                    <a:pt x="5180" y="24973"/>
                  </a:lnTo>
                  <a:lnTo>
                    <a:pt x="5322" y="24665"/>
                  </a:lnTo>
                  <a:lnTo>
                    <a:pt x="5380" y="24385"/>
                  </a:lnTo>
                  <a:lnTo>
                    <a:pt x="5304" y="24236"/>
                  </a:lnTo>
                  <a:lnTo>
                    <a:pt x="5126" y="23865"/>
                  </a:lnTo>
                  <a:lnTo>
                    <a:pt x="4769" y="23424"/>
                  </a:lnTo>
                  <a:lnTo>
                    <a:pt x="4537" y="23153"/>
                  </a:lnTo>
                  <a:lnTo>
                    <a:pt x="4462" y="23003"/>
                  </a:lnTo>
                  <a:lnTo>
                    <a:pt x="4132" y="22631"/>
                  </a:lnTo>
                  <a:lnTo>
                    <a:pt x="3898" y="22358"/>
                  </a:lnTo>
                  <a:lnTo>
                    <a:pt x="3640" y="22136"/>
                  </a:lnTo>
                  <a:lnTo>
                    <a:pt x="3443" y="21937"/>
                  </a:lnTo>
                  <a:lnTo>
                    <a:pt x="3269" y="21686"/>
                  </a:lnTo>
                  <a:lnTo>
                    <a:pt x="2972" y="21386"/>
                  </a:lnTo>
                  <a:lnTo>
                    <a:pt x="2688" y="21213"/>
                  </a:lnTo>
                  <a:lnTo>
                    <a:pt x="2503" y="21141"/>
                  </a:lnTo>
                  <a:lnTo>
                    <a:pt x="2265" y="20863"/>
                  </a:lnTo>
                  <a:lnTo>
                    <a:pt x="2065" y="20661"/>
                  </a:lnTo>
                  <a:lnTo>
                    <a:pt x="1778" y="20487"/>
                  </a:lnTo>
                  <a:lnTo>
                    <a:pt x="1563" y="20155"/>
                  </a:lnTo>
                  <a:lnTo>
                    <a:pt x="1283" y="19918"/>
                  </a:lnTo>
                  <a:lnTo>
                    <a:pt x="1088" y="19777"/>
                  </a:lnTo>
                  <a:lnTo>
                    <a:pt x="920" y="19584"/>
                  </a:lnTo>
                  <a:lnTo>
                    <a:pt x="696" y="19370"/>
                  </a:lnTo>
                  <a:lnTo>
                    <a:pt x="501" y="19228"/>
                  </a:lnTo>
                  <a:lnTo>
                    <a:pt x="0" y="17083"/>
                  </a:lnTo>
                  <a:lnTo>
                    <a:pt x="3456" y="17476"/>
                  </a:lnTo>
                  <a:lnTo>
                    <a:pt x="4364" y="17516"/>
                  </a:lnTo>
                  <a:lnTo>
                    <a:pt x="4991" y="15353"/>
                  </a:lnTo>
                  <a:lnTo>
                    <a:pt x="6840" y="15525"/>
                  </a:lnTo>
                  <a:lnTo>
                    <a:pt x="7434" y="15580"/>
                  </a:lnTo>
                  <a:lnTo>
                    <a:pt x="8222" y="15393"/>
                  </a:lnTo>
                  <a:lnTo>
                    <a:pt x="8241" y="15130"/>
                  </a:lnTo>
                  <a:lnTo>
                    <a:pt x="8314" y="14145"/>
                  </a:lnTo>
                  <a:lnTo>
                    <a:pt x="8106" y="12289"/>
                  </a:lnTo>
                  <a:lnTo>
                    <a:pt x="8008" y="11415"/>
                  </a:lnTo>
                  <a:lnTo>
                    <a:pt x="7771" y="11201"/>
                  </a:lnTo>
                  <a:lnTo>
                    <a:pt x="7341" y="10814"/>
                  </a:lnTo>
                  <a:lnTo>
                    <a:pt x="7160" y="7744"/>
                  </a:lnTo>
                  <a:lnTo>
                    <a:pt x="7111" y="6918"/>
                  </a:lnTo>
                  <a:lnTo>
                    <a:pt x="8521" y="5997"/>
                  </a:lnTo>
                  <a:lnTo>
                    <a:pt x="9274" y="5396"/>
                  </a:lnTo>
                  <a:lnTo>
                    <a:pt x="9640" y="4930"/>
                  </a:lnTo>
                  <a:lnTo>
                    <a:pt x="9854" y="5125"/>
                  </a:lnTo>
                  <a:lnTo>
                    <a:pt x="10468" y="5685"/>
                  </a:lnTo>
                  <a:lnTo>
                    <a:pt x="11146" y="6493"/>
                  </a:lnTo>
                  <a:lnTo>
                    <a:pt x="11421" y="6822"/>
                  </a:lnTo>
                  <a:lnTo>
                    <a:pt x="12414" y="7911"/>
                  </a:lnTo>
                  <a:lnTo>
                    <a:pt x="12772" y="7643"/>
                  </a:lnTo>
                  <a:lnTo>
                    <a:pt x="13055" y="7431"/>
                  </a:lnTo>
                  <a:lnTo>
                    <a:pt x="13657" y="6701"/>
                  </a:lnTo>
                  <a:lnTo>
                    <a:pt x="13880" y="6430"/>
                  </a:lnTo>
                  <a:lnTo>
                    <a:pt x="14597" y="5222"/>
                  </a:lnTo>
                  <a:lnTo>
                    <a:pt x="16972" y="6806"/>
                  </a:lnTo>
                  <a:lnTo>
                    <a:pt x="20127" y="7775"/>
                  </a:lnTo>
                  <a:lnTo>
                    <a:pt x="20159" y="7124"/>
                  </a:lnTo>
                  <a:lnTo>
                    <a:pt x="20212" y="5618"/>
                  </a:lnTo>
                  <a:lnTo>
                    <a:pt x="20020" y="2979"/>
                  </a:lnTo>
                  <a:lnTo>
                    <a:pt x="19828" y="971"/>
                  </a:lnTo>
                  <a:lnTo>
                    <a:pt x="19977" y="801"/>
                  </a:lnTo>
                  <a:lnTo>
                    <a:pt x="20330" y="726"/>
                  </a:lnTo>
                  <a:lnTo>
                    <a:pt x="26738" y="0"/>
                  </a:lnTo>
                  <a:lnTo>
                    <a:pt x="27646" y="170"/>
                  </a:lnTo>
                  <a:lnTo>
                    <a:pt x="27892" y="309"/>
                  </a:lnTo>
                  <a:lnTo>
                    <a:pt x="28009" y="523"/>
                  </a:lnTo>
                  <a:lnTo>
                    <a:pt x="28052" y="897"/>
                  </a:lnTo>
                  <a:lnTo>
                    <a:pt x="27849" y="2082"/>
                  </a:lnTo>
                  <a:lnTo>
                    <a:pt x="27507" y="2648"/>
                  </a:lnTo>
                  <a:lnTo>
                    <a:pt x="27326" y="2947"/>
                  </a:lnTo>
                  <a:lnTo>
                    <a:pt x="27336" y="3118"/>
                  </a:lnTo>
                  <a:lnTo>
                    <a:pt x="27486" y="328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3447474" y="3882144"/>
              <a:ext cx="65063" cy="75270"/>
            </a:xfrm>
            <a:custGeom>
              <a:avLst/>
              <a:pathLst>
                <a:path w="65063" h="75270">
                  <a:moveTo>
                    <a:pt x="51585" y="8586"/>
                  </a:moveTo>
                  <a:lnTo>
                    <a:pt x="59776" y="21235"/>
                  </a:lnTo>
                  <a:lnTo>
                    <a:pt x="59990" y="23692"/>
                  </a:lnTo>
                  <a:lnTo>
                    <a:pt x="61806" y="27217"/>
                  </a:lnTo>
                  <a:lnTo>
                    <a:pt x="63461" y="28338"/>
                  </a:lnTo>
                  <a:lnTo>
                    <a:pt x="64636" y="29353"/>
                  </a:lnTo>
                  <a:lnTo>
                    <a:pt x="65063" y="30848"/>
                  </a:lnTo>
                  <a:lnTo>
                    <a:pt x="64689" y="32343"/>
                  </a:lnTo>
                  <a:lnTo>
                    <a:pt x="59261" y="37630"/>
                  </a:lnTo>
                  <a:lnTo>
                    <a:pt x="59328" y="38899"/>
                  </a:lnTo>
                  <a:lnTo>
                    <a:pt x="60530" y="40167"/>
                  </a:lnTo>
                  <a:lnTo>
                    <a:pt x="54455" y="45975"/>
                  </a:lnTo>
                  <a:lnTo>
                    <a:pt x="53528" y="47510"/>
                  </a:lnTo>
                  <a:lnTo>
                    <a:pt x="53688" y="49059"/>
                  </a:lnTo>
                  <a:lnTo>
                    <a:pt x="54756" y="50554"/>
                  </a:lnTo>
                  <a:lnTo>
                    <a:pt x="59234" y="52437"/>
                  </a:lnTo>
                  <a:lnTo>
                    <a:pt x="62899" y="57392"/>
                  </a:lnTo>
                  <a:lnTo>
                    <a:pt x="64882" y="60073"/>
                  </a:lnTo>
                  <a:lnTo>
                    <a:pt x="38452" y="75270"/>
                  </a:lnTo>
                  <a:lnTo>
                    <a:pt x="10335" y="47233"/>
                  </a:lnTo>
                  <a:lnTo>
                    <a:pt x="3927" y="29370"/>
                  </a:lnTo>
                  <a:lnTo>
                    <a:pt x="0" y="10331"/>
                  </a:lnTo>
                  <a:lnTo>
                    <a:pt x="2864" y="10524"/>
                  </a:lnTo>
                  <a:lnTo>
                    <a:pt x="5716" y="10716"/>
                  </a:lnTo>
                  <a:lnTo>
                    <a:pt x="9777" y="11089"/>
                  </a:lnTo>
                  <a:lnTo>
                    <a:pt x="11889" y="11283"/>
                  </a:lnTo>
                  <a:lnTo>
                    <a:pt x="30268" y="8254"/>
                  </a:lnTo>
                  <a:lnTo>
                    <a:pt x="31186" y="7768"/>
                  </a:lnTo>
                  <a:lnTo>
                    <a:pt x="31863" y="7409"/>
                  </a:lnTo>
                  <a:lnTo>
                    <a:pt x="33465" y="6275"/>
                  </a:lnTo>
                  <a:lnTo>
                    <a:pt x="34666" y="5340"/>
                  </a:lnTo>
                  <a:lnTo>
                    <a:pt x="36001" y="4272"/>
                  </a:lnTo>
                  <a:lnTo>
                    <a:pt x="36335" y="2937"/>
                  </a:lnTo>
                  <a:lnTo>
                    <a:pt x="36335" y="2002"/>
                  </a:lnTo>
                  <a:lnTo>
                    <a:pt x="36736" y="667"/>
                  </a:lnTo>
                  <a:lnTo>
                    <a:pt x="37203" y="133"/>
                  </a:lnTo>
                  <a:lnTo>
                    <a:pt x="37871" y="0"/>
                  </a:lnTo>
                  <a:lnTo>
                    <a:pt x="38738" y="66"/>
                  </a:lnTo>
                  <a:lnTo>
                    <a:pt x="40607" y="1401"/>
                  </a:lnTo>
                  <a:lnTo>
                    <a:pt x="41542" y="3070"/>
                  </a:lnTo>
                  <a:lnTo>
                    <a:pt x="42610" y="4539"/>
                  </a:lnTo>
                  <a:lnTo>
                    <a:pt x="43545" y="5807"/>
                  </a:lnTo>
                  <a:lnTo>
                    <a:pt x="45948" y="7409"/>
                  </a:lnTo>
                  <a:lnTo>
                    <a:pt x="47016" y="7543"/>
                  </a:lnTo>
                  <a:lnTo>
                    <a:pt x="49152" y="80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3412767" y="3733162"/>
              <a:ext cx="82399" cy="73109"/>
            </a:xfrm>
            <a:custGeom>
              <a:avLst/>
              <a:pathLst>
                <a:path w="82399" h="73109">
                  <a:moveTo>
                    <a:pt x="69794" y="36008"/>
                  </a:moveTo>
                  <a:lnTo>
                    <a:pt x="69353" y="36793"/>
                  </a:lnTo>
                  <a:lnTo>
                    <a:pt x="68774" y="36601"/>
                  </a:lnTo>
                  <a:lnTo>
                    <a:pt x="68261" y="40155"/>
                  </a:lnTo>
                  <a:lnTo>
                    <a:pt x="68391" y="42365"/>
                  </a:lnTo>
                  <a:lnTo>
                    <a:pt x="68373" y="42781"/>
                  </a:lnTo>
                  <a:lnTo>
                    <a:pt x="68336" y="43579"/>
                  </a:lnTo>
                  <a:lnTo>
                    <a:pt x="68323" y="43871"/>
                  </a:lnTo>
                  <a:lnTo>
                    <a:pt x="67350" y="47214"/>
                  </a:lnTo>
                  <a:lnTo>
                    <a:pt x="67325" y="47391"/>
                  </a:lnTo>
                  <a:lnTo>
                    <a:pt x="67412" y="47751"/>
                  </a:lnTo>
                  <a:lnTo>
                    <a:pt x="67444" y="47965"/>
                  </a:lnTo>
                  <a:lnTo>
                    <a:pt x="67635" y="48677"/>
                  </a:lnTo>
                  <a:lnTo>
                    <a:pt x="67677" y="48924"/>
                  </a:lnTo>
                  <a:lnTo>
                    <a:pt x="67760" y="49415"/>
                  </a:lnTo>
                  <a:lnTo>
                    <a:pt x="67762" y="50075"/>
                  </a:lnTo>
                  <a:lnTo>
                    <a:pt x="67721" y="50542"/>
                  </a:lnTo>
                  <a:lnTo>
                    <a:pt x="67501" y="53054"/>
                  </a:lnTo>
                  <a:lnTo>
                    <a:pt x="67443" y="53712"/>
                  </a:lnTo>
                  <a:lnTo>
                    <a:pt x="67349" y="54666"/>
                  </a:lnTo>
                  <a:lnTo>
                    <a:pt x="67283" y="55774"/>
                  </a:lnTo>
                  <a:lnTo>
                    <a:pt x="67409" y="56883"/>
                  </a:lnTo>
                  <a:lnTo>
                    <a:pt x="67663" y="58331"/>
                  </a:lnTo>
                  <a:lnTo>
                    <a:pt x="67877" y="59279"/>
                  </a:lnTo>
                  <a:lnTo>
                    <a:pt x="68771" y="63511"/>
                  </a:lnTo>
                  <a:lnTo>
                    <a:pt x="68871" y="64346"/>
                  </a:lnTo>
                  <a:lnTo>
                    <a:pt x="68982" y="65147"/>
                  </a:lnTo>
                  <a:lnTo>
                    <a:pt x="69092" y="65948"/>
                  </a:lnTo>
                  <a:lnTo>
                    <a:pt x="69242" y="67723"/>
                  </a:lnTo>
                  <a:lnTo>
                    <a:pt x="69460" y="69536"/>
                  </a:lnTo>
                  <a:lnTo>
                    <a:pt x="69890" y="73109"/>
                  </a:lnTo>
                  <a:lnTo>
                    <a:pt x="66923" y="72513"/>
                  </a:lnTo>
                  <a:lnTo>
                    <a:pt x="61809" y="70865"/>
                  </a:lnTo>
                  <a:lnTo>
                    <a:pt x="59349" y="69812"/>
                  </a:lnTo>
                  <a:lnTo>
                    <a:pt x="55070" y="67383"/>
                  </a:lnTo>
                  <a:lnTo>
                    <a:pt x="53349" y="67483"/>
                  </a:lnTo>
                  <a:lnTo>
                    <a:pt x="51977" y="67714"/>
                  </a:lnTo>
                  <a:lnTo>
                    <a:pt x="51270" y="67881"/>
                  </a:lnTo>
                  <a:lnTo>
                    <a:pt x="50489" y="68137"/>
                  </a:lnTo>
                  <a:lnTo>
                    <a:pt x="49366" y="69166"/>
                  </a:lnTo>
                  <a:lnTo>
                    <a:pt x="48292" y="62603"/>
                  </a:lnTo>
                  <a:lnTo>
                    <a:pt x="48112" y="61503"/>
                  </a:lnTo>
                  <a:lnTo>
                    <a:pt x="46728" y="58909"/>
                  </a:lnTo>
                  <a:lnTo>
                    <a:pt x="46871" y="58046"/>
                  </a:lnTo>
                  <a:lnTo>
                    <a:pt x="47244" y="55795"/>
                  </a:lnTo>
                  <a:lnTo>
                    <a:pt x="46917" y="53923"/>
                  </a:lnTo>
                  <a:lnTo>
                    <a:pt x="46590" y="52051"/>
                  </a:lnTo>
                  <a:lnTo>
                    <a:pt x="43913" y="45235"/>
                  </a:lnTo>
                  <a:lnTo>
                    <a:pt x="33886" y="49384"/>
                  </a:lnTo>
                  <a:lnTo>
                    <a:pt x="26441" y="52466"/>
                  </a:lnTo>
                  <a:lnTo>
                    <a:pt x="26097" y="52605"/>
                  </a:lnTo>
                  <a:lnTo>
                    <a:pt x="22102" y="54220"/>
                  </a:lnTo>
                  <a:lnTo>
                    <a:pt x="15603" y="56847"/>
                  </a:lnTo>
                  <a:lnTo>
                    <a:pt x="15194" y="57012"/>
                  </a:lnTo>
                  <a:lnTo>
                    <a:pt x="14942" y="57114"/>
                  </a:lnTo>
                  <a:lnTo>
                    <a:pt x="13298" y="57779"/>
                  </a:lnTo>
                  <a:lnTo>
                    <a:pt x="12924" y="57930"/>
                  </a:lnTo>
                  <a:lnTo>
                    <a:pt x="14000" y="60564"/>
                  </a:lnTo>
                  <a:lnTo>
                    <a:pt x="13693" y="60656"/>
                  </a:lnTo>
                  <a:lnTo>
                    <a:pt x="9721" y="61836"/>
                  </a:lnTo>
                  <a:lnTo>
                    <a:pt x="5405" y="63180"/>
                  </a:lnTo>
                  <a:lnTo>
                    <a:pt x="2022" y="48984"/>
                  </a:lnTo>
                  <a:lnTo>
                    <a:pt x="0" y="40496"/>
                  </a:lnTo>
                  <a:lnTo>
                    <a:pt x="1251" y="37292"/>
                  </a:lnTo>
                  <a:lnTo>
                    <a:pt x="4578" y="35808"/>
                  </a:lnTo>
                  <a:lnTo>
                    <a:pt x="4386" y="32670"/>
                  </a:lnTo>
                  <a:lnTo>
                    <a:pt x="1240" y="21970"/>
                  </a:lnTo>
                  <a:lnTo>
                    <a:pt x="957" y="21386"/>
                  </a:lnTo>
                  <a:lnTo>
                    <a:pt x="11242" y="18622"/>
                  </a:lnTo>
                  <a:lnTo>
                    <a:pt x="31083" y="13289"/>
                  </a:lnTo>
                  <a:lnTo>
                    <a:pt x="30803" y="11496"/>
                  </a:lnTo>
                  <a:lnTo>
                    <a:pt x="32258" y="11155"/>
                  </a:lnTo>
                  <a:lnTo>
                    <a:pt x="33191" y="10936"/>
                  </a:lnTo>
                  <a:lnTo>
                    <a:pt x="36225" y="10225"/>
                  </a:lnTo>
                  <a:lnTo>
                    <a:pt x="52460" y="6418"/>
                  </a:lnTo>
                  <a:lnTo>
                    <a:pt x="57147" y="5319"/>
                  </a:lnTo>
                  <a:lnTo>
                    <a:pt x="57452" y="5248"/>
                  </a:lnTo>
                  <a:lnTo>
                    <a:pt x="71416" y="1862"/>
                  </a:lnTo>
                  <a:lnTo>
                    <a:pt x="76837" y="548"/>
                  </a:lnTo>
                  <a:lnTo>
                    <a:pt x="77946" y="253"/>
                  </a:lnTo>
                  <a:lnTo>
                    <a:pt x="78167" y="194"/>
                  </a:lnTo>
                  <a:lnTo>
                    <a:pt x="78660" y="63"/>
                  </a:lnTo>
                  <a:lnTo>
                    <a:pt x="78899" y="0"/>
                  </a:lnTo>
                  <a:lnTo>
                    <a:pt x="80542" y="1864"/>
                  </a:lnTo>
                  <a:lnTo>
                    <a:pt x="80599" y="2032"/>
                  </a:lnTo>
                  <a:lnTo>
                    <a:pt x="80670" y="2245"/>
                  </a:lnTo>
                  <a:lnTo>
                    <a:pt x="81371" y="4320"/>
                  </a:lnTo>
                  <a:lnTo>
                    <a:pt x="81907" y="5908"/>
                  </a:lnTo>
                  <a:lnTo>
                    <a:pt x="82048" y="6323"/>
                  </a:lnTo>
                  <a:lnTo>
                    <a:pt x="82188" y="6738"/>
                  </a:lnTo>
                  <a:lnTo>
                    <a:pt x="82339" y="7116"/>
                  </a:lnTo>
                  <a:lnTo>
                    <a:pt x="82399" y="7267"/>
                  </a:lnTo>
                  <a:lnTo>
                    <a:pt x="78768" y="8860"/>
                  </a:lnTo>
                  <a:lnTo>
                    <a:pt x="74767" y="10615"/>
                  </a:lnTo>
                  <a:lnTo>
                    <a:pt x="73446" y="11170"/>
                  </a:lnTo>
                  <a:lnTo>
                    <a:pt x="76555" y="18986"/>
                  </a:lnTo>
                  <a:lnTo>
                    <a:pt x="76434" y="20836"/>
                  </a:lnTo>
                  <a:lnTo>
                    <a:pt x="75922" y="24321"/>
                  </a:lnTo>
                  <a:lnTo>
                    <a:pt x="75738" y="25049"/>
                  </a:lnTo>
                  <a:lnTo>
                    <a:pt x="75561" y="25362"/>
                  </a:lnTo>
                  <a:lnTo>
                    <a:pt x="75265" y="25778"/>
                  </a:lnTo>
                  <a:lnTo>
                    <a:pt x="74896" y="26179"/>
                  </a:lnTo>
                  <a:lnTo>
                    <a:pt x="71884" y="321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3480050" y="3698991"/>
              <a:ext cx="79906" cy="107471"/>
            </a:xfrm>
            <a:custGeom>
              <a:avLst/>
              <a:pathLst>
                <a:path w="79906" h="107471">
                  <a:moveTo>
                    <a:pt x="56548" y="19431"/>
                  </a:moveTo>
                  <a:lnTo>
                    <a:pt x="60342" y="19759"/>
                  </a:lnTo>
                  <a:lnTo>
                    <a:pt x="63143" y="19589"/>
                  </a:lnTo>
                  <a:lnTo>
                    <a:pt x="65869" y="19155"/>
                  </a:lnTo>
                  <a:lnTo>
                    <a:pt x="73747" y="17132"/>
                  </a:lnTo>
                  <a:lnTo>
                    <a:pt x="73962" y="17663"/>
                  </a:lnTo>
                  <a:lnTo>
                    <a:pt x="74296" y="18490"/>
                  </a:lnTo>
                  <a:lnTo>
                    <a:pt x="74847" y="19945"/>
                  </a:lnTo>
                  <a:lnTo>
                    <a:pt x="75855" y="22607"/>
                  </a:lnTo>
                  <a:lnTo>
                    <a:pt x="76404" y="24057"/>
                  </a:lnTo>
                  <a:lnTo>
                    <a:pt x="76523" y="24372"/>
                  </a:lnTo>
                  <a:lnTo>
                    <a:pt x="77772" y="27672"/>
                  </a:lnTo>
                  <a:lnTo>
                    <a:pt x="78176" y="28740"/>
                  </a:lnTo>
                  <a:lnTo>
                    <a:pt x="78966" y="30825"/>
                  </a:lnTo>
                  <a:lnTo>
                    <a:pt x="79398" y="31965"/>
                  </a:lnTo>
                  <a:lnTo>
                    <a:pt x="79750" y="32896"/>
                  </a:lnTo>
                  <a:lnTo>
                    <a:pt x="79906" y="33308"/>
                  </a:lnTo>
                  <a:lnTo>
                    <a:pt x="79701" y="34024"/>
                  </a:lnTo>
                  <a:lnTo>
                    <a:pt x="79580" y="34448"/>
                  </a:lnTo>
                  <a:lnTo>
                    <a:pt x="79444" y="38139"/>
                  </a:lnTo>
                  <a:lnTo>
                    <a:pt x="79506" y="38932"/>
                  </a:lnTo>
                  <a:lnTo>
                    <a:pt x="79810" y="43082"/>
                  </a:lnTo>
                  <a:lnTo>
                    <a:pt x="78655" y="45436"/>
                  </a:lnTo>
                  <a:lnTo>
                    <a:pt x="65242" y="44419"/>
                  </a:lnTo>
                  <a:lnTo>
                    <a:pt x="60310" y="41557"/>
                  </a:lnTo>
                  <a:lnTo>
                    <a:pt x="57289" y="42806"/>
                  </a:lnTo>
                  <a:lnTo>
                    <a:pt x="58934" y="44999"/>
                  </a:lnTo>
                  <a:lnTo>
                    <a:pt x="58997" y="47413"/>
                  </a:lnTo>
                  <a:lnTo>
                    <a:pt x="58257" y="48617"/>
                  </a:lnTo>
                  <a:lnTo>
                    <a:pt x="57922" y="49163"/>
                  </a:lnTo>
                  <a:lnTo>
                    <a:pt x="57518" y="49821"/>
                  </a:lnTo>
                  <a:lnTo>
                    <a:pt x="56040" y="52229"/>
                  </a:lnTo>
                  <a:lnTo>
                    <a:pt x="55350" y="53352"/>
                  </a:lnTo>
                  <a:lnTo>
                    <a:pt x="54062" y="55450"/>
                  </a:lnTo>
                  <a:lnTo>
                    <a:pt x="59465" y="58827"/>
                  </a:lnTo>
                  <a:lnTo>
                    <a:pt x="59871" y="63201"/>
                  </a:lnTo>
                  <a:lnTo>
                    <a:pt x="52526" y="76496"/>
                  </a:lnTo>
                  <a:lnTo>
                    <a:pt x="51324" y="77978"/>
                  </a:lnTo>
                  <a:lnTo>
                    <a:pt x="49462" y="81247"/>
                  </a:lnTo>
                  <a:lnTo>
                    <a:pt x="42465" y="87438"/>
                  </a:lnTo>
                  <a:lnTo>
                    <a:pt x="28938" y="94012"/>
                  </a:lnTo>
                  <a:lnTo>
                    <a:pt x="27974" y="94159"/>
                  </a:lnTo>
                  <a:lnTo>
                    <a:pt x="26972" y="94119"/>
                  </a:lnTo>
                  <a:lnTo>
                    <a:pt x="17346" y="98748"/>
                  </a:lnTo>
                  <a:lnTo>
                    <a:pt x="14640" y="100049"/>
                  </a:lnTo>
                  <a:lnTo>
                    <a:pt x="14504" y="100059"/>
                  </a:lnTo>
                  <a:lnTo>
                    <a:pt x="10709" y="102833"/>
                  </a:lnTo>
                  <a:lnTo>
                    <a:pt x="9943" y="105119"/>
                  </a:lnTo>
                  <a:lnTo>
                    <a:pt x="9698" y="106650"/>
                  </a:lnTo>
                  <a:lnTo>
                    <a:pt x="8654" y="107336"/>
                  </a:lnTo>
                  <a:lnTo>
                    <a:pt x="7839" y="107376"/>
                  </a:lnTo>
                  <a:lnTo>
                    <a:pt x="5893" y="107471"/>
                  </a:lnTo>
                  <a:lnTo>
                    <a:pt x="2607" y="107280"/>
                  </a:lnTo>
                  <a:lnTo>
                    <a:pt x="2177" y="103707"/>
                  </a:lnTo>
                  <a:lnTo>
                    <a:pt x="1959" y="101894"/>
                  </a:lnTo>
                  <a:lnTo>
                    <a:pt x="1809" y="100119"/>
                  </a:lnTo>
                  <a:lnTo>
                    <a:pt x="1698" y="99318"/>
                  </a:lnTo>
                  <a:lnTo>
                    <a:pt x="1588" y="98517"/>
                  </a:lnTo>
                  <a:lnTo>
                    <a:pt x="1488" y="97682"/>
                  </a:lnTo>
                  <a:lnTo>
                    <a:pt x="583" y="93404"/>
                  </a:lnTo>
                  <a:lnTo>
                    <a:pt x="380" y="92502"/>
                  </a:lnTo>
                  <a:lnTo>
                    <a:pt x="126" y="91054"/>
                  </a:lnTo>
                  <a:lnTo>
                    <a:pt x="0" y="89945"/>
                  </a:lnTo>
                  <a:lnTo>
                    <a:pt x="66" y="88837"/>
                  </a:lnTo>
                  <a:lnTo>
                    <a:pt x="160" y="87883"/>
                  </a:lnTo>
                  <a:lnTo>
                    <a:pt x="217" y="87225"/>
                  </a:lnTo>
                  <a:lnTo>
                    <a:pt x="438" y="84713"/>
                  </a:lnTo>
                  <a:lnTo>
                    <a:pt x="479" y="84246"/>
                  </a:lnTo>
                  <a:lnTo>
                    <a:pt x="477" y="83586"/>
                  </a:lnTo>
                  <a:lnTo>
                    <a:pt x="394" y="83095"/>
                  </a:lnTo>
                  <a:lnTo>
                    <a:pt x="352" y="82848"/>
                  </a:lnTo>
                  <a:lnTo>
                    <a:pt x="161" y="82136"/>
                  </a:lnTo>
                  <a:lnTo>
                    <a:pt x="128" y="81922"/>
                  </a:lnTo>
                  <a:lnTo>
                    <a:pt x="42" y="81562"/>
                  </a:lnTo>
                  <a:lnTo>
                    <a:pt x="67" y="81385"/>
                  </a:lnTo>
                  <a:lnTo>
                    <a:pt x="1040" y="78042"/>
                  </a:lnTo>
                  <a:lnTo>
                    <a:pt x="1053" y="77749"/>
                  </a:lnTo>
                  <a:lnTo>
                    <a:pt x="1089" y="76952"/>
                  </a:lnTo>
                  <a:lnTo>
                    <a:pt x="1108" y="76536"/>
                  </a:lnTo>
                  <a:lnTo>
                    <a:pt x="978" y="74326"/>
                  </a:lnTo>
                  <a:lnTo>
                    <a:pt x="1490" y="70772"/>
                  </a:lnTo>
                  <a:lnTo>
                    <a:pt x="2070" y="70964"/>
                  </a:lnTo>
                  <a:lnTo>
                    <a:pt x="2511" y="70179"/>
                  </a:lnTo>
                  <a:lnTo>
                    <a:pt x="4601" y="66334"/>
                  </a:lnTo>
                  <a:lnTo>
                    <a:pt x="7613" y="60350"/>
                  </a:lnTo>
                  <a:lnTo>
                    <a:pt x="7982" y="59949"/>
                  </a:lnTo>
                  <a:lnTo>
                    <a:pt x="8278" y="59533"/>
                  </a:lnTo>
                  <a:lnTo>
                    <a:pt x="8454" y="59220"/>
                  </a:lnTo>
                  <a:lnTo>
                    <a:pt x="8639" y="58491"/>
                  </a:lnTo>
                  <a:lnTo>
                    <a:pt x="9151" y="55007"/>
                  </a:lnTo>
                  <a:lnTo>
                    <a:pt x="9271" y="53156"/>
                  </a:lnTo>
                  <a:lnTo>
                    <a:pt x="6163" y="45340"/>
                  </a:lnTo>
                  <a:lnTo>
                    <a:pt x="7483" y="44785"/>
                  </a:lnTo>
                  <a:lnTo>
                    <a:pt x="11485" y="43031"/>
                  </a:lnTo>
                  <a:lnTo>
                    <a:pt x="15116" y="41438"/>
                  </a:lnTo>
                  <a:lnTo>
                    <a:pt x="15056" y="41287"/>
                  </a:lnTo>
                  <a:lnTo>
                    <a:pt x="14905" y="40909"/>
                  </a:lnTo>
                  <a:lnTo>
                    <a:pt x="14765" y="40494"/>
                  </a:lnTo>
                  <a:lnTo>
                    <a:pt x="14624" y="40079"/>
                  </a:lnTo>
                  <a:lnTo>
                    <a:pt x="14088" y="38491"/>
                  </a:lnTo>
                  <a:lnTo>
                    <a:pt x="13387" y="36416"/>
                  </a:lnTo>
                  <a:lnTo>
                    <a:pt x="13315" y="36203"/>
                  </a:lnTo>
                  <a:lnTo>
                    <a:pt x="13181" y="35947"/>
                  </a:lnTo>
                  <a:lnTo>
                    <a:pt x="11616" y="34170"/>
                  </a:lnTo>
                  <a:lnTo>
                    <a:pt x="11853" y="34107"/>
                  </a:lnTo>
                  <a:lnTo>
                    <a:pt x="15375" y="33170"/>
                  </a:lnTo>
                  <a:lnTo>
                    <a:pt x="17094" y="32311"/>
                  </a:lnTo>
                  <a:lnTo>
                    <a:pt x="19772" y="30943"/>
                  </a:lnTo>
                  <a:lnTo>
                    <a:pt x="22868" y="28656"/>
                  </a:lnTo>
                  <a:lnTo>
                    <a:pt x="25575" y="26655"/>
                  </a:lnTo>
                  <a:lnTo>
                    <a:pt x="29153" y="22810"/>
                  </a:lnTo>
                  <a:lnTo>
                    <a:pt x="29696" y="22011"/>
                  </a:lnTo>
                  <a:lnTo>
                    <a:pt x="29846" y="21791"/>
                  </a:lnTo>
                  <a:lnTo>
                    <a:pt x="31076" y="19980"/>
                  </a:lnTo>
                  <a:lnTo>
                    <a:pt x="33319" y="15227"/>
                  </a:lnTo>
                  <a:lnTo>
                    <a:pt x="33558" y="14534"/>
                  </a:lnTo>
                  <a:lnTo>
                    <a:pt x="33625" y="14343"/>
                  </a:lnTo>
                  <a:lnTo>
                    <a:pt x="34280" y="12450"/>
                  </a:lnTo>
                  <a:lnTo>
                    <a:pt x="34867" y="8284"/>
                  </a:lnTo>
                  <a:lnTo>
                    <a:pt x="34961" y="6792"/>
                  </a:lnTo>
                  <a:lnTo>
                    <a:pt x="34983" y="6432"/>
                  </a:lnTo>
                  <a:lnTo>
                    <a:pt x="35081" y="4866"/>
                  </a:lnTo>
                  <a:lnTo>
                    <a:pt x="35028" y="2570"/>
                  </a:lnTo>
                  <a:lnTo>
                    <a:pt x="34785" y="849"/>
                  </a:lnTo>
                  <a:lnTo>
                    <a:pt x="36054" y="364"/>
                  </a:lnTo>
                  <a:lnTo>
                    <a:pt x="36483" y="199"/>
                  </a:lnTo>
                  <a:lnTo>
                    <a:pt x="37005" y="0"/>
                  </a:lnTo>
                  <a:lnTo>
                    <a:pt x="38783" y="4642"/>
                  </a:lnTo>
                  <a:lnTo>
                    <a:pt x="38843" y="4800"/>
                  </a:lnTo>
                  <a:lnTo>
                    <a:pt x="40138" y="8182"/>
                  </a:lnTo>
                  <a:lnTo>
                    <a:pt x="41504" y="10268"/>
                  </a:lnTo>
                  <a:lnTo>
                    <a:pt x="43443" y="12584"/>
                  </a:lnTo>
                  <a:lnTo>
                    <a:pt x="44223" y="13223"/>
                  </a:lnTo>
                  <a:lnTo>
                    <a:pt x="45998" y="14677"/>
                  </a:lnTo>
                  <a:lnTo>
                    <a:pt x="47676" y="15935"/>
                  </a:lnTo>
                  <a:lnTo>
                    <a:pt x="49394" y="17003"/>
                  </a:lnTo>
                  <a:lnTo>
                    <a:pt x="49881" y="17211"/>
                  </a:lnTo>
                  <a:lnTo>
                    <a:pt x="52912" y="1850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542632" y="3721087"/>
              <a:ext cx="109836" cy="76389"/>
            </a:xfrm>
            <a:custGeom>
              <a:avLst/>
              <a:pathLst>
                <a:path w="109836" h="76389">
                  <a:moveTo>
                    <a:pt x="1113" y="70212"/>
                  </a:moveTo>
                  <a:lnTo>
                    <a:pt x="2047" y="69184"/>
                  </a:lnTo>
                  <a:lnTo>
                    <a:pt x="5876" y="67628"/>
                  </a:lnTo>
                  <a:lnTo>
                    <a:pt x="7808" y="66739"/>
                  </a:lnTo>
                  <a:lnTo>
                    <a:pt x="10873" y="65270"/>
                  </a:lnTo>
                  <a:lnTo>
                    <a:pt x="12739" y="60505"/>
                  </a:lnTo>
                  <a:lnTo>
                    <a:pt x="13037" y="60141"/>
                  </a:lnTo>
                  <a:lnTo>
                    <a:pt x="17203" y="55041"/>
                  </a:lnTo>
                  <a:lnTo>
                    <a:pt x="19781" y="54199"/>
                  </a:lnTo>
                  <a:lnTo>
                    <a:pt x="22277" y="55026"/>
                  </a:lnTo>
                  <a:lnTo>
                    <a:pt x="24665" y="53437"/>
                  </a:lnTo>
                  <a:lnTo>
                    <a:pt x="24960" y="50937"/>
                  </a:lnTo>
                  <a:lnTo>
                    <a:pt x="24998" y="50612"/>
                  </a:lnTo>
                  <a:lnTo>
                    <a:pt x="26942" y="48731"/>
                  </a:lnTo>
                  <a:lnTo>
                    <a:pt x="26689" y="44852"/>
                  </a:lnTo>
                  <a:lnTo>
                    <a:pt x="23697" y="40935"/>
                  </a:lnTo>
                  <a:lnTo>
                    <a:pt x="24501" y="37122"/>
                  </a:lnTo>
                  <a:lnTo>
                    <a:pt x="20822" y="33868"/>
                  </a:lnTo>
                  <a:lnTo>
                    <a:pt x="18455" y="31774"/>
                  </a:lnTo>
                  <a:lnTo>
                    <a:pt x="18786" y="27598"/>
                  </a:lnTo>
                  <a:lnTo>
                    <a:pt x="16073" y="23341"/>
                  </a:lnTo>
                  <a:lnTo>
                    <a:pt x="17228" y="20986"/>
                  </a:lnTo>
                  <a:lnTo>
                    <a:pt x="16924" y="16837"/>
                  </a:lnTo>
                  <a:lnTo>
                    <a:pt x="16862" y="16044"/>
                  </a:lnTo>
                  <a:lnTo>
                    <a:pt x="16998" y="12353"/>
                  </a:lnTo>
                  <a:lnTo>
                    <a:pt x="17119" y="11929"/>
                  </a:lnTo>
                  <a:lnTo>
                    <a:pt x="17324" y="11213"/>
                  </a:lnTo>
                  <a:lnTo>
                    <a:pt x="19990" y="7722"/>
                  </a:lnTo>
                  <a:lnTo>
                    <a:pt x="20797" y="6188"/>
                  </a:lnTo>
                  <a:lnTo>
                    <a:pt x="20962" y="5914"/>
                  </a:lnTo>
                  <a:lnTo>
                    <a:pt x="21783" y="4545"/>
                  </a:lnTo>
                  <a:lnTo>
                    <a:pt x="22239" y="3785"/>
                  </a:lnTo>
                  <a:lnTo>
                    <a:pt x="23948" y="1969"/>
                  </a:lnTo>
                  <a:lnTo>
                    <a:pt x="26045" y="0"/>
                  </a:lnTo>
                  <a:lnTo>
                    <a:pt x="27843" y="2556"/>
                  </a:lnTo>
                  <a:lnTo>
                    <a:pt x="28486" y="3471"/>
                  </a:lnTo>
                  <a:lnTo>
                    <a:pt x="29430" y="4814"/>
                  </a:lnTo>
                  <a:lnTo>
                    <a:pt x="30573" y="6351"/>
                  </a:lnTo>
                  <a:lnTo>
                    <a:pt x="31593" y="7724"/>
                  </a:lnTo>
                  <a:lnTo>
                    <a:pt x="32888" y="9461"/>
                  </a:lnTo>
                  <a:lnTo>
                    <a:pt x="35038" y="12344"/>
                  </a:lnTo>
                  <a:lnTo>
                    <a:pt x="36132" y="13812"/>
                  </a:lnTo>
                  <a:lnTo>
                    <a:pt x="37232" y="15337"/>
                  </a:lnTo>
                  <a:lnTo>
                    <a:pt x="39096" y="17924"/>
                  </a:lnTo>
                  <a:lnTo>
                    <a:pt x="39378" y="18295"/>
                  </a:lnTo>
                  <a:lnTo>
                    <a:pt x="41848" y="21541"/>
                  </a:lnTo>
                  <a:lnTo>
                    <a:pt x="42321" y="21178"/>
                  </a:lnTo>
                  <a:lnTo>
                    <a:pt x="50732" y="15303"/>
                  </a:lnTo>
                  <a:lnTo>
                    <a:pt x="52181" y="14299"/>
                  </a:lnTo>
                  <a:lnTo>
                    <a:pt x="54680" y="12566"/>
                  </a:lnTo>
                  <a:lnTo>
                    <a:pt x="59155" y="9462"/>
                  </a:lnTo>
                  <a:lnTo>
                    <a:pt x="63350" y="6383"/>
                  </a:lnTo>
                  <a:lnTo>
                    <a:pt x="68994" y="2240"/>
                  </a:lnTo>
                  <a:lnTo>
                    <a:pt x="69469" y="1892"/>
                  </a:lnTo>
                  <a:lnTo>
                    <a:pt x="71035" y="742"/>
                  </a:lnTo>
                  <a:lnTo>
                    <a:pt x="71602" y="287"/>
                  </a:lnTo>
                  <a:lnTo>
                    <a:pt x="72558" y="1484"/>
                  </a:lnTo>
                  <a:lnTo>
                    <a:pt x="73963" y="3428"/>
                  </a:lnTo>
                  <a:lnTo>
                    <a:pt x="75153" y="5026"/>
                  </a:lnTo>
                  <a:lnTo>
                    <a:pt x="76755" y="7189"/>
                  </a:lnTo>
                  <a:lnTo>
                    <a:pt x="78204" y="9098"/>
                  </a:lnTo>
                  <a:lnTo>
                    <a:pt x="80694" y="12479"/>
                  </a:lnTo>
                  <a:lnTo>
                    <a:pt x="81949" y="14161"/>
                  </a:lnTo>
                  <a:lnTo>
                    <a:pt x="83311" y="16044"/>
                  </a:lnTo>
                  <a:lnTo>
                    <a:pt x="84446" y="17606"/>
                  </a:lnTo>
                  <a:lnTo>
                    <a:pt x="85741" y="19381"/>
                  </a:lnTo>
                  <a:lnTo>
                    <a:pt x="87150" y="21312"/>
                  </a:lnTo>
                  <a:lnTo>
                    <a:pt x="87807" y="22217"/>
                  </a:lnTo>
                  <a:lnTo>
                    <a:pt x="88544" y="22858"/>
                  </a:lnTo>
                  <a:lnTo>
                    <a:pt x="89561" y="23883"/>
                  </a:lnTo>
                  <a:lnTo>
                    <a:pt x="89717" y="23803"/>
                  </a:lnTo>
                  <a:lnTo>
                    <a:pt x="90138" y="24144"/>
                  </a:lnTo>
                  <a:lnTo>
                    <a:pt x="90531" y="24457"/>
                  </a:lnTo>
                  <a:lnTo>
                    <a:pt x="92443" y="24766"/>
                  </a:lnTo>
                  <a:lnTo>
                    <a:pt x="97364" y="24837"/>
                  </a:lnTo>
                  <a:lnTo>
                    <a:pt x="106151" y="27863"/>
                  </a:lnTo>
                  <a:lnTo>
                    <a:pt x="109836" y="37635"/>
                  </a:lnTo>
                  <a:lnTo>
                    <a:pt x="88956" y="47622"/>
                  </a:lnTo>
                  <a:lnTo>
                    <a:pt x="83829" y="46127"/>
                  </a:lnTo>
                  <a:lnTo>
                    <a:pt x="79129" y="45806"/>
                  </a:lnTo>
                  <a:lnTo>
                    <a:pt x="73896" y="47622"/>
                  </a:lnTo>
                  <a:lnTo>
                    <a:pt x="71226" y="49438"/>
                  </a:lnTo>
                  <a:lnTo>
                    <a:pt x="68983" y="53176"/>
                  </a:lnTo>
                  <a:lnTo>
                    <a:pt x="67380" y="59798"/>
                  </a:lnTo>
                  <a:lnTo>
                    <a:pt x="65458" y="61934"/>
                  </a:lnTo>
                  <a:lnTo>
                    <a:pt x="55204" y="67808"/>
                  </a:lnTo>
                  <a:lnTo>
                    <a:pt x="48796" y="69945"/>
                  </a:lnTo>
                  <a:lnTo>
                    <a:pt x="38450" y="71689"/>
                  </a:lnTo>
                  <a:lnTo>
                    <a:pt x="26381" y="76389"/>
                  </a:lnTo>
                  <a:lnTo>
                    <a:pt x="18904" y="71582"/>
                  </a:lnTo>
                  <a:lnTo>
                    <a:pt x="0" y="723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497980" y="3634306"/>
              <a:ext cx="204001" cy="111618"/>
            </a:xfrm>
            <a:custGeom>
              <a:avLst/>
              <a:pathLst>
                <a:path w="204001" h="111618">
                  <a:moveTo>
                    <a:pt x="84009" y="14147"/>
                  </a:moveTo>
                  <a:lnTo>
                    <a:pt x="83688" y="14895"/>
                  </a:lnTo>
                  <a:lnTo>
                    <a:pt x="83411" y="15322"/>
                  </a:lnTo>
                  <a:lnTo>
                    <a:pt x="82919" y="15407"/>
                  </a:lnTo>
                  <a:lnTo>
                    <a:pt x="82231" y="15352"/>
                  </a:lnTo>
                  <a:lnTo>
                    <a:pt x="81900" y="15331"/>
                  </a:lnTo>
                  <a:lnTo>
                    <a:pt x="80341" y="14594"/>
                  </a:lnTo>
                  <a:lnTo>
                    <a:pt x="79668" y="14402"/>
                  </a:lnTo>
                  <a:lnTo>
                    <a:pt x="78963" y="14380"/>
                  </a:lnTo>
                  <a:lnTo>
                    <a:pt x="78018" y="14706"/>
                  </a:lnTo>
                  <a:lnTo>
                    <a:pt x="76918" y="15331"/>
                  </a:lnTo>
                  <a:lnTo>
                    <a:pt x="76208" y="15776"/>
                  </a:lnTo>
                  <a:lnTo>
                    <a:pt x="74552" y="16925"/>
                  </a:lnTo>
                  <a:lnTo>
                    <a:pt x="73391" y="17752"/>
                  </a:lnTo>
                  <a:lnTo>
                    <a:pt x="71749" y="18900"/>
                  </a:lnTo>
                  <a:lnTo>
                    <a:pt x="69279" y="20663"/>
                  </a:lnTo>
                  <a:lnTo>
                    <a:pt x="69004" y="21066"/>
                  </a:lnTo>
                  <a:lnTo>
                    <a:pt x="68924" y="21322"/>
                  </a:lnTo>
                  <a:lnTo>
                    <a:pt x="69004" y="21803"/>
                  </a:lnTo>
                  <a:lnTo>
                    <a:pt x="69340" y="22444"/>
                  </a:lnTo>
                  <a:lnTo>
                    <a:pt x="70926" y="24030"/>
                  </a:lnTo>
                  <a:lnTo>
                    <a:pt x="71856" y="24655"/>
                  </a:lnTo>
                  <a:lnTo>
                    <a:pt x="72790" y="24847"/>
                  </a:lnTo>
                  <a:lnTo>
                    <a:pt x="73623" y="25082"/>
                  </a:lnTo>
                  <a:lnTo>
                    <a:pt x="74435" y="25317"/>
                  </a:lnTo>
                  <a:lnTo>
                    <a:pt x="75567" y="25253"/>
                  </a:lnTo>
                  <a:lnTo>
                    <a:pt x="76357" y="24911"/>
                  </a:lnTo>
                  <a:lnTo>
                    <a:pt x="77340" y="24612"/>
                  </a:lnTo>
                  <a:lnTo>
                    <a:pt x="78921" y="24719"/>
                  </a:lnTo>
                  <a:lnTo>
                    <a:pt x="80117" y="25253"/>
                  </a:lnTo>
                  <a:lnTo>
                    <a:pt x="80972" y="25936"/>
                  </a:lnTo>
                  <a:lnTo>
                    <a:pt x="81506" y="26791"/>
                  </a:lnTo>
                  <a:lnTo>
                    <a:pt x="82445" y="28008"/>
                  </a:lnTo>
                  <a:lnTo>
                    <a:pt x="83471" y="29311"/>
                  </a:lnTo>
                  <a:lnTo>
                    <a:pt x="84731" y="30294"/>
                  </a:lnTo>
                  <a:lnTo>
                    <a:pt x="86867" y="30743"/>
                  </a:lnTo>
                  <a:lnTo>
                    <a:pt x="88555" y="30486"/>
                  </a:lnTo>
                  <a:lnTo>
                    <a:pt x="91524" y="29290"/>
                  </a:lnTo>
                  <a:lnTo>
                    <a:pt x="93318" y="27652"/>
                  </a:lnTo>
                  <a:lnTo>
                    <a:pt x="95882" y="27385"/>
                  </a:lnTo>
                  <a:lnTo>
                    <a:pt x="97245" y="27827"/>
                  </a:lnTo>
                  <a:lnTo>
                    <a:pt x="98200" y="28136"/>
                  </a:lnTo>
                  <a:lnTo>
                    <a:pt x="105281" y="30429"/>
                  </a:lnTo>
                  <a:lnTo>
                    <a:pt x="107791" y="32566"/>
                  </a:lnTo>
                  <a:lnTo>
                    <a:pt x="108218" y="34007"/>
                  </a:lnTo>
                  <a:lnTo>
                    <a:pt x="109286" y="35396"/>
                  </a:lnTo>
                  <a:lnTo>
                    <a:pt x="110426" y="35439"/>
                  </a:lnTo>
                  <a:lnTo>
                    <a:pt x="114173" y="33263"/>
                  </a:lnTo>
                  <a:lnTo>
                    <a:pt x="118358" y="34299"/>
                  </a:lnTo>
                  <a:lnTo>
                    <a:pt x="123434" y="39457"/>
                  </a:lnTo>
                  <a:lnTo>
                    <a:pt x="125389" y="41443"/>
                  </a:lnTo>
                  <a:lnTo>
                    <a:pt x="135606" y="37018"/>
                  </a:lnTo>
                  <a:lnTo>
                    <a:pt x="139671" y="37333"/>
                  </a:lnTo>
                  <a:lnTo>
                    <a:pt x="147314" y="45112"/>
                  </a:lnTo>
                  <a:lnTo>
                    <a:pt x="147310" y="48527"/>
                  </a:lnTo>
                  <a:lnTo>
                    <a:pt x="143922" y="52045"/>
                  </a:lnTo>
                  <a:lnTo>
                    <a:pt x="144097" y="54843"/>
                  </a:lnTo>
                  <a:lnTo>
                    <a:pt x="149805" y="63699"/>
                  </a:lnTo>
                  <a:lnTo>
                    <a:pt x="158000" y="65764"/>
                  </a:lnTo>
                  <a:lnTo>
                    <a:pt x="164157" y="65846"/>
                  </a:lnTo>
                  <a:lnTo>
                    <a:pt x="170883" y="64153"/>
                  </a:lnTo>
                  <a:lnTo>
                    <a:pt x="185958" y="66575"/>
                  </a:lnTo>
                  <a:lnTo>
                    <a:pt x="188555" y="70259"/>
                  </a:lnTo>
                  <a:lnTo>
                    <a:pt x="187273" y="74172"/>
                  </a:lnTo>
                  <a:lnTo>
                    <a:pt x="200872" y="81315"/>
                  </a:lnTo>
                  <a:lnTo>
                    <a:pt x="204001" y="87137"/>
                  </a:lnTo>
                  <a:lnTo>
                    <a:pt x="202663" y="91292"/>
                  </a:lnTo>
                  <a:lnTo>
                    <a:pt x="200897" y="93052"/>
                  </a:lnTo>
                  <a:lnTo>
                    <a:pt x="188893" y="95069"/>
                  </a:lnTo>
                  <a:lnTo>
                    <a:pt x="177299" y="92146"/>
                  </a:lnTo>
                  <a:lnTo>
                    <a:pt x="173188" y="88118"/>
                  </a:lnTo>
                  <a:lnTo>
                    <a:pt x="164439" y="87645"/>
                  </a:lnTo>
                  <a:lnTo>
                    <a:pt x="162773" y="99599"/>
                  </a:lnTo>
                  <a:lnTo>
                    <a:pt x="159988" y="106290"/>
                  </a:lnTo>
                  <a:lnTo>
                    <a:pt x="155737" y="108349"/>
                  </a:lnTo>
                  <a:lnTo>
                    <a:pt x="149720" y="105558"/>
                  </a:lnTo>
                  <a:lnTo>
                    <a:pt x="142372" y="110820"/>
                  </a:lnTo>
                  <a:lnTo>
                    <a:pt x="142016" y="111618"/>
                  </a:lnTo>
                  <a:lnTo>
                    <a:pt x="137095" y="111546"/>
                  </a:lnTo>
                  <a:lnTo>
                    <a:pt x="135183" y="111238"/>
                  </a:lnTo>
                  <a:lnTo>
                    <a:pt x="134790" y="110924"/>
                  </a:lnTo>
                  <a:lnTo>
                    <a:pt x="134369" y="110584"/>
                  </a:lnTo>
                  <a:lnTo>
                    <a:pt x="134213" y="110664"/>
                  </a:lnTo>
                  <a:lnTo>
                    <a:pt x="133195" y="109638"/>
                  </a:lnTo>
                  <a:lnTo>
                    <a:pt x="132459" y="108998"/>
                  </a:lnTo>
                  <a:lnTo>
                    <a:pt x="131802" y="108092"/>
                  </a:lnTo>
                  <a:lnTo>
                    <a:pt x="130393" y="106162"/>
                  </a:lnTo>
                  <a:lnTo>
                    <a:pt x="129098" y="104386"/>
                  </a:lnTo>
                  <a:lnTo>
                    <a:pt x="127963" y="102824"/>
                  </a:lnTo>
                  <a:lnTo>
                    <a:pt x="126601" y="100942"/>
                  </a:lnTo>
                  <a:lnTo>
                    <a:pt x="125346" y="99259"/>
                  </a:lnTo>
                  <a:lnTo>
                    <a:pt x="122856" y="95878"/>
                  </a:lnTo>
                  <a:lnTo>
                    <a:pt x="121407" y="93969"/>
                  </a:lnTo>
                  <a:lnTo>
                    <a:pt x="119805" y="91806"/>
                  </a:lnTo>
                  <a:lnTo>
                    <a:pt x="118614" y="90208"/>
                  </a:lnTo>
                  <a:lnTo>
                    <a:pt x="117210" y="88264"/>
                  </a:lnTo>
                  <a:lnTo>
                    <a:pt x="116254" y="87068"/>
                  </a:lnTo>
                  <a:lnTo>
                    <a:pt x="115687" y="87523"/>
                  </a:lnTo>
                  <a:lnTo>
                    <a:pt x="114121" y="88672"/>
                  </a:lnTo>
                  <a:lnTo>
                    <a:pt x="113646" y="89021"/>
                  </a:lnTo>
                  <a:lnTo>
                    <a:pt x="108002" y="93163"/>
                  </a:lnTo>
                  <a:lnTo>
                    <a:pt x="103761" y="96276"/>
                  </a:lnTo>
                  <a:lnTo>
                    <a:pt x="99332" y="99347"/>
                  </a:lnTo>
                  <a:lnTo>
                    <a:pt x="96833" y="101079"/>
                  </a:lnTo>
                  <a:lnTo>
                    <a:pt x="95384" y="102084"/>
                  </a:lnTo>
                  <a:lnTo>
                    <a:pt x="86973" y="107958"/>
                  </a:lnTo>
                  <a:lnTo>
                    <a:pt x="86500" y="108322"/>
                  </a:lnTo>
                  <a:lnTo>
                    <a:pt x="84030" y="105075"/>
                  </a:lnTo>
                  <a:lnTo>
                    <a:pt x="83748" y="104704"/>
                  </a:lnTo>
                  <a:lnTo>
                    <a:pt x="81883" y="102117"/>
                  </a:lnTo>
                  <a:lnTo>
                    <a:pt x="80784" y="100592"/>
                  </a:lnTo>
                  <a:lnTo>
                    <a:pt x="79690" y="99124"/>
                  </a:lnTo>
                  <a:lnTo>
                    <a:pt x="77540" y="96241"/>
                  </a:lnTo>
                  <a:lnTo>
                    <a:pt x="76245" y="94504"/>
                  </a:lnTo>
                  <a:lnTo>
                    <a:pt x="75224" y="93131"/>
                  </a:lnTo>
                  <a:lnTo>
                    <a:pt x="74082" y="91594"/>
                  </a:lnTo>
                  <a:lnTo>
                    <a:pt x="73138" y="90251"/>
                  </a:lnTo>
                  <a:lnTo>
                    <a:pt x="72495" y="89336"/>
                  </a:lnTo>
                  <a:lnTo>
                    <a:pt x="70646" y="86816"/>
                  </a:lnTo>
                  <a:lnTo>
                    <a:pt x="68600" y="88749"/>
                  </a:lnTo>
                  <a:lnTo>
                    <a:pt x="66891" y="90565"/>
                  </a:lnTo>
                  <a:lnTo>
                    <a:pt x="66435" y="91325"/>
                  </a:lnTo>
                  <a:lnTo>
                    <a:pt x="65614" y="92694"/>
                  </a:lnTo>
                  <a:lnTo>
                    <a:pt x="65449" y="92968"/>
                  </a:lnTo>
                  <a:lnTo>
                    <a:pt x="64642" y="94502"/>
                  </a:lnTo>
                  <a:lnTo>
                    <a:pt x="61976" y="97993"/>
                  </a:lnTo>
                  <a:lnTo>
                    <a:pt x="61819" y="97580"/>
                  </a:lnTo>
                  <a:lnTo>
                    <a:pt x="61467" y="96650"/>
                  </a:lnTo>
                  <a:lnTo>
                    <a:pt x="61036" y="95510"/>
                  </a:lnTo>
                  <a:lnTo>
                    <a:pt x="60246" y="93425"/>
                  </a:lnTo>
                  <a:lnTo>
                    <a:pt x="59842" y="92357"/>
                  </a:lnTo>
                  <a:lnTo>
                    <a:pt x="58593" y="89057"/>
                  </a:lnTo>
                  <a:lnTo>
                    <a:pt x="58473" y="88742"/>
                  </a:lnTo>
                  <a:lnTo>
                    <a:pt x="57925" y="87292"/>
                  </a:lnTo>
                  <a:lnTo>
                    <a:pt x="56917" y="84630"/>
                  </a:lnTo>
                  <a:lnTo>
                    <a:pt x="56366" y="83175"/>
                  </a:lnTo>
                  <a:lnTo>
                    <a:pt x="56032" y="82348"/>
                  </a:lnTo>
                  <a:lnTo>
                    <a:pt x="55815" y="81812"/>
                  </a:lnTo>
                  <a:lnTo>
                    <a:pt x="47939" y="83840"/>
                  </a:lnTo>
                  <a:lnTo>
                    <a:pt x="45213" y="84274"/>
                  </a:lnTo>
                  <a:lnTo>
                    <a:pt x="42412" y="84444"/>
                  </a:lnTo>
                  <a:lnTo>
                    <a:pt x="38618" y="84116"/>
                  </a:lnTo>
                  <a:lnTo>
                    <a:pt x="34981" y="83185"/>
                  </a:lnTo>
                  <a:lnTo>
                    <a:pt x="31951" y="81896"/>
                  </a:lnTo>
                  <a:lnTo>
                    <a:pt x="31464" y="81688"/>
                  </a:lnTo>
                  <a:lnTo>
                    <a:pt x="29746" y="80620"/>
                  </a:lnTo>
                  <a:lnTo>
                    <a:pt x="28067" y="79362"/>
                  </a:lnTo>
                  <a:lnTo>
                    <a:pt x="26293" y="77908"/>
                  </a:lnTo>
                  <a:lnTo>
                    <a:pt x="25513" y="77269"/>
                  </a:lnTo>
                  <a:lnTo>
                    <a:pt x="23574" y="74953"/>
                  </a:lnTo>
                  <a:lnTo>
                    <a:pt x="22208" y="72867"/>
                  </a:lnTo>
                  <a:lnTo>
                    <a:pt x="20913" y="69485"/>
                  </a:lnTo>
                  <a:lnTo>
                    <a:pt x="20853" y="69327"/>
                  </a:lnTo>
                  <a:lnTo>
                    <a:pt x="19075" y="64684"/>
                  </a:lnTo>
                  <a:lnTo>
                    <a:pt x="18553" y="64884"/>
                  </a:lnTo>
                  <a:lnTo>
                    <a:pt x="18124" y="65049"/>
                  </a:lnTo>
                  <a:lnTo>
                    <a:pt x="16855" y="65534"/>
                  </a:lnTo>
                  <a:lnTo>
                    <a:pt x="16835" y="65387"/>
                  </a:lnTo>
                  <a:lnTo>
                    <a:pt x="16617" y="63837"/>
                  </a:lnTo>
                  <a:lnTo>
                    <a:pt x="15049" y="59831"/>
                  </a:lnTo>
                  <a:lnTo>
                    <a:pt x="12985" y="54556"/>
                  </a:lnTo>
                  <a:lnTo>
                    <a:pt x="12772" y="54011"/>
                  </a:lnTo>
                  <a:lnTo>
                    <a:pt x="12364" y="52887"/>
                  </a:lnTo>
                  <a:lnTo>
                    <a:pt x="4985" y="32543"/>
                  </a:lnTo>
                  <a:lnTo>
                    <a:pt x="4865" y="32212"/>
                  </a:lnTo>
                  <a:lnTo>
                    <a:pt x="4810" y="32059"/>
                  </a:lnTo>
                  <a:lnTo>
                    <a:pt x="3661" y="28894"/>
                  </a:lnTo>
                  <a:lnTo>
                    <a:pt x="3319" y="27950"/>
                  </a:lnTo>
                  <a:lnTo>
                    <a:pt x="2739" y="25594"/>
                  </a:lnTo>
                  <a:lnTo>
                    <a:pt x="2654" y="25247"/>
                  </a:lnTo>
                  <a:lnTo>
                    <a:pt x="1557" y="20794"/>
                  </a:lnTo>
                  <a:lnTo>
                    <a:pt x="788" y="18774"/>
                  </a:lnTo>
                  <a:lnTo>
                    <a:pt x="329" y="17570"/>
                  </a:lnTo>
                  <a:lnTo>
                    <a:pt x="93" y="16949"/>
                  </a:lnTo>
                  <a:lnTo>
                    <a:pt x="0" y="16704"/>
                  </a:lnTo>
                  <a:lnTo>
                    <a:pt x="1482" y="16115"/>
                  </a:lnTo>
                  <a:lnTo>
                    <a:pt x="6751" y="14166"/>
                  </a:lnTo>
                  <a:lnTo>
                    <a:pt x="7152" y="13998"/>
                  </a:lnTo>
                  <a:lnTo>
                    <a:pt x="8195" y="13561"/>
                  </a:lnTo>
                  <a:lnTo>
                    <a:pt x="10367" y="12703"/>
                  </a:lnTo>
                  <a:lnTo>
                    <a:pt x="11318" y="12327"/>
                  </a:lnTo>
                  <a:lnTo>
                    <a:pt x="11480" y="12263"/>
                  </a:lnTo>
                  <a:lnTo>
                    <a:pt x="14531" y="10479"/>
                  </a:lnTo>
                  <a:lnTo>
                    <a:pt x="14876" y="10277"/>
                  </a:lnTo>
                  <a:lnTo>
                    <a:pt x="16081" y="9663"/>
                  </a:lnTo>
                  <a:lnTo>
                    <a:pt x="18290" y="8889"/>
                  </a:lnTo>
                  <a:lnTo>
                    <a:pt x="19166" y="8583"/>
                  </a:lnTo>
                  <a:lnTo>
                    <a:pt x="22252" y="7502"/>
                  </a:lnTo>
                  <a:lnTo>
                    <a:pt x="30003" y="5273"/>
                  </a:lnTo>
                  <a:lnTo>
                    <a:pt x="41777" y="1807"/>
                  </a:lnTo>
                  <a:lnTo>
                    <a:pt x="42892" y="1479"/>
                  </a:lnTo>
                  <a:lnTo>
                    <a:pt x="43934" y="4119"/>
                  </a:lnTo>
                  <a:lnTo>
                    <a:pt x="45853" y="8979"/>
                  </a:lnTo>
                  <a:lnTo>
                    <a:pt x="50835" y="17155"/>
                  </a:lnTo>
                  <a:lnTo>
                    <a:pt x="52015" y="18611"/>
                  </a:lnTo>
                  <a:lnTo>
                    <a:pt x="52445" y="19142"/>
                  </a:lnTo>
                  <a:lnTo>
                    <a:pt x="57983" y="15289"/>
                  </a:lnTo>
                  <a:lnTo>
                    <a:pt x="60150" y="13649"/>
                  </a:lnTo>
                  <a:lnTo>
                    <a:pt x="61112" y="12920"/>
                  </a:lnTo>
                  <a:lnTo>
                    <a:pt x="70400" y="5890"/>
                  </a:lnTo>
                  <a:lnTo>
                    <a:pt x="72213" y="4699"/>
                  </a:lnTo>
                  <a:lnTo>
                    <a:pt x="77233" y="1441"/>
                  </a:lnTo>
                  <a:lnTo>
                    <a:pt x="78941" y="373"/>
                  </a:lnTo>
                  <a:lnTo>
                    <a:pt x="79769" y="80"/>
                  </a:lnTo>
                  <a:lnTo>
                    <a:pt x="80784" y="0"/>
                  </a:lnTo>
                  <a:lnTo>
                    <a:pt x="81665" y="80"/>
                  </a:lnTo>
                  <a:lnTo>
                    <a:pt x="83027" y="400"/>
                  </a:lnTo>
                  <a:lnTo>
                    <a:pt x="84095" y="881"/>
                  </a:lnTo>
                  <a:lnTo>
                    <a:pt x="84629" y="1415"/>
                  </a:lnTo>
                  <a:lnTo>
                    <a:pt x="84783" y="1825"/>
                  </a:lnTo>
                  <a:lnTo>
                    <a:pt x="84682" y="2323"/>
                  </a:lnTo>
                  <a:lnTo>
                    <a:pt x="84522" y="2696"/>
                  </a:lnTo>
                  <a:lnTo>
                    <a:pt x="84495" y="2883"/>
                  </a:lnTo>
                  <a:lnTo>
                    <a:pt x="84656" y="3417"/>
                  </a:lnTo>
                  <a:lnTo>
                    <a:pt x="87537" y="5823"/>
                  </a:lnTo>
                  <a:lnTo>
                    <a:pt x="87660" y="6122"/>
                  </a:lnTo>
                  <a:lnTo>
                    <a:pt x="87619" y="6350"/>
                  </a:lnTo>
                  <a:lnTo>
                    <a:pt x="87234" y="7012"/>
                  </a:lnTo>
                  <a:lnTo>
                    <a:pt x="86209" y="8529"/>
                  </a:lnTo>
                  <a:lnTo>
                    <a:pt x="85632" y="9319"/>
                  </a:lnTo>
                  <a:lnTo>
                    <a:pt x="85333" y="10580"/>
                  </a:lnTo>
                  <a:lnTo>
                    <a:pt x="84522" y="126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533173" y="3580480"/>
              <a:ext cx="170729" cy="84570"/>
            </a:xfrm>
            <a:custGeom>
              <a:avLst/>
              <a:pathLst>
                <a:path w="170729" h="84570">
                  <a:moveTo>
                    <a:pt x="61017" y="21963"/>
                  </a:moveTo>
                  <a:lnTo>
                    <a:pt x="62485" y="22083"/>
                  </a:lnTo>
                  <a:lnTo>
                    <a:pt x="64248" y="22056"/>
                  </a:lnTo>
                  <a:lnTo>
                    <a:pt x="64755" y="22056"/>
                  </a:lnTo>
                  <a:lnTo>
                    <a:pt x="65546" y="22083"/>
                  </a:lnTo>
                  <a:lnTo>
                    <a:pt x="65546" y="24454"/>
                  </a:lnTo>
                  <a:lnTo>
                    <a:pt x="65354" y="27402"/>
                  </a:lnTo>
                  <a:lnTo>
                    <a:pt x="65632" y="27637"/>
                  </a:lnTo>
                  <a:lnTo>
                    <a:pt x="67661" y="27808"/>
                  </a:lnTo>
                  <a:lnTo>
                    <a:pt x="69199" y="28000"/>
                  </a:lnTo>
                  <a:lnTo>
                    <a:pt x="71293" y="28555"/>
                  </a:lnTo>
                  <a:lnTo>
                    <a:pt x="73044" y="29217"/>
                  </a:lnTo>
                  <a:lnTo>
                    <a:pt x="74347" y="29773"/>
                  </a:lnTo>
                  <a:lnTo>
                    <a:pt x="75159" y="30371"/>
                  </a:lnTo>
                  <a:lnTo>
                    <a:pt x="75481" y="31067"/>
                  </a:lnTo>
                  <a:lnTo>
                    <a:pt x="75786" y="32189"/>
                  </a:lnTo>
                  <a:lnTo>
                    <a:pt x="75898" y="32877"/>
                  </a:lnTo>
                  <a:lnTo>
                    <a:pt x="75818" y="34015"/>
                  </a:lnTo>
                  <a:lnTo>
                    <a:pt x="75802" y="34448"/>
                  </a:lnTo>
                  <a:lnTo>
                    <a:pt x="75834" y="34640"/>
                  </a:lnTo>
                  <a:lnTo>
                    <a:pt x="76731" y="33951"/>
                  </a:lnTo>
                  <a:lnTo>
                    <a:pt x="77532" y="33102"/>
                  </a:lnTo>
                  <a:lnTo>
                    <a:pt x="78782" y="31371"/>
                  </a:lnTo>
                  <a:lnTo>
                    <a:pt x="80368" y="30026"/>
                  </a:lnTo>
                  <a:lnTo>
                    <a:pt x="81249" y="29193"/>
                  </a:lnTo>
                  <a:lnTo>
                    <a:pt x="82819" y="28680"/>
                  </a:lnTo>
                  <a:lnTo>
                    <a:pt x="84117" y="28023"/>
                  </a:lnTo>
                  <a:lnTo>
                    <a:pt x="85158" y="27398"/>
                  </a:lnTo>
                  <a:lnTo>
                    <a:pt x="86247" y="26501"/>
                  </a:lnTo>
                  <a:lnTo>
                    <a:pt x="87289" y="25876"/>
                  </a:lnTo>
                  <a:lnTo>
                    <a:pt x="89131" y="25604"/>
                  </a:lnTo>
                  <a:lnTo>
                    <a:pt x="90285" y="25908"/>
                  </a:lnTo>
                  <a:lnTo>
                    <a:pt x="92033" y="26692"/>
                  </a:lnTo>
                  <a:lnTo>
                    <a:pt x="93835" y="27173"/>
                  </a:lnTo>
                  <a:lnTo>
                    <a:pt x="96358" y="28255"/>
                  </a:lnTo>
                  <a:lnTo>
                    <a:pt x="98081" y="28575"/>
                  </a:lnTo>
                  <a:lnTo>
                    <a:pt x="100043" y="28695"/>
                  </a:lnTo>
                  <a:lnTo>
                    <a:pt x="102486" y="28775"/>
                  </a:lnTo>
                  <a:lnTo>
                    <a:pt x="104409" y="28495"/>
                  </a:lnTo>
                  <a:lnTo>
                    <a:pt x="106412" y="28375"/>
                  </a:lnTo>
                  <a:lnTo>
                    <a:pt x="108134" y="28375"/>
                  </a:lnTo>
                  <a:lnTo>
                    <a:pt x="109496" y="28375"/>
                  </a:lnTo>
                  <a:lnTo>
                    <a:pt x="110703" y="28471"/>
                  </a:lnTo>
                  <a:lnTo>
                    <a:pt x="111872" y="28599"/>
                  </a:lnTo>
                  <a:lnTo>
                    <a:pt x="112849" y="28615"/>
                  </a:lnTo>
                  <a:lnTo>
                    <a:pt x="114141" y="28241"/>
                  </a:lnTo>
                  <a:lnTo>
                    <a:pt x="115124" y="28988"/>
                  </a:lnTo>
                  <a:lnTo>
                    <a:pt x="115708" y="29432"/>
                  </a:lnTo>
                  <a:lnTo>
                    <a:pt x="118600" y="31632"/>
                  </a:lnTo>
                  <a:lnTo>
                    <a:pt x="125062" y="34703"/>
                  </a:lnTo>
                  <a:lnTo>
                    <a:pt x="126851" y="35397"/>
                  </a:lnTo>
                  <a:lnTo>
                    <a:pt x="128720" y="35610"/>
                  </a:lnTo>
                  <a:lnTo>
                    <a:pt x="131497" y="35717"/>
                  </a:lnTo>
                  <a:lnTo>
                    <a:pt x="133980" y="36014"/>
                  </a:lnTo>
                  <a:lnTo>
                    <a:pt x="135540" y="36100"/>
                  </a:lnTo>
                  <a:lnTo>
                    <a:pt x="138381" y="35737"/>
                  </a:lnTo>
                  <a:lnTo>
                    <a:pt x="139492" y="35288"/>
                  </a:lnTo>
                  <a:lnTo>
                    <a:pt x="140389" y="34989"/>
                  </a:lnTo>
                  <a:lnTo>
                    <a:pt x="141072" y="35993"/>
                  </a:lnTo>
                  <a:lnTo>
                    <a:pt x="145409" y="33793"/>
                  </a:lnTo>
                  <a:lnTo>
                    <a:pt x="146477" y="33002"/>
                  </a:lnTo>
                  <a:lnTo>
                    <a:pt x="147780" y="32276"/>
                  </a:lnTo>
                  <a:lnTo>
                    <a:pt x="148933" y="31742"/>
                  </a:lnTo>
                  <a:lnTo>
                    <a:pt x="150023" y="31443"/>
                  </a:lnTo>
                  <a:lnTo>
                    <a:pt x="151300" y="31961"/>
                  </a:lnTo>
                  <a:lnTo>
                    <a:pt x="151967" y="32295"/>
                  </a:lnTo>
                  <a:lnTo>
                    <a:pt x="153502" y="31894"/>
                  </a:lnTo>
                  <a:lnTo>
                    <a:pt x="154910" y="31757"/>
                  </a:lnTo>
                  <a:lnTo>
                    <a:pt x="155538" y="31994"/>
                  </a:lnTo>
                  <a:lnTo>
                    <a:pt x="156673" y="30292"/>
                  </a:lnTo>
                  <a:lnTo>
                    <a:pt x="157408" y="29124"/>
                  </a:lnTo>
                  <a:lnTo>
                    <a:pt x="157841" y="29291"/>
                  </a:lnTo>
                  <a:lnTo>
                    <a:pt x="158743" y="29491"/>
                  </a:lnTo>
                  <a:lnTo>
                    <a:pt x="160144" y="29691"/>
                  </a:lnTo>
                  <a:lnTo>
                    <a:pt x="161947" y="30025"/>
                  </a:lnTo>
                  <a:lnTo>
                    <a:pt x="163516" y="30392"/>
                  </a:lnTo>
                  <a:lnTo>
                    <a:pt x="165318" y="30359"/>
                  </a:lnTo>
                  <a:lnTo>
                    <a:pt x="167487" y="30759"/>
                  </a:lnTo>
                  <a:lnTo>
                    <a:pt x="169256" y="32128"/>
                  </a:lnTo>
                  <a:lnTo>
                    <a:pt x="166290" y="36696"/>
                  </a:lnTo>
                  <a:lnTo>
                    <a:pt x="165777" y="37529"/>
                  </a:lnTo>
                  <a:lnTo>
                    <a:pt x="165414" y="39260"/>
                  </a:lnTo>
                  <a:lnTo>
                    <a:pt x="165136" y="42015"/>
                  </a:lnTo>
                  <a:lnTo>
                    <a:pt x="165094" y="42613"/>
                  </a:lnTo>
                  <a:lnTo>
                    <a:pt x="165542" y="43510"/>
                  </a:lnTo>
                  <a:lnTo>
                    <a:pt x="166119" y="44322"/>
                  </a:lnTo>
                  <a:lnTo>
                    <a:pt x="166546" y="44621"/>
                  </a:lnTo>
                  <a:lnTo>
                    <a:pt x="167977" y="45262"/>
                  </a:lnTo>
                  <a:lnTo>
                    <a:pt x="169686" y="45946"/>
                  </a:lnTo>
                  <a:lnTo>
                    <a:pt x="170284" y="46416"/>
                  </a:lnTo>
                  <a:lnTo>
                    <a:pt x="170644" y="47422"/>
                  </a:lnTo>
                  <a:lnTo>
                    <a:pt x="170729" y="49003"/>
                  </a:lnTo>
                  <a:lnTo>
                    <a:pt x="170452" y="50477"/>
                  </a:lnTo>
                  <a:lnTo>
                    <a:pt x="169918" y="52399"/>
                  </a:lnTo>
                  <a:lnTo>
                    <a:pt x="168807" y="54151"/>
                  </a:lnTo>
                  <a:lnTo>
                    <a:pt x="168374" y="54636"/>
                  </a:lnTo>
                  <a:lnTo>
                    <a:pt x="167788" y="55134"/>
                  </a:lnTo>
                  <a:lnTo>
                    <a:pt x="166078" y="56591"/>
                  </a:lnTo>
                  <a:lnTo>
                    <a:pt x="163643" y="58802"/>
                  </a:lnTo>
                  <a:lnTo>
                    <a:pt x="162828" y="59497"/>
                  </a:lnTo>
                  <a:lnTo>
                    <a:pt x="162026" y="60715"/>
                  </a:lnTo>
                  <a:lnTo>
                    <a:pt x="161532" y="61466"/>
                  </a:lnTo>
                  <a:lnTo>
                    <a:pt x="161044" y="62273"/>
                  </a:lnTo>
                  <a:lnTo>
                    <a:pt x="160821" y="63103"/>
                  </a:lnTo>
                  <a:lnTo>
                    <a:pt x="160796" y="64118"/>
                  </a:lnTo>
                  <a:lnTo>
                    <a:pt x="160786" y="64902"/>
                  </a:lnTo>
                  <a:lnTo>
                    <a:pt x="160800" y="65152"/>
                  </a:lnTo>
                  <a:lnTo>
                    <a:pt x="160850" y="65979"/>
                  </a:lnTo>
                  <a:lnTo>
                    <a:pt x="160878" y="66461"/>
                  </a:lnTo>
                  <a:lnTo>
                    <a:pt x="160899" y="67073"/>
                  </a:lnTo>
                  <a:lnTo>
                    <a:pt x="160915" y="67519"/>
                  </a:lnTo>
                  <a:lnTo>
                    <a:pt x="160951" y="67909"/>
                  </a:lnTo>
                  <a:lnTo>
                    <a:pt x="160868" y="68552"/>
                  </a:lnTo>
                  <a:lnTo>
                    <a:pt x="160822" y="69588"/>
                  </a:lnTo>
                  <a:lnTo>
                    <a:pt x="160617" y="70414"/>
                  </a:lnTo>
                  <a:lnTo>
                    <a:pt x="159942" y="71402"/>
                  </a:lnTo>
                  <a:lnTo>
                    <a:pt x="159696" y="71897"/>
                  </a:lnTo>
                  <a:lnTo>
                    <a:pt x="159624" y="72506"/>
                  </a:lnTo>
                  <a:lnTo>
                    <a:pt x="156132" y="71853"/>
                  </a:lnTo>
                  <a:lnTo>
                    <a:pt x="153043" y="71275"/>
                  </a:lnTo>
                  <a:lnTo>
                    <a:pt x="151729" y="75416"/>
                  </a:lnTo>
                  <a:lnTo>
                    <a:pt x="151451" y="76591"/>
                  </a:lnTo>
                  <a:lnTo>
                    <a:pt x="149764" y="76121"/>
                  </a:lnTo>
                  <a:lnTo>
                    <a:pt x="149294" y="77467"/>
                  </a:lnTo>
                  <a:lnTo>
                    <a:pt x="147008" y="77039"/>
                  </a:lnTo>
                  <a:lnTo>
                    <a:pt x="145855" y="76719"/>
                  </a:lnTo>
                  <a:lnTo>
                    <a:pt x="145406" y="77317"/>
                  </a:lnTo>
                  <a:lnTo>
                    <a:pt x="145000" y="78940"/>
                  </a:lnTo>
                  <a:lnTo>
                    <a:pt x="142074" y="79304"/>
                  </a:lnTo>
                  <a:lnTo>
                    <a:pt x="132782" y="80026"/>
                  </a:lnTo>
                  <a:lnTo>
                    <a:pt x="128910" y="77990"/>
                  </a:lnTo>
                  <a:lnTo>
                    <a:pt x="126941" y="76855"/>
                  </a:lnTo>
                  <a:lnTo>
                    <a:pt x="125873" y="75620"/>
                  </a:lnTo>
                  <a:lnTo>
                    <a:pt x="125139" y="73484"/>
                  </a:lnTo>
                  <a:lnTo>
                    <a:pt x="124405" y="72316"/>
                  </a:lnTo>
                  <a:lnTo>
                    <a:pt x="123603" y="72048"/>
                  </a:lnTo>
                  <a:lnTo>
                    <a:pt x="122035" y="71882"/>
                  </a:lnTo>
                  <a:lnTo>
                    <a:pt x="118130" y="72716"/>
                  </a:lnTo>
                  <a:lnTo>
                    <a:pt x="115219" y="72786"/>
                  </a:lnTo>
                  <a:lnTo>
                    <a:pt x="113650" y="72986"/>
                  </a:lnTo>
                  <a:lnTo>
                    <a:pt x="112516" y="73554"/>
                  </a:lnTo>
                  <a:lnTo>
                    <a:pt x="111514" y="74021"/>
                  </a:lnTo>
                  <a:lnTo>
                    <a:pt x="110179" y="74722"/>
                  </a:lnTo>
                  <a:lnTo>
                    <a:pt x="108377" y="74488"/>
                  </a:lnTo>
                  <a:lnTo>
                    <a:pt x="107108" y="73854"/>
                  </a:lnTo>
                  <a:lnTo>
                    <a:pt x="106107" y="72986"/>
                  </a:lnTo>
                  <a:lnTo>
                    <a:pt x="105139" y="71618"/>
                  </a:lnTo>
                  <a:lnTo>
                    <a:pt x="104271" y="70917"/>
                  </a:lnTo>
                  <a:lnTo>
                    <a:pt x="103137" y="70383"/>
                  </a:lnTo>
                  <a:lnTo>
                    <a:pt x="101034" y="70183"/>
                  </a:lnTo>
                  <a:lnTo>
                    <a:pt x="98898" y="70183"/>
                  </a:lnTo>
                  <a:lnTo>
                    <a:pt x="96962" y="70617"/>
                  </a:lnTo>
                  <a:lnTo>
                    <a:pt x="95860" y="71151"/>
                  </a:lnTo>
                  <a:lnTo>
                    <a:pt x="94225" y="72219"/>
                  </a:lnTo>
                  <a:lnTo>
                    <a:pt x="91855" y="73621"/>
                  </a:lnTo>
                  <a:lnTo>
                    <a:pt x="90019" y="74655"/>
                  </a:lnTo>
                  <a:lnTo>
                    <a:pt x="87149" y="76725"/>
                  </a:lnTo>
                  <a:lnTo>
                    <a:pt x="85613" y="77359"/>
                  </a:lnTo>
                  <a:lnTo>
                    <a:pt x="84345" y="77292"/>
                  </a:lnTo>
                  <a:lnTo>
                    <a:pt x="84504" y="77504"/>
                  </a:lnTo>
                  <a:lnTo>
                    <a:pt x="80659" y="76863"/>
                  </a:lnTo>
                  <a:lnTo>
                    <a:pt x="77295" y="75942"/>
                  </a:lnTo>
                  <a:lnTo>
                    <a:pt x="75493" y="74621"/>
                  </a:lnTo>
                  <a:lnTo>
                    <a:pt x="73810" y="73259"/>
                  </a:lnTo>
                  <a:lnTo>
                    <a:pt x="72889" y="72658"/>
                  </a:lnTo>
                  <a:lnTo>
                    <a:pt x="71567" y="72378"/>
                  </a:lnTo>
                  <a:lnTo>
                    <a:pt x="69084" y="73018"/>
                  </a:lnTo>
                  <a:lnTo>
                    <a:pt x="67442" y="73779"/>
                  </a:lnTo>
                  <a:lnTo>
                    <a:pt x="66160" y="74380"/>
                  </a:lnTo>
                  <a:lnTo>
                    <a:pt x="63007" y="81963"/>
                  </a:lnTo>
                  <a:lnTo>
                    <a:pt x="62053" y="81654"/>
                  </a:lnTo>
                  <a:lnTo>
                    <a:pt x="60689" y="81212"/>
                  </a:lnTo>
                  <a:lnTo>
                    <a:pt x="58126" y="81479"/>
                  </a:lnTo>
                  <a:lnTo>
                    <a:pt x="56331" y="83117"/>
                  </a:lnTo>
                  <a:lnTo>
                    <a:pt x="53362" y="84313"/>
                  </a:lnTo>
                  <a:lnTo>
                    <a:pt x="51675" y="84570"/>
                  </a:lnTo>
                  <a:lnTo>
                    <a:pt x="49538" y="84121"/>
                  </a:lnTo>
                  <a:lnTo>
                    <a:pt x="48278" y="83138"/>
                  </a:lnTo>
                  <a:lnTo>
                    <a:pt x="47253" y="81835"/>
                  </a:lnTo>
                  <a:lnTo>
                    <a:pt x="46313" y="80618"/>
                  </a:lnTo>
                  <a:lnTo>
                    <a:pt x="45779" y="79763"/>
                  </a:lnTo>
                  <a:lnTo>
                    <a:pt x="44924" y="79080"/>
                  </a:lnTo>
                  <a:lnTo>
                    <a:pt x="43728" y="78546"/>
                  </a:lnTo>
                  <a:lnTo>
                    <a:pt x="42147" y="78439"/>
                  </a:lnTo>
                  <a:lnTo>
                    <a:pt x="41165" y="78738"/>
                  </a:lnTo>
                  <a:lnTo>
                    <a:pt x="40374" y="79080"/>
                  </a:lnTo>
                  <a:lnTo>
                    <a:pt x="39242" y="79144"/>
                  </a:lnTo>
                  <a:lnTo>
                    <a:pt x="38431" y="78909"/>
                  </a:lnTo>
                  <a:lnTo>
                    <a:pt x="37597" y="78674"/>
                  </a:lnTo>
                  <a:lnTo>
                    <a:pt x="36663" y="78482"/>
                  </a:lnTo>
                  <a:lnTo>
                    <a:pt x="35734" y="77857"/>
                  </a:lnTo>
                  <a:lnTo>
                    <a:pt x="34148" y="76271"/>
                  </a:lnTo>
                  <a:lnTo>
                    <a:pt x="33811" y="75630"/>
                  </a:lnTo>
                  <a:lnTo>
                    <a:pt x="33731" y="75149"/>
                  </a:lnTo>
                  <a:lnTo>
                    <a:pt x="33811" y="74893"/>
                  </a:lnTo>
                  <a:lnTo>
                    <a:pt x="34086" y="74490"/>
                  </a:lnTo>
                  <a:lnTo>
                    <a:pt x="36556" y="72727"/>
                  </a:lnTo>
                  <a:lnTo>
                    <a:pt x="38198" y="71579"/>
                  </a:lnTo>
                  <a:lnTo>
                    <a:pt x="39360" y="70751"/>
                  </a:lnTo>
                  <a:lnTo>
                    <a:pt x="41015" y="69603"/>
                  </a:lnTo>
                  <a:lnTo>
                    <a:pt x="41725" y="69158"/>
                  </a:lnTo>
                  <a:lnTo>
                    <a:pt x="42825" y="68533"/>
                  </a:lnTo>
                  <a:lnTo>
                    <a:pt x="43770" y="68207"/>
                  </a:lnTo>
                  <a:lnTo>
                    <a:pt x="44475" y="68228"/>
                  </a:lnTo>
                  <a:lnTo>
                    <a:pt x="45148" y="68421"/>
                  </a:lnTo>
                  <a:lnTo>
                    <a:pt x="46707" y="69158"/>
                  </a:lnTo>
                  <a:lnTo>
                    <a:pt x="47039" y="69179"/>
                  </a:lnTo>
                  <a:lnTo>
                    <a:pt x="47727" y="69234"/>
                  </a:lnTo>
                  <a:lnTo>
                    <a:pt x="48218" y="69149"/>
                  </a:lnTo>
                  <a:lnTo>
                    <a:pt x="48496" y="68722"/>
                  </a:lnTo>
                  <a:lnTo>
                    <a:pt x="48816" y="67974"/>
                  </a:lnTo>
                  <a:lnTo>
                    <a:pt x="49329" y="66479"/>
                  </a:lnTo>
                  <a:lnTo>
                    <a:pt x="50141" y="64407"/>
                  </a:lnTo>
                  <a:lnTo>
                    <a:pt x="50440" y="63146"/>
                  </a:lnTo>
                  <a:lnTo>
                    <a:pt x="51016" y="62356"/>
                  </a:lnTo>
                  <a:lnTo>
                    <a:pt x="52042" y="60839"/>
                  </a:lnTo>
                  <a:lnTo>
                    <a:pt x="52472" y="60116"/>
                  </a:lnTo>
                  <a:lnTo>
                    <a:pt x="52467" y="59949"/>
                  </a:lnTo>
                  <a:lnTo>
                    <a:pt x="52345" y="59650"/>
                  </a:lnTo>
                  <a:lnTo>
                    <a:pt x="49463" y="57244"/>
                  </a:lnTo>
                  <a:lnTo>
                    <a:pt x="49303" y="56710"/>
                  </a:lnTo>
                  <a:lnTo>
                    <a:pt x="49329" y="56523"/>
                  </a:lnTo>
                  <a:lnTo>
                    <a:pt x="49490" y="56149"/>
                  </a:lnTo>
                  <a:lnTo>
                    <a:pt x="49590" y="55652"/>
                  </a:lnTo>
                  <a:lnTo>
                    <a:pt x="49436" y="55242"/>
                  </a:lnTo>
                  <a:lnTo>
                    <a:pt x="48902" y="54707"/>
                  </a:lnTo>
                  <a:lnTo>
                    <a:pt x="47834" y="54227"/>
                  </a:lnTo>
                  <a:lnTo>
                    <a:pt x="46472" y="53906"/>
                  </a:lnTo>
                  <a:lnTo>
                    <a:pt x="45591" y="53826"/>
                  </a:lnTo>
                  <a:lnTo>
                    <a:pt x="44577" y="53906"/>
                  </a:lnTo>
                  <a:lnTo>
                    <a:pt x="43749" y="54200"/>
                  </a:lnTo>
                  <a:lnTo>
                    <a:pt x="42040" y="55268"/>
                  </a:lnTo>
                  <a:lnTo>
                    <a:pt x="37020" y="58526"/>
                  </a:lnTo>
                  <a:lnTo>
                    <a:pt x="35207" y="59717"/>
                  </a:lnTo>
                  <a:lnTo>
                    <a:pt x="25920" y="66747"/>
                  </a:lnTo>
                  <a:lnTo>
                    <a:pt x="24957" y="67475"/>
                  </a:lnTo>
                  <a:lnTo>
                    <a:pt x="22791" y="69116"/>
                  </a:lnTo>
                  <a:lnTo>
                    <a:pt x="17252" y="72969"/>
                  </a:lnTo>
                  <a:lnTo>
                    <a:pt x="16822" y="72438"/>
                  </a:lnTo>
                  <a:lnTo>
                    <a:pt x="15642" y="70981"/>
                  </a:lnTo>
                  <a:lnTo>
                    <a:pt x="10660" y="62806"/>
                  </a:lnTo>
                  <a:lnTo>
                    <a:pt x="8741" y="57946"/>
                  </a:lnTo>
                  <a:lnTo>
                    <a:pt x="7699" y="55306"/>
                  </a:lnTo>
                  <a:lnTo>
                    <a:pt x="8104" y="55212"/>
                  </a:lnTo>
                  <a:lnTo>
                    <a:pt x="7114" y="51615"/>
                  </a:lnTo>
                  <a:lnTo>
                    <a:pt x="6790" y="50436"/>
                  </a:lnTo>
                  <a:lnTo>
                    <a:pt x="6712" y="50154"/>
                  </a:lnTo>
                  <a:lnTo>
                    <a:pt x="5098" y="44291"/>
                  </a:lnTo>
                  <a:lnTo>
                    <a:pt x="4857" y="43413"/>
                  </a:lnTo>
                  <a:lnTo>
                    <a:pt x="3172" y="37295"/>
                  </a:lnTo>
                  <a:lnTo>
                    <a:pt x="2959" y="36239"/>
                  </a:lnTo>
                  <a:lnTo>
                    <a:pt x="2824" y="35571"/>
                  </a:lnTo>
                  <a:lnTo>
                    <a:pt x="2628" y="34598"/>
                  </a:lnTo>
                  <a:lnTo>
                    <a:pt x="2021" y="31596"/>
                  </a:lnTo>
                  <a:lnTo>
                    <a:pt x="1152" y="28397"/>
                  </a:lnTo>
                  <a:lnTo>
                    <a:pt x="957" y="27678"/>
                  </a:lnTo>
                  <a:lnTo>
                    <a:pt x="829" y="27206"/>
                  </a:lnTo>
                  <a:lnTo>
                    <a:pt x="688" y="26687"/>
                  </a:lnTo>
                  <a:lnTo>
                    <a:pt x="0" y="24155"/>
                  </a:lnTo>
                  <a:lnTo>
                    <a:pt x="1454" y="23543"/>
                  </a:lnTo>
                  <a:lnTo>
                    <a:pt x="1766" y="23412"/>
                  </a:lnTo>
                  <a:lnTo>
                    <a:pt x="9395" y="20206"/>
                  </a:lnTo>
                  <a:lnTo>
                    <a:pt x="9722" y="20069"/>
                  </a:lnTo>
                  <a:lnTo>
                    <a:pt x="10479" y="19751"/>
                  </a:lnTo>
                  <a:lnTo>
                    <a:pt x="11476" y="19786"/>
                  </a:lnTo>
                  <a:lnTo>
                    <a:pt x="11444" y="20027"/>
                  </a:lnTo>
                  <a:lnTo>
                    <a:pt x="11211" y="21890"/>
                  </a:lnTo>
                  <a:lnTo>
                    <a:pt x="10950" y="23995"/>
                  </a:lnTo>
                  <a:lnTo>
                    <a:pt x="10797" y="25292"/>
                  </a:lnTo>
                  <a:lnTo>
                    <a:pt x="10894" y="25766"/>
                  </a:lnTo>
                  <a:lnTo>
                    <a:pt x="11107" y="26126"/>
                  </a:lnTo>
                  <a:lnTo>
                    <a:pt x="11321" y="26420"/>
                  </a:lnTo>
                  <a:lnTo>
                    <a:pt x="11975" y="26834"/>
                  </a:lnTo>
                  <a:lnTo>
                    <a:pt x="12923" y="27608"/>
                  </a:lnTo>
                  <a:lnTo>
                    <a:pt x="13497" y="28089"/>
                  </a:lnTo>
                  <a:lnTo>
                    <a:pt x="13751" y="28436"/>
                  </a:lnTo>
                  <a:lnTo>
                    <a:pt x="13976" y="29151"/>
                  </a:lnTo>
                  <a:lnTo>
                    <a:pt x="14403" y="33423"/>
                  </a:lnTo>
                  <a:lnTo>
                    <a:pt x="14595" y="35389"/>
                  </a:lnTo>
                  <a:lnTo>
                    <a:pt x="15877" y="38999"/>
                  </a:lnTo>
                  <a:lnTo>
                    <a:pt x="17799" y="44347"/>
                  </a:lnTo>
                  <a:lnTo>
                    <a:pt x="17970" y="45244"/>
                  </a:lnTo>
                  <a:lnTo>
                    <a:pt x="17842" y="45736"/>
                  </a:lnTo>
                  <a:lnTo>
                    <a:pt x="16347" y="46846"/>
                  </a:lnTo>
                  <a:lnTo>
                    <a:pt x="16881" y="47551"/>
                  </a:lnTo>
                  <a:lnTo>
                    <a:pt x="17970" y="47338"/>
                  </a:lnTo>
                  <a:lnTo>
                    <a:pt x="19743" y="46184"/>
                  </a:lnTo>
                  <a:lnTo>
                    <a:pt x="21260" y="44753"/>
                  </a:lnTo>
                  <a:lnTo>
                    <a:pt x="22264" y="43215"/>
                  </a:lnTo>
                  <a:lnTo>
                    <a:pt x="21388" y="42702"/>
                  </a:lnTo>
                  <a:lnTo>
                    <a:pt x="21794" y="41912"/>
                  </a:lnTo>
                  <a:lnTo>
                    <a:pt x="22691" y="40139"/>
                  </a:lnTo>
                  <a:lnTo>
                    <a:pt x="23823" y="38708"/>
                  </a:lnTo>
                  <a:lnTo>
                    <a:pt x="25169" y="37939"/>
                  </a:lnTo>
                  <a:lnTo>
                    <a:pt x="25877" y="37493"/>
                  </a:lnTo>
                  <a:lnTo>
                    <a:pt x="26384" y="36959"/>
                  </a:lnTo>
                  <a:lnTo>
                    <a:pt x="26544" y="36051"/>
                  </a:lnTo>
                  <a:lnTo>
                    <a:pt x="26518" y="35116"/>
                  </a:lnTo>
                  <a:lnTo>
                    <a:pt x="26704" y="33835"/>
                  </a:lnTo>
                  <a:lnTo>
                    <a:pt x="27292" y="33301"/>
                  </a:lnTo>
                  <a:lnTo>
                    <a:pt x="28680" y="32793"/>
                  </a:lnTo>
                  <a:lnTo>
                    <a:pt x="30416" y="32259"/>
                  </a:lnTo>
                  <a:lnTo>
                    <a:pt x="32232" y="31912"/>
                  </a:lnTo>
                  <a:lnTo>
                    <a:pt x="34074" y="31485"/>
                  </a:lnTo>
                  <a:lnTo>
                    <a:pt x="35329" y="31031"/>
                  </a:lnTo>
                  <a:lnTo>
                    <a:pt x="36237" y="30550"/>
                  </a:lnTo>
                  <a:lnTo>
                    <a:pt x="37018" y="29889"/>
                  </a:lnTo>
                  <a:lnTo>
                    <a:pt x="37702" y="28992"/>
                  </a:lnTo>
                  <a:lnTo>
                    <a:pt x="36523" y="27693"/>
                  </a:lnTo>
                  <a:lnTo>
                    <a:pt x="35984" y="27267"/>
                  </a:lnTo>
                  <a:lnTo>
                    <a:pt x="34983" y="27668"/>
                  </a:lnTo>
                  <a:lnTo>
                    <a:pt x="34182" y="27508"/>
                  </a:lnTo>
                  <a:lnTo>
                    <a:pt x="33301" y="26987"/>
                  </a:lnTo>
                  <a:lnTo>
                    <a:pt x="32700" y="26386"/>
                  </a:lnTo>
                  <a:lnTo>
                    <a:pt x="32059" y="25425"/>
                  </a:lnTo>
                  <a:lnTo>
                    <a:pt x="32981" y="24744"/>
                  </a:lnTo>
                  <a:lnTo>
                    <a:pt x="31659" y="21900"/>
                  </a:lnTo>
                  <a:lnTo>
                    <a:pt x="30778" y="20539"/>
                  </a:lnTo>
                  <a:lnTo>
                    <a:pt x="30617" y="19657"/>
                  </a:lnTo>
                  <a:lnTo>
                    <a:pt x="31378" y="18536"/>
                  </a:lnTo>
                  <a:lnTo>
                    <a:pt x="32460" y="18015"/>
                  </a:lnTo>
                  <a:lnTo>
                    <a:pt x="33581" y="17174"/>
                  </a:lnTo>
                  <a:lnTo>
                    <a:pt x="33661" y="16213"/>
                  </a:lnTo>
                  <a:lnTo>
                    <a:pt x="34943" y="15131"/>
                  </a:lnTo>
                  <a:lnTo>
                    <a:pt x="35864" y="14170"/>
                  </a:lnTo>
                  <a:lnTo>
                    <a:pt x="36145" y="13329"/>
                  </a:lnTo>
                  <a:lnTo>
                    <a:pt x="36665" y="12808"/>
                  </a:lnTo>
                  <a:lnTo>
                    <a:pt x="37306" y="12328"/>
                  </a:lnTo>
                  <a:lnTo>
                    <a:pt x="38868" y="11567"/>
                  </a:lnTo>
                  <a:lnTo>
                    <a:pt x="40390" y="11407"/>
                  </a:lnTo>
                  <a:lnTo>
                    <a:pt x="41271" y="10646"/>
                  </a:lnTo>
                  <a:lnTo>
                    <a:pt x="42593" y="9844"/>
                  </a:lnTo>
                  <a:lnTo>
                    <a:pt x="43915" y="9364"/>
                  </a:lnTo>
                  <a:lnTo>
                    <a:pt x="44756" y="8963"/>
                  </a:lnTo>
                  <a:lnTo>
                    <a:pt x="45477" y="8322"/>
                  </a:lnTo>
                  <a:lnTo>
                    <a:pt x="46158" y="7842"/>
                  </a:lnTo>
                  <a:lnTo>
                    <a:pt x="47119" y="7842"/>
                  </a:lnTo>
                  <a:lnTo>
                    <a:pt x="47640" y="6400"/>
                  </a:lnTo>
                  <a:lnTo>
                    <a:pt x="48020" y="4525"/>
                  </a:lnTo>
                  <a:lnTo>
                    <a:pt x="48621" y="2162"/>
                  </a:lnTo>
                  <a:lnTo>
                    <a:pt x="49823" y="320"/>
                  </a:lnTo>
                  <a:lnTo>
                    <a:pt x="50103" y="80"/>
                  </a:lnTo>
                  <a:lnTo>
                    <a:pt x="50984" y="0"/>
                  </a:lnTo>
                  <a:lnTo>
                    <a:pt x="51825" y="640"/>
                  </a:lnTo>
                  <a:lnTo>
                    <a:pt x="52146" y="1081"/>
                  </a:lnTo>
                  <a:lnTo>
                    <a:pt x="52466" y="1842"/>
                  </a:lnTo>
                  <a:lnTo>
                    <a:pt x="52907" y="3244"/>
                  </a:lnTo>
                  <a:lnTo>
                    <a:pt x="53270" y="3965"/>
                  </a:lnTo>
                  <a:lnTo>
                    <a:pt x="53964" y="4205"/>
                  </a:lnTo>
                  <a:lnTo>
                    <a:pt x="53048" y="6922"/>
                  </a:lnTo>
                  <a:lnTo>
                    <a:pt x="52840" y="7595"/>
                  </a:lnTo>
                  <a:lnTo>
                    <a:pt x="52424" y="7739"/>
                  </a:lnTo>
                  <a:lnTo>
                    <a:pt x="51895" y="7835"/>
                  </a:lnTo>
                  <a:lnTo>
                    <a:pt x="51510" y="7947"/>
                  </a:lnTo>
                  <a:lnTo>
                    <a:pt x="51430" y="9549"/>
                  </a:lnTo>
                  <a:lnTo>
                    <a:pt x="52083" y="9658"/>
                  </a:lnTo>
                  <a:lnTo>
                    <a:pt x="52942" y="9820"/>
                  </a:lnTo>
                  <a:lnTo>
                    <a:pt x="53348" y="9979"/>
                  </a:lnTo>
                  <a:lnTo>
                    <a:pt x="53836" y="10169"/>
                  </a:lnTo>
                  <a:lnTo>
                    <a:pt x="55128" y="10687"/>
                  </a:lnTo>
                  <a:lnTo>
                    <a:pt x="56036" y="10927"/>
                  </a:lnTo>
                  <a:lnTo>
                    <a:pt x="57077" y="11258"/>
                  </a:lnTo>
                  <a:lnTo>
                    <a:pt x="57787" y="11425"/>
                  </a:lnTo>
                  <a:lnTo>
                    <a:pt x="57484" y="12800"/>
                  </a:lnTo>
                  <a:lnTo>
                    <a:pt x="57003" y="14541"/>
                  </a:lnTo>
                  <a:lnTo>
                    <a:pt x="56576" y="15919"/>
                  </a:lnTo>
                  <a:lnTo>
                    <a:pt x="56266" y="16528"/>
                  </a:lnTo>
                  <a:lnTo>
                    <a:pt x="56629" y="18044"/>
                  </a:lnTo>
                  <a:lnTo>
                    <a:pt x="57014" y="19443"/>
                  </a:lnTo>
                  <a:lnTo>
                    <a:pt x="57163" y="19892"/>
                  </a:lnTo>
                  <a:lnTo>
                    <a:pt x="57505" y="20234"/>
                  </a:lnTo>
                  <a:lnTo>
                    <a:pt x="58320" y="20828"/>
                  </a:lnTo>
                  <a:lnTo>
                    <a:pt x="59348" y="21429"/>
                  </a:lnTo>
                  <a:lnTo>
                    <a:pt x="60349" y="218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3394596" y="3640259"/>
              <a:ext cx="120535" cy="114289"/>
            </a:xfrm>
            <a:custGeom>
              <a:avLst/>
              <a:pathLst>
                <a:path w="120535" h="114289">
                  <a:moveTo>
                    <a:pt x="108369" y="26590"/>
                  </a:moveTo>
                  <a:lnTo>
                    <a:pt x="115754" y="46950"/>
                  </a:lnTo>
                  <a:lnTo>
                    <a:pt x="116173" y="48101"/>
                  </a:lnTo>
                  <a:lnTo>
                    <a:pt x="116369" y="48603"/>
                  </a:lnTo>
                  <a:lnTo>
                    <a:pt x="118456" y="53936"/>
                  </a:lnTo>
                  <a:lnTo>
                    <a:pt x="120001" y="57885"/>
                  </a:lnTo>
                  <a:lnTo>
                    <a:pt x="120219" y="59434"/>
                  </a:lnTo>
                  <a:lnTo>
                    <a:pt x="120240" y="59581"/>
                  </a:lnTo>
                  <a:lnTo>
                    <a:pt x="120482" y="61303"/>
                  </a:lnTo>
                  <a:lnTo>
                    <a:pt x="120535" y="63599"/>
                  </a:lnTo>
                  <a:lnTo>
                    <a:pt x="120437" y="65165"/>
                  </a:lnTo>
                  <a:lnTo>
                    <a:pt x="120415" y="65525"/>
                  </a:lnTo>
                  <a:lnTo>
                    <a:pt x="120322" y="67017"/>
                  </a:lnTo>
                  <a:lnTo>
                    <a:pt x="119734" y="71182"/>
                  </a:lnTo>
                  <a:lnTo>
                    <a:pt x="119079" y="73075"/>
                  </a:lnTo>
                  <a:lnTo>
                    <a:pt x="119012" y="73267"/>
                  </a:lnTo>
                  <a:lnTo>
                    <a:pt x="118773" y="73959"/>
                  </a:lnTo>
                  <a:lnTo>
                    <a:pt x="116530" y="78712"/>
                  </a:lnTo>
                  <a:lnTo>
                    <a:pt x="115300" y="80523"/>
                  </a:lnTo>
                  <a:lnTo>
                    <a:pt x="115150" y="80744"/>
                  </a:lnTo>
                  <a:lnTo>
                    <a:pt x="114607" y="81543"/>
                  </a:lnTo>
                  <a:lnTo>
                    <a:pt x="111029" y="85388"/>
                  </a:lnTo>
                  <a:lnTo>
                    <a:pt x="108223" y="87461"/>
                  </a:lnTo>
                  <a:lnTo>
                    <a:pt x="105104" y="89766"/>
                  </a:lnTo>
                  <a:lnTo>
                    <a:pt x="102428" y="91104"/>
                  </a:lnTo>
                  <a:lnTo>
                    <a:pt x="100829" y="91903"/>
                  </a:lnTo>
                  <a:lnTo>
                    <a:pt x="97281" y="92847"/>
                  </a:lnTo>
                  <a:lnTo>
                    <a:pt x="97071" y="92903"/>
                  </a:lnTo>
                  <a:lnTo>
                    <a:pt x="96831" y="92967"/>
                  </a:lnTo>
                  <a:lnTo>
                    <a:pt x="96338" y="93098"/>
                  </a:lnTo>
                  <a:lnTo>
                    <a:pt x="96118" y="93156"/>
                  </a:lnTo>
                  <a:lnTo>
                    <a:pt x="95008" y="93451"/>
                  </a:lnTo>
                  <a:lnTo>
                    <a:pt x="89587" y="94766"/>
                  </a:lnTo>
                  <a:lnTo>
                    <a:pt x="75623" y="98151"/>
                  </a:lnTo>
                  <a:lnTo>
                    <a:pt x="75318" y="98222"/>
                  </a:lnTo>
                  <a:lnTo>
                    <a:pt x="70631" y="99321"/>
                  </a:lnTo>
                  <a:lnTo>
                    <a:pt x="54396" y="103128"/>
                  </a:lnTo>
                  <a:lnTo>
                    <a:pt x="51362" y="103839"/>
                  </a:lnTo>
                  <a:lnTo>
                    <a:pt x="50429" y="104058"/>
                  </a:lnTo>
                  <a:lnTo>
                    <a:pt x="48974" y="104399"/>
                  </a:lnTo>
                  <a:lnTo>
                    <a:pt x="49255" y="106192"/>
                  </a:lnTo>
                  <a:lnTo>
                    <a:pt x="29413" y="111525"/>
                  </a:lnTo>
                  <a:lnTo>
                    <a:pt x="19128" y="114289"/>
                  </a:lnTo>
                  <a:lnTo>
                    <a:pt x="18069" y="112105"/>
                  </a:lnTo>
                  <a:lnTo>
                    <a:pt x="10749" y="97006"/>
                  </a:lnTo>
                  <a:lnTo>
                    <a:pt x="13656" y="95522"/>
                  </a:lnTo>
                  <a:lnTo>
                    <a:pt x="13310" y="94792"/>
                  </a:lnTo>
                  <a:lnTo>
                    <a:pt x="11850" y="91714"/>
                  </a:lnTo>
                  <a:lnTo>
                    <a:pt x="0" y="82213"/>
                  </a:lnTo>
                  <a:lnTo>
                    <a:pt x="11246" y="69017"/>
                  </a:lnTo>
                  <a:lnTo>
                    <a:pt x="13483" y="66393"/>
                  </a:lnTo>
                  <a:lnTo>
                    <a:pt x="13788" y="66035"/>
                  </a:lnTo>
                  <a:lnTo>
                    <a:pt x="14356" y="65368"/>
                  </a:lnTo>
                  <a:lnTo>
                    <a:pt x="20923" y="57662"/>
                  </a:lnTo>
                  <a:lnTo>
                    <a:pt x="27573" y="49907"/>
                  </a:lnTo>
                  <a:lnTo>
                    <a:pt x="34648" y="41656"/>
                  </a:lnTo>
                  <a:lnTo>
                    <a:pt x="34873" y="41392"/>
                  </a:lnTo>
                  <a:lnTo>
                    <a:pt x="38939" y="36654"/>
                  </a:lnTo>
                  <a:lnTo>
                    <a:pt x="48319" y="25722"/>
                  </a:lnTo>
                  <a:lnTo>
                    <a:pt x="48670" y="25404"/>
                  </a:lnTo>
                  <a:lnTo>
                    <a:pt x="54565" y="30499"/>
                  </a:lnTo>
                  <a:lnTo>
                    <a:pt x="59442" y="34715"/>
                  </a:lnTo>
                  <a:lnTo>
                    <a:pt x="62502" y="37190"/>
                  </a:lnTo>
                  <a:lnTo>
                    <a:pt x="63850" y="38290"/>
                  </a:lnTo>
                  <a:lnTo>
                    <a:pt x="66185" y="40195"/>
                  </a:lnTo>
                  <a:lnTo>
                    <a:pt x="66488" y="40442"/>
                  </a:lnTo>
                  <a:lnTo>
                    <a:pt x="66924" y="40709"/>
                  </a:lnTo>
                  <a:lnTo>
                    <a:pt x="71280" y="43380"/>
                  </a:lnTo>
                  <a:lnTo>
                    <a:pt x="71505" y="43470"/>
                  </a:lnTo>
                  <a:lnTo>
                    <a:pt x="76196" y="45347"/>
                  </a:lnTo>
                  <a:lnTo>
                    <a:pt x="76567" y="45496"/>
                  </a:lnTo>
                  <a:lnTo>
                    <a:pt x="76832" y="45619"/>
                  </a:lnTo>
                  <a:lnTo>
                    <a:pt x="76953" y="45166"/>
                  </a:lnTo>
                  <a:lnTo>
                    <a:pt x="77519" y="43372"/>
                  </a:lnTo>
                  <a:lnTo>
                    <a:pt x="77986" y="42165"/>
                  </a:lnTo>
                  <a:lnTo>
                    <a:pt x="78427" y="41022"/>
                  </a:lnTo>
                  <a:lnTo>
                    <a:pt x="78517" y="40787"/>
                  </a:lnTo>
                  <a:lnTo>
                    <a:pt x="78725" y="40247"/>
                  </a:lnTo>
                  <a:lnTo>
                    <a:pt x="79100" y="39271"/>
                  </a:lnTo>
                  <a:lnTo>
                    <a:pt x="79602" y="38160"/>
                  </a:lnTo>
                  <a:lnTo>
                    <a:pt x="79782" y="37809"/>
                  </a:lnTo>
                  <a:lnTo>
                    <a:pt x="80435" y="36536"/>
                  </a:lnTo>
                  <a:lnTo>
                    <a:pt x="80881" y="35685"/>
                  </a:lnTo>
                  <a:lnTo>
                    <a:pt x="82088" y="33758"/>
                  </a:lnTo>
                  <a:lnTo>
                    <a:pt x="86184" y="26682"/>
                  </a:lnTo>
                  <a:lnTo>
                    <a:pt x="86768" y="25674"/>
                  </a:lnTo>
                  <a:lnTo>
                    <a:pt x="87670" y="24399"/>
                  </a:lnTo>
                  <a:lnTo>
                    <a:pt x="90508" y="19330"/>
                  </a:lnTo>
                  <a:lnTo>
                    <a:pt x="90915" y="18604"/>
                  </a:lnTo>
                  <a:lnTo>
                    <a:pt x="91662" y="17270"/>
                  </a:lnTo>
                  <a:lnTo>
                    <a:pt x="92557" y="15454"/>
                  </a:lnTo>
                  <a:lnTo>
                    <a:pt x="93518" y="13038"/>
                  </a:lnTo>
                  <a:lnTo>
                    <a:pt x="93580" y="12855"/>
                  </a:lnTo>
                  <a:lnTo>
                    <a:pt x="93985" y="11663"/>
                  </a:lnTo>
                  <a:lnTo>
                    <a:pt x="94642" y="9561"/>
                  </a:lnTo>
                  <a:lnTo>
                    <a:pt x="95070" y="7890"/>
                  </a:lnTo>
                  <a:lnTo>
                    <a:pt x="95139" y="7623"/>
                  </a:lnTo>
                  <a:lnTo>
                    <a:pt x="95270" y="6602"/>
                  </a:lnTo>
                  <a:lnTo>
                    <a:pt x="95363" y="5876"/>
                  </a:lnTo>
                  <a:lnTo>
                    <a:pt x="95523" y="1807"/>
                  </a:lnTo>
                  <a:lnTo>
                    <a:pt x="95518" y="1108"/>
                  </a:lnTo>
                  <a:lnTo>
                    <a:pt x="96054" y="1000"/>
                  </a:lnTo>
                  <a:lnTo>
                    <a:pt x="97215" y="768"/>
                  </a:lnTo>
                  <a:lnTo>
                    <a:pt x="98668" y="477"/>
                  </a:lnTo>
                  <a:lnTo>
                    <a:pt x="99415" y="327"/>
                  </a:lnTo>
                  <a:lnTo>
                    <a:pt x="100606" y="89"/>
                  </a:lnTo>
                  <a:lnTo>
                    <a:pt x="101053" y="0"/>
                  </a:lnTo>
                  <a:lnTo>
                    <a:pt x="101123" y="187"/>
                  </a:lnTo>
                  <a:lnTo>
                    <a:pt x="101983" y="2479"/>
                  </a:lnTo>
                  <a:lnTo>
                    <a:pt x="103335" y="6080"/>
                  </a:lnTo>
                  <a:lnTo>
                    <a:pt x="104086" y="8082"/>
                  </a:lnTo>
                  <a:lnTo>
                    <a:pt x="104767" y="9896"/>
                  </a:lnTo>
                  <a:lnTo>
                    <a:pt x="104866" y="10163"/>
                  </a:lnTo>
                  <a:lnTo>
                    <a:pt x="103384" y="10751"/>
                  </a:lnTo>
                  <a:lnTo>
                    <a:pt x="103477" y="10996"/>
                  </a:lnTo>
                  <a:lnTo>
                    <a:pt x="103713" y="11617"/>
                  </a:lnTo>
                  <a:lnTo>
                    <a:pt x="104172" y="12821"/>
                  </a:lnTo>
                  <a:lnTo>
                    <a:pt x="104941" y="14841"/>
                  </a:lnTo>
                  <a:lnTo>
                    <a:pt x="106038" y="19295"/>
                  </a:lnTo>
                  <a:lnTo>
                    <a:pt x="106123" y="19642"/>
                  </a:lnTo>
                  <a:lnTo>
                    <a:pt x="106704" y="21998"/>
                  </a:lnTo>
                  <a:lnTo>
                    <a:pt x="107046" y="22941"/>
                  </a:lnTo>
                  <a:lnTo>
                    <a:pt x="108194" y="26107"/>
                  </a:lnTo>
                  <a:lnTo>
                    <a:pt x="108249" y="262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284019" y="3673756"/>
              <a:ext cx="131500" cy="189386"/>
            </a:xfrm>
            <a:custGeom>
              <a:avLst/>
              <a:pathLst>
                <a:path w="131500" h="189386">
                  <a:moveTo>
                    <a:pt x="117499" y="128220"/>
                  </a:moveTo>
                  <a:lnTo>
                    <a:pt x="108992" y="131934"/>
                  </a:lnTo>
                  <a:lnTo>
                    <a:pt x="107178" y="131313"/>
                  </a:lnTo>
                  <a:lnTo>
                    <a:pt x="105696" y="131036"/>
                  </a:lnTo>
                  <a:lnTo>
                    <a:pt x="105057" y="130916"/>
                  </a:lnTo>
                  <a:lnTo>
                    <a:pt x="104444" y="131236"/>
                  </a:lnTo>
                  <a:lnTo>
                    <a:pt x="104473" y="131676"/>
                  </a:lnTo>
                  <a:lnTo>
                    <a:pt x="104384" y="132299"/>
                  </a:lnTo>
                  <a:lnTo>
                    <a:pt x="104596" y="134493"/>
                  </a:lnTo>
                  <a:lnTo>
                    <a:pt x="102818" y="137888"/>
                  </a:lnTo>
                  <a:lnTo>
                    <a:pt x="99450" y="141932"/>
                  </a:lnTo>
                  <a:lnTo>
                    <a:pt x="96423" y="144900"/>
                  </a:lnTo>
                  <a:lnTo>
                    <a:pt x="94702" y="145790"/>
                  </a:lnTo>
                  <a:lnTo>
                    <a:pt x="92565" y="145909"/>
                  </a:lnTo>
                  <a:lnTo>
                    <a:pt x="90963" y="145078"/>
                  </a:lnTo>
                  <a:lnTo>
                    <a:pt x="90072" y="144306"/>
                  </a:lnTo>
                  <a:lnTo>
                    <a:pt x="88409" y="143717"/>
                  </a:lnTo>
                  <a:lnTo>
                    <a:pt x="87979" y="143565"/>
                  </a:lnTo>
                  <a:lnTo>
                    <a:pt x="86780" y="144044"/>
                  </a:lnTo>
                  <a:lnTo>
                    <a:pt x="86096" y="145197"/>
                  </a:lnTo>
                  <a:lnTo>
                    <a:pt x="85918" y="146087"/>
                  </a:lnTo>
                  <a:lnTo>
                    <a:pt x="85799" y="148164"/>
                  </a:lnTo>
                  <a:lnTo>
                    <a:pt x="86205" y="149876"/>
                  </a:lnTo>
                  <a:lnTo>
                    <a:pt x="87906" y="152480"/>
                  </a:lnTo>
                  <a:lnTo>
                    <a:pt x="87339" y="155993"/>
                  </a:lnTo>
                  <a:lnTo>
                    <a:pt x="82965" y="162733"/>
                  </a:lnTo>
                  <a:lnTo>
                    <a:pt x="79859" y="163560"/>
                  </a:lnTo>
                  <a:lnTo>
                    <a:pt x="76290" y="162448"/>
                  </a:lnTo>
                  <a:lnTo>
                    <a:pt x="75935" y="165981"/>
                  </a:lnTo>
                  <a:lnTo>
                    <a:pt x="75757" y="167757"/>
                  </a:lnTo>
                  <a:lnTo>
                    <a:pt x="75046" y="167628"/>
                  </a:lnTo>
                  <a:lnTo>
                    <a:pt x="74823" y="168007"/>
                  </a:lnTo>
                  <a:lnTo>
                    <a:pt x="74827" y="168374"/>
                  </a:lnTo>
                  <a:lnTo>
                    <a:pt x="74945" y="169790"/>
                  </a:lnTo>
                  <a:lnTo>
                    <a:pt x="74855" y="170951"/>
                  </a:lnTo>
                  <a:lnTo>
                    <a:pt x="74818" y="171437"/>
                  </a:lnTo>
                  <a:lnTo>
                    <a:pt x="74752" y="171855"/>
                  </a:lnTo>
                  <a:lnTo>
                    <a:pt x="74566" y="173020"/>
                  </a:lnTo>
                  <a:lnTo>
                    <a:pt x="74491" y="174002"/>
                  </a:lnTo>
                  <a:lnTo>
                    <a:pt x="74706" y="174569"/>
                  </a:lnTo>
                  <a:lnTo>
                    <a:pt x="74827" y="175785"/>
                  </a:lnTo>
                  <a:lnTo>
                    <a:pt x="74845" y="176305"/>
                  </a:lnTo>
                  <a:lnTo>
                    <a:pt x="74907" y="178132"/>
                  </a:lnTo>
                  <a:lnTo>
                    <a:pt x="74950" y="179404"/>
                  </a:lnTo>
                  <a:lnTo>
                    <a:pt x="74959" y="179660"/>
                  </a:lnTo>
                  <a:lnTo>
                    <a:pt x="74821" y="182201"/>
                  </a:lnTo>
                  <a:lnTo>
                    <a:pt x="74649" y="185373"/>
                  </a:lnTo>
                  <a:lnTo>
                    <a:pt x="74432" y="189386"/>
                  </a:lnTo>
                  <a:lnTo>
                    <a:pt x="73969" y="189357"/>
                  </a:lnTo>
                  <a:lnTo>
                    <a:pt x="72836" y="189286"/>
                  </a:lnTo>
                  <a:lnTo>
                    <a:pt x="72081" y="189239"/>
                  </a:lnTo>
                  <a:lnTo>
                    <a:pt x="70855" y="189163"/>
                  </a:lnTo>
                  <a:lnTo>
                    <a:pt x="68385" y="189008"/>
                  </a:lnTo>
                  <a:lnTo>
                    <a:pt x="65886" y="188852"/>
                  </a:lnTo>
                  <a:lnTo>
                    <a:pt x="65210" y="188809"/>
                  </a:lnTo>
                  <a:lnTo>
                    <a:pt x="60321" y="188497"/>
                  </a:lnTo>
                  <a:lnTo>
                    <a:pt x="59882" y="188468"/>
                  </a:lnTo>
                  <a:lnTo>
                    <a:pt x="58766" y="188349"/>
                  </a:lnTo>
                  <a:lnTo>
                    <a:pt x="58454" y="188315"/>
                  </a:lnTo>
                  <a:lnTo>
                    <a:pt x="57358" y="188198"/>
                  </a:lnTo>
                  <a:lnTo>
                    <a:pt x="56031" y="187930"/>
                  </a:lnTo>
                  <a:lnTo>
                    <a:pt x="54814" y="187481"/>
                  </a:lnTo>
                  <a:lnTo>
                    <a:pt x="52783" y="186676"/>
                  </a:lnTo>
                  <a:lnTo>
                    <a:pt x="50983" y="185864"/>
                  </a:lnTo>
                  <a:lnTo>
                    <a:pt x="50013" y="185426"/>
                  </a:lnTo>
                  <a:lnTo>
                    <a:pt x="48963" y="184853"/>
                  </a:lnTo>
                  <a:lnTo>
                    <a:pt x="47079" y="183827"/>
                  </a:lnTo>
                  <a:lnTo>
                    <a:pt x="46836" y="183694"/>
                  </a:lnTo>
                  <a:lnTo>
                    <a:pt x="46279" y="183391"/>
                  </a:lnTo>
                  <a:lnTo>
                    <a:pt x="43875" y="182080"/>
                  </a:lnTo>
                  <a:lnTo>
                    <a:pt x="43744" y="182009"/>
                  </a:lnTo>
                  <a:lnTo>
                    <a:pt x="42099" y="181112"/>
                  </a:lnTo>
                  <a:lnTo>
                    <a:pt x="41677" y="180882"/>
                  </a:lnTo>
                  <a:lnTo>
                    <a:pt x="41489" y="180780"/>
                  </a:lnTo>
                  <a:lnTo>
                    <a:pt x="41394" y="180261"/>
                  </a:lnTo>
                  <a:lnTo>
                    <a:pt x="41297" y="179786"/>
                  </a:lnTo>
                  <a:lnTo>
                    <a:pt x="41186" y="179161"/>
                  </a:lnTo>
                  <a:lnTo>
                    <a:pt x="40963" y="178723"/>
                  </a:lnTo>
                  <a:lnTo>
                    <a:pt x="40721" y="178363"/>
                  </a:lnTo>
                  <a:lnTo>
                    <a:pt x="39980" y="177668"/>
                  </a:lnTo>
                  <a:lnTo>
                    <a:pt x="39337" y="177192"/>
                  </a:lnTo>
                  <a:lnTo>
                    <a:pt x="38710" y="176892"/>
                  </a:lnTo>
                  <a:lnTo>
                    <a:pt x="38150" y="176739"/>
                  </a:lnTo>
                  <a:lnTo>
                    <a:pt x="37543" y="176642"/>
                  </a:lnTo>
                  <a:lnTo>
                    <a:pt x="37133" y="176704"/>
                  </a:lnTo>
                  <a:lnTo>
                    <a:pt x="36142" y="176946"/>
                  </a:lnTo>
                  <a:lnTo>
                    <a:pt x="33977" y="177421"/>
                  </a:lnTo>
                  <a:lnTo>
                    <a:pt x="32791" y="177528"/>
                  </a:lnTo>
                  <a:lnTo>
                    <a:pt x="31726" y="177268"/>
                  </a:lnTo>
                  <a:lnTo>
                    <a:pt x="31187" y="177063"/>
                  </a:lnTo>
                  <a:lnTo>
                    <a:pt x="30607" y="176737"/>
                  </a:lnTo>
                  <a:lnTo>
                    <a:pt x="28527" y="175353"/>
                  </a:lnTo>
                  <a:lnTo>
                    <a:pt x="26192" y="173321"/>
                  </a:lnTo>
                  <a:lnTo>
                    <a:pt x="25088" y="172079"/>
                  </a:lnTo>
                  <a:lnTo>
                    <a:pt x="23606" y="169991"/>
                  </a:lnTo>
                  <a:lnTo>
                    <a:pt x="22663" y="168399"/>
                  </a:lnTo>
                  <a:lnTo>
                    <a:pt x="21854" y="166418"/>
                  </a:lnTo>
                  <a:lnTo>
                    <a:pt x="21192" y="164587"/>
                  </a:lnTo>
                  <a:lnTo>
                    <a:pt x="19329" y="158920"/>
                  </a:lnTo>
                  <a:lnTo>
                    <a:pt x="18354" y="155955"/>
                  </a:lnTo>
                  <a:lnTo>
                    <a:pt x="17612" y="153896"/>
                  </a:lnTo>
                  <a:lnTo>
                    <a:pt x="16944" y="152042"/>
                  </a:lnTo>
                  <a:lnTo>
                    <a:pt x="14308" y="144727"/>
                  </a:lnTo>
                  <a:lnTo>
                    <a:pt x="14128" y="144182"/>
                  </a:lnTo>
                  <a:lnTo>
                    <a:pt x="11615" y="136581"/>
                  </a:lnTo>
                  <a:lnTo>
                    <a:pt x="11433" y="136031"/>
                  </a:lnTo>
                  <a:lnTo>
                    <a:pt x="11347" y="135772"/>
                  </a:lnTo>
                  <a:lnTo>
                    <a:pt x="10091" y="132352"/>
                  </a:lnTo>
                  <a:lnTo>
                    <a:pt x="9127" y="129727"/>
                  </a:lnTo>
                  <a:lnTo>
                    <a:pt x="8649" y="128426"/>
                  </a:lnTo>
                  <a:lnTo>
                    <a:pt x="7860" y="126278"/>
                  </a:lnTo>
                  <a:lnTo>
                    <a:pt x="4490" y="117104"/>
                  </a:lnTo>
                  <a:lnTo>
                    <a:pt x="4375" y="116791"/>
                  </a:lnTo>
                  <a:lnTo>
                    <a:pt x="2893" y="112755"/>
                  </a:lnTo>
                  <a:lnTo>
                    <a:pt x="2583" y="111913"/>
                  </a:lnTo>
                  <a:lnTo>
                    <a:pt x="521" y="106299"/>
                  </a:lnTo>
                  <a:lnTo>
                    <a:pt x="179" y="105367"/>
                  </a:lnTo>
                  <a:lnTo>
                    <a:pt x="105" y="105128"/>
                  </a:lnTo>
                  <a:lnTo>
                    <a:pt x="0" y="104845"/>
                  </a:lnTo>
                  <a:lnTo>
                    <a:pt x="634" y="104591"/>
                  </a:lnTo>
                  <a:lnTo>
                    <a:pt x="1872" y="104094"/>
                  </a:lnTo>
                  <a:lnTo>
                    <a:pt x="4774" y="102967"/>
                  </a:lnTo>
                  <a:lnTo>
                    <a:pt x="6206" y="102411"/>
                  </a:lnTo>
                  <a:lnTo>
                    <a:pt x="6415" y="102329"/>
                  </a:lnTo>
                  <a:lnTo>
                    <a:pt x="12919" y="99733"/>
                  </a:lnTo>
                  <a:lnTo>
                    <a:pt x="14432" y="99319"/>
                  </a:lnTo>
                  <a:lnTo>
                    <a:pt x="15118" y="99132"/>
                  </a:lnTo>
                  <a:lnTo>
                    <a:pt x="19830" y="97844"/>
                  </a:lnTo>
                  <a:lnTo>
                    <a:pt x="23429" y="96360"/>
                  </a:lnTo>
                  <a:lnTo>
                    <a:pt x="23752" y="96226"/>
                  </a:lnTo>
                  <a:lnTo>
                    <a:pt x="24877" y="95763"/>
                  </a:lnTo>
                  <a:lnTo>
                    <a:pt x="25888" y="95346"/>
                  </a:lnTo>
                  <a:lnTo>
                    <a:pt x="27717" y="94610"/>
                  </a:lnTo>
                  <a:lnTo>
                    <a:pt x="31207" y="93206"/>
                  </a:lnTo>
                  <a:lnTo>
                    <a:pt x="32476" y="92701"/>
                  </a:lnTo>
                  <a:lnTo>
                    <a:pt x="32721" y="92604"/>
                  </a:lnTo>
                  <a:lnTo>
                    <a:pt x="35385" y="91544"/>
                  </a:lnTo>
                  <a:lnTo>
                    <a:pt x="42944" y="88532"/>
                  </a:lnTo>
                  <a:lnTo>
                    <a:pt x="44111" y="88073"/>
                  </a:lnTo>
                  <a:lnTo>
                    <a:pt x="44648" y="87862"/>
                  </a:lnTo>
                  <a:lnTo>
                    <a:pt x="51770" y="85060"/>
                  </a:lnTo>
                  <a:lnTo>
                    <a:pt x="52182" y="84898"/>
                  </a:lnTo>
                  <a:lnTo>
                    <a:pt x="52964" y="84588"/>
                  </a:lnTo>
                  <a:lnTo>
                    <a:pt x="59670" y="81931"/>
                  </a:lnTo>
                  <a:lnTo>
                    <a:pt x="60645" y="81546"/>
                  </a:lnTo>
                  <a:lnTo>
                    <a:pt x="63836" y="80413"/>
                  </a:lnTo>
                  <a:lnTo>
                    <a:pt x="73967" y="76816"/>
                  </a:lnTo>
                  <a:lnTo>
                    <a:pt x="73549" y="75790"/>
                  </a:lnTo>
                  <a:lnTo>
                    <a:pt x="70785" y="69019"/>
                  </a:lnTo>
                  <a:lnTo>
                    <a:pt x="67557" y="61110"/>
                  </a:lnTo>
                  <a:lnTo>
                    <a:pt x="65390" y="55802"/>
                  </a:lnTo>
                  <a:lnTo>
                    <a:pt x="63014" y="49982"/>
                  </a:lnTo>
                  <a:lnTo>
                    <a:pt x="60564" y="43978"/>
                  </a:lnTo>
                  <a:lnTo>
                    <a:pt x="58769" y="39581"/>
                  </a:lnTo>
                  <a:lnTo>
                    <a:pt x="58435" y="38764"/>
                  </a:lnTo>
                  <a:lnTo>
                    <a:pt x="57070" y="35419"/>
                  </a:lnTo>
                  <a:lnTo>
                    <a:pt x="56805" y="34770"/>
                  </a:lnTo>
                  <a:lnTo>
                    <a:pt x="55889" y="32525"/>
                  </a:lnTo>
                  <a:lnTo>
                    <a:pt x="55791" y="32286"/>
                  </a:lnTo>
                  <a:lnTo>
                    <a:pt x="56611" y="31949"/>
                  </a:lnTo>
                  <a:lnTo>
                    <a:pt x="56859" y="31848"/>
                  </a:lnTo>
                  <a:lnTo>
                    <a:pt x="57354" y="31644"/>
                  </a:lnTo>
                  <a:lnTo>
                    <a:pt x="57620" y="31490"/>
                  </a:lnTo>
                  <a:lnTo>
                    <a:pt x="58351" y="31049"/>
                  </a:lnTo>
                  <a:lnTo>
                    <a:pt x="58883" y="30728"/>
                  </a:lnTo>
                  <a:lnTo>
                    <a:pt x="60210" y="29928"/>
                  </a:lnTo>
                  <a:lnTo>
                    <a:pt x="62338" y="28646"/>
                  </a:lnTo>
                  <a:lnTo>
                    <a:pt x="62742" y="28402"/>
                  </a:lnTo>
                  <a:lnTo>
                    <a:pt x="67633" y="25453"/>
                  </a:lnTo>
                  <a:lnTo>
                    <a:pt x="71866" y="22901"/>
                  </a:lnTo>
                  <a:lnTo>
                    <a:pt x="73903" y="21673"/>
                  </a:lnTo>
                  <a:lnTo>
                    <a:pt x="80185" y="17886"/>
                  </a:lnTo>
                  <a:lnTo>
                    <a:pt x="80466" y="17717"/>
                  </a:lnTo>
                  <a:lnTo>
                    <a:pt x="81373" y="17170"/>
                  </a:lnTo>
                  <a:lnTo>
                    <a:pt x="85322" y="14789"/>
                  </a:lnTo>
                  <a:lnTo>
                    <a:pt x="86420" y="14127"/>
                  </a:lnTo>
                  <a:lnTo>
                    <a:pt x="96887" y="7817"/>
                  </a:lnTo>
                  <a:lnTo>
                    <a:pt x="97579" y="7399"/>
                  </a:lnTo>
                  <a:lnTo>
                    <a:pt x="98556" y="6832"/>
                  </a:lnTo>
                  <a:lnTo>
                    <a:pt x="104280" y="3505"/>
                  </a:lnTo>
                  <a:lnTo>
                    <a:pt x="104435" y="3415"/>
                  </a:lnTo>
                  <a:lnTo>
                    <a:pt x="105457" y="2821"/>
                  </a:lnTo>
                  <a:lnTo>
                    <a:pt x="106762" y="2063"/>
                  </a:lnTo>
                  <a:lnTo>
                    <a:pt x="107143" y="1841"/>
                  </a:lnTo>
                  <a:lnTo>
                    <a:pt x="108203" y="1226"/>
                  </a:lnTo>
                  <a:lnTo>
                    <a:pt x="109129" y="756"/>
                  </a:lnTo>
                  <a:lnTo>
                    <a:pt x="110620" y="0"/>
                  </a:lnTo>
                  <a:lnTo>
                    <a:pt x="111556" y="1308"/>
                  </a:lnTo>
                  <a:lnTo>
                    <a:pt x="112161" y="2154"/>
                  </a:lnTo>
                  <a:lnTo>
                    <a:pt x="112324" y="2383"/>
                  </a:lnTo>
                  <a:lnTo>
                    <a:pt x="113286" y="4412"/>
                  </a:lnTo>
                  <a:lnTo>
                    <a:pt x="114090" y="6260"/>
                  </a:lnTo>
                  <a:lnTo>
                    <a:pt x="114727" y="7723"/>
                  </a:lnTo>
                  <a:lnTo>
                    <a:pt x="115464" y="9431"/>
                  </a:lnTo>
                  <a:lnTo>
                    <a:pt x="116063" y="10820"/>
                  </a:lnTo>
                  <a:lnTo>
                    <a:pt x="117017" y="12052"/>
                  </a:lnTo>
                  <a:lnTo>
                    <a:pt x="120899" y="15299"/>
                  </a:lnTo>
                  <a:lnTo>
                    <a:pt x="121572" y="15862"/>
                  </a:lnTo>
                  <a:lnTo>
                    <a:pt x="122568" y="16695"/>
                  </a:lnTo>
                  <a:lnTo>
                    <a:pt x="125141" y="18847"/>
                  </a:lnTo>
                  <a:lnTo>
                    <a:pt x="126296" y="19813"/>
                  </a:lnTo>
                  <a:lnTo>
                    <a:pt x="129402" y="22411"/>
                  </a:lnTo>
                  <a:lnTo>
                    <a:pt x="131322" y="24017"/>
                  </a:lnTo>
                  <a:lnTo>
                    <a:pt x="131500" y="24166"/>
                  </a:lnTo>
                  <a:lnTo>
                    <a:pt x="124933" y="31871"/>
                  </a:lnTo>
                  <a:lnTo>
                    <a:pt x="124365" y="32538"/>
                  </a:lnTo>
                  <a:lnTo>
                    <a:pt x="124060" y="32896"/>
                  </a:lnTo>
                  <a:lnTo>
                    <a:pt x="121823" y="35521"/>
                  </a:lnTo>
                  <a:lnTo>
                    <a:pt x="110577" y="48717"/>
                  </a:lnTo>
                  <a:lnTo>
                    <a:pt x="122427" y="58217"/>
                  </a:lnTo>
                  <a:lnTo>
                    <a:pt x="123887" y="61296"/>
                  </a:lnTo>
                  <a:lnTo>
                    <a:pt x="124233" y="62025"/>
                  </a:lnTo>
                  <a:lnTo>
                    <a:pt x="121326" y="63510"/>
                  </a:lnTo>
                  <a:lnTo>
                    <a:pt x="128646" y="78608"/>
                  </a:lnTo>
                  <a:lnTo>
                    <a:pt x="122983" y="80121"/>
                  </a:lnTo>
                  <a:lnTo>
                    <a:pt x="122932" y="80684"/>
                  </a:lnTo>
                  <a:lnTo>
                    <a:pt x="122349" y="87153"/>
                  </a:lnTo>
                  <a:lnTo>
                    <a:pt x="122249" y="88263"/>
                  </a:lnTo>
                  <a:lnTo>
                    <a:pt x="119870" y="103831"/>
                  </a:lnTo>
                  <a:lnTo>
                    <a:pt x="122025" y="107610"/>
                  </a:lnTo>
                  <a:lnTo>
                    <a:pt x="123987" y="111049"/>
                  </a:lnTo>
                  <a:lnTo>
                    <a:pt x="123020" y="114055"/>
                  </a:lnTo>
                  <a:lnTo>
                    <a:pt x="119213" y="118347"/>
                  </a:lnTo>
                  <a:lnTo>
                    <a:pt x="119998" y="121687"/>
                  </a:lnTo>
                  <a:lnTo>
                    <a:pt x="119305" y="12622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3308869" y="3625786"/>
              <a:ext cx="134348" cy="80256"/>
            </a:xfrm>
            <a:custGeom>
              <a:avLst/>
              <a:pathLst>
                <a:path w="134348" h="80256">
                  <a:moveTo>
                    <a:pt x="75624" y="24980"/>
                  </a:moveTo>
                  <a:lnTo>
                    <a:pt x="75994" y="25808"/>
                  </a:lnTo>
                  <a:lnTo>
                    <a:pt x="76829" y="25465"/>
                  </a:lnTo>
                  <a:lnTo>
                    <a:pt x="81468" y="23557"/>
                  </a:lnTo>
                  <a:lnTo>
                    <a:pt x="81622" y="23494"/>
                  </a:lnTo>
                  <a:lnTo>
                    <a:pt x="98274" y="16647"/>
                  </a:lnTo>
                  <a:lnTo>
                    <a:pt x="103568" y="14470"/>
                  </a:lnTo>
                  <a:lnTo>
                    <a:pt x="105366" y="19758"/>
                  </a:lnTo>
                  <a:lnTo>
                    <a:pt x="105854" y="21304"/>
                  </a:lnTo>
                  <a:lnTo>
                    <a:pt x="106774" y="23532"/>
                  </a:lnTo>
                  <a:lnTo>
                    <a:pt x="108500" y="26167"/>
                  </a:lnTo>
                  <a:lnTo>
                    <a:pt x="108772" y="26512"/>
                  </a:lnTo>
                  <a:lnTo>
                    <a:pt x="112652" y="31422"/>
                  </a:lnTo>
                  <a:lnTo>
                    <a:pt x="112804" y="31614"/>
                  </a:lnTo>
                  <a:lnTo>
                    <a:pt x="113027" y="31387"/>
                  </a:lnTo>
                  <a:lnTo>
                    <a:pt x="113537" y="30866"/>
                  </a:lnTo>
                  <a:lnTo>
                    <a:pt x="114374" y="30012"/>
                  </a:lnTo>
                  <a:lnTo>
                    <a:pt x="117513" y="26257"/>
                  </a:lnTo>
                  <a:lnTo>
                    <a:pt x="117706" y="26413"/>
                  </a:lnTo>
                  <a:lnTo>
                    <a:pt x="122446" y="30233"/>
                  </a:lnTo>
                  <a:lnTo>
                    <a:pt x="132919" y="38672"/>
                  </a:lnTo>
                  <a:lnTo>
                    <a:pt x="134348" y="39837"/>
                  </a:lnTo>
                  <a:lnTo>
                    <a:pt x="134044" y="40197"/>
                  </a:lnTo>
                  <a:lnTo>
                    <a:pt x="124666" y="51127"/>
                  </a:lnTo>
                  <a:lnTo>
                    <a:pt x="120600" y="55865"/>
                  </a:lnTo>
                  <a:lnTo>
                    <a:pt x="120375" y="56129"/>
                  </a:lnTo>
                  <a:lnTo>
                    <a:pt x="113300" y="64380"/>
                  </a:lnTo>
                  <a:lnTo>
                    <a:pt x="106650" y="72135"/>
                  </a:lnTo>
                  <a:lnTo>
                    <a:pt x="106472" y="71987"/>
                  </a:lnTo>
                  <a:lnTo>
                    <a:pt x="104552" y="70380"/>
                  </a:lnTo>
                  <a:lnTo>
                    <a:pt x="101446" y="67783"/>
                  </a:lnTo>
                  <a:lnTo>
                    <a:pt x="100291" y="66816"/>
                  </a:lnTo>
                  <a:lnTo>
                    <a:pt x="97718" y="64665"/>
                  </a:lnTo>
                  <a:lnTo>
                    <a:pt x="96722" y="63831"/>
                  </a:lnTo>
                  <a:lnTo>
                    <a:pt x="96049" y="63269"/>
                  </a:lnTo>
                  <a:lnTo>
                    <a:pt x="92167" y="60022"/>
                  </a:lnTo>
                  <a:lnTo>
                    <a:pt x="91213" y="58790"/>
                  </a:lnTo>
                  <a:lnTo>
                    <a:pt x="90559" y="57274"/>
                  </a:lnTo>
                  <a:lnTo>
                    <a:pt x="89877" y="55693"/>
                  </a:lnTo>
                  <a:lnTo>
                    <a:pt x="89240" y="54230"/>
                  </a:lnTo>
                  <a:lnTo>
                    <a:pt x="88435" y="52382"/>
                  </a:lnTo>
                  <a:lnTo>
                    <a:pt x="87474" y="50352"/>
                  </a:lnTo>
                  <a:lnTo>
                    <a:pt x="87311" y="50124"/>
                  </a:lnTo>
                  <a:lnTo>
                    <a:pt x="86706" y="49278"/>
                  </a:lnTo>
                  <a:lnTo>
                    <a:pt x="85770" y="47969"/>
                  </a:lnTo>
                  <a:lnTo>
                    <a:pt x="84279" y="48726"/>
                  </a:lnTo>
                  <a:lnTo>
                    <a:pt x="83351" y="49196"/>
                  </a:lnTo>
                  <a:lnTo>
                    <a:pt x="82293" y="49811"/>
                  </a:lnTo>
                  <a:lnTo>
                    <a:pt x="81912" y="50033"/>
                  </a:lnTo>
                  <a:lnTo>
                    <a:pt x="80607" y="50791"/>
                  </a:lnTo>
                  <a:lnTo>
                    <a:pt x="79585" y="51385"/>
                  </a:lnTo>
                  <a:lnTo>
                    <a:pt x="79430" y="51475"/>
                  </a:lnTo>
                  <a:lnTo>
                    <a:pt x="73706" y="54802"/>
                  </a:lnTo>
                  <a:lnTo>
                    <a:pt x="72729" y="55369"/>
                  </a:lnTo>
                  <a:lnTo>
                    <a:pt x="72037" y="55786"/>
                  </a:lnTo>
                  <a:lnTo>
                    <a:pt x="61570" y="62097"/>
                  </a:lnTo>
                  <a:lnTo>
                    <a:pt x="60370" y="62820"/>
                  </a:lnTo>
                  <a:lnTo>
                    <a:pt x="56523" y="65139"/>
                  </a:lnTo>
                  <a:lnTo>
                    <a:pt x="55616" y="65686"/>
                  </a:lnTo>
                  <a:lnTo>
                    <a:pt x="55335" y="65856"/>
                  </a:lnTo>
                  <a:lnTo>
                    <a:pt x="49053" y="69643"/>
                  </a:lnTo>
                  <a:lnTo>
                    <a:pt x="47016" y="70871"/>
                  </a:lnTo>
                  <a:lnTo>
                    <a:pt x="42783" y="73423"/>
                  </a:lnTo>
                  <a:lnTo>
                    <a:pt x="37892" y="76372"/>
                  </a:lnTo>
                  <a:lnTo>
                    <a:pt x="37488" y="76615"/>
                  </a:lnTo>
                  <a:lnTo>
                    <a:pt x="35360" y="77898"/>
                  </a:lnTo>
                  <a:lnTo>
                    <a:pt x="34033" y="78698"/>
                  </a:lnTo>
                  <a:lnTo>
                    <a:pt x="33501" y="79019"/>
                  </a:lnTo>
                  <a:lnTo>
                    <a:pt x="32770" y="79459"/>
                  </a:lnTo>
                  <a:lnTo>
                    <a:pt x="32504" y="79614"/>
                  </a:lnTo>
                  <a:lnTo>
                    <a:pt x="32009" y="79817"/>
                  </a:lnTo>
                  <a:lnTo>
                    <a:pt x="31761" y="79919"/>
                  </a:lnTo>
                  <a:lnTo>
                    <a:pt x="30941" y="80256"/>
                  </a:lnTo>
                  <a:lnTo>
                    <a:pt x="30818" y="79953"/>
                  </a:lnTo>
                  <a:lnTo>
                    <a:pt x="30687" y="79634"/>
                  </a:lnTo>
                  <a:lnTo>
                    <a:pt x="30450" y="79053"/>
                  </a:lnTo>
                  <a:lnTo>
                    <a:pt x="30256" y="78578"/>
                  </a:lnTo>
                  <a:lnTo>
                    <a:pt x="30164" y="78351"/>
                  </a:lnTo>
                  <a:lnTo>
                    <a:pt x="29705" y="77226"/>
                  </a:lnTo>
                  <a:lnTo>
                    <a:pt x="29423" y="76535"/>
                  </a:lnTo>
                  <a:lnTo>
                    <a:pt x="29121" y="75797"/>
                  </a:lnTo>
                  <a:lnTo>
                    <a:pt x="28939" y="75350"/>
                  </a:lnTo>
                  <a:lnTo>
                    <a:pt x="28420" y="74078"/>
                  </a:lnTo>
                  <a:lnTo>
                    <a:pt x="28309" y="73808"/>
                  </a:lnTo>
                  <a:lnTo>
                    <a:pt x="27948" y="72924"/>
                  </a:lnTo>
                  <a:lnTo>
                    <a:pt x="27642" y="72172"/>
                  </a:lnTo>
                  <a:lnTo>
                    <a:pt x="27401" y="71582"/>
                  </a:lnTo>
                  <a:lnTo>
                    <a:pt x="27180" y="71041"/>
                  </a:lnTo>
                  <a:lnTo>
                    <a:pt x="26777" y="70053"/>
                  </a:lnTo>
                  <a:lnTo>
                    <a:pt x="26586" y="69587"/>
                  </a:lnTo>
                  <a:lnTo>
                    <a:pt x="26218" y="68684"/>
                  </a:lnTo>
                  <a:lnTo>
                    <a:pt x="26162" y="68548"/>
                  </a:lnTo>
                  <a:lnTo>
                    <a:pt x="26029" y="68221"/>
                  </a:lnTo>
                  <a:lnTo>
                    <a:pt x="25688" y="67386"/>
                  </a:lnTo>
                  <a:lnTo>
                    <a:pt x="25484" y="66885"/>
                  </a:lnTo>
                  <a:lnTo>
                    <a:pt x="25328" y="66505"/>
                  </a:lnTo>
                  <a:lnTo>
                    <a:pt x="25089" y="65918"/>
                  </a:lnTo>
                  <a:lnTo>
                    <a:pt x="24944" y="65563"/>
                  </a:lnTo>
                  <a:lnTo>
                    <a:pt x="24772" y="65141"/>
                  </a:lnTo>
                  <a:lnTo>
                    <a:pt x="23033" y="60881"/>
                  </a:lnTo>
                  <a:lnTo>
                    <a:pt x="22757" y="60204"/>
                  </a:lnTo>
                  <a:lnTo>
                    <a:pt x="22669" y="59989"/>
                  </a:lnTo>
                  <a:lnTo>
                    <a:pt x="22100" y="58596"/>
                  </a:lnTo>
                  <a:lnTo>
                    <a:pt x="21773" y="57794"/>
                  </a:lnTo>
                  <a:lnTo>
                    <a:pt x="21648" y="57488"/>
                  </a:lnTo>
                  <a:lnTo>
                    <a:pt x="21220" y="56439"/>
                  </a:lnTo>
                  <a:lnTo>
                    <a:pt x="21126" y="56208"/>
                  </a:lnTo>
                  <a:lnTo>
                    <a:pt x="20957" y="55795"/>
                  </a:lnTo>
                  <a:lnTo>
                    <a:pt x="20813" y="55443"/>
                  </a:lnTo>
                  <a:lnTo>
                    <a:pt x="20655" y="55055"/>
                  </a:lnTo>
                  <a:lnTo>
                    <a:pt x="20474" y="54612"/>
                  </a:lnTo>
                  <a:lnTo>
                    <a:pt x="20323" y="54243"/>
                  </a:lnTo>
                  <a:lnTo>
                    <a:pt x="20178" y="53886"/>
                  </a:lnTo>
                  <a:lnTo>
                    <a:pt x="20021" y="53501"/>
                  </a:lnTo>
                  <a:lnTo>
                    <a:pt x="19959" y="53350"/>
                  </a:lnTo>
                  <a:lnTo>
                    <a:pt x="19587" y="52439"/>
                  </a:lnTo>
                  <a:lnTo>
                    <a:pt x="19437" y="52072"/>
                  </a:lnTo>
                  <a:lnTo>
                    <a:pt x="19285" y="51699"/>
                  </a:lnTo>
                  <a:lnTo>
                    <a:pt x="18901" y="50758"/>
                  </a:lnTo>
                  <a:lnTo>
                    <a:pt x="18825" y="50573"/>
                  </a:lnTo>
                  <a:lnTo>
                    <a:pt x="18486" y="49741"/>
                  </a:lnTo>
                  <a:lnTo>
                    <a:pt x="18375" y="49468"/>
                  </a:lnTo>
                  <a:lnTo>
                    <a:pt x="18107" y="48812"/>
                  </a:lnTo>
                  <a:lnTo>
                    <a:pt x="17998" y="48545"/>
                  </a:lnTo>
                  <a:lnTo>
                    <a:pt x="17685" y="47778"/>
                  </a:lnTo>
                  <a:lnTo>
                    <a:pt x="17591" y="47548"/>
                  </a:lnTo>
                  <a:lnTo>
                    <a:pt x="17267" y="46755"/>
                  </a:lnTo>
                  <a:lnTo>
                    <a:pt x="17209" y="46612"/>
                  </a:lnTo>
                  <a:lnTo>
                    <a:pt x="16836" y="45700"/>
                  </a:lnTo>
                  <a:lnTo>
                    <a:pt x="16782" y="45566"/>
                  </a:lnTo>
                  <a:lnTo>
                    <a:pt x="16697" y="45359"/>
                  </a:lnTo>
                  <a:lnTo>
                    <a:pt x="16443" y="44729"/>
                  </a:lnTo>
                  <a:lnTo>
                    <a:pt x="16020" y="43679"/>
                  </a:lnTo>
                  <a:lnTo>
                    <a:pt x="15887" y="43349"/>
                  </a:lnTo>
                  <a:lnTo>
                    <a:pt x="15736" y="42976"/>
                  </a:lnTo>
                  <a:lnTo>
                    <a:pt x="15665" y="42798"/>
                  </a:lnTo>
                  <a:lnTo>
                    <a:pt x="15560" y="42538"/>
                  </a:lnTo>
                  <a:lnTo>
                    <a:pt x="15419" y="42190"/>
                  </a:lnTo>
                  <a:lnTo>
                    <a:pt x="15276" y="41835"/>
                  </a:lnTo>
                  <a:lnTo>
                    <a:pt x="15000" y="41155"/>
                  </a:lnTo>
                  <a:lnTo>
                    <a:pt x="14471" y="39854"/>
                  </a:lnTo>
                  <a:lnTo>
                    <a:pt x="14264" y="39347"/>
                  </a:lnTo>
                  <a:lnTo>
                    <a:pt x="14095" y="38991"/>
                  </a:lnTo>
                  <a:lnTo>
                    <a:pt x="12815" y="36290"/>
                  </a:lnTo>
                  <a:lnTo>
                    <a:pt x="12720" y="36090"/>
                  </a:lnTo>
                  <a:lnTo>
                    <a:pt x="11633" y="33797"/>
                  </a:lnTo>
                  <a:lnTo>
                    <a:pt x="11243" y="32975"/>
                  </a:lnTo>
                  <a:lnTo>
                    <a:pt x="10518" y="31446"/>
                  </a:lnTo>
                  <a:lnTo>
                    <a:pt x="10379" y="31152"/>
                  </a:lnTo>
                  <a:lnTo>
                    <a:pt x="9329" y="28938"/>
                  </a:lnTo>
                  <a:lnTo>
                    <a:pt x="8407" y="26993"/>
                  </a:lnTo>
                  <a:lnTo>
                    <a:pt x="7024" y="24076"/>
                  </a:lnTo>
                  <a:lnTo>
                    <a:pt x="5159" y="20145"/>
                  </a:lnTo>
                  <a:lnTo>
                    <a:pt x="4868" y="19531"/>
                  </a:lnTo>
                  <a:lnTo>
                    <a:pt x="4577" y="18916"/>
                  </a:lnTo>
                  <a:lnTo>
                    <a:pt x="4285" y="18301"/>
                  </a:lnTo>
                  <a:lnTo>
                    <a:pt x="3269" y="16159"/>
                  </a:lnTo>
                  <a:lnTo>
                    <a:pt x="1426" y="12012"/>
                  </a:lnTo>
                  <a:lnTo>
                    <a:pt x="0" y="8803"/>
                  </a:lnTo>
                  <a:lnTo>
                    <a:pt x="1350" y="8634"/>
                  </a:lnTo>
                  <a:lnTo>
                    <a:pt x="2889" y="8440"/>
                  </a:lnTo>
                  <a:lnTo>
                    <a:pt x="5324" y="8134"/>
                  </a:lnTo>
                  <a:lnTo>
                    <a:pt x="5848" y="8068"/>
                  </a:lnTo>
                  <a:lnTo>
                    <a:pt x="28286" y="5246"/>
                  </a:lnTo>
                  <a:lnTo>
                    <a:pt x="42175" y="3500"/>
                  </a:lnTo>
                  <a:lnTo>
                    <a:pt x="43143" y="3369"/>
                  </a:lnTo>
                  <a:lnTo>
                    <a:pt x="44164" y="3231"/>
                  </a:lnTo>
                  <a:lnTo>
                    <a:pt x="44570" y="3177"/>
                  </a:lnTo>
                  <a:lnTo>
                    <a:pt x="66756" y="184"/>
                  </a:lnTo>
                  <a:lnTo>
                    <a:pt x="68127" y="0"/>
                  </a:lnTo>
                  <a:lnTo>
                    <a:pt x="68327" y="1826"/>
                  </a:lnTo>
                  <a:lnTo>
                    <a:pt x="68488" y="3382"/>
                  </a:lnTo>
                  <a:lnTo>
                    <a:pt x="68902" y="7385"/>
                  </a:lnTo>
                  <a:lnTo>
                    <a:pt x="68929" y="7648"/>
                  </a:lnTo>
                  <a:lnTo>
                    <a:pt x="69519" y="10700"/>
                  </a:lnTo>
                  <a:lnTo>
                    <a:pt x="70441" y="13371"/>
                  </a:lnTo>
                  <a:lnTo>
                    <a:pt x="73788" y="208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3376996" y="3596666"/>
              <a:ext cx="118653" cy="89212"/>
            </a:xfrm>
            <a:custGeom>
              <a:avLst/>
              <a:pathLst>
                <a:path w="118653" h="89212">
                  <a:moveTo>
                    <a:pt x="101181" y="12894"/>
                  </a:moveTo>
                  <a:lnTo>
                    <a:pt x="105813" y="22653"/>
                  </a:lnTo>
                  <a:lnTo>
                    <a:pt x="108765" y="19211"/>
                  </a:lnTo>
                  <a:lnTo>
                    <a:pt x="109523" y="21168"/>
                  </a:lnTo>
                  <a:lnTo>
                    <a:pt x="111814" y="26683"/>
                  </a:lnTo>
                  <a:lnTo>
                    <a:pt x="116197" y="37232"/>
                  </a:lnTo>
                  <a:lnTo>
                    <a:pt x="116319" y="37525"/>
                  </a:lnTo>
                  <a:lnTo>
                    <a:pt x="116565" y="38118"/>
                  </a:lnTo>
                  <a:lnTo>
                    <a:pt x="116909" y="38947"/>
                  </a:lnTo>
                  <a:lnTo>
                    <a:pt x="117703" y="41061"/>
                  </a:lnTo>
                  <a:lnTo>
                    <a:pt x="118452" y="43057"/>
                  </a:lnTo>
                  <a:lnTo>
                    <a:pt x="118653" y="43593"/>
                  </a:lnTo>
                  <a:lnTo>
                    <a:pt x="118206" y="43682"/>
                  </a:lnTo>
                  <a:lnTo>
                    <a:pt x="117015" y="43921"/>
                  </a:lnTo>
                  <a:lnTo>
                    <a:pt x="116268" y="44070"/>
                  </a:lnTo>
                  <a:lnTo>
                    <a:pt x="114815" y="44361"/>
                  </a:lnTo>
                  <a:lnTo>
                    <a:pt x="113654" y="44593"/>
                  </a:lnTo>
                  <a:lnTo>
                    <a:pt x="113118" y="44701"/>
                  </a:lnTo>
                  <a:lnTo>
                    <a:pt x="113123" y="45400"/>
                  </a:lnTo>
                  <a:lnTo>
                    <a:pt x="112963" y="49469"/>
                  </a:lnTo>
                  <a:lnTo>
                    <a:pt x="112870" y="50195"/>
                  </a:lnTo>
                  <a:lnTo>
                    <a:pt x="112739" y="51216"/>
                  </a:lnTo>
                  <a:lnTo>
                    <a:pt x="112670" y="51483"/>
                  </a:lnTo>
                  <a:lnTo>
                    <a:pt x="112242" y="53154"/>
                  </a:lnTo>
                  <a:lnTo>
                    <a:pt x="111585" y="55256"/>
                  </a:lnTo>
                  <a:lnTo>
                    <a:pt x="111180" y="56448"/>
                  </a:lnTo>
                  <a:lnTo>
                    <a:pt x="111118" y="56631"/>
                  </a:lnTo>
                  <a:lnTo>
                    <a:pt x="110157" y="59047"/>
                  </a:lnTo>
                  <a:lnTo>
                    <a:pt x="109262" y="60863"/>
                  </a:lnTo>
                  <a:lnTo>
                    <a:pt x="108515" y="62197"/>
                  </a:lnTo>
                  <a:lnTo>
                    <a:pt x="108108" y="62923"/>
                  </a:lnTo>
                  <a:lnTo>
                    <a:pt x="105270" y="67992"/>
                  </a:lnTo>
                  <a:lnTo>
                    <a:pt x="104317" y="69355"/>
                  </a:lnTo>
                  <a:lnTo>
                    <a:pt x="103784" y="70275"/>
                  </a:lnTo>
                  <a:lnTo>
                    <a:pt x="99688" y="77351"/>
                  </a:lnTo>
                  <a:lnTo>
                    <a:pt x="98429" y="79360"/>
                  </a:lnTo>
                  <a:lnTo>
                    <a:pt x="98035" y="80129"/>
                  </a:lnTo>
                  <a:lnTo>
                    <a:pt x="97382" y="81402"/>
                  </a:lnTo>
                  <a:lnTo>
                    <a:pt x="97202" y="81753"/>
                  </a:lnTo>
                  <a:lnTo>
                    <a:pt x="96700" y="82864"/>
                  </a:lnTo>
                  <a:lnTo>
                    <a:pt x="96325" y="83840"/>
                  </a:lnTo>
                  <a:lnTo>
                    <a:pt x="96117" y="84380"/>
                  </a:lnTo>
                  <a:lnTo>
                    <a:pt x="96027" y="84615"/>
                  </a:lnTo>
                  <a:lnTo>
                    <a:pt x="95586" y="85758"/>
                  </a:lnTo>
                  <a:lnTo>
                    <a:pt x="95119" y="86965"/>
                  </a:lnTo>
                  <a:lnTo>
                    <a:pt x="94515" y="88902"/>
                  </a:lnTo>
                  <a:lnTo>
                    <a:pt x="94431" y="89212"/>
                  </a:lnTo>
                  <a:lnTo>
                    <a:pt x="94167" y="89089"/>
                  </a:lnTo>
                  <a:lnTo>
                    <a:pt x="93796" y="88940"/>
                  </a:lnTo>
                  <a:lnTo>
                    <a:pt x="89105" y="87063"/>
                  </a:lnTo>
                  <a:lnTo>
                    <a:pt x="88880" y="86973"/>
                  </a:lnTo>
                  <a:lnTo>
                    <a:pt x="84523" y="84302"/>
                  </a:lnTo>
                  <a:lnTo>
                    <a:pt x="84034" y="83992"/>
                  </a:lnTo>
                  <a:lnTo>
                    <a:pt x="83785" y="83788"/>
                  </a:lnTo>
                  <a:lnTo>
                    <a:pt x="81450" y="81883"/>
                  </a:lnTo>
                  <a:lnTo>
                    <a:pt x="80006" y="80705"/>
                  </a:lnTo>
                  <a:lnTo>
                    <a:pt x="77041" y="78308"/>
                  </a:lnTo>
                  <a:lnTo>
                    <a:pt x="72165" y="74092"/>
                  </a:lnTo>
                  <a:lnTo>
                    <a:pt x="66228" y="68949"/>
                  </a:lnTo>
                  <a:lnTo>
                    <a:pt x="64792" y="67791"/>
                  </a:lnTo>
                  <a:lnTo>
                    <a:pt x="54319" y="59353"/>
                  </a:lnTo>
                  <a:lnTo>
                    <a:pt x="49579" y="55533"/>
                  </a:lnTo>
                  <a:lnTo>
                    <a:pt x="49386" y="55377"/>
                  </a:lnTo>
                  <a:lnTo>
                    <a:pt x="46247" y="59132"/>
                  </a:lnTo>
                  <a:lnTo>
                    <a:pt x="45410" y="59986"/>
                  </a:lnTo>
                  <a:lnTo>
                    <a:pt x="44899" y="60507"/>
                  </a:lnTo>
                  <a:lnTo>
                    <a:pt x="44677" y="60734"/>
                  </a:lnTo>
                  <a:lnTo>
                    <a:pt x="44525" y="60542"/>
                  </a:lnTo>
                  <a:lnTo>
                    <a:pt x="40645" y="55632"/>
                  </a:lnTo>
                  <a:lnTo>
                    <a:pt x="40373" y="55287"/>
                  </a:lnTo>
                  <a:lnTo>
                    <a:pt x="38647" y="52652"/>
                  </a:lnTo>
                  <a:lnTo>
                    <a:pt x="37727" y="50424"/>
                  </a:lnTo>
                  <a:lnTo>
                    <a:pt x="37239" y="48878"/>
                  </a:lnTo>
                  <a:lnTo>
                    <a:pt x="35441" y="43590"/>
                  </a:lnTo>
                  <a:lnTo>
                    <a:pt x="30147" y="45767"/>
                  </a:lnTo>
                  <a:lnTo>
                    <a:pt x="13495" y="52614"/>
                  </a:lnTo>
                  <a:lnTo>
                    <a:pt x="13341" y="52677"/>
                  </a:lnTo>
                  <a:lnTo>
                    <a:pt x="8701" y="54585"/>
                  </a:lnTo>
                  <a:lnTo>
                    <a:pt x="7867" y="54928"/>
                  </a:lnTo>
                  <a:lnTo>
                    <a:pt x="7497" y="54100"/>
                  </a:lnTo>
                  <a:lnTo>
                    <a:pt x="5660" y="49987"/>
                  </a:lnTo>
                  <a:lnTo>
                    <a:pt x="2314" y="42491"/>
                  </a:lnTo>
                  <a:lnTo>
                    <a:pt x="1392" y="39820"/>
                  </a:lnTo>
                  <a:lnTo>
                    <a:pt x="802" y="36768"/>
                  </a:lnTo>
                  <a:lnTo>
                    <a:pt x="775" y="36505"/>
                  </a:lnTo>
                  <a:lnTo>
                    <a:pt x="361" y="32501"/>
                  </a:lnTo>
                  <a:lnTo>
                    <a:pt x="200" y="30946"/>
                  </a:lnTo>
                  <a:lnTo>
                    <a:pt x="0" y="29119"/>
                  </a:lnTo>
                  <a:lnTo>
                    <a:pt x="1160" y="28924"/>
                  </a:lnTo>
                  <a:lnTo>
                    <a:pt x="6416" y="28038"/>
                  </a:lnTo>
                  <a:lnTo>
                    <a:pt x="15895" y="26440"/>
                  </a:lnTo>
                  <a:lnTo>
                    <a:pt x="22883" y="24156"/>
                  </a:lnTo>
                  <a:lnTo>
                    <a:pt x="41294" y="18136"/>
                  </a:lnTo>
                  <a:lnTo>
                    <a:pt x="52005" y="14634"/>
                  </a:lnTo>
                  <a:lnTo>
                    <a:pt x="53646" y="14097"/>
                  </a:lnTo>
                  <a:lnTo>
                    <a:pt x="54279" y="13891"/>
                  </a:lnTo>
                  <a:lnTo>
                    <a:pt x="55474" y="13490"/>
                  </a:lnTo>
                  <a:lnTo>
                    <a:pt x="71570" y="8096"/>
                  </a:lnTo>
                  <a:lnTo>
                    <a:pt x="94562" y="388"/>
                  </a:lnTo>
                  <a:lnTo>
                    <a:pt x="95069" y="0"/>
                  </a:lnTo>
                  <a:lnTo>
                    <a:pt x="95704" y="13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378834" y="3549125"/>
              <a:ext cx="97233" cy="75578"/>
            </a:xfrm>
            <a:custGeom>
              <a:avLst/>
              <a:pathLst>
                <a:path w="97233" h="75578">
                  <a:moveTo>
                    <a:pt x="40196" y="21690"/>
                  </a:moveTo>
                  <a:lnTo>
                    <a:pt x="41063" y="26594"/>
                  </a:lnTo>
                  <a:lnTo>
                    <a:pt x="42278" y="26146"/>
                  </a:lnTo>
                  <a:lnTo>
                    <a:pt x="43493" y="25698"/>
                  </a:lnTo>
                  <a:lnTo>
                    <a:pt x="46083" y="24743"/>
                  </a:lnTo>
                  <a:lnTo>
                    <a:pt x="48673" y="23788"/>
                  </a:lnTo>
                  <a:lnTo>
                    <a:pt x="50121" y="23254"/>
                  </a:lnTo>
                  <a:lnTo>
                    <a:pt x="51814" y="23100"/>
                  </a:lnTo>
                  <a:lnTo>
                    <a:pt x="62049" y="22168"/>
                  </a:lnTo>
                  <a:lnTo>
                    <a:pt x="78270" y="20691"/>
                  </a:lnTo>
                  <a:lnTo>
                    <a:pt x="78600" y="20661"/>
                  </a:lnTo>
                  <a:lnTo>
                    <a:pt x="91161" y="19538"/>
                  </a:lnTo>
                  <a:lnTo>
                    <a:pt x="91791" y="28551"/>
                  </a:lnTo>
                  <a:lnTo>
                    <a:pt x="91973" y="31155"/>
                  </a:lnTo>
                  <a:lnTo>
                    <a:pt x="92709" y="34169"/>
                  </a:lnTo>
                  <a:lnTo>
                    <a:pt x="96930" y="43696"/>
                  </a:lnTo>
                  <a:lnTo>
                    <a:pt x="97233" y="44475"/>
                  </a:lnTo>
                  <a:lnTo>
                    <a:pt x="96797" y="44809"/>
                  </a:lnTo>
                  <a:lnTo>
                    <a:pt x="94073" y="46895"/>
                  </a:lnTo>
                  <a:lnTo>
                    <a:pt x="93231" y="47540"/>
                  </a:lnTo>
                  <a:lnTo>
                    <a:pt x="92713" y="47936"/>
                  </a:lnTo>
                  <a:lnTo>
                    <a:pt x="69732" y="55637"/>
                  </a:lnTo>
                  <a:lnTo>
                    <a:pt x="53636" y="61031"/>
                  </a:lnTo>
                  <a:lnTo>
                    <a:pt x="52441" y="61431"/>
                  </a:lnTo>
                  <a:lnTo>
                    <a:pt x="51808" y="61638"/>
                  </a:lnTo>
                  <a:lnTo>
                    <a:pt x="50167" y="62175"/>
                  </a:lnTo>
                  <a:lnTo>
                    <a:pt x="39457" y="65676"/>
                  </a:lnTo>
                  <a:lnTo>
                    <a:pt x="21045" y="71696"/>
                  </a:lnTo>
                  <a:lnTo>
                    <a:pt x="14057" y="73981"/>
                  </a:lnTo>
                  <a:lnTo>
                    <a:pt x="4579" y="75578"/>
                  </a:lnTo>
                  <a:lnTo>
                    <a:pt x="4550" y="75056"/>
                  </a:lnTo>
                  <a:lnTo>
                    <a:pt x="4482" y="73801"/>
                  </a:lnTo>
                  <a:lnTo>
                    <a:pt x="2337" y="51379"/>
                  </a:lnTo>
                  <a:lnTo>
                    <a:pt x="1440" y="41939"/>
                  </a:lnTo>
                  <a:lnTo>
                    <a:pt x="706" y="36125"/>
                  </a:lnTo>
                  <a:lnTo>
                    <a:pt x="0" y="32404"/>
                  </a:lnTo>
                  <a:lnTo>
                    <a:pt x="229" y="32361"/>
                  </a:lnTo>
                  <a:lnTo>
                    <a:pt x="773" y="32259"/>
                  </a:lnTo>
                  <a:lnTo>
                    <a:pt x="6111" y="31263"/>
                  </a:lnTo>
                  <a:lnTo>
                    <a:pt x="4289" y="22210"/>
                  </a:lnTo>
                  <a:lnTo>
                    <a:pt x="3030" y="15957"/>
                  </a:lnTo>
                  <a:lnTo>
                    <a:pt x="2918" y="15310"/>
                  </a:lnTo>
                  <a:lnTo>
                    <a:pt x="1605" y="7699"/>
                  </a:lnTo>
                  <a:lnTo>
                    <a:pt x="1361" y="6604"/>
                  </a:lnTo>
                  <a:lnTo>
                    <a:pt x="1129" y="5562"/>
                  </a:lnTo>
                  <a:lnTo>
                    <a:pt x="1047" y="5194"/>
                  </a:lnTo>
                  <a:lnTo>
                    <a:pt x="14176" y="3286"/>
                  </a:lnTo>
                  <a:lnTo>
                    <a:pt x="18200" y="2702"/>
                  </a:lnTo>
                  <a:lnTo>
                    <a:pt x="18442" y="2667"/>
                  </a:lnTo>
                  <a:lnTo>
                    <a:pt x="27490" y="1352"/>
                  </a:lnTo>
                  <a:lnTo>
                    <a:pt x="36220" y="85"/>
                  </a:lnTo>
                  <a:lnTo>
                    <a:pt x="36849" y="0"/>
                  </a:lnTo>
                  <a:lnTo>
                    <a:pt x="37306" y="3218"/>
                  </a:lnTo>
                  <a:lnTo>
                    <a:pt x="37355" y="3565"/>
                  </a:lnTo>
                  <a:lnTo>
                    <a:pt x="37387" y="3791"/>
                  </a:lnTo>
                  <a:lnTo>
                    <a:pt x="38110" y="8879"/>
                  </a:lnTo>
                  <a:lnTo>
                    <a:pt x="38515" y="11733"/>
                  </a:lnTo>
                  <a:lnTo>
                    <a:pt x="38844" y="14050"/>
                  </a:lnTo>
                  <a:lnTo>
                    <a:pt x="39251" y="163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290655" y="3554320"/>
              <a:ext cx="94290" cy="80269"/>
            </a:xfrm>
            <a:custGeom>
              <a:avLst/>
              <a:pathLst>
                <a:path w="94290" h="80269">
                  <a:moveTo>
                    <a:pt x="19564" y="80100"/>
                  </a:moveTo>
                  <a:lnTo>
                    <a:pt x="18213" y="80269"/>
                  </a:lnTo>
                  <a:lnTo>
                    <a:pt x="18111" y="79951"/>
                  </a:lnTo>
                  <a:lnTo>
                    <a:pt x="17519" y="78098"/>
                  </a:lnTo>
                  <a:lnTo>
                    <a:pt x="17360" y="77600"/>
                  </a:lnTo>
                  <a:lnTo>
                    <a:pt x="17270" y="77320"/>
                  </a:lnTo>
                  <a:lnTo>
                    <a:pt x="15824" y="72796"/>
                  </a:lnTo>
                  <a:lnTo>
                    <a:pt x="15327" y="71209"/>
                  </a:lnTo>
                  <a:lnTo>
                    <a:pt x="13540" y="65511"/>
                  </a:lnTo>
                  <a:lnTo>
                    <a:pt x="13142" y="64241"/>
                  </a:lnTo>
                  <a:lnTo>
                    <a:pt x="12391" y="61296"/>
                  </a:lnTo>
                  <a:lnTo>
                    <a:pt x="11601" y="58197"/>
                  </a:lnTo>
                  <a:lnTo>
                    <a:pt x="11146" y="56410"/>
                  </a:lnTo>
                  <a:lnTo>
                    <a:pt x="10630" y="54387"/>
                  </a:lnTo>
                  <a:lnTo>
                    <a:pt x="9486" y="49900"/>
                  </a:lnTo>
                  <a:lnTo>
                    <a:pt x="9417" y="49632"/>
                  </a:lnTo>
                  <a:lnTo>
                    <a:pt x="11922" y="48982"/>
                  </a:lnTo>
                  <a:lnTo>
                    <a:pt x="15332" y="48098"/>
                  </a:lnTo>
                  <a:lnTo>
                    <a:pt x="15136" y="47391"/>
                  </a:lnTo>
                  <a:lnTo>
                    <a:pt x="12841" y="39096"/>
                  </a:lnTo>
                  <a:lnTo>
                    <a:pt x="12527" y="37960"/>
                  </a:lnTo>
                  <a:lnTo>
                    <a:pt x="11855" y="32045"/>
                  </a:lnTo>
                  <a:lnTo>
                    <a:pt x="11804" y="31602"/>
                  </a:lnTo>
                  <a:lnTo>
                    <a:pt x="11782" y="31409"/>
                  </a:lnTo>
                  <a:lnTo>
                    <a:pt x="11985" y="25719"/>
                  </a:lnTo>
                  <a:lnTo>
                    <a:pt x="12088" y="22816"/>
                  </a:lnTo>
                  <a:lnTo>
                    <a:pt x="12065" y="20735"/>
                  </a:lnTo>
                  <a:lnTo>
                    <a:pt x="10833" y="20490"/>
                  </a:lnTo>
                  <a:lnTo>
                    <a:pt x="9351" y="20194"/>
                  </a:lnTo>
                  <a:lnTo>
                    <a:pt x="3598" y="19047"/>
                  </a:lnTo>
                  <a:lnTo>
                    <a:pt x="2126" y="18612"/>
                  </a:lnTo>
                  <a:lnTo>
                    <a:pt x="1849" y="18530"/>
                  </a:lnTo>
                  <a:lnTo>
                    <a:pt x="1438" y="17235"/>
                  </a:lnTo>
                  <a:lnTo>
                    <a:pt x="806" y="15506"/>
                  </a:lnTo>
                  <a:lnTo>
                    <a:pt x="280" y="14067"/>
                  </a:lnTo>
                  <a:lnTo>
                    <a:pt x="21" y="13360"/>
                  </a:lnTo>
                  <a:lnTo>
                    <a:pt x="0" y="12991"/>
                  </a:lnTo>
                  <a:lnTo>
                    <a:pt x="1235" y="12802"/>
                  </a:lnTo>
                  <a:lnTo>
                    <a:pt x="3559" y="12446"/>
                  </a:lnTo>
                  <a:lnTo>
                    <a:pt x="49394" y="5786"/>
                  </a:lnTo>
                  <a:lnTo>
                    <a:pt x="57721" y="4577"/>
                  </a:lnTo>
                  <a:lnTo>
                    <a:pt x="89226" y="0"/>
                  </a:lnTo>
                  <a:lnTo>
                    <a:pt x="89308" y="367"/>
                  </a:lnTo>
                  <a:lnTo>
                    <a:pt x="89540" y="1410"/>
                  </a:lnTo>
                  <a:lnTo>
                    <a:pt x="89784" y="2505"/>
                  </a:lnTo>
                  <a:lnTo>
                    <a:pt x="91097" y="10116"/>
                  </a:lnTo>
                  <a:lnTo>
                    <a:pt x="91209" y="10762"/>
                  </a:lnTo>
                  <a:lnTo>
                    <a:pt x="92467" y="17016"/>
                  </a:lnTo>
                  <a:lnTo>
                    <a:pt x="94290" y="26069"/>
                  </a:lnTo>
                  <a:lnTo>
                    <a:pt x="88952" y="27065"/>
                  </a:lnTo>
                  <a:lnTo>
                    <a:pt x="88402" y="27167"/>
                  </a:lnTo>
                  <a:lnTo>
                    <a:pt x="88178" y="27209"/>
                  </a:lnTo>
                  <a:lnTo>
                    <a:pt x="88895" y="31016"/>
                  </a:lnTo>
                  <a:lnTo>
                    <a:pt x="89619" y="36744"/>
                  </a:lnTo>
                  <a:lnTo>
                    <a:pt x="90520" y="46225"/>
                  </a:lnTo>
                  <a:lnTo>
                    <a:pt x="92660" y="68606"/>
                  </a:lnTo>
                  <a:lnTo>
                    <a:pt x="92729" y="69862"/>
                  </a:lnTo>
                  <a:lnTo>
                    <a:pt x="92757" y="70384"/>
                  </a:lnTo>
                  <a:lnTo>
                    <a:pt x="87501" y="71270"/>
                  </a:lnTo>
                  <a:lnTo>
                    <a:pt x="86340" y="71466"/>
                  </a:lnTo>
                  <a:lnTo>
                    <a:pt x="84970" y="71650"/>
                  </a:lnTo>
                  <a:lnTo>
                    <a:pt x="62784" y="74643"/>
                  </a:lnTo>
                  <a:lnTo>
                    <a:pt x="62377" y="74697"/>
                  </a:lnTo>
                  <a:lnTo>
                    <a:pt x="61357" y="74835"/>
                  </a:lnTo>
                  <a:lnTo>
                    <a:pt x="60388" y="74966"/>
                  </a:lnTo>
                  <a:lnTo>
                    <a:pt x="46500" y="76712"/>
                  </a:lnTo>
                  <a:lnTo>
                    <a:pt x="24062" y="79534"/>
                  </a:lnTo>
                  <a:lnTo>
                    <a:pt x="23537" y="79600"/>
                  </a:lnTo>
                  <a:lnTo>
                    <a:pt x="21103" y="799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3162674" y="3508566"/>
              <a:ext cx="234602" cy="80759"/>
            </a:xfrm>
            <a:custGeom>
              <a:avLst/>
              <a:pathLst>
                <a:path w="234602" h="80759">
                  <a:moveTo>
                    <a:pt x="55407" y="20416"/>
                  </a:moveTo>
                  <a:lnTo>
                    <a:pt x="55938" y="20238"/>
                  </a:lnTo>
                  <a:lnTo>
                    <a:pt x="58598" y="23314"/>
                  </a:lnTo>
                  <a:lnTo>
                    <a:pt x="59591" y="23618"/>
                  </a:lnTo>
                  <a:lnTo>
                    <a:pt x="60969" y="23634"/>
                  </a:lnTo>
                  <a:lnTo>
                    <a:pt x="61207" y="23486"/>
                  </a:lnTo>
                  <a:lnTo>
                    <a:pt x="61371" y="23384"/>
                  </a:lnTo>
                  <a:lnTo>
                    <a:pt x="61842" y="23091"/>
                  </a:lnTo>
                  <a:lnTo>
                    <a:pt x="62133" y="22910"/>
                  </a:lnTo>
                  <a:lnTo>
                    <a:pt x="62665" y="22526"/>
                  </a:lnTo>
                  <a:lnTo>
                    <a:pt x="62942" y="22316"/>
                  </a:lnTo>
                  <a:lnTo>
                    <a:pt x="63219" y="22107"/>
                  </a:lnTo>
                  <a:lnTo>
                    <a:pt x="64074" y="21460"/>
                  </a:lnTo>
                  <a:lnTo>
                    <a:pt x="64749" y="21333"/>
                  </a:lnTo>
                  <a:lnTo>
                    <a:pt x="65135" y="21260"/>
                  </a:lnTo>
                  <a:lnTo>
                    <a:pt x="65760" y="21142"/>
                  </a:lnTo>
                  <a:lnTo>
                    <a:pt x="67086" y="21101"/>
                  </a:lnTo>
                  <a:lnTo>
                    <a:pt x="67654" y="22096"/>
                  </a:lnTo>
                  <a:lnTo>
                    <a:pt x="69372" y="22817"/>
                  </a:lnTo>
                  <a:lnTo>
                    <a:pt x="69566" y="22899"/>
                  </a:lnTo>
                  <a:lnTo>
                    <a:pt x="69865" y="23024"/>
                  </a:lnTo>
                  <a:lnTo>
                    <a:pt x="70321" y="23005"/>
                  </a:lnTo>
                  <a:lnTo>
                    <a:pt x="71079" y="22796"/>
                  </a:lnTo>
                  <a:lnTo>
                    <a:pt x="71914" y="22147"/>
                  </a:lnTo>
                  <a:lnTo>
                    <a:pt x="72313" y="21838"/>
                  </a:lnTo>
                  <a:lnTo>
                    <a:pt x="72562" y="21831"/>
                  </a:lnTo>
                  <a:lnTo>
                    <a:pt x="73787" y="21797"/>
                  </a:lnTo>
                  <a:lnTo>
                    <a:pt x="74888" y="21953"/>
                  </a:lnTo>
                  <a:lnTo>
                    <a:pt x="75500" y="21786"/>
                  </a:lnTo>
                  <a:lnTo>
                    <a:pt x="75671" y="21740"/>
                  </a:lnTo>
                  <a:lnTo>
                    <a:pt x="76453" y="21527"/>
                  </a:lnTo>
                  <a:lnTo>
                    <a:pt x="77912" y="20771"/>
                  </a:lnTo>
                  <a:lnTo>
                    <a:pt x="79772" y="19806"/>
                  </a:lnTo>
                  <a:lnTo>
                    <a:pt x="80027" y="19674"/>
                  </a:lnTo>
                  <a:lnTo>
                    <a:pt x="80318" y="19523"/>
                  </a:lnTo>
                  <a:lnTo>
                    <a:pt x="80782" y="19282"/>
                  </a:lnTo>
                  <a:lnTo>
                    <a:pt x="82131" y="18583"/>
                  </a:lnTo>
                  <a:lnTo>
                    <a:pt x="83202" y="18536"/>
                  </a:lnTo>
                  <a:lnTo>
                    <a:pt x="87416" y="19022"/>
                  </a:lnTo>
                  <a:lnTo>
                    <a:pt x="88386" y="19115"/>
                  </a:lnTo>
                  <a:lnTo>
                    <a:pt x="88578" y="19133"/>
                  </a:lnTo>
                  <a:lnTo>
                    <a:pt x="89356" y="19207"/>
                  </a:lnTo>
                  <a:lnTo>
                    <a:pt x="90309" y="19074"/>
                  </a:lnTo>
                  <a:lnTo>
                    <a:pt x="91140" y="18834"/>
                  </a:lnTo>
                  <a:lnTo>
                    <a:pt x="91554" y="18342"/>
                  </a:lnTo>
                  <a:lnTo>
                    <a:pt x="91729" y="18072"/>
                  </a:lnTo>
                  <a:lnTo>
                    <a:pt x="91846" y="17889"/>
                  </a:lnTo>
                  <a:lnTo>
                    <a:pt x="92244" y="17274"/>
                  </a:lnTo>
                  <a:lnTo>
                    <a:pt x="92838" y="16715"/>
                  </a:lnTo>
                  <a:lnTo>
                    <a:pt x="93581" y="16301"/>
                  </a:lnTo>
                  <a:lnTo>
                    <a:pt x="94584" y="16079"/>
                  </a:lnTo>
                  <a:lnTo>
                    <a:pt x="95281" y="15857"/>
                  </a:lnTo>
                  <a:lnTo>
                    <a:pt x="95526" y="15779"/>
                  </a:lnTo>
                  <a:lnTo>
                    <a:pt x="95977" y="15636"/>
                  </a:lnTo>
                  <a:lnTo>
                    <a:pt x="97282" y="15019"/>
                  </a:lnTo>
                  <a:lnTo>
                    <a:pt x="100172" y="13411"/>
                  </a:lnTo>
                  <a:lnTo>
                    <a:pt x="100267" y="13545"/>
                  </a:lnTo>
                  <a:lnTo>
                    <a:pt x="100390" y="13719"/>
                  </a:lnTo>
                  <a:lnTo>
                    <a:pt x="100819" y="13584"/>
                  </a:lnTo>
                  <a:lnTo>
                    <a:pt x="101247" y="13448"/>
                  </a:lnTo>
                  <a:lnTo>
                    <a:pt x="102360" y="13096"/>
                  </a:lnTo>
                  <a:lnTo>
                    <a:pt x="103198" y="12831"/>
                  </a:lnTo>
                  <a:lnTo>
                    <a:pt x="107741" y="11808"/>
                  </a:lnTo>
                  <a:lnTo>
                    <a:pt x="108538" y="11629"/>
                  </a:lnTo>
                  <a:lnTo>
                    <a:pt x="108745" y="11594"/>
                  </a:lnTo>
                  <a:lnTo>
                    <a:pt x="110055" y="11374"/>
                  </a:lnTo>
                  <a:lnTo>
                    <a:pt x="111510" y="11129"/>
                  </a:lnTo>
                  <a:lnTo>
                    <a:pt x="113675" y="10765"/>
                  </a:lnTo>
                  <a:lnTo>
                    <a:pt x="116719" y="10195"/>
                  </a:lnTo>
                  <a:lnTo>
                    <a:pt x="119073" y="9912"/>
                  </a:lnTo>
                  <a:lnTo>
                    <a:pt x="119449" y="10025"/>
                  </a:lnTo>
                  <a:lnTo>
                    <a:pt x="123348" y="8797"/>
                  </a:lnTo>
                  <a:lnTo>
                    <a:pt x="125496" y="8455"/>
                  </a:lnTo>
                  <a:lnTo>
                    <a:pt x="126545" y="8112"/>
                  </a:lnTo>
                  <a:lnTo>
                    <a:pt x="126839" y="8016"/>
                  </a:lnTo>
                  <a:lnTo>
                    <a:pt x="127594" y="7769"/>
                  </a:lnTo>
                  <a:lnTo>
                    <a:pt x="130393" y="6819"/>
                  </a:lnTo>
                  <a:lnTo>
                    <a:pt x="133527" y="6221"/>
                  </a:lnTo>
                  <a:lnTo>
                    <a:pt x="134940" y="6077"/>
                  </a:lnTo>
                  <a:lnTo>
                    <a:pt x="135375" y="6033"/>
                  </a:lnTo>
                  <a:lnTo>
                    <a:pt x="135692" y="6001"/>
                  </a:lnTo>
                  <a:lnTo>
                    <a:pt x="136941" y="6012"/>
                  </a:lnTo>
                  <a:lnTo>
                    <a:pt x="138322" y="6067"/>
                  </a:lnTo>
                  <a:lnTo>
                    <a:pt x="139308" y="6446"/>
                  </a:lnTo>
                  <a:lnTo>
                    <a:pt x="139513" y="6551"/>
                  </a:lnTo>
                  <a:lnTo>
                    <a:pt x="139719" y="6657"/>
                  </a:lnTo>
                  <a:lnTo>
                    <a:pt x="140299" y="6720"/>
                  </a:lnTo>
                  <a:lnTo>
                    <a:pt x="141801" y="6593"/>
                  </a:lnTo>
                  <a:lnTo>
                    <a:pt x="143558" y="6250"/>
                  </a:lnTo>
                  <a:lnTo>
                    <a:pt x="144041" y="6155"/>
                  </a:lnTo>
                  <a:lnTo>
                    <a:pt x="144442" y="6002"/>
                  </a:lnTo>
                  <a:lnTo>
                    <a:pt x="144694" y="5905"/>
                  </a:lnTo>
                  <a:lnTo>
                    <a:pt x="147022" y="5015"/>
                  </a:lnTo>
                  <a:lnTo>
                    <a:pt x="148184" y="4564"/>
                  </a:lnTo>
                  <a:lnTo>
                    <a:pt x="148801" y="4324"/>
                  </a:lnTo>
                  <a:lnTo>
                    <a:pt x="149402" y="4204"/>
                  </a:lnTo>
                  <a:lnTo>
                    <a:pt x="149722" y="4140"/>
                  </a:lnTo>
                  <a:lnTo>
                    <a:pt x="150004" y="4083"/>
                  </a:lnTo>
                  <a:lnTo>
                    <a:pt x="151249" y="3873"/>
                  </a:lnTo>
                  <a:lnTo>
                    <a:pt x="152823" y="3761"/>
                  </a:lnTo>
                  <a:lnTo>
                    <a:pt x="154320" y="3922"/>
                  </a:lnTo>
                  <a:lnTo>
                    <a:pt x="154695" y="3963"/>
                  </a:lnTo>
                  <a:lnTo>
                    <a:pt x="155377" y="4036"/>
                  </a:lnTo>
                  <a:lnTo>
                    <a:pt x="157394" y="4423"/>
                  </a:lnTo>
                  <a:lnTo>
                    <a:pt x="159933" y="5225"/>
                  </a:lnTo>
                  <a:lnTo>
                    <a:pt x="161121" y="5511"/>
                  </a:lnTo>
                  <a:lnTo>
                    <a:pt x="161656" y="5504"/>
                  </a:lnTo>
                  <a:lnTo>
                    <a:pt x="161970" y="5501"/>
                  </a:lnTo>
                  <a:lnTo>
                    <a:pt x="163776" y="5137"/>
                  </a:lnTo>
                  <a:lnTo>
                    <a:pt x="164045" y="5039"/>
                  </a:lnTo>
                  <a:lnTo>
                    <a:pt x="167057" y="3941"/>
                  </a:lnTo>
                  <a:lnTo>
                    <a:pt x="167316" y="3846"/>
                  </a:lnTo>
                  <a:lnTo>
                    <a:pt x="167637" y="3729"/>
                  </a:lnTo>
                  <a:lnTo>
                    <a:pt x="168535" y="3423"/>
                  </a:lnTo>
                  <a:lnTo>
                    <a:pt x="169076" y="3456"/>
                  </a:lnTo>
                  <a:lnTo>
                    <a:pt x="169568" y="3531"/>
                  </a:lnTo>
                  <a:lnTo>
                    <a:pt x="171125" y="4326"/>
                  </a:lnTo>
                  <a:lnTo>
                    <a:pt x="171943" y="4862"/>
                  </a:lnTo>
                  <a:lnTo>
                    <a:pt x="172626" y="5110"/>
                  </a:lnTo>
                  <a:lnTo>
                    <a:pt x="173114" y="5161"/>
                  </a:lnTo>
                  <a:lnTo>
                    <a:pt x="173322" y="5183"/>
                  </a:lnTo>
                  <a:lnTo>
                    <a:pt x="173880" y="5242"/>
                  </a:lnTo>
                  <a:lnTo>
                    <a:pt x="174445" y="5126"/>
                  </a:lnTo>
                  <a:lnTo>
                    <a:pt x="174975" y="5017"/>
                  </a:lnTo>
                  <a:lnTo>
                    <a:pt x="176080" y="4482"/>
                  </a:lnTo>
                  <a:lnTo>
                    <a:pt x="177723" y="3520"/>
                  </a:lnTo>
                  <a:lnTo>
                    <a:pt x="178241" y="3217"/>
                  </a:lnTo>
                  <a:lnTo>
                    <a:pt x="178573" y="3022"/>
                  </a:lnTo>
                  <a:lnTo>
                    <a:pt x="179366" y="2558"/>
                  </a:lnTo>
                  <a:lnTo>
                    <a:pt x="180647" y="2493"/>
                  </a:lnTo>
                  <a:lnTo>
                    <a:pt x="183238" y="2362"/>
                  </a:lnTo>
                  <a:lnTo>
                    <a:pt x="185844" y="2315"/>
                  </a:lnTo>
                  <a:lnTo>
                    <a:pt x="186527" y="2303"/>
                  </a:lnTo>
                  <a:lnTo>
                    <a:pt x="192007" y="2204"/>
                  </a:lnTo>
                  <a:lnTo>
                    <a:pt x="197136" y="2107"/>
                  </a:lnTo>
                  <a:lnTo>
                    <a:pt x="199304" y="2066"/>
                  </a:lnTo>
                  <a:lnTo>
                    <a:pt x="200808" y="1988"/>
                  </a:lnTo>
                  <a:lnTo>
                    <a:pt x="201028" y="1976"/>
                  </a:lnTo>
                  <a:lnTo>
                    <a:pt x="202104" y="1920"/>
                  </a:lnTo>
                  <a:lnTo>
                    <a:pt x="203548" y="1844"/>
                  </a:lnTo>
                  <a:lnTo>
                    <a:pt x="209236" y="2071"/>
                  </a:lnTo>
                  <a:lnTo>
                    <a:pt x="210673" y="1823"/>
                  </a:lnTo>
                  <a:lnTo>
                    <a:pt x="212502" y="1660"/>
                  </a:lnTo>
                  <a:lnTo>
                    <a:pt x="213353" y="1960"/>
                  </a:lnTo>
                  <a:lnTo>
                    <a:pt x="216899" y="3787"/>
                  </a:lnTo>
                  <a:lnTo>
                    <a:pt x="218882" y="4087"/>
                  </a:lnTo>
                  <a:lnTo>
                    <a:pt x="219818" y="3550"/>
                  </a:lnTo>
                  <a:lnTo>
                    <a:pt x="220008" y="3397"/>
                  </a:lnTo>
                  <a:lnTo>
                    <a:pt x="220609" y="2914"/>
                  </a:lnTo>
                  <a:lnTo>
                    <a:pt x="221287" y="2648"/>
                  </a:lnTo>
                  <a:lnTo>
                    <a:pt x="224265" y="920"/>
                  </a:lnTo>
                  <a:lnTo>
                    <a:pt x="227870" y="261"/>
                  </a:lnTo>
                  <a:lnTo>
                    <a:pt x="228854" y="0"/>
                  </a:lnTo>
                  <a:lnTo>
                    <a:pt x="230434" y="118"/>
                  </a:lnTo>
                  <a:lnTo>
                    <a:pt x="230571" y="7860"/>
                  </a:lnTo>
                  <a:lnTo>
                    <a:pt x="230566" y="8753"/>
                  </a:lnTo>
                  <a:lnTo>
                    <a:pt x="230552" y="11101"/>
                  </a:lnTo>
                  <a:lnTo>
                    <a:pt x="229107" y="11082"/>
                  </a:lnTo>
                  <a:lnTo>
                    <a:pt x="228221" y="11214"/>
                  </a:lnTo>
                  <a:lnTo>
                    <a:pt x="227585" y="11365"/>
                  </a:lnTo>
                  <a:lnTo>
                    <a:pt x="227219" y="11572"/>
                  </a:lnTo>
                  <a:lnTo>
                    <a:pt x="226930" y="11836"/>
                  </a:lnTo>
                  <a:lnTo>
                    <a:pt x="226814" y="12213"/>
                  </a:lnTo>
                  <a:lnTo>
                    <a:pt x="226872" y="12721"/>
                  </a:lnTo>
                  <a:lnTo>
                    <a:pt x="227833" y="16392"/>
                  </a:lnTo>
                  <a:lnTo>
                    <a:pt x="229438" y="22523"/>
                  </a:lnTo>
                  <a:lnTo>
                    <a:pt x="230596" y="26269"/>
                  </a:lnTo>
                  <a:lnTo>
                    <a:pt x="231944" y="31921"/>
                  </a:lnTo>
                  <a:lnTo>
                    <a:pt x="233370" y="38195"/>
                  </a:lnTo>
                  <a:lnTo>
                    <a:pt x="234550" y="42995"/>
                  </a:lnTo>
                  <a:lnTo>
                    <a:pt x="234602" y="43226"/>
                  </a:lnTo>
                  <a:lnTo>
                    <a:pt x="234360" y="43261"/>
                  </a:lnTo>
                  <a:lnTo>
                    <a:pt x="230336" y="43846"/>
                  </a:lnTo>
                  <a:lnTo>
                    <a:pt x="217207" y="45753"/>
                  </a:lnTo>
                  <a:lnTo>
                    <a:pt x="185702" y="50330"/>
                  </a:lnTo>
                  <a:lnTo>
                    <a:pt x="177376" y="51540"/>
                  </a:lnTo>
                  <a:lnTo>
                    <a:pt x="131541" y="58199"/>
                  </a:lnTo>
                  <a:lnTo>
                    <a:pt x="129216" y="58555"/>
                  </a:lnTo>
                  <a:lnTo>
                    <a:pt x="127871" y="58644"/>
                  </a:lnTo>
                  <a:lnTo>
                    <a:pt x="125127" y="59070"/>
                  </a:lnTo>
                  <a:lnTo>
                    <a:pt x="123631" y="59303"/>
                  </a:lnTo>
                  <a:lnTo>
                    <a:pt x="106451" y="61975"/>
                  </a:lnTo>
                  <a:lnTo>
                    <a:pt x="103545" y="62393"/>
                  </a:lnTo>
                  <a:lnTo>
                    <a:pt x="102692" y="62515"/>
                  </a:lnTo>
                  <a:lnTo>
                    <a:pt x="76011" y="66352"/>
                  </a:lnTo>
                  <a:lnTo>
                    <a:pt x="74324" y="66595"/>
                  </a:lnTo>
                  <a:lnTo>
                    <a:pt x="63513" y="68149"/>
                  </a:lnTo>
                  <a:lnTo>
                    <a:pt x="63600" y="68469"/>
                  </a:lnTo>
                  <a:lnTo>
                    <a:pt x="63776" y="69110"/>
                  </a:lnTo>
                  <a:lnTo>
                    <a:pt x="63903" y="69574"/>
                  </a:lnTo>
                  <a:lnTo>
                    <a:pt x="47560" y="72324"/>
                  </a:lnTo>
                  <a:lnTo>
                    <a:pt x="45152" y="72743"/>
                  </a:lnTo>
                  <a:lnTo>
                    <a:pt x="43468" y="73037"/>
                  </a:lnTo>
                  <a:lnTo>
                    <a:pt x="41063" y="73456"/>
                  </a:lnTo>
                  <a:lnTo>
                    <a:pt x="29271" y="75442"/>
                  </a:lnTo>
                  <a:lnTo>
                    <a:pt x="28745" y="75532"/>
                  </a:lnTo>
                  <a:lnTo>
                    <a:pt x="23867" y="76361"/>
                  </a:lnTo>
                  <a:lnTo>
                    <a:pt x="11638" y="78433"/>
                  </a:lnTo>
                  <a:lnTo>
                    <a:pt x="11007" y="78540"/>
                  </a:lnTo>
                  <a:lnTo>
                    <a:pt x="8960" y="78880"/>
                  </a:lnTo>
                  <a:lnTo>
                    <a:pt x="7930" y="79052"/>
                  </a:lnTo>
                  <a:lnTo>
                    <a:pt x="1307" y="80154"/>
                  </a:lnTo>
                  <a:lnTo>
                    <a:pt x="0" y="80759"/>
                  </a:lnTo>
                  <a:lnTo>
                    <a:pt x="765" y="78665"/>
                  </a:lnTo>
                  <a:lnTo>
                    <a:pt x="1984" y="76246"/>
                  </a:lnTo>
                  <a:lnTo>
                    <a:pt x="4153" y="71940"/>
                  </a:lnTo>
                  <a:lnTo>
                    <a:pt x="6877" y="67187"/>
                  </a:lnTo>
                  <a:lnTo>
                    <a:pt x="8597" y="65353"/>
                  </a:lnTo>
                  <a:lnTo>
                    <a:pt x="10703" y="63841"/>
                  </a:lnTo>
                  <a:lnTo>
                    <a:pt x="11114" y="63545"/>
                  </a:lnTo>
                  <a:lnTo>
                    <a:pt x="11843" y="63021"/>
                  </a:lnTo>
                  <a:lnTo>
                    <a:pt x="12338" y="62881"/>
                  </a:lnTo>
                  <a:lnTo>
                    <a:pt x="11708" y="61822"/>
                  </a:lnTo>
                  <a:lnTo>
                    <a:pt x="11056" y="60724"/>
                  </a:lnTo>
                  <a:lnTo>
                    <a:pt x="10320" y="60394"/>
                  </a:lnTo>
                  <a:lnTo>
                    <a:pt x="12139" y="58460"/>
                  </a:lnTo>
                  <a:lnTo>
                    <a:pt x="14076" y="56241"/>
                  </a:lnTo>
                  <a:lnTo>
                    <a:pt x="15235" y="55513"/>
                  </a:lnTo>
                  <a:lnTo>
                    <a:pt x="15673" y="54660"/>
                  </a:lnTo>
                  <a:lnTo>
                    <a:pt x="15893" y="54233"/>
                  </a:lnTo>
                  <a:lnTo>
                    <a:pt x="16112" y="53807"/>
                  </a:lnTo>
                  <a:lnTo>
                    <a:pt x="16178" y="53062"/>
                  </a:lnTo>
                  <a:lnTo>
                    <a:pt x="16675" y="52284"/>
                  </a:lnTo>
                  <a:lnTo>
                    <a:pt x="17702" y="51440"/>
                  </a:lnTo>
                  <a:lnTo>
                    <a:pt x="19142" y="50430"/>
                  </a:lnTo>
                  <a:lnTo>
                    <a:pt x="19930" y="49858"/>
                  </a:lnTo>
                  <a:lnTo>
                    <a:pt x="20169" y="49685"/>
                  </a:lnTo>
                  <a:lnTo>
                    <a:pt x="20491" y="49289"/>
                  </a:lnTo>
                  <a:lnTo>
                    <a:pt x="21112" y="48526"/>
                  </a:lnTo>
                  <a:lnTo>
                    <a:pt x="21592" y="47887"/>
                  </a:lnTo>
                  <a:lnTo>
                    <a:pt x="21881" y="47501"/>
                  </a:lnTo>
                  <a:lnTo>
                    <a:pt x="22700" y="47789"/>
                  </a:lnTo>
                  <a:lnTo>
                    <a:pt x="23109" y="47233"/>
                  </a:lnTo>
                  <a:lnTo>
                    <a:pt x="22147" y="46591"/>
                  </a:lnTo>
                  <a:lnTo>
                    <a:pt x="21673" y="46274"/>
                  </a:lnTo>
                  <a:lnTo>
                    <a:pt x="21825" y="45965"/>
                  </a:lnTo>
                  <a:lnTo>
                    <a:pt x="22131" y="45344"/>
                  </a:lnTo>
                  <a:lnTo>
                    <a:pt x="22398" y="44801"/>
                  </a:lnTo>
                  <a:lnTo>
                    <a:pt x="22918" y="43746"/>
                  </a:lnTo>
                  <a:lnTo>
                    <a:pt x="23788" y="41981"/>
                  </a:lnTo>
                  <a:lnTo>
                    <a:pt x="21203" y="40614"/>
                  </a:lnTo>
                  <a:lnTo>
                    <a:pt x="21343" y="40274"/>
                  </a:lnTo>
                  <a:lnTo>
                    <a:pt x="21455" y="40002"/>
                  </a:lnTo>
                  <a:lnTo>
                    <a:pt x="23473" y="35111"/>
                  </a:lnTo>
                  <a:lnTo>
                    <a:pt x="24955" y="35743"/>
                  </a:lnTo>
                  <a:lnTo>
                    <a:pt x="26917" y="36578"/>
                  </a:lnTo>
                  <a:lnTo>
                    <a:pt x="27903" y="36998"/>
                  </a:lnTo>
                  <a:lnTo>
                    <a:pt x="28304" y="37169"/>
                  </a:lnTo>
                  <a:lnTo>
                    <a:pt x="28676" y="36825"/>
                  </a:lnTo>
                  <a:lnTo>
                    <a:pt x="28954" y="36180"/>
                  </a:lnTo>
                  <a:lnTo>
                    <a:pt x="28994" y="35778"/>
                  </a:lnTo>
                  <a:lnTo>
                    <a:pt x="29052" y="35585"/>
                  </a:lnTo>
                  <a:lnTo>
                    <a:pt x="29152" y="34784"/>
                  </a:lnTo>
                  <a:lnTo>
                    <a:pt x="29095" y="34321"/>
                  </a:lnTo>
                  <a:lnTo>
                    <a:pt x="29040" y="34057"/>
                  </a:lnTo>
                  <a:lnTo>
                    <a:pt x="28993" y="33825"/>
                  </a:lnTo>
                  <a:lnTo>
                    <a:pt x="28953" y="33634"/>
                  </a:lnTo>
                  <a:lnTo>
                    <a:pt x="28536" y="32621"/>
                  </a:lnTo>
                  <a:lnTo>
                    <a:pt x="28219" y="31807"/>
                  </a:lnTo>
                  <a:lnTo>
                    <a:pt x="28099" y="31408"/>
                  </a:lnTo>
                  <a:lnTo>
                    <a:pt x="29991" y="29586"/>
                  </a:lnTo>
                  <a:lnTo>
                    <a:pt x="30287" y="29343"/>
                  </a:lnTo>
                  <a:lnTo>
                    <a:pt x="31255" y="28542"/>
                  </a:lnTo>
                  <a:lnTo>
                    <a:pt x="31366" y="28414"/>
                  </a:lnTo>
                  <a:lnTo>
                    <a:pt x="32209" y="27925"/>
                  </a:lnTo>
                  <a:lnTo>
                    <a:pt x="33502" y="27441"/>
                  </a:lnTo>
                  <a:lnTo>
                    <a:pt x="34517" y="27319"/>
                  </a:lnTo>
                  <a:lnTo>
                    <a:pt x="35737" y="27189"/>
                  </a:lnTo>
                  <a:lnTo>
                    <a:pt x="37476" y="27208"/>
                  </a:lnTo>
                  <a:lnTo>
                    <a:pt x="38265" y="27169"/>
                  </a:lnTo>
                  <a:lnTo>
                    <a:pt x="38533" y="27155"/>
                  </a:lnTo>
                  <a:lnTo>
                    <a:pt x="39055" y="27129"/>
                  </a:lnTo>
                  <a:lnTo>
                    <a:pt x="41975" y="26761"/>
                  </a:lnTo>
                  <a:lnTo>
                    <a:pt x="41761" y="24290"/>
                  </a:lnTo>
                  <a:lnTo>
                    <a:pt x="41883" y="24008"/>
                  </a:lnTo>
                  <a:lnTo>
                    <a:pt x="43067" y="23808"/>
                  </a:lnTo>
                  <a:lnTo>
                    <a:pt x="47033" y="23136"/>
                  </a:lnTo>
                  <a:lnTo>
                    <a:pt x="47907" y="22988"/>
                  </a:lnTo>
                  <a:lnTo>
                    <a:pt x="49210" y="22493"/>
                  </a:lnTo>
                  <a:lnTo>
                    <a:pt x="50150" y="22178"/>
                  </a:lnTo>
                  <a:lnTo>
                    <a:pt x="54862" y="20598"/>
                  </a:lnTo>
                  <a:lnTo>
                    <a:pt x="55135" y="205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3389489" y="3508685"/>
              <a:ext cx="144422" cy="110634"/>
            </a:xfrm>
            <a:custGeom>
              <a:avLst/>
              <a:pathLst>
                <a:path w="144422" h="110634">
                  <a:moveTo>
                    <a:pt x="12994" y="1503"/>
                  </a:moveTo>
                  <a:lnTo>
                    <a:pt x="20678" y="2753"/>
                  </a:lnTo>
                  <a:lnTo>
                    <a:pt x="21810" y="2937"/>
                  </a:lnTo>
                  <a:lnTo>
                    <a:pt x="27886" y="2631"/>
                  </a:lnTo>
                  <a:lnTo>
                    <a:pt x="38258" y="2110"/>
                  </a:lnTo>
                  <a:lnTo>
                    <a:pt x="46095" y="2018"/>
                  </a:lnTo>
                  <a:lnTo>
                    <a:pt x="49149" y="1982"/>
                  </a:lnTo>
                  <a:lnTo>
                    <a:pt x="53711" y="1928"/>
                  </a:lnTo>
                  <a:lnTo>
                    <a:pt x="60850" y="2063"/>
                  </a:lnTo>
                  <a:lnTo>
                    <a:pt x="63347" y="2110"/>
                  </a:lnTo>
                  <a:lnTo>
                    <a:pt x="71346" y="1928"/>
                  </a:lnTo>
                  <a:lnTo>
                    <a:pt x="73527" y="2632"/>
                  </a:lnTo>
                  <a:lnTo>
                    <a:pt x="88799" y="7564"/>
                  </a:lnTo>
                  <a:lnTo>
                    <a:pt x="98656" y="7203"/>
                  </a:lnTo>
                  <a:lnTo>
                    <a:pt x="101182" y="7111"/>
                  </a:lnTo>
                  <a:lnTo>
                    <a:pt x="103707" y="7018"/>
                  </a:lnTo>
                  <a:lnTo>
                    <a:pt x="108912" y="5341"/>
                  </a:lnTo>
                  <a:lnTo>
                    <a:pt x="111955" y="4360"/>
                  </a:lnTo>
                  <a:lnTo>
                    <a:pt x="111726" y="6356"/>
                  </a:lnTo>
                  <a:lnTo>
                    <a:pt x="111496" y="8352"/>
                  </a:lnTo>
                  <a:lnTo>
                    <a:pt x="111489" y="8495"/>
                  </a:lnTo>
                  <a:lnTo>
                    <a:pt x="111475" y="8749"/>
                  </a:lnTo>
                  <a:lnTo>
                    <a:pt x="111460" y="11767"/>
                  </a:lnTo>
                  <a:lnTo>
                    <a:pt x="111556" y="12616"/>
                  </a:lnTo>
                  <a:lnTo>
                    <a:pt x="111708" y="13409"/>
                  </a:lnTo>
                  <a:lnTo>
                    <a:pt x="112317" y="15020"/>
                  </a:lnTo>
                  <a:lnTo>
                    <a:pt x="112469" y="15502"/>
                  </a:lnTo>
                  <a:lnTo>
                    <a:pt x="113350" y="18311"/>
                  </a:lnTo>
                  <a:lnTo>
                    <a:pt x="113439" y="18592"/>
                  </a:lnTo>
                  <a:lnTo>
                    <a:pt x="113807" y="19682"/>
                  </a:lnTo>
                  <a:lnTo>
                    <a:pt x="114070" y="20886"/>
                  </a:lnTo>
                  <a:lnTo>
                    <a:pt x="114710" y="23822"/>
                  </a:lnTo>
                  <a:lnTo>
                    <a:pt x="114776" y="24128"/>
                  </a:lnTo>
                  <a:lnTo>
                    <a:pt x="114969" y="24616"/>
                  </a:lnTo>
                  <a:lnTo>
                    <a:pt x="115160" y="25484"/>
                  </a:lnTo>
                  <a:lnTo>
                    <a:pt x="115700" y="27456"/>
                  </a:lnTo>
                  <a:lnTo>
                    <a:pt x="116539" y="27438"/>
                  </a:lnTo>
                  <a:lnTo>
                    <a:pt x="117044" y="29723"/>
                  </a:lnTo>
                  <a:lnTo>
                    <a:pt x="119393" y="29153"/>
                  </a:lnTo>
                  <a:lnTo>
                    <a:pt x="120291" y="29260"/>
                  </a:lnTo>
                  <a:lnTo>
                    <a:pt x="121398" y="29392"/>
                  </a:lnTo>
                  <a:lnTo>
                    <a:pt x="124836" y="29802"/>
                  </a:lnTo>
                  <a:lnTo>
                    <a:pt x="125416" y="29871"/>
                  </a:lnTo>
                  <a:lnTo>
                    <a:pt x="126760" y="30031"/>
                  </a:lnTo>
                  <a:lnTo>
                    <a:pt x="130409" y="30467"/>
                  </a:lnTo>
                  <a:lnTo>
                    <a:pt x="130892" y="30524"/>
                  </a:lnTo>
                  <a:lnTo>
                    <a:pt x="132492" y="30771"/>
                  </a:lnTo>
                  <a:lnTo>
                    <a:pt x="133369" y="30906"/>
                  </a:lnTo>
                  <a:lnTo>
                    <a:pt x="134559" y="31089"/>
                  </a:lnTo>
                  <a:lnTo>
                    <a:pt x="137940" y="31609"/>
                  </a:lnTo>
                  <a:lnTo>
                    <a:pt x="138177" y="31657"/>
                  </a:lnTo>
                  <a:lnTo>
                    <a:pt x="143210" y="32687"/>
                  </a:lnTo>
                  <a:lnTo>
                    <a:pt x="143504" y="32759"/>
                  </a:lnTo>
                  <a:lnTo>
                    <a:pt x="144393" y="33072"/>
                  </a:lnTo>
                  <a:lnTo>
                    <a:pt x="144413" y="33708"/>
                  </a:lnTo>
                  <a:lnTo>
                    <a:pt x="144422" y="34000"/>
                  </a:lnTo>
                  <a:lnTo>
                    <a:pt x="143687" y="34879"/>
                  </a:lnTo>
                  <a:lnTo>
                    <a:pt x="142128" y="36741"/>
                  </a:lnTo>
                  <a:lnTo>
                    <a:pt x="141940" y="36965"/>
                  </a:lnTo>
                  <a:lnTo>
                    <a:pt x="139302" y="40342"/>
                  </a:lnTo>
                  <a:lnTo>
                    <a:pt x="138565" y="41285"/>
                  </a:lnTo>
                  <a:lnTo>
                    <a:pt x="138347" y="41565"/>
                  </a:lnTo>
                  <a:lnTo>
                    <a:pt x="137557" y="42449"/>
                  </a:lnTo>
                  <a:lnTo>
                    <a:pt x="134393" y="45989"/>
                  </a:lnTo>
                  <a:lnTo>
                    <a:pt x="134037" y="46387"/>
                  </a:lnTo>
                  <a:lnTo>
                    <a:pt x="131923" y="48753"/>
                  </a:lnTo>
                  <a:lnTo>
                    <a:pt x="130820" y="49987"/>
                  </a:lnTo>
                  <a:lnTo>
                    <a:pt x="130510" y="50345"/>
                  </a:lnTo>
                  <a:lnTo>
                    <a:pt x="131949" y="51793"/>
                  </a:lnTo>
                  <a:lnTo>
                    <a:pt x="132980" y="52830"/>
                  </a:lnTo>
                  <a:lnTo>
                    <a:pt x="133516" y="53272"/>
                  </a:lnTo>
                  <a:lnTo>
                    <a:pt x="135657" y="50900"/>
                  </a:lnTo>
                  <a:lnTo>
                    <a:pt x="137630" y="48713"/>
                  </a:lnTo>
                  <a:lnTo>
                    <a:pt x="137928" y="48955"/>
                  </a:lnTo>
                  <a:lnTo>
                    <a:pt x="139308" y="50075"/>
                  </a:lnTo>
                  <a:lnTo>
                    <a:pt x="140241" y="50900"/>
                  </a:lnTo>
                  <a:lnTo>
                    <a:pt x="140694" y="51301"/>
                  </a:lnTo>
                  <a:lnTo>
                    <a:pt x="141498" y="52011"/>
                  </a:lnTo>
                  <a:lnTo>
                    <a:pt x="142306" y="52819"/>
                  </a:lnTo>
                  <a:lnTo>
                    <a:pt x="142468" y="53333"/>
                  </a:lnTo>
                  <a:lnTo>
                    <a:pt x="140355" y="53931"/>
                  </a:lnTo>
                  <a:lnTo>
                    <a:pt x="139084" y="54597"/>
                  </a:lnTo>
                  <a:lnTo>
                    <a:pt x="136679" y="55797"/>
                  </a:lnTo>
                  <a:lnTo>
                    <a:pt x="135749" y="56117"/>
                  </a:lnTo>
                  <a:lnTo>
                    <a:pt x="133751" y="56957"/>
                  </a:lnTo>
                  <a:lnTo>
                    <a:pt x="133743" y="57336"/>
                  </a:lnTo>
                  <a:lnTo>
                    <a:pt x="133775" y="57655"/>
                  </a:lnTo>
                  <a:lnTo>
                    <a:pt x="133819" y="58103"/>
                  </a:lnTo>
                  <a:lnTo>
                    <a:pt x="134176" y="61725"/>
                  </a:lnTo>
                  <a:lnTo>
                    <a:pt x="134364" y="63360"/>
                  </a:lnTo>
                  <a:lnTo>
                    <a:pt x="134146" y="63535"/>
                  </a:lnTo>
                  <a:lnTo>
                    <a:pt x="133499" y="64158"/>
                  </a:lnTo>
                  <a:lnTo>
                    <a:pt x="132852" y="64780"/>
                  </a:lnTo>
                  <a:lnTo>
                    <a:pt x="130755" y="66944"/>
                  </a:lnTo>
                  <a:lnTo>
                    <a:pt x="125709" y="72843"/>
                  </a:lnTo>
                  <a:lnTo>
                    <a:pt x="118138" y="81692"/>
                  </a:lnTo>
                  <a:lnTo>
                    <a:pt x="110994" y="90023"/>
                  </a:lnTo>
                  <a:lnTo>
                    <a:pt x="107117" y="94544"/>
                  </a:lnTo>
                  <a:lnTo>
                    <a:pt x="96525" y="106896"/>
                  </a:lnTo>
                  <a:lnTo>
                    <a:pt x="96272" y="107192"/>
                  </a:lnTo>
                  <a:lnTo>
                    <a:pt x="93320" y="110634"/>
                  </a:lnTo>
                  <a:lnTo>
                    <a:pt x="88688" y="100875"/>
                  </a:lnTo>
                  <a:lnTo>
                    <a:pt x="83211" y="89312"/>
                  </a:lnTo>
                  <a:lnTo>
                    <a:pt x="82576" y="87980"/>
                  </a:lnTo>
                  <a:lnTo>
                    <a:pt x="83418" y="87335"/>
                  </a:lnTo>
                  <a:lnTo>
                    <a:pt x="86142" y="85250"/>
                  </a:lnTo>
                  <a:lnTo>
                    <a:pt x="86578" y="84916"/>
                  </a:lnTo>
                  <a:lnTo>
                    <a:pt x="86275" y="84137"/>
                  </a:lnTo>
                  <a:lnTo>
                    <a:pt x="82054" y="74610"/>
                  </a:lnTo>
                  <a:lnTo>
                    <a:pt x="81318" y="71596"/>
                  </a:lnTo>
                  <a:lnTo>
                    <a:pt x="81136" y="68991"/>
                  </a:lnTo>
                  <a:lnTo>
                    <a:pt x="80507" y="59978"/>
                  </a:lnTo>
                  <a:lnTo>
                    <a:pt x="67945" y="61102"/>
                  </a:lnTo>
                  <a:lnTo>
                    <a:pt x="67615" y="61131"/>
                  </a:lnTo>
                  <a:lnTo>
                    <a:pt x="51394" y="62608"/>
                  </a:lnTo>
                  <a:lnTo>
                    <a:pt x="41159" y="63540"/>
                  </a:lnTo>
                  <a:lnTo>
                    <a:pt x="39466" y="63694"/>
                  </a:lnTo>
                  <a:lnTo>
                    <a:pt x="38018" y="64228"/>
                  </a:lnTo>
                  <a:lnTo>
                    <a:pt x="35428" y="65183"/>
                  </a:lnTo>
                  <a:lnTo>
                    <a:pt x="32838" y="66139"/>
                  </a:lnTo>
                  <a:lnTo>
                    <a:pt x="31623" y="66587"/>
                  </a:lnTo>
                  <a:lnTo>
                    <a:pt x="30408" y="67035"/>
                  </a:lnTo>
                  <a:lnTo>
                    <a:pt x="29541" y="62131"/>
                  </a:lnTo>
                  <a:lnTo>
                    <a:pt x="28596" y="56789"/>
                  </a:lnTo>
                  <a:lnTo>
                    <a:pt x="28189" y="54490"/>
                  </a:lnTo>
                  <a:lnTo>
                    <a:pt x="27860" y="52173"/>
                  </a:lnTo>
                  <a:lnTo>
                    <a:pt x="27455" y="49320"/>
                  </a:lnTo>
                  <a:lnTo>
                    <a:pt x="26732" y="44231"/>
                  </a:lnTo>
                  <a:lnTo>
                    <a:pt x="26700" y="44006"/>
                  </a:lnTo>
                  <a:lnTo>
                    <a:pt x="26651" y="43659"/>
                  </a:lnTo>
                  <a:lnTo>
                    <a:pt x="26194" y="40440"/>
                  </a:lnTo>
                  <a:lnTo>
                    <a:pt x="25473" y="40537"/>
                  </a:lnTo>
                  <a:lnTo>
                    <a:pt x="16835" y="41792"/>
                  </a:lnTo>
                  <a:lnTo>
                    <a:pt x="7787" y="43107"/>
                  </a:lnTo>
                  <a:lnTo>
                    <a:pt x="7735" y="42876"/>
                  </a:lnTo>
                  <a:lnTo>
                    <a:pt x="6555" y="38076"/>
                  </a:lnTo>
                  <a:lnTo>
                    <a:pt x="5129" y="31802"/>
                  </a:lnTo>
                  <a:lnTo>
                    <a:pt x="3781" y="26150"/>
                  </a:lnTo>
                  <a:lnTo>
                    <a:pt x="2623" y="22404"/>
                  </a:lnTo>
                  <a:lnTo>
                    <a:pt x="1018" y="16273"/>
                  </a:lnTo>
                  <a:lnTo>
                    <a:pt x="57" y="12603"/>
                  </a:lnTo>
                  <a:lnTo>
                    <a:pt x="0" y="12094"/>
                  </a:lnTo>
                  <a:lnTo>
                    <a:pt x="140" y="11695"/>
                  </a:lnTo>
                  <a:lnTo>
                    <a:pt x="404" y="11453"/>
                  </a:lnTo>
                  <a:lnTo>
                    <a:pt x="770" y="11246"/>
                  </a:lnTo>
                  <a:lnTo>
                    <a:pt x="1406" y="11095"/>
                  </a:lnTo>
                  <a:lnTo>
                    <a:pt x="2292" y="10963"/>
                  </a:lnTo>
                  <a:lnTo>
                    <a:pt x="3737" y="10982"/>
                  </a:lnTo>
                  <a:lnTo>
                    <a:pt x="3751" y="8633"/>
                  </a:lnTo>
                  <a:lnTo>
                    <a:pt x="3756" y="7741"/>
                  </a:lnTo>
                  <a:lnTo>
                    <a:pt x="3619" y="0"/>
                  </a:lnTo>
                  <a:lnTo>
                    <a:pt x="3998" y="59"/>
                  </a:lnTo>
                  <a:lnTo>
                    <a:pt x="6796" y="495"/>
                  </a:lnTo>
                  <a:lnTo>
                    <a:pt x="9895" y="9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3485761" y="3538696"/>
              <a:ext cx="112997" cy="111646"/>
            </a:xfrm>
            <a:custGeom>
              <a:avLst/>
              <a:pathLst>
                <a:path w="112997" h="111646">
                  <a:moveTo>
                    <a:pt x="110679" y="36035"/>
                  </a:moveTo>
                  <a:lnTo>
                    <a:pt x="110938" y="38020"/>
                  </a:lnTo>
                  <a:lnTo>
                    <a:pt x="110402" y="37864"/>
                  </a:lnTo>
                  <a:lnTo>
                    <a:pt x="110184" y="37747"/>
                  </a:lnTo>
                  <a:lnTo>
                    <a:pt x="109195" y="37217"/>
                  </a:lnTo>
                  <a:lnTo>
                    <a:pt x="109054" y="37142"/>
                  </a:lnTo>
                  <a:lnTo>
                    <a:pt x="107035" y="39991"/>
                  </a:lnTo>
                  <a:lnTo>
                    <a:pt x="106957" y="40354"/>
                  </a:lnTo>
                  <a:lnTo>
                    <a:pt x="106289" y="41903"/>
                  </a:lnTo>
                  <a:lnTo>
                    <a:pt x="105141" y="43452"/>
                  </a:lnTo>
                  <a:lnTo>
                    <a:pt x="103939" y="44440"/>
                  </a:lnTo>
                  <a:lnTo>
                    <a:pt x="102711" y="45347"/>
                  </a:lnTo>
                  <a:lnTo>
                    <a:pt x="101376" y="45988"/>
                  </a:lnTo>
                  <a:lnTo>
                    <a:pt x="100682" y="45748"/>
                  </a:lnTo>
                  <a:lnTo>
                    <a:pt x="100318" y="45027"/>
                  </a:lnTo>
                  <a:lnTo>
                    <a:pt x="99878" y="43625"/>
                  </a:lnTo>
                  <a:lnTo>
                    <a:pt x="99557" y="42864"/>
                  </a:lnTo>
                  <a:lnTo>
                    <a:pt x="99237" y="42424"/>
                  </a:lnTo>
                  <a:lnTo>
                    <a:pt x="98396" y="41783"/>
                  </a:lnTo>
                  <a:lnTo>
                    <a:pt x="97515" y="41863"/>
                  </a:lnTo>
                  <a:lnTo>
                    <a:pt x="97234" y="42103"/>
                  </a:lnTo>
                  <a:lnTo>
                    <a:pt x="96033" y="43946"/>
                  </a:lnTo>
                  <a:lnTo>
                    <a:pt x="95432" y="46309"/>
                  </a:lnTo>
                  <a:lnTo>
                    <a:pt x="95052" y="48183"/>
                  </a:lnTo>
                  <a:lnTo>
                    <a:pt x="94531" y="49625"/>
                  </a:lnTo>
                  <a:lnTo>
                    <a:pt x="93570" y="49625"/>
                  </a:lnTo>
                  <a:lnTo>
                    <a:pt x="92889" y="50106"/>
                  </a:lnTo>
                  <a:lnTo>
                    <a:pt x="92168" y="50747"/>
                  </a:lnTo>
                  <a:lnTo>
                    <a:pt x="91327" y="51147"/>
                  </a:lnTo>
                  <a:lnTo>
                    <a:pt x="90005" y="51628"/>
                  </a:lnTo>
                  <a:lnTo>
                    <a:pt x="88683" y="52429"/>
                  </a:lnTo>
                  <a:lnTo>
                    <a:pt x="87802" y="53190"/>
                  </a:lnTo>
                  <a:lnTo>
                    <a:pt x="86280" y="53350"/>
                  </a:lnTo>
                  <a:lnTo>
                    <a:pt x="84718" y="54111"/>
                  </a:lnTo>
                  <a:lnTo>
                    <a:pt x="84077" y="54592"/>
                  </a:lnTo>
                  <a:lnTo>
                    <a:pt x="83556" y="55112"/>
                  </a:lnTo>
                  <a:lnTo>
                    <a:pt x="83276" y="55953"/>
                  </a:lnTo>
                  <a:lnTo>
                    <a:pt x="82355" y="56915"/>
                  </a:lnTo>
                  <a:lnTo>
                    <a:pt x="81073" y="57996"/>
                  </a:lnTo>
                  <a:lnTo>
                    <a:pt x="80993" y="58957"/>
                  </a:lnTo>
                  <a:lnTo>
                    <a:pt x="79872" y="59799"/>
                  </a:lnTo>
                  <a:lnTo>
                    <a:pt x="78790" y="60319"/>
                  </a:lnTo>
                  <a:lnTo>
                    <a:pt x="78029" y="61441"/>
                  </a:lnTo>
                  <a:lnTo>
                    <a:pt x="78189" y="62322"/>
                  </a:lnTo>
                  <a:lnTo>
                    <a:pt x="79071" y="63684"/>
                  </a:lnTo>
                  <a:lnTo>
                    <a:pt x="80392" y="66527"/>
                  </a:lnTo>
                  <a:lnTo>
                    <a:pt x="79471" y="67208"/>
                  </a:lnTo>
                  <a:lnTo>
                    <a:pt x="80112" y="68170"/>
                  </a:lnTo>
                  <a:lnTo>
                    <a:pt x="80713" y="68770"/>
                  </a:lnTo>
                  <a:lnTo>
                    <a:pt x="81594" y="69291"/>
                  </a:lnTo>
                  <a:lnTo>
                    <a:pt x="82395" y="69451"/>
                  </a:lnTo>
                  <a:lnTo>
                    <a:pt x="83396" y="69051"/>
                  </a:lnTo>
                  <a:lnTo>
                    <a:pt x="83935" y="69476"/>
                  </a:lnTo>
                  <a:lnTo>
                    <a:pt x="85113" y="70776"/>
                  </a:lnTo>
                  <a:lnTo>
                    <a:pt x="84430" y="71673"/>
                  </a:lnTo>
                  <a:lnTo>
                    <a:pt x="83649" y="72334"/>
                  </a:lnTo>
                  <a:lnTo>
                    <a:pt x="82741" y="72814"/>
                  </a:lnTo>
                  <a:lnTo>
                    <a:pt x="81486" y="73268"/>
                  </a:lnTo>
                  <a:lnTo>
                    <a:pt x="79643" y="73695"/>
                  </a:lnTo>
                  <a:lnTo>
                    <a:pt x="77828" y="74042"/>
                  </a:lnTo>
                  <a:lnTo>
                    <a:pt x="76092" y="74577"/>
                  </a:lnTo>
                  <a:lnTo>
                    <a:pt x="74704" y="75084"/>
                  </a:lnTo>
                  <a:lnTo>
                    <a:pt x="74116" y="75618"/>
                  </a:lnTo>
                  <a:lnTo>
                    <a:pt x="73929" y="76900"/>
                  </a:lnTo>
                  <a:lnTo>
                    <a:pt x="73956" y="77834"/>
                  </a:lnTo>
                  <a:lnTo>
                    <a:pt x="73796" y="78742"/>
                  </a:lnTo>
                  <a:lnTo>
                    <a:pt x="73288" y="79276"/>
                  </a:lnTo>
                  <a:lnTo>
                    <a:pt x="72581" y="79722"/>
                  </a:lnTo>
                  <a:lnTo>
                    <a:pt x="71235" y="80491"/>
                  </a:lnTo>
                  <a:lnTo>
                    <a:pt x="70103" y="81922"/>
                  </a:lnTo>
                  <a:lnTo>
                    <a:pt x="69206" y="83695"/>
                  </a:lnTo>
                  <a:lnTo>
                    <a:pt x="68800" y="84486"/>
                  </a:lnTo>
                  <a:lnTo>
                    <a:pt x="69676" y="84998"/>
                  </a:lnTo>
                  <a:lnTo>
                    <a:pt x="68672" y="86536"/>
                  </a:lnTo>
                  <a:lnTo>
                    <a:pt x="67155" y="87967"/>
                  </a:lnTo>
                  <a:lnTo>
                    <a:pt x="65382" y="89121"/>
                  </a:lnTo>
                  <a:lnTo>
                    <a:pt x="64293" y="89335"/>
                  </a:lnTo>
                  <a:lnTo>
                    <a:pt x="63759" y="88630"/>
                  </a:lnTo>
                  <a:lnTo>
                    <a:pt x="65254" y="87519"/>
                  </a:lnTo>
                  <a:lnTo>
                    <a:pt x="65382" y="87028"/>
                  </a:lnTo>
                  <a:lnTo>
                    <a:pt x="65211" y="86130"/>
                  </a:lnTo>
                  <a:lnTo>
                    <a:pt x="63289" y="80782"/>
                  </a:lnTo>
                  <a:lnTo>
                    <a:pt x="62007" y="77172"/>
                  </a:lnTo>
                  <a:lnTo>
                    <a:pt x="61815" y="75207"/>
                  </a:lnTo>
                  <a:lnTo>
                    <a:pt x="61387" y="70934"/>
                  </a:lnTo>
                  <a:lnTo>
                    <a:pt x="61163" y="70219"/>
                  </a:lnTo>
                  <a:lnTo>
                    <a:pt x="60909" y="69872"/>
                  </a:lnTo>
                  <a:lnTo>
                    <a:pt x="60335" y="69391"/>
                  </a:lnTo>
                  <a:lnTo>
                    <a:pt x="59387" y="68617"/>
                  </a:lnTo>
                  <a:lnTo>
                    <a:pt x="58733" y="68203"/>
                  </a:lnTo>
                  <a:lnTo>
                    <a:pt x="58519" y="67910"/>
                  </a:lnTo>
                  <a:lnTo>
                    <a:pt x="58306" y="67549"/>
                  </a:lnTo>
                  <a:lnTo>
                    <a:pt x="58209" y="67075"/>
                  </a:lnTo>
                  <a:lnTo>
                    <a:pt x="58362" y="65779"/>
                  </a:lnTo>
                  <a:lnTo>
                    <a:pt x="58623" y="63674"/>
                  </a:lnTo>
                  <a:lnTo>
                    <a:pt x="58855" y="61810"/>
                  </a:lnTo>
                  <a:lnTo>
                    <a:pt x="58888" y="61569"/>
                  </a:lnTo>
                  <a:lnTo>
                    <a:pt x="57891" y="61534"/>
                  </a:lnTo>
                  <a:lnTo>
                    <a:pt x="57134" y="61852"/>
                  </a:lnTo>
                  <a:lnTo>
                    <a:pt x="56806" y="61990"/>
                  </a:lnTo>
                  <a:lnTo>
                    <a:pt x="49177" y="65196"/>
                  </a:lnTo>
                  <a:lnTo>
                    <a:pt x="48866" y="65327"/>
                  </a:lnTo>
                  <a:lnTo>
                    <a:pt x="47411" y="65938"/>
                  </a:lnTo>
                  <a:lnTo>
                    <a:pt x="48099" y="68470"/>
                  </a:lnTo>
                  <a:lnTo>
                    <a:pt x="48240" y="68989"/>
                  </a:lnTo>
                  <a:lnTo>
                    <a:pt x="48369" y="69461"/>
                  </a:lnTo>
                  <a:lnTo>
                    <a:pt x="48564" y="70180"/>
                  </a:lnTo>
                  <a:lnTo>
                    <a:pt x="49433" y="73379"/>
                  </a:lnTo>
                  <a:lnTo>
                    <a:pt x="50039" y="76381"/>
                  </a:lnTo>
                  <a:lnTo>
                    <a:pt x="50236" y="77355"/>
                  </a:lnTo>
                  <a:lnTo>
                    <a:pt x="50371" y="78022"/>
                  </a:lnTo>
                  <a:lnTo>
                    <a:pt x="50584" y="79078"/>
                  </a:lnTo>
                  <a:lnTo>
                    <a:pt x="52268" y="85197"/>
                  </a:lnTo>
                  <a:lnTo>
                    <a:pt x="52510" y="86074"/>
                  </a:lnTo>
                  <a:lnTo>
                    <a:pt x="54124" y="91937"/>
                  </a:lnTo>
                  <a:lnTo>
                    <a:pt x="54201" y="92219"/>
                  </a:lnTo>
                  <a:lnTo>
                    <a:pt x="54526" y="93399"/>
                  </a:lnTo>
                  <a:lnTo>
                    <a:pt x="55516" y="96995"/>
                  </a:lnTo>
                  <a:lnTo>
                    <a:pt x="55111" y="97089"/>
                  </a:lnTo>
                  <a:lnTo>
                    <a:pt x="53996" y="97417"/>
                  </a:lnTo>
                  <a:lnTo>
                    <a:pt x="42222" y="100883"/>
                  </a:lnTo>
                  <a:lnTo>
                    <a:pt x="34471" y="103113"/>
                  </a:lnTo>
                  <a:lnTo>
                    <a:pt x="31385" y="104193"/>
                  </a:lnTo>
                  <a:lnTo>
                    <a:pt x="30509" y="104499"/>
                  </a:lnTo>
                  <a:lnTo>
                    <a:pt x="28300" y="105273"/>
                  </a:lnTo>
                  <a:lnTo>
                    <a:pt x="27095" y="105887"/>
                  </a:lnTo>
                  <a:lnTo>
                    <a:pt x="26750" y="106089"/>
                  </a:lnTo>
                  <a:lnTo>
                    <a:pt x="23699" y="107874"/>
                  </a:lnTo>
                  <a:lnTo>
                    <a:pt x="23537" y="107937"/>
                  </a:lnTo>
                  <a:lnTo>
                    <a:pt x="22586" y="108313"/>
                  </a:lnTo>
                  <a:lnTo>
                    <a:pt x="20414" y="109171"/>
                  </a:lnTo>
                  <a:lnTo>
                    <a:pt x="19372" y="109608"/>
                  </a:lnTo>
                  <a:lnTo>
                    <a:pt x="18970" y="109776"/>
                  </a:lnTo>
                  <a:lnTo>
                    <a:pt x="13672" y="111646"/>
                  </a:lnTo>
                  <a:lnTo>
                    <a:pt x="13602" y="111458"/>
                  </a:lnTo>
                  <a:lnTo>
                    <a:pt x="12921" y="109644"/>
                  </a:lnTo>
                  <a:lnTo>
                    <a:pt x="12170" y="107643"/>
                  </a:lnTo>
                  <a:lnTo>
                    <a:pt x="10806" y="104009"/>
                  </a:lnTo>
                  <a:lnTo>
                    <a:pt x="9958" y="101749"/>
                  </a:lnTo>
                  <a:lnTo>
                    <a:pt x="9888" y="101562"/>
                  </a:lnTo>
                  <a:lnTo>
                    <a:pt x="9687" y="101027"/>
                  </a:lnTo>
                  <a:lnTo>
                    <a:pt x="8938" y="99031"/>
                  </a:lnTo>
                  <a:lnTo>
                    <a:pt x="8144" y="96917"/>
                  </a:lnTo>
                  <a:lnTo>
                    <a:pt x="7800" y="96088"/>
                  </a:lnTo>
                  <a:lnTo>
                    <a:pt x="7553" y="95495"/>
                  </a:lnTo>
                  <a:lnTo>
                    <a:pt x="7432" y="95202"/>
                  </a:lnTo>
                  <a:lnTo>
                    <a:pt x="3049" y="84653"/>
                  </a:lnTo>
                  <a:lnTo>
                    <a:pt x="758" y="79137"/>
                  </a:lnTo>
                  <a:lnTo>
                    <a:pt x="0" y="77180"/>
                  </a:lnTo>
                  <a:lnTo>
                    <a:pt x="253" y="76885"/>
                  </a:lnTo>
                  <a:lnTo>
                    <a:pt x="10845" y="64533"/>
                  </a:lnTo>
                  <a:lnTo>
                    <a:pt x="14722" y="60012"/>
                  </a:lnTo>
                  <a:lnTo>
                    <a:pt x="21866" y="51681"/>
                  </a:lnTo>
                  <a:lnTo>
                    <a:pt x="29437" y="42831"/>
                  </a:lnTo>
                  <a:lnTo>
                    <a:pt x="34483" y="36933"/>
                  </a:lnTo>
                  <a:lnTo>
                    <a:pt x="36579" y="34769"/>
                  </a:lnTo>
                  <a:lnTo>
                    <a:pt x="37272" y="34103"/>
                  </a:lnTo>
                  <a:lnTo>
                    <a:pt x="37874" y="33524"/>
                  </a:lnTo>
                  <a:lnTo>
                    <a:pt x="38092" y="33349"/>
                  </a:lnTo>
                  <a:lnTo>
                    <a:pt x="38415" y="33090"/>
                  </a:lnTo>
                  <a:lnTo>
                    <a:pt x="39542" y="32185"/>
                  </a:lnTo>
                  <a:lnTo>
                    <a:pt x="40537" y="31385"/>
                  </a:lnTo>
                  <a:lnTo>
                    <a:pt x="42717" y="29905"/>
                  </a:lnTo>
                  <a:lnTo>
                    <a:pt x="45293" y="28240"/>
                  </a:lnTo>
                  <a:lnTo>
                    <a:pt x="48385" y="26326"/>
                  </a:lnTo>
                  <a:lnTo>
                    <a:pt x="49373" y="25764"/>
                  </a:lnTo>
                  <a:lnTo>
                    <a:pt x="50401" y="25178"/>
                  </a:lnTo>
                  <a:lnTo>
                    <a:pt x="53343" y="23463"/>
                  </a:lnTo>
                  <a:lnTo>
                    <a:pt x="55604" y="22116"/>
                  </a:lnTo>
                  <a:lnTo>
                    <a:pt x="56982" y="21279"/>
                  </a:lnTo>
                  <a:lnTo>
                    <a:pt x="58124" y="20585"/>
                  </a:lnTo>
                  <a:lnTo>
                    <a:pt x="59500" y="19780"/>
                  </a:lnTo>
                  <a:lnTo>
                    <a:pt x="60009" y="19480"/>
                  </a:lnTo>
                  <a:lnTo>
                    <a:pt x="61221" y="18765"/>
                  </a:lnTo>
                  <a:lnTo>
                    <a:pt x="61761" y="18447"/>
                  </a:lnTo>
                  <a:lnTo>
                    <a:pt x="62298" y="18128"/>
                  </a:lnTo>
                  <a:lnTo>
                    <a:pt x="63592" y="17361"/>
                  </a:lnTo>
                  <a:lnTo>
                    <a:pt x="64773" y="16661"/>
                  </a:lnTo>
                  <a:lnTo>
                    <a:pt x="69484" y="13867"/>
                  </a:lnTo>
                  <a:lnTo>
                    <a:pt x="72439" y="12152"/>
                  </a:lnTo>
                  <a:lnTo>
                    <a:pt x="72827" y="11939"/>
                  </a:lnTo>
                  <a:lnTo>
                    <a:pt x="74958" y="10767"/>
                  </a:lnTo>
                  <a:lnTo>
                    <a:pt x="75101" y="10682"/>
                  </a:lnTo>
                  <a:lnTo>
                    <a:pt x="75799" y="10266"/>
                  </a:lnTo>
                  <a:lnTo>
                    <a:pt x="79072" y="8684"/>
                  </a:lnTo>
                  <a:lnTo>
                    <a:pt x="80702" y="7998"/>
                  </a:lnTo>
                  <a:lnTo>
                    <a:pt x="83789" y="6698"/>
                  </a:lnTo>
                  <a:lnTo>
                    <a:pt x="85756" y="5944"/>
                  </a:lnTo>
                  <a:lnTo>
                    <a:pt x="88459" y="4975"/>
                  </a:lnTo>
                  <a:lnTo>
                    <a:pt x="89251" y="4720"/>
                  </a:lnTo>
                  <a:lnTo>
                    <a:pt x="89583" y="4613"/>
                  </a:lnTo>
                  <a:lnTo>
                    <a:pt x="92793" y="3579"/>
                  </a:lnTo>
                  <a:lnTo>
                    <a:pt x="96488" y="2370"/>
                  </a:lnTo>
                  <a:lnTo>
                    <a:pt x="100569" y="1011"/>
                  </a:lnTo>
                  <a:lnTo>
                    <a:pt x="103324" y="94"/>
                  </a:lnTo>
                  <a:lnTo>
                    <a:pt x="103615" y="0"/>
                  </a:lnTo>
                  <a:lnTo>
                    <a:pt x="110540" y="13064"/>
                  </a:lnTo>
                  <a:lnTo>
                    <a:pt x="112997" y="17698"/>
                  </a:lnTo>
                  <a:lnTo>
                    <a:pt x="112735" y="17732"/>
                  </a:lnTo>
                  <a:lnTo>
                    <a:pt x="108371" y="18324"/>
                  </a:lnTo>
                  <a:lnTo>
                    <a:pt x="108891" y="22316"/>
                  </a:lnTo>
                  <a:lnTo>
                    <a:pt x="109404" y="26249"/>
                  </a:lnTo>
                  <a:lnTo>
                    <a:pt x="109936" y="303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3500949" y="3492396"/>
              <a:ext cx="121344" cy="79649"/>
            </a:xfrm>
            <a:custGeom>
              <a:avLst/>
              <a:pathLst>
                <a:path w="121344" h="79649">
                  <a:moveTo>
                    <a:pt x="96846" y="43557"/>
                  </a:moveTo>
                  <a:lnTo>
                    <a:pt x="88427" y="46299"/>
                  </a:lnTo>
                  <a:lnTo>
                    <a:pt x="88136" y="46394"/>
                  </a:lnTo>
                  <a:lnTo>
                    <a:pt x="85381" y="47311"/>
                  </a:lnTo>
                  <a:lnTo>
                    <a:pt x="81300" y="48670"/>
                  </a:lnTo>
                  <a:lnTo>
                    <a:pt x="77605" y="49879"/>
                  </a:lnTo>
                  <a:lnTo>
                    <a:pt x="74395" y="50913"/>
                  </a:lnTo>
                  <a:lnTo>
                    <a:pt x="74063" y="51020"/>
                  </a:lnTo>
                  <a:lnTo>
                    <a:pt x="73271" y="51275"/>
                  </a:lnTo>
                  <a:lnTo>
                    <a:pt x="70568" y="52244"/>
                  </a:lnTo>
                  <a:lnTo>
                    <a:pt x="68601" y="52998"/>
                  </a:lnTo>
                  <a:lnTo>
                    <a:pt x="65514" y="54298"/>
                  </a:lnTo>
                  <a:lnTo>
                    <a:pt x="63884" y="54984"/>
                  </a:lnTo>
                  <a:lnTo>
                    <a:pt x="60611" y="56566"/>
                  </a:lnTo>
                  <a:lnTo>
                    <a:pt x="59913" y="56982"/>
                  </a:lnTo>
                  <a:lnTo>
                    <a:pt x="59770" y="57067"/>
                  </a:lnTo>
                  <a:lnTo>
                    <a:pt x="57639" y="58239"/>
                  </a:lnTo>
                  <a:lnTo>
                    <a:pt x="57251" y="58452"/>
                  </a:lnTo>
                  <a:lnTo>
                    <a:pt x="54296" y="60167"/>
                  </a:lnTo>
                  <a:lnTo>
                    <a:pt x="49585" y="62961"/>
                  </a:lnTo>
                  <a:lnTo>
                    <a:pt x="48404" y="63661"/>
                  </a:lnTo>
                  <a:lnTo>
                    <a:pt x="47110" y="64428"/>
                  </a:lnTo>
                  <a:lnTo>
                    <a:pt x="46573" y="64747"/>
                  </a:lnTo>
                  <a:lnTo>
                    <a:pt x="46032" y="65065"/>
                  </a:lnTo>
                  <a:lnTo>
                    <a:pt x="44821" y="65780"/>
                  </a:lnTo>
                  <a:lnTo>
                    <a:pt x="44312" y="66080"/>
                  </a:lnTo>
                  <a:lnTo>
                    <a:pt x="42936" y="66885"/>
                  </a:lnTo>
                  <a:lnTo>
                    <a:pt x="41794" y="67579"/>
                  </a:lnTo>
                  <a:lnTo>
                    <a:pt x="40416" y="68416"/>
                  </a:lnTo>
                  <a:lnTo>
                    <a:pt x="38155" y="69763"/>
                  </a:lnTo>
                  <a:lnTo>
                    <a:pt x="35213" y="71478"/>
                  </a:lnTo>
                  <a:lnTo>
                    <a:pt x="34184" y="72064"/>
                  </a:lnTo>
                  <a:lnTo>
                    <a:pt x="33197" y="72626"/>
                  </a:lnTo>
                  <a:lnTo>
                    <a:pt x="30105" y="74540"/>
                  </a:lnTo>
                  <a:lnTo>
                    <a:pt x="27529" y="76205"/>
                  </a:lnTo>
                  <a:lnTo>
                    <a:pt x="25349" y="77685"/>
                  </a:lnTo>
                  <a:lnTo>
                    <a:pt x="24354" y="78484"/>
                  </a:lnTo>
                  <a:lnTo>
                    <a:pt x="23226" y="79390"/>
                  </a:lnTo>
                  <a:lnTo>
                    <a:pt x="22904" y="79649"/>
                  </a:lnTo>
                  <a:lnTo>
                    <a:pt x="22715" y="78014"/>
                  </a:lnTo>
                  <a:lnTo>
                    <a:pt x="22359" y="74392"/>
                  </a:lnTo>
                  <a:lnTo>
                    <a:pt x="22314" y="73944"/>
                  </a:lnTo>
                  <a:lnTo>
                    <a:pt x="22283" y="73625"/>
                  </a:lnTo>
                  <a:lnTo>
                    <a:pt x="22358" y="73127"/>
                  </a:lnTo>
                  <a:lnTo>
                    <a:pt x="24289" y="72406"/>
                  </a:lnTo>
                  <a:lnTo>
                    <a:pt x="25218" y="72086"/>
                  </a:lnTo>
                  <a:lnTo>
                    <a:pt x="27624" y="70886"/>
                  </a:lnTo>
                  <a:lnTo>
                    <a:pt x="28895" y="70219"/>
                  </a:lnTo>
                  <a:lnTo>
                    <a:pt x="31007" y="69621"/>
                  </a:lnTo>
                  <a:lnTo>
                    <a:pt x="30845" y="69108"/>
                  </a:lnTo>
                  <a:lnTo>
                    <a:pt x="30037" y="68300"/>
                  </a:lnTo>
                  <a:lnTo>
                    <a:pt x="29234" y="67589"/>
                  </a:lnTo>
                  <a:lnTo>
                    <a:pt x="28780" y="67189"/>
                  </a:lnTo>
                  <a:lnTo>
                    <a:pt x="27848" y="66364"/>
                  </a:lnTo>
                  <a:lnTo>
                    <a:pt x="26468" y="65244"/>
                  </a:lnTo>
                  <a:lnTo>
                    <a:pt x="26101" y="65078"/>
                  </a:lnTo>
                  <a:lnTo>
                    <a:pt x="24196" y="67189"/>
                  </a:lnTo>
                  <a:lnTo>
                    <a:pt x="22055" y="69560"/>
                  </a:lnTo>
                  <a:lnTo>
                    <a:pt x="21520" y="69119"/>
                  </a:lnTo>
                  <a:lnTo>
                    <a:pt x="20489" y="68081"/>
                  </a:lnTo>
                  <a:lnTo>
                    <a:pt x="19067" y="66614"/>
                  </a:lnTo>
                  <a:lnTo>
                    <a:pt x="19359" y="66276"/>
                  </a:lnTo>
                  <a:lnTo>
                    <a:pt x="20462" y="65042"/>
                  </a:lnTo>
                  <a:lnTo>
                    <a:pt x="22577" y="62676"/>
                  </a:lnTo>
                  <a:lnTo>
                    <a:pt x="22932" y="62278"/>
                  </a:lnTo>
                  <a:lnTo>
                    <a:pt x="26096" y="58738"/>
                  </a:lnTo>
                  <a:lnTo>
                    <a:pt x="26886" y="57854"/>
                  </a:lnTo>
                  <a:lnTo>
                    <a:pt x="27105" y="57574"/>
                  </a:lnTo>
                  <a:lnTo>
                    <a:pt x="27842" y="56631"/>
                  </a:lnTo>
                  <a:lnTo>
                    <a:pt x="30491" y="53263"/>
                  </a:lnTo>
                  <a:lnTo>
                    <a:pt x="30746" y="52936"/>
                  </a:lnTo>
                  <a:lnTo>
                    <a:pt x="32226" y="51167"/>
                  </a:lnTo>
                  <a:lnTo>
                    <a:pt x="32961" y="50289"/>
                  </a:lnTo>
                  <a:lnTo>
                    <a:pt x="32953" y="49997"/>
                  </a:lnTo>
                  <a:lnTo>
                    <a:pt x="32933" y="49360"/>
                  </a:lnTo>
                  <a:lnTo>
                    <a:pt x="32044" y="49048"/>
                  </a:lnTo>
                  <a:lnTo>
                    <a:pt x="31750" y="48976"/>
                  </a:lnTo>
                  <a:lnTo>
                    <a:pt x="26717" y="47946"/>
                  </a:lnTo>
                  <a:lnTo>
                    <a:pt x="26480" y="47898"/>
                  </a:lnTo>
                  <a:lnTo>
                    <a:pt x="23099" y="47377"/>
                  </a:lnTo>
                  <a:lnTo>
                    <a:pt x="21909" y="47194"/>
                  </a:lnTo>
                  <a:lnTo>
                    <a:pt x="21032" y="47059"/>
                  </a:lnTo>
                  <a:lnTo>
                    <a:pt x="19432" y="46813"/>
                  </a:lnTo>
                  <a:lnTo>
                    <a:pt x="18948" y="46755"/>
                  </a:lnTo>
                  <a:lnTo>
                    <a:pt x="15300" y="46320"/>
                  </a:lnTo>
                  <a:lnTo>
                    <a:pt x="13956" y="46160"/>
                  </a:lnTo>
                  <a:lnTo>
                    <a:pt x="13375" y="46091"/>
                  </a:lnTo>
                  <a:lnTo>
                    <a:pt x="9938" y="45680"/>
                  </a:lnTo>
                  <a:lnTo>
                    <a:pt x="8831" y="45548"/>
                  </a:lnTo>
                  <a:lnTo>
                    <a:pt x="7933" y="45441"/>
                  </a:lnTo>
                  <a:lnTo>
                    <a:pt x="5583" y="46012"/>
                  </a:lnTo>
                  <a:lnTo>
                    <a:pt x="5078" y="43727"/>
                  </a:lnTo>
                  <a:lnTo>
                    <a:pt x="4201" y="43625"/>
                  </a:lnTo>
                  <a:lnTo>
                    <a:pt x="3699" y="41773"/>
                  </a:lnTo>
                  <a:lnTo>
                    <a:pt x="3508" y="40905"/>
                  </a:lnTo>
                  <a:lnTo>
                    <a:pt x="3316" y="40416"/>
                  </a:lnTo>
                  <a:lnTo>
                    <a:pt x="3249" y="40111"/>
                  </a:lnTo>
                  <a:lnTo>
                    <a:pt x="2609" y="37175"/>
                  </a:lnTo>
                  <a:lnTo>
                    <a:pt x="2347" y="35970"/>
                  </a:lnTo>
                  <a:lnTo>
                    <a:pt x="1978" y="34881"/>
                  </a:lnTo>
                  <a:lnTo>
                    <a:pt x="1890" y="34600"/>
                  </a:lnTo>
                  <a:lnTo>
                    <a:pt x="1008" y="31791"/>
                  </a:lnTo>
                  <a:lnTo>
                    <a:pt x="857" y="31308"/>
                  </a:lnTo>
                  <a:lnTo>
                    <a:pt x="248" y="29698"/>
                  </a:lnTo>
                  <a:lnTo>
                    <a:pt x="96" y="28905"/>
                  </a:lnTo>
                  <a:lnTo>
                    <a:pt x="0" y="28056"/>
                  </a:lnTo>
                  <a:lnTo>
                    <a:pt x="14" y="25038"/>
                  </a:lnTo>
                  <a:lnTo>
                    <a:pt x="28" y="24784"/>
                  </a:lnTo>
                  <a:lnTo>
                    <a:pt x="36" y="24641"/>
                  </a:lnTo>
                  <a:lnTo>
                    <a:pt x="265" y="22645"/>
                  </a:lnTo>
                  <a:lnTo>
                    <a:pt x="494" y="20649"/>
                  </a:lnTo>
                  <a:lnTo>
                    <a:pt x="709" y="17768"/>
                  </a:lnTo>
                  <a:lnTo>
                    <a:pt x="9002" y="17345"/>
                  </a:lnTo>
                  <a:lnTo>
                    <a:pt x="25862" y="16486"/>
                  </a:lnTo>
                  <a:lnTo>
                    <a:pt x="48612" y="13762"/>
                  </a:lnTo>
                  <a:lnTo>
                    <a:pt x="74665" y="9047"/>
                  </a:lnTo>
                  <a:lnTo>
                    <a:pt x="84018" y="7354"/>
                  </a:lnTo>
                  <a:lnTo>
                    <a:pt x="114907" y="0"/>
                  </a:lnTo>
                  <a:lnTo>
                    <a:pt x="115365" y="1382"/>
                  </a:lnTo>
                  <a:lnTo>
                    <a:pt x="116038" y="3416"/>
                  </a:lnTo>
                  <a:lnTo>
                    <a:pt x="116657" y="5877"/>
                  </a:lnTo>
                  <a:lnTo>
                    <a:pt x="117014" y="7299"/>
                  </a:lnTo>
                  <a:lnTo>
                    <a:pt x="118828" y="14511"/>
                  </a:lnTo>
                  <a:lnTo>
                    <a:pt x="119683" y="15946"/>
                  </a:lnTo>
                  <a:lnTo>
                    <a:pt x="119034" y="18680"/>
                  </a:lnTo>
                  <a:lnTo>
                    <a:pt x="119856" y="20573"/>
                  </a:lnTo>
                  <a:lnTo>
                    <a:pt x="120753" y="22396"/>
                  </a:lnTo>
                  <a:lnTo>
                    <a:pt x="121344" y="23600"/>
                  </a:lnTo>
                  <a:lnTo>
                    <a:pt x="121045" y="26230"/>
                  </a:lnTo>
                  <a:lnTo>
                    <a:pt x="120979" y="31424"/>
                  </a:lnTo>
                  <a:lnTo>
                    <a:pt x="121125" y="35686"/>
                  </a:lnTo>
                  <a:lnTo>
                    <a:pt x="120950" y="35750"/>
                  </a:lnTo>
                  <a:lnTo>
                    <a:pt x="116276" y="37436"/>
                  </a:lnTo>
                  <a:lnTo>
                    <a:pt x="115480" y="37685"/>
                  </a:lnTo>
                  <a:lnTo>
                    <a:pt x="115067" y="37813"/>
                  </a:lnTo>
                  <a:lnTo>
                    <a:pt x="105531" y="40788"/>
                  </a:lnTo>
                  <a:lnTo>
                    <a:pt x="103441" y="41455"/>
                  </a:lnTo>
                  <a:lnTo>
                    <a:pt x="101497" y="42074"/>
                  </a:lnTo>
                  <a:lnTo>
                    <a:pt x="98330" y="430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3615857" y="3434819"/>
              <a:ext cx="166742" cy="121638"/>
            </a:xfrm>
            <a:custGeom>
              <a:avLst/>
              <a:pathLst>
                <a:path w="166742" h="121638">
                  <a:moveTo>
                    <a:pt x="149523" y="18263"/>
                  </a:moveTo>
                  <a:lnTo>
                    <a:pt x="150502" y="19800"/>
                  </a:lnTo>
                  <a:lnTo>
                    <a:pt x="155163" y="16033"/>
                  </a:lnTo>
                  <a:lnTo>
                    <a:pt x="155548" y="15908"/>
                  </a:lnTo>
                  <a:lnTo>
                    <a:pt x="156024" y="16722"/>
                  </a:lnTo>
                  <a:lnTo>
                    <a:pt x="156500" y="17535"/>
                  </a:lnTo>
                  <a:lnTo>
                    <a:pt x="155060" y="18784"/>
                  </a:lnTo>
                  <a:lnTo>
                    <a:pt x="153273" y="20366"/>
                  </a:lnTo>
                  <a:lnTo>
                    <a:pt x="152539" y="21056"/>
                  </a:lnTo>
                  <a:lnTo>
                    <a:pt x="151540" y="21996"/>
                  </a:lnTo>
                  <a:lnTo>
                    <a:pt x="150649" y="23185"/>
                  </a:lnTo>
                  <a:lnTo>
                    <a:pt x="152151" y="27792"/>
                  </a:lnTo>
                  <a:lnTo>
                    <a:pt x="153817" y="32584"/>
                  </a:lnTo>
                  <a:lnTo>
                    <a:pt x="154542" y="34671"/>
                  </a:lnTo>
                  <a:lnTo>
                    <a:pt x="155459" y="37567"/>
                  </a:lnTo>
                  <a:lnTo>
                    <a:pt x="156023" y="39348"/>
                  </a:lnTo>
                  <a:lnTo>
                    <a:pt x="156475" y="40777"/>
                  </a:lnTo>
                  <a:lnTo>
                    <a:pt x="158889" y="39996"/>
                  </a:lnTo>
                  <a:lnTo>
                    <a:pt x="159092" y="40474"/>
                  </a:lnTo>
                  <a:lnTo>
                    <a:pt x="159465" y="41355"/>
                  </a:lnTo>
                  <a:lnTo>
                    <a:pt x="160430" y="43633"/>
                  </a:lnTo>
                  <a:lnTo>
                    <a:pt x="159880" y="43879"/>
                  </a:lnTo>
                  <a:lnTo>
                    <a:pt x="160399" y="45165"/>
                  </a:lnTo>
                  <a:lnTo>
                    <a:pt x="162229" y="49694"/>
                  </a:lnTo>
                  <a:lnTo>
                    <a:pt x="163554" y="54172"/>
                  </a:lnTo>
                  <a:lnTo>
                    <a:pt x="163549" y="56617"/>
                  </a:lnTo>
                  <a:lnTo>
                    <a:pt x="163546" y="63362"/>
                  </a:lnTo>
                  <a:lnTo>
                    <a:pt x="163450" y="67492"/>
                  </a:lnTo>
                  <a:lnTo>
                    <a:pt x="163873" y="72642"/>
                  </a:lnTo>
                  <a:lnTo>
                    <a:pt x="164318" y="78326"/>
                  </a:lnTo>
                  <a:lnTo>
                    <a:pt x="164575" y="82538"/>
                  </a:lnTo>
                  <a:lnTo>
                    <a:pt x="164206" y="85274"/>
                  </a:lnTo>
                  <a:lnTo>
                    <a:pt x="163885" y="87007"/>
                  </a:lnTo>
                  <a:lnTo>
                    <a:pt x="164645" y="93540"/>
                  </a:lnTo>
                  <a:lnTo>
                    <a:pt x="164861" y="95397"/>
                  </a:lnTo>
                  <a:lnTo>
                    <a:pt x="165315" y="101370"/>
                  </a:lnTo>
                  <a:lnTo>
                    <a:pt x="165390" y="101963"/>
                  </a:lnTo>
                  <a:lnTo>
                    <a:pt x="166271" y="108942"/>
                  </a:lnTo>
                  <a:lnTo>
                    <a:pt x="166512" y="111252"/>
                  </a:lnTo>
                  <a:lnTo>
                    <a:pt x="166662" y="112691"/>
                  </a:lnTo>
                  <a:lnTo>
                    <a:pt x="166729" y="113338"/>
                  </a:lnTo>
                  <a:lnTo>
                    <a:pt x="166742" y="113467"/>
                  </a:lnTo>
                  <a:lnTo>
                    <a:pt x="166613" y="113487"/>
                  </a:lnTo>
                  <a:lnTo>
                    <a:pt x="158341" y="114574"/>
                  </a:lnTo>
                  <a:lnTo>
                    <a:pt x="149254" y="115955"/>
                  </a:lnTo>
                  <a:lnTo>
                    <a:pt x="142514" y="116774"/>
                  </a:lnTo>
                  <a:lnTo>
                    <a:pt x="139837" y="117100"/>
                  </a:lnTo>
                  <a:lnTo>
                    <a:pt x="132838" y="118124"/>
                  </a:lnTo>
                  <a:lnTo>
                    <a:pt x="131987" y="118231"/>
                  </a:lnTo>
                  <a:lnTo>
                    <a:pt x="122519" y="119417"/>
                  </a:lnTo>
                  <a:lnTo>
                    <a:pt x="119946" y="119776"/>
                  </a:lnTo>
                  <a:lnTo>
                    <a:pt x="110741" y="121060"/>
                  </a:lnTo>
                  <a:lnTo>
                    <a:pt x="109960" y="121165"/>
                  </a:lnTo>
                  <a:lnTo>
                    <a:pt x="106935" y="121571"/>
                  </a:lnTo>
                  <a:lnTo>
                    <a:pt x="106439" y="121638"/>
                  </a:lnTo>
                  <a:lnTo>
                    <a:pt x="106330" y="121379"/>
                  </a:lnTo>
                  <a:lnTo>
                    <a:pt x="103562" y="115129"/>
                  </a:lnTo>
                  <a:lnTo>
                    <a:pt x="101234" y="109811"/>
                  </a:lnTo>
                  <a:lnTo>
                    <a:pt x="99635" y="106571"/>
                  </a:lnTo>
                  <a:lnTo>
                    <a:pt x="98501" y="106554"/>
                  </a:lnTo>
                  <a:lnTo>
                    <a:pt x="96955" y="102510"/>
                  </a:lnTo>
                  <a:lnTo>
                    <a:pt x="95878" y="98272"/>
                  </a:lnTo>
                  <a:lnTo>
                    <a:pt x="94502" y="92519"/>
                  </a:lnTo>
                  <a:lnTo>
                    <a:pt x="93900" y="90000"/>
                  </a:lnTo>
                  <a:lnTo>
                    <a:pt x="92513" y="84524"/>
                  </a:lnTo>
                  <a:lnTo>
                    <a:pt x="93221" y="78816"/>
                  </a:lnTo>
                  <a:lnTo>
                    <a:pt x="93015" y="77717"/>
                  </a:lnTo>
                  <a:lnTo>
                    <a:pt x="91145" y="72128"/>
                  </a:lnTo>
                  <a:lnTo>
                    <a:pt x="90483" y="70317"/>
                  </a:lnTo>
                  <a:lnTo>
                    <a:pt x="89980" y="68939"/>
                  </a:lnTo>
                  <a:lnTo>
                    <a:pt x="89175" y="66818"/>
                  </a:lnTo>
                  <a:lnTo>
                    <a:pt x="85924" y="67856"/>
                  </a:lnTo>
                  <a:lnTo>
                    <a:pt x="82556" y="68932"/>
                  </a:lnTo>
                  <a:lnTo>
                    <a:pt x="65330" y="74492"/>
                  </a:lnTo>
                  <a:lnTo>
                    <a:pt x="59115" y="76574"/>
                  </a:lnTo>
                  <a:lnTo>
                    <a:pt x="57887" y="76986"/>
                  </a:lnTo>
                  <a:lnTo>
                    <a:pt x="55270" y="77862"/>
                  </a:lnTo>
                  <a:lnTo>
                    <a:pt x="54852" y="78002"/>
                  </a:lnTo>
                  <a:lnTo>
                    <a:pt x="53546" y="78426"/>
                  </a:lnTo>
                  <a:lnTo>
                    <a:pt x="46475" y="80719"/>
                  </a:lnTo>
                  <a:lnTo>
                    <a:pt x="44496" y="81353"/>
                  </a:lnTo>
                  <a:lnTo>
                    <a:pt x="43161" y="81781"/>
                  </a:lnTo>
                  <a:lnTo>
                    <a:pt x="34596" y="84526"/>
                  </a:lnTo>
                  <a:lnTo>
                    <a:pt x="33820" y="84774"/>
                  </a:lnTo>
                  <a:lnTo>
                    <a:pt x="29997" y="86017"/>
                  </a:lnTo>
                  <a:lnTo>
                    <a:pt x="26567" y="87132"/>
                  </a:lnTo>
                  <a:lnTo>
                    <a:pt x="21220" y="88875"/>
                  </a:lnTo>
                  <a:lnTo>
                    <a:pt x="19236" y="89502"/>
                  </a:lnTo>
                  <a:lnTo>
                    <a:pt x="18261" y="89810"/>
                  </a:lnTo>
                  <a:lnTo>
                    <a:pt x="14089" y="90933"/>
                  </a:lnTo>
                  <a:lnTo>
                    <a:pt x="11479" y="91698"/>
                  </a:lnTo>
                  <a:lnTo>
                    <a:pt x="9713" y="92215"/>
                  </a:lnTo>
                  <a:lnTo>
                    <a:pt x="8944" y="92446"/>
                  </a:lnTo>
                  <a:lnTo>
                    <a:pt x="6218" y="93264"/>
                  </a:lnTo>
                  <a:lnTo>
                    <a:pt x="6071" y="89002"/>
                  </a:lnTo>
                  <a:lnTo>
                    <a:pt x="6138" y="83807"/>
                  </a:lnTo>
                  <a:lnTo>
                    <a:pt x="6413" y="81130"/>
                  </a:lnTo>
                  <a:lnTo>
                    <a:pt x="5845" y="79974"/>
                  </a:lnTo>
                  <a:lnTo>
                    <a:pt x="4929" y="78104"/>
                  </a:lnTo>
                  <a:lnTo>
                    <a:pt x="4127" y="76257"/>
                  </a:lnTo>
                  <a:lnTo>
                    <a:pt x="4776" y="73524"/>
                  </a:lnTo>
                  <a:lnTo>
                    <a:pt x="3921" y="72089"/>
                  </a:lnTo>
                  <a:lnTo>
                    <a:pt x="2107" y="64877"/>
                  </a:lnTo>
                  <a:lnTo>
                    <a:pt x="1749" y="63455"/>
                  </a:lnTo>
                  <a:lnTo>
                    <a:pt x="1130" y="60994"/>
                  </a:lnTo>
                  <a:lnTo>
                    <a:pt x="457" y="58959"/>
                  </a:lnTo>
                  <a:lnTo>
                    <a:pt x="0" y="57577"/>
                  </a:lnTo>
                  <a:lnTo>
                    <a:pt x="550" y="57266"/>
                  </a:lnTo>
                  <a:lnTo>
                    <a:pt x="5193" y="55126"/>
                  </a:lnTo>
                  <a:lnTo>
                    <a:pt x="11438" y="53425"/>
                  </a:lnTo>
                  <a:lnTo>
                    <a:pt x="18390" y="51619"/>
                  </a:lnTo>
                  <a:lnTo>
                    <a:pt x="24449" y="50072"/>
                  </a:lnTo>
                  <a:lnTo>
                    <a:pt x="33074" y="45018"/>
                  </a:lnTo>
                  <a:lnTo>
                    <a:pt x="36272" y="43144"/>
                  </a:lnTo>
                  <a:lnTo>
                    <a:pt x="38624" y="41865"/>
                  </a:lnTo>
                  <a:lnTo>
                    <a:pt x="40540" y="40824"/>
                  </a:lnTo>
                  <a:lnTo>
                    <a:pt x="45340" y="35912"/>
                  </a:lnTo>
                  <a:lnTo>
                    <a:pt x="55777" y="31813"/>
                  </a:lnTo>
                  <a:lnTo>
                    <a:pt x="60887" y="29029"/>
                  </a:lnTo>
                  <a:lnTo>
                    <a:pt x="67291" y="28019"/>
                  </a:lnTo>
                  <a:lnTo>
                    <a:pt x="70887" y="27496"/>
                  </a:lnTo>
                  <a:lnTo>
                    <a:pt x="74483" y="26973"/>
                  </a:lnTo>
                  <a:lnTo>
                    <a:pt x="76180" y="26630"/>
                  </a:lnTo>
                  <a:lnTo>
                    <a:pt x="81961" y="25464"/>
                  </a:lnTo>
                  <a:lnTo>
                    <a:pt x="84786" y="25779"/>
                  </a:lnTo>
                  <a:lnTo>
                    <a:pt x="88796" y="25677"/>
                  </a:lnTo>
                  <a:lnTo>
                    <a:pt x="96673" y="23731"/>
                  </a:lnTo>
                  <a:lnTo>
                    <a:pt x="106888" y="18396"/>
                  </a:lnTo>
                  <a:lnTo>
                    <a:pt x="113690" y="14118"/>
                  </a:lnTo>
                  <a:lnTo>
                    <a:pt x="117413" y="10832"/>
                  </a:lnTo>
                  <a:lnTo>
                    <a:pt x="124397" y="6611"/>
                  </a:lnTo>
                  <a:lnTo>
                    <a:pt x="128085" y="4959"/>
                  </a:lnTo>
                  <a:lnTo>
                    <a:pt x="130495" y="3825"/>
                  </a:lnTo>
                  <a:lnTo>
                    <a:pt x="132904" y="2690"/>
                  </a:lnTo>
                  <a:lnTo>
                    <a:pt x="134126" y="2115"/>
                  </a:lnTo>
                  <a:lnTo>
                    <a:pt x="138149" y="0"/>
                  </a:lnTo>
                  <a:lnTo>
                    <a:pt x="140110" y="3495"/>
                  </a:lnTo>
                  <a:lnTo>
                    <a:pt x="149033" y="174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589377" y="3501637"/>
              <a:ext cx="135395" cy="85283"/>
            </a:xfrm>
            <a:custGeom>
              <a:avLst/>
              <a:pathLst>
                <a:path w="135395" h="85283">
                  <a:moveTo>
                    <a:pt x="130042" y="48311"/>
                  </a:moveTo>
                  <a:lnTo>
                    <a:pt x="132810" y="54560"/>
                  </a:lnTo>
                  <a:lnTo>
                    <a:pt x="132919" y="54820"/>
                  </a:lnTo>
                  <a:lnTo>
                    <a:pt x="133511" y="56225"/>
                  </a:lnTo>
                  <a:lnTo>
                    <a:pt x="134067" y="61136"/>
                  </a:lnTo>
                  <a:lnTo>
                    <a:pt x="134166" y="62028"/>
                  </a:lnTo>
                  <a:lnTo>
                    <a:pt x="134898" y="68644"/>
                  </a:lnTo>
                  <a:lnTo>
                    <a:pt x="134938" y="69184"/>
                  </a:lnTo>
                  <a:lnTo>
                    <a:pt x="135199" y="72678"/>
                  </a:lnTo>
                  <a:lnTo>
                    <a:pt x="135294" y="73511"/>
                  </a:lnTo>
                  <a:lnTo>
                    <a:pt x="135395" y="74389"/>
                  </a:lnTo>
                  <a:lnTo>
                    <a:pt x="135015" y="74449"/>
                  </a:lnTo>
                  <a:lnTo>
                    <a:pt x="120275" y="76468"/>
                  </a:lnTo>
                  <a:lnTo>
                    <a:pt x="113446" y="77403"/>
                  </a:lnTo>
                  <a:lnTo>
                    <a:pt x="112966" y="77469"/>
                  </a:lnTo>
                  <a:lnTo>
                    <a:pt x="106779" y="78218"/>
                  </a:lnTo>
                  <a:lnTo>
                    <a:pt x="103177" y="78654"/>
                  </a:lnTo>
                  <a:lnTo>
                    <a:pt x="87771" y="80710"/>
                  </a:lnTo>
                  <a:lnTo>
                    <a:pt x="80321" y="81863"/>
                  </a:lnTo>
                  <a:lnTo>
                    <a:pt x="72326" y="82953"/>
                  </a:lnTo>
                  <a:lnTo>
                    <a:pt x="72181" y="82109"/>
                  </a:lnTo>
                  <a:lnTo>
                    <a:pt x="66177" y="82856"/>
                  </a:lnTo>
                  <a:lnTo>
                    <a:pt x="65426" y="82970"/>
                  </a:lnTo>
                  <a:lnTo>
                    <a:pt x="65388" y="82706"/>
                  </a:lnTo>
                  <a:lnTo>
                    <a:pt x="64945" y="79656"/>
                  </a:lnTo>
                  <a:lnTo>
                    <a:pt x="64272" y="73985"/>
                  </a:lnTo>
                  <a:lnTo>
                    <a:pt x="63487" y="69355"/>
                  </a:lnTo>
                  <a:lnTo>
                    <a:pt x="63297" y="68905"/>
                  </a:lnTo>
                  <a:lnTo>
                    <a:pt x="58338" y="69577"/>
                  </a:lnTo>
                  <a:lnTo>
                    <a:pt x="53934" y="70212"/>
                  </a:lnTo>
                  <a:lnTo>
                    <a:pt x="48941" y="70933"/>
                  </a:lnTo>
                  <a:lnTo>
                    <a:pt x="48914" y="70712"/>
                  </a:lnTo>
                  <a:lnTo>
                    <a:pt x="48786" y="69665"/>
                  </a:lnTo>
                  <a:lnTo>
                    <a:pt x="47926" y="62620"/>
                  </a:lnTo>
                  <a:lnTo>
                    <a:pt x="47002" y="55049"/>
                  </a:lnTo>
                  <a:lnTo>
                    <a:pt x="51990" y="54366"/>
                  </a:lnTo>
                  <a:lnTo>
                    <a:pt x="51384" y="49425"/>
                  </a:lnTo>
                  <a:lnTo>
                    <a:pt x="41931" y="50552"/>
                  </a:lnTo>
                  <a:lnTo>
                    <a:pt x="38006" y="51126"/>
                  </a:lnTo>
                  <a:lnTo>
                    <a:pt x="34674" y="51597"/>
                  </a:lnTo>
                  <a:lnTo>
                    <a:pt x="33586" y="51751"/>
                  </a:lnTo>
                  <a:lnTo>
                    <a:pt x="34601" y="58945"/>
                  </a:lnTo>
                  <a:lnTo>
                    <a:pt x="34792" y="60297"/>
                  </a:lnTo>
                  <a:lnTo>
                    <a:pt x="35302" y="64235"/>
                  </a:lnTo>
                  <a:lnTo>
                    <a:pt x="39738" y="63668"/>
                  </a:lnTo>
                  <a:lnTo>
                    <a:pt x="44017" y="63120"/>
                  </a:lnTo>
                  <a:lnTo>
                    <a:pt x="45027" y="70156"/>
                  </a:lnTo>
                  <a:lnTo>
                    <a:pt x="43119" y="70405"/>
                  </a:lnTo>
                  <a:lnTo>
                    <a:pt x="43168" y="70645"/>
                  </a:lnTo>
                  <a:lnTo>
                    <a:pt x="42559" y="70741"/>
                  </a:lnTo>
                  <a:lnTo>
                    <a:pt x="40769" y="70965"/>
                  </a:lnTo>
                  <a:lnTo>
                    <a:pt x="36384" y="71513"/>
                  </a:lnTo>
                  <a:lnTo>
                    <a:pt x="36268" y="70740"/>
                  </a:lnTo>
                  <a:lnTo>
                    <a:pt x="32056" y="71268"/>
                  </a:lnTo>
                  <a:lnTo>
                    <a:pt x="23656" y="72320"/>
                  </a:lnTo>
                  <a:lnTo>
                    <a:pt x="25111" y="84347"/>
                  </a:lnTo>
                  <a:lnTo>
                    <a:pt x="25225" y="85283"/>
                  </a:lnTo>
                  <a:lnTo>
                    <a:pt x="20708" y="82546"/>
                  </a:lnTo>
                  <a:lnTo>
                    <a:pt x="16963" y="80228"/>
                  </a:lnTo>
                  <a:lnTo>
                    <a:pt x="16696" y="80062"/>
                  </a:lnTo>
                  <a:lnTo>
                    <a:pt x="16228" y="79773"/>
                  </a:lnTo>
                  <a:lnTo>
                    <a:pt x="15677" y="79432"/>
                  </a:lnTo>
                  <a:lnTo>
                    <a:pt x="11320" y="76734"/>
                  </a:lnTo>
                  <a:lnTo>
                    <a:pt x="7475" y="75143"/>
                  </a:lnTo>
                  <a:lnTo>
                    <a:pt x="7322" y="75079"/>
                  </a:lnTo>
                  <a:lnTo>
                    <a:pt x="7063" y="73094"/>
                  </a:lnTo>
                  <a:lnTo>
                    <a:pt x="6321" y="67396"/>
                  </a:lnTo>
                  <a:lnTo>
                    <a:pt x="5788" y="63308"/>
                  </a:lnTo>
                  <a:lnTo>
                    <a:pt x="5275" y="59375"/>
                  </a:lnTo>
                  <a:lnTo>
                    <a:pt x="4755" y="55383"/>
                  </a:lnTo>
                  <a:lnTo>
                    <a:pt x="9119" y="54791"/>
                  </a:lnTo>
                  <a:lnTo>
                    <a:pt x="9381" y="54757"/>
                  </a:lnTo>
                  <a:lnTo>
                    <a:pt x="6924" y="50123"/>
                  </a:lnTo>
                  <a:lnTo>
                    <a:pt x="0" y="37058"/>
                  </a:lnTo>
                  <a:lnTo>
                    <a:pt x="8418" y="34316"/>
                  </a:lnTo>
                  <a:lnTo>
                    <a:pt x="9902" y="33843"/>
                  </a:lnTo>
                  <a:lnTo>
                    <a:pt x="13070" y="32833"/>
                  </a:lnTo>
                  <a:lnTo>
                    <a:pt x="15013" y="32214"/>
                  </a:lnTo>
                  <a:lnTo>
                    <a:pt x="17104" y="31547"/>
                  </a:lnTo>
                  <a:lnTo>
                    <a:pt x="26640" y="28572"/>
                  </a:lnTo>
                  <a:lnTo>
                    <a:pt x="27052" y="28444"/>
                  </a:lnTo>
                  <a:lnTo>
                    <a:pt x="27849" y="28195"/>
                  </a:lnTo>
                  <a:lnTo>
                    <a:pt x="32522" y="26509"/>
                  </a:lnTo>
                  <a:lnTo>
                    <a:pt x="32698" y="26445"/>
                  </a:lnTo>
                  <a:lnTo>
                    <a:pt x="35424" y="25627"/>
                  </a:lnTo>
                  <a:lnTo>
                    <a:pt x="36193" y="25397"/>
                  </a:lnTo>
                  <a:lnTo>
                    <a:pt x="37959" y="24879"/>
                  </a:lnTo>
                  <a:lnTo>
                    <a:pt x="40569" y="24114"/>
                  </a:lnTo>
                  <a:lnTo>
                    <a:pt x="44740" y="22992"/>
                  </a:lnTo>
                  <a:lnTo>
                    <a:pt x="45716" y="22683"/>
                  </a:lnTo>
                  <a:lnTo>
                    <a:pt x="47700" y="22056"/>
                  </a:lnTo>
                  <a:lnTo>
                    <a:pt x="53047" y="20314"/>
                  </a:lnTo>
                  <a:lnTo>
                    <a:pt x="56477" y="19199"/>
                  </a:lnTo>
                  <a:lnTo>
                    <a:pt x="60300" y="17956"/>
                  </a:lnTo>
                  <a:lnTo>
                    <a:pt x="61076" y="17707"/>
                  </a:lnTo>
                  <a:lnTo>
                    <a:pt x="69641" y="14962"/>
                  </a:lnTo>
                  <a:lnTo>
                    <a:pt x="70976" y="14534"/>
                  </a:lnTo>
                  <a:lnTo>
                    <a:pt x="72954" y="13900"/>
                  </a:lnTo>
                  <a:lnTo>
                    <a:pt x="80025" y="11608"/>
                  </a:lnTo>
                  <a:lnTo>
                    <a:pt x="81332" y="11184"/>
                  </a:lnTo>
                  <a:lnTo>
                    <a:pt x="81750" y="11044"/>
                  </a:lnTo>
                  <a:lnTo>
                    <a:pt x="84367" y="10167"/>
                  </a:lnTo>
                  <a:lnTo>
                    <a:pt x="85595" y="9756"/>
                  </a:lnTo>
                  <a:lnTo>
                    <a:pt x="91810" y="7673"/>
                  </a:lnTo>
                  <a:lnTo>
                    <a:pt x="109036" y="2113"/>
                  </a:lnTo>
                  <a:lnTo>
                    <a:pt x="112404" y="1038"/>
                  </a:lnTo>
                  <a:lnTo>
                    <a:pt x="115655" y="0"/>
                  </a:lnTo>
                  <a:lnTo>
                    <a:pt x="116476" y="2164"/>
                  </a:lnTo>
                  <a:lnTo>
                    <a:pt x="116963" y="3498"/>
                  </a:lnTo>
                  <a:lnTo>
                    <a:pt x="117625" y="5309"/>
                  </a:lnTo>
                  <a:lnTo>
                    <a:pt x="119495" y="10899"/>
                  </a:lnTo>
                  <a:lnTo>
                    <a:pt x="119701" y="11998"/>
                  </a:lnTo>
                  <a:lnTo>
                    <a:pt x="118993" y="17705"/>
                  </a:lnTo>
                  <a:lnTo>
                    <a:pt x="120380" y="23181"/>
                  </a:lnTo>
                  <a:lnTo>
                    <a:pt x="120982" y="25700"/>
                  </a:lnTo>
                  <a:lnTo>
                    <a:pt x="122358" y="31453"/>
                  </a:lnTo>
                  <a:lnTo>
                    <a:pt x="123435" y="35692"/>
                  </a:lnTo>
                  <a:lnTo>
                    <a:pt x="124981" y="39735"/>
                  </a:lnTo>
                  <a:lnTo>
                    <a:pt x="126129" y="39780"/>
                  </a:lnTo>
                  <a:lnTo>
                    <a:pt x="127714" y="429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3584604" y="3551063"/>
              <a:ext cx="70199" cy="64056"/>
            </a:xfrm>
            <a:custGeom>
              <a:avLst/>
              <a:pathLst>
                <a:path w="70199" h="64056">
                  <a:moveTo>
                    <a:pt x="52699" y="13194"/>
                  </a:moveTo>
                  <a:lnTo>
                    <a:pt x="53559" y="20240"/>
                  </a:lnTo>
                  <a:lnTo>
                    <a:pt x="53687" y="21286"/>
                  </a:lnTo>
                  <a:lnTo>
                    <a:pt x="53714" y="21508"/>
                  </a:lnTo>
                  <a:lnTo>
                    <a:pt x="58708" y="20787"/>
                  </a:lnTo>
                  <a:lnTo>
                    <a:pt x="63111" y="20151"/>
                  </a:lnTo>
                  <a:lnTo>
                    <a:pt x="68071" y="19479"/>
                  </a:lnTo>
                  <a:lnTo>
                    <a:pt x="68260" y="19929"/>
                  </a:lnTo>
                  <a:lnTo>
                    <a:pt x="69045" y="24559"/>
                  </a:lnTo>
                  <a:lnTo>
                    <a:pt x="69718" y="30231"/>
                  </a:lnTo>
                  <a:lnTo>
                    <a:pt x="70161" y="33280"/>
                  </a:lnTo>
                  <a:lnTo>
                    <a:pt x="70199" y="33545"/>
                  </a:lnTo>
                  <a:lnTo>
                    <a:pt x="69222" y="33693"/>
                  </a:lnTo>
                  <a:lnTo>
                    <a:pt x="65332" y="34281"/>
                  </a:lnTo>
                  <a:lnTo>
                    <a:pt x="65355" y="34437"/>
                  </a:lnTo>
                  <a:lnTo>
                    <a:pt x="66332" y="41042"/>
                  </a:lnTo>
                  <a:lnTo>
                    <a:pt x="66357" y="41211"/>
                  </a:lnTo>
                  <a:lnTo>
                    <a:pt x="66842" y="44488"/>
                  </a:lnTo>
                  <a:lnTo>
                    <a:pt x="67141" y="45048"/>
                  </a:lnTo>
                  <a:lnTo>
                    <a:pt x="67202" y="45703"/>
                  </a:lnTo>
                  <a:lnTo>
                    <a:pt x="67232" y="46022"/>
                  </a:lnTo>
                  <a:lnTo>
                    <a:pt x="67433" y="48169"/>
                  </a:lnTo>
                  <a:lnTo>
                    <a:pt x="67529" y="49190"/>
                  </a:lnTo>
                  <a:lnTo>
                    <a:pt x="66457" y="48786"/>
                  </a:lnTo>
                  <a:lnTo>
                    <a:pt x="66288" y="48728"/>
                  </a:lnTo>
                  <a:lnTo>
                    <a:pt x="65268" y="48374"/>
                  </a:lnTo>
                  <a:lnTo>
                    <a:pt x="64671" y="48242"/>
                  </a:lnTo>
                  <a:lnTo>
                    <a:pt x="63862" y="48234"/>
                  </a:lnTo>
                  <a:lnTo>
                    <a:pt x="62122" y="48501"/>
                  </a:lnTo>
                  <a:lnTo>
                    <a:pt x="62178" y="49198"/>
                  </a:lnTo>
                  <a:lnTo>
                    <a:pt x="62216" y="49671"/>
                  </a:lnTo>
                  <a:lnTo>
                    <a:pt x="62254" y="50145"/>
                  </a:lnTo>
                  <a:lnTo>
                    <a:pt x="63729" y="50128"/>
                  </a:lnTo>
                  <a:lnTo>
                    <a:pt x="64548" y="50213"/>
                  </a:lnTo>
                  <a:lnTo>
                    <a:pt x="65590" y="50514"/>
                  </a:lnTo>
                  <a:lnTo>
                    <a:pt x="66121" y="50667"/>
                  </a:lnTo>
                  <a:lnTo>
                    <a:pt x="66023" y="50855"/>
                  </a:lnTo>
                  <a:lnTo>
                    <a:pt x="65603" y="51670"/>
                  </a:lnTo>
                  <a:lnTo>
                    <a:pt x="65254" y="52348"/>
                  </a:lnTo>
                  <a:lnTo>
                    <a:pt x="64570" y="53044"/>
                  </a:lnTo>
                  <a:lnTo>
                    <a:pt x="64067" y="53542"/>
                  </a:lnTo>
                  <a:lnTo>
                    <a:pt x="63490" y="54622"/>
                  </a:lnTo>
                  <a:lnTo>
                    <a:pt x="63210" y="55147"/>
                  </a:lnTo>
                  <a:lnTo>
                    <a:pt x="62710" y="57657"/>
                  </a:lnTo>
                  <a:lnTo>
                    <a:pt x="61419" y="58032"/>
                  </a:lnTo>
                  <a:lnTo>
                    <a:pt x="60441" y="58016"/>
                  </a:lnTo>
                  <a:lnTo>
                    <a:pt x="59272" y="57888"/>
                  </a:lnTo>
                  <a:lnTo>
                    <a:pt x="58065" y="57791"/>
                  </a:lnTo>
                  <a:lnTo>
                    <a:pt x="56703" y="57791"/>
                  </a:lnTo>
                  <a:lnTo>
                    <a:pt x="54981" y="57791"/>
                  </a:lnTo>
                  <a:lnTo>
                    <a:pt x="52978" y="57912"/>
                  </a:lnTo>
                  <a:lnTo>
                    <a:pt x="51056" y="58192"/>
                  </a:lnTo>
                  <a:lnTo>
                    <a:pt x="48612" y="58112"/>
                  </a:lnTo>
                  <a:lnTo>
                    <a:pt x="46650" y="57992"/>
                  </a:lnTo>
                  <a:lnTo>
                    <a:pt x="44928" y="57671"/>
                  </a:lnTo>
                  <a:lnTo>
                    <a:pt x="42404" y="56590"/>
                  </a:lnTo>
                  <a:lnTo>
                    <a:pt x="40602" y="56109"/>
                  </a:lnTo>
                  <a:lnTo>
                    <a:pt x="38854" y="55325"/>
                  </a:lnTo>
                  <a:lnTo>
                    <a:pt x="37701" y="55021"/>
                  </a:lnTo>
                  <a:lnTo>
                    <a:pt x="35858" y="55293"/>
                  </a:lnTo>
                  <a:lnTo>
                    <a:pt x="34817" y="55918"/>
                  </a:lnTo>
                  <a:lnTo>
                    <a:pt x="33727" y="56815"/>
                  </a:lnTo>
                  <a:lnTo>
                    <a:pt x="32686" y="57440"/>
                  </a:lnTo>
                  <a:lnTo>
                    <a:pt x="31388" y="58097"/>
                  </a:lnTo>
                  <a:lnTo>
                    <a:pt x="29818" y="58609"/>
                  </a:lnTo>
                  <a:lnTo>
                    <a:pt x="28937" y="59442"/>
                  </a:lnTo>
                  <a:lnTo>
                    <a:pt x="27351" y="60788"/>
                  </a:lnTo>
                  <a:lnTo>
                    <a:pt x="26101" y="62518"/>
                  </a:lnTo>
                  <a:lnTo>
                    <a:pt x="25300" y="63368"/>
                  </a:lnTo>
                  <a:lnTo>
                    <a:pt x="24403" y="64056"/>
                  </a:lnTo>
                  <a:lnTo>
                    <a:pt x="24371" y="63864"/>
                  </a:lnTo>
                  <a:lnTo>
                    <a:pt x="24387" y="63432"/>
                  </a:lnTo>
                  <a:lnTo>
                    <a:pt x="24467" y="62294"/>
                  </a:lnTo>
                  <a:lnTo>
                    <a:pt x="24355" y="61605"/>
                  </a:lnTo>
                  <a:lnTo>
                    <a:pt x="24051" y="60484"/>
                  </a:lnTo>
                  <a:lnTo>
                    <a:pt x="23728" y="59788"/>
                  </a:lnTo>
                  <a:lnTo>
                    <a:pt x="22917" y="59189"/>
                  </a:lnTo>
                  <a:lnTo>
                    <a:pt x="21613" y="58634"/>
                  </a:lnTo>
                  <a:lnTo>
                    <a:pt x="19862" y="57972"/>
                  </a:lnTo>
                  <a:lnTo>
                    <a:pt x="17768" y="57416"/>
                  </a:lnTo>
                  <a:lnTo>
                    <a:pt x="16230" y="57224"/>
                  </a:lnTo>
                  <a:lnTo>
                    <a:pt x="14201" y="57053"/>
                  </a:lnTo>
                  <a:lnTo>
                    <a:pt x="13923" y="56818"/>
                  </a:lnTo>
                  <a:lnTo>
                    <a:pt x="14116" y="53870"/>
                  </a:lnTo>
                  <a:lnTo>
                    <a:pt x="14116" y="51499"/>
                  </a:lnTo>
                  <a:lnTo>
                    <a:pt x="13324" y="51473"/>
                  </a:lnTo>
                  <a:lnTo>
                    <a:pt x="12817" y="51473"/>
                  </a:lnTo>
                  <a:lnTo>
                    <a:pt x="11055" y="51500"/>
                  </a:lnTo>
                  <a:lnTo>
                    <a:pt x="9586" y="51380"/>
                  </a:lnTo>
                  <a:lnTo>
                    <a:pt x="8919" y="51233"/>
                  </a:lnTo>
                  <a:lnTo>
                    <a:pt x="7917" y="50846"/>
                  </a:lnTo>
                  <a:lnTo>
                    <a:pt x="6889" y="50245"/>
                  </a:lnTo>
                  <a:lnTo>
                    <a:pt x="6074" y="49650"/>
                  </a:lnTo>
                  <a:lnTo>
                    <a:pt x="5732" y="49309"/>
                  </a:lnTo>
                  <a:lnTo>
                    <a:pt x="5583" y="48860"/>
                  </a:lnTo>
                  <a:lnTo>
                    <a:pt x="5198" y="47461"/>
                  </a:lnTo>
                  <a:lnTo>
                    <a:pt x="4835" y="45944"/>
                  </a:lnTo>
                  <a:lnTo>
                    <a:pt x="5145" y="45335"/>
                  </a:lnTo>
                  <a:lnTo>
                    <a:pt x="5572" y="43958"/>
                  </a:lnTo>
                  <a:lnTo>
                    <a:pt x="6053" y="42217"/>
                  </a:lnTo>
                  <a:lnTo>
                    <a:pt x="6356" y="40842"/>
                  </a:lnTo>
                  <a:lnTo>
                    <a:pt x="5647" y="40675"/>
                  </a:lnTo>
                  <a:lnTo>
                    <a:pt x="4605" y="40344"/>
                  </a:lnTo>
                  <a:lnTo>
                    <a:pt x="3697" y="40103"/>
                  </a:lnTo>
                  <a:lnTo>
                    <a:pt x="2406" y="39586"/>
                  </a:lnTo>
                  <a:lnTo>
                    <a:pt x="1918" y="39395"/>
                  </a:lnTo>
                  <a:lnTo>
                    <a:pt x="1511" y="39237"/>
                  </a:lnTo>
                  <a:lnTo>
                    <a:pt x="652" y="39074"/>
                  </a:lnTo>
                  <a:lnTo>
                    <a:pt x="0" y="38966"/>
                  </a:lnTo>
                  <a:lnTo>
                    <a:pt x="80" y="37364"/>
                  </a:lnTo>
                  <a:lnTo>
                    <a:pt x="464" y="37252"/>
                  </a:lnTo>
                  <a:lnTo>
                    <a:pt x="993" y="37156"/>
                  </a:lnTo>
                  <a:lnTo>
                    <a:pt x="1409" y="37012"/>
                  </a:lnTo>
                  <a:lnTo>
                    <a:pt x="1618" y="36339"/>
                  </a:lnTo>
                  <a:lnTo>
                    <a:pt x="2533" y="33622"/>
                  </a:lnTo>
                  <a:lnTo>
                    <a:pt x="3868" y="32981"/>
                  </a:lnTo>
                  <a:lnTo>
                    <a:pt x="5097" y="32073"/>
                  </a:lnTo>
                  <a:lnTo>
                    <a:pt x="6298" y="31085"/>
                  </a:lnTo>
                  <a:lnTo>
                    <a:pt x="7446" y="29536"/>
                  </a:lnTo>
                  <a:lnTo>
                    <a:pt x="8114" y="27988"/>
                  </a:lnTo>
                  <a:lnTo>
                    <a:pt x="8193" y="27624"/>
                  </a:lnTo>
                  <a:lnTo>
                    <a:pt x="10211" y="24775"/>
                  </a:lnTo>
                  <a:lnTo>
                    <a:pt x="10353" y="24851"/>
                  </a:lnTo>
                  <a:lnTo>
                    <a:pt x="11341" y="25381"/>
                  </a:lnTo>
                  <a:lnTo>
                    <a:pt x="11560" y="25498"/>
                  </a:lnTo>
                  <a:lnTo>
                    <a:pt x="12095" y="25654"/>
                  </a:lnTo>
                  <a:lnTo>
                    <a:pt x="12365" y="25765"/>
                  </a:lnTo>
                  <a:lnTo>
                    <a:pt x="16093" y="27308"/>
                  </a:lnTo>
                  <a:lnTo>
                    <a:pt x="20451" y="30006"/>
                  </a:lnTo>
                  <a:lnTo>
                    <a:pt x="21001" y="30347"/>
                  </a:lnTo>
                  <a:lnTo>
                    <a:pt x="21469" y="30636"/>
                  </a:lnTo>
                  <a:lnTo>
                    <a:pt x="21736" y="30802"/>
                  </a:lnTo>
                  <a:lnTo>
                    <a:pt x="25481" y="33121"/>
                  </a:lnTo>
                  <a:lnTo>
                    <a:pt x="29998" y="35858"/>
                  </a:lnTo>
                  <a:lnTo>
                    <a:pt x="29885" y="34921"/>
                  </a:lnTo>
                  <a:lnTo>
                    <a:pt x="28429" y="22894"/>
                  </a:lnTo>
                  <a:lnTo>
                    <a:pt x="36829" y="21842"/>
                  </a:lnTo>
                  <a:lnTo>
                    <a:pt x="41042" y="21314"/>
                  </a:lnTo>
                  <a:lnTo>
                    <a:pt x="41157" y="22087"/>
                  </a:lnTo>
                  <a:lnTo>
                    <a:pt x="45542" y="21539"/>
                  </a:lnTo>
                  <a:lnTo>
                    <a:pt x="47332" y="21315"/>
                  </a:lnTo>
                  <a:lnTo>
                    <a:pt x="47941" y="21219"/>
                  </a:lnTo>
                  <a:lnTo>
                    <a:pt x="47892" y="20979"/>
                  </a:lnTo>
                  <a:lnTo>
                    <a:pt x="49800" y="20730"/>
                  </a:lnTo>
                  <a:lnTo>
                    <a:pt x="48790" y="13694"/>
                  </a:lnTo>
                  <a:lnTo>
                    <a:pt x="44511" y="14242"/>
                  </a:lnTo>
                  <a:lnTo>
                    <a:pt x="40076" y="14809"/>
                  </a:lnTo>
                  <a:lnTo>
                    <a:pt x="39565" y="10872"/>
                  </a:lnTo>
                  <a:lnTo>
                    <a:pt x="39374" y="9519"/>
                  </a:lnTo>
                  <a:lnTo>
                    <a:pt x="38359" y="2325"/>
                  </a:lnTo>
                  <a:lnTo>
                    <a:pt x="39447" y="2171"/>
                  </a:lnTo>
                  <a:lnTo>
                    <a:pt x="42779" y="1700"/>
                  </a:lnTo>
                  <a:lnTo>
                    <a:pt x="46704" y="1126"/>
                  </a:lnTo>
                  <a:lnTo>
                    <a:pt x="56158" y="0"/>
                  </a:lnTo>
                  <a:lnTo>
                    <a:pt x="56764" y="4940"/>
                  </a:lnTo>
                  <a:lnTo>
                    <a:pt x="51776" y="56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3646726" y="3576027"/>
              <a:ext cx="84157" cy="80995"/>
            </a:xfrm>
            <a:custGeom>
              <a:avLst/>
              <a:pathLst>
                <a:path w="84157" h="80995">
                  <a:moveTo>
                    <a:pt x="79360" y="7041"/>
                  </a:moveTo>
                  <a:lnTo>
                    <a:pt x="79561" y="9997"/>
                  </a:lnTo>
                  <a:lnTo>
                    <a:pt x="79723" y="12080"/>
                  </a:lnTo>
                  <a:lnTo>
                    <a:pt x="79877" y="14060"/>
                  </a:lnTo>
                  <a:lnTo>
                    <a:pt x="79929" y="14721"/>
                  </a:lnTo>
                  <a:lnTo>
                    <a:pt x="80050" y="17453"/>
                  </a:lnTo>
                  <a:lnTo>
                    <a:pt x="80128" y="19194"/>
                  </a:lnTo>
                  <a:lnTo>
                    <a:pt x="80137" y="19569"/>
                  </a:lnTo>
                  <a:lnTo>
                    <a:pt x="80233" y="23415"/>
                  </a:lnTo>
                  <a:lnTo>
                    <a:pt x="80400" y="26027"/>
                  </a:lnTo>
                  <a:lnTo>
                    <a:pt x="80515" y="27828"/>
                  </a:lnTo>
                  <a:lnTo>
                    <a:pt x="80547" y="28331"/>
                  </a:lnTo>
                  <a:lnTo>
                    <a:pt x="80601" y="29012"/>
                  </a:lnTo>
                  <a:lnTo>
                    <a:pt x="80641" y="29524"/>
                  </a:lnTo>
                  <a:lnTo>
                    <a:pt x="80714" y="30437"/>
                  </a:lnTo>
                  <a:lnTo>
                    <a:pt x="80964" y="31255"/>
                  </a:lnTo>
                  <a:lnTo>
                    <a:pt x="81394" y="32662"/>
                  </a:lnTo>
                  <a:lnTo>
                    <a:pt x="81950" y="34480"/>
                  </a:lnTo>
                  <a:lnTo>
                    <a:pt x="82005" y="34661"/>
                  </a:lnTo>
                  <a:lnTo>
                    <a:pt x="82018" y="34902"/>
                  </a:lnTo>
                  <a:lnTo>
                    <a:pt x="82332" y="40598"/>
                  </a:lnTo>
                  <a:lnTo>
                    <a:pt x="82466" y="42599"/>
                  </a:lnTo>
                  <a:lnTo>
                    <a:pt x="82601" y="44601"/>
                  </a:lnTo>
                  <a:lnTo>
                    <a:pt x="82629" y="45007"/>
                  </a:lnTo>
                  <a:lnTo>
                    <a:pt x="82852" y="48894"/>
                  </a:lnTo>
                  <a:lnTo>
                    <a:pt x="82890" y="49540"/>
                  </a:lnTo>
                  <a:lnTo>
                    <a:pt x="83075" y="52759"/>
                  </a:lnTo>
                  <a:lnTo>
                    <a:pt x="83325" y="56113"/>
                  </a:lnTo>
                  <a:lnTo>
                    <a:pt x="83705" y="60680"/>
                  </a:lnTo>
                  <a:lnTo>
                    <a:pt x="83720" y="60864"/>
                  </a:lnTo>
                  <a:lnTo>
                    <a:pt x="84157" y="67272"/>
                  </a:lnTo>
                  <a:lnTo>
                    <a:pt x="82853" y="67518"/>
                  </a:lnTo>
                  <a:lnTo>
                    <a:pt x="81601" y="67754"/>
                  </a:lnTo>
                  <a:lnTo>
                    <a:pt x="80512" y="67959"/>
                  </a:lnTo>
                  <a:lnTo>
                    <a:pt x="75058" y="69014"/>
                  </a:lnTo>
                  <a:lnTo>
                    <a:pt x="74890" y="69047"/>
                  </a:lnTo>
                  <a:lnTo>
                    <a:pt x="72826" y="69163"/>
                  </a:lnTo>
                  <a:lnTo>
                    <a:pt x="68383" y="69412"/>
                  </a:lnTo>
                  <a:lnTo>
                    <a:pt x="66389" y="69599"/>
                  </a:lnTo>
                  <a:lnTo>
                    <a:pt x="65666" y="69411"/>
                  </a:lnTo>
                  <a:lnTo>
                    <a:pt x="64226" y="69526"/>
                  </a:lnTo>
                  <a:lnTo>
                    <a:pt x="63343" y="70827"/>
                  </a:lnTo>
                  <a:lnTo>
                    <a:pt x="62980" y="71362"/>
                  </a:lnTo>
                  <a:lnTo>
                    <a:pt x="62866" y="71529"/>
                  </a:lnTo>
                  <a:lnTo>
                    <a:pt x="62743" y="71674"/>
                  </a:lnTo>
                  <a:lnTo>
                    <a:pt x="61667" y="71008"/>
                  </a:lnTo>
                  <a:lnTo>
                    <a:pt x="61191" y="70714"/>
                  </a:lnTo>
                  <a:lnTo>
                    <a:pt x="60707" y="71523"/>
                  </a:lnTo>
                  <a:lnTo>
                    <a:pt x="60065" y="72593"/>
                  </a:lnTo>
                  <a:lnTo>
                    <a:pt x="59860" y="72986"/>
                  </a:lnTo>
                  <a:lnTo>
                    <a:pt x="59784" y="73132"/>
                  </a:lnTo>
                  <a:lnTo>
                    <a:pt x="59424" y="73821"/>
                  </a:lnTo>
                  <a:lnTo>
                    <a:pt x="59386" y="74002"/>
                  </a:lnTo>
                  <a:lnTo>
                    <a:pt x="59223" y="74781"/>
                  </a:lnTo>
                  <a:lnTo>
                    <a:pt x="59240" y="75018"/>
                  </a:lnTo>
                  <a:lnTo>
                    <a:pt x="59412" y="76222"/>
                  </a:lnTo>
                  <a:lnTo>
                    <a:pt x="59439" y="76442"/>
                  </a:lnTo>
                  <a:lnTo>
                    <a:pt x="59507" y="77006"/>
                  </a:lnTo>
                  <a:lnTo>
                    <a:pt x="59527" y="77172"/>
                  </a:lnTo>
                  <a:lnTo>
                    <a:pt x="59605" y="77813"/>
                  </a:lnTo>
                  <a:lnTo>
                    <a:pt x="59690" y="78225"/>
                  </a:lnTo>
                  <a:lnTo>
                    <a:pt x="59926" y="79345"/>
                  </a:lnTo>
                  <a:lnTo>
                    <a:pt x="60064" y="80022"/>
                  </a:lnTo>
                  <a:lnTo>
                    <a:pt x="59220" y="80826"/>
                  </a:lnTo>
                  <a:lnTo>
                    <a:pt x="59042" y="80995"/>
                  </a:lnTo>
                  <a:lnTo>
                    <a:pt x="58743" y="80333"/>
                  </a:lnTo>
                  <a:lnTo>
                    <a:pt x="58302" y="79535"/>
                  </a:lnTo>
                  <a:lnTo>
                    <a:pt x="58137" y="78225"/>
                  </a:lnTo>
                  <a:lnTo>
                    <a:pt x="57886" y="76222"/>
                  </a:lnTo>
                  <a:lnTo>
                    <a:pt x="57759" y="75212"/>
                  </a:lnTo>
                  <a:lnTo>
                    <a:pt x="57621" y="74115"/>
                  </a:lnTo>
                  <a:lnTo>
                    <a:pt x="57634" y="73794"/>
                  </a:lnTo>
                  <a:lnTo>
                    <a:pt x="57612" y="73589"/>
                  </a:lnTo>
                  <a:lnTo>
                    <a:pt x="57544" y="72966"/>
                  </a:lnTo>
                  <a:lnTo>
                    <a:pt x="57789" y="71207"/>
                  </a:lnTo>
                  <a:lnTo>
                    <a:pt x="58141" y="70053"/>
                  </a:lnTo>
                  <a:lnTo>
                    <a:pt x="58496" y="69201"/>
                  </a:lnTo>
                  <a:lnTo>
                    <a:pt x="58595" y="68964"/>
                  </a:lnTo>
                  <a:lnTo>
                    <a:pt x="58662" y="68804"/>
                  </a:lnTo>
                  <a:lnTo>
                    <a:pt x="58479" y="68823"/>
                  </a:lnTo>
                  <a:lnTo>
                    <a:pt x="56962" y="68979"/>
                  </a:lnTo>
                  <a:lnTo>
                    <a:pt x="56725" y="69004"/>
                  </a:lnTo>
                  <a:lnTo>
                    <a:pt x="55537" y="69126"/>
                  </a:lnTo>
                  <a:lnTo>
                    <a:pt x="55330" y="69215"/>
                  </a:lnTo>
                  <a:lnTo>
                    <a:pt x="55532" y="69406"/>
                  </a:lnTo>
                  <a:lnTo>
                    <a:pt x="56273" y="70107"/>
                  </a:lnTo>
                  <a:lnTo>
                    <a:pt x="55793" y="71636"/>
                  </a:lnTo>
                  <a:lnTo>
                    <a:pt x="55565" y="71951"/>
                  </a:lnTo>
                  <a:lnTo>
                    <a:pt x="54198" y="71407"/>
                  </a:lnTo>
                  <a:lnTo>
                    <a:pt x="54074" y="72274"/>
                  </a:lnTo>
                  <a:lnTo>
                    <a:pt x="54045" y="72482"/>
                  </a:lnTo>
                  <a:lnTo>
                    <a:pt x="53985" y="72902"/>
                  </a:lnTo>
                  <a:lnTo>
                    <a:pt x="53731" y="73289"/>
                  </a:lnTo>
                  <a:lnTo>
                    <a:pt x="53664" y="75199"/>
                  </a:lnTo>
                  <a:lnTo>
                    <a:pt x="53645" y="75546"/>
                  </a:lnTo>
                  <a:lnTo>
                    <a:pt x="53625" y="75893"/>
                  </a:lnTo>
                  <a:lnTo>
                    <a:pt x="53532" y="77565"/>
                  </a:lnTo>
                  <a:lnTo>
                    <a:pt x="50306" y="77068"/>
                  </a:lnTo>
                  <a:lnTo>
                    <a:pt x="49108" y="76930"/>
                  </a:lnTo>
                  <a:lnTo>
                    <a:pt x="47136" y="76893"/>
                  </a:lnTo>
                  <a:lnTo>
                    <a:pt x="46406" y="76938"/>
                  </a:lnTo>
                  <a:lnTo>
                    <a:pt x="46070" y="76959"/>
                  </a:lnTo>
                  <a:lnTo>
                    <a:pt x="46142" y="76350"/>
                  </a:lnTo>
                  <a:lnTo>
                    <a:pt x="46389" y="75854"/>
                  </a:lnTo>
                  <a:lnTo>
                    <a:pt x="47064" y="74866"/>
                  </a:lnTo>
                  <a:lnTo>
                    <a:pt x="47268" y="74041"/>
                  </a:lnTo>
                  <a:lnTo>
                    <a:pt x="47315" y="73005"/>
                  </a:lnTo>
                  <a:lnTo>
                    <a:pt x="47398" y="72362"/>
                  </a:lnTo>
                  <a:lnTo>
                    <a:pt x="47361" y="71971"/>
                  </a:lnTo>
                  <a:lnTo>
                    <a:pt x="47346" y="71526"/>
                  </a:lnTo>
                  <a:lnTo>
                    <a:pt x="47325" y="70914"/>
                  </a:lnTo>
                  <a:lnTo>
                    <a:pt x="47296" y="70432"/>
                  </a:lnTo>
                  <a:lnTo>
                    <a:pt x="47247" y="69605"/>
                  </a:lnTo>
                  <a:lnTo>
                    <a:pt x="47233" y="69355"/>
                  </a:lnTo>
                  <a:lnTo>
                    <a:pt x="47245" y="68513"/>
                  </a:lnTo>
                  <a:lnTo>
                    <a:pt x="47268" y="67556"/>
                  </a:lnTo>
                  <a:lnTo>
                    <a:pt x="47491" y="66726"/>
                  </a:lnTo>
                  <a:lnTo>
                    <a:pt x="47979" y="65919"/>
                  </a:lnTo>
                  <a:lnTo>
                    <a:pt x="48473" y="65168"/>
                  </a:lnTo>
                  <a:lnTo>
                    <a:pt x="49274" y="63950"/>
                  </a:lnTo>
                  <a:lnTo>
                    <a:pt x="50090" y="63255"/>
                  </a:lnTo>
                  <a:lnTo>
                    <a:pt x="52588" y="60986"/>
                  </a:lnTo>
                  <a:lnTo>
                    <a:pt x="54234" y="59587"/>
                  </a:lnTo>
                  <a:lnTo>
                    <a:pt x="54821" y="59089"/>
                  </a:lnTo>
                  <a:lnTo>
                    <a:pt x="55253" y="58604"/>
                  </a:lnTo>
                  <a:lnTo>
                    <a:pt x="56364" y="56852"/>
                  </a:lnTo>
                  <a:lnTo>
                    <a:pt x="56898" y="54930"/>
                  </a:lnTo>
                  <a:lnTo>
                    <a:pt x="57176" y="53456"/>
                  </a:lnTo>
                  <a:lnTo>
                    <a:pt x="57091" y="51875"/>
                  </a:lnTo>
                  <a:lnTo>
                    <a:pt x="56731" y="50869"/>
                  </a:lnTo>
                  <a:lnTo>
                    <a:pt x="56133" y="50399"/>
                  </a:lnTo>
                  <a:lnTo>
                    <a:pt x="54424" y="49715"/>
                  </a:lnTo>
                  <a:lnTo>
                    <a:pt x="52993" y="49074"/>
                  </a:lnTo>
                  <a:lnTo>
                    <a:pt x="52566" y="48775"/>
                  </a:lnTo>
                  <a:lnTo>
                    <a:pt x="51989" y="47963"/>
                  </a:lnTo>
                  <a:lnTo>
                    <a:pt x="51540" y="47066"/>
                  </a:lnTo>
                  <a:lnTo>
                    <a:pt x="51583" y="46468"/>
                  </a:lnTo>
                  <a:lnTo>
                    <a:pt x="51861" y="43712"/>
                  </a:lnTo>
                  <a:lnTo>
                    <a:pt x="52224" y="41982"/>
                  </a:lnTo>
                  <a:lnTo>
                    <a:pt x="52737" y="41149"/>
                  </a:lnTo>
                  <a:lnTo>
                    <a:pt x="55703" y="36581"/>
                  </a:lnTo>
                  <a:lnTo>
                    <a:pt x="53934" y="35212"/>
                  </a:lnTo>
                  <a:lnTo>
                    <a:pt x="51765" y="34812"/>
                  </a:lnTo>
                  <a:lnTo>
                    <a:pt x="49962" y="34845"/>
                  </a:lnTo>
                  <a:lnTo>
                    <a:pt x="48394" y="34478"/>
                  </a:lnTo>
                  <a:lnTo>
                    <a:pt x="46591" y="34144"/>
                  </a:lnTo>
                  <a:lnTo>
                    <a:pt x="45189" y="33944"/>
                  </a:lnTo>
                  <a:lnTo>
                    <a:pt x="44288" y="33744"/>
                  </a:lnTo>
                  <a:lnTo>
                    <a:pt x="43854" y="33577"/>
                  </a:lnTo>
                  <a:lnTo>
                    <a:pt x="43120" y="34745"/>
                  </a:lnTo>
                  <a:lnTo>
                    <a:pt x="41985" y="36447"/>
                  </a:lnTo>
                  <a:lnTo>
                    <a:pt x="41357" y="36210"/>
                  </a:lnTo>
                  <a:lnTo>
                    <a:pt x="39949" y="36347"/>
                  </a:lnTo>
                  <a:lnTo>
                    <a:pt x="38414" y="36748"/>
                  </a:lnTo>
                  <a:lnTo>
                    <a:pt x="37746" y="36414"/>
                  </a:lnTo>
                  <a:lnTo>
                    <a:pt x="36470" y="35896"/>
                  </a:lnTo>
                  <a:lnTo>
                    <a:pt x="35380" y="36195"/>
                  </a:lnTo>
                  <a:lnTo>
                    <a:pt x="34227" y="36729"/>
                  </a:lnTo>
                  <a:lnTo>
                    <a:pt x="32924" y="37455"/>
                  </a:lnTo>
                  <a:lnTo>
                    <a:pt x="31855" y="38246"/>
                  </a:lnTo>
                  <a:lnTo>
                    <a:pt x="27519" y="40446"/>
                  </a:lnTo>
                  <a:lnTo>
                    <a:pt x="26836" y="39442"/>
                  </a:lnTo>
                  <a:lnTo>
                    <a:pt x="25938" y="39741"/>
                  </a:lnTo>
                  <a:lnTo>
                    <a:pt x="24828" y="40189"/>
                  </a:lnTo>
                  <a:lnTo>
                    <a:pt x="21987" y="40553"/>
                  </a:lnTo>
                  <a:lnTo>
                    <a:pt x="20427" y="40467"/>
                  </a:lnTo>
                  <a:lnTo>
                    <a:pt x="17944" y="40170"/>
                  </a:lnTo>
                  <a:lnTo>
                    <a:pt x="15167" y="40063"/>
                  </a:lnTo>
                  <a:lnTo>
                    <a:pt x="13298" y="39850"/>
                  </a:lnTo>
                  <a:lnTo>
                    <a:pt x="11509" y="39156"/>
                  </a:lnTo>
                  <a:lnTo>
                    <a:pt x="5047" y="36085"/>
                  </a:lnTo>
                  <a:lnTo>
                    <a:pt x="2155" y="33885"/>
                  </a:lnTo>
                  <a:lnTo>
                    <a:pt x="1570" y="33441"/>
                  </a:lnTo>
                  <a:lnTo>
                    <a:pt x="588" y="32694"/>
                  </a:lnTo>
                  <a:lnTo>
                    <a:pt x="1136" y="30092"/>
                  </a:lnTo>
                  <a:lnTo>
                    <a:pt x="1368" y="29659"/>
                  </a:lnTo>
                  <a:lnTo>
                    <a:pt x="1944" y="28578"/>
                  </a:lnTo>
                  <a:lnTo>
                    <a:pt x="2447" y="28080"/>
                  </a:lnTo>
                  <a:lnTo>
                    <a:pt x="3131" y="27384"/>
                  </a:lnTo>
                  <a:lnTo>
                    <a:pt x="3480" y="26706"/>
                  </a:lnTo>
                  <a:lnTo>
                    <a:pt x="3901" y="25891"/>
                  </a:lnTo>
                  <a:lnTo>
                    <a:pt x="3998" y="25703"/>
                  </a:lnTo>
                  <a:lnTo>
                    <a:pt x="3467" y="25550"/>
                  </a:lnTo>
                  <a:lnTo>
                    <a:pt x="2426" y="25250"/>
                  </a:lnTo>
                  <a:lnTo>
                    <a:pt x="1606" y="25164"/>
                  </a:lnTo>
                  <a:lnTo>
                    <a:pt x="132" y="25181"/>
                  </a:lnTo>
                  <a:lnTo>
                    <a:pt x="94" y="24708"/>
                  </a:lnTo>
                  <a:lnTo>
                    <a:pt x="56" y="24234"/>
                  </a:lnTo>
                  <a:lnTo>
                    <a:pt x="0" y="23537"/>
                  </a:lnTo>
                  <a:lnTo>
                    <a:pt x="1740" y="23270"/>
                  </a:lnTo>
                  <a:lnTo>
                    <a:pt x="2549" y="23278"/>
                  </a:lnTo>
                  <a:lnTo>
                    <a:pt x="3146" y="23410"/>
                  </a:lnTo>
                  <a:lnTo>
                    <a:pt x="4165" y="23764"/>
                  </a:lnTo>
                  <a:lnTo>
                    <a:pt x="4334" y="23823"/>
                  </a:lnTo>
                  <a:lnTo>
                    <a:pt x="5407" y="24226"/>
                  </a:lnTo>
                  <a:lnTo>
                    <a:pt x="5311" y="23206"/>
                  </a:lnTo>
                  <a:lnTo>
                    <a:pt x="5109" y="21058"/>
                  </a:lnTo>
                  <a:lnTo>
                    <a:pt x="5080" y="20739"/>
                  </a:lnTo>
                  <a:lnTo>
                    <a:pt x="5018" y="20084"/>
                  </a:lnTo>
                  <a:lnTo>
                    <a:pt x="4720" y="19525"/>
                  </a:lnTo>
                  <a:lnTo>
                    <a:pt x="4235" y="16247"/>
                  </a:lnTo>
                  <a:lnTo>
                    <a:pt x="4210" y="16078"/>
                  </a:lnTo>
                  <a:lnTo>
                    <a:pt x="3232" y="9473"/>
                  </a:lnTo>
                  <a:lnTo>
                    <a:pt x="3324" y="9302"/>
                  </a:lnTo>
                  <a:lnTo>
                    <a:pt x="7099" y="8729"/>
                  </a:lnTo>
                  <a:lnTo>
                    <a:pt x="8077" y="8581"/>
                  </a:lnTo>
                  <a:lnTo>
                    <a:pt x="8827" y="8467"/>
                  </a:lnTo>
                  <a:lnTo>
                    <a:pt x="14832" y="7719"/>
                  </a:lnTo>
                  <a:lnTo>
                    <a:pt x="14977" y="8563"/>
                  </a:lnTo>
                  <a:lnTo>
                    <a:pt x="22972" y="7474"/>
                  </a:lnTo>
                  <a:lnTo>
                    <a:pt x="30421" y="6320"/>
                  </a:lnTo>
                  <a:lnTo>
                    <a:pt x="45828" y="4265"/>
                  </a:lnTo>
                  <a:lnTo>
                    <a:pt x="49430" y="3828"/>
                  </a:lnTo>
                  <a:lnTo>
                    <a:pt x="55616" y="3079"/>
                  </a:lnTo>
                  <a:lnTo>
                    <a:pt x="56097" y="3013"/>
                  </a:lnTo>
                  <a:lnTo>
                    <a:pt x="62926" y="2078"/>
                  </a:lnTo>
                  <a:lnTo>
                    <a:pt x="77666" y="60"/>
                  </a:lnTo>
                  <a:lnTo>
                    <a:pt x="78046" y="0"/>
                  </a:lnTo>
                  <a:lnTo>
                    <a:pt x="78709" y="2892"/>
                  </a:lnTo>
                  <a:lnTo>
                    <a:pt x="78891" y="4382"/>
                  </a:lnTo>
                  <a:lnTo>
                    <a:pt x="79306" y="673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3694743" y="3643344"/>
              <a:ext cx="55736" cy="141688"/>
            </a:xfrm>
            <a:custGeom>
              <a:avLst/>
              <a:pathLst>
                <a:path w="55736" h="141688">
                  <a:moveTo>
                    <a:pt x="36145" y="0"/>
                  </a:moveTo>
                  <a:lnTo>
                    <a:pt x="36533" y="4456"/>
                  </a:lnTo>
                  <a:lnTo>
                    <a:pt x="36908" y="10443"/>
                  </a:lnTo>
                  <a:lnTo>
                    <a:pt x="37040" y="12587"/>
                  </a:lnTo>
                  <a:lnTo>
                    <a:pt x="37537" y="14641"/>
                  </a:lnTo>
                  <a:lnTo>
                    <a:pt x="39035" y="20844"/>
                  </a:lnTo>
                  <a:lnTo>
                    <a:pt x="39150" y="21318"/>
                  </a:lnTo>
                  <a:lnTo>
                    <a:pt x="39701" y="24013"/>
                  </a:lnTo>
                  <a:lnTo>
                    <a:pt x="40805" y="29409"/>
                  </a:lnTo>
                  <a:lnTo>
                    <a:pt x="41383" y="31884"/>
                  </a:lnTo>
                  <a:lnTo>
                    <a:pt x="41512" y="32440"/>
                  </a:lnTo>
                  <a:lnTo>
                    <a:pt x="41980" y="34454"/>
                  </a:lnTo>
                  <a:lnTo>
                    <a:pt x="41819" y="35734"/>
                  </a:lnTo>
                  <a:lnTo>
                    <a:pt x="39950" y="39780"/>
                  </a:lnTo>
                  <a:lnTo>
                    <a:pt x="36559" y="47310"/>
                  </a:lnTo>
                  <a:lnTo>
                    <a:pt x="34556" y="52410"/>
                  </a:lnTo>
                  <a:lnTo>
                    <a:pt x="33218" y="57300"/>
                  </a:lnTo>
                  <a:lnTo>
                    <a:pt x="33088" y="57777"/>
                  </a:lnTo>
                  <a:lnTo>
                    <a:pt x="32509" y="60465"/>
                  </a:lnTo>
                  <a:lnTo>
                    <a:pt x="31886" y="63357"/>
                  </a:lnTo>
                  <a:lnTo>
                    <a:pt x="30685" y="68591"/>
                  </a:lnTo>
                  <a:lnTo>
                    <a:pt x="29935" y="71391"/>
                  </a:lnTo>
                  <a:lnTo>
                    <a:pt x="29563" y="72783"/>
                  </a:lnTo>
                  <a:lnTo>
                    <a:pt x="29216" y="75320"/>
                  </a:lnTo>
                  <a:lnTo>
                    <a:pt x="29141" y="76186"/>
                  </a:lnTo>
                  <a:lnTo>
                    <a:pt x="29002" y="77776"/>
                  </a:lnTo>
                  <a:lnTo>
                    <a:pt x="29189" y="80447"/>
                  </a:lnTo>
                  <a:lnTo>
                    <a:pt x="29430" y="81595"/>
                  </a:lnTo>
                  <a:lnTo>
                    <a:pt x="30952" y="85253"/>
                  </a:lnTo>
                  <a:lnTo>
                    <a:pt x="32420" y="87977"/>
                  </a:lnTo>
                  <a:lnTo>
                    <a:pt x="35571" y="90940"/>
                  </a:lnTo>
                  <a:lnTo>
                    <a:pt x="38848" y="95147"/>
                  </a:lnTo>
                  <a:lnTo>
                    <a:pt x="38950" y="95278"/>
                  </a:lnTo>
                  <a:lnTo>
                    <a:pt x="39336" y="95773"/>
                  </a:lnTo>
                  <a:lnTo>
                    <a:pt x="41499" y="98150"/>
                  </a:lnTo>
                  <a:lnTo>
                    <a:pt x="42620" y="99966"/>
                  </a:lnTo>
                  <a:lnTo>
                    <a:pt x="43154" y="100767"/>
                  </a:lnTo>
                  <a:lnTo>
                    <a:pt x="41260" y="105744"/>
                  </a:lnTo>
                  <a:lnTo>
                    <a:pt x="41276" y="106489"/>
                  </a:lnTo>
                  <a:lnTo>
                    <a:pt x="41470" y="107247"/>
                  </a:lnTo>
                  <a:lnTo>
                    <a:pt x="41310" y="108275"/>
                  </a:lnTo>
                  <a:lnTo>
                    <a:pt x="41422" y="109627"/>
                  </a:lnTo>
                  <a:lnTo>
                    <a:pt x="41435" y="110962"/>
                  </a:lnTo>
                  <a:lnTo>
                    <a:pt x="41634" y="112839"/>
                  </a:lnTo>
                  <a:lnTo>
                    <a:pt x="42095" y="115038"/>
                  </a:lnTo>
                  <a:lnTo>
                    <a:pt x="43118" y="116845"/>
                  </a:lnTo>
                  <a:lnTo>
                    <a:pt x="43212" y="117195"/>
                  </a:lnTo>
                  <a:lnTo>
                    <a:pt x="44400" y="121622"/>
                  </a:lnTo>
                  <a:lnTo>
                    <a:pt x="46181" y="124540"/>
                  </a:lnTo>
                  <a:lnTo>
                    <a:pt x="46556" y="125156"/>
                  </a:lnTo>
                  <a:lnTo>
                    <a:pt x="49070" y="127031"/>
                  </a:lnTo>
                  <a:lnTo>
                    <a:pt x="50876" y="127213"/>
                  </a:lnTo>
                  <a:lnTo>
                    <a:pt x="53025" y="126437"/>
                  </a:lnTo>
                  <a:lnTo>
                    <a:pt x="54609" y="126340"/>
                  </a:lnTo>
                  <a:lnTo>
                    <a:pt x="55736" y="126886"/>
                  </a:lnTo>
                  <a:lnTo>
                    <a:pt x="55170" y="129609"/>
                  </a:lnTo>
                  <a:lnTo>
                    <a:pt x="55137" y="129751"/>
                  </a:lnTo>
                  <a:lnTo>
                    <a:pt x="54371" y="133394"/>
                  </a:lnTo>
                  <a:lnTo>
                    <a:pt x="53932" y="134777"/>
                  </a:lnTo>
                  <a:lnTo>
                    <a:pt x="53619" y="135767"/>
                  </a:lnTo>
                  <a:lnTo>
                    <a:pt x="52468" y="137971"/>
                  </a:lnTo>
                  <a:lnTo>
                    <a:pt x="51173" y="140177"/>
                  </a:lnTo>
                  <a:lnTo>
                    <a:pt x="50860" y="141239"/>
                  </a:lnTo>
                  <a:lnTo>
                    <a:pt x="48467" y="141688"/>
                  </a:lnTo>
                  <a:lnTo>
                    <a:pt x="44954" y="141635"/>
                  </a:lnTo>
                  <a:lnTo>
                    <a:pt x="42704" y="141295"/>
                  </a:lnTo>
                  <a:lnTo>
                    <a:pt x="40036" y="140364"/>
                  </a:lnTo>
                  <a:lnTo>
                    <a:pt x="39546" y="140144"/>
                  </a:lnTo>
                  <a:lnTo>
                    <a:pt x="37932" y="139422"/>
                  </a:lnTo>
                  <a:lnTo>
                    <a:pt x="36603" y="139025"/>
                  </a:lnTo>
                  <a:lnTo>
                    <a:pt x="35544" y="138708"/>
                  </a:lnTo>
                  <a:lnTo>
                    <a:pt x="33198" y="138081"/>
                  </a:lnTo>
                  <a:lnTo>
                    <a:pt x="31889" y="137171"/>
                  </a:lnTo>
                  <a:lnTo>
                    <a:pt x="30488" y="136152"/>
                  </a:lnTo>
                  <a:lnTo>
                    <a:pt x="29765" y="135513"/>
                  </a:lnTo>
                  <a:lnTo>
                    <a:pt x="29428" y="135216"/>
                  </a:lnTo>
                  <a:lnTo>
                    <a:pt x="28953" y="135075"/>
                  </a:lnTo>
                  <a:lnTo>
                    <a:pt x="27663" y="134150"/>
                  </a:lnTo>
                  <a:lnTo>
                    <a:pt x="27504" y="134031"/>
                  </a:lnTo>
                  <a:lnTo>
                    <a:pt x="27367" y="133953"/>
                  </a:lnTo>
                  <a:lnTo>
                    <a:pt x="27128" y="133797"/>
                  </a:lnTo>
                  <a:lnTo>
                    <a:pt x="26997" y="133682"/>
                  </a:lnTo>
                  <a:lnTo>
                    <a:pt x="26813" y="133639"/>
                  </a:lnTo>
                  <a:lnTo>
                    <a:pt x="26680" y="133523"/>
                  </a:lnTo>
                  <a:lnTo>
                    <a:pt x="26388" y="133439"/>
                  </a:lnTo>
                  <a:lnTo>
                    <a:pt x="26248" y="133359"/>
                  </a:lnTo>
                  <a:lnTo>
                    <a:pt x="26108" y="133280"/>
                  </a:lnTo>
                  <a:lnTo>
                    <a:pt x="25922" y="133236"/>
                  </a:lnTo>
                  <a:lnTo>
                    <a:pt x="25782" y="133157"/>
                  </a:lnTo>
                  <a:lnTo>
                    <a:pt x="25634" y="133114"/>
                  </a:lnTo>
                  <a:lnTo>
                    <a:pt x="25365" y="133105"/>
                  </a:lnTo>
                  <a:lnTo>
                    <a:pt x="25187" y="133056"/>
                  </a:lnTo>
                  <a:lnTo>
                    <a:pt x="24969" y="133038"/>
                  </a:lnTo>
                  <a:lnTo>
                    <a:pt x="24756" y="132984"/>
                  </a:lnTo>
                  <a:lnTo>
                    <a:pt x="24433" y="132920"/>
                  </a:lnTo>
                  <a:lnTo>
                    <a:pt x="24219" y="132865"/>
                  </a:lnTo>
                  <a:lnTo>
                    <a:pt x="24035" y="132851"/>
                  </a:lnTo>
                  <a:lnTo>
                    <a:pt x="23851" y="132836"/>
                  </a:lnTo>
                  <a:lnTo>
                    <a:pt x="23592" y="132815"/>
                  </a:lnTo>
                  <a:lnTo>
                    <a:pt x="23444" y="132803"/>
                  </a:lnTo>
                  <a:lnTo>
                    <a:pt x="23259" y="132788"/>
                  </a:lnTo>
                  <a:lnTo>
                    <a:pt x="23036" y="132770"/>
                  </a:lnTo>
                  <a:lnTo>
                    <a:pt x="22817" y="132714"/>
                  </a:lnTo>
                  <a:lnTo>
                    <a:pt x="22555" y="132693"/>
                  </a:lnTo>
                  <a:lnTo>
                    <a:pt x="22297" y="132634"/>
                  </a:lnTo>
                  <a:lnTo>
                    <a:pt x="22151" y="132584"/>
                  </a:lnTo>
                  <a:lnTo>
                    <a:pt x="21862" y="132445"/>
                  </a:lnTo>
                  <a:lnTo>
                    <a:pt x="21681" y="132353"/>
                  </a:lnTo>
                  <a:lnTo>
                    <a:pt x="21255" y="132294"/>
                  </a:lnTo>
                  <a:lnTo>
                    <a:pt x="21098" y="132287"/>
                  </a:lnTo>
                  <a:lnTo>
                    <a:pt x="20630" y="132230"/>
                  </a:lnTo>
                  <a:lnTo>
                    <a:pt x="20476" y="132186"/>
                  </a:lnTo>
                  <a:lnTo>
                    <a:pt x="20279" y="132177"/>
                  </a:lnTo>
                  <a:lnTo>
                    <a:pt x="20125" y="132133"/>
                  </a:lnTo>
                  <a:lnTo>
                    <a:pt x="19928" y="132124"/>
                  </a:lnTo>
                  <a:lnTo>
                    <a:pt x="19657" y="132037"/>
                  </a:lnTo>
                  <a:lnTo>
                    <a:pt x="19382" y="132026"/>
                  </a:lnTo>
                  <a:lnTo>
                    <a:pt x="19071" y="131937"/>
                  </a:lnTo>
                  <a:lnTo>
                    <a:pt x="18876" y="131891"/>
                  </a:lnTo>
                  <a:lnTo>
                    <a:pt x="18328" y="131792"/>
                  </a:lnTo>
                  <a:lnTo>
                    <a:pt x="18174" y="131709"/>
                  </a:lnTo>
                  <a:lnTo>
                    <a:pt x="17978" y="131663"/>
                  </a:lnTo>
                  <a:lnTo>
                    <a:pt x="17785" y="131579"/>
                  </a:lnTo>
                  <a:lnTo>
                    <a:pt x="17510" y="131525"/>
                  </a:lnTo>
                  <a:lnTo>
                    <a:pt x="17357" y="131436"/>
                  </a:lnTo>
                  <a:lnTo>
                    <a:pt x="17161" y="131381"/>
                  </a:lnTo>
                  <a:lnTo>
                    <a:pt x="16968" y="131288"/>
                  </a:lnTo>
                  <a:lnTo>
                    <a:pt x="16813" y="131199"/>
                  </a:lnTo>
                  <a:lnTo>
                    <a:pt x="16655" y="131146"/>
                  </a:lnTo>
                  <a:lnTo>
                    <a:pt x="16500" y="131056"/>
                  </a:lnTo>
                  <a:lnTo>
                    <a:pt x="16343" y="130966"/>
                  </a:lnTo>
                  <a:lnTo>
                    <a:pt x="16187" y="130875"/>
                  </a:lnTo>
                  <a:lnTo>
                    <a:pt x="16032" y="130707"/>
                  </a:lnTo>
                  <a:lnTo>
                    <a:pt x="15757" y="130527"/>
                  </a:lnTo>
                  <a:lnTo>
                    <a:pt x="15518" y="130400"/>
                  </a:lnTo>
                  <a:lnTo>
                    <a:pt x="15184" y="130170"/>
                  </a:lnTo>
                  <a:lnTo>
                    <a:pt x="15043" y="130073"/>
                  </a:lnTo>
                  <a:lnTo>
                    <a:pt x="14844" y="129949"/>
                  </a:lnTo>
                  <a:lnTo>
                    <a:pt x="14684" y="129865"/>
                  </a:lnTo>
                  <a:lnTo>
                    <a:pt x="14483" y="129778"/>
                  </a:lnTo>
                  <a:lnTo>
                    <a:pt x="14323" y="129656"/>
                  </a:lnTo>
                  <a:lnTo>
                    <a:pt x="14164" y="129533"/>
                  </a:lnTo>
                  <a:lnTo>
                    <a:pt x="14003" y="129448"/>
                  </a:lnTo>
                  <a:lnTo>
                    <a:pt x="13802" y="129323"/>
                  </a:lnTo>
                  <a:lnTo>
                    <a:pt x="13559" y="129234"/>
                  </a:lnTo>
                  <a:lnTo>
                    <a:pt x="13356" y="129146"/>
                  </a:lnTo>
                  <a:lnTo>
                    <a:pt x="13114" y="128980"/>
                  </a:lnTo>
                  <a:lnTo>
                    <a:pt x="12951" y="128894"/>
                  </a:lnTo>
                  <a:lnTo>
                    <a:pt x="12788" y="128847"/>
                  </a:lnTo>
                  <a:lnTo>
                    <a:pt x="12584" y="128759"/>
                  </a:lnTo>
                  <a:lnTo>
                    <a:pt x="12297" y="128625"/>
                  </a:lnTo>
                  <a:lnTo>
                    <a:pt x="12085" y="128513"/>
                  </a:lnTo>
                  <a:lnTo>
                    <a:pt x="11914" y="128403"/>
                  </a:lnTo>
                  <a:lnTo>
                    <a:pt x="11741" y="128293"/>
                  </a:lnTo>
                  <a:lnTo>
                    <a:pt x="11564" y="128133"/>
                  </a:lnTo>
                  <a:lnTo>
                    <a:pt x="11344" y="127968"/>
                  </a:lnTo>
                  <a:lnTo>
                    <a:pt x="11133" y="127952"/>
                  </a:lnTo>
                  <a:lnTo>
                    <a:pt x="10828" y="127830"/>
                  </a:lnTo>
                  <a:lnTo>
                    <a:pt x="10493" y="127736"/>
                  </a:lnTo>
                  <a:lnTo>
                    <a:pt x="10120" y="127609"/>
                  </a:lnTo>
                  <a:lnTo>
                    <a:pt x="9915" y="127569"/>
                  </a:lnTo>
                  <a:lnTo>
                    <a:pt x="9691" y="127410"/>
                  </a:lnTo>
                  <a:lnTo>
                    <a:pt x="9467" y="127294"/>
                  </a:lnTo>
                  <a:lnTo>
                    <a:pt x="9283" y="127135"/>
                  </a:lnTo>
                  <a:lnTo>
                    <a:pt x="9053" y="126971"/>
                  </a:lnTo>
                  <a:lnTo>
                    <a:pt x="8818" y="126758"/>
                  </a:lnTo>
                  <a:lnTo>
                    <a:pt x="8540" y="126586"/>
                  </a:lnTo>
                  <a:lnTo>
                    <a:pt x="8309" y="126465"/>
                  </a:lnTo>
                  <a:lnTo>
                    <a:pt x="8167" y="126354"/>
                  </a:lnTo>
                  <a:lnTo>
                    <a:pt x="7934" y="126232"/>
                  </a:lnTo>
                  <a:lnTo>
                    <a:pt x="7649" y="126056"/>
                  </a:lnTo>
                  <a:lnTo>
                    <a:pt x="7454" y="125889"/>
                  </a:lnTo>
                  <a:lnTo>
                    <a:pt x="7262" y="125770"/>
                  </a:lnTo>
                  <a:lnTo>
                    <a:pt x="7023" y="125645"/>
                  </a:lnTo>
                  <a:lnTo>
                    <a:pt x="6875" y="125530"/>
                  </a:lnTo>
                  <a:lnTo>
                    <a:pt x="6582" y="125349"/>
                  </a:lnTo>
                  <a:lnTo>
                    <a:pt x="6386" y="125227"/>
                  </a:lnTo>
                  <a:lnTo>
                    <a:pt x="6229" y="125060"/>
                  </a:lnTo>
                  <a:lnTo>
                    <a:pt x="6154" y="124922"/>
                  </a:lnTo>
                  <a:lnTo>
                    <a:pt x="5924" y="124876"/>
                  </a:lnTo>
                  <a:lnTo>
                    <a:pt x="1167" y="120312"/>
                  </a:lnTo>
                  <a:lnTo>
                    <a:pt x="0" y="115973"/>
                  </a:lnTo>
                  <a:lnTo>
                    <a:pt x="721" y="113395"/>
                  </a:lnTo>
                  <a:lnTo>
                    <a:pt x="4253" y="110803"/>
                  </a:lnTo>
                  <a:lnTo>
                    <a:pt x="10228" y="101869"/>
                  </a:lnTo>
                  <a:lnTo>
                    <a:pt x="12948" y="100679"/>
                  </a:lnTo>
                  <a:lnTo>
                    <a:pt x="13443" y="100839"/>
                  </a:lnTo>
                  <a:lnTo>
                    <a:pt x="14157" y="99463"/>
                  </a:lnTo>
                  <a:lnTo>
                    <a:pt x="14577" y="97755"/>
                  </a:lnTo>
                  <a:lnTo>
                    <a:pt x="14534" y="96055"/>
                  </a:lnTo>
                  <a:lnTo>
                    <a:pt x="10308" y="92800"/>
                  </a:lnTo>
                  <a:lnTo>
                    <a:pt x="9682" y="88469"/>
                  </a:lnTo>
                  <a:lnTo>
                    <a:pt x="11835" y="83988"/>
                  </a:lnTo>
                  <a:lnTo>
                    <a:pt x="11866" y="83384"/>
                  </a:lnTo>
                  <a:lnTo>
                    <a:pt x="12230" y="76064"/>
                  </a:lnTo>
                  <a:lnTo>
                    <a:pt x="6602" y="68026"/>
                  </a:lnTo>
                  <a:lnTo>
                    <a:pt x="6761" y="67007"/>
                  </a:lnTo>
                  <a:lnTo>
                    <a:pt x="9287" y="51019"/>
                  </a:lnTo>
                  <a:lnTo>
                    <a:pt x="9566" y="50838"/>
                  </a:lnTo>
                  <a:lnTo>
                    <a:pt x="10603" y="50163"/>
                  </a:lnTo>
                  <a:lnTo>
                    <a:pt x="10715" y="50031"/>
                  </a:lnTo>
                  <a:lnTo>
                    <a:pt x="11190" y="48469"/>
                  </a:lnTo>
                  <a:lnTo>
                    <a:pt x="11791" y="47201"/>
                  </a:lnTo>
                  <a:lnTo>
                    <a:pt x="12071" y="46426"/>
                  </a:lnTo>
                  <a:lnTo>
                    <a:pt x="12645" y="43543"/>
                  </a:lnTo>
                  <a:lnTo>
                    <a:pt x="14207" y="42875"/>
                  </a:lnTo>
                  <a:lnTo>
                    <a:pt x="14361" y="42174"/>
                  </a:lnTo>
                  <a:lnTo>
                    <a:pt x="14438" y="41976"/>
                  </a:lnTo>
                  <a:lnTo>
                    <a:pt x="15917" y="38177"/>
                  </a:lnTo>
                  <a:lnTo>
                    <a:pt x="16033" y="37879"/>
                  </a:lnTo>
                  <a:lnTo>
                    <a:pt x="16821" y="35850"/>
                  </a:lnTo>
                  <a:lnTo>
                    <a:pt x="18084" y="33391"/>
                  </a:lnTo>
                  <a:lnTo>
                    <a:pt x="19162" y="30947"/>
                  </a:lnTo>
                  <a:lnTo>
                    <a:pt x="19731" y="29337"/>
                  </a:lnTo>
                  <a:lnTo>
                    <a:pt x="21092" y="26444"/>
                  </a:lnTo>
                  <a:lnTo>
                    <a:pt x="21476" y="24204"/>
                  </a:lnTo>
                  <a:lnTo>
                    <a:pt x="21711" y="22834"/>
                  </a:lnTo>
                  <a:lnTo>
                    <a:pt x="21604" y="21339"/>
                  </a:lnTo>
                  <a:lnTo>
                    <a:pt x="21572" y="21073"/>
                  </a:lnTo>
                  <a:lnTo>
                    <a:pt x="21455" y="20121"/>
                  </a:lnTo>
                  <a:lnTo>
                    <a:pt x="21959" y="18466"/>
                  </a:lnTo>
                  <a:lnTo>
                    <a:pt x="22221" y="17836"/>
                  </a:lnTo>
                  <a:lnTo>
                    <a:pt x="22450" y="16987"/>
                  </a:lnTo>
                  <a:lnTo>
                    <a:pt x="22458" y="16490"/>
                  </a:lnTo>
                  <a:lnTo>
                    <a:pt x="22430" y="15817"/>
                  </a:lnTo>
                  <a:lnTo>
                    <a:pt x="22629" y="15095"/>
                  </a:lnTo>
                  <a:lnTo>
                    <a:pt x="22773" y="14585"/>
                  </a:lnTo>
                  <a:lnTo>
                    <a:pt x="22932" y="14109"/>
                  </a:lnTo>
                  <a:lnTo>
                    <a:pt x="23308" y="13274"/>
                  </a:lnTo>
                  <a:lnTo>
                    <a:pt x="23929" y="11621"/>
                  </a:lnTo>
                  <a:lnTo>
                    <a:pt x="24431" y="10564"/>
                  </a:lnTo>
                  <a:lnTo>
                    <a:pt x="24450" y="10275"/>
                  </a:lnTo>
                  <a:lnTo>
                    <a:pt x="24486" y="9726"/>
                  </a:lnTo>
                  <a:lnTo>
                    <a:pt x="24495" y="9586"/>
                  </a:lnTo>
                  <a:lnTo>
                    <a:pt x="24176" y="8696"/>
                  </a:lnTo>
                  <a:lnTo>
                    <a:pt x="23994" y="8605"/>
                  </a:lnTo>
                  <a:lnTo>
                    <a:pt x="23296" y="8257"/>
                  </a:lnTo>
                  <a:lnTo>
                    <a:pt x="22548" y="10028"/>
                  </a:lnTo>
                  <a:lnTo>
                    <a:pt x="21686" y="12036"/>
                  </a:lnTo>
                  <a:lnTo>
                    <a:pt x="21180" y="13479"/>
                  </a:lnTo>
                  <a:lnTo>
                    <a:pt x="21051" y="14185"/>
                  </a:lnTo>
                  <a:lnTo>
                    <a:pt x="21023" y="14336"/>
                  </a:lnTo>
                  <a:lnTo>
                    <a:pt x="20465" y="17945"/>
                  </a:lnTo>
                  <a:lnTo>
                    <a:pt x="19891" y="19867"/>
                  </a:lnTo>
                  <a:lnTo>
                    <a:pt x="17088" y="23432"/>
                  </a:lnTo>
                  <a:lnTo>
                    <a:pt x="14556" y="21882"/>
                  </a:lnTo>
                  <a:lnTo>
                    <a:pt x="16076" y="19156"/>
                  </a:lnTo>
                  <a:lnTo>
                    <a:pt x="16992" y="16824"/>
                  </a:lnTo>
                  <a:lnTo>
                    <a:pt x="17246" y="15608"/>
                  </a:lnTo>
                  <a:lnTo>
                    <a:pt x="17470" y="14775"/>
                  </a:lnTo>
                  <a:lnTo>
                    <a:pt x="17694" y="13941"/>
                  </a:lnTo>
                  <a:lnTo>
                    <a:pt x="17959" y="12620"/>
                  </a:lnTo>
                  <a:lnTo>
                    <a:pt x="17621" y="12374"/>
                  </a:lnTo>
                  <a:lnTo>
                    <a:pt x="17366" y="12187"/>
                  </a:lnTo>
                  <a:lnTo>
                    <a:pt x="15446" y="10924"/>
                  </a:lnTo>
                  <a:lnTo>
                    <a:pt x="14876" y="10557"/>
                  </a:lnTo>
                  <a:lnTo>
                    <a:pt x="14164" y="10099"/>
                  </a:lnTo>
                  <a:lnTo>
                    <a:pt x="13571" y="10780"/>
                  </a:lnTo>
                  <a:lnTo>
                    <a:pt x="13346" y="11039"/>
                  </a:lnTo>
                  <a:lnTo>
                    <a:pt x="13211" y="11194"/>
                  </a:lnTo>
                  <a:lnTo>
                    <a:pt x="13076" y="11349"/>
                  </a:lnTo>
                  <a:lnTo>
                    <a:pt x="12047" y="12705"/>
                  </a:lnTo>
                  <a:lnTo>
                    <a:pt x="11910" y="12027"/>
                  </a:lnTo>
                  <a:lnTo>
                    <a:pt x="11655" y="10818"/>
                  </a:lnTo>
                  <a:lnTo>
                    <a:pt x="11588" y="10496"/>
                  </a:lnTo>
                  <a:lnTo>
                    <a:pt x="11511" y="9854"/>
                  </a:lnTo>
                  <a:lnTo>
                    <a:pt x="11491" y="9688"/>
                  </a:lnTo>
                  <a:lnTo>
                    <a:pt x="11419" y="9101"/>
                  </a:lnTo>
                  <a:lnTo>
                    <a:pt x="11384" y="8805"/>
                  </a:lnTo>
                  <a:lnTo>
                    <a:pt x="11223" y="7701"/>
                  </a:lnTo>
                  <a:lnTo>
                    <a:pt x="11257" y="7224"/>
                  </a:lnTo>
                  <a:lnTo>
                    <a:pt x="11370" y="6685"/>
                  </a:lnTo>
                  <a:lnTo>
                    <a:pt x="11408" y="6503"/>
                  </a:lnTo>
                  <a:lnTo>
                    <a:pt x="11768" y="5815"/>
                  </a:lnTo>
                  <a:lnTo>
                    <a:pt x="11869" y="5620"/>
                  </a:lnTo>
                  <a:lnTo>
                    <a:pt x="12049" y="5275"/>
                  </a:lnTo>
                  <a:lnTo>
                    <a:pt x="12690" y="4205"/>
                  </a:lnTo>
                  <a:lnTo>
                    <a:pt x="13175" y="3397"/>
                  </a:lnTo>
                  <a:lnTo>
                    <a:pt x="13651" y="3691"/>
                  </a:lnTo>
                  <a:lnTo>
                    <a:pt x="14727" y="4356"/>
                  </a:lnTo>
                  <a:lnTo>
                    <a:pt x="14849" y="4211"/>
                  </a:lnTo>
                  <a:lnTo>
                    <a:pt x="14963" y="4044"/>
                  </a:lnTo>
                  <a:lnTo>
                    <a:pt x="15327" y="3509"/>
                  </a:lnTo>
                  <a:lnTo>
                    <a:pt x="16210" y="2208"/>
                  </a:lnTo>
                  <a:lnTo>
                    <a:pt x="17650" y="2094"/>
                  </a:lnTo>
                  <a:lnTo>
                    <a:pt x="18373" y="2281"/>
                  </a:lnTo>
                  <a:lnTo>
                    <a:pt x="20366" y="2095"/>
                  </a:lnTo>
                  <a:lnTo>
                    <a:pt x="24810" y="1845"/>
                  </a:lnTo>
                  <a:lnTo>
                    <a:pt x="26874" y="1729"/>
                  </a:lnTo>
                  <a:lnTo>
                    <a:pt x="27041" y="1696"/>
                  </a:lnTo>
                  <a:lnTo>
                    <a:pt x="32496" y="641"/>
                  </a:lnTo>
                  <a:lnTo>
                    <a:pt x="33585" y="436"/>
                  </a:lnTo>
                  <a:lnTo>
                    <a:pt x="34836" y="20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3723745" y="3677789"/>
              <a:ext cx="81300" cy="131456"/>
            </a:xfrm>
            <a:custGeom>
              <a:avLst/>
              <a:pathLst>
                <a:path w="81300" h="131456">
                  <a:moveTo>
                    <a:pt x="17744" y="3740"/>
                  </a:moveTo>
                  <a:lnTo>
                    <a:pt x="18033" y="3668"/>
                  </a:lnTo>
                  <a:lnTo>
                    <a:pt x="19683" y="4813"/>
                  </a:lnTo>
                  <a:lnTo>
                    <a:pt x="20972" y="5530"/>
                  </a:lnTo>
                  <a:lnTo>
                    <a:pt x="21208" y="5641"/>
                  </a:lnTo>
                  <a:lnTo>
                    <a:pt x="21525" y="5790"/>
                  </a:lnTo>
                  <a:lnTo>
                    <a:pt x="22017" y="5911"/>
                  </a:lnTo>
                  <a:lnTo>
                    <a:pt x="23812" y="5654"/>
                  </a:lnTo>
                  <a:lnTo>
                    <a:pt x="27696" y="3964"/>
                  </a:lnTo>
                  <a:lnTo>
                    <a:pt x="31756" y="3370"/>
                  </a:lnTo>
                  <a:lnTo>
                    <a:pt x="33537" y="2436"/>
                  </a:lnTo>
                  <a:lnTo>
                    <a:pt x="34562" y="1988"/>
                  </a:lnTo>
                  <a:lnTo>
                    <a:pt x="35394" y="2030"/>
                  </a:lnTo>
                  <a:lnTo>
                    <a:pt x="35812" y="2052"/>
                  </a:lnTo>
                  <a:lnTo>
                    <a:pt x="37483" y="2164"/>
                  </a:lnTo>
                  <a:lnTo>
                    <a:pt x="38066" y="2214"/>
                  </a:lnTo>
                  <a:lnTo>
                    <a:pt x="39604" y="2345"/>
                  </a:lnTo>
                  <a:lnTo>
                    <a:pt x="40650" y="1619"/>
                  </a:lnTo>
                  <a:lnTo>
                    <a:pt x="41115" y="1368"/>
                  </a:lnTo>
                  <a:lnTo>
                    <a:pt x="41343" y="1304"/>
                  </a:lnTo>
                  <a:lnTo>
                    <a:pt x="41891" y="1234"/>
                  </a:lnTo>
                  <a:lnTo>
                    <a:pt x="44672" y="1363"/>
                  </a:lnTo>
                  <a:lnTo>
                    <a:pt x="45174" y="1363"/>
                  </a:lnTo>
                  <a:lnTo>
                    <a:pt x="45927" y="1342"/>
                  </a:lnTo>
                  <a:lnTo>
                    <a:pt x="46656" y="1338"/>
                  </a:lnTo>
                  <a:lnTo>
                    <a:pt x="47024" y="3108"/>
                  </a:lnTo>
                  <a:lnTo>
                    <a:pt x="47144" y="4622"/>
                  </a:lnTo>
                  <a:lnTo>
                    <a:pt x="47284" y="5547"/>
                  </a:lnTo>
                  <a:lnTo>
                    <a:pt x="48098" y="6064"/>
                  </a:lnTo>
                  <a:lnTo>
                    <a:pt x="49660" y="7049"/>
                  </a:lnTo>
                  <a:lnTo>
                    <a:pt x="50513" y="7663"/>
                  </a:lnTo>
                  <a:lnTo>
                    <a:pt x="50829" y="7890"/>
                  </a:lnTo>
                  <a:lnTo>
                    <a:pt x="51686" y="8523"/>
                  </a:lnTo>
                  <a:lnTo>
                    <a:pt x="53008" y="9220"/>
                  </a:lnTo>
                  <a:lnTo>
                    <a:pt x="54426" y="10005"/>
                  </a:lnTo>
                  <a:lnTo>
                    <a:pt x="53583" y="11169"/>
                  </a:lnTo>
                  <a:lnTo>
                    <a:pt x="51501" y="14213"/>
                  </a:lnTo>
                  <a:lnTo>
                    <a:pt x="49915" y="16701"/>
                  </a:lnTo>
                  <a:lnTo>
                    <a:pt x="47886" y="19682"/>
                  </a:lnTo>
                  <a:lnTo>
                    <a:pt x="46283" y="22522"/>
                  </a:lnTo>
                  <a:lnTo>
                    <a:pt x="45728" y="23782"/>
                  </a:lnTo>
                  <a:lnTo>
                    <a:pt x="45620" y="24129"/>
                  </a:lnTo>
                  <a:lnTo>
                    <a:pt x="45261" y="24773"/>
                  </a:lnTo>
                  <a:lnTo>
                    <a:pt x="44827" y="26148"/>
                  </a:lnTo>
                  <a:lnTo>
                    <a:pt x="44673" y="26903"/>
                  </a:lnTo>
                  <a:lnTo>
                    <a:pt x="44446" y="28071"/>
                  </a:lnTo>
                  <a:lnTo>
                    <a:pt x="44081" y="29330"/>
                  </a:lnTo>
                  <a:lnTo>
                    <a:pt x="43673" y="31099"/>
                  </a:lnTo>
                  <a:lnTo>
                    <a:pt x="43713" y="31353"/>
                  </a:lnTo>
                  <a:lnTo>
                    <a:pt x="44191" y="32374"/>
                  </a:lnTo>
                  <a:lnTo>
                    <a:pt x="44619" y="33164"/>
                  </a:lnTo>
                  <a:lnTo>
                    <a:pt x="45290" y="34963"/>
                  </a:lnTo>
                  <a:lnTo>
                    <a:pt x="44390" y="36140"/>
                  </a:lnTo>
                  <a:lnTo>
                    <a:pt x="43316" y="37790"/>
                  </a:lnTo>
                  <a:lnTo>
                    <a:pt x="43157" y="38009"/>
                  </a:lnTo>
                  <a:lnTo>
                    <a:pt x="42791" y="39003"/>
                  </a:lnTo>
                  <a:lnTo>
                    <a:pt x="43418" y="40140"/>
                  </a:lnTo>
                  <a:lnTo>
                    <a:pt x="44235" y="41830"/>
                  </a:lnTo>
                  <a:lnTo>
                    <a:pt x="44464" y="42362"/>
                  </a:lnTo>
                  <a:lnTo>
                    <a:pt x="44993" y="42785"/>
                  </a:lnTo>
                  <a:lnTo>
                    <a:pt x="45759" y="43397"/>
                  </a:lnTo>
                  <a:lnTo>
                    <a:pt x="46246" y="44438"/>
                  </a:lnTo>
                  <a:lnTo>
                    <a:pt x="46066" y="45393"/>
                  </a:lnTo>
                  <a:lnTo>
                    <a:pt x="47023" y="46879"/>
                  </a:lnTo>
                  <a:lnTo>
                    <a:pt x="48497" y="49443"/>
                  </a:lnTo>
                  <a:lnTo>
                    <a:pt x="49095" y="50447"/>
                  </a:lnTo>
                  <a:lnTo>
                    <a:pt x="49112" y="52230"/>
                  </a:lnTo>
                  <a:lnTo>
                    <a:pt x="49153" y="54118"/>
                  </a:lnTo>
                  <a:lnTo>
                    <a:pt x="48524" y="56148"/>
                  </a:lnTo>
                  <a:lnTo>
                    <a:pt x="47803" y="58899"/>
                  </a:lnTo>
                  <a:lnTo>
                    <a:pt x="47429" y="60260"/>
                  </a:lnTo>
                  <a:lnTo>
                    <a:pt x="49165" y="60848"/>
                  </a:lnTo>
                  <a:lnTo>
                    <a:pt x="52315" y="62450"/>
                  </a:lnTo>
                  <a:lnTo>
                    <a:pt x="53490" y="63491"/>
                  </a:lnTo>
                  <a:lnTo>
                    <a:pt x="54259" y="65125"/>
                  </a:lnTo>
                  <a:lnTo>
                    <a:pt x="54291" y="66679"/>
                  </a:lnTo>
                  <a:lnTo>
                    <a:pt x="54363" y="67069"/>
                  </a:lnTo>
                  <a:lnTo>
                    <a:pt x="54662" y="67667"/>
                  </a:lnTo>
                  <a:lnTo>
                    <a:pt x="55830" y="69302"/>
                  </a:lnTo>
                  <a:lnTo>
                    <a:pt x="55924" y="69569"/>
                  </a:lnTo>
                  <a:lnTo>
                    <a:pt x="56245" y="71460"/>
                  </a:lnTo>
                  <a:lnTo>
                    <a:pt x="56250" y="71721"/>
                  </a:lnTo>
                  <a:lnTo>
                    <a:pt x="56262" y="72230"/>
                  </a:lnTo>
                  <a:lnTo>
                    <a:pt x="56204" y="72625"/>
                  </a:lnTo>
                  <a:lnTo>
                    <a:pt x="56139" y="73074"/>
                  </a:lnTo>
                  <a:lnTo>
                    <a:pt x="56147" y="74422"/>
                  </a:lnTo>
                  <a:lnTo>
                    <a:pt x="56771" y="76119"/>
                  </a:lnTo>
                  <a:lnTo>
                    <a:pt x="57268" y="76888"/>
                  </a:lnTo>
                  <a:lnTo>
                    <a:pt x="61342" y="80887"/>
                  </a:lnTo>
                  <a:lnTo>
                    <a:pt x="62982" y="82335"/>
                  </a:lnTo>
                  <a:lnTo>
                    <a:pt x="64624" y="83116"/>
                  </a:lnTo>
                  <a:lnTo>
                    <a:pt x="67053" y="83989"/>
                  </a:lnTo>
                  <a:lnTo>
                    <a:pt x="68722" y="84834"/>
                  </a:lnTo>
                  <a:lnTo>
                    <a:pt x="69419" y="87541"/>
                  </a:lnTo>
                  <a:lnTo>
                    <a:pt x="68718" y="89874"/>
                  </a:lnTo>
                  <a:lnTo>
                    <a:pt x="68210" y="91860"/>
                  </a:lnTo>
                  <a:lnTo>
                    <a:pt x="68138" y="92257"/>
                  </a:lnTo>
                  <a:lnTo>
                    <a:pt x="66723" y="94204"/>
                  </a:lnTo>
                  <a:lnTo>
                    <a:pt x="64560" y="96180"/>
                  </a:lnTo>
                  <a:lnTo>
                    <a:pt x="62985" y="98236"/>
                  </a:lnTo>
                  <a:lnTo>
                    <a:pt x="62611" y="99892"/>
                  </a:lnTo>
                  <a:lnTo>
                    <a:pt x="63172" y="101013"/>
                  </a:lnTo>
                  <a:lnTo>
                    <a:pt x="65628" y="102722"/>
                  </a:lnTo>
                  <a:lnTo>
                    <a:pt x="68165" y="105125"/>
                  </a:lnTo>
                  <a:lnTo>
                    <a:pt x="69607" y="107662"/>
                  </a:lnTo>
                  <a:lnTo>
                    <a:pt x="71407" y="111513"/>
                  </a:lnTo>
                  <a:lnTo>
                    <a:pt x="71521" y="111905"/>
                  </a:lnTo>
                  <a:lnTo>
                    <a:pt x="71818" y="112396"/>
                  </a:lnTo>
                  <a:lnTo>
                    <a:pt x="72095" y="112821"/>
                  </a:lnTo>
                  <a:lnTo>
                    <a:pt x="72332" y="113114"/>
                  </a:lnTo>
                  <a:lnTo>
                    <a:pt x="72621" y="113326"/>
                  </a:lnTo>
                  <a:lnTo>
                    <a:pt x="72768" y="113570"/>
                  </a:lnTo>
                  <a:lnTo>
                    <a:pt x="73004" y="113862"/>
                  </a:lnTo>
                  <a:lnTo>
                    <a:pt x="73310" y="114137"/>
                  </a:lnTo>
                  <a:lnTo>
                    <a:pt x="73615" y="114474"/>
                  </a:lnTo>
                  <a:lnTo>
                    <a:pt x="73964" y="114729"/>
                  </a:lnTo>
                  <a:lnTo>
                    <a:pt x="74165" y="114954"/>
                  </a:lnTo>
                  <a:lnTo>
                    <a:pt x="74614" y="115321"/>
                  </a:lnTo>
                  <a:lnTo>
                    <a:pt x="74998" y="115705"/>
                  </a:lnTo>
                  <a:lnTo>
                    <a:pt x="75280" y="115913"/>
                  </a:lnTo>
                  <a:lnTo>
                    <a:pt x="75582" y="116184"/>
                  </a:lnTo>
                  <a:lnTo>
                    <a:pt x="76036" y="116486"/>
                  </a:lnTo>
                  <a:lnTo>
                    <a:pt x="76442" y="116866"/>
                  </a:lnTo>
                  <a:lnTo>
                    <a:pt x="76807" y="117119"/>
                  </a:lnTo>
                  <a:lnTo>
                    <a:pt x="77207" y="117497"/>
                  </a:lnTo>
                  <a:lnTo>
                    <a:pt x="77545" y="117685"/>
                  </a:lnTo>
                  <a:lnTo>
                    <a:pt x="77919" y="118000"/>
                  </a:lnTo>
                  <a:lnTo>
                    <a:pt x="78123" y="118220"/>
                  </a:lnTo>
                  <a:lnTo>
                    <a:pt x="78513" y="118597"/>
                  </a:lnTo>
                  <a:lnTo>
                    <a:pt x="78650" y="118833"/>
                  </a:lnTo>
                  <a:lnTo>
                    <a:pt x="79068" y="119552"/>
                  </a:lnTo>
                  <a:lnTo>
                    <a:pt x="80243" y="121577"/>
                  </a:lnTo>
                  <a:lnTo>
                    <a:pt x="81300" y="123397"/>
                  </a:lnTo>
                  <a:lnTo>
                    <a:pt x="80499" y="126334"/>
                  </a:lnTo>
                  <a:lnTo>
                    <a:pt x="75818" y="128133"/>
                  </a:lnTo>
                  <a:lnTo>
                    <a:pt x="73571" y="130254"/>
                  </a:lnTo>
                  <a:lnTo>
                    <a:pt x="70206" y="131456"/>
                  </a:lnTo>
                  <a:lnTo>
                    <a:pt x="67362" y="129124"/>
                  </a:lnTo>
                  <a:lnTo>
                    <a:pt x="64996" y="129128"/>
                  </a:lnTo>
                  <a:lnTo>
                    <a:pt x="58526" y="129685"/>
                  </a:lnTo>
                  <a:lnTo>
                    <a:pt x="55267" y="130374"/>
                  </a:lnTo>
                  <a:lnTo>
                    <a:pt x="50541" y="130735"/>
                  </a:lnTo>
                  <a:lnTo>
                    <a:pt x="48082" y="124244"/>
                  </a:lnTo>
                  <a:lnTo>
                    <a:pt x="44738" y="116745"/>
                  </a:lnTo>
                  <a:lnTo>
                    <a:pt x="42306" y="115879"/>
                  </a:lnTo>
                  <a:lnTo>
                    <a:pt x="39675" y="118388"/>
                  </a:lnTo>
                  <a:lnTo>
                    <a:pt x="35703" y="118110"/>
                  </a:lnTo>
                  <a:lnTo>
                    <a:pt x="33629" y="116821"/>
                  </a:lnTo>
                  <a:lnTo>
                    <a:pt x="30721" y="112259"/>
                  </a:lnTo>
                  <a:lnTo>
                    <a:pt x="25579" y="113672"/>
                  </a:lnTo>
                  <a:lnTo>
                    <a:pt x="22014" y="110834"/>
                  </a:lnTo>
                  <a:lnTo>
                    <a:pt x="21857" y="106794"/>
                  </a:lnTo>
                  <a:lnTo>
                    <a:pt x="22189" y="105700"/>
                  </a:lnTo>
                  <a:lnTo>
                    <a:pt x="23465" y="103526"/>
                  </a:lnTo>
                  <a:lnTo>
                    <a:pt x="24616" y="101322"/>
                  </a:lnTo>
                  <a:lnTo>
                    <a:pt x="24930" y="100333"/>
                  </a:lnTo>
                  <a:lnTo>
                    <a:pt x="25368" y="98949"/>
                  </a:lnTo>
                  <a:lnTo>
                    <a:pt x="26134" y="95306"/>
                  </a:lnTo>
                  <a:lnTo>
                    <a:pt x="26168" y="95164"/>
                  </a:lnTo>
                  <a:lnTo>
                    <a:pt x="26733" y="92441"/>
                  </a:lnTo>
                  <a:lnTo>
                    <a:pt x="25606" y="91895"/>
                  </a:lnTo>
                  <a:lnTo>
                    <a:pt x="24022" y="91992"/>
                  </a:lnTo>
                  <a:lnTo>
                    <a:pt x="21873" y="92768"/>
                  </a:lnTo>
                  <a:lnTo>
                    <a:pt x="20067" y="92586"/>
                  </a:lnTo>
                  <a:lnTo>
                    <a:pt x="17554" y="90711"/>
                  </a:lnTo>
                  <a:lnTo>
                    <a:pt x="17178" y="90095"/>
                  </a:lnTo>
                  <a:lnTo>
                    <a:pt x="15397" y="87177"/>
                  </a:lnTo>
                  <a:lnTo>
                    <a:pt x="14209" y="82750"/>
                  </a:lnTo>
                  <a:lnTo>
                    <a:pt x="14115" y="82400"/>
                  </a:lnTo>
                  <a:lnTo>
                    <a:pt x="13092" y="80593"/>
                  </a:lnTo>
                  <a:lnTo>
                    <a:pt x="12631" y="78394"/>
                  </a:lnTo>
                  <a:lnTo>
                    <a:pt x="12432" y="76517"/>
                  </a:lnTo>
                  <a:lnTo>
                    <a:pt x="12419" y="75182"/>
                  </a:lnTo>
                  <a:lnTo>
                    <a:pt x="12307" y="73830"/>
                  </a:lnTo>
                  <a:lnTo>
                    <a:pt x="12467" y="72802"/>
                  </a:lnTo>
                  <a:lnTo>
                    <a:pt x="12273" y="72044"/>
                  </a:lnTo>
                  <a:lnTo>
                    <a:pt x="12257" y="71299"/>
                  </a:lnTo>
                  <a:lnTo>
                    <a:pt x="14151" y="66322"/>
                  </a:lnTo>
                  <a:lnTo>
                    <a:pt x="13617" y="65521"/>
                  </a:lnTo>
                  <a:lnTo>
                    <a:pt x="12496" y="63705"/>
                  </a:lnTo>
                  <a:lnTo>
                    <a:pt x="10333" y="61328"/>
                  </a:lnTo>
                  <a:lnTo>
                    <a:pt x="9947" y="60833"/>
                  </a:lnTo>
                  <a:lnTo>
                    <a:pt x="9845" y="60702"/>
                  </a:lnTo>
                  <a:lnTo>
                    <a:pt x="6568" y="56495"/>
                  </a:lnTo>
                  <a:lnTo>
                    <a:pt x="3417" y="53531"/>
                  </a:lnTo>
                  <a:lnTo>
                    <a:pt x="1949" y="50808"/>
                  </a:lnTo>
                  <a:lnTo>
                    <a:pt x="427" y="47150"/>
                  </a:lnTo>
                  <a:lnTo>
                    <a:pt x="186" y="46002"/>
                  </a:lnTo>
                  <a:lnTo>
                    <a:pt x="0" y="43331"/>
                  </a:lnTo>
                  <a:lnTo>
                    <a:pt x="138" y="41741"/>
                  </a:lnTo>
                  <a:lnTo>
                    <a:pt x="213" y="40875"/>
                  </a:lnTo>
                  <a:lnTo>
                    <a:pt x="560" y="38338"/>
                  </a:lnTo>
                  <a:lnTo>
                    <a:pt x="933" y="36946"/>
                  </a:lnTo>
                  <a:lnTo>
                    <a:pt x="1682" y="34146"/>
                  </a:lnTo>
                  <a:lnTo>
                    <a:pt x="2883" y="28912"/>
                  </a:lnTo>
                  <a:lnTo>
                    <a:pt x="3506" y="26020"/>
                  </a:lnTo>
                  <a:lnTo>
                    <a:pt x="4085" y="23332"/>
                  </a:lnTo>
                  <a:lnTo>
                    <a:pt x="4215" y="22855"/>
                  </a:lnTo>
                  <a:lnTo>
                    <a:pt x="5553" y="17965"/>
                  </a:lnTo>
                  <a:lnTo>
                    <a:pt x="7556" y="12865"/>
                  </a:lnTo>
                  <a:lnTo>
                    <a:pt x="10947" y="5335"/>
                  </a:lnTo>
                  <a:lnTo>
                    <a:pt x="12816" y="1289"/>
                  </a:lnTo>
                  <a:lnTo>
                    <a:pt x="12981" y="0"/>
                  </a:lnTo>
                  <a:lnTo>
                    <a:pt x="13667" y="407"/>
                  </a:lnTo>
                  <a:lnTo>
                    <a:pt x="14516" y="872"/>
                  </a:lnTo>
                  <a:lnTo>
                    <a:pt x="15886" y="1961"/>
                  </a:lnTo>
                  <a:lnTo>
                    <a:pt x="16463" y="23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3766512" y="3687795"/>
              <a:ext cx="65989" cy="111571"/>
            </a:xfrm>
            <a:custGeom>
              <a:avLst/>
              <a:pathLst>
                <a:path w="65989" h="111571">
                  <a:moveTo>
                    <a:pt x="15579" y="1723"/>
                  </a:moveTo>
                  <a:lnTo>
                    <a:pt x="15841" y="1842"/>
                  </a:lnTo>
                  <a:lnTo>
                    <a:pt x="16137" y="1337"/>
                  </a:lnTo>
                  <a:lnTo>
                    <a:pt x="19727" y="3049"/>
                  </a:lnTo>
                  <a:lnTo>
                    <a:pt x="20375" y="3121"/>
                  </a:lnTo>
                  <a:lnTo>
                    <a:pt x="20844" y="3127"/>
                  </a:lnTo>
                  <a:lnTo>
                    <a:pt x="21048" y="3129"/>
                  </a:lnTo>
                  <a:lnTo>
                    <a:pt x="21191" y="3435"/>
                  </a:lnTo>
                  <a:lnTo>
                    <a:pt x="21416" y="3914"/>
                  </a:lnTo>
                  <a:lnTo>
                    <a:pt x="23640" y="4334"/>
                  </a:lnTo>
                  <a:lnTo>
                    <a:pt x="23835" y="4371"/>
                  </a:lnTo>
                  <a:lnTo>
                    <a:pt x="23598" y="6341"/>
                  </a:lnTo>
                  <a:lnTo>
                    <a:pt x="23563" y="8003"/>
                  </a:lnTo>
                  <a:lnTo>
                    <a:pt x="24693" y="8424"/>
                  </a:lnTo>
                  <a:lnTo>
                    <a:pt x="27737" y="9559"/>
                  </a:lnTo>
                  <a:lnTo>
                    <a:pt x="29172" y="10094"/>
                  </a:lnTo>
                  <a:lnTo>
                    <a:pt x="29405" y="9894"/>
                  </a:lnTo>
                  <a:lnTo>
                    <a:pt x="29994" y="9894"/>
                  </a:lnTo>
                  <a:lnTo>
                    <a:pt x="31927" y="8240"/>
                  </a:lnTo>
                  <a:lnTo>
                    <a:pt x="32457" y="7886"/>
                  </a:lnTo>
                  <a:lnTo>
                    <a:pt x="32685" y="7734"/>
                  </a:lnTo>
                  <a:lnTo>
                    <a:pt x="32912" y="7583"/>
                  </a:lnTo>
                  <a:lnTo>
                    <a:pt x="34055" y="7751"/>
                  </a:lnTo>
                  <a:lnTo>
                    <a:pt x="35371" y="7808"/>
                  </a:lnTo>
                  <a:lnTo>
                    <a:pt x="36060" y="7579"/>
                  </a:lnTo>
                  <a:lnTo>
                    <a:pt x="36617" y="7237"/>
                  </a:lnTo>
                  <a:lnTo>
                    <a:pt x="37487" y="7375"/>
                  </a:lnTo>
                  <a:lnTo>
                    <a:pt x="39159" y="7642"/>
                  </a:lnTo>
                  <a:lnTo>
                    <a:pt x="40590" y="8006"/>
                  </a:lnTo>
                  <a:lnTo>
                    <a:pt x="39805" y="11693"/>
                  </a:lnTo>
                  <a:lnTo>
                    <a:pt x="39608" y="12620"/>
                  </a:lnTo>
                  <a:lnTo>
                    <a:pt x="39418" y="13374"/>
                  </a:lnTo>
                  <a:lnTo>
                    <a:pt x="38916" y="15367"/>
                  </a:lnTo>
                  <a:lnTo>
                    <a:pt x="37763" y="14983"/>
                  </a:lnTo>
                  <a:lnTo>
                    <a:pt x="36963" y="17307"/>
                  </a:lnTo>
                  <a:lnTo>
                    <a:pt x="36936" y="19257"/>
                  </a:lnTo>
                  <a:lnTo>
                    <a:pt x="37497" y="20699"/>
                  </a:lnTo>
                  <a:lnTo>
                    <a:pt x="39553" y="21233"/>
                  </a:lnTo>
                  <a:lnTo>
                    <a:pt x="39072" y="22541"/>
                  </a:lnTo>
                  <a:lnTo>
                    <a:pt x="40988" y="23008"/>
                  </a:lnTo>
                  <a:lnTo>
                    <a:pt x="42083" y="21673"/>
                  </a:lnTo>
                  <a:lnTo>
                    <a:pt x="42890" y="21946"/>
                  </a:lnTo>
                  <a:lnTo>
                    <a:pt x="45394" y="22795"/>
                  </a:lnTo>
                  <a:lnTo>
                    <a:pt x="46942" y="23195"/>
                  </a:lnTo>
                  <a:lnTo>
                    <a:pt x="48037" y="23676"/>
                  </a:lnTo>
                  <a:lnTo>
                    <a:pt x="51456" y="24308"/>
                  </a:lnTo>
                  <a:lnTo>
                    <a:pt x="53498" y="24148"/>
                  </a:lnTo>
                  <a:lnTo>
                    <a:pt x="54940" y="24268"/>
                  </a:lnTo>
                  <a:lnTo>
                    <a:pt x="58345" y="24188"/>
                  </a:lnTo>
                  <a:lnTo>
                    <a:pt x="59827" y="24949"/>
                  </a:lnTo>
                  <a:lnTo>
                    <a:pt x="62618" y="28516"/>
                  </a:lnTo>
                  <a:lnTo>
                    <a:pt x="59359" y="30843"/>
                  </a:lnTo>
                  <a:lnTo>
                    <a:pt x="58331" y="32146"/>
                  </a:lnTo>
                  <a:lnTo>
                    <a:pt x="59748" y="32720"/>
                  </a:lnTo>
                  <a:lnTo>
                    <a:pt x="59385" y="33830"/>
                  </a:lnTo>
                  <a:lnTo>
                    <a:pt x="58510" y="36119"/>
                  </a:lnTo>
                  <a:lnTo>
                    <a:pt x="55731" y="35818"/>
                  </a:lnTo>
                  <a:lnTo>
                    <a:pt x="55033" y="36997"/>
                  </a:lnTo>
                  <a:lnTo>
                    <a:pt x="54117" y="38545"/>
                  </a:lnTo>
                  <a:lnTo>
                    <a:pt x="51396" y="44061"/>
                  </a:lnTo>
                  <a:lnTo>
                    <a:pt x="49579" y="50423"/>
                  </a:lnTo>
                  <a:lnTo>
                    <a:pt x="57850" y="56853"/>
                  </a:lnTo>
                  <a:lnTo>
                    <a:pt x="62326" y="60104"/>
                  </a:lnTo>
                  <a:lnTo>
                    <a:pt x="64881" y="61570"/>
                  </a:lnTo>
                  <a:lnTo>
                    <a:pt x="65650" y="62293"/>
                  </a:lnTo>
                  <a:lnTo>
                    <a:pt x="65989" y="62612"/>
                  </a:lnTo>
                  <a:lnTo>
                    <a:pt x="65230" y="63704"/>
                  </a:lnTo>
                  <a:lnTo>
                    <a:pt x="64509" y="64937"/>
                  </a:lnTo>
                  <a:lnTo>
                    <a:pt x="62563" y="64024"/>
                  </a:lnTo>
                  <a:lnTo>
                    <a:pt x="59927" y="67012"/>
                  </a:lnTo>
                  <a:lnTo>
                    <a:pt x="60055" y="69188"/>
                  </a:lnTo>
                  <a:lnTo>
                    <a:pt x="60331" y="70468"/>
                  </a:lnTo>
                  <a:lnTo>
                    <a:pt x="60535" y="71211"/>
                  </a:lnTo>
                  <a:lnTo>
                    <a:pt x="60588" y="71635"/>
                  </a:lnTo>
                  <a:lnTo>
                    <a:pt x="60659" y="72209"/>
                  </a:lnTo>
                  <a:lnTo>
                    <a:pt x="60096" y="72562"/>
                  </a:lnTo>
                  <a:lnTo>
                    <a:pt x="58401" y="73435"/>
                  </a:lnTo>
                  <a:lnTo>
                    <a:pt x="54854" y="73859"/>
                  </a:lnTo>
                  <a:lnTo>
                    <a:pt x="54581" y="74988"/>
                  </a:lnTo>
                  <a:lnTo>
                    <a:pt x="54387" y="75794"/>
                  </a:lnTo>
                  <a:lnTo>
                    <a:pt x="54279" y="76990"/>
                  </a:lnTo>
                  <a:lnTo>
                    <a:pt x="54177" y="78132"/>
                  </a:lnTo>
                  <a:lnTo>
                    <a:pt x="53919" y="79760"/>
                  </a:lnTo>
                  <a:lnTo>
                    <a:pt x="54106" y="81095"/>
                  </a:lnTo>
                  <a:lnTo>
                    <a:pt x="55094" y="82470"/>
                  </a:lnTo>
                  <a:lnTo>
                    <a:pt x="56509" y="84192"/>
                  </a:lnTo>
                  <a:lnTo>
                    <a:pt x="56176" y="85834"/>
                  </a:lnTo>
                  <a:lnTo>
                    <a:pt x="58782" y="88611"/>
                  </a:lnTo>
                  <a:lnTo>
                    <a:pt x="61003" y="90982"/>
                  </a:lnTo>
                  <a:lnTo>
                    <a:pt x="62692" y="92517"/>
                  </a:lnTo>
                  <a:lnTo>
                    <a:pt x="59031" y="95805"/>
                  </a:lnTo>
                  <a:lnTo>
                    <a:pt x="58051" y="96774"/>
                  </a:lnTo>
                  <a:lnTo>
                    <a:pt x="57855" y="96905"/>
                  </a:lnTo>
                  <a:lnTo>
                    <a:pt x="57092" y="98556"/>
                  </a:lnTo>
                  <a:lnTo>
                    <a:pt x="55976" y="99872"/>
                  </a:lnTo>
                  <a:lnTo>
                    <a:pt x="56227" y="103281"/>
                  </a:lnTo>
                  <a:lnTo>
                    <a:pt x="56427" y="106952"/>
                  </a:lnTo>
                  <a:lnTo>
                    <a:pt x="56561" y="110624"/>
                  </a:lnTo>
                  <a:lnTo>
                    <a:pt x="52989" y="110123"/>
                  </a:lnTo>
                  <a:lnTo>
                    <a:pt x="48341" y="108834"/>
                  </a:lnTo>
                  <a:lnTo>
                    <a:pt x="43431" y="109069"/>
                  </a:lnTo>
                  <a:lnTo>
                    <a:pt x="37476" y="111571"/>
                  </a:lnTo>
                  <a:lnTo>
                    <a:pt x="36301" y="109547"/>
                  </a:lnTo>
                  <a:lnTo>
                    <a:pt x="35884" y="108827"/>
                  </a:lnTo>
                  <a:lnTo>
                    <a:pt x="35746" y="108591"/>
                  </a:lnTo>
                  <a:lnTo>
                    <a:pt x="35356" y="108214"/>
                  </a:lnTo>
                  <a:lnTo>
                    <a:pt x="35152" y="107994"/>
                  </a:lnTo>
                  <a:lnTo>
                    <a:pt x="34779" y="107680"/>
                  </a:lnTo>
                  <a:lnTo>
                    <a:pt x="34441" y="107491"/>
                  </a:lnTo>
                  <a:lnTo>
                    <a:pt x="34041" y="107113"/>
                  </a:lnTo>
                  <a:lnTo>
                    <a:pt x="33569" y="106750"/>
                  </a:lnTo>
                  <a:lnTo>
                    <a:pt x="33269" y="106480"/>
                  </a:lnTo>
                  <a:lnTo>
                    <a:pt x="32815" y="106178"/>
                  </a:lnTo>
                  <a:lnTo>
                    <a:pt x="32513" y="105907"/>
                  </a:lnTo>
                  <a:lnTo>
                    <a:pt x="32231" y="105699"/>
                  </a:lnTo>
                  <a:lnTo>
                    <a:pt x="31847" y="105315"/>
                  </a:lnTo>
                  <a:lnTo>
                    <a:pt x="31398" y="104948"/>
                  </a:lnTo>
                  <a:lnTo>
                    <a:pt x="31197" y="104724"/>
                  </a:lnTo>
                  <a:lnTo>
                    <a:pt x="30848" y="104468"/>
                  </a:lnTo>
                  <a:lnTo>
                    <a:pt x="30543" y="104131"/>
                  </a:lnTo>
                  <a:lnTo>
                    <a:pt x="30237" y="103856"/>
                  </a:lnTo>
                  <a:lnTo>
                    <a:pt x="30001" y="103564"/>
                  </a:lnTo>
                  <a:lnTo>
                    <a:pt x="29854" y="103321"/>
                  </a:lnTo>
                  <a:lnTo>
                    <a:pt x="29566" y="103109"/>
                  </a:lnTo>
                  <a:lnTo>
                    <a:pt x="29328" y="102815"/>
                  </a:lnTo>
                  <a:lnTo>
                    <a:pt x="29051" y="102391"/>
                  </a:lnTo>
                  <a:lnTo>
                    <a:pt x="28754" y="101900"/>
                  </a:lnTo>
                  <a:lnTo>
                    <a:pt x="28640" y="101508"/>
                  </a:lnTo>
                  <a:lnTo>
                    <a:pt x="26840" y="97656"/>
                  </a:lnTo>
                  <a:lnTo>
                    <a:pt x="25398" y="95120"/>
                  </a:lnTo>
                  <a:lnTo>
                    <a:pt x="22862" y="92716"/>
                  </a:lnTo>
                  <a:lnTo>
                    <a:pt x="20405" y="91008"/>
                  </a:lnTo>
                  <a:lnTo>
                    <a:pt x="19844" y="89886"/>
                  </a:lnTo>
                  <a:lnTo>
                    <a:pt x="20218" y="88231"/>
                  </a:lnTo>
                  <a:lnTo>
                    <a:pt x="21794" y="86174"/>
                  </a:lnTo>
                  <a:lnTo>
                    <a:pt x="23957" y="84199"/>
                  </a:lnTo>
                  <a:lnTo>
                    <a:pt x="25371" y="82251"/>
                  </a:lnTo>
                  <a:lnTo>
                    <a:pt x="25443" y="81854"/>
                  </a:lnTo>
                  <a:lnTo>
                    <a:pt x="25951" y="79868"/>
                  </a:lnTo>
                  <a:lnTo>
                    <a:pt x="26652" y="77535"/>
                  </a:lnTo>
                  <a:lnTo>
                    <a:pt x="25955" y="74828"/>
                  </a:lnTo>
                  <a:lnTo>
                    <a:pt x="24286" y="73983"/>
                  </a:lnTo>
                  <a:lnTo>
                    <a:pt x="21858" y="73111"/>
                  </a:lnTo>
                  <a:lnTo>
                    <a:pt x="20216" y="72329"/>
                  </a:lnTo>
                  <a:lnTo>
                    <a:pt x="18575" y="70881"/>
                  </a:lnTo>
                  <a:lnTo>
                    <a:pt x="14502" y="66882"/>
                  </a:lnTo>
                  <a:lnTo>
                    <a:pt x="14005" y="66113"/>
                  </a:lnTo>
                  <a:lnTo>
                    <a:pt x="13380" y="64417"/>
                  </a:lnTo>
                  <a:lnTo>
                    <a:pt x="13372" y="63068"/>
                  </a:lnTo>
                  <a:lnTo>
                    <a:pt x="13438" y="62619"/>
                  </a:lnTo>
                  <a:lnTo>
                    <a:pt x="13493" y="62144"/>
                  </a:lnTo>
                  <a:lnTo>
                    <a:pt x="13484" y="61716"/>
                  </a:lnTo>
                  <a:lnTo>
                    <a:pt x="13478" y="61454"/>
                  </a:lnTo>
                  <a:lnTo>
                    <a:pt x="13157" y="59563"/>
                  </a:lnTo>
                  <a:lnTo>
                    <a:pt x="13064" y="59296"/>
                  </a:lnTo>
                  <a:lnTo>
                    <a:pt x="11895" y="57662"/>
                  </a:lnTo>
                  <a:lnTo>
                    <a:pt x="11596" y="57064"/>
                  </a:lnTo>
                  <a:lnTo>
                    <a:pt x="11525" y="56674"/>
                  </a:lnTo>
                  <a:lnTo>
                    <a:pt x="11493" y="55120"/>
                  </a:lnTo>
                  <a:lnTo>
                    <a:pt x="10724" y="53486"/>
                  </a:lnTo>
                  <a:lnTo>
                    <a:pt x="9549" y="52444"/>
                  </a:lnTo>
                  <a:lnTo>
                    <a:pt x="6398" y="50842"/>
                  </a:lnTo>
                  <a:lnTo>
                    <a:pt x="4662" y="50255"/>
                  </a:lnTo>
                  <a:lnTo>
                    <a:pt x="5036" y="48893"/>
                  </a:lnTo>
                  <a:lnTo>
                    <a:pt x="5757" y="46143"/>
                  </a:lnTo>
                  <a:lnTo>
                    <a:pt x="6387" y="44112"/>
                  </a:lnTo>
                  <a:lnTo>
                    <a:pt x="6345" y="42224"/>
                  </a:lnTo>
                  <a:lnTo>
                    <a:pt x="6328" y="40441"/>
                  </a:lnTo>
                  <a:lnTo>
                    <a:pt x="5730" y="39437"/>
                  </a:lnTo>
                  <a:lnTo>
                    <a:pt x="4256" y="36874"/>
                  </a:lnTo>
                  <a:lnTo>
                    <a:pt x="3299" y="35387"/>
                  </a:lnTo>
                  <a:lnTo>
                    <a:pt x="3479" y="34433"/>
                  </a:lnTo>
                  <a:lnTo>
                    <a:pt x="2992" y="33391"/>
                  </a:lnTo>
                  <a:lnTo>
                    <a:pt x="2227" y="32780"/>
                  </a:lnTo>
                  <a:lnTo>
                    <a:pt x="1697" y="32356"/>
                  </a:lnTo>
                  <a:lnTo>
                    <a:pt x="1469" y="31824"/>
                  </a:lnTo>
                  <a:lnTo>
                    <a:pt x="652" y="30134"/>
                  </a:lnTo>
                  <a:lnTo>
                    <a:pt x="0" y="28953"/>
                  </a:lnTo>
                  <a:lnTo>
                    <a:pt x="463" y="27914"/>
                  </a:lnTo>
                  <a:lnTo>
                    <a:pt x="622" y="27695"/>
                  </a:lnTo>
                  <a:lnTo>
                    <a:pt x="1624" y="26134"/>
                  </a:lnTo>
                  <a:lnTo>
                    <a:pt x="2495" y="24544"/>
                  </a:lnTo>
                  <a:lnTo>
                    <a:pt x="1852" y="23159"/>
                  </a:lnTo>
                  <a:lnTo>
                    <a:pt x="1425" y="22368"/>
                  </a:lnTo>
                  <a:lnTo>
                    <a:pt x="947" y="21347"/>
                  </a:lnTo>
                  <a:lnTo>
                    <a:pt x="907" y="21093"/>
                  </a:lnTo>
                  <a:lnTo>
                    <a:pt x="1314" y="19324"/>
                  </a:lnTo>
                  <a:lnTo>
                    <a:pt x="1680" y="18065"/>
                  </a:lnTo>
                  <a:lnTo>
                    <a:pt x="1907" y="16897"/>
                  </a:lnTo>
                  <a:lnTo>
                    <a:pt x="2060" y="16143"/>
                  </a:lnTo>
                  <a:lnTo>
                    <a:pt x="2494" y="14768"/>
                  </a:lnTo>
                  <a:lnTo>
                    <a:pt x="2853" y="14123"/>
                  </a:lnTo>
                  <a:lnTo>
                    <a:pt x="2961" y="13776"/>
                  </a:lnTo>
                  <a:lnTo>
                    <a:pt x="3517" y="12516"/>
                  </a:lnTo>
                  <a:lnTo>
                    <a:pt x="5120" y="9676"/>
                  </a:lnTo>
                  <a:lnTo>
                    <a:pt x="7148" y="6695"/>
                  </a:lnTo>
                  <a:lnTo>
                    <a:pt x="8734" y="4207"/>
                  </a:lnTo>
                  <a:lnTo>
                    <a:pt x="10817" y="1163"/>
                  </a:lnTo>
                  <a:lnTo>
                    <a:pt x="11659" y="0"/>
                  </a:lnTo>
                  <a:lnTo>
                    <a:pt x="14207" y="109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3816091" y="3716312"/>
              <a:ext cx="35069" cy="67847"/>
            </a:xfrm>
            <a:custGeom>
              <a:avLst/>
              <a:pathLst>
                <a:path w="35069" h="67847">
                  <a:moveTo>
                    <a:pt x="8751" y="3629"/>
                  </a:moveTo>
                  <a:lnTo>
                    <a:pt x="9780" y="2327"/>
                  </a:lnTo>
                  <a:lnTo>
                    <a:pt x="13039" y="0"/>
                  </a:lnTo>
                  <a:lnTo>
                    <a:pt x="13852" y="1039"/>
                  </a:lnTo>
                  <a:lnTo>
                    <a:pt x="18578" y="5965"/>
                  </a:lnTo>
                  <a:lnTo>
                    <a:pt x="19339" y="6566"/>
                  </a:lnTo>
                  <a:lnTo>
                    <a:pt x="20501" y="7006"/>
                  </a:lnTo>
                  <a:lnTo>
                    <a:pt x="21742" y="7247"/>
                  </a:lnTo>
                  <a:lnTo>
                    <a:pt x="23254" y="7854"/>
                  </a:lnTo>
                  <a:lnTo>
                    <a:pt x="25090" y="9657"/>
                  </a:lnTo>
                  <a:lnTo>
                    <a:pt x="27092" y="12794"/>
                  </a:lnTo>
                  <a:lnTo>
                    <a:pt x="28073" y="13528"/>
                  </a:lnTo>
                  <a:lnTo>
                    <a:pt x="28901" y="13929"/>
                  </a:lnTo>
                  <a:lnTo>
                    <a:pt x="29595" y="14383"/>
                  </a:lnTo>
                  <a:lnTo>
                    <a:pt x="30343" y="15104"/>
                  </a:lnTo>
                  <a:lnTo>
                    <a:pt x="31011" y="15958"/>
                  </a:lnTo>
                  <a:lnTo>
                    <a:pt x="31545" y="16412"/>
                  </a:lnTo>
                  <a:lnTo>
                    <a:pt x="32368" y="17220"/>
                  </a:lnTo>
                  <a:lnTo>
                    <a:pt x="33309" y="17714"/>
                  </a:lnTo>
                  <a:lnTo>
                    <a:pt x="33928" y="18035"/>
                  </a:lnTo>
                  <a:lnTo>
                    <a:pt x="34847" y="20684"/>
                  </a:lnTo>
                  <a:lnTo>
                    <a:pt x="34483" y="21752"/>
                  </a:lnTo>
                  <a:lnTo>
                    <a:pt x="34206" y="22307"/>
                  </a:lnTo>
                  <a:lnTo>
                    <a:pt x="34248" y="23033"/>
                  </a:lnTo>
                  <a:lnTo>
                    <a:pt x="34633" y="24037"/>
                  </a:lnTo>
                  <a:lnTo>
                    <a:pt x="34855" y="25110"/>
                  </a:lnTo>
                  <a:lnTo>
                    <a:pt x="35069" y="25884"/>
                  </a:lnTo>
                  <a:lnTo>
                    <a:pt x="34348" y="26872"/>
                  </a:lnTo>
                  <a:lnTo>
                    <a:pt x="33040" y="28901"/>
                  </a:lnTo>
                  <a:lnTo>
                    <a:pt x="32372" y="30210"/>
                  </a:lnTo>
                  <a:lnTo>
                    <a:pt x="28723" y="32598"/>
                  </a:lnTo>
                  <a:lnTo>
                    <a:pt x="28472" y="33133"/>
                  </a:lnTo>
                  <a:lnTo>
                    <a:pt x="28335" y="33427"/>
                  </a:lnTo>
                  <a:lnTo>
                    <a:pt x="28115" y="33897"/>
                  </a:lnTo>
                  <a:lnTo>
                    <a:pt x="27985" y="34071"/>
                  </a:lnTo>
                  <a:lnTo>
                    <a:pt x="26048" y="36649"/>
                  </a:lnTo>
                  <a:lnTo>
                    <a:pt x="26274" y="38197"/>
                  </a:lnTo>
                  <a:lnTo>
                    <a:pt x="26167" y="38865"/>
                  </a:lnTo>
                  <a:lnTo>
                    <a:pt x="25874" y="39666"/>
                  </a:lnTo>
                  <a:lnTo>
                    <a:pt x="24298" y="42176"/>
                  </a:lnTo>
                  <a:lnTo>
                    <a:pt x="24138" y="42977"/>
                  </a:lnTo>
                  <a:lnTo>
                    <a:pt x="24191" y="44606"/>
                  </a:lnTo>
                  <a:lnTo>
                    <a:pt x="24191" y="46208"/>
                  </a:lnTo>
                  <a:lnTo>
                    <a:pt x="24138" y="48024"/>
                  </a:lnTo>
                  <a:lnTo>
                    <a:pt x="24405" y="49946"/>
                  </a:lnTo>
                  <a:lnTo>
                    <a:pt x="24458" y="50801"/>
                  </a:lnTo>
                  <a:lnTo>
                    <a:pt x="23634" y="52413"/>
                  </a:lnTo>
                  <a:lnTo>
                    <a:pt x="22566" y="54923"/>
                  </a:lnTo>
                  <a:lnTo>
                    <a:pt x="20857" y="57060"/>
                  </a:lnTo>
                  <a:lnTo>
                    <a:pt x="18988" y="59142"/>
                  </a:lnTo>
                  <a:lnTo>
                    <a:pt x="18401" y="60531"/>
                  </a:lnTo>
                  <a:lnTo>
                    <a:pt x="17973" y="62347"/>
                  </a:lnTo>
                  <a:lnTo>
                    <a:pt x="18187" y="64696"/>
                  </a:lnTo>
                  <a:lnTo>
                    <a:pt x="18294" y="65978"/>
                  </a:lnTo>
                  <a:lnTo>
                    <a:pt x="18027" y="67847"/>
                  </a:lnTo>
                  <a:lnTo>
                    <a:pt x="13113" y="64001"/>
                  </a:lnTo>
                  <a:lnTo>
                    <a:pt x="11424" y="62466"/>
                  </a:lnTo>
                  <a:lnTo>
                    <a:pt x="9202" y="60095"/>
                  </a:lnTo>
                  <a:lnTo>
                    <a:pt x="6596" y="57318"/>
                  </a:lnTo>
                  <a:lnTo>
                    <a:pt x="6930" y="55675"/>
                  </a:lnTo>
                  <a:lnTo>
                    <a:pt x="5515" y="53953"/>
                  </a:lnTo>
                  <a:lnTo>
                    <a:pt x="4527" y="52578"/>
                  </a:lnTo>
                  <a:lnTo>
                    <a:pt x="4340" y="51243"/>
                  </a:lnTo>
                  <a:lnTo>
                    <a:pt x="4597" y="49615"/>
                  </a:lnTo>
                  <a:lnTo>
                    <a:pt x="4700" y="48473"/>
                  </a:lnTo>
                  <a:lnTo>
                    <a:pt x="4807" y="47278"/>
                  </a:lnTo>
                  <a:lnTo>
                    <a:pt x="5002" y="46472"/>
                  </a:lnTo>
                  <a:lnTo>
                    <a:pt x="5274" y="45342"/>
                  </a:lnTo>
                  <a:lnTo>
                    <a:pt x="8822" y="44919"/>
                  </a:lnTo>
                  <a:lnTo>
                    <a:pt x="10517" y="44045"/>
                  </a:lnTo>
                  <a:lnTo>
                    <a:pt x="11080" y="43693"/>
                  </a:lnTo>
                  <a:lnTo>
                    <a:pt x="11008" y="43118"/>
                  </a:lnTo>
                  <a:lnTo>
                    <a:pt x="10956" y="42694"/>
                  </a:lnTo>
                  <a:lnTo>
                    <a:pt x="10752" y="41951"/>
                  </a:lnTo>
                  <a:lnTo>
                    <a:pt x="10475" y="40671"/>
                  </a:lnTo>
                  <a:lnTo>
                    <a:pt x="10348" y="38495"/>
                  </a:lnTo>
                  <a:lnTo>
                    <a:pt x="12983" y="35508"/>
                  </a:lnTo>
                  <a:lnTo>
                    <a:pt x="14930" y="36421"/>
                  </a:lnTo>
                  <a:lnTo>
                    <a:pt x="15651" y="35187"/>
                  </a:lnTo>
                  <a:lnTo>
                    <a:pt x="16410" y="34095"/>
                  </a:lnTo>
                  <a:lnTo>
                    <a:pt x="16071" y="33777"/>
                  </a:lnTo>
                  <a:lnTo>
                    <a:pt x="15302" y="33054"/>
                  </a:lnTo>
                  <a:lnTo>
                    <a:pt x="12746" y="31587"/>
                  </a:lnTo>
                  <a:lnTo>
                    <a:pt x="8270" y="28336"/>
                  </a:lnTo>
                  <a:lnTo>
                    <a:pt x="0" y="21906"/>
                  </a:lnTo>
                  <a:lnTo>
                    <a:pt x="1816" y="15544"/>
                  </a:lnTo>
                  <a:lnTo>
                    <a:pt x="4537" y="10028"/>
                  </a:lnTo>
                  <a:lnTo>
                    <a:pt x="5453" y="8480"/>
                  </a:lnTo>
                  <a:lnTo>
                    <a:pt x="6151" y="7301"/>
                  </a:lnTo>
                  <a:lnTo>
                    <a:pt x="8930" y="7602"/>
                  </a:lnTo>
                  <a:lnTo>
                    <a:pt x="9805" y="5313"/>
                  </a:lnTo>
                  <a:lnTo>
                    <a:pt x="10169" y="42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3728676" y="3608167"/>
              <a:ext cx="112811" cy="89723"/>
            </a:xfrm>
            <a:custGeom>
              <a:avLst/>
              <a:pathLst>
                <a:path w="112811" h="89723">
                  <a:moveTo>
                    <a:pt x="206" y="2341"/>
                  </a:moveTo>
                  <a:lnTo>
                    <a:pt x="461" y="2341"/>
                  </a:lnTo>
                  <a:lnTo>
                    <a:pt x="3602" y="2343"/>
                  </a:lnTo>
                  <a:lnTo>
                    <a:pt x="4720" y="2240"/>
                  </a:lnTo>
                  <a:lnTo>
                    <a:pt x="5477" y="2171"/>
                  </a:lnTo>
                  <a:lnTo>
                    <a:pt x="7355" y="2059"/>
                  </a:lnTo>
                  <a:lnTo>
                    <a:pt x="8462" y="1993"/>
                  </a:lnTo>
                  <a:lnTo>
                    <a:pt x="11438" y="1816"/>
                  </a:lnTo>
                  <a:lnTo>
                    <a:pt x="13677" y="1683"/>
                  </a:lnTo>
                  <a:lnTo>
                    <a:pt x="18759" y="1381"/>
                  </a:lnTo>
                  <a:lnTo>
                    <a:pt x="20748" y="1212"/>
                  </a:lnTo>
                  <a:lnTo>
                    <a:pt x="21194" y="1174"/>
                  </a:lnTo>
                  <a:lnTo>
                    <a:pt x="21543" y="1161"/>
                  </a:lnTo>
                  <a:lnTo>
                    <a:pt x="22481" y="1125"/>
                  </a:lnTo>
                  <a:lnTo>
                    <a:pt x="23170" y="1080"/>
                  </a:lnTo>
                  <a:lnTo>
                    <a:pt x="24138" y="1016"/>
                  </a:lnTo>
                  <a:lnTo>
                    <a:pt x="25720" y="926"/>
                  </a:lnTo>
                  <a:lnTo>
                    <a:pt x="26559" y="885"/>
                  </a:lnTo>
                  <a:lnTo>
                    <a:pt x="26995" y="881"/>
                  </a:lnTo>
                  <a:lnTo>
                    <a:pt x="27204" y="773"/>
                  </a:lnTo>
                  <a:lnTo>
                    <a:pt x="27662" y="0"/>
                  </a:lnTo>
                  <a:lnTo>
                    <a:pt x="31300" y="2102"/>
                  </a:lnTo>
                  <a:lnTo>
                    <a:pt x="31099" y="2903"/>
                  </a:lnTo>
                  <a:lnTo>
                    <a:pt x="34304" y="4372"/>
                  </a:lnTo>
                  <a:lnTo>
                    <a:pt x="33836" y="9812"/>
                  </a:lnTo>
                  <a:lnTo>
                    <a:pt x="38232" y="10669"/>
                  </a:lnTo>
                  <a:lnTo>
                    <a:pt x="36830" y="17890"/>
                  </a:lnTo>
                  <a:lnTo>
                    <a:pt x="38763" y="17919"/>
                  </a:lnTo>
                  <a:lnTo>
                    <a:pt x="43449" y="17956"/>
                  </a:lnTo>
                  <a:lnTo>
                    <a:pt x="44379" y="16065"/>
                  </a:lnTo>
                  <a:lnTo>
                    <a:pt x="46669" y="16121"/>
                  </a:lnTo>
                  <a:lnTo>
                    <a:pt x="47020" y="18591"/>
                  </a:lnTo>
                  <a:lnTo>
                    <a:pt x="46486" y="23263"/>
                  </a:lnTo>
                  <a:lnTo>
                    <a:pt x="45518" y="28437"/>
                  </a:lnTo>
                  <a:lnTo>
                    <a:pt x="40687" y="29284"/>
                  </a:lnTo>
                  <a:lnTo>
                    <a:pt x="33037" y="29634"/>
                  </a:lnTo>
                  <a:lnTo>
                    <a:pt x="34461" y="32065"/>
                  </a:lnTo>
                  <a:lnTo>
                    <a:pt x="34623" y="32342"/>
                  </a:lnTo>
                  <a:lnTo>
                    <a:pt x="35405" y="33677"/>
                  </a:lnTo>
                  <a:lnTo>
                    <a:pt x="34428" y="34265"/>
                  </a:lnTo>
                  <a:lnTo>
                    <a:pt x="31438" y="36064"/>
                  </a:lnTo>
                  <a:lnTo>
                    <a:pt x="29339" y="37821"/>
                  </a:lnTo>
                  <a:lnTo>
                    <a:pt x="27341" y="42799"/>
                  </a:lnTo>
                  <a:lnTo>
                    <a:pt x="25333" y="49227"/>
                  </a:lnTo>
                  <a:lnTo>
                    <a:pt x="25767" y="51484"/>
                  </a:lnTo>
                  <a:lnTo>
                    <a:pt x="30464" y="52442"/>
                  </a:lnTo>
                  <a:lnTo>
                    <a:pt x="33085" y="51856"/>
                  </a:lnTo>
                  <a:lnTo>
                    <a:pt x="34396" y="45706"/>
                  </a:lnTo>
                  <a:lnTo>
                    <a:pt x="35850" y="42455"/>
                  </a:lnTo>
                  <a:lnTo>
                    <a:pt x="38093" y="42229"/>
                  </a:lnTo>
                  <a:lnTo>
                    <a:pt x="38810" y="41187"/>
                  </a:lnTo>
                  <a:lnTo>
                    <a:pt x="41246" y="38550"/>
                  </a:lnTo>
                  <a:lnTo>
                    <a:pt x="45659" y="38875"/>
                  </a:lnTo>
                  <a:lnTo>
                    <a:pt x="45977" y="38861"/>
                  </a:lnTo>
                  <a:lnTo>
                    <a:pt x="49667" y="39500"/>
                  </a:lnTo>
                  <a:lnTo>
                    <a:pt x="52022" y="39908"/>
                  </a:lnTo>
                  <a:lnTo>
                    <a:pt x="55038" y="41498"/>
                  </a:lnTo>
                  <a:lnTo>
                    <a:pt x="55182" y="44197"/>
                  </a:lnTo>
                  <a:lnTo>
                    <a:pt x="57105" y="46255"/>
                  </a:lnTo>
                  <a:lnTo>
                    <a:pt x="61083" y="45000"/>
                  </a:lnTo>
                  <a:lnTo>
                    <a:pt x="60353" y="43091"/>
                  </a:lnTo>
                  <a:lnTo>
                    <a:pt x="63648" y="41126"/>
                  </a:lnTo>
                  <a:lnTo>
                    <a:pt x="65869" y="43304"/>
                  </a:lnTo>
                  <a:lnTo>
                    <a:pt x="67426" y="42026"/>
                  </a:lnTo>
                  <a:lnTo>
                    <a:pt x="69769" y="40639"/>
                  </a:lnTo>
                  <a:lnTo>
                    <a:pt x="70320" y="39837"/>
                  </a:lnTo>
                  <a:lnTo>
                    <a:pt x="72292" y="38616"/>
                  </a:lnTo>
                  <a:lnTo>
                    <a:pt x="73718" y="37472"/>
                  </a:lnTo>
                  <a:lnTo>
                    <a:pt x="73645" y="35670"/>
                  </a:lnTo>
                  <a:lnTo>
                    <a:pt x="73862" y="34018"/>
                  </a:lnTo>
                  <a:lnTo>
                    <a:pt x="73895" y="32806"/>
                  </a:lnTo>
                  <a:lnTo>
                    <a:pt x="73972" y="30034"/>
                  </a:lnTo>
                  <a:lnTo>
                    <a:pt x="78502" y="25435"/>
                  </a:lnTo>
                  <a:lnTo>
                    <a:pt x="79982" y="24439"/>
                  </a:lnTo>
                  <a:lnTo>
                    <a:pt x="82589" y="25906"/>
                  </a:lnTo>
                  <a:lnTo>
                    <a:pt x="83690" y="20479"/>
                  </a:lnTo>
                  <a:lnTo>
                    <a:pt x="81816" y="19540"/>
                  </a:lnTo>
                  <a:lnTo>
                    <a:pt x="85525" y="12895"/>
                  </a:lnTo>
                  <a:lnTo>
                    <a:pt x="85799" y="12404"/>
                  </a:lnTo>
                  <a:lnTo>
                    <a:pt x="86761" y="13258"/>
                  </a:lnTo>
                  <a:lnTo>
                    <a:pt x="91033" y="16676"/>
                  </a:lnTo>
                  <a:lnTo>
                    <a:pt x="98633" y="21487"/>
                  </a:lnTo>
                  <a:lnTo>
                    <a:pt x="99613" y="22210"/>
                  </a:lnTo>
                  <a:lnTo>
                    <a:pt x="100658" y="22982"/>
                  </a:lnTo>
                  <a:lnTo>
                    <a:pt x="100907" y="23166"/>
                  </a:lnTo>
                  <a:lnTo>
                    <a:pt x="103690" y="25221"/>
                  </a:lnTo>
                  <a:lnTo>
                    <a:pt x="109308" y="31016"/>
                  </a:lnTo>
                  <a:lnTo>
                    <a:pt x="110702" y="32948"/>
                  </a:lnTo>
                  <a:lnTo>
                    <a:pt x="110956" y="33300"/>
                  </a:lnTo>
                  <a:lnTo>
                    <a:pt x="111524" y="34087"/>
                  </a:lnTo>
                  <a:lnTo>
                    <a:pt x="112642" y="35636"/>
                  </a:lnTo>
                  <a:lnTo>
                    <a:pt x="112811" y="36062"/>
                  </a:lnTo>
                  <a:lnTo>
                    <a:pt x="112202" y="38247"/>
                  </a:lnTo>
                  <a:lnTo>
                    <a:pt x="110909" y="42999"/>
                  </a:lnTo>
                  <a:lnTo>
                    <a:pt x="110162" y="45747"/>
                  </a:lnTo>
                  <a:lnTo>
                    <a:pt x="108886" y="50507"/>
                  </a:lnTo>
                  <a:lnTo>
                    <a:pt x="110027" y="52490"/>
                  </a:lnTo>
                  <a:lnTo>
                    <a:pt x="110644" y="53644"/>
                  </a:lnTo>
                  <a:lnTo>
                    <a:pt x="110662" y="54092"/>
                  </a:lnTo>
                  <a:lnTo>
                    <a:pt x="110679" y="54541"/>
                  </a:lnTo>
                  <a:lnTo>
                    <a:pt x="110536" y="55473"/>
                  </a:lnTo>
                  <a:lnTo>
                    <a:pt x="110586" y="55779"/>
                  </a:lnTo>
                  <a:lnTo>
                    <a:pt x="110655" y="56200"/>
                  </a:lnTo>
                  <a:lnTo>
                    <a:pt x="110792" y="56617"/>
                  </a:lnTo>
                  <a:lnTo>
                    <a:pt x="110656" y="57379"/>
                  </a:lnTo>
                  <a:lnTo>
                    <a:pt x="110475" y="58002"/>
                  </a:lnTo>
                  <a:lnTo>
                    <a:pt x="110313" y="58645"/>
                  </a:lnTo>
                  <a:lnTo>
                    <a:pt x="109510" y="58636"/>
                  </a:lnTo>
                  <a:lnTo>
                    <a:pt x="108441" y="58736"/>
                  </a:lnTo>
                  <a:lnTo>
                    <a:pt x="105938" y="59570"/>
                  </a:lnTo>
                  <a:lnTo>
                    <a:pt x="103201" y="60772"/>
                  </a:lnTo>
                  <a:lnTo>
                    <a:pt x="101199" y="61473"/>
                  </a:lnTo>
                  <a:lnTo>
                    <a:pt x="99062" y="62074"/>
                  </a:lnTo>
                  <a:lnTo>
                    <a:pt x="96426" y="62875"/>
                  </a:lnTo>
                  <a:lnTo>
                    <a:pt x="95045" y="63325"/>
                  </a:lnTo>
                  <a:lnTo>
                    <a:pt x="92709" y="63926"/>
                  </a:lnTo>
                  <a:lnTo>
                    <a:pt x="92075" y="63992"/>
                  </a:lnTo>
                  <a:lnTo>
                    <a:pt x="90840" y="63692"/>
                  </a:lnTo>
                  <a:lnTo>
                    <a:pt x="88670" y="63125"/>
                  </a:lnTo>
                  <a:lnTo>
                    <a:pt x="87335" y="63058"/>
                  </a:lnTo>
                  <a:lnTo>
                    <a:pt x="86768" y="66529"/>
                  </a:lnTo>
                  <a:lnTo>
                    <a:pt x="86968" y="68231"/>
                  </a:lnTo>
                  <a:lnTo>
                    <a:pt x="87435" y="69299"/>
                  </a:lnTo>
                  <a:lnTo>
                    <a:pt x="88470" y="70267"/>
                  </a:lnTo>
                  <a:lnTo>
                    <a:pt x="88937" y="70601"/>
                  </a:lnTo>
                  <a:lnTo>
                    <a:pt x="88070" y="73038"/>
                  </a:lnTo>
                  <a:lnTo>
                    <a:pt x="88006" y="73189"/>
                  </a:lnTo>
                  <a:lnTo>
                    <a:pt x="86831" y="73124"/>
                  </a:lnTo>
                  <a:lnTo>
                    <a:pt x="85741" y="73039"/>
                  </a:lnTo>
                  <a:lnTo>
                    <a:pt x="84844" y="72889"/>
                  </a:lnTo>
                  <a:lnTo>
                    <a:pt x="84545" y="72847"/>
                  </a:lnTo>
                  <a:lnTo>
                    <a:pt x="82046" y="77290"/>
                  </a:lnTo>
                  <a:lnTo>
                    <a:pt x="79418" y="77076"/>
                  </a:lnTo>
                  <a:lnTo>
                    <a:pt x="77923" y="76991"/>
                  </a:lnTo>
                  <a:lnTo>
                    <a:pt x="76107" y="76692"/>
                  </a:lnTo>
                  <a:lnTo>
                    <a:pt x="75521" y="76418"/>
                  </a:lnTo>
                  <a:lnTo>
                    <a:pt x="73099" y="78776"/>
                  </a:lnTo>
                  <a:lnTo>
                    <a:pt x="73278" y="79159"/>
                  </a:lnTo>
                  <a:lnTo>
                    <a:pt x="73548" y="79737"/>
                  </a:lnTo>
                  <a:lnTo>
                    <a:pt x="73655" y="80656"/>
                  </a:lnTo>
                  <a:lnTo>
                    <a:pt x="73697" y="81660"/>
                  </a:lnTo>
                  <a:lnTo>
                    <a:pt x="73398" y="82941"/>
                  </a:lnTo>
                  <a:lnTo>
                    <a:pt x="73315" y="83939"/>
                  </a:lnTo>
                  <a:lnTo>
                    <a:pt x="73321" y="84473"/>
                  </a:lnTo>
                  <a:lnTo>
                    <a:pt x="73617" y="84521"/>
                  </a:lnTo>
                  <a:lnTo>
                    <a:pt x="74773" y="84708"/>
                  </a:lnTo>
                  <a:lnTo>
                    <a:pt x="74719" y="85074"/>
                  </a:lnTo>
                  <a:lnTo>
                    <a:pt x="74453" y="86865"/>
                  </a:lnTo>
                  <a:lnTo>
                    <a:pt x="73896" y="87208"/>
                  </a:lnTo>
                  <a:lnTo>
                    <a:pt x="73207" y="87437"/>
                  </a:lnTo>
                  <a:lnTo>
                    <a:pt x="71890" y="87379"/>
                  </a:lnTo>
                  <a:lnTo>
                    <a:pt x="70747" y="87212"/>
                  </a:lnTo>
                  <a:lnTo>
                    <a:pt x="70521" y="87363"/>
                  </a:lnTo>
                  <a:lnTo>
                    <a:pt x="70281" y="87522"/>
                  </a:lnTo>
                  <a:lnTo>
                    <a:pt x="69659" y="87938"/>
                  </a:lnTo>
                  <a:lnTo>
                    <a:pt x="67830" y="89523"/>
                  </a:lnTo>
                  <a:lnTo>
                    <a:pt x="67241" y="89522"/>
                  </a:lnTo>
                  <a:lnTo>
                    <a:pt x="67008" y="89723"/>
                  </a:lnTo>
                  <a:lnTo>
                    <a:pt x="65573" y="89188"/>
                  </a:lnTo>
                  <a:lnTo>
                    <a:pt x="62528" y="88053"/>
                  </a:lnTo>
                  <a:lnTo>
                    <a:pt x="61399" y="87632"/>
                  </a:lnTo>
                  <a:lnTo>
                    <a:pt x="61433" y="85969"/>
                  </a:lnTo>
                  <a:lnTo>
                    <a:pt x="61671" y="83999"/>
                  </a:lnTo>
                  <a:lnTo>
                    <a:pt x="61476" y="83962"/>
                  </a:lnTo>
                  <a:lnTo>
                    <a:pt x="59252" y="83543"/>
                  </a:lnTo>
                  <a:lnTo>
                    <a:pt x="59027" y="83064"/>
                  </a:lnTo>
                  <a:lnTo>
                    <a:pt x="58883" y="82758"/>
                  </a:lnTo>
                  <a:lnTo>
                    <a:pt x="58680" y="82755"/>
                  </a:lnTo>
                  <a:lnTo>
                    <a:pt x="58210" y="82750"/>
                  </a:lnTo>
                  <a:lnTo>
                    <a:pt x="57563" y="82678"/>
                  </a:lnTo>
                  <a:lnTo>
                    <a:pt x="53903" y="81084"/>
                  </a:lnTo>
                  <a:lnTo>
                    <a:pt x="53676" y="81471"/>
                  </a:lnTo>
                  <a:lnTo>
                    <a:pt x="53415" y="81351"/>
                  </a:lnTo>
                  <a:lnTo>
                    <a:pt x="52042" y="80726"/>
                  </a:lnTo>
                  <a:lnTo>
                    <a:pt x="49495" y="79628"/>
                  </a:lnTo>
                  <a:lnTo>
                    <a:pt x="48077" y="78843"/>
                  </a:lnTo>
                  <a:lnTo>
                    <a:pt x="46755" y="78146"/>
                  </a:lnTo>
                  <a:lnTo>
                    <a:pt x="45898" y="77513"/>
                  </a:lnTo>
                  <a:lnTo>
                    <a:pt x="45582" y="77286"/>
                  </a:lnTo>
                  <a:lnTo>
                    <a:pt x="44729" y="76672"/>
                  </a:lnTo>
                  <a:lnTo>
                    <a:pt x="43167" y="75687"/>
                  </a:lnTo>
                  <a:lnTo>
                    <a:pt x="42353" y="75170"/>
                  </a:lnTo>
                  <a:lnTo>
                    <a:pt x="42213" y="74245"/>
                  </a:lnTo>
                  <a:lnTo>
                    <a:pt x="42093" y="72731"/>
                  </a:lnTo>
                  <a:lnTo>
                    <a:pt x="41725" y="70961"/>
                  </a:lnTo>
                  <a:lnTo>
                    <a:pt x="40996" y="70965"/>
                  </a:lnTo>
                  <a:lnTo>
                    <a:pt x="40243" y="70986"/>
                  </a:lnTo>
                  <a:lnTo>
                    <a:pt x="39741" y="70986"/>
                  </a:lnTo>
                  <a:lnTo>
                    <a:pt x="36960" y="70857"/>
                  </a:lnTo>
                  <a:lnTo>
                    <a:pt x="36412" y="70927"/>
                  </a:lnTo>
                  <a:lnTo>
                    <a:pt x="36184" y="70991"/>
                  </a:lnTo>
                  <a:lnTo>
                    <a:pt x="35719" y="71242"/>
                  </a:lnTo>
                  <a:lnTo>
                    <a:pt x="34673" y="71968"/>
                  </a:lnTo>
                  <a:lnTo>
                    <a:pt x="33135" y="71837"/>
                  </a:lnTo>
                  <a:lnTo>
                    <a:pt x="32552" y="71787"/>
                  </a:lnTo>
                  <a:lnTo>
                    <a:pt x="30881" y="71675"/>
                  </a:lnTo>
                  <a:lnTo>
                    <a:pt x="30463" y="71653"/>
                  </a:lnTo>
                  <a:lnTo>
                    <a:pt x="29631" y="71611"/>
                  </a:lnTo>
                  <a:lnTo>
                    <a:pt x="28606" y="72059"/>
                  </a:lnTo>
                  <a:lnTo>
                    <a:pt x="26825" y="72993"/>
                  </a:lnTo>
                  <a:lnTo>
                    <a:pt x="22765" y="73587"/>
                  </a:lnTo>
                  <a:lnTo>
                    <a:pt x="18881" y="75277"/>
                  </a:lnTo>
                  <a:lnTo>
                    <a:pt x="17086" y="75534"/>
                  </a:lnTo>
                  <a:lnTo>
                    <a:pt x="16595" y="75413"/>
                  </a:lnTo>
                  <a:lnTo>
                    <a:pt x="16277" y="75264"/>
                  </a:lnTo>
                  <a:lnTo>
                    <a:pt x="16041" y="75153"/>
                  </a:lnTo>
                  <a:lnTo>
                    <a:pt x="14752" y="74436"/>
                  </a:lnTo>
                  <a:lnTo>
                    <a:pt x="13102" y="73291"/>
                  </a:lnTo>
                  <a:lnTo>
                    <a:pt x="12702" y="73240"/>
                  </a:lnTo>
                  <a:lnTo>
                    <a:pt x="11532" y="71953"/>
                  </a:lnTo>
                  <a:lnTo>
                    <a:pt x="10955" y="71584"/>
                  </a:lnTo>
                  <a:lnTo>
                    <a:pt x="9585" y="70495"/>
                  </a:lnTo>
                  <a:lnTo>
                    <a:pt x="8736" y="70030"/>
                  </a:lnTo>
                  <a:lnTo>
                    <a:pt x="8047" y="69629"/>
                  </a:lnTo>
                  <a:lnTo>
                    <a:pt x="7578" y="67618"/>
                  </a:lnTo>
                  <a:lnTo>
                    <a:pt x="7449" y="67062"/>
                  </a:lnTo>
                  <a:lnTo>
                    <a:pt x="6872" y="64587"/>
                  </a:lnTo>
                  <a:lnTo>
                    <a:pt x="5768" y="59191"/>
                  </a:lnTo>
                  <a:lnTo>
                    <a:pt x="5216" y="56496"/>
                  </a:lnTo>
                  <a:lnTo>
                    <a:pt x="5102" y="56022"/>
                  </a:lnTo>
                  <a:lnTo>
                    <a:pt x="3603" y="49819"/>
                  </a:lnTo>
                  <a:lnTo>
                    <a:pt x="3106" y="47724"/>
                  </a:lnTo>
                  <a:lnTo>
                    <a:pt x="2974" y="45620"/>
                  </a:lnTo>
                  <a:lnTo>
                    <a:pt x="2599" y="39634"/>
                  </a:lnTo>
                  <a:lnTo>
                    <a:pt x="2207" y="35132"/>
                  </a:lnTo>
                  <a:lnTo>
                    <a:pt x="1770" y="28724"/>
                  </a:lnTo>
                  <a:lnTo>
                    <a:pt x="1754" y="28540"/>
                  </a:lnTo>
                  <a:lnTo>
                    <a:pt x="1375" y="23974"/>
                  </a:lnTo>
                  <a:lnTo>
                    <a:pt x="1125" y="20619"/>
                  </a:lnTo>
                  <a:lnTo>
                    <a:pt x="940" y="17400"/>
                  </a:lnTo>
                  <a:lnTo>
                    <a:pt x="902" y="16754"/>
                  </a:lnTo>
                  <a:lnTo>
                    <a:pt x="679" y="12867"/>
                  </a:lnTo>
                  <a:lnTo>
                    <a:pt x="651" y="12461"/>
                  </a:lnTo>
                  <a:lnTo>
                    <a:pt x="516" y="10460"/>
                  </a:lnTo>
                  <a:lnTo>
                    <a:pt x="382" y="8458"/>
                  </a:lnTo>
                  <a:lnTo>
                    <a:pt x="68" y="2763"/>
                  </a:lnTo>
                  <a:lnTo>
                    <a:pt x="55" y="2521"/>
                  </a:lnTo>
                  <a:lnTo>
                    <a:pt x="0" y="23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3754010" y="3575202"/>
              <a:ext cx="60466" cy="85406"/>
            </a:xfrm>
            <a:custGeom>
              <a:avLst/>
              <a:pathLst>
                <a:path w="60466" h="85406">
                  <a:moveTo>
                    <a:pt x="38630" y="26082"/>
                  </a:moveTo>
                  <a:lnTo>
                    <a:pt x="40754" y="26157"/>
                  </a:lnTo>
                  <a:lnTo>
                    <a:pt x="42992" y="25924"/>
                  </a:lnTo>
                  <a:lnTo>
                    <a:pt x="44250" y="25793"/>
                  </a:lnTo>
                  <a:lnTo>
                    <a:pt x="45319" y="26350"/>
                  </a:lnTo>
                  <a:lnTo>
                    <a:pt x="46651" y="28124"/>
                  </a:lnTo>
                  <a:lnTo>
                    <a:pt x="46922" y="28485"/>
                  </a:lnTo>
                  <a:lnTo>
                    <a:pt x="48324" y="31965"/>
                  </a:lnTo>
                  <a:lnTo>
                    <a:pt x="50018" y="36600"/>
                  </a:lnTo>
                  <a:lnTo>
                    <a:pt x="50605" y="37425"/>
                  </a:lnTo>
                  <a:lnTo>
                    <a:pt x="51828" y="39142"/>
                  </a:lnTo>
                  <a:lnTo>
                    <a:pt x="52912" y="40584"/>
                  </a:lnTo>
                  <a:lnTo>
                    <a:pt x="54859" y="43172"/>
                  </a:lnTo>
                  <a:lnTo>
                    <a:pt x="57043" y="43926"/>
                  </a:lnTo>
                  <a:lnTo>
                    <a:pt x="60466" y="45368"/>
                  </a:lnTo>
                  <a:lnTo>
                    <a:pt x="60153" y="45929"/>
                  </a:lnTo>
                  <a:lnTo>
                    <a:pt x="56482" y="52505"/>
                  </a:lnTo>
                  <a:lnTo>
                    <a:pt x="58357" y="53443"/>
                  </a:lnTo>
                  <a:lnTo>
                    <a:pt x="57255" y="58870"/>
                  </a:lnTo>
                  <a:lnTo>
                    <a:pt x="54648" y="57404"/>
                  </a:lnTo>
                  <a:lnTo>
                    <a:pt x="53169" y="58400"/>
                  </a:lnTo>
                  <a:lnTo>
                    <a:pt x="48638" y="62999"/>
                  </a:lnTo>
                  <a:lnTo>
                    <a:pt x="48562" y="65771"/>
                  </a:lnTo>
                  <a:lnTo>
                    <a:pt x="48528" y="66983"/>
                  </a:lnTo>
                  <a:lnTo>
                    <a:pt x="48311" y="68634"/>
                  </a:lnTo>
                  <a:lnTo>
                    <a:pt x="48384" y="70437"/>
                  </a:lnTo>
                  <a:lnTo>
                    <a:pt x="46958" y="71581"/>
                  </a:lnTo>
                  <a:lnTo>
                    <a:pt x="44986" y="72802"/>
                  </a:lnTo>
                  <a:lnTo>
                    <a:pt x="44436" y="73603"/>
                  </a:lnTo>
                  <a:lnTo>
                    <a:pt x="42092" y="74990"/>
                  </a:lnTo>
                  <a:lnTo>
                    <a:pt x="40535" y="76269"/>
                  </a:lnTo>
                  <a:lnTo>
                    <a:pt x="38315" y="74091"/>
                  </a:lnTo>
                  <a:lnTo>
                    <a:pt x="35019" y="76056"/>
                  </a:lnTo>
                  <a:lnTo>
                    <a:pt x="35750" y="77964"/>
                  </a:lnTo>
                  <a:lnTo>
                    <a:pt x="31771" y="79219"/>
                  </a:lnTo>
                  <a:lnTo>
                    <a:pt x="29849" y="77161"/>
                  </a:lnTo>
                  <a:lnTo>
                    <a:pt x="29704" y="74463"/>
                  </a:lnTo>
                  <a:lnTo>
                    <a:pt x="26689" y="72873"/>
                  </a:lnTo>
                  <a:lnTo>
                    <a:pt x="24333" y="72465"/>
                  </a:lnTo>
                  <a:lnTo>
                    <a:pt x="20643" y="71825"/>
                  </a:lnTo>
                  <a:lnTo>
                    <a:pt x="20326" y="71840"/>
                  </a:lnTo>
                  <a:lnTo>
                    <a:pt x="15912" y="71515"/>
                  </a:lnTo>
                  <a:lnTo>
                    <a:pt x="13476" y="74152"/>
                  </a:lnTo>
                  <a:lnTo>
                    <a:pt x="12759" y="75193"/>
                  </a:lnTo>
                  <a:lnTo>
                    <a:pt x="10517" y="75419"/>
                  </a:lnTo>
                  <a:lnTo>
                    <a:pt x="9062" y="78670"/>
                  </a:lnTo>
                  <a:lnTo>
                    <a:pt x="7751" y="84820"/>
                  </a:lnTo>
                  <a:lnTo>
                    <a:pt x="5130" y="85406"/>
                  </a:lnTo>
                  <a:lnTo>
                    <a:pt x="434" y="84449"/>
                  </a:lnTo>
                  <a:lnTo>
                    <a:pt x="0" y="82191"/>
                  </a:lnTo>
                  <a:lnTo>
                    <a:pt x="2008" y="75764"/>
                  </a:lnTo>
                  <a:lnTo>
                    <a:pt x="4006" y="70786"/>
                  </a:lnTo>
                  <a:lnTo>
                    <a:pt x="6104" y="69029"/>
                  </a:lnTo>
                  <a:lnTo>
                    <a:pt x="9094" y="67230"/>
                  </a:lnTo>
                  <a:lnTo>
                    <a:pt x="10071" y="66642"/>
                  </a:lnTo>
                  <a:lnTo>
                    <a:pt x="9289" y="65307"/>
                  </a:lnTo>
                  <a:lnTo>
                    <a:pt x="9127" y="65029"/>
                  </a:lnTo>
                  <a:lnTo>
                    <a:pt x="7703" y="62599"/>
                  </a:lnTo>
                  <a:lnTo>
                    <a:pt x="15353" y="62249"/>
                  </a:lnTo>
                  <a:lnTo>
                    <a:pt x="20185" y="61402"/>
                  </a:lnTo>
                  <a:lnTo>
                    <a:pt x="21153" y="56228"/>
                  </a:lnTo>
                  <a:lnTo>
                    <a:pt x="21687" y="51555"/>
                  </a:lnTo>
                  <a:lnTo>
                    <a:pt x="21335" y="49086"/>
                  </a:lnTo>
                  <a:lnTo>
                    <a:pt x="19045" y="49030"/>
                  </a:lnTo>
                  <a:lnTo>
                    <a:pt x="18115" y="50921"/>
                  </a:lnTo>
                  <a:lnTo>
                    <a:pt x="13429" y="50883"/>
                  </a:lnTo>
                  <a:lnTo>
                    <a:pt x="11496" y="50855"/>
                  </a:lnTo>
                  <a:lnTo>
                    <a:pt x="12898" y="43634"/>
                  </a:lnTo>
                  <a:lnTo>
                    <a:pt x="8503" y="42777"/>
                  </a:lnTo>
                  <a:lnTo>
                    <a:pt x="8970" y="37337"/>
                  </a:lnTo>
                  <a:lnTo>
                    <a:pt x="10545" y="34918"/>
                  </a:lnTo>
                  <a:lnTo>
                    <a:pt x="12820" y="32204"/>
                  </a:lnTo>
                  <a:lnTo>
                    <a:pt x="17975" y="22049"/>
                  </a:lnTo>
                  <a:lnTo>
                    <a:pt x="25461" y="6958"/>
                  </a:lnTo>
                  <a:lnTo>
                    <a:pt x="24711" y="0"/>
                  </a:lnTo>
                  <a:lnTo>
                    <a:pt x="25778" y="241"/>
                  </a:lnTo>
                  <a:lnTo>
                    <a:pt x="26676" y="2117"/>
                  </a:lnTo>
                  <a:lnTo>
                    <a:pt x="28303" y="4584"/>
                  </a:lnTo>
                  <a:lnTo>
                    <a:pt x="30451" y="9333"/>
                  </a:lnTo>
                  <a:lnTo>
                    <a:pt x="31252" y="12767"/>
                  </a:lnTo>
                  <a:lnTo>
                    <a:pt x="33067" y="15160"/>
                  </a:lnTo>
                  <a:lnTo>
                    <a:pt x="34841" y="17262"/>
                  </a:lnTo>
                  <a:lnTo>
                    <a:pt x="35267" y="20601"/>
                  </a:lnTo>
                  <a:lnTo>
                    <a:pt x="35744" y="24401"/>
                  </a:lnTo>
                  <a:lnTo>
                    <a:pt x="37545" y="254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3722296" y="3546964"/>
              <a:ext cx="163861" cy="123109"/>
            </a:xfrm>
            <a:custGeom>
              <a:avLst/>
              <a:pathLst>
                <a:path w="163861" h="123109">
                  <a:moveTo>
                    <a:pt x="70683" y="13917"/>
                  </a:moveTo>
                  <a:lnTo>
                    <a:pt x="71103" y="18534"/>
                  </a:lnTo>
                  <a:lnTo>
                    <a:pt x="73132" y="18230"/>
                  </a:lnTo>
                  <a:lnTo>
                    <a:pt x="77247" y="17550"/>
                  </a:lnTo>
                  <a:lnTo>
                    <a:pt x="80317" y="17103"/>
                  </a:lnTo>
                  <a:lnTo>
                    <a:pt x="85225" y="16330"/>
                  </a:lnTo>
                  <a:lnTo>
                    <a:pt x="90980" y="15465"/>
                  </a:lnTo>
                  <a:lnTo>
                    <a:pt x="97426" y="14561"/>
                  </a:lnTo>
                  <a:lnTo>
                    <a:pt x="104335" y="13555"/>
                  </a:lnTo>
                  <a:lnTo>
                    <a:pt x="107744" y="13058"/>
                  </a:lnTo>
                  <a:lnTo>
                    <a:pt x="116312" y="11809"/>
                  </a:lnTo>
                  <a:lnTo>
                    <a:pt x="125234" y="10463"/>
                  </a:lnTo>
                  <a:lnTo>
                    <a:pt x="130999" y="9631"/>
                  </a:lnTo>
                  <a:lnTo>
                    <a:pt x="134716" y="9060"/>
                  </a:lnTo>
                  <a:lnTo>
                    <a:pt x="135592" y="13032"/>
                  </a:lnTo>
                  <a:lnTo>
                    <a:pt x="135677" y="13416"/>
                  </a:lnTo>
                  <a:lnTo>
                    <a:pt x="137726" y="23237"/>
                  </a:lnTo>
                  <a:lnTo>
                    <a:pt x="138687" y="27698"/>
                  </a:lnTo>
                  <a:lnTo>
                    <a:pt x="139112" y="29881"/>
                  </a:lnTo>
                  <a:lnTo>
                    <a:pt x="140025" y="34569"/>
                  </a:lnTo>
                  <a:lnTo>
                    <a:pt x="140744" y="38493"/>
                  </a:lnTo>
                  <a:lnTo>
                    <a:pt x="140979" y="39772"/>
                  </a:lnTo>
                  <a:lnTo>
                    <a:pt x="141022" y="40009"/>
                  </a:lnTo>
                  <a:lnTo>
                    <a:pt x="141278" y="41411"/>
                  </a:lnTo>
                  <a:lnTo>
                    <a:pt x="141968" y="45201"/>
                  </a:lnTo>
                  <a:lnTo>
                    <a:pt x="142055" y="45678"/>
                  </a:lnTo>
                  <a:lnTo>
                    <a:pt x="142131" y="46096"/>
                  </a:lnTo>
                  <a:lnTo>
                    <a:pt x="142325" y="46423"/>
                  </a:lnTo>
                  <a:lnTo>
                    <a:pt x="142600" y="46844"/>
                  </a:lnTo>
                  <a:lnTo>
                    <a:pt x="143004" y="46877"/>
                  </a:lnTo>
                  <a:lnTo>
                    <a:pt x="143071" y="47043"/>
                  </a:lnTo>
                  <a:lnTo>
                    <a:pt x="143405" y="47869"/>
                  </a:lnTo>
                  <a:lnTo>
                    <a:pt x="143859" y="48989"/>
                  </a:lnTo>
                  <a:lnTo>
                    <a:pt x="144509" y="50158"/>
                  </a:lnTo>
                  <a:lnTo>
                    <a:pt x="144796" y="50672"/>
                  </a:lnTo>
                  <a:lnTo>
                    <a:pt x="145684" y="52267"/>
                  </a:lnTo>
                  <a:lnTo>
                    <a:pt x="146963" y="54563"/>
                  </a:lnTo>
                  <a:lnTo>
                    <a:pt x="148012" y="56395"/>
                  </a:lnTo>
                  <a:lnTo>
                    <a:pt x="148555" y="57344"/>
                  </a:lnTo>
                  <a:lnTo>
                    <a:pt x="151435" y="62373"/>
                  </a:lnTo>
                  <a:lnTo>
                    <a:pt x="151783" y="62973"/>
                  </a:lnTo>
                  <a:lnTo>
                    <a:pt x="151892" y="63160"/>
                  </a:lnTo>
                  <a:lnTo>
                    <a:pt x="152403" y="64040"/>
                  </a:lnTo>
                  <a:lnTo>
                    <a:pt x="152534" y="64670"/>
                  </a:lnTo>
                  <a:lnTo>
                    <a:pt x="152566" y="65487"/>
                  </a:lnTo>
                  <a:lnTo>
                    <a:pt x="152470" y="68082"/>
                  </a:lnTo>
                  <a:lnTo>
                    <a:pt x="152382" y="69719"/>
                  </a:lnTo>
                  <a:lnTo>
                    <a:pt x="152358" y="70149"/>
                  </a:lnTo>
                  <a:lnTo>
                    <a:pt x="152438" y="71094"/>
                  </a:lnTo>
                  <a:lnTo>
                    <a:pt x="152599" y="71655"/>
                  </a:lnTo>
                  <a:lnTo>
                    <a:pt x="153145" y="72212"/>
                  </a:lnTo>
                  <a:lnTo>
                    <a:pt x="153544" y="72824"/>
                  </a:lnTo>
                  <a:lnTo>
                    <a:pt x="153976" y="73898"/>
                  </a:lnTo>
                  <a:lnTo>
                    <a:pt x="154085" y="74564"/>
                  </a:lnTo>
                  <a:lnTo>
                    <a:pt x="154299" y="77875"/>
                  </a:lnTo>
                  <a:lnTo>
                    <a:pt x="154336" y="79696"/>
                  </a:lnTo>
                  <a:lnTo>
                    <a:pt x="154464" y="80641"/>
                  </a:lnTo>
                  <a:lnTo>
                    <a:pt x="154609" y="81634"/>
                  </a:lnTo>
                  <a:lnTo>
                    <a:pt x="155217" y="83092"/>
                  </a:lnTo>
                  <a:lnTo>
                    <a:pt x="156435" y="85175"/>
                  </a:lnTo>
                  <a:lnTo>
                    <a:pt x="157028" y="85752"/>
                  </a:lnTo>
                  <a:lnTo>
                    <a:pt x="157589" y="86184"/>
                  </a:lnTo>
                  <a:lnTo>
                    <a:pt x="158277" y="86521"/>
                  </a:lnTo>
                  <a:lnTo>
                    <a:pt x="160376" y="88363"/>
                  </a:lnTo>
                  <a:lnTo>
                    <a:pt x="161498" y="89449"/>
                  </a:lnTo>
                  <a:lnTo>
                    <a:pt x="162339" y="90610"/>
                  </a:lnTo>
                  <a:lnTo>
                    <a:pt x="163113" y="92007"/>
                  </a:lnTo>
                  <a:lnTo>
                    <a:pt x="163605" y="92926"/>
                  </a:lnTo>
                  <a:lnTo>
                    <a:pt x="163847" y="94989"/>
                  </a:lnTo>
                  <a:lnTo>
                    <a:pt x="163861" y="95871"/>
                  </a:lnTo>
                  <a:lnTo>
                    <a:pt x="163687" y="96712"/>
                  </a:lnTo>
                  <a:lnTo>
                    <a:pt x="163310" y="99402"/>
                  </a:lnTo>
                  <a:lnTo>
                    <a:pt x="163372" y="99903"/>
                  </a:lnTo>
                  <a:lnTo>
                    <a:pt x="162724" y="100154"/>
                  </a:lnTo>
                  <a:lnTo>
                    <a:pt x="160938" y="99737"/>
                  </a:lnTo>
                  <a:lnTo>
                    <a:pt x="156721" y="98683"/>
                  </a:lnTo>
                  <a:lnTo>
                    <a:pt x="156309" y="99061"/>
                  </a:lnTo>
                  <a:lnTo>
                    <a:pt x="155445" y="99851"/>
                  </a:lnTo>
                  <a:lnTo>
                    <a:pt x="154911" y="100477"/>
                  </a:lnTo>
                  <a:lnTo>
                    <a:pt x="154441" y="101417"/>
                  </a:lnTo>
                  <a:lnTo>
                    <a:pt x="153992" y="102357"/>
                  </a:lnTo>
                  <a:lnTo>
                    <a:pt x="153159" y="103126"/>
                  </a:lnTo>
                  <a:lnTo>
                    <a:pt x="152027" y="103852"/>
                  </a:lnTo>
                  <a:lnTo>
                    <a:pt x="151838" y="103916"/>
                  </a:lnTo>
                  <a:lnTo>
                    <a:pt x="150767" y="104280"/>
                  </a:lnTo>
                  <a:lnTo>
                    <a:pt x="148631" y="104621"/>
                  </a:lnTo>
                  <a:lnTo>
                    <a:pt x="146260" y="104792"/>
                  </a:lnTo>
                  <a:lnTo>
                    <a:pt x="144481" y="105179"/>
                  </a:lnTo>
                  <a:lnTo>
                    <a:pt x="139675" y="102095"/>
                  </a:lnTo>
                  <a:lnTo>
                    <a:pt x="139080" y="104801"/>
                  </a:lnTo>
                  <a:lnTo>
                    <a:pt x="138513" y="106703"/>
                  </a:lnTo>
                  <a:lnTo>
                    <a:pt x="138313" y="107271"/>
                  </a:lnTo>
                  <a:lnTo>
                    <a:pt x="138314" y="108144"/>
                  </a:lnTo>
                  <a:lnTo>
                    <a:pt x="138613" y="109841"/>
                  </a:lnTo>
                  <a:lnTo>
                    <a:pt x="138713" y="110842"/>
                  </a:lnTo>
                  <a:lnTo>
                    <a:pt x="138379" y="111810"/>
                  </a:lnTo>
                  <a:lnTo>
                    <a:pt x="137612" y="113279"/>
                  </a:lnTo>
                  <a:lnTo>
                    <a:pt x="135776" y="115081"/>
                  </a:lnTo>
                  <a:lnTo>
                    <a:pt x="131270" y="118619"/>
                  </a:lnTo>
                  <a:lnTo>
                    <a:pt x="130637" y="119357"/>
                  </a:lnTo>
                  <a:lnTo>
                    <a:pt x="130537" y="120291"/>
                  </a:lnTo>
                  <a:lnTo>
                    <a:pt x="129374" y="121674"/>
                  </a:lnTo>
                  <a:lnTo>
                    <a:pt x="127905" y="122609"/>
                  </a:lnTo>
                  <a:lnTo>
                    <a:pt x="125168" y="123109"/>
                  </a:lnTo>
                  <a:lnTo>
                    <a:pt x="123066" y="121974"/>
                  </a:lnTo>
                  <a:lnTo>
                    <a:pt x="120395" y="120673"/>
                  </a:lnTo>
                  <a:lnTo>
                    <a:pt x="118860" y="119872"/>
                  </a:lnTo>
                  <a:lnTo>
                    <a:pt x="117965" y="119862"/>
                  </a:lnTo>
                  <a:lnTo>
                    <a:pt x="116693" y="119847"/>
                  </a:lnTo>
                  <a:lnTo>
                    <a:pt x="116855" y="119205"/>
                  </a:lnTo>
                  <a:lnTo>
                    <a:pt x="117036" y="118582"/>
                  </a:lnTo>
                  <a:lnTo>
                    <a:pt x="117173" y="117820"/>
                  </a:lnTo>
                  <a:lnTo>
                    <a:pt x="117035" y="117403"/>
                  </a:lnTo>
                  <a:lnTo>
                    <a:pt x="116966" y="116982"/>
                  </a:lnTo>
                  <a:lnTo>
                    <a:pt x="116916" y="116676"/>
                  </a:lnTo>
                  <a:lnTo>
                    <a:pt x="117059" y="115743"/>
                  </a:lnTo>
                  <a:lnTo>
                    <a:pt x="117042" y="115295"/>
                  </a:lnTo>
                  <a:lnTo>
                    <a:pt x="117024" y="114846"/>
                  </a:lnTo>
                  <a:lnTo>
                    <a:pt x="116407" y="113693"/>
                  </a:lnTo>
                  <a:lnTo>
                    <a:pt x="115253" y="111686"/>
                  </a:lnTo>
                  <a:lnTo>
                    <a:pt x="116542" y="106949"/>
                  </a:lnTo>
                  <a:lnTo>
                    <a:pt x="117289" y="104202"/>
                  </a:lnTo>
                  <a:lnTo>
                    <a:pt x="118582" y="99449"/>
                  </a:lnTo>
                  <a:lnTo>
                    <a:pt x="119191" y="97264"/>
                  </a:lnTo>
                  <a:lnTo>
                    <a:pt x="119022" y="96838"/>
                  </a:lnTo>
                  <a:lnTo>
                    <a:pt x="117904" y="95290"/>
                  </a:lnTo>
                  <a:lnTo>
                    <a:pt x="117336" y="94503"/>
                  </a:lnTo>
                  <a:lnTo>
                    <a:pt x="117082" y="94151"/>
                  </a:lnTo>
                  <a:lnTo>
                    <a:pt x="115688" y="92218"/>
                  </a:lnTo>
                  <a:lnTo>
                    <a:pt x="110070" y="86423"/>
                  </a:lnTo>
                  <a:lnTo>
                    <a:pt x="107287" y="84369"/>
                  </a:lnTo>
                  <a:lnTo>
                    <a:pt x="107038" y="84185"/>
                  </a:lnTo>
                  <a:lnTo>
                    <a:pt x="105850" y="83308"/>
                  </a:lnTo>
                  <a:lnTo>
                    <a:pt x="105013" y="82689"/>
                  </a:lnTo>
                  <a:lnTo>
                    <a:pt x="97413" y="77879"/>
                  </a:lnTo>
                  <a:lnTo>
                    <a:pt x="93141" y="74461"/>
                  </a:lnTo>
                  <a:lnTo>
                    <a:pt x="92179" y="73606"/>
                  </a:lnTo>
                  <a:lnTo>
                    <a:pt x="88757" y="72164"/>
                  </a:lnTo>
                  <a:lnTo>
                    <a:pt x="86573" y="71410"/>
                  </a:lnTo>
                  <a:lnTo>
                    <a:pt x="84626" y="68822"/>
                  </a:lnTo>
                  <a:lnTo>
                    <a:pt x="83541" y="67380"/>
                  </a:lnTo>
                  <a:lnTo>
                    <a:pt x="82319" y="65663"/>
                  </a:lnTo>
                  <a:lnTo>
                    <a:pt x="81731" y="64838"/>
                  </a:lnTo>
                  <a:lnTo>
                    <a:pt x="80038" y="60202"/>
                  </a:lnTo>
                  <a:lnTo>
                    <a:pt x="78636" y="56723"/>
                  </a:lnTo>
                  <a:lnTo>
                    <a:pt x="78364" y="56362"/>
                  </a:lnTo>
                  <a:lnTo>
                    <a:pt x="77032" y="54588"/>
                  </a:lnTo>
                  <a:lnTo>
                    <a:pt x="75964" y="54031"/>
                  </a:lnTo>
                  <a:lnTo>
                    <a:pt x="74706" y="54162"/>
                  </a:lnTo>
                  <a:lnTo>
                    <a:pt x="72468" y="54395"/>
                  </a:lnTo>
                  <a:lnTo>
                    <a:pt x="70343" y="54320"/>
                  </a:lnTo>
                  <a:lnTo>
                    <a:pt x="69259" y="53688"/>
                  </a:lnTo>
                  <a:lnTo>
                    <a:pt x="67458" y="52638"/>
                  </a:lnTo>
                  <a:lnTo>
                    <a:pt x="66981" y="48839"/>
                  </a:lnTo>
                  <a:lnTo>
                    <a:pt x="66555" y="45500"/>
                  </a:lnTo>
                  <a:lnTo>
                    <a:pt x="64781" y="43398"/>
                  </a:lnTo>
                  <a:lnTo>
                    <a:pt x="62966" y="41005"/>
                  </a:lnTo>
                  <a:lnTo>
                    <a:pt x="62165" y="37571"/>
                  </a:lnTo>
                  <a:lnTo>
                    <a:pt x="60017" y="32822"/>
                  </a:lnTo>
                  <a:lnTo>
                    <a:pt x="58390" y="30355"/>
                  </a:lnTo>
                  <a:lnTo>
                    <a:pt x="57492" y="28479"/>
                  </a:lnTo>
                  <a:lnTo>
                    <a:pt x="56425" y="28237"/>
                  </a:lnTo>
                  <a:lnTo>
                    <a:pt x="57175" y="35195"/>
                  </a:lnTo>
                  <a:lnTo>
                    <a:pt x="49689" y="50287"/>
                  </a:lnTo>
                  <a:lnTo>
                    <a:pt x="44534" y="60442"/>
                  </a:lnTo>
                  <a:lnTo>
                    <a:pt x="42259" y="63156"/>
                  </a:lnTo>
                  <a:lnTo>
                    <a:pt x="40684" y="65574"/>
                  </a:lnTo>
                  <a:lnTo>
                    <a:pt x="37479" y="64106"/>
                  </a:lnTo>
                  <a:lnTo>
                    <a:pt x="37680" y="63305"/>
                  </a:lnTo>
                  <a:lnTo>
                    <a:pt x="34042" y="61202"/>
                  </a:lnTo>
                  <a:lnTo>
                    <a:pt x="33584" y="61975"/>
                  </a:lnTo>
                  <a:lnTo>
                    <a:pt x="33375" y="62084"/>
                  </a:lnTo>
                  <a:lnTo>
                    <a:pt x="32939" y="62087"/>
                  </a:lnTo>
                  <a:lnTo>
                    <a:pt x="32100" y="62128"/>
                  </a:lnTo>
                  <a:lnTo>
                    <a:pt x="30518" y="62218"/>
                  </a:lnTo>
                  <a:lnTo>
                    <a:pt x="29550" y="62282"/>
                  </a:lnTo>
                  <a:lnTo>
                    <a:pt x="28861" y="62328"/>
                  </a:lnTo>
                  <a:lnTo>
                    <a:pt x="27923" y="62364"/>
                  </a:lnTo>
                  <a:lnTo>
                    <a:pt x="27574" y="62377"/>
                  </a:lnTo>
                  <a:lnTo>
                    <a:pt x="27128" y="62414"/>
                  </a:lnTo>
                  <a:lnTo>
                    <a:pt x="25139" y="62583"/>
                  </a:lnTo>
                  <a:lnTo>
                    <a:pt x="20057" y="62885"/>
                  </a:lnTo>
                  <a:lnTo>
                    <a:pt x="17818" y="63019"/>
                  </a:lnTo>
                  <a:lnTo>
                    <a:pt x="14842" y="63195"/>
                  </a:lnTo>
                  <a:lnTo>
                    <a:pt x="13735" y="63261"/>
                  </a:lnTo>
                  <a:lnTo>
                    <a:pt x="11857" y="63373"/>
                  </a:lnTo>
                  <a:lnTo>
                    <a:pt x="11100" y="63442"/>
                  </a:lnTo>
                  <a:lnTo>
                    <a:pt x="9982" y="63545"/>
                  </a:lnTo>
                  <a:lnTo>
                    <a:pt x="6841" y="63543"/>
                  </a:lnTo>
                  <a:lnTo>
                    <a:pt x="6586" y="63543"/>
                  </a:lnTo>
                  <a:lnTo>
                    <a:pt x="6380" y="63543"/>
                  </a:lnTo>
                  <a:lnTo>
                    <a:pt x="5824" y="61724"/>
                  </a:lnTo>
                  <a:lnTo>
                    <a:pt x="5394" y="60318"/>
                  </a:lnTo>
                  <a:lnTo>
                    <a:pt x="5144" y="59500"/>
                  </a:lnTo>
                  <a:lnTo>
                    <a:pt x="5071" y="58587"/>
                  </a:lnTo>
                  <a:lnTo>
                    <a:pt x="5031" y="58074"/>
                  </a:lnTo>
                  <a:lnTo>
                    <a:pt x="4977" y="57394"/>
                  </a:lnTo>
                  <a:lnTo>
                    <a:pt x="4945" y="56890"/>
                  </a:lnTo>
                  <a:lnTo>
                    <a:pt x="4830" y="55090"/>
                  </a:lnTo>
                  <a:lnTo>
                    <a:pt x="4663" y="52477"/>
                  </a:lnTo>
                  <a:lnTo>
                    <a:pt x="4567" y="48632"/>
                  </a:lnTo>
                  <a:lnTo>
                    <a:pt x="4558" y="48256"/>
                  </a:lnTo>
                  <a:lnTo>
                    <a:pt x="4480" y="46516"/>
                  </a:lnTo>
                  <a:lnTo>
                    <a:pt x="4358" y="43783"/>
                  </a:lnTo>
                  <a:lnTo>
                    <a:pt x="4307" y="43123"/>
                  </a:lnTo>
                  <a:lnTo>
                    <a:pt x="4153" y="41143"/>
                  </a:lnTo>
                  <a:lnTo>
                    <a:pt x="3991" y="39060"/>
                  </a:lnTo>
                  <a:lnTo>
                    <a:pt x="3790" y="36103"/>
                  </a:lnTo>
                  <a:lnTo>
                    <a:pt x="3736" y="35801"/>
                  </a:lnTo>
                  <a:lnTo>
                    <a:pt x="3321" y="33444"/>
                  </a:lnTo>
                  <a:lnTo>
                    <a:pt x="3139" y="31955"/>
                  </a:lnTo>
                  <a:lnTo>
                    <a:pt x="2476" y="29062"/>
                  </a:lnTo>
                  <a:lnTo>
                    <a:pt x="2375" y="28184"/>
                  </a:lnTo>
                  <a:lnTo>
                    <a:pt x="2279" y="27351"/>
                  </a:lnTo>
                  <a:lnTo>
                    <a:pt x="2019" y="23858"/>
                  </a:lnTo>
                  <a:lnTo>
                    <a:pt x="1979" y="23317"/>
                  </a:lnTo>
                  <a:lnTo>
                    <a:pt x="1247" y="16702"/>
                  </a:lnTo>
                  <a:lnTo>
                    <a:pt x="1148" y="15809"/>
                  </a:lnTo>
                  <a:lnTo>
                    <a:pt x="592" y="10898"/>
                  </a:lnTo>
                  <a:lnTo>
                    <a:pt x="0" y="9493"/>
                  </a:lnTo>
                  <a:lnTo>
                    <a:pt x="496" y="9426"/>
                  </a:lnTo>
                  <a:lnTo>
                    <a:pt x="3520" y="9020"/>
                  </a:lnTo>
                  <a:lnTo>
                    <a:pt x="4301" y="8915"/>
                  </a:lnTo>
                  <a:lnTo>
                    <a:pt x="13570" y="7622"/>
                  </a:lnTo>
                  <a:lnTo>
                    <a:pt x="16079" y="7271"/>
                  </a:lnTo>
                  <a:lnTo>
                    <a:pt x="25547" y="6085"/>
                  </a:lnTo>
                  <a:lnTo>
                    <a:pt x="26398" y="5979"/>
                  </a:lnTo>
                  <a:lnTo>
                    <a:pt x="33398" y="4954"/>
                  </a:lnTo>
                  <a:lnTo>
                    <a:pt x="36074" y="4629"/>
                  </a:lnTo>
                  <a:lnTo>
                    <a:pt x="42815" y="3809"/>
                  </a:lnTo>
                  <a:lnTo>
                    <a:pt x="51901" y="2429"/>
                  </a:lnTo>
                  <a:lnTo>
                    <a:pt x="60174" y="1342"/>
                  </a:lnTo>
                  <a:lnTo>
                    <a:pt x="60303" y="1322"/>
                  </a:lnTo>
                  <a:lnTo>
                    <a:pt x="61268" y="1173"/>
                  </a:lnTo>
                  <a:lnTo>
                    <a:pt x="68854" y="0"/>
                  </a:lnTo>
                  <a:lnTo>
                    <a:pt x="69499" y="4699"/>
                  </a:lnTo>
                  <a:lnTo>
                    <a:pt x="69852" y="7615"/>
                  </a:lnTo>
                  <a:lnTo>
                    <a:pt x="70287" y="10970"/>
                  </a:lnTo>
                  <a:lnTo>
                    <a:pt x="70635" y="135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3834065" y="3741167"/>
              <a:ext cx="176894" cy="115904"/>
            </a:xfrm>
            <a:custGeom>
              <a:avLst/>
              <a:pathLst>
                <a:path w="176894" h="115904">
                  <a:moveTo>
                    <a:pt x="61549" y="5781"/>
                  </a:moveTo>
                  <a:lnTo>
                    <a:pt x="62757" y="7982"/>
                  </a:lnTo>
                  <a:lnTo>
                    <a:pt x="69813" y="17530"/>
                  </a:lnTo>
                  <a:lnTo>
                    <a:pt x="72323" y="17957"/>
                  </a:lnTo>
                  <a:lnTo>
                    <a:pt x="78276" y="16911"/>
                  </a:lnTo>
                  <a:lnTo>
                    <a:pt x="80895" y="16523"/>
                  </a:lnTo>
                  <a:lnTo>
                    <a:pt x="84141" y="17266"/>
                  </a:lnTo>
                  <a:lnTo>
                    <a:pt x="87520" y="18966"/>
                  </a:lnTo>
                  <a:lnTo>
                    <a:pt x="85941" y="23244"/>
                  </a:lnTo>
                  <a:lnTo>
                    <a:pt x="91228" y="25593"/>
                  </a:lnTo>
                  <a:lnTo>
                    <a:pt x="95864" y="24065"/>
                  </a:lnTo>
                  <a:lnTo>
                    <a:pt x="97102" y="27943"/>
                  </a:lnTo>
                  <a:lnTo>
                    <a:pt x="91441" y="31147"/>
                  </a:lnTo>
                  <a:lnTo>
                    <a:pt x="91174" y="31948"/>
                  </a:lnTo>
                  <a:lnTo>
                    <a:pt x="97369" y="34832"/>
                  </a:lnTo>
                  <a:lnTo>
                    <a:pt x="100401" y="36054"/>
                  </a:lnTo>
                  <a:lnTo>
                    <a:pt x="110487" y="39025"/>
                  </a:lnTo>
                  <a:lnTo>
                    <a:pt x="132076" y="37385"/>
                  </a:lnTo>
                  <a:lnTo>
                    <a:pt x="136599" y="40746"/>
                  </a:lnTo>
                  <a:lnTo>
                    <a:pt x="137783" y="43152"/>
                  </a:lnTo>
                  <a:lnTo>
                    <a:pt x="138107" y="48326"/>
                  </a:lnTo>
                  <a:lnTo>
                    <a:pt x="138443" y="48628"/>
                  </a:lnTo>
                  <a:lnTo>
                    <a:pt x="141407" y="49349"/>
                  </a:lnTo>
                  <a:lnTo>
                    <a:pt x="144211" y="49028"/>
                  </a:lnTo>
                  <a:lnTo>
                    <a:pt x="146774" y="49028"/>
                  </a:lnTo>
                  <a:lnTo>
                    <a:pt x="152061" y="49589"/>
                  </a:lnTo>
                  <a:lnTo>
                    <a:pt x="159431" y="51031"/>
                  </a:lnTo>
                  <a:lnTo>
                    <a:pt x="164558" y="52313"/>
                  </a:lnTo>
                  <a:lnTo>
                    <a:pt x="163837" y="53514"/>
                  </a:lnTo>
                  <a:lnTo>
                    <a:pt x="163276" y="55917"/>
                  </a:lnTo>
                  <a:lnTo>
                    <a:pt x="167602" y="56879"/>
                  </a:lnTo>
                  <a:lnTo>
                    <a:pt x="175772" y="57920"/>
                  </a:lnTo>
                  <a:lnTo>
                    <a:pt x="175853" y="59042"/>
                  </a:lnTo>
                  <a:lnTo>
                    <a:pt x="176093" y="61284"/>
                  </a:lnTo>
                  <a:lnTo>
                    <a:pt x="176654" y="63688"/>
                  </a:lnTo>
                  <a:lnTo>
                    <a:pt x="176894" y="66091"/>
                  </a:lnTo>
                  <a:lnTo>
                    <a:pt x="173850" y="67853"/>
                  </a:lnTo>
                  <a:lnTo>
                    <a:pt x="170485" y="65450"/>
                  </a:lnTo>
                  <a:lnTo>
                    <a:pt x="168002" y="64168"/>
                  </a:lnTo>
                  <a:lnTo>
                    <a:pt x="164878" y="64088"/>
                  </a:lnTo>
                  <a:lnTo>
                    <a:pt x="163436" y="64729"/>
                  </a:lnTo>
                  <a:lnTo>
                    <a:pt x="162555" y="66571"/>
                  </a:lnTo>
                  <a:lnTo>
                    <a:pt x="161914" y="67693"/>
                  </a:lnTo>
                  <a:lnTo>
                    <a:pt x="162315" y="69455"/>
                  </a:lnTo>
                  <a:lnTo>
                    <a:pt x="161674" y="71778"/>
                  </a:lnTo>
                  <a:lnTo>
                    <a:pt x="157108" y="74101"/>
                  </a:lnTo>
                  <a:lnTo>
                    <a:pt x="153904" y="73220"/>
                  </a:lnTo>
                  <a:lnTo>
                    <a:pt x="151340" y="73140"/>
                  </a:lnTo>
                  <a:lnTo>
                    <a:pt x="148056" y="74021"/>
                  </a:lnTo>
                  <a:lnTo>
                    <a:pt x="146214" y="75223"/>
                  </a:lnTo>
                  <a:lnTo>
                    <a:pt x="144451" y="76505"/>
                  </a:lnTo>
                  <a:lnTo>
                    <a:pt x="142369" y="76264"/>
                  </a:lnTo>
                  <a:lnTo>
                    <a:pt x="142048" y="73861"/>
                  </a:lnTo>
                  <a:lnTo>
                    <a:pt x="141968" y="71778"/>
                  </a:lnTo>
                  <a:lnTo>
                    <a:pt x="140927" y="70897"/>
                  </a:lnTo>
                  <a:lnTo>
                    <a:pt x="138924" y="69295"/>
                  </a:lnTo>
                  <a:lnTo>
                    <a:pt x="137642" y="68093"/>
                  </a:lnTo>
                  <a:lnTo>
                    <a:pt x="135640" y="67052"/>
                  </a:lnTo>
                  <a:lnTo>
                    <a:pt x="134257" y="66468"/>
                  </a:lnTo>
                  <a:lnTo>
                    <a:pt x="132035" y="65530"/>
                  </a:lnTo>
                  <a:lnTo>
                    <a:pt x="123303" y="64409"/>
                  </a:lnTo>
                  <a:lnTo>
                    <a:pt x="116895" y="64569"/>
                  </a:lnTo>
                  <a:lnTo>
                    <a:pt x="113931" y="65130"/>
                  </a:lnTo>
                  <a:lnTo>
                    <a:pt x="111026" y="65130"/>
                  </a:lnTo>
                  <a:lnTo>
                    <a:pt x="107984" y="64203"/>
                  </a:lnTo>
                  <a:lnTo>
                    <a:pt x="106085" y="63624"/>
                  </a:lnTo>
                  <a:lnTo>
                    <a:pt x="99881" y="61851"/>
                  </a:lnTo>
                  <a:lnTo>
                    <a:pt x="93524" y="60975"/>
                  </a:lnTo>
                  <a:lnTo>
                    <a:pt x="91957" y="59420"/>
                  </a:lnTo>
                  <a:lnTo>
                    <a:pt x="92377" y="55116"/>
                  </a:lnTo>
                  <a:lnTo>
                    <a:pt x="89201" y="54712"/>
                  </a:lnTo>
                  <a:lnTo>
                    <a:pt x="82554" y="53868"/>
                  </a:lnTo>
                  <a:lnTo>
                    <a:pt x="80166" y="54869"/>
                  </a:lnTo>
                  <a:lnTo>
                    <a:pt x="78603" y="57843"/>
                  </a:lnTo>
                  <a:lnTo>
                    <a:pt x="77723" y="64314"/>
                  </a:lnTo>
                  <a:lnTo>
                    <a:pt x="79126" y="69970"/>
                  </a:lnTo>
                  <a:lnTo>
                    <a:pt x="78435" y="79476"/>
                  </a:lnTo>
                  <a:lnTo>
                    <a:pt x="87498" y="86830"/>
                  </a:lnTo>
                  <a:lnTo>
                    <a:pt x="88185" y="92301"/>
                  </a:lnTo>
                  <a:lnTo>
                    <a:pt x="88476" y="94624"/>
                  </a:lnTo>
                  <a:lnTo>
                    <a:pt x="84918" y="99718"/>
                  </a:lnTo>
                  <a:lnTo>
                    <a:pt x="74456" y="92394"/>
                  </a:lnTo>
                  <a:lnTo>
                    <a:pt x="72910" y="91312"/>
                  </a:lnTo>
                  <a:lnTo>
                    <a:pt x="69489" y="93101"/>
                  </a:lnTo>
                  <a:lnTo>
                    <a:pt x="67430" y="95167"/>
                  </a:lnTo>
                  <a:lnTo>
                    <a:pt x="65332" y="97903"/>
                  </a:lnTo>
                  <a:lnTo>
                    <a:pt x="64089" y="100176"/>
                  </a:lnTo>
                  <a:lnTo>
                    <a:pt x="63730" y="102790"/>
                  </a:lnTo>
                  <a:lnTo>
                    <a:pt x="64119" y="105611"/>
                  </a:lnTo>
                  <a:lnTo>
                    <a:pt x="66755" y="111807"/>
                  </a:lnTo>
                  <a:lnTo>
                    <a:pt x="67740" y="114122"/>
                  </a:lnTo>
                  <a:lnTo>
                    <a:pt x="58355" y="115904"/>
                  </a:lnTo>
                  <a:lnTo>
                    <a:pt x="57607" y="114269"/>
                  </a:lnTo>
                  <a:lnTo>
                    <a:pt x="56362" y="111552"/>
                  </a:lnTo>
                  <a:lnTo>
                    <a:pt x="54367" y="103780"/>
                  </a:lnTo>
                  <a:lnTo>
                    <a:pt x="56860" y="95766"/>
                  </a:lnTo>
                  <a:lnTo>
                    <a:pt x="54669" y="94098"/>
                  </a:lnTo>
                  <a:lnTo>
                    <a:pt x="53358" y="94548"/>
                  </a:lnTo>
                  <a:lnTo>
                    <a:pt x="51471" y="95454"/>
                  </a:lnTo>
                  <a:lnTo>
                    <a:pt x="48930" y="98009"/>
                  </a:lnTo>
                  <a:lnTo>
                    <a:pt x="46886" y="101080"/>
                  </a:lnTo>
                  <a:lnTo>
                    <a:pt x="44434" y="104976"/>
                  </a:lnTo>
                  <a:lnTo>
                    <a:pt x="41708" y="112755"/>
                  </a:lnTo>
                  <a:lnTo>
                    <a:pt x="37329" y="111847"/>
                  </a:lnTo>
                  <a:lnTo>
                    <a:pt x="33858" y="109978"/>
                  </a:lnTo>
                  <a:lnTo>
                    <a:pt x="31027" y="107361"/>
                  </a:lnTo>
                  <a:lnTo>
                    <a:pt x="33169" y="102167"/>
                  </a:lnTo>
                  <a:lnTo>
                    <a:pt x="33340" y="101088"/>
                  </a:lnTo>
                  <a:lnTo>
                    <a:pt x="35805" y="97303"/>
                  </a:lnTo>
                  <a:lnTo>
                    <a:pt x="36401" y="96057"/>
                  </a:lnTo>
                  <a:lnTo>
                    <a:pt x="35149" y="93494"/>
                  </a:lnTo>
                  <a:lnTo>
                    <a:pt x="35036" y="93262"/>
                  </a:lnTo>
                  <a:lnTo>
                    <a:pt x="34306" y="89902"/>
                  </a:lnTo>
                  <a:lnTo>
                    <a:pt x="35084" y="88427"/>
                  </a:lnTo>
                  <a:lnTo>
                    <a:pt x="37920" y="86991"/>
                  </a:lnTo>
                  <a:lnTo>
                    <a:pt x="40623" y="85258"/>
                  </a:lnTo>
                  <a:lnTo>
                    <a:pt x="42798" y="83610"/>
                  </a:lnTo>
                  <a:lnTo>
                    <a:pt x="43180" y="83320"/>
                  </a:lnTo>
                  <a:lnTo>
                    <a:pt x="44502" y="80938"/>
                  </a:lnTo>
                  <a:lnTo>
                    <a:pt x="47614" y="79464"/>
                  </a:lnTo>
                  <a:lnTo>
                    <a:pt x="48154" y="79205"/>
                  </a:lnTo>
                  <a:lnTo>
                    <a:pt x="50332" y="78159"/>
                  </a:lnTo>
                  <a:lnTo>
                    <a:pt x="50364" y="77953"/>
                  </a:lnTo>
                  <a:lnTo>
                    <a:pt x="52240" y="75985"/>
                  </a:lnTo>
                  <a:lnTo>
                    <a:pt x="55156" y="72927"/>
                  </a:lnTo>
                  <a:lnTo>
                    <a:pt x="58178" y="65767"/>
                  </a:lnTo>
                  <a:lnTo>
                    <a:pt x="54186" y="61409"/>
                  </a:lnTo>
                  <a:lnTo>
                    <a:pt x="53507" y="58395"/>
                  </a:lnTo>
                  <a:lnTo>
                    <a:pt x="51743" y="57201"/>
                  </a:lnTo>
                  <a:lnTo>
                    <a:pt x="51315" y="56912"/>
                  </a:lnTo>
                  <a:lnTo>
                    <a:pt x="46982" y="49695"/>
                  </a:lnTo>
                  <a:lnTo>
                    <a:pt x="43266" y="48261"/>
                  </a:lnTo>
                  <a:lnTo>
                    <a:pt x="39527" y="43027"/>
                  </a:lnTo>
                  <a:lnTo>
                    <a:pt x="36042" y="45986"/>
                  </a:lnTo>
                  <a:lnTo>
                    <a:pt x="32563" y="48941"/>
                  </a:lnTo>
                  <a:lnTo>
                    <a:pt x="25674" y="56070"/>
                  </a:lnTo>
                  <a:lnTo>
                    <a:pt x="19466" y="51745"/>
                  </a:lnTo>
                  <a:lnTo>
                    <a:pt x="15060" y="48741"/>
                  </a:lnTo>
                  <a:lnTo>
                    <a:pt x="14579" y="49502"/>
                  </a:lnTo>
                  <a:lnTo>
                    <a:pt x="13378" y="51184"/>
                  </a:lnTo>
                  <a:lnTo>
                    <a:pt x="10714" y="49428"/>
                  </a:lnTo>
                  <a:lnTo>
                    <a:pt x="13096" y="45659"/>
                  </a:lnTo>
                  <a:lnTo>
                    <a:pt x="12953" y="43802"/>
                  </a:lnTo>
                  <a:lnTo>
                    <a:pt x="12870" y="42727"/>
                  </a:lnTo>
                  <a:lnTo>
                    <a:pt x="9753" y="43100"/>
                  </a:lnTo>
                  <a:lnTo>
                    <a:pt x="9340" y="41182"/>
                  </a:lnTo>
                  <a:lnTo>
                    <a:pt x="4437" y="42648"/>
                  </a:lnTo>
                  <a:lnTo>
                    <a:pt x="53" y="42992"/>
                  </a:lnTo>
                  <a:lnTo>
                    <a:pt x="320" y="41123"/>
                  </a:lnTo>
                  <a:lnTo>
                    <a:pt x="213" y="39841"/>
                  </a:lnTo>
                  <a:lnTo>
                    <a:pt x="0" y="37492"/>
                  </a:lnTo>
                  <a:lnTo>
                    <a:pt x="427" y="35676"/>
                  </a:lnTo>
                  <a:lnTo>
                    <a:pt x="1014" y="34287"/>
                  </a:lnTo>
                  <a:lnTo>
                    <a:pt x="2883" y="32205"/>
                  </a:lnTo>
                  <a:lnTo>
                    <a:pt x="4592" y="30068"/>
                  </a:lnTo>
                  <a:lnTo>
                    <a:pt x="5660" y="27558"/>
                  </a:lnTo>
                  <a:lnTo>
                    <a:pt x="6484" y="25946"/>
                  </a:lnTo>
                  <a:lnTo>
                    <a:pt x="6431" y="25091"/>
                  </a:lnTo>
                  <a:lnTo>
                    <a:pt x="6164" y="23169"/>
                  </a:lnTo>
                  <a:lnTo>
                    <a:pt x="6217" y="21353"/>
                  </a:lnTo>
                  <a:lnTo>
                    <a:pt x="6217" y="19751"/>
                  </a:lnTo>
                  <a:lnTo>
                    <a:pt x="6164" y="18122"/>
                  </a:lnTo>
                  <a:lnTo>
                    <a:pt x="6324" y="17321"/>
                  </a:lnTo>
                  <a:lnTo>
                    <a:pt x="7900" y="14811"/>
                  </a:lnTo>
                  <a:lnTo>
                    <a:pt x="8193" y="14010"/>
                  </a:lnTo>
                  <a:lnTo>
                    <a:pt x="8300" y="13342"/>
                  </a:lnTo>
                  <a:lnTo>
                    <a:pt x="8074" y="11794"/>
                  </a:lnTo>
                  <a:lnTo>
                    <a:pt x="10011" y="9216"/>
                  </a:lnTo>
                  <a:lnTo>
                    <a:pt x="10142" y="9042"/>
                  </a:lnTo>
                  <a:lnTo>
                    <a:pt x="10361" y="8572"/>
                  </a:lnTo>
                  <a:lnTo>
                    <a:pt x="10499" y="8278"/>
                  </a:lnTo>
                  <a:lnTo>
                    <a:pt x="10749" y="7743"/>
                  </a:lnTo>
                  <a:lnTo>
                    <a:pt x="14398" y="5355"/>
                  </a:lnTo>
                  <a:lnTo>
                    <a:pt x="22288" y="6564"/>
                  </a:lnTo>
                  <a:lnTo>
                    <a:pt x="23836" y="11958"/>
                  </a:lnTo>
                  <a:lnTo>
                    <a:pt x="23750" y="15001"/>
                  </a:lnTo>
                  <a:lnTo>
                    <a:pt x="23981" y="15359"/>
                  </a:lnTo>
                  <a:lnTo>
                    <a:pt x="24238" y="15756"/>
                  </a:lnTo>
                  <a:lnTo>
                    <a:pt x="27802" y="12559"/>
                  </a:lnTo>
                  <a:lnTo>
                    <a:pt x="31389" y="9360"/>
                  </a:lnTo>
                  <a:lnTo>
                    <a:pt x="32428" y="8466"/>
                  </a:lnTo>
                  <a:lnTo>
                    <a:pt x="33613" y="9171"/>
                  </a:lnTo>
                  <a:lnTo>
                    <a:pt x="35756" y="7765"/>
                  </a:lnTo>
                  <a:lnTo>
                    <a:pt x="35855" y="7917"/>
                  </a:lnTo>
                  <a:lnTo>
                    <a:pt x="37154" y="9912"/>
                  </a:lnTo>
                  <a:lnTo>
                    <a:pt x="39225" y="8847"/>
                  </a:lnTo>
                  <a:lnTo>
                    <a:pt x="43999" y="6464"/>
                  </a:lnTo>
                  <a:lnTo>
                    <a:pt x="43857" y="6226"/>
                  </a:lnTo>
                  <a:lnTo>
                    <a:pt x="43561" y="5730"/>
                  </a:lnTo>
                  <a:lnTo>
                    <a:pt x="47316" y="3617"/>
                  </a:lnTo>
                  <a:lnTo>
                    <a:pt x="51922" y="900"/>
                  </a:lnTo>
                  <a:lnTo>
                    <a:pt x="52855" y="2506"/>
                  </a:lnTo>
                  <a:lnTo>
                    <a:pt x="51170" y="3355"/>
                  </a:lnTo>
                  <a:lnTo>
                    <a:pt x="52706" y="6338"/>
                  </a:lnTo>
                  <a:lnTo>
                    <a:pt x="58100" y="3796"/>
                  </a:lnTo>
                  <a:lnTo>
                    <a:pt x="58031" y="3622"/>
                  </a:lnTo>
                  <a:lnTo>
                    <a:pt x="57196" y="1501"/>
                  </a:lnTo>
                  <a:lnTo>
                    <a:pt x="6083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3801776" y="3584070"/>
              <a:ext cx="226715" cy="172853"/>
            </a:xfrm>
            <a:custGeom>
              <a:avLst/>
              <a:pathLst>
                <a:path w="226715" h="172853">
                  <a:moveTo>
                    <a:pt x="119432" y="32207"/>
                  </a:moveTo>
                  <a:lnTo>
                    <a:pt x="121867" y="32328"/>
                  </a:lnTo>
                  <a:lnTo>
                    <a:pt x="123897" y="32328"/>
                  </a:lnTo>
                  <a:lnTo>
                    <a:pt x="125734" y="32541"/>
                  </a:lnTo>
                  <a:lnTo>
                    <a:pt x="126973" y="32733"/>
                  </a:lnTo>
                  <a:lnTo>
                    <a:pt x="128959" y="32306"/>
                  </a:lnTo>
                  <a:lnTo>
                    <a:pt x="136500" y="33866"/>
                  </a:lnTo>
                  <a:lnTo>
                    <a:pt x="144082" y="35585"/>
                  </a:lnTo>
                  <a:lnTo>
                    <a:pt x="149625" y="36883"/>
                  </a:lnTo>
                  <a:lnTo>
                    <a:pt x="154143" y="38004"/>
                  </a:lnTo>
                  <a:lnTo>
                    <a:pt x="155151" y="38264"/>
                  </a:lnTo>
                  <a:lnTo>
                    <a:pt x="162430" y="40142"/>
                  </a:lnTo>
                  <a:lnTo>
                    <a:pt x="174980" y="42812"/>
                  </a:lnTo>
                  <a:lnTo>
                    <a:pt x="177451" y="43135"/>
                  </a:lnTo>
                  <a:lnTo>
                    <a:pt x="178105" y="43209"/>
                  </a:lnTo>
                  <a:lnTo>
                    <a:pt x="183100" y="43703"/>
                  </a:lnTo>
                  <a:lnTo>
                    <a:pt x="184278" y="43512"/>
                  </a:lnTo>
                  <a:lnTo>
                    <a:pt x="185261" y="43352"/>
                  </a:lnTo>
                  <a:lnTo>
                    <a:pt x="187081" y="42765"/>
                  </a:lnTo>
                  <a:lnTo>
                    <a:pt x="190161" y="41954"/>
                  </a:lnTo>
                  <a:lnTo>
                    <a:pt x="192470" y="41225"/>
                  </a:lnTo>
                  <a:lnTo>
                    <a:pt x="196900" y="40381"/>
                  </a:lnTo>
                  <a:lnTo>
                    <a:pt x="197679" y="40233"/>
                  </a:lnTo>
                  <a:lnTo>
                    <a:pt x="197806" y="40207"/>
                  </a:lnTo>
                  <a:lnTo>
                    <a:pt x="198306" y="40227"/>
                  </a:lnTo>
                  <a:lnTo>
                    <a:pt x="200165" y="40301"/>
                  </a:lnTo>
                  <a:lnTo>
                    <a:pt x="203129" y="41222"/>
                  </a:lnTo>
                  <a:lnTo>
                    <a:pt x="209097" y="43265"/>
                  </a:lnTo>
                  <a:lnTo>
                    <a:pt x="212808" y="44293"/>
                  </a:lnTo>
                  <a:lnTo>
                    <a:pt x="215178" y="45194"/>
                  </a:lnTo>
                  <a:lnTo>
                    <a:pt x="218416" y="47364"/>
                  </a:lnTo>
                  <a:lnTo>
                    <a:pt x="224023" y="51469"/>
                  </a:lnTo>
                  <a:lnTo>
                    <a:pt x="225058" y="52103"/>
                  </a:lnTo>
                  <a:lnTo>
                    <a:pt x="226715" y="52742"/>
                  </a:lnTo>
                  <a:lnTo>
                    <a:pt x="225791" y="55883"/>
                  </a:lnTo>
                  <a:lnTo>
                    <a:pt x="221210" y="71466"/>
                  </a:lnTo>
                  <a:lnTo>
                    <a:pt x="218134" y="70475"/>
                  </a:lnTo>
                  <a:lnTo>
                    <a:pt x="215092" y="74499"/>
                  </a:lnTo>
                  <a:lnTo>
                    <a:pt x="215500" y="76623"/>
                  </a:lnTo>
                  <a:lnTo>
                    <a:pt x="219545" y="79095"/>
                  </a:lnTo>
                  <a:lnTo>
                    <a:pt x="218024" y="83559"/>
                  </a:lnTo>
                  <a:lnTo>
                    <a:pt x="217463" y="83719"/>
                  </a:lnTo>
                  <a:lnTo>
                    <a:pt x="213885" y="84333"/>
                  </a:lnTo>
                  <a:lnTo>
                    <a:pt x="212443" y="84787"/>
                  </a:lnTo>
                  <a:lnTo>
                    <a:pt x="211840" y="85654"/>
                  </a:lnTo>
                  <a:lnTo>
                    <a:pt x="208581" y="90731"/>
                  </a:lnTo>
                  <a:lnTo>
                    <a:pt x="206178" y="94122"/>
                  </a:lnTo>
                  <a:lnTo>
                    <a:pt x="203717" y="94574"/>
                  </a:lnTo>
                  <a:lnTo>
                    <a:pt x="201257" y="94789"/>
                  </a:lnTo>
                  <a:lnTo>
                    <a:pt x="199017" y="95099"/>
                  </a:lnTo>
                  <a:lnTo>
                    <a:pt x="197721" y="95848"/>
                  </a:lnTo>
                  <a:lnTo>
                    <a:pt x="197077" y="96267"/>
                  </a:lnTo>
                  <a:lnTo>
                    <a:pt x="194683" y="97767"/>
                  </a:lnTo>
                  <a:lnTo>
                    <a:pt x="188457" y="101851"/>
                  </a:lnTo>
                  <a:lnTo>
                    <a:pt x="187615" y="102403"/>
                  </a:lnTo>
                  <a:lnTo>
                    <a:pt x="186805" y="102934"/>
                  </a:lnTo>
                  <a:lnTo>
                    <a:pt x="189357" y="107189"/>
                  </a:lnTo>
                  <a:lnTo>
                    <a:pt x="188990" y="107648"/>
                  </a:lnTo>
                  <a:lnTo>
                    <a:pt x="188218" y="108609"/>
                  </a:lnTo>
                  <a:lnTo>
                    <a:pt x="185459" y="112043"/>
                  </a:lnTo>
                  <a:lnTo>
                    <a:pt x="182294" y="116629"/>
                  </a:lnTo>
                  <a:lnTo>
                    <a:pt x="181484" y="117803"/>
                  </a:lnTo>
                  <a:lnTo>
                    <a:pt x="178707" y="121425"/>
                  </a:lnTo>
                  <a:lnTo>
                    <a:pt x="178643" y="121113"/>
                  </a:lnTo>
                  <a:lnTo>
                    <a:pt x="175888" y="118748"/>
                  </a:lnTo>
                  <a:lnTo>
                    <a:pt x="167623" y="117256"/>
                  </a:lnTo>
                  <a:lnTo>
                    <a:pt x="164450" y="118495"/>
                  </a:lnTo>
                  <a:lnTo>
                    <a:pt x="155911" y="118538"/>
                  </a:lnTo>
                  <a:lnTo>
                    <a:pt x="137037" y="114633"/>
                  </a:lnTo>
                  <a:lnTo>
                    <a:pt x="130994" y="112156"/>
                  </a:lnTo>
                  <a:lnTo>
                    <a:pt x="127000" y="108933"/>
                  </a:lnTo>
                  <a:lnTo>
                    <a:pt x="126325" y="108388"/>
                  </a:lnTo>
                  <a:lnTo>
                    <a:pt x="123566" y="106161"/>
                  </a:lnTo>
                  <a:lnTo>
                    <a:pt x="122577" y="107379"/>
                  </a:lnTo>
                  <a:lnTo>
                    <a:pt x="121936" y="108634"/>
                  </a:lnTo>
                  <a:lnTo>
                    <a:pt x="118465" y="108728"/>
                  </a:lnTo>
                  <a:lnTo>
                    <a:pt x="116966" y="109016"/>
                  </a:lnTo>
                  <a:lnTo>
                    <a:pt x="116004" y="111847"/>
                  </a:lnTo>
                  <a:lnTo>
                    <a:pt x="113683" y="114877"/>
                  </a:lnTo>
                  <a:lnTo>
                    <a:pt x="111091" y="117935"/>
                  </a:lnTo>
                  <a:lnTo>
                    <a:pt x="109151" y="119078"/>
                  </a:lnTo>
                  <a:lnTo>
                    <a:pt x="108256" y="119404"/>
                  </a:lnTo>
                  <a:lnTo>
                    <a:pt x="106536" y="120031"/>
                  </a:lnTo>
                  <a:lnTo>
                    <a:pt x="106478" y="119865"/>
                  </a:lnTo>
                  <a:lnTo>
                    <a:pt x="105763" y="117848"/>
                  </a:lnTo>
                  <a:lnTo>
                    <a:pt x="104789" y="118014"/>
                  </a:lnTo>
                  <a:lnTo>
                    <a:pt x="102865" y="118343"/>
                  </a:lnTo>
                  <a:lnTo>
                    <a:pt x="102240" y="118293"/>
                  </a:lnTo>
                  <a:lnTo>
                    <a:pt x="100886" y="118183"/>
                  </a:lnTo>
                  <a:lnTo>
                    <a:pt x="99484" y="117883"/>
                  </a:lnTo>
                  <a:lnTo>
                    <a:pt x="99184" y="117482"/>
                  </a:lnTo>
                  <a:lnTo>
                    <a:pt x="97982" y="116047"/>
                  </a:lnTo>
                  <a:lnTo>
                    <a:pt x="96413" y="114345"/>
                  </a:lnTo>
                  <a:lnTo>
                    <a:pt x="94110" y="112509"/>
                  </a:lnTo>
                  <a:lnTo>
                    <a:pt x="90639" y="111908"/>
                  </a:lnTo>
                  <a:lnTo>
                    <a:pt x="89705" y="110873"/>
                  </a:lnTo>
                  <a:lnTo>
                    <a:pt x="87602" y="107803"/>
                  </a:lnTo>
                  <a:lnTo>
                    <a:pt x="87268" y="106701"/>
                  </a:lnTo>
                  <a:lnTo>
                    <a:pt x="87502" y="105566"/>
                  </a:lnTo>
                  <a:lnTo>
                    <a:pt x="88572" y="105313"/>
                  </a:lnTo>
                  <a:lnTo>
                    <a:pt x="91276" y="104478"/>
                  </a:lnTo>
                  <a:lnTo>
                    <a:pt x="92778" y="103644"/>
                  </a:lnTo>
                  <a:lnTo>
                    <a:pt x="95314" y="102743"/>
                  </a:lnTo>
                  <a:lnTo>
                    <a:pt x="97817" y="101908"/>
                  </a:lnTo>
                  <a:lnTo>
                    <a:pt x="98318" y="101274"/>
                  </a:lnTo>
                  <a:lnTo>
                    <a:pt x="100287" y="99005"/>
                  </a:lnTo>
                  <a:lnTo>
                    <a:pt x="101289" y="96868"/>
                  </a:lnTo>
                  <a:lnTo>
                    <a:pt x="101723" y="94599"/>
                  </a:lnTo>
                  <a:lnTo>
                    <a:pt x="100688" y="92963"/>
                  </a:lnTo>
                  <a:lnTo>
                    <a:pt x="98852" y="91561"/>
                  </a:lnTo>
                  <a:lnTo>
                    <a:pt x="97183" y="93564"/>
                  </a:lnTo>
                  <a:lnTo>
                    <a:pt x="96583" y="93230"/>
                  </a:lnTo>
                  <a:lnTo>
                    <a:pt x="92811" y="90627"/>
                  </a:lnTo>
                  <a:lnTo>
                    <a:pt x="91509" y="92029"/>
                  </a:lnTo>
                  <a:lnTo>
                    <a:pt x="88806" y="94198"/>
                  </a:lnTo>
                  <a:lnTo>
                    <a:pt x="86035" y="93798"/>
                  </a:lnTo>
                  <a:lnTo>
                    <a:pt x="85438" y="93306"/>
                  </a:lnTo>
                  <a:lnTo>
                    <a:pt x="83473" y="91383"/>
                  </a:lnTo>
                  <a:lnTo>
                    <a:pt x="82831" y="90755"/>
                  </a:lnTo>
                  <a:lnTo>
                    <a:pt x="82544" y="90475"/>
                  </a:lnTo>
                  <a:lnTo>
                    <a:pt x="79630" y="87623"/>
                  </a:lnTo>
                  <a:lnTo>
                    <a:pt x="80363" y="87030"/>
                  </a:lnTo>
                  <a:lnTo>
                    <a:pt x="81260" y="86188"/>
                  </a:lnTo>
                  <a:lnTo>
                    <a:pt x="81820" y="85561"/>
                  </a:lnTo>
                  <a:lnTo>
                    <a:pt x="82875" y="84266"/>
                  </a:lnTo>
                  <a:lnTo>
                    <a:pt x="83037" y="84015"/>
                  </a:lnTo>
                  <a:lnTo>
                    <a:pt x="79374" y="81598"/>
                  </a:lnTo>
                  <a:lnTo>
                    <a:pt x="79796" y="81094"/>
                  </a:lnTo>
                  <a:lnTo>
                    <a:pt x="79989" y="80863"/>
                  </a:lnTo>
                  <a:lnTo>
                    <a:pt x="78830" y="79947"/>
                  </a:lnTo>
                  <a:lnTo>
                    <a:pt x="77615" y="81056"/>
                  </a:lnTo>
                  <a:lnTo>
                    <a:pt x="74818" y="83432"/>
                  </a:lnTo>
                  <a:lnTo>
                    <a:pt x="68888" y="88473"/>
                  </a:lnTo>
                  <a:lnTo>
                    <a:pt x="68142" y="89106"/>
                  </a:lnTo>
                  <a:lnTo>
                    <a:pt x="66587" y="90428"/>
                  </a:lnTo>
                  <a:lnTo>
                    <a:pt x="65636" y="91647"/>
                  </a:lnTo>
                  <a:lnTo>
                    <a:pt x="62678" y="95778"/>
                  </a:lnTo>
                  <a:lnTo>
                    <a:pt x="61215" y="97821"/>
                  </a:lnTo>
                  <a:lnTo>
                    <a:pt x="56438" y="104534"/>
                  </a:lnTo>
                  <a:lnTo>
                    <a:pt x="56164" y="105025"/>
                  </a:lnTo>
                  <a:lnTo>
                    <a:pt x="55972" y="106125"/>
                  </a:lnTo>
                  <a:lnTo>
                    <a:pt x="55853" y="109161"/>
                  </a:lnTo>
                  <a:lnTo>
                    <a:pt x="55526" y="110574"/>
                  </a:lnTo>
                  <a:lnTo>
                    <a:pt x="54324" y="113190"/>
                  </a:lnTo>
                  <a:lnTo>
                    <a:pt x="53390" y="115567"/>
                  </a:lnTo>
                  <a:lnTo>
                    <a:pt x="52615" y="117089"/>
                  </a:lnTo>
                  <a:lnTo>
                    <a:pt x="51414" y="118851"/>
                  </a:lnTo>
                  <a:lnTo>
                    <a:pt x="50891" y="119397"/>
                  </a:lnTo>
                  <a:lnTo>
                    <a:pt x="50159" y="120160"/>
                  </a:lnTo>
                  <a:lnTo>
                    <a:pt x="50025" y="120371"/>
                  </a:lnTo>
                  <a:lnTo>
                    <a:pt x="49853" y="120826"/>
                  </a:lnTo>
                  <a:lnTo>
                    <a:pt x="49789" y="121740"/>
                  </a:lnTo>
                  <a:lnTo>
                    <a:pt x="50190" y="123310"/>
                  </a:lnTo>
                  <a:lnTo>
                    <a:pt x="50686" y="125409"/>
                  </a:lnTo>
                  <a:lnTo>
                    <a:pt x="51215" y="126610"/>
                  </a:lnTo>
                  <a:lnTo>
                    <a:pt x="53170" y="130135"/>
                  </a:lnTo>
                  <a:lnTo>
                    <a:pt x="55479" y="134299"/>
                  </a:lnTo>
                  <a:lnTo>
                    <a:pt x="57291" y="137569"/>
                  </a:lnTo>
                  <a:lnTo>
                    <a:pt x="59648" y="141942"/>
                  </a:lnTo>
                  <a:lnTo>
                    <a:pt x="60545" y="143606"/>
                  </a:lnTo>
                  <a:lnTo>
                    <a:pt x="60688" y="143870"/>
                  </a:lnTo>
                  <a:lnTo>
                    <a:pt x="60859" y="144853"/>
                  </a:lnTo>
                  <a:lnTo>
                    <a:pt x="61711" y="153225"/>
                  </a:lnTo>
                  <a:lnTo>
                    <a:pt x="62002" y="155822"/>
                  </a:lnTo>
                  <a:lnTo>
                    <a:pt x="62078" y="156496"/>
                  </a:lnTo>
                  <a:lnTo>
                    <a:pt x="62973" y="164230"/>
                  </a:lnTo>
                  <a:lnTo>
                    <a:pt x="63197" y="165768"/>
                  </a:lnTo>
                  <a:lnTo>
                    <a:pt x="63404" y="166064"/>
                  </a:lnTo>
                  <a:lnTo>
                    <a:pt x="63678" y="166457"/>
                  </a:lnTo>
                  <a:lnTo>
                    <a:pt x="60092" y="169656"/>
                  </a:lnTo>
                  <a:lnTo>
                    <a:pt x="56527" y="172853"/>
                  </a:lnTo>
                  <a:lnTo>
                    <a:pt x="56270" y="172456"/>
                  </a:lnTo>
                  <a:lnTo>
                    <a:pt x="56039" y="172099"/>
                  </a:lnTo>
                  <a:lnTo>
                    <a:pt x="56126" y="169055"/>
                  </a:lnTo>
                  <a:lnTo>
                    <a:pt x="54577" y="163661"/>
                  </a:lnTo>
                  <a:lnTo>
                    <a:pt x="46688" y="162452"/>
                  </a:lnTo>
                  <a:lnTo>
                    <a:pt x="47355" y="161143"/>
                  </a:lnTo>
                  <a:lnTo>
                    <a:pt x="48664" y="159114"/>
                  </a:lnTo>
                  <a:lnTo>
                    <a:pt x="49385" y="158126"/>
                  </a:lnTo>
                  <a:lnTo>
                    <a:pt x="49171" y="157352"/>
                  </a:lnTo>
                  <a:lnTo>
                    <a:pt x="48948" y="156280"/>
                  </a:lnTo>
                  <a:lnTo>
                    <a:pt x="48564" y="155276"/>
                  </a:lnTo>
                  <a:lnTo>
                    <a:pt x="48521" y="154549"/>
                  </a:lnTo>
                  <a:lnTo>
                    <a:pt x="48799" y="153994"/>
                  </a:lnTo>
                  <a:lnTo>
                    <a:pt x="49162" y="152926"/>
                  </a:lnTo>
                  <a:lnTo>
                    <a:pt x="48244" y="150277"/>
                  </a:lnTo>
                  <a:lnTo>
                    <a:pt x="47624" y="149957"/>
                  </a:lnTo>
                  <a:lnTo>
                    <a:pt x="46683" y="149462"/>
                  </a:lnTo>
                  <a:lnTo>
                    <a:pt x="45860" y="148654"/>
                  </a:lnTo>
                  <a:lnTo>
                    <a:pt x="45326" y="148200"/>
                  </a:lnTo>
                  <a:lnTo>
                    <a:pt x="44659" y="147346"/>
                  </a:lnTo>
                  <a:lnTo>
                    <a:pt x="43911" y="146625"/>
                  </a:lnTo>
                  <a:lnTo>
                    <a:pt x="43217" y="146171"/>
                  </a:lnTo>
                  <a:lnTo>
                    <a:pt x="42389" y="145771"/>
                  </a:lnTo>
                  <a:lnTo>
                    <a:pt x="41408" y="145036"/>
                  </a:lnTo>
                  <a:lnTo>
                    <a:pt x="39405" y="141899"/>
                  </a:lnTo>
                  <a:lnTo>
                    <a:pt x="37569" y="140096"/>
                  </a:lnTo>
                  <a:lnTo>
                    <a:pt x="36058" y="139489"/>
                  </a:lnTo>
                  <a:lnTo>
                    <a:pt x="34816" y="139249"/>
                  </a:lnTo>
                  <a:lnTo>
                    <a:pt x="33655" y="138808"/>
                  </a:lnTo>
                  <a:lnTo>
                    <a:pt x="32894" y="138207"/>
                  </a:lnTo>
                  <a:lnTo>
                    <a:pt x="28167" y="133281"/>
                  </a:lnTo>
                  <a:lnTo>
                    <a:pt x="27354" y="132242"/>
                  </a:lnTo>
                  <a:lnTo>
                    <a:pt x="24563" y="128675"/>
                  </a:lnTo>
                  <a:lnTo>
                    <a:pt x="23081" y="127914"/>
                  </a:lnTo>
                  <a:lnTo>
                    <a:pt x="19676" y="127994"/>
                  </a:lnTo>
                  <a:lnTo>
                    <a:pt x="18234" y="127874"/>
                  </a:lnTo>
                  <a:lnTo>
                    <a:pt x="16192" y="128034"/>
                  </a:lnTo>
                  <a:lnTo>
                    <a:pt x="12773" y="127401"/>
                  </a:lnTo>
                  <a:lnTo>
                    <a:pt x="11679" y="126921"/>
                  </a:lnTo>
                  <a:lnTo>
                    <a:pt x="10130" y="126520"/>
                  </a:lnTo>
                  <a:lnTo>
                    <a:pt x="7626" y="125672"/>
                  </a:lnTo>
                  <a:lnTo>
                    <a:pt x="6819" y="125399"/>
                  </a:lnTo>
                  <a:lnTo>
                    <a:pt x="5724" y="126734"/>
                  </a:lnTo>
                  <a:lnTo>
                    <a:pt x="3808" y="126267"/>
                  </a:lnTo>
                  <a:lnTo>
                    <a:pt x="4289" y="124958"/>
                  </a:lnTo>
                  <a:lnTo>
                    <a:pt x="2233" y="124424"/>
                  </a:lnTo>
                  <a:lnTo>
                    <a:pt x="1672" y="122982"/>
                  </a:lnTo>
                  <a:lnTo>
                    <a:pt x="1699" y="121033"/>
                  </a:lnTo>
                  <a:lnTo>
                    <a:pt x="2499" y="118708"/>
                  </a:lnTo>
                  <a:lnTo>
                    <a:pt x="3652" y="119093"/>
                  </a:lnTo>
                  <a:lnTo>
                    <a:pt x="4154" y="117099"/>
                  </a:lnTo>
                  <a:lnTo>
                    <a:pt x="4344" y="116345"/>
                  </a:lnTo>
                  <a:lnTo>
                    <a:pt x="4541" y="115419"/>
                  </a:lnTo>
                  <a:lnTo>
                    <a:pt x="5327" y="111731"/>
                  </a:lnTo>
                  <a:lnTo>
                    <a:pt x="3895" y="111368"/>
                  </a:lnTo>
                  <a:lnTo>
                    <a:pt x="2223" y="111101"/>
                  </a:lnTo>
                  <a:lnTo>
                    <a:pt x="1353" y="110962"/>
                  </a:lnTo>
                  <a:lnTo>
                    <a:pt x="1619" y="109171"/>
                  </a:lnTo>
                  <a:lnTo>
                    <a:pt x="1674" y="108805"/>
                  </a:lnTo>
                  <a:lnTo>
                    <a:pt x="517" y="108618"/>
                  </a:lnTo>
                  <a:lnTo>
                    <a:pt x="221" y="108570"/>
                  </a:lnTo>
                  <a:lnTo>
                    <a:pt x="215" y="108036"/>
                  </a:lnTo>
                  <a:lnTo>
                    <a:pt x="299" y="107038"/>
                  </a:lnTo>
                  <a:lnTo>
                    <a:pt x="598" y="105757"/>
                  </a:lnTo>
                  <a:lnTo>
                    <a:pt x="555" y="104753"/>
                  </a:lnTo>
                  <a:lnTo>
                    <a:pt x="448" y="103834"/>
                  </a:lnTo>
                  <a:lnTo>
                    <a:pt x="178" y="103256"/>
                  </a:lnTo>
                  <a:lnTo>
                    <a:pt x="0" y="102873"/>
                  </a:lnTo>
                  <a:lnTo>
                    <a:pt x="2421" y="100515"/>
                  </a:lnTo>
                  <a:lnTo>
                    <a:pt x="3008" y="100789"/>
                  </a:lnTo>
                  <a:lnTo>
                    <a:pt x="4823" y="101088"/>
                  </a:lnTo>
                  <a:lnTo>
                    <a:pt x="6319" y="101173"/>
                  </a:lnTo>
                  <a:lnTo>
                    <a:pt x="8946" y="101387"/>
                  </a:lnTo>
                  <a:lnTo>
                    <a:pt x="11445" y="96944"/>
                  </a:lnTo>
                  <a:lnTo>
                    <a:pt x="11745" y="96986"/>
                  </a:lnTo>
                  <a:lnTo>
                    <a:pt x="12642" y="97136"/>
                  </a:lnTo>
                  <a:lnTo>
                    <a:pt x="13731" y="97221"/>
                  </a:lnTo>
                  <a:lnTo>
                    <a:pt x="14906" y="97285"/>
                  </a:lnTo>
                  <a:lnTo>
                    <a:pt x="14970" y="97135"/>
                  </a:lnTo>
                  <a:lnTo>
                    <a:pt x="15838" y="94698"/>
                  </a:lnTo>
                  <a:lnTo>
                    <a:pt x="15370" y="94364"/>
                  </a:lnTo>
                  <a:lnTo>
                    <a:pt x="14336" y="93396"/>
                  </a:lnTo>
                  <a:lnTo>
                    <a:pt x="13868" y="92328"/>
                  </a:lnTo>
                  <a:lnTo>
                    <a:pt x="13668" y="90626"/>
                  </a:lnTo>
                  <a:lnTo>
                    <a:pt x="14236" y="87155"/>
                  </a:lnTo>
                  <a:lnTo>
                    <a:pt x="15571" y="87222"/>
                  </a:lnTo>
                  <a:lnTo>
                    <a:pt x="17740" y="87789"/>
                  </a:lnTo>
                  <a:lnTo>
                    <a:pt x="18975" y="88089"/>
                  </a:lnTo>
                  <a:lnTo>
                    <a:pt x="19609" y="88023"/>
                  </a:lnTo>
                  <a:lnTo>
                    <a:pt x="21946" y="87422"/>
                  </a:lnTo>
                  <a:lnTo>
                    <a:pt x="23326" y="86972"/>
                  </a:lnTo>
                  <a:lnTo>
                    <a:pt x="25963" y="86171"/>
                  </a:lnTo>
                  <a:lnTo>
                    <a:pt x="28099" y="85570"/>
                  </a:lnTo>
                  <a:lnTo>
                    <a:pt x="30102" y="84869"/>
                  </a:lnTo>
                  <a:lnTo>
                    <a:pt x="32839" y="83667"/>
                  </a:lnTo>
                  <a:lnTo>
                    <a:pt x="35342" y="82833"/>
                  </a:lnTo>
                  <a:lnTo>
                    <a:pt x="36410" y="82733"/>
                  </a:lnTo>
                  <a:lnTo>
                    <a:pt x="37213" y="82742"/>
                  </a:lnTo>
                  <a:lnTo>
                    <a:pt x="38485" y="82756"/>
                  </a:lnTo>
                  <a:lnTo>
                    <a:pt x="39380" y="82766"/>
                  </a:lnTo>
                  <a:lnTo>
                    <a:pt x="40916" y="83567"/>
                  </a:lnTo>
                  <a:lnTo>
                    <a:pt x="43586" y="84869"/>
                  </a:lnTo>
                  <a:lnTo>
                    <a:pt x="45689" y="86004"/>
                  </a:lnTo>
                  <a:lnTo>
                    <a:pt x="48426" y="85503"/>
                  </a:lnTo>
                  <a:lnTo>
                    <a:pt x="49894" y="84569"/>
                  </a:lnTo>
                  <a:lnTo>
                    <a:pt x="51057" y="83186"/>
                  </a:lnTo>
                  <a:lnTo>
                    <a:pt x="51157" y="82251"/>
                  </a:lnTo>
                  <a:lnTo>
                    <a:pt x="51790" y="81513"/>
                  </a:lnTo>
                  <a:lnTo>
                    <a:pt x="56296" y="77975"/>
                  </a:lnTo>
                  <a:lnTo>
                    <a:pt x="58132" y="76173"/>
                  </a:lnTo>
                  <a:lnTo>
                    <a:pt x="58900" y="74704"/>
                  </a:lnTo>
                  <a:lnTo>
                    <a:pt x="59233" y="73737"/>
                  </a:lnTo>
                  <a:lnTo>
                    <a:pt x="59133" y="72735"/>
                  </a:lnTo>
                  <a:lnTo>
                    <a:pt x="58833" y="71033"/>
                  </a:lnTo>
                  <a:lnTo>
                    <a:pt x="58834" y="70162"/>
                  </a:lnTo>
                  <a:lnTo>
                    <a:pt x="59033" y="69598"/>
                  </a:lnTo>
                  <a:lnTo>
                    <a:pt x="59601" y="67695"/>
                  </a:lnTo>
                  <a:lnTo>
                    <a:pt x="60195" y="64989"/>
                  </a:lnTo>
                  <a:lnTo>
                    <a:pt x="65002" y="68074"/>
                  </a:lnTo>
                  <a:lnTo>
                    <a:pt x="66780" y="67687"/>
                  </a:lnTo>
                  <a:lnTo>
                    <a:pt x="69151" y="67516"/>
                  </a:lnTo>
                  <a:lnTo>
                    <a:pt x="71287" y="67174"/>
                  </a:lnTo>
                  <a:lnTo>
                    <a:pt x="72358" y="66811"/>
                  </a:lnTo>
                  <a:lnTo>
                    <a:pt x="72547" y="66747"/>
                  </a:lnTo>
                  <a:lnTo>
                    <a:pt x="73680" y="66021"/>
                  </a:lnTo>
                  <a:lnTo>
                    <a:pt x="74513" y="65252"/>
                  </a:lnTo>
                  <a:lnTo>
                    <a:pt x="74961" y="64312"/>
                  </a:lnTo>
                  <a:lnTo>
                    <a:pt x="75431" y="63372"/>
                  </a:lnTo>
                  <a:lnTo>
                    <a:pt x="75965" y="62745"/>
                  </a:lnTo>
                  <a:lnTo>
                    <a:pt x="76829" y="61955"/>
                  </a:lnTo>
                  <a:lnTo>
                    <a:pt x="77242" y="61578"/>
                  </a:lnTo>
                  <a:lnTo>
                    <a:pt x="81458" y="62632"/>
                  </a:lnTo>
                  <a:lnTo>
                    <a:pt x="83244" y="63048"/>
                  </a:lnTo>
                  <a:lnTo>
                    <a:pt x="83893" y="62797"/>
                  </a:lnTo>
                  <a:lnTo>
                    <a:pt x="83830" y="62296"/>
                  </a:lnTo>
                  <a:lnTo>
                    <a:pt x="84208" y="59606"/>
                  </a:lnTo>
                  <a:lnTo>
                    <a:pt x="84381" y="58765"/>
                  </a:lnTo>
                  <a:lnTo>
                    <a:pt x="84368" y="57884"/>
                  </a:lnTo>
                  <a:lnTo>
                    <a:pt x="84125" y="55820"/>
                  </a:lnTo>
                  <a:lnTo>
                    <a:pt x="83634" y="54902"/>
                  </a:lnTo>
                  <a:lnTo>
                    <a:pt x="82859" y="53505"/>
                  </a:lnTo>
                  <a:lnTo>
                    <a:pt x="82018" y="52343"/>
                  </a:lnTo>
                  <a:lnTo>
                    <a:pt x="80897" y="51257"/>
                  </a:lnTo>
                  <a:lnTo>
                    <a:pt x="78798" y="49415"/>
                  </a:lnTo>
                  <a:lnTo>
                    <a:pt x="78109" y="49079"/>
                  </a:lnTo>
                  <a:lnTo>
                    <a:pt x="77548" y="48646"/>
                  </a:lnTo>
                  <a:lnTo>
                    <a:pt x="76955" y="48069"/>
                  </a:lnTo>
                  <a:lnTo>
                    <a:pt x="75738" y="45987"/>
                  </a:lnTo>
                  <a:lnTo>
                    <a:pt x="75129" y="44529"/>
                  </a:lnTo>
                  <a:lnTo>
                    <a:pt x="74985" y="43535"/>
                  </a:lnTo>
                  <a:lnTo>
                    <a:pt x="74857" y="42590"/>
                  </a:lnTo>
                  <a:lnTo>
                    <a:pt x="74819" y="40769"/>
                  </a:lnTo>
                  <a:lnTo>
                    <a:pt x="74606" y="37458"/>
                  </a:lnTo>
                  <a:lnTo>
                    <a:pt x="74497" y="36792"/>
                  </a:lnTo>
                  <a:lnTo>
                    <a:pt x="74064" y="35719"/>
                  </a:lnTo>
                  <a:lnTo>
                    <a:pt x="73616" y="35030"/>
                  </a:lnTo>
                  <a:lnTo>
                    <a:pt x="73119" y="34549"/>
                  </a:lnTo>
                  <a:lnTo>
                    <a:pt x="72959" y="33989"/>
                  </a:lnTo>
                  <a:lnTo>
                    <a:pt x="72879" y="33043"/>
                  </a:lnTo>
                  <a:lnTo>
                    <a:pt x="72902" y="32613"/>
                  </a:lnTo>
                  <a:lnTo>
                    <a:pt x="72991" y="30977"/>
                  </a:lnTo>
                  <a:lnTo>
                    <a:pt x="73087" y="28381"/>
                  </a:lnTo>
                  <a:lnTo>
                    <a:pt x="73055" y="27564"/>
                  </a:lnTo>
                  <a:lnTo>
                    <a:pt x="72923" y="26934"/>
                  </a:lnTo>
                  <a:lnTo>
                    <a:pt x="72412" y="26054"/>
                  </a:lnTo>
                  <a:lnTo>
                    <a:pt x="72303" y="25867"/>
                  </a:lnTo>
                  <a:lnTo>
                    <a:pt x="71956" y="25268"/>
                  </a:lnTo>
                  <a:lnTo>
                    <a:pt x="69075" y="20238"/>
                  </a:lnTo>
                  <a:lnTo>
                    <a:pt x="68532" y="19289"/>
                  </a:lnTo>
                  <a:lnTo>
                    <a:pt x="67483" y="17458"/>
                  </a:lnTo>
                  <a:lnTo>
                    <a:pt x="66205" y="15162"/>
                  </a:lnTo>
                  <a:lnTo>
                    <a:pt x="65316" y="13566"/>
                  </a:lnTo>
                  <a:lnTo>
                    <a:pt x="65030" y="13052"/>
                  </a:lnTo>
                  <a:lnTo>
                    <a:pt x="64379" y="11884"/>
                  </a:lnTo>
                  <a:lnTo>
                    <a:pt x="63925" y="10763"/>
                  </a:lnTo>
                  <a:lnTo>
                    <a:pt x="63591" y="9938"/>
                  </a:lnTo>
                  <a:lnTo>
                    <a:pt x="63524" y="9771"/>
                  </a:lnTo>
                  <a:lnTo>
                    <a:pt x="65157" y="9573"/>
                  </a:lnTo>
                  <a:lnTo>
                    <a:pt x="73356" y="8576"/>
                  </a:lnTo>
                  <a:lnTo>
                    <a:pt x="76828" y="8154"/>
                  </a:lnTo>
                  <a:lnTo>
                    <a:pt x="78959" y="7894"/>
                  </a:lnTo>
                  <a:lnTo>
                    <a:pt x="80644" y="7644"/>
                  </a:lnTo>
                  <a:lnTo>
                    <a:pt x="85898" y="6865"/>
                  </a:lnTo>
                  <a:lnTo>
                    <a:pt x="89825" y="6282"/>
                  </a:lnTo>
                  <a:lnTo>
                    <a:pt x="91049" y="6100"/>
                  </a:lnTo>
                  <a:lnTo>
                    <a:pt x="93351" y="5758"/>
                  </a:lnTo>
                  <a:lnTo>
                    <a:pt x="96332" y="5340"/>
                  </a:lnTo>
                  <a:lnTo>
                    <a:pt x="100967" y="4689"/>
                  </a:lnTo>
                  <a:lnTo>
                    <a:pt x="101666" y="4591"/>
                  </a:lnTo>
                  <a:lnTo>
                    <a:pt x="107048" y="3835"/>
                  </a:lnTo>
                  <a:lnTo>
                    <a:pt x="112145" y="3119"/>
                  </a:lnTo>
                  <a:lnTo>
                    <a:pt x="118659" y="2204"/>
                  </a:lnTo>
                  <a:lnTo>
                    <a:pt x="120390" y="1953"/>
                  </a:lnTo>
                  <a:lnTo>
                    <a:pt x="122513" y="1645"/>
                  </a:lnTo>
                  <a:lnTo>
                    <a:pt x="124874" y="1302"/>
                  </a:lnTo>
                  <a:lnTo>
                    <a:pt x="126779" y="1072"/>
                  </a:lnTo>
                  <a:lnTo>
                    <a:pt x="135650" y="0"/>
                  </a:lnTo>
                  <a:lnTo>
                    <a:pt x="134626" y="1722"/>
                  </a:lnTo>
                  <a:lnTo>
                    <a:pt x="134246" y="2359"/>
                  </a:lnTo>
                  <a:lnTo>
                    <a:pt x="132715" y="5216"/>
                  </a:lnTo>
                  <a:lnTo>
                    <a:pt x="130796" y="8797"/>
                  </a:lnTo>
                  <a:lnTo>
                    <a:pt x="130308" y="9709"/>
                  </a:lnTo>
                  <a:lnTo>
                    <a:pt x="130036" y="10221"/>
                  </a:lnTo>
                  <a:lnTo>
                    <a:pt x="129731" y="10798"/>
                  </a:lnTo>
                  <a:lnTo>
                    <a:pt x="128038" y="13993"/>
                  </a:lnTo>
                  <a:lnTo>
                    <a:pt x="122677" y="24952"/>
                  </a:lnTo>
                  <a:lnTo>
                    <a:pt x="121055" y="28393"/>
                  </a:lnTo>
                  <a:lnTo>
                    <a:pt x="120583" y="293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3857012" y="3470690"/>
              <a:ext cx="172413" cy="123151"/>
            </a:xfrm>
            <a:custGeom>
              <a:avLst/>
              <a:pathLst>
                <a:path w="172413" h="123151">
                  <a:moveTo>
                    <a:pt x="83234" y="35338"/>
                  </a:moveTo>
                  <a:lnTo>
                    <a:pt x="82963" y="42528"/>
                  </a:lnTo>
                  <a:lnTo>
                    <a:pt x="88228" y="41929"/>
                  </a:lnTo>
                  <a:lnTo>
                    <a:pt x="92717" y="41419"/>
                  </a:lnTo>
                  <a:lnTo>
                    <a:pt x="100622" y="40520"/>
                  </a:lnTo>
                  <a:lnTo>
                    <a:pt x="101155" y="40460"/>
                  </a:lnTo>
                  <a:lnTo>
                    <a:pt x="102951" y="40256"/>
                  </a:lnTo>
                  <a:lnTo>
                    <a:pt x="107688" y="39717"/>
                  </a:lnTo>
                  <a:lnTo>
                    <a:pt x="110353" y="39414"/>
                  </a:lnTo>
                  <a:lnTo>
                    <a:pt x="115278" y="38855"/>
                  </a:lnTo>
                  <a:lnTo>
                    <a:pt x="115651" y="38812"/>
                  </a:lnTo>
                  <a:lnTo>
                    <a:pt x="115621" y="39910"/>
                  </a:lnTo>
                  <a:lnTo>
                    <a:pt x="115591" y="41008"/>
                  </a:lnTo>
                  <a:lnTo>
                    <a:pt x="113586" y="42803"/>
                  </a:lnTo>
                  <a:lnTo>
                    <a:pt x="114972" y="45602"/>
                  </a:lnTo>
                  <a:lnTo>
                    <a:pt x="116153" y="49235"/>
                  </a:lnTo>
                  <a:lnTo>
                    <a:pt x="117130" y="51325"/>
                  </a:lnTo>
                  <a:lnTo>
                    <a:pt x="118042" y="52431"/>
                  </a:lnTo>
                  <a:lnTo>
                    <a:pt x="119163" y="53790"/>
                  </a:lnTo>
                  <a:lnTo>
                    <a:pt x="124894" y="57743"/>
                  </a:lnTo>
                  <a:lnTo>
                    <a:pt x="128141" y="59490"/>
                  </a:lnTo>
                  <a:lnTo>
                    <a:pt x="128939" y="59811"/>
                  </a:lnTo>
                  <a:lnTo>
                    <a:pt x="132997" y="61445"/>
                  </a:lnTo>
                  <a:lnTo>
                    <a:pt x="134408" y="62069"/>
                  </a:lnTo>
                  <a:lnTo>
                    <a:pt x="135307" y="64119"/>
                  </a:lnTo>
                  <a:lnTo>
                    <a:pt x="136076" y="65768"/>
                  </a:lnTo>
                  <a:lnTo>
                    <a:pt x="136788" y="66902"/>
                  </a:lnTo>
                  <a:lnTo>
                    <a:pt x="137088" y="67758"/>
                  </a:lnTo>
                  <a:lnTo>
                    <a:pt x="137222" y="68138"/>
                  </a:lnTo>
                  <a:lnTo>
                    <a:pt x="137319" y="68416"/>
                  </a:lnTo>
                  <a:lnTo>
                    <a:pt x="137574" y="68395"/>
                  </a:lnTo>
                  <a:lnTo>
                    <a:pt x="138838" y="68288"/>
                  </a:lnTo>
                  <a:lnTo>
                    <a:pt x="141275" y="68078"/>
                  </a:lnTo>
                  <a:lnTo>
                    <a:pt x="143184" y="67913"/>
                  </a:lnTo>
                  <a:lnTo>
                    <a:pt x="144570" y="67922"/>
                  </a:lnTo>
                  <a:lnTo>
                    <a:pt x="145076" y="67925"/>
                  </a:lnTo>
                  <a:lnTo>
                    <a:pt x="145407" y="67943"/>
                  </a:lnTo>
                  <a:lnTo>
                    <a:pt x="147020" y="68032"/>
                  </a:lnTo>
                  <a:lnTo>
                    <a:pt x="148915" y="68287"/>
                  </a:lnTo>
                  <a:lnTo>
                    <a:pt x="151443" y="68976"/>
                  </a:lnTo>
                  <a:lnTo>
                    <a:pt x="152352" y="69254"/>
                  </a:lnTo>
                  <a:lnTo>
                    <a:pt x="152009" y="70016"/>
                  </a:lnTo>
                  <a:lnTo>
                    <a:pt x="151092" y="72054"/>
                  </a:lnTo>
                  <a:lnTo>
                    <a:pt x="149911" y="72916"/>
                  </a:lnTo>
                  <a:lnTo>
                    <a:pt x="149903" y="77568"/>
                  </a:lnTo>
                  <a:lnTo>
                    <a:pt x="151403" y="77806"/>
                  </a:lnTo>
                  <a:lnTo>
                    <a:pt x="151599" y="79611"/>
                  </a:lnTo>
                  <a:lnTo>
                    <a:pt x="153920" y="80433"/>
                  </a:lnTo>
                  <a:lnTo>
                    <a:pt x="155270" y="80157"/>
                  </a:lnTo>
                  <a:lnTo>
                    <a:pt x="156402" y="79925"/>
                  </a:lnTo>
                  <a:lnTo>
                    <a:pt x="157900" y="78758"/>
                  </a:lnTo>
                  <a:lnTo>
                    <a:pt x="160503" y="76730"/>
                  </a:lnTo>
                  <a:lnTo>
                    <a:pt x="161929" y="75775"/>
                  </a:lnTo>
                  <a:lnTo>
                    <a:pt x="164516" y="75500"/>
                  </a:lnTo>
                  <a:lnTo>
                    <a:pt x="165176" y="75430"/>
                  </a:lnTo>
                  <a:lnTo>
                    <a:pt x="167089" y="75766"/>
                  </a:lnTo>
                  <a:lnTo>
                    <a:pt x="170796" y="82578"/>
                  </a:lnTo>
                  <a:lnTo>
                    <a:pt x="171625" y="86639"/>
                  </a:lnTo>
                  <a:lnTo>
                    <a:pt x="171739" y="87196"/>
                  </a:lnTo>
                  <a:lnTo>
                    <a:pt x="172282" y="89856"/>
                  </a:lnTo>
                  <a:lnTo>
                    <a:pt x="172336" y="90120"/>
                  </a:lnTo>
                  <a:lnTo>
                    <a:pt x="172369" y="90282"/>
                  </a:lnTo>
                  <a:lnTo>
                    <a:pt x="172413" y="90495"/>
                  </a:lnTo>
                  <a:lnTo>
                    <a:pt x="172065" y="90930"/>
                  </a:lnTo>
                  <a:lnTo>
                    <a:pt x="166557" y="92386"/>
                  </a:lnTo>
                  <a:lnTo>
                    <a:pt x="162106" y="93651"/>
                  </a:lnTo>
                  <a:lnTo>
                    <a:pt x="158314" y="95496"/>
                  </a:lnTo>
                  <a:lnTo>
                    <a:pt x="152248" y="96354"/>
                  </a:lnTo>
                  <a:lnTo>
                    <a:pt x="147141" y="95680"/>
                  </a:lnTo>
                  <a:lnTo>
                    <a:pt x="144649" y="94820"/>
                  </a:lnTo>
                  <a:lnTo>
                    <a:pt x="140660" y="93270"/>
                  </a:lnTo>
                  <a:lnTo>
                    <a:pt x="137884" y="92921"/>
                  </a:lnTo>
                  <a:lnTo>
                    <a:pt x="132585" y="91608"/>
                  </a:lnTo>
                  <a:lnTo>
                    <a:pt x="129837" y="90002"/>
                  </a:lnTo>
                  <a:lnTo>
                    <a:pt x="128483" y="89183"/>
                  </a:lnTo>
                  <a:lnTo>
                    <a:pt x="125149" y="88119"/>
                  </a:lnTo>
                  <a:lnTo>
                    <a:pt x="122225" y="87628"/>
                  </a:lnTo>
                  <a:lnTo>
                    <a:pt x="121365" y="83060"/>
                  </a:lnTo>
                  <a:lnTo>
                    <a:pt x="119612" y="83021"/>
                  </a:lnTo>
                  <a:lnTo>
                    <a:pt x="118303" y="83616"/>
                  </a:lnTo>
                  <a:lnTo>
                    <a:pt x="116554" y="84405"/>
                  </a:lnTo>
                  <a:lnTo>
                    <a:pt x="113582" y="85682"/>
                  </a:lnTo>
                  <a:lnTo>
                    <a:pt x="110504" y="87555"/>
                  </a:lnTo>
                  <a:lnTo>
                    <a:pt x="106275" y="88417"/>
                  </a:lnTo>
                  <a:lnTo>
                    <a:pt x="103422" y="88585"/>
                  </a:lnTo>
                  <a:lnTo>
                    <a:pt x="100699" y="89020"/>
                  </a:lnTo>
                  <a:lnTo>
                    <a:pt x="99761" y="93497"/>
                  </a:lnTo>
                  <a:lnTo>
                    <a:pt x="97417" y="99214"/>
                  </a:lnTo>
                  <a:lnTo>
                    <a:pt x="97680" y="102610"/>
                  </a:lnTo>
                  <a:lnTo>
                    <a:pt x="95042" y="104053"/>
                  </a:lnTo>
                  <a:lnTo>
                    <a:pt x="93614" y="104519"/>
                  </a:lnTo>
                  <a:lnTo>
                    <a:pt x="91947" y="105250"/>
                  </a:lnTo>
                  <a:lnTo>
                    <a:pt x="91590" y="105241"/>
                  </a:lnTo>
                  <a:lnTo>
                    <a:pt x="90308" y="105211"/>
                  </a:lnTo>
                  <a:lnTo>
                    <a:pt x="86970" y="105444"/>
                  </a:lnTo>
                  <a:lnTo>
                    <a:pt x="86702" y="105416"/>
                  </a:lnTo>
                  <a:lnTo>
                    <a:pt x="85711" y="105310"/>
                  </a:lnTo>
                  <a:lnTo>
                    <a:pt x="85367" y="105273"/>
                  </a:lnTo>
                  <a:lnTo>
                    <a:pt x="84350" y="105165"/>
                  </a:lnTo>
                  <a:lnTo>
                    <a:pt x="82862" y="108482"/>
                  </a:lnTo>
                  <a:lnTo>
                    <a:pt x="82481" y="109331"/>
                  </a:lnTo>
                  <a:lnTo>
                    <a:pt x="81230" y="111897"/>
                  </a:lnTo>
                  <a:lnTo>
                    <a:pt x="80932" y="112508"/>
                  </a:lnTo>
                  <a:lnTo>
                    <a:pt x="80414" y="113379"/>
                  </a:lnTo>
                  <a:lnTo>
                    <a:pt x="71543" y="114451"/>
                  </a:lnTo>
                  <a:lnTo>
                    <a:pt x="69637" y="114682"/>
                  </a:lnTo>
                  <a:lnTo>
                    <a:pt x="67276" y="115024"/>
                  </a:lnTo>
                  <a:lnTo>
                    <a:pt x="65154" y="115333"/>
                  </a:lnTo>
                  <a:lnTo>
                    <a:pt x="63422" y="115584"/>
                  </a:lnTo>
                  <a:lnTo>
                    <a:pt x="56909" y="116499"/>
                  </a:lnTo>
                  <a:lnTo>
                    <a:pt x="51811" y="117215"/>
                  </a:lnTo>
                  <a:lnTo>
                    <a:pt x="46430" y="117970"/>
                  </a:lnTo>
                  <a:lnTo>
                    <a:pt x="45731" y="118068"/>
                  </a:lnTo>
                  <a:lnTo>
                    <a:pt x="41096" y="118719"/>
                  </a:lnTo>
                  <a:lnTo>
                    <a:pt x="38115" y="119138"/>
                  </a:lnTo>
                  <a:lnTo>
                    <a:pt x="35813" y="119480"/>
                  </a:lnTo>
                  <a:lnTo>
                    <a:pt x="34589" y="119661"/>
                  </a:lnTo>
                  <a:lnTo>
                    <a:pt x="30661" y="120244"/>
                  </a:lnTo>
                  <a:lnTo>
                    <a:pt x="25408" y="121024"/>
                  </a:lnTo>
                  <a:lnTo>
                    <a:pt x="23723" y="121274"/>
                  </a:lnTo>
                  <a:lnTo>
                    <a:pt x="21591" y="121533"/>
                  </a:lnTo>
                  <a:lnTo>
                    <a:pt x="18120" y="121955"/>
                  </a:lnTo>
                  <a:lnTo>
                    <a:pt x="9921" y="122952"/>
                  </a:lnTo>
                  <a:lnTo>
                    <a:pt x="8288" y="123151"/>
                  </a:lnTo>
                  <a:lnTo>
                    <a:pt x="7782" y="122992"/>
                  </a:lnTo>
                  <a:lnTo>
                    <a:pt x="7608" y="122698"/>
                  </a:lnTo>
                  <a:lnTo>
                    <a:pt x="7415" y="122370"/>
                  </a:lnTo>
                  <a:lnTo>
                    <a:pt x="7339" y="121952"/>
                  </a:lnTo>
                  <a:lnTo>
                    <a:pt x="7252" y="121475"/>
                  </a:lnTo>
                  <a:lnTo>
                    <a:pt x="6561" y="117685"/>
                  </a:lnTo>
                  <a:lnTo>
                    <a:pt x="6306" y="116283"/>
                  </a:lnTo>
                  <a:lnTo>
                    <a:pt x="6263" y="116046"/>
                  </a:lnTo>
                  <a:lnTo>
                    <a:pt x="6028" y="114767"/>
                  </a:lnTo>
                  <a:lnTo>
                    <a:pt x="5309" y="110843"/>
                  </a:lnTo>
                  <a:lnTo>
                    <a:pt x="4396" y="106155"/>
                  </a:lnTo>
                  <a:lnTo>
                    <a:pt x="3971" y="103972"/>
                  </a:lnTo>
                  <a:lnTo>
                    <a:pt x="3010" y="99511"/>
                  </a:lnTo>
                  <a:lnTo>
                    <a:pt x="961" y="89690"/>
                  </a:lnTo>
                  <a:lnTo>
                    <a:pt x="876" y="89306"/>
                  </a:lnTo>
                  <a:lnTo>
                    <a:pt x="0" y="85334"/>
                  </a:lnTo>
                  <a:lnTo>
                    <a:pt x="1478" y="85124"/>
                  </a:lnTo>
                  <a:lnTo>
                    <a:pt x="8201" y="84169"/>
                  </a:lnTo>
                  <a:lnTo>
                    <a:pt x="10741" y="83781"/>
                  </a:lnTo>
                  <a:lnTo>
                    <a:pt x="13282" y="83393"/>
                  </a:lnTo>
                  <a:lnTo>
                    <a:pt x="16818" y="82936"/>
                  </a:lnTo>
                  <a:lnTo>
                    <a:pt x="16532" y="79535"/>
                  </a:lnTo>
                  <a:lnTo>
                    <a:pt x="15633" y="72736"/>
                  </a:lnTo>
                  <a:lnTo>
                    <a:pt x="14798" y="65565"/>
                  </a:lnTo>
                  <a:lnTo>
                    <a:pt x="14248" y="61279"/>
                  </a:lnTo>
                  <a:lnTo>
                    <a:pt x="13270" y="53668"/>
                  </a:lnTo>
                  <a:lnTo>
                    <a:pt x="13003" y="51198"/>
                  </a:lnTo>
                  <a:lnTo>
                    <a:pt x="17609" y="50748"/>
                  </a:lnTo>
                  <a:lnTo>
                    <a:pt x="19974" y="50448"/>
                  </a:lnTo>
                  <a:lnTo>
                    <a:pt x="19611" y="47466"/>
                  </a:lnTo>
                  <a:lnTo>
                    <a:pt x="18579" y="39576"/>
                  </a:lnTo>
                  <a:lnTo>
                    <a:pt x="18418" y="38428"/>
                  </a:lnTo>
                  <a:lnTo>
                    <a:pt x="17180" y="29608"/>
                  </a:lnTo>
                  <a:lnTo>
                    <a:pt x="16698" y="25542"/>
                  </a:lnTo>
                  <a:lnTo>
                    <a:pt x="18497" y="24545"/>
                  </a:lnTo>
                  <a:lnTo>
                    <a:pt x="22344" y="22856"/>
                  </a:lnTo>
                  <a:lnTo>
                    <a:pt x="26366" y="21247"/>
                  </a:lnTo>
                  <a:lnTo>
                    <a:pt x="30247" y="19644"/>
                  </a:lnTo>
                  <a:lnTo>
                    <a:pt x="34588" y="17911"/>
                  </a:lnTo>
                  <a:lnTo>
                    <a:pt x="37577" y="16861"/>
                  </a:lnTo>
                  <a:lnTo>
                    <a:pt x="40312" y="15850"/>
                  </a:lnTo>
                  <a:lnTo>
                    <a:pt x="41148" y="15694"/>
                  </a:lnTo>
                  <a:lnTo>
                    <a:pt x="44039" y="15153"/>
                  </a:lnTo>
                  <a:lnTo>
                    <a:pt x="47057" y="14745"/>
                  </a:lnTo>
                  <a:lnTo>
                    <a:pt x="49940" y="14157"/>
                  </a:lnTo>
                  <a:lnTo>
                    <a:pt x="51249" y="13824"/>
                  </a:lnTo>
                  <a:lnTo>
                    <a:pt x="53553" y="13253"/>
                  </a:lnTo>
                  <a:lnTo>
                    <a:pt x="55742" y="12526"/>
                  </a:lnTo>
                  <a:lnTo>
                    <a:pt x="57616" y="11828"/>
                  </a:lnTo>
                  <a:lnTo>
                    <a:pt x="59823" y="10934"/>
                  </a:lnTo>
                  <a:lnTo>
                    <a:pt x="60102" y="10821"/>
                  </a:lnTo>
                  <a:lnTo>
                    <a:pt x="62459" y="9942"/>
                  </a:lnTo>
                  <a:lnTo>
                    <a:pt x="64301" y="9121"/>
                  </a:lnTo>
                  <a:lnTo>
                    <a:pt x="65593" y="8546"/>
                  </a:lnTo>
                  <a:lnTo>
                    <a:pt x="67972" y="7314"/>
                  </a:lnTo>
                  <a:lnTo>
                    <a:pt x="69189" y="6648"/>
                  </a:lnTo>
                  <a:lnTo>
                    <a:pt x="71589" y="5335"/>
                  </a:lnTo>
                  <a:lnTo>
                    <a:pt x="74539" y="3906"/>
                  </a:lnTo>
                  <a:lnTo>
                    <a:pt x="77357" y="2589"/>
                  </a:lnTo>
                  <a:lnTo>
                    <a:pt x="77597" y="2475"/>
                  </a:lnTo>
                  <a:lnTo>
                    <a:pt x="78229" y="2174"/>
                  </a:lnTo>
                  <a:lnTo>
                    <a:pt x="83926" y="0"/>
                  </a:lnTo>
                  <a:lnTo>
                    <a:pt x="84042" y="3753"/>
                  </a:lnTo>
                  <a:lnTo>
                    <a:pt x="84068" y="4606"/>
                  </a:lnTo>
                  <a:lnTo>
                    <a:pt x="84134" y="6750"/>
                  </a:lnTo>
                  <a:lnTo>
                    <a:pt x="84195" y="8716"/>
                  </a:lnTo>
                  <a:lnTo>
                    <a:pt x="84188" y="14557"/>
                  </a:lnTo>
                  <a:lnTo>
                    <a:pt x="84187" y="16101"/>
                  </a:lnTo>
                  <a:lnTo>
                    <a:pt x="84025" y="18995"/>
                  </a:lnTo>
                  <a:lnTo>
                    <a:pt x="83886" y="21475"/>
                  </a:lnTo>
                  <a:lnTo>
                    <a:pt x="83852" y="21942"/>
                  </a:lnTo>
                  <a:lnTo>
                    <a:pt x="83697" y="24077"/>
                  </a:lnTo>
                  <a:lnTo>
                    <a:pt x="83619" y="25146"/>
                  </a:lnTo>
                  <a:lnTo>
                    <a:pt x="83468" y="291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3921208" y="3574264"/>
              <a:ext cx="63683" cy="48070"/>
            </a:xfrm>
            <a:custGeom>
              <a:avLst/>
              <a:pathLst>
                <a:path w="63683" h="48070">
                  <a:moveTo>
                    <a:pt x="44286" y="1438"/>
                  </a:moveTo>
                  <a:lnTo>
                    <a:pt x="45060" y="1678"/>
                  </a:lnTo>
                  <a:lnTo>
                    <a:pt x="46022" y="1651"/>
                  </a:lnTo>
                  <a:lnTo>
                    <a:pt x="46849" y="1732"/>
                  </a:lnTo>
                  <a:lnTo>
                    <a:pt x="47463" y="1892"/>
                  </a:lnTo>
                  <a:lnTo>
                    <a:pt x="47997" y="2212"/>
                  </a:lnTo>
                  <a:lnTo>
                    <a:pt x="48345" y="2666"/>
                  </a:lnTo>
                  <a:lnTo>
                    <a:pt x="49068" y="4432"/>
                  </a:lnTo>
                  <a:lnTo>
                    <a:pt x="49325" y="4971"/>
                  </a:lnTo>
                  <a:lnTo>
                    <a:pt x="49632" y="5235"/>
                  </a:lnTo>
                  <a:lnTo>
                    <a:pt x="49908" y="5432"/>
                  </a:lnTo>
                  <a:lnTo>
                    <a:pt x="50187" y="5518"/>
                  </a:lnTo>
                  <a:lnTo>
                    <a:pt x="50469" y="5473"/>
                  </a:lnTo>
                  <a:lnTo>
                    <a:pt x="50911" y="5391"/>
                  </a:lnTo>
                  <a:lnTo>
                    <a:pt x="51891" y="4803"/>
                  </a:lnTo>
                  <a:lnTo>
                    <a:pt x="52981" y="3991"/>
                  </a:lnTo>
                  <a:lnTo>
                    <a:pt x="54241" y="3243"/>
                  </a:lnTo>
                  <a:lnTo>
                    <a:pt x="55416" y="2859"/>
                  </a:lnTo>
                  <a:lnTo>
                    <a:pt x="56399" y="2602"/>
                  </a:lnTo>
                  <a:lnTo>
                    <a:pt x="57082" y="2752"/>
                  </a:lnTo>
                  <a:lnTo>
                    <a:pt x="57702" y="3094"/>
                  </a:lnTo>
                  <a:lnTo>
                    <a:pt x="58172" y="3329"/>
                  </a:lnTo>
                  <a:lnTo>
                    <a:pt x="58983" y="3371"/>
                  </a:lnTo>
                  <a:lnTo>
                    <a:pt x="60051" y="3265"/>
                  </a:lnTo>
                  <a:lnTo>
                    <a:pt x="60970" y="3436"/>
                  </a:lnTo>
                  <a:lnTo>
                    <a:pt x="61611" y="3606"/>
                  </a:lnTo>
                  <a:lnTo>
                    <a:pt x="61910" y="3863"/>
                  </a:lnTo>
                  <a:lnTo>
                    <a:pt x="62081" y="4311"/>
                  </a:lnTo>
                  <a:lnTo>
                    <a:pt x="62423" y="4824"/>
                  </a:lnTo>
                  <a:lnTo>
                    <a:pt x="62914" y="5230"/>
                  </a:lnTo>
                  <a:lnTo>
                    <a:pt x="63149" y="5550"/>
                  </a:lnTo>
                  <a:lnTo>
                    <a:pt x="63469" y="6255"/>
                  </a:lnTo>
                  <a:lnTo>
                    <a:pt x="63683" y="6917"/>
                  </a:lnTo>
                  <a:lnTo>
                    <a:pt x="63227" y="7741"/>
                  </a:lnTo>
                  <a:lnTo>
                    <a:pt x="61349" y="11999"/>
                  </a:lnTo>
                  <a:lnTo>
                    <a:pt x="57704" y="20610"/>
                  </a:lnTo>
                  <a:lnTo>
                    <a:pt x="54879" y="25659"/>
                  </a:lnTo>
                  <a:lnTo>
                    <a:pt x="52863" y="29848"/>
                  </a:lnTo>
                  <a:lnTo>
                    <a:pt x="51646" y="31574"/>
                  </a:lnTo>
                  <a:lnTo>
                    <a:pt x="50183" y="33094"/>
                  </a:lnTo>
                  <a:lnTo>
                    <a:pt x="48207" y="34830"/>
                  </a:lnTo>
                  <a:lnTo>
                    <a:pt x="46605" y="36085"/>
                  </a:lnTo>
                  <a:lnTo>
                    <a:pt x="45751" y="36966"/>
                  </a:lnTo>
                  <a:lnTo>
                    <a:pt x="42432" y="38825"/>
                  </a:lnTo>
                  <a:lnTo>
                    <a:pt x="35719" y="48070"/>
                  </a:lnTo>
                  <a:lnTo>
                    <a:pt x="34711" y="47810"/>
                  </a:lnTo>
                  <a:lnTo>
                    <a:pt x="30193" y="46688"/>
                  </a:lnTo>
                  <a:lnTo>
                    <a:pt x="24650" y="45391"/>
                  </a:lnTo>
                  <a:lnTo>
                    <a:pt x="17068" y="43671"/>
                  </a:lnTo>
                  <a:lnTo>
                    <a:pt x="9527" y="42112"/>
                  </a:lnTo>
                  <a:lnTo>
                    <a:pt x="7541" y="42539"/>
                  </a:lnTo>
                  <a:lnTo>
                    <a:pt x="6302" y="42347"/>
                  </a:lnTo>
                  <a:lnTo>
                    <a:pt x="4464" y="42133"/>
                  </a:lnTo>
                  <a:lnTo>
                    <a:pt x="2435" y="42133"/>
                  </a:lnTo>
                  <a:lnTo>
                    <a:pt x="0" y="42013"/>
                  </a:lnTo>
                  <a:lnTo>
                    <a:pt x="1151" y="39201"/>
                  </a:lnTo>
                  <a:lnTo>
                    <a:pt x="1623" y="38199"/>
                  </a:lnTo>
                  <a:lnTo>
                    <a:pt x="3245" y="34757"/>
                  </a:lnTo>
                  <a:lnTo>
                    <a:pt x="8606" y="23799"/>
                  </a:lnTo>
                  <a:lnTo>
                    <a:pt x="10299" y="20604"/>
                  </a:lnTo>
                  <a:lnTo>
                    <a:pt x="10604" y="20027"/>
                  </a:lnTo>
                  <a:lnTo>
                    <a:pt x="10876" y="19514"/>
                  </a:lnTo>
                  <a:lnTo>
                    <a:pt x="11364" y="18602"/>
                  </a:lnTo>
                  <a:lnTo>
                    <a:pt x="13283" y="15022"/>
                  </a:lnTo>
                  <a:lnTo>
                    <a:pt x="14814" y="12165"/>
                  </a:lnTo>
                  <a:lnTo>
                    <a:pt x="15194" y="11527"/>
                  </a:lnTo>
                  <a:lnTo>
                    <a:pt x="16218" y="9805"/>
                  </a:lnTo>
                  <a:lnTo>
                    <a:pt x="16737" y="8934"/>
                  </a:lnTo>
                  <a:lnTo>
                    <a:pt x="17034" y="8323"/>
                  </a:lnTo>
                  <a:lnTo>
                    <a:pt x="18285" y="5757"/>
                  </a:lnTo>
                  <a:lnTo>
                    <a:pt x="18666" y="4908"/>
                  </a:lnTo>
                  <a:lnTo>
                    <a:pt x="20154" y="1591"/>
                  </a:lnTo>
                  <a:lnTo>
                    <a:pt x="21184" y="1701"/>
                  </a:lnTo>
                  <a:lnTo>
                    <a:pt x="21515" y="1736"/>
                  </a:lnTo>
                  <a:lnTo>
                    <a:pt x="22506" y="1842"/>
                  </a:lnTo>
                  <a:lnTo>
                    <a:pt x="22774" y="1870"/>
                  </a:lnTo>
                  <a:lnTo>
                    <a:pt x="26112" y="1637"/>
                  </a:lnTo>
                  <a:lnTo>
                    <a:pt x="27395" y="1667"/>
                  </a:lnTo>
                  <a:lnTo>
                    <a:pt x="27751" y="1676"/>
                  </a:lnTo>
                  <a:lnTo>
                    <a:pt x="27999" y="1984"/>
                  </a:lnTo>
                  <a:lnTo>
                    <a:pt x="28467" y="2183"/>
                  </a:lnTo>
                  <a:lnTo>
                    <a:pt x="28981" y="2347"/>
                  </a:lnTo>
                  <a:lnTo>
                    <a:pt x="29742" y="2400"/>
                  </a:lnTo>
                  <a:lnTo>
                    <a:pt x="30596" y="2505"/>
                  </a:lnTo>
                  <a:lnTo>
                    <a:pt x="31315" y="2386"/>
                  </a:lnTo>
                  <a:lnTo>
                    <a:pt x="32170" y="2255"/>
                  </a:lnTo>
                  <a:lnTo>
                    <a:pt x="32961" y="2071"/>
                  </a:lnTo>
                  <a:lnTo>
                    <a:pt x="33170" y="1980"/>
                  </a:lnTo>
                  <a:lnTo>
                    <a:pt x="33804" y="1705"/>
                  </a:lnTo>
                  <a:lnTo>
                    <a:pt x="34752" y="1268"/>
                  </a:lnTo>
                  <a:lnTo>
                    <a:pt x="35674" y="618"/>
                  </a:lnTo>
                  <a:lnTo>
                    <a:pt x="36746" y="315"/>
                  </a:lnTo>
                  <a:lnTo>
                    <a:pt x="37962" y="0"/>
                  </a:lnTo>
                  <a:lnTo>
                    <a:pt x="39052" y="86"/>
                  </a:lnTo>
                  <a:lnTo>
                    <a:pt x="39754" y="226"/>
                  </a:lnTo>
                  <a:lnTo>
                    <a:pt x="40921" y="530"/>
                  </a:lnTo>
                  <a:lnTo>
                    <a:pt x="41909" y="797"/>
                  </a:lnTo>
                  <a:lnTo>
                    <a:pt x="43351" y="12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3754006" y="3402861"/>
              <a:ext cx="180603" cy="162637"/>
            </a:xfrm>
            <a:custGeom>
              <a:avLst/>
              <a:pathLst>
                <a:path w="180603" h="162637">
                  <a:moveTo>
                    <a:pt x="80951" y="5119"/>
                  </a:moveTo>
                  <a:lnTo>
                    <a:pt x="82176" y="5002"/>
                  </a:lnTo>
                  <a:lnTo>
                    <a:pt x="82544" y="4966"/>
                  </a:lnTo>
                  <a:lnTo>
                    <a:pt x="84338" y="4626"/>
                  </a:lnTo>
                  <a:lnTo>
                    <a:pt x="91207" y="610"/>
                  </a:lnTo>
                  <a:lnTo>
                    <a:pt x="92251" y="0"/>
                  </a:lnTo>
                  <a:lnTo>
                    <a:pt x="93209" y="1218"/>
                  </a:lnTo>
                  <a:lnTo>
                    <a:pt x="94641" y="3040"/>
                  </a:lnTo>
                  <a:lnTo>
                    <a:pt x="95809" y="4527"/>
                  </a:lnTo>
                  <a:lnTo>
                    <a:pt x="96760" y="5672"/>
                  </a:lnTo>
                  <a:lnTo>
                    <a:pt x="97087" y="6120"/>
                  </a:lnTo>
                  <a:lnTo>
                    <a:pt x="97703" y="6960"/>
                  </a:lnTo>
                  <a:lnTo>
                    <a:pt x="99516" y="9437"/>
                  </a:lnTo>
                  <a:lnTo>
                    <a:pt x="100181" y="10346"/>
                  </a:lnTo>
                  <a:lnTo>
                    <a:pt x="101515" y="12168"/>
                  </a:lnTo>
                  <a:lnTo>
                    <a:pt x="101724" y="12453"/>
                  </a:lnTo>
                  <a:lnTo>
                    <a:pt x="102764" y="12147"/>
                  </a:lnTo>
                  <a:lnTo>
                    <a:pt x="103699" y="12147"/>
                  </a:lnTo>
                  <a:lnTo>
                    <a:pt x="104660" y="12267"/>
                  </a:lnTo>
                  <a:lnTo>
                    <a:pt x="105501" y="12454"/>
                  </a:lnTo>
                  <a:lnTo>
                    <a:pt x="106422" y="12775"/>
                  </a:lnTo>
                  <a:lnTo>
                    <a:pt x="107837" y="13455"/>
                  </a:lnTo>
                  <a:lnTo>
                    <a:pt x="109039" y="14243"/>
                  </a:lnTo>
                  <a:lnTo>
                    <a:pt x="110147" y="15111"/>
                  </a:lnTo>
                  <a:lnTo>
                    <a:pt x="111268" y="16192"/>
                  </a:lnTo>
                  <a:lnTo>
                    <a:pt x="112295" y="16934"/>
                  </a:lnTo>
                  <a:lnTo>
                    <a:pt x="112964" y="19351"/>
                  </a:lnTo>
                  <a:lnTo>
                    <a:pt x="114004" y="22636"/>
                  </a:lnTo>
                  <a:lnTo>
                    <a:pt x="114600" y="24195"/>
                  </a:lnTo>
                  <a:lnTo>
                    <a:pt x="115050" y="25374"/>
                  </a:lnTo>
                  <a:lnTo>
                    <a:pt x="115792" y="27319"/>
                  </a:lnTo>
                  <a:lnTo>
                    <a:pt x="117135" y="30639"/>
                  </a:lnTo>
                  <a:lnTo>
                    <a:pt x="117624" y="31482"/>
                  </a:lnTo>
                  <a:lnTo>
                    <a:pt x="118380" y="32023"/>
                  </a:lnTo>
                  <a:lnTo>
                    <a:pt x="119248" y="32471"/>
                  </a:lnTo>
                  <a:lnTo>
                    <a:pt x="119414" y="32557"/>
                  </a:lnTo>
                  <a:lnTo>
                    <a:pt x="121517" y="33258"/>
                  </a:lnTo>
                  <a:lnTo>
                    <a:pt x="123486" y="33658"/>
                  </a:lnTo>
                  <a:lnTo>
                    <a:pt x="125202" y="33861"/>
                  </a:lnTo>
                  <a:lnTo>
                    <a:pt x="126623" y="33945"/>
                  </a:lnTo>
                  <a:lnTo>
                    <a:pt x="127210" y="33980"/>
                  </a:lnTo>
                  <a:lnTo>
                    <a:pt x="129023" y="34087"/>
                  </a:lnTo>
                  <a:lnTo>
                    <a:pt x="129387" y="34081"/>
                  </a:lnTo>
                  <a:lnTo>
                    <a:pt x="134356" y="34007"/>
                  </a:lnTo>
                  <a:lnTo>
                    <a:pt x="136743" y="33719"/>
                  </a:lnTo>
                  <a:lnTo>
                    <a:pt x="137971" y="33360"/>
                  </a:lnTo>
                  <a:lnTo>
                    <a:pt x="139353" y="32957"/>
                  </a:lnTo>
                  <a:lnTo>
                    <a:pt x="144870" y="31104"/>
                  </a:lnTo>
                  <a:lnTo>
                    <a:pt x="145411" y="30922"/>
                  </a:lnTo>
                  <a:lnTo>
                    <a:pt x="145927" y="32352"/>
                  </a:lnTo>
                  <a:lnTo>
                    <a:pt x="146819" y="34822"/>
                  </a:lnTo>
                  <a:lnTo>
                    <a:pt x="147106" y="34731"/>
                  </a:lnTo>
                  <a:lnTo>
                    <a:pt x="148754" y="34205"/>
                  </a:lnTo>
                  <a:lnTo>
                    <a:pt x="153481" y="32697"/>
                  </a:lnTo>
                  <a:lnTo>
                    <a:pt x="153927" y="32554"/>
                  </a:lnTo>
                  <a:lnTo>
                    <a:pt x="154215" y="32462"/>
                  </a:lnTo>
                  <a:lnTo>
                    <a:pt x="155538" y="32040"/>
                  </a:lnTo>
                  <a:lnTo>
                    <a:pt x="156450" y="31749"/>
                  </a:lnTo>
                  <a:lnTo>
                    <a:pt x="157761" y="31331"/>
                  </a:lnTo>
                  <a:lnTo>
                    <a:pt x="160130" y="37925"/>
                  </a:lnTo>
                  <a:lnTo>
                    <a:pt x="160731" y="39596"/>
                  </a:lnTo>
                  <a:lnTo>
                    <a:pt x="161106" y="40641"/>
                  </a:lnTo>
                  <a:lnTo>
                    <a:pt x="161607" y="42037"/>
                  </a:lnTo>
                  <a:lnTo>
                    <a:pt x="162748" y="45214"/>
                  </a:lnTo>
                  <a:lnTo>
                    <a:pt x="164144" y="49380"/>
                  </a:lnTo>
                  <a:lnTo>
                    <a:pt x="164447" y="50285"/>
                  </a:lnTo>
                  <a:lnTo>
                    <a:pt x="165162" y="52417"/>
                  </a:lnTo>
                  <a:lnTo>
                    <a:pt x="165586" y="53683"/>
                  </a:lnTo>
                  <a:lnTo>
                    <a:pt x="166291" y="55788"/>
                  </a:lnTo>
                  <a:lnTo>
                    <a:pt x="166999" y="57903"/>
                  </a:lnTo>
                  <a:lnTo>
                    <a:pt x="168260" y="61870"/>
                  </a:lnTo>
                  <a:lnTo>
                    <a:pt x="170333" y="61247"/>
                  </a:lnTo>
                  <a:lnTo>
                    <a:pt x="175425" y="59715"/>
                  </a:lnTo>
                  <a:lnTo>
                    <a:pt x="176567" y="59371"/>
                  </a:lnTo>
                  <a:lnTo>
                    <a:pt x="176982" y="59253"/>
                  </a:lnTo>
                  <a:lnTo>
                    <a:pt x="178155" y="62832"/>
                  </a:lnTo>
                  <a:lnTo>
                    <a:pt x="178747" y="64640"/>
                  </a:lnTo>
                  <a:lnTo>
                    <a:pt x="179081" y="65658"/>
                  </a:lnTo>
                  <a:lnTo>
                    <a:pt x="179374" y="66554"/>
                  </a:lnTo>
                  <a:lnTo>
                    <a:pt x="180603" y="70304"/>
                  </a:lnTo>
                  <a:lnTo>
                    <a:pt x="180364" y="70418"/>
                  </a:lnTo>
                  <a:lnTo>
                    <a:pt x="177546" y="71735"/>
                  </a:lnTo>
                  <a:lnTo>
                    <a:pt x="174595" y="73163"/>
                  </a:lnTo>
                  <a:lnTo>
                    <a:pt x="172195" y="74477"/>
                  </a:lnTo>
                  <a:lnTo>
                    <a:pt x="170978" y="75143"/>
                  </a:lnTo>
                  <a:lnTo>
                    <a:pt x="168599" y="76374"/>
                  </a:lnTo>
                  <a:lnTo>
                    <a:pt x="167308" y="76950"/>
                  </a:lnTo>
                  <a:lnTo>
                    <a:pt x="165466" y="77770"/>
                  </a:lnTo>
                  <a:lnTo>
                    <a:pt x="163108" y="78649"/>
                  </a:lnTo>
                  <a:lnTo>
                    <a:pt x="162829" y="78763"/>
                  </a:lnTo>
                  <a:lnTo>
                    <a:pt x="160622" y="79656"/>
                  </a:lnTo>
                  <a:lnTo>
                    <a:pt x="158749" y="80355"/>
                  </a:lnTo>
                  <a:lnTo>
                    <a:pt x="156560" y="81082"/>
                  </a:lnTo>
                  <a:lnTo>
                    <a:pt x="154256" y="81653"/>
                  </a:lnTo>
                  <a:lnTo>
                    <a:pt x="152946" y="81986"/>
                  </a:lnTo>
                  <a:lnTo>
                    <a:pt x="150063" y="82573"/>
                  </a:lnTo>
                  <a:lnTo>
                    <a:pt x="147045" y="82982"/>
                  </a:lnTo>
                  <a:lnTo>
                    <a:pt x="144154" y="83522"/>
                  </a:lnTo>
                  <a:lnTo>
                    <a:pt x="143318" y="83678"/>
                  </a:lnTo>
                  <a:lnTo>
                    <a:pt x="140583" y="84689"/>
                  </a:lnTo>
                  <a:lnTo>
                    <a:pt x="137594" y="85740"/>
                  </a:lnTo>
                  <a:lnTo>
                    <a:pt x="133253" y="87472"/>
                  </a:lnTo>
                  <a:lnTo>
                    <a:pt x="129372" y="89075"/>
                  </a:lnTo>
                  <a:lnTo>
                    <a:pt x="125350" y="90685"/>
                  </a:lnTo>
                  <a:lnTo>
                    <a:pt x="121504" y="92373"/>
                  </a:lnTo>
                  <a:lnTo>
                    <a:pt x="119705" y="93371"/>
                  </a:lnTo>
                  <a:lnTo>
                    <a:pt x="120186" y="97436"/>
                  </a:lnTo>
                  <a:lnTo>
                    <a:pt x="121424" y="106256"/>
                  </a:lnTo>
                  <a:lnTo>
                    <a:pt x="121586" y="107404"/>
                  </a:lnTo>
                  <a:lnTo>
                    <a:pt x="122617" y="115295"/>
                  </a:lnTo>
                  <a:lnTo>
                    <a:pt x="122981" y="118276"/>
                  </a:lnTo>
                  <a:lnTo>
                    <a:pt x="120616" y="118576"/>
                  </a:lnTo>
                  <a:lnTo>
                    <a:pt x="116010" y="119026"/>
                  </a:lnTo>
                  <a:lnTo>
                    <a:pt x="116277" y="121497"/>
                  </a:lnTo>
                  <a:lnTo>
                    <a:pt x="117254" y="129108"/>
                  </a:lnTo>
                  <a:lnTo>
                    <a:pt x="117805" y="133394"/>
                  </a:lnTo>
                  <a:lnTo>
                    <a:pt x="118640" y="140565"/>
                  </a:lnTo>
                  <a:lnTo>
                    <a:pt x="119539" y="147364"/>
                  </a:lnTo>
                  <a:lnTo>
                    <a:pt x="119824" y="150765"/>
                  </a:lnTo>
                  <a:lnTo>
                    <a:pt x="116289" y="151221"/>
                  </a:lnTo>
                  <a:lnTo>
                    <a:pt x="113747" y="151609"/>
                  </a:lnTo>
                  <a:lnTo>
                    <a:pt x="111207" y="151997"/>
                  </a:lnTo>
                  <a:lnTo>
                    <a:pt x="104485" y="152952"/>
                  </a:lnTo>
                  <a:lnTo>
                    <a:pt x="102981" y="153166"/>
                  </a:lnTo>
                  <a:lnTo>
                    <a:pt x="99290" y="153734"/>
                  </a:lnTo>
                  <a:lnTo>
                    <a:pt x="93524" y="154565"/>
                  </a:lnTo>
                  <a:lnTo>
                    <a:pt x="84602" y="155912"/>
                  </a:lnTo>
                  <a:lnTo>
                    <a:pt x="76035" y="157161"/>
                  </a:lnTo>
                  <a:lnTo>
                    <a:pt x="72625" y="157657"/>
                  </a:lnTo>
                  <a:lnTo>
                    <a:pt x="65716" y="158664"/>
                  </a:lnTo>
                  <a:lnTo>
                    <a:pt x="59270" y="159567"/>
                  </a:lnTo>
                  <a:lnTo>
                    <a:pt x="53515" y="160433"/>
                  </a:lnTo>
                  <a:lnTo>
                    <a:pt x="48607" y="161206"/>
                  </a:lnTo>
                  <a:lnTo>
                    <a:pt x="45538" y="161652"/>
                  </a:lnTo>
                  <a:lnTo>
                    <a:pt x="41422" y="162332"/>
                  </a:lnTo>
                  <a:lnTo>
                    <a:pt x="39393" y="162637"/>
                  </a:lnTo>
                  <a:lnTo>
                    <a:pt x="38974" y="158019"/>
                  </a:lnTo>
                  <a:lnTo>
                    <a:pt x="38925" y="157657"/>
                  </a:lnTo>
                  <a:lnTo>
                    <a:pt x="38577" y="155073"/>
                  </a:lnTo>
                  <a:lnTo>
                    <a:pt x="38142" y="151717"/>
                  </a:lnTo>
                  <a:lnTo>
                    <a:pt x="37789" y="148802"/>
                  </a:lnTo>
                  <a:lnTo>
                    <a:pt x="37144" y="144102"/>
                  </a:lnTo>
                  <a:lnTo>
                    <a:pt x="29558" y="145276"/>
                  </a:lnTo>
                  <a:lnTo>
                    <a:pt x="28593" y="145425"/>
                  </a:lnTo>
                  <a:lnTo>
                    <a:pt x="28580" y="145296"/>
                  </a:lnTo>
                  <a:lnTo>
                    <a:pt x="28512" y="144648"/>
                  </a:lnTo>
                  <a:lnTo>
                    <a:pt x="28363" y="143210"/>
                  </a:lnTo>
                  <a:lnTo>
                    <a:pt x="28122" y="140900"/>
                  </a:lnTo>
                  <a:lnTo>
                    <a:pt x="27241" y="133920"/>
                  </a:lnTo>
                  <a:lnTo>
                    <a:pt x="27166" y="133327"/>
                  </a:lnTo>
                  <a:lnTo>
                    <a:pt x="26712" y="127354"/>
                  </a:lnTo>
                  <a:lnTo>
                    <a:pt x="26495" y="125492"/>
                  </a:lnTo>
                  <a:lnTo>
                    <a:pt x="25735" y="118964"/>
                  </a:lnTo>
                  <a:lnTo>
                    <a:pt x="26057" y="117232"/>
                  </a:lnTo>
                  <a:lnTo>
                    <a:pt x="26426" y="114495"/>
                  </a:lnTo>
                  <a:lnTo>
                    <a:pt x="26169" y="110284"/>
                  </a:lnTo>
                  <a:lnTo>
                    <a:pt x="25724" y="104600"/>
                  </a:lnTo>
                  <a:lnTo>
                    <a:pt x="25301" y="99449"/>
                  </a:lnTo>
                  <a:lnTo>
                    <a:pt x="25397" y="95319"/>
                  </a:lnTo>
                  <a:lnTo>
                    <a:pt x="25400" y="88574"/>
                  </a:lnTo>
                  <a:lnTo>
                    <a:pt x="25405" y="86130"/>
                  </a:lnTo>
                  <a:lnTo>
                    <a:pt x="24080" y="81652"/>
                  </a:lnTo>
                  <a:lnTo>
                    <a:pt x="22250" y="77122"/>
                  </a:lnTo>
                  <a:lnTo>
                    <a:pt x="21731" y="75836"/>
                  </a:lnTo>
                  <a:lnTo>
                    <a:pt x="22281" y="75590"/>
                  </a:lnTo>
                  <a:lnTo>
                    <a:pt x="21316" y="73312"/>
                  </a:lnTo>
                  <a:lnTo>
                    <a:pt x="20943" y="72431"/>
                  </a:lnTo>
                  <a:lnTo>
                    <a:pt x="20740" y="71953"/>
                  </a:lnTo>
                  <a:lnTo>
                    <a:pt x="18326" y="72734"/>
                  </a:lnTo>
                  <a:lnTo>
                    <a:pt x="17874" y="71305"/>
                  </a:lnTo>
                  <a:lnTo>
                    <a:pt x="17310" y="69524"/>
                  </a:lnTo>
                  <a:lnTo>
                    <a:pt x="16393" y="66629"/>
                  </a:lnTo>
                  <a:lnTo>
                    <a:pt x="15668" y="64541"/>
                  </a:lnTo>
                  <a:lnTo>
                    <a:pt x="14002" y="59749"/>
                  </a:lnTo>
                  <a:lnTo>
                    <a:pt x="12499" y="55143"/>
                  </a:lnTo>
                  <a:lnTo>
                    <a:pt x="13390" y="53953"/>
                  </a:lnTo>
                  <a:lnTo>
                    <a:pt x="14390" y="53014"/>
                  </a:lnTo>
                  <a:lnTo>
                    <a:pt x="15124" y="52324"/>
                  </a:lnTo>
                  <a:lnTo>
                    <a:pt x="16911" y="50741"/>
                  </a:lnTo>
                  <a:lnTo>
                    <a:pt x="18351" y="49492"/>
                  </a:lnTo>
                  <a:lnTo>
                    <a:pt x="17875" y="48679"/>
                  </a:lnTo>
                  <a:lnTo>
                    <a:pt x="17399" y="47866"/>
                  </a:lnTo>
                  <a:lnTo>
                    <a:pt x="17014" y="47990"/>
                  </a:lnTo>
                  <a:lnTo>
                    <a:pt x="12353" y="51758"/>
                  </a:lnTo>
                  <a:lnTo>
                    <a:pt x="11374" y="50221"/>
                  </a:lnTo>
                  <a:lnTo>
                    <a:pt x="10884" y="49452"/>
                  </a:lnTo>
                  <a:lnTo>
                    <a:pt x="1961" y="35452"/>
                  </a:lnTo>
                  <a:lnTo>
                    <a:pt x="0" y="31957"/>
                  </a:lnTo>
                  <a:lnTo>
                    <a:pt x="1151" y="31351"/>
                  </a:lnTo>
                  <a:lnTo>
                    <a:pt x="5588" y="28462"/>
                  </a:lnTo>
                  <a:lnTo>
                    <a:pt x="5827" y="28304"/>
                  </a:lnTo>
                  <a:lnTo>
                    <a:pt x="11289" y="24699"/>
                  </a:lnTo>
                  <a:lnTo>
                    <a:pt x="16006" y="21895"/>
                  </a:lnTo>
                  <a:lnTo>
                    <a:pt x="21465" y="18823"/>
                  </a:lnTo>
                  <a:lnTo>
                    <a:pt x="22604" y="18154"/>
                  </a:lnTo>
                  <a:lnTo>
                    <a:pt x="26603" y="15806"/>
                  </a:lnTo>
                  <a:lnTo>
                    <a:pt x="30242" y="14025"/>
                  </a:lnTo>
                  <a:lnTo>
                    <a:pt x="32661" y="13459"/>
                  </a:lnTo>
                  <a:lnTo>
                    <a:pt x="34443" y="13619"/>
                  </a:lnTo>
                  <a:lnTo>
                    <a:pt x="40552" y="11065"/>
                  </a:lnTo>
                  <a:lnTo>
                    <a:pt x="43707" y="10193"/>
                  </a:lnTo>
                  <a:lnTo>
                    <a:pt x="46862" y="9320"/>
                  </a:lnTo>
                  <a:lnTo>
                    <a:pt x="48881" y="9044"/>
                  </a:lnTo>
                  <a:lnTo>
                    <a:pt x="51282" y="8716"/>
                  </a:lnTo>
                  <a:lnTo>
                    <a:pt x="53338" y="8155"/>
                  </a:lnTo>
                  <a:lnTo>
                    <a:pt x="55607" y="6498"/>
                  </a:lnTo>
                  <a:lnTo>
                    <a:pt x="58889" y="5553"/>
                  </a:lnTo>
                  <a:lnTo>
                    <a:pt x="61580" y="5185"/>
                  </a:lnTo>
                  <a:lnTo>
                    <a:pt x="66213" y="5077"/>
                  </a:lnTo>
                  <a:lnTo>
                    <a:pt x="67522" y="5012"/>
                  </a:lnTo>
                  <a:lnTo>
                    <a:pt x="69022" y="4937"/>
                  </a:lnTo>
                  <a:lnTo>
                    <a:pt x="70122" y="5036"/>
                  </a:lnTo>
                  <a:lnTo>
                    <a:pt x="72279" y="5231"/>
                  </a:lnTo>
                  <a:lnTo>
                    <a:pt x="77039" y="5211"/>
                  </a:lnTo>
                  <a:lnTo>
                    <a:pt x="79725" y="52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3846258" y="3365947"/>
              <a:ext cx="209348" cy="107218"/>
            </a:xfrm>
            <a:custGeom>
              <a:avLst/>
              <a:pathLst>
                <a:path w="209348" h="107218">
                  <a:moveTo>
                    <a:pt x="157583" y="33674"/>
                  </a:moveTo>
                  <a:lnTo>
                    <a:pt x="158416" y="36864"/>
                  </a:lnTo>
                  <a:lnTo>
                    <a:pt x="163270" y="35240"/>
                  </a:lnTo>
                  <a:lnTo>
                    <a:pt x="163774" y="36857"/>
                  </a:lnTo>
                  <a:lnTo>
                    <a:pt x="164367" y="40761"/>
                  </a:lnTo>
                  <a:lnTo>
                    <a:pt x="164563" y="42053"/>
                  </a:lnTo>
                  <a:lnTo>
                    <a:pt x="164676" y="42503"/>
                  </a:lnTo>
                  <a:lnTo>
                    <a:pt x="165012" y="43853"/>
                  </a:lnTo>
                  <a:lnTo>
                    <a:pt x="165396" y="45388"/>
                  </a:lnTo>
                  <a:lnTo>
                    <a:pt x="166402" y="49106"/>
                  </a:lnTo>
                  <a:lnTo>
                    <a:pt x="166778" y="50493"/>
                  </a:lnTo>
                  <a:lnTo>
                    <a:pt x="167850" y="54063"/>
                  </a:lnTo>
                  <a:lnTo>
                    <a:pt x="168384" y="55903"/>
                  </a:lnTo>
                  <a:lnTo>
                    <a:pt x="170070" y="61403"/>
                  </a:lnTo>
                  <a:lnTo>
                    <a:pt x="173398" y="60808"/>
                  </a:lnTo>
                  <a:lnTo>
                    <a:pt x="174713" y="60572"/>
                  </a:lnTo>
                  <a:lnTo>
                    <a:pt x="182424" y="59193"/>
                  </a:lnTo>
                  <a:lnTo>
                    <a:pt x="191169" y="57629"/>
                  </a:lnTo>
                  <a:lnTo>
                    <a:pt x="191806" y="57516"/>
                  </a:lnTo>
                  <a:lnTo>
                    <a:pt x="197063" y="56575"/>
                  </a:lnTo>
                  <a:lnTo>
                    <a:pt x="200168" y="56038"/>
                  </a:lnTo>
                  <a:lnTo>
                    <a:pt x="203343" y="55488"/>
                  </a:lnTo>
                  <a:lnTo>
                    <a:pt x="204750" y="60113"/>
                  </a:lnTo>
                  <a:lnTo>
                    <a:pt x="206241" y="64917"/>
                  </a:lnTo>
                  <a:lnTo>
                    <a:pt x="206422" y="65519"/>
                  </a:lnTo>
                  <a:lnTo>
                    <a:pt x="206618" y="66168"/>
                  </a:lnTo>
                  <a:lnTo>
                    <a:pt x="206813" y="66817"/>
                  </a:lnTo>
                  <a:lnTo>
                    <a:pt x="209348" y="75232"/>
                  </a:lnTo>
                  <a:lnTo>
                    <a:pt x="207792" y="75597"/>
                  </a:lnTo>
                  <a:lnTo>
                    <a:pt x="197910" y="77914"/>
                  </a:lnTo>
                  <a:lnTo>
                    <a:pt x="187247" y="80414"/>
                  </a:lnTo>
                  <a:lnTo>
                    <a:pt x="186845" y="80509"/>
                  </a:lnTo>
                  <a:lnTo>
                    <a:pt x="181223" y="81845"/>
                  </a:lnTo>
                  <a:lnTo>
                    <a:pt x="172794" y="83848"/>
                  </a:lnTo>
                  <a:lnTo>
                    <a:pt x="172636" y="83886"/>
                  </a:lnTo>
                  <a:lnTo>
                    <a:pt x="149371" y="88981"/>
                  </a:lnTo>
                  <a:lnTo>
                    <a:pt x="146903" y="89522"/>
                  </a:lnTo>
                  <a:lnTo>
                    <a:pt x="146712" y="89564"/>
                  </a:lnTo>
                  <a:lnTo>
                    <a:pt x="146525" y="89107"/>
                  </a:lnTo>
                  <a:lnTo>
                    <a:pt x="146089" y="89203"/>
                  </a:lnTo>
                  <a:lnTo>
                    <a:pt x="145864" y="89252"/>
                  </a:lnTo>
                  <a:lnTo>
                    <a:pt x="143805" y="89704"/>
                  </a:lnTo>
                  <a:lnTo>
                    <a:pt x="141774" y="90149"/>
                  </a:lnTo>
                  <a:lnTo>
                    <a:pt x="141521" y="90204"/>
                  </a:lnTo>
                  <a:lnTo>
                    <a:pt x="140945" y="90331"/>
                  </a:lnTo>
                  <a:lnTo>
                    <a:pt x="139142" y="90726"/>
                  </a:lnTo>
                  <a:lnTo>
                    <a:pt x="138220" y="90928"/>
                  </a:lnTo>
                  <a:lnTo>
                    <a:pt x="137505" y="91085"/>
                  </a:lnTo>
                  <a:lnTo>
                    <a:pt x="136169" y="91396"/>
                  </a:lnTo>
                  <a:lnTo>
                    <a:pt x="133000" y="92135"/>
                  </a:lnTo>
                  <a:lnTo>
                    <a:pt x="132789" y="92278"/>
                  </a:lnTo>
                  <a:lnTo>
                    <a:pt x="132353" y="92574"/>
                  </a:lnTo>
                  <a:lnTo>
                    <a:pt x="127586" y="94438"/>
                  </a:lnTo>
                  <a:lnTo>
                    <a:pt x="126524" y="94853"/>
                  </a:lnTo>
                  <a:lnTo>
                    <a:pt x="125881" y="95105"/>
                  </a:lnTo>
                  <a:lnTo>
                    <a:pt x="124390" y="95668"/>
                  </a:lnTo>
                  <a:lnTo>
                    <a:pt x="123473" y="96014"/>
                  </a:lnTo>
                  <a:lnTo>
                    <a:pt x="121764" y="96659"/>
                  </a:lnTo>
                  <a:lnTo>
                    <a:pt x="119152" y="97316"/>
                  </a:lnTo>
                  <a:lnTo>
                    <a:pt x="116576" y="97997"/>
                  </a:lnTo>
                  <a:lnTo>
                    <a:pt x="114878" y="98445"/>
                  </a:lnTo>
                  <a:lnTo>
                    <a:pt x="109804" y="99786"/>
                  </a:lnTo>
                  <a:lnTo>
                    <a:pt x="109038" y="99988"/>
                  </a:lnTo>
                  <a:lnTo>
                    <a:pt x="108711" y="100075"/>
                  </a:lnTo>
                  <a:lnTo>
                    <a:pt x="107438" y="100431"/>
                  </a:lnTo>
                  <a:lnTo>
                    <a:pt x="102706" y="101752"/>
                  </a:lnTo>
                  <a:lnTo>
                    <a:pt x="98953" y="102800"/>
                  </a:lnTo>
                  <a:lnTo>
                    <a:pt x="98789" y="102845"/>
                  </a:lnTo>
                  <a:lnTo>
                    <a:pt x="96675" y="103436"/>
                  </a:lnTo>
                  <a:lnTo>
                    <a:pt x="96146" y="103931"/>
                  </a:lnTo>
                  <a:lnTo>
                    <a:pt x="95665" y="104381"/>
                  </a:lnTo>
                  <a:lnTo>
                    <a:pt x="94680" y="104742"/>
                  </a:lnTo>
                  <a:lnTo>
                    <a:pt x="88984" y="106917"/>
                  </a:lnTo>
                  <a:lnTo>
                    <a:pt x="88352" y="107218"/>
                  </a:lnTo>
                  <a:lnTo>
                    <a:pt x="87123" y="103468"/>
                  </a:lnTo>
                  <a:lnTo>
                    <a:pt x="86829" y="102572"/>
                  </a:lnTo>
                  <a:lnTo>
                    <a:pt x="86495" y="101554"/>
                  </a:lnTo>
                  <a:lnTo>
                    <a:pt x="85903" y="99746"/>
                  </a:lnTo>
                  <a:lnTo>
                    <a:pt x="84730" y="96168"/>
                  </a:lnTo>
                  <a:lnTo>
                    <a:pt x="84316" y="96286"/>
                  </a:lnTo>
                  <a:lnTo>
                    <a:pt x="83173" y="96630"/>
                  </a:lnTo>
                  <a:lnTo>
                    <a:pt x="78082" y="98161"/>
                  </a:lnTo>
                  <a:lnTo>
                    <a:pt x="76009" y="98785"/>
                  </a:lnTo>
                  <a:lnTo>
                    <a:pt x="74748" y="94817"/>
                  </a:lnTo>
                  <a:lnTo>
                    <a:pt x="74039" y="92703"/>
                  </a:lnTo>
                  <a:lnTo>
                    <a:pt x="73334" y="90598"/>
                  </a:lnTo>
                  <a:lnTo>
                    <a:pt x="72910" y="89331"/>
                  </a:lnTo>
                  <a:lnTo>
                    <a:pt x="72196" y="87199"/>
                  </a:lnTo>
                  <a:lnTo>
                    <a:pt x="71892" y="86294"/>
                  </a:lnTo>
                  <a:lnTo>
                    <a:pt x="70497" y="82129"/>
                  </a:lnTo>
                  <a:lnTo>
                    <a:pt x="69356" y="78952"/>
                  </a:lnTo>
                  <a:lnTo>
                    <a:pt x="68854" y="77556"/>
                  </a:lnTo>
                  <a:lnTo>
                    <a:pt x="68479" y="76511"/>
                  </a:lnTo>
                  <a:lnTo>
                    <a:pt x="67878" y="74839"/>
                  </a:lnTo>
                  <a:lnTo>
                    <a:pt x="65510" y="68245"/>
                  </a:lnTo>
                  <a:lnTo>
                    <a:pt x="64199" y="68664"/>
                  </a:lnTo>
                  <a:lnTo>
                    <a:pt x="63226" y="68974"/>
                  </a:lnTo>
                  <a:lnTo>
                    <a:pt x="61964" y="69377"/>
                  </a:lnTo>
                  <a:lnTo>
                    <a:pt x="61675" y="69469"/>
                  </a:lnTo>
                  <a:lnTo>
                    <a:pt x="61230" y="69611"/>
                  </a:lnTo>
                  <a:lnTo>
                    <a:pt x="56502" y="71119"/>
                  </a:lnTo>
                  <a:lnTo>
                    <a:pt x="54854" y="71645"/>
                  </a:lnTo>
                  <a:lnTo>
                    <a:pt x="54567" y="71737"/>
                  </a:lnTo>
                  <a:lnTo>
                    <a:pt x="53675" y="69267"/>
                  </a:lnTo>
                  <a:lnTo>
                    <a:pt x="53159" y="67836"/>
                  </a:lnTo>
                  <a:lnTo>
                    <a:pt x="52618" y="68018"/>
                  </a:lnTo>
                  <a:lnTo>
                    <a:pt x="47101" y="69871"/>
                  </a:lnTo>
                  <a:lnTo>
                    <a:pt x="45720" y="70275"/>
                  </a:lnTo>
                  <a:lnTo>
                    <a:pt x="44491" y="70633"/>
                  </a:lnTo>
                  <a:lnTo>
                    <a:pt x="42105" y="70921"/>
                  </a:lnTo>
                  <a:lnTo>
                    <a:pt x="37135" y="70996"/>
                  </a:lnTo>
                  <a:lnTo>
                    <a:pt x="36771" y="71001"/>
                  </a:lnTo>
                  <a:lnTo>
                    <a:pt x="34958" y="70894"/>
                  </a:lnTo>
                  <a:lnTo>
                    <a:pt x="34371" y="70860"/>
                  </a:lnTo>
                  <a:lnTo>
                    <a:pt x="32903" y="70773"/>
                  </a:lnTo>
                  <a:lnTo>
                    <a:pt x="31235" y="70573"/>
                  </a:lnTo>
                  <a:lnTo>
                    <a:pt x="29265" y="70172"/>
                  </a:lnTo>
                  <a:lnTo>
                    <a:pt x="27163" y="69471"/>
                  </a:lnTo>
                  <a:lnTo>
                    <a:pt x="26997" y="69386"/>
                  </a:lnTo>
                  <a:lnTo>
                    <a:pt x="26128" y="68937"/>
                  </a:lnTo>
                  <a:lnTo>
                    <a:pt x="25372" y="68396"/>
                  </a:lnTo>
                  <a:lnTo>
                    <a:pt x="24883" y="67553"/>
                  </a:lnTo>
                  <a:lnTo>
                    <a:pt x="23541" y="64233"/>
                  </a:lnTo>
                  <a:lnTo>
                    <a:pt x="22798" y="62289"/>
                  </a:lnTo>
                  <a:lnTo>
                    <a:pt x="22348" y="61110"/>
                  </a:lnTo>
                  <a:lnTo>
                    <a:pt x="21752" y="59550"/>
                  </a:lnTo>
                  <a:lnTo>
                    <a:pt x="20713" y="56266"/>
                  </a:lnTo>
                  <a:lnTo>
                    <a:pt x="20044" y="53848"/>
                  </a:lnTo>
                  <a:lnTo>
                    <a:pt x="19017" y="53107"/>
                  </a:lnTo>
                  <a:lnTo>
                    <a:pt x="17895" y="52025"/>
                  </a:lnTo>
                  <a:lnTo>
                    <a:pt x="16787" y="51158"/>
                  </a:lnTo>
                  <a:lnTo>
                    <a:pt x="15586" y="50370"/>
                  </a:lnTo>
                  <a:lnTo>
                    <a:pt x="14170" y="49689"/>
                  </a:lnTo>
                  <a:lnTo>
                    <a:pt x="13249" y="49369"/>
                  </a:lnTo>
                  <a:lnTo>
                    <a:pt x="12408" y="49182"/>
                  </a:lnTo>
                  <a:lnTo>
                    <a:pt x="11447" y="49062"/>
                  </a:lnTo>
                  <a:lnTo>
                    <a:pt x="10512" y="49062"/>
                  </a:lnTo>
                  <a:lnTo>
                    <a:pt x="9473" y="49368"/>
                  </a:lnTo>
                  <a:lnTo>
                    <a:pt x="9263" y="49082"/>
                  </a:lnTo>
                  <a:lnTo>
                    <a:pt x="7930" y="47260"/>
                  </a:lnTo>
                  <a:lnTo>
                    <a:pt x="5451" y="43874"/>
                  </a:lnTo>
                  <a:lnTo>
                    <a:pt x="4836" y="43034"/>
                  </a:lnTo>
                  <a:lnTo>
                    <a:pt x="4508" y="42587"/>
                  </a:lnTo>
                  <a:lnTo>
                    <a:pt x="3557" y="41441"/>
                  </a:lnTo>
                  <a:lnTo>
                    <a:pt x="2389" y="39955"/>
                  </a:lnTo>
                  <a:lnTo>
                    <a:pt x="957" y="38133"/>
                  </a:lnTo>
                  <a:lnTo>
                    <a:pt x="0" y="36914"/>
                  </a:lnTo>
                  <a:lnTo>
                    <a:pt x="5930" y="36327"/>
                  </a:lnTo>
                  <a:lnTo>
                    <a:pt x="12749" y="36248"/>
                  </a:lnTo>
                  <a:lnTo>
                    <a:pt x="23431" y="37340"/>
                  </a:lnTo>
                  <a:lnTo>
                    <a:pt x="24528" y="37452"/>
                  </a:lnTo>
                  <a:lnTo>
                    <a:pt x="25601" y="37319"/>
                  </a:lnTo>
                  <a:lnTo>
                    <a:pt x="26269" y="37237"/>
                  </a:lnTo>
                  <a:lnTo>
                    <a:pt x="26274" y="37078"/>
                  </a:lnTo>
                  <a:lnTo>
                    <a:pt x="26478" y="37060"/>
                  </a:lnTo>
                  <a:lnTo>
                    <a:pt x="27849" y="36954"/>
                  </a:lnTo>
                  <a:lnTo>
                    <a:pt x="28281" y="36920"/>
                  </a:lnTo>
                  <a:lnTo>
                    <a:pt x="29150" y="36853"/>
                  </a:lnTo>
                  <a:lnTo>
                    <a:pt x="29763" y="36806"/>
                  </a:lnTo>
                  <a:lnTo>
                    <a:pt x="37960" y="35795"/>
                  </a:lnTo>
                  <a:lnTo>
                    <a:pt x="42732" y="35206"/>
                  </a:lnTo>
                  <a:lnTo>
                    <a:pt x="43197" y="35059"/>
                  </a:lnTo>
                  <a:lnTo>
                    <a:pt x="46417" y="34040"/>
                  </a:lnTo>
                  <a:lnTo>
                    <a:pt x="48623" y="33341"/>
                  </a:lnTo>
                  <a:lnTo>
                    <a:pt x="56255" y="30925"/>
                  </a:lnTo>
                  <a:lnTo>
                    <a:pt x="62076" y="29083"/>
                  </a:lnTo>
                  <a:lnTo>
                    <a:pt x="68136" y="27612"/>
                  </a:lnTo>
                  <a:lnTo>
                    <a:pt x="70808" y="26963"/>
                  </a:lnTo>
                  <a:lnTo>
                    <a:pt x="76276" y="25636"/>
                  </a:lnTo>
                  <a:lnTo>
                    <a:pt x="76522" y="25636"/>
                  </a:lnTo>
                  <a:lnTo>
                    <a:pt x="76850" y="25396"/>
                  </a:lnTo>
                  <a:lnTo>
                    <a:pt x="79403" y="24268"/>
                  </a:lnTo>
                  <a:lnTo>
                    <a:pt x="83261" y="22565"/>
                  </a:lnTo>
                  <a:lnTo>
                    <a:pt x="84735" y="21914"/>
                  </a:lnTo>
                  <a:lnTo>
                    <a:pt x="91198" y="19061"/>
                  </a:lnTo>
                  <a:lnTo>
                    <a:pt x="109315" y="11047"/>
                  </a:lnTo>
                  <a:lnTo>
                    <a:pt x="113566" y="9167"/>
                  </a:lnTo>
                  <a:lnTo>
                    <a:pt x="120064" y="6624"/>
                  </a:lnTo>
                  <a:lnTo>
                    <a:pt x="128772" y="5238"/>
                  </a:lnTo>
                  <a:lnTo>
                    <a:pt x="135861" y="5122"/>
                  </a:lnTo>
                  <a:lnTo>
                    <a:pt x="148211" y="1533"/>
                  </a:lnTo>
                  <a:lnTo>
                    <a:pt x="149095" y="1276"/>
                  </a:lnTo>
                  <a:lnTo>
                    <a:pt x="151170" y="673"/>
                  </a:lnTo>
                  <a:lnTo>
                    <a:pt x="153838" y="0"/>
                  </a:lnTo>
                  <a:lnTo>
                    <a:pt x="155785" y="3982"/>
                  </a:lnTo>
                  <a:lnTo>
                    <a:pt x="157141" y="6754"/>
                  </a:lnTo>
                  <a:lnTo>
                    <a:pt x="158496" y="9526"/>
                  </a:lnTo>
                  <a:lnTo>
                    <a:pt x="159156" y="10942"/>
                  </a:lnTo>
                  <a:lnTo>
                    <a:pt x="159486" y="11650"/>
                  </a:lnTo>
                  <a:lnTo>
                    <a:pt x="159815" y="12358"/>
                  </a:lnTo>
                  <a:lnTo>
                    <a:pt x="159228" y="13212"/>
                  </a:lnTo>
                  <a:lnTo>
                    <a:pt x="156755" y="13806"/>
                  </a:lnTo>
                  <a:lnTo>
                    <a:pt x="153722" y="14575"/>
                  </a:lnTo>
                  <a:lnTo>
                    <a:pt x="153777" y="15072"/>
                  </a:lnTo>
                  <a:lnTo>
                    <a:pt x="157034" y="309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3939976" y="3430329"/>
              <a:ext cx="155087" cy="123053"/>
            </a:xfrm>
            <a:custGeom>
              <a:avLst/>
              <a:pathLst>
                <a:path w="155087" h="123053">
                  <a:moveTo>
                    <a:pt x="140418" y="21056"/>
                  </a:moveTo>
                  <a:lnTo>
                    <a:pt x="138363" y="21873"/>
                  </a:lnTo>
                  <a:lnTo>
                    <a:pt x="136326" y="22563"/>
                  </a:lnTo>
                  <a:lnTo>
                    <a:pt x="134325" y="23240"/>
                  </a:lnTo>
                  <a:lnTo>
                    <a:pt x="133108" y="23774"/>
                  </a:lnTo>
                  <a:lnTo>
                    <a:pt x="132403" y="24137"/>
                  </a:lnTo>
                  <a:lnTo>
                    <a:pt x="132168" y="24693"/>
                  </a:lnTo>
                  <a:lnTo>
                    <a:pt x="132723" y="25248"/>
                  </a:lnTo>
                  <a:lnTo>
                    <a:pt x="134304" y="25483"/>
                  </a:lnTo>
                  <a:lnTo>
                    <a:pt x="135393" y="25312"/>
                  </a:lnTo>
                  <a:lnTo>
                    <a:pt x="140542" y="24052"/>
                  </a:lnTo>
                  <a:lnTo>
                    <a:pt x="142614" y="23924"/>
                  </a:lnTo>
                  <a:lnTo>
                    <a:pt x="143895" y="24009"/>
                  </a:lnTo>
                  <a:lnTo>
                    <a:pt x="145006" y="24116"/>
                  </a:lnTo>
                  <a:lnTo>
                    <a:pt x="146309" y="24885"/>
                  </a:lnTo>
                  <a:lnTo>
                    <a:pt x="147128" y="26834"/>
                  </a:lnTo>
                  <a:lnTo>
                    <a:pt x="147128" y="26997"/>
                  </a:lnTo>
                  <a:lnTo>
                    <a:pt x="147128" y="28599"/>
                  </a:lnTo>
                  <a:lnTo>
                    <a:pt x="147369" y="29961"/>
                  </a:lnTo>
                  <a:lnTo>
                    <a:pt x="148170" y="32044"/>
                  </a:lnTo>
                  <a:lnTo>
                    <a:pt x="148650" y="32845"/>
                  </a:lnTo>
                  <a:lnTo>
                    <a:pt x="149451" y="34367"/>
                  </a:lnTo>
                  <a:lnTo>
                    <a:pt x="150653" y="35729"/>
                  </a:lnTo>
                  <a:lnTo>
                    <a:pt x="151534" y="36450"/>
                  </a:lnTo>
                  <a:lnTo>
                    <a:pt x="152447" y="36884"/>
                  </a:lnTo>
                  <a:lnTo>
                    <a:pt x="151256" y="39376"/>
                  </a:lnTo>
                  <a:lnTo>
                    <a:pt x="146678" y="47948"/>
                  </a:lnTo>
                  <a:lnTo>
                    <a:pt x="151349" y="50460"/>
                  </a:lnTo>
                  <a:lnTo>
                    <a:pt x="144495" y="63205"/>
                  </a:lnTo>
                  <a:lnTo>
                    <a:pt x="142352" y="67310"/>
                  </a:lnTo>
                  <a:lnTo>
                    <a:pt x="141025" y="69853"/>
                  </a:lnTo>
                  <a:lnTo>
                    <a:pt x="145640" y="72491"/>
                  </a:lnTo>
                  <a:lnTo>
                    <a:pt x="145441" y="73154"/>
                  </a:lnTo>
                  <a:lnTo>
                    <a:pt x="144625" y="75869"/>
                  </a:lnTo>
                  <a:lnTo>
                    <a:pt x="142768" y="75164"/>
                  </a:lnTo>
                  <a:lnTo>
                    <a:pt x="140971" y="74376"/>
                  </a:lnTo>
                  <a:lnTo>
                    <a:pt x="140630" y="74483"/>
                  </a:lnTo>
                  <a:lnTo>
                    <a:pt x="140565" y="74932"/>
                  </a:lnTo>
                  <a:lnTo>
                    <a:pt x="141356" y="77965"/>
                  </a:lnTo>
                  <a:lnTo>
                    <a:pt x="141057" y="78435"/>
                  </a:lnTo>
                  <a:lnTo>
                    <a:pt x="137938" y="79076"/>
                  </a:lnTo>
                  <a:lnTo>
                    <a:pt x="140301" y="89840"/>
                  </a:lnTo>
                  <a:lnTo>
                    <a:pt x="141068" y="89702"/>
                  </a:lnTo>
                  <a:lnTo>
                    <a:pt x="141672" y="89573"/>
                  </a:lnTo>
                  <a:lnTo>
                    <a:pt x="141942" y="92228"/>
                  </a:lnTo>
                  <a:lnTo>
                    <a:pt x="142081" y="93591"/>
                  </a:lnTo>
                  <a:lnTo>
                    <a:pt x="141966" y="97233"/>
                  </a:lnTo>
                  <a:lnTo>
                    <a:pt x="141923" y="98587"/>
                  </a:lnTo>
                  <a:lnTo>
                    <a:pt x="141913" y="98893"/>
                  </a:lnTo>
                  <a:lnTo>
                    <a:pt x="141733" y="101338"/>
                  </a:lnTo>
                  <a:lnTo>
                    <a:pt x="141498" y="103613"/>
                  </a:lnTo>
                  <a:lnTo>
                    <a:pt x="141144" y="108506"/>
                  </a:lnTo>
                  <a:lnTo>
                    <a:pt x="141443" y="110791"/>
                  </a:lnTo>
                  <a:lnTo>
                    <a:pt x="141534" y="111415"/>
                  </a:lnTo>
                  <a:lnTo>
                    <a:pt x="141614" y="111966"/>
                  </a:lnTo>
                  <a:lnTo>
                    <a:pt x="141645" y="114325"/>
                  </a:lnTo>
                  <a:lnTo>
                    <a:pt x="141657" y="115277"/>
                  </a:lnTo>
                  <a:lnTo>
                    <a:pt x="141532" y="117063"/>
                  </a:lnTo>
                  <a:lnTo>
                    <a:pt x="141215" y="121560"/>
                  </a:lnTo>
                  <a:lnTo>
                    <a:pt x="141166" y="122263"/>
                  </a:lnTo>
                  <a:lnTo>
                    <a:pt x="140995" y="123053"/>
                  </a:lnTo>
                  <a:lnTo>
                    <a:pt x="139275" y="122542"/>
                  </a:lnTo>
                  <a:lnTo>
                    <a:pt x="138661" y="120257"/>
                  </a:lnTo>
                  <a:lnTo>
                    <a:pt x="136825" y="119690"/>
                  </a:lnTo>
                  <a:lnTo>
                    <a:pt x="136425" y="119089"/>
                  </a:lnTo>
                  <a:lnTo>
                    <a:pt x="136992" y="116252"/>
                  </a:lnTo>
                  <a:lnTo>
                    <a:pt x="133388" y="111279"/>
                  </a:lnTo>
                  <a:lnTo>
                    <a:pt x="131886" y="111513"/>
                  </a:lnTo>
                  <a:lnTo>
                    <a:pt x="131151" y="111713"/>
                  </a:lnTo>
                  <a:lnTo>
                    <a:pt x="129282" y="111780"/>
                  </a:lnTo>
                  <a:lnTo>
                    <a:pt x="127313" y="110712"/>
                  </a:lnTo>
                  <a:lnTo>
                    <a:pt x="127006" y="109649"/>
                  </a:lnTo>
                  <a:lnTo>
                    <a:pt x="126378" y="109443"/>
                  </a:lnTo>
                  <a:lnTo>
                    <a:pt x="123742" y="110812"/>
                  </a:lnTo>
                  <a:lnTo>
                    <a:pt x="117403" y="112394"/>
                  </a:lnTo>
                  <a:lnTo>
                    <a:pt x="115456" y="109527"/>
                  </a:lnTo>
                  <a:lnTo>
                    <a:pt x="115009" y="109570"/>
                  </a:lnTo>
                  <a:lnTo>
                    <a:pt x="113213" y="109741"/>
                  </a:lnTo>
                  <a:lnTo>
                    <a:pt x="112871" y="109933"/>
                  </a:lnTo>
                  <a:lnTo>
                    <a:pt x="111029" y="109707"/>
                  </a:lnTo>
                  <a:lnTo>
                    <a:pt x="109560" y="109527"/>
                  </a:lnTo>
                  <a:lnTo>
                    <a:pt x="109325" y="110638"/>
                  </a:lnTo>
                  <a:lnTo>
                    <a:pt x="108642" y="111386"/>
                  </a:lnTo>
                  <a:lnTo>
                    <a:pt x="108202" y="111629"/>
                  </a:lnTo>
                  <a:lnTo>
                    <a:pt x="106398" y="112628"/>
                  </a:lnTo>
                  <a:lnTo>
                    <a:pt x="106255" y="111914"/>
                  </a:lnTo>
                  <a:lnTo>
                    <a:pt x="106076" y="110591"/>
                  </a:lnTo>
                  <a:lnTo>
                    <a:pt x="105994" y="109908"/>
                  </a:lnTo>
                  <a:lnTo>
                    <a:pt x="105901" y="109130"/>
                  </a:lnTo>
                  <a:lnTo>
                    <a:pt x="105607" y="107928"/>
                  </a:lnTo>
                  <a:lnTo>
                    <a:pt x="105634" y="105311"/>
                  </a:lnTo>
                  <a:lnTo>
                    <a:pt x="106141" y="101573"/>
                  </a:lnTo>
                  <a:lnTo>
                    <a:pt x="106943" y="98609"/>
                  </a:lnTo>
                  <a:lnTo>
                    <a:pt x="107717" y="96366"/>
                  </a:lnTo>
                  <a:lnTo>
                    <a:pt x="108705" y="93696"/>
                  </a:lnTo>
                  <a:lnTo>
                    <a:pt x="109602" y="92820"/>
                  </a:lnTo>
                  <a:lnTo>
                    <a:pt x="110076" y="93034"/>
                  </a:lnTo>
                  <a:lnTo>
                    <a:pt x="112469" y="93166"/>
                  </a:lnTo>
                  <a:lnTo>
                    <a:pt x="112361" y="91002"/>
                  </a:lnTo>
                  <a:lnTo>
                    <a:pt x="111121" y="84857"/>
                  </a:lnTo>
                  <a:lnTo>
                    <a:pt x="108980" y="85080"/>
                  </a:lnTo>
                  <a:lnTo>
                    <a:pt x="106245" y="85480"/>
                  </a:lnTo>
                  <a:lnTo>
                    <a:pt x="102866" y="86869"/>
                  </a:lnTo>
                  <a:lnTo>
                    <a:pt x="102445" y="87099"/>
                  </a:lnTo>
                  <a:lnTo>
                    <a:pt x="101960" y="87365"/>
                  </a:lnTo>
                  <a:lnTo>
                    <a:pt x="100665" y="88193"/>
                  </a:lnTo>
                  <a:lnTo>
                    <a:pt x="99628" y="88979"/>
                  </a:lnTo>
                  <a:lnTo>
                    <a:pt x="99198" y="89265"/>
                  </a:lnTo>
                  <a:lnTo>
                    <a:pt x="98510" y="89721"/>
                  </a:lnTo>
                  <a:lnTo>
                    <a:pt x="97443" y="84657"/>
                  </a:lnTo>
                  <a:lnTo>
                    <a:pt x="93745" y="85333"/>
                  </a:lnTo>
                  <a:lnTo>
                    <a:pt x="92793" y="85508"/>
                  </a:lnTo>
                  <a:lnTo>
                    <a:pt x="92029" y="85647"/>
                  </a:lnTo>
                  <a:lnTo>
                    <a:pt x="92118" y="86120"/>
                  </a:lnTo>
                  <a:lnTo>
                    <a:pt x="91030" y="87070"/>
                  </a:lnTo>
                  <a:lnTo>
                    <a:pt x="89343" y="88545"/>
                  </a:lnTo>
                  <a:lnTo>
                    <a:pt x="88879" y="89153"/>
                  </a:lnTo>
                  <a:lnTo>
                    <a:pt x="88566" y="89562"/>
                  </a:lnTo>
                  <a:lnTo>
                    <a:pt x="87793" y="90355"/>
                  </a:lnTo>
                  <a:lnTo>
                    <a:pt x="86740" y="91437"/>
                  </a:lnTo>
                  <a:lnTo>
                    <a:pt x="85249" y="91594"/>
                  </a:lnTo>
                  <a:lnTo>
                    <a:pt x="84798" y="91716"/>
                  </a:lnTo>
                  <a:lnTo>
                    <a:pt x="83532" y="91760"/>
                  </a:lnTo>
                  <a:lnTo>
                    <a:pt x="81349" y="91837"/>
                  </a:lnTo>
                  <a:lnTo>
                    <a:pt x="80784" y="91868"/>
                  </a:lnTo>
                  <a:lnTo>
                    <a:pt x="80181" y="91901"/>
                  </a:lnTo>
                  <a:lnTo>
                    <a:pt x="79960" y="91913"/>
                  </a:lnTo>
                  <a:lnTo>
                    <a:pt x="79738" y="91925"/>
                  </a:lnTo>
                  <a:lnTo>
                    <a:pt x="77848" y="92087"/>
                  </a:lnTo>
                  <a:lnTo>
                    <a:pt x="75712" y="91943"/>
                  </a:lnTo>
                  <a:lnTo>
                    <a:pt x="75015" y="91896"/>
                  </a:lnTo>
                  <a:lnTo>
                    <a:pt x="74524" y="91186"/>
                  </a:lnTo>
                  <a:lnTo>
                    <a:pt x="73569" y="88211"/>
                  </a:lnTo>
                  <a:lnTo>
                    <a:pt x="70384" y="88980"/>
                  </a:lnTo>
                  <a:lnTo>
                    <a:pt x="68985" y="89318"/>
                  </a:lnTo>
                  <a:lnTo>
                    <a:pt x="68216" y="89503"/>
                  </a:lnTo>
                  <a:lnTo>
                    <a:pt x="66668" y="89877"/>
                  </a:lnTo>
                  <a:lnTo>
                    <a:pt x="65871" y="90058"/>
                  </a:lnTo>
                  <a:lnTo>
                    <a:pt x="65229" y="88914"/>
                  </a:lnTo>
                  <a:lnTo>
                    <a:pt x="64581" y="88201"/>
                  </a:lnTo>
                  <a:lnTo>
                    <a:pt x="63279" y="87331"/>
                  </a:lnTo>
                  <a:lnTo>
                    <a:pt x="62766" y="87107"/>
                  </a:lnTo>
                  <a:lnTo>
                    <a:pt x="62050" y="86840"/>
                  </a:lnTo>
                  <a:lnTo>
                    <a:pt x="61356" y="86626"/>
                  </a:lnTo>
                  <a:lnTo>
                    <a:pt x="60683" y="86477"/>
                  </a:lnTo>
                  <a:lnTo>
                    <a:pt x="60501" y="86468"/>
                  </a:lnTo>
                  <a:lnTo>
                    <a:pt x="59786" y="86434"/>
                  </a:lnTo>
                  <a:lnTo>
                    <a:pt x="59002" y="86423"/>
                  </a:lnTo>
                  <a:lnTo>
                    <a:pt x="56849" y="86391"/>
                  </a:lnTo>
                  <a:lnTo>
                    <a:pt x="55927" y="86421"/>
                  </a:lnTo>
                  <a:lnTo>
                    <a:pt x="55161" y="86445"/>
                  </a:lnTo>
                  <a:lnTo>
                    <a:pt x="54967" y="86433"/>
                  </a:lnTo>
                  <a:lnTo>
                    <a:pt x="52673" y="86295"/>
                  </a:lnTo>
                  <a:lnTo>
                    <a:pt x="52185" y="86187"/>
                  </a:lnTo>
                  <a:lnTo>
                    <a:pt x="51370" y="86007"/>
                  </a:lnTo>
                  <a:lnTo>
                    <a:pt x="50349" y="85615"/>
                  </a:lnTo>
                  <a:lnTo>
                    <a:pt x="49784" y="85399"/>
                  </a:lnTo>
                  <a:lnTo>
                    <a:pt x="49031" y="85110"/>
                  </a:lnTo>
                  <a:lnTo>
                    <a:pt x="46841" y="83871"/>
                  </a:lnTo>
                  <a:lnTo>
                    <a:pt x="45729" y="83177"/>
                  </a:lnTo>
                  <a:lnTo>
                    <a:pt x="45135" y="82806"/>
                  </a:lnTo>
                  <a:lnTo>
                    <a:pt x="44907" y="82665"/>
                  </a:lnTo>
                  <a:lnTo>
                    <a:pt x="44769" y="82578"/>
                  </a:lnTo>
                  <a:lnTo>
                    <a:pt x="42921" y="81350"/>
                  </a:lnTo>
                  <a:lnTo>
                    <a:pt x="42323" y="80810"/>
                  </a:lnTo>
                  <a:lnTo>
                    <a:pt x="41558" y="79313"/>
                  </a:lnTo>
                  <a:lnTo>
                    <a:pt x="41501" y="79141"/>
                  </a:lnTo>
                  <a:lnTo>
                    <a:pt x="41217" y="78298"/>
                  </a:lnTo>
                  <a:lnTo>
                    <a:pt x="40376" y="78400"/>
                  </a:lnTo>
                  <a:lnTo>
                    <a:pt x="39715" y="78375"/>
                  </a:lnTo>
                  <a:lnTo>
                    <a:pt x="39098" y="78445"/>
                  </a:lnTo>
                  <a:lnTo>
                    <a:pt x="35607" y="78842"/>
                  </a:lnTo>
                  <a:lnTo>
                    <a:pt x="35212" y="78887"/>
                  </a:lnTo>
                  <a:lnTo>
                    <a:pt x="33682" y="79061"/>
                  </a:lnTo>
                  <a:lnTo>
                    <a:pt x="32942" y="79145"/>
                  </a:lnTo>
                  <a:lnTo>
                    <a:pt x="32688" y="79174"/>
                  </a:lnTo>
                  <a:lnTo>
                    <a:pt x="32314" y="79216"/>
                  </a:lnTo>
                  <a:lnTo>
                    <a:pt x="27390" y="79776"/>
                  </a:lnTo>
                  <a:lnTo>
                    <a:pt x="24725" y="80079"/>
                  </a:lnTo>
                  <a:lnTo>
                    <a:pt x="19988" y="80617"/>
                  </a:lnTo>
                  <a:lnTo>
                    <a:pt x="18126" y="80829"/>
                  </a:lnTo>
                  <a:lnTo>
                    <a:pt x="17659" y="80882"/>
                  </a:lnTo>
                  <a:lnTo>
                    <a:pt x="9754" y="81780"/>
                  </a:lnTo>
                  <a:lnTo>
                    <a:pt x="5265" y="82291"/>
                  </a:lnTo>
                  <a:lnTo>
                    <a:pt x="0" y="82889"/>
                  </a:lnTo>
                  <a:lnTo>
                    <a:pt x="271" y="75699"/>
                  </a:lnTo>
                  <a:lnTo>
                    <a:pt x="505" y="69518"/>
                  </a:lnTo>
                  <a:lnTo>
                    <a:pt x="656" y="65508"/>
                  </a:lnTo>
                  <a:lnTo>
                    <a:pt x="734" y="64438"/>
                  </a:lnTo>
                  <a:lnTo>
                    <a:pt x="889" y="62304"/>
                  </a:lnTo>
                  <a:lnTo>
                    <a:pt x="923" y="61836"/>
                  </a:lnTo>
                  <a:lnTo>
                    <a:pt x="1062" y="59356"/>
                  </a:lnTo>
                  <a:lnTo>
                    <a:pt x="1224" y="56463"/>
                  </a:lnTo>
                  <a:lnTo>
                    <a:pt x="1225" y="54918"/>
                  </a:lnTo>
                  <a:lnTo>
                    <a:pt x="1232" y="49078"/>
                  </a:lnTo>
                  <a:lnTo>
                    <a:pt x="1171" y="47111"/>
                  </a:lnTo>
                  <a:lnTo>
                    <a:pt x="1105" y="44968"/>
                  </a:lnTo>
                  <a:lnTo>
                    <a:pt x="1078" y="44114"/>
                  </a:lnTo>
                  <a:lnTo>
                    <a:pt x="962" y="40361"/>
                  </a:lnTo>
                  <a:lnTo>
                    <a:pt x="1947" y="40000"/>
                  </a:lnTo>
                  <a:lnTo>
                    <a:pt x="2428" y="39550"/>
                  </a:lnTo>
                  <a:lnTo>
                    <a:pt x="2957" y="39054"/>
                  </a:lnTo>
                  <a:lnTo>
                    <a:pt x="5071" y="38464"/>
                  </a:lnTo>
                  <a:lnTo>
                    <a:pt x="5235" y="38418"/>
                  </a:lnTo>
                  <a:lnTo>
                    <a:pt x="8988" y="37370"/>
                  </a:lnTo>
                  <a:lnTo>
                    <a:pt x="13720" y="36049"/>
                  </a:lnTo>
                  <a:lnTo>
                    <a:pt x="15007" y="35689"/>
                  </a:lnTo>
                  <a:lnTo>
                    <a:pt x="15320" y="35607"/>
                  </a:lnTo>
                  <a:lnTo>
                    <a:pt x="16086" y="35404"/>
                  </a:lnTo>
                  <a:lnTo>
                    <a:pt x="21160" y="34064"/>
                  </a:lnTo>
                  <a:lnTo>
                    <a:pt x="22858" y="33615"/>
                  </a:lnTo>
                  <a:lnTo>
                    <a:pt x="25434" y="32934"/>
                  </a:lnTo>
                  <a:lnTo>
                    <a:pt x="28046" y="32277"/>
                  </a:lnTo>
                  <a:lnTo>
                    <a:pt x="29755" y="31632"/>
                  </a:lnTo>
                  <a:lnTo>
                    <a:pt x="30672" y="31286"/>
                  </a:lnTo>
                  <a:lnTo>
                    <a:pt x="32163" y="30723"/>
                  </a:lnTo>
                  <a:lnTo>
                    <a:pt x="32806" y="30472"/>
                  </a:lnTo>
                  <a:lnTo>
                    <a:pt x="33868" y="30057"/>
                  </a:lnTo>
                  <a:lnTo>
                    <a:pt x="38636" y="28192"/>
                  </a:lnTo>
                  <a:lnTo>
                    <a:pt x="39071" y="27896"/>
                  </a:lnTo>
                  <a:lnTo>
                    <a:pt x="39282" y="27753"/>
                  </a:lnTo>
                  <a:lnTo>
                    <a:pt x="42451" y="27015"/>
                  </a:lnTo>
                  <a:lnTo>
                    <a:pt x="43787" y="26703"/>
                  </a:lnTo>
                  <a:lnTo>
                    <a:pt x="44502" y="26546"/>
                  </a:lnTo>
                  <a:lnTo>
                    <a:pt x="45424" y="26344"/>
                  </a:lnTo>
                  <a:lnTo>
                    <a:pt x="47227" y="25949"/>
                  </a:lnTo>
                  <a:lnTo>
                    <a:pt x="47803" y="25823"/>
                  </a:lnTo>
                  <a:lnTo>
                    <a:pt x="48056" y="25767"/>
                  </a:lnTo>
                  <a:lnTo>
                    <a:pt x="50087" y="25322"/>
                  </a:lnTo>
                  <a:lnTo>
                    <a:pt x="52146" y="24871"/>
                  </a:lnTo>
                  <a:lnTo>
                    <a:pt x="52371" y="24821"/>
                  </a:lnTo>
                  <a:lnTo>
                    <a:pt x="52926" y="24699"/>
                  </a:lnTo>
                  <a:lnTo>
                    <a:pt x="52994" y="25182"/>
                  </a:lnTo>
                  <a:lnTo>
                    <a:pt x="53185" y="25140"/>
                  </a:lnTo>
                  <a:lnTo>
                    <a:pt x="55653" y="24600"/>
                  </a:lnTo>
                  <a:lnTo>
                    <a:pt x="78918" y="19504"/>
                  </a:lnTo>
                  <a:lnTo>
                    <a:pt x="79076" y="19466"/>
                  </a:lnTo>
                  <a:lnTo>
                    <a:pt x="87505" y="17464"/>
                  </a:lnTo>
                  <a:lnTo>
                    <a:pt x="93127" y="16128"/>
                  </a:lnTo>
                  <a:lnTo>
                    <a:pt x="93529" y="16032"/>
                  </a:lnTo>
                  <a:lnTo>
                    <a:pt x="104192" y="13532"/>
                  </a:lnTo>
                  <a:lnTo>
                    <a:pt x="114074" y="11215"/>
                  </a:lnTo>
                  <a:lnTo>
                    <a:pt x="115630" y="10851"/>
                  </a:lnTo>
                  <a:lnTo>
                    <a:pt x="115874" y="10793"/>
                  </a:lnTo>
                  <a:lnTo>
                    <a:pt x="116008" y="10761"/>
                  </a:lnTo>
                  <a:lnTo>
                    <a:pt x="117069" y="10502"/>
                  </a:lnTo>
                  <a:lnTo>
                    <a:pt x="119142" y="9995"/>
                  </a:lnTo>
                  <a:lnTo>
                    <a:pt x="120044" y="9775"/>
                  </a:lnTo>
                  <a:lnTo>
                    <a:pt x="120220" y="9732"/>
                  </a:lnTo>
                  <a:lnTo>
                    <a:pt x="121042" y="9531"/>
                  </a:lnTo>
                  <a:lnTo>
                    <a:pt x="123257" y="8989"/>
                  </a:lnTo>
                  <a:lnTo>
                    <a:pt x="124362" y="8719"/>
                  </a:lnTo>
                  <a:lnTo>
                    <a:pt x="124498" y="8686"/>
                  </a:lnTo>
                  <a:lnTo>
                    <a:pt x="126916" y="8095"/>
                  </a:lnTo>
                  <a:lnTo>
                    <a:pt x="127079" y="8055"/>
                  </a:lnTo>
                  <a:lnTo>
                    <a:pt x="129055" y="7572"/>
                  </a:lnTo>
                  <a:lnTo>
                    <a:pt x="130107" y="7314"/>
                  </a:lnTo>
                  <a:lnTo>
                    <a:pt x="133503" y="6484"/>
                  </a:lnTo>
                  <a:lnTo>
                    <a:pt x="133896" y="5905"/>
                  </a:lnTo>
                  <a:lnTo>
                    <a:pt x="134361" y="5222"/>
                  </a:lnTo>
                  <a:lnTo>
                    <a:pt x="136010" y="4074"/>
                  </a:lnTo>
                  <a:lnTo>
                    <a:pt x="137835" y="3448"/>
                  </a:lnTo>
                  <a:lnTo>
                    <a:pt x="138024" y="3384"/>
                  </a:lnTo>
                  <a:lnTo>
                    <a:pt x="141079" y="1675"/>
                  </a:lnTo>
                  <a:lnTo>
                    <a:pt x="141495" y="1653"/>
                  </a:lnTo>
                  <a:lnTo>
                    <a:pt x="142328" y="2476"/>
                  </a:lnTo>
                  <a:lnTo>
                    <a:pt x="142626" y="2182"/>
                  </a:lnTo>
                  <a:lnTo>
                    <a:pt x="144203" y="598"/>
                  </a:lnTo>
                  <a:lnTo>
                    <a:pt x="144468" y="332"/>
                  </a:lnTo>
                  <a:lnTo>
                    <a:pt x="144634" y="166"/>
                  </a:lnTo>
                  <a:lnTo>
                    <a:pt x="144800" y="0"/>
                  </a:lnTo>
                  <a:lnTo>
                    <a:pt x="145380" y="356"/>
                  </a:lnTo>
                  <a:lnTo>
                    <a:pt x="146673" y="1149"/>
                  </a:lnTo>
                  <a:lnTo>
                    <a:pt x="147691" y="1885"/>
                  </a:lnTo>
                  <a:lnTo>
                    <a:pt x="148187" y="2244"/>
                  </a:lnTo>
                  <a:lnTo>
                    <a:pt x="148604" y="2507"/>
                  </a:lnTo>
                  <a:lnTo>
                    <a:pt x="150080" y="3002"/>
                  </a:lnTo>
                  <a:lnTo>
                    <a:pt x="150796" y="3243"/>
                  </a:lnTo>
                  <a:lnTo>
                    <a:pt x="151586" y="3300"/>
                  </a:lnTo>
                  <a:lnTo>
                    <a:pt x="152041" y="3333"/>
                  </a:lnTo>
                  <a:lnTo>
                    <a:pt x="152377" y="4436"/>
                  </a:lnTo>
                  <a:lnTo>
                    <a:pt x="152682" y="5276"/>
                  </a:lnTo>
                  <a:lnTo>
                    <a:pt x="153098" y="6422"/>
                  </a:lnTo>
                  <a:lnTo>
                    <a:pt x="153365" y="7051"/>
                  </a:lnTo>
                  <a:lnTo>
                    <a:pt x="154139" y="8874"/>
                  </a:lnTo>
                  <a:lnTo>
                    <a:pt x="155087" y="10283"/>
                  </a:lnTo>
                  <a:lnTo>
                    <a:pt x="154703" y="10502"/>
                  </a:lnTo>
                  <a:lnTo>
                    <a:pt x="154416" y="10554"/>
                  </a:lnTo>
                  <a:lnTo>
                    <a:pt x="154250" y="10584"/>
                  </a:lnTo>
                  <a:lnTo>
                    <a:pt x="153459" y="10747"/>
                  </a:lnTo>
                  <a:lnTo>
                    <a:pt x="152285" y="11013"/>
                  </a:lnTo>
                  <a:lnTo>
                    <a:pt x="151661" y="11154"/>
                  </a:lnTo>
                  <a:lnTo>
                    <a:pt x="150206" y="11484"/>
                  </a:lnTo>
                  <a:lnTo>
                    <a:pt x="149680" y="11552"/>
                  </a:lnTo>
                  <a:lnTo>
                    <a:pt x="148708" y="11677"/>
                  </a:lnTo>
                  <a:lnTo>
                    <a:pt x="148007" y="11649"/>
                  </a:lnTo>
                  <a:lnTo>
                    <a:pt x="147138" y="11613"/>
                  </a:lnTo>
                  <a:lnTo>
                    <a:pt x="144889" y="11678"/>
                  </a:lnTo>
                  <a:lnTo>
                    <a:pt x="144352" y="11802"/>
                  </a:lnTo>
                  <a:lnTo>
                    <a:pt x="145447" y="13099"/>
                  </a:lnTo>
                  <a:lnTo>
                    <a:pt x="147418" y="15436"/>
                  </a:lnTo>
                  <a:lnTo>
                    <a:pt x="147897" y="16003"/>
                  </a:lnTo>
                  <a:lnTo>
                    <a:pt x="148286" y="16465"/>
                  </a:lnTo>
                  <a:lnTo>
                    <a:pt x="148815" y="17091"/>
                  </a:lnTo>
                  <a:lnTo>
                    <a:pt x="149253" y="17546"/>
                  </a:lnTo>
                  <a:lnTo>
                    <a:pt x="142869" y="200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3970544" y="3508627"/>
              <a:ext cx="81901" cy="35034"/>
            </a:xfrm>
            <a:custGeom>
              <a:avLst/>
              <a:pathLst>
                <a:path w="81901" h="35034">
                  <a:moveTo>
                    <a:pt x="10648" y="0"/>
                  </a:moveTo>
                  <a:lnTo>
                    <a:pt x="10932" y="843"/>
                  </a:lnTo>
                  <a:lnTo>
                    <a:pt x="10990" y="1014"/>
                  </a:lnTo>
                  <a:lnTo>
                    <a:pt x="11754" y="2512"/>
                  </a:lnTo>
                  <a:lnTo>
                    <a:pt x="12353" y="3052"/>
                  </a:lnTo>
                  <a:lnTo>
                    <a:pt x="14200" y="4280"/>
                  </a:lnTo>
                  <a:lnTo>
                    <a:pt x="14339" y="4366"/>
                  </a:lnTo>
                  <a:lnTo>
                    <a:pt x="14566" y="4508"/>
                  </a:lnTo>
                  <a:lnTo>
                    <a:pt x="15234" y="4925"/>
                  </a:lnTo>
                  <a:lnTo>
                    <a:pt x="16272" y="5572"/>
                  </a:lnTo>
                  <a:lnTo>
                    <a:pt x="18462" y="6811"/>
                  </a:lnTo>
                  <a:lnTo>
                    <a:pt x="19215" y="7100"/>
                  </a:lnTo>
                  <a:lnTo>
                    <a:pt x="19780" y="7317"/>
                  </a:lnTo>
                  <a:lnTo>
                    <a:pt x="20801" y="7708"/>
                  </a:lnTo>
                  <a:lnTo>
                    <a:pt x="21616" y="7889"/>
                  </a:lnTo>
                  <a:lnTo>
                    <a:pt x="22104" y="7997"/>
                  </a:lnTo>
                  <a:lnTo>
                    <a:pt x="24398" y="8135"/>
                  </a:lnTo>
                  <a:lnTo>
                    <a:pt x="24593" y="8146"/>
                  </a:lnTo>
                  <a:lnTo>
                    <a:pt x="25358" y="8122"/>
                  </a:lnTo>
                  <a:lnTo>
                    <a:pt x="26280" y="8093"/>
                  </a:lnTo>
                  <a:lnTo>
                    <a:pt x="28433" y="8124"/>
                  </a:lnTo>
                  <a:lnTo>
                    <a:pt x="29217" y="8136"/>
                  </a:lnTo>
                  <a:lnTo>
                    <a:pt x="29932" y="8170"/>
                  </a:lnTo>
                  <a:lnTo>
                    <a:pt x="30115" y="8178"/>
                  </a:lnTo>
                  <a:lnTo>
                    <a:pt x="30787" y="8328"/>
                  </a:lnTo>
                  <a:lnTo>
                    <a:pt x="31482" y="8541"/>
                  </a:lnTo>
                  <a:lnTo>
                    <a:pt x="32197" y="8808"/>
                  </a:lnTo>
                  <a:lnTo>
                    <a:pt x="32710" y="9033"/>
                  </a:lnTo>
                  <a:lnTo>
                    <a:pt x="34012" y="9903"/>
                  </a:lnTo>
                  <a:lnTo>
                    <a:pt x="34660" y="10615"/>
                  </a:lnTo>
                  <a:lnTo>
                    <a:pt x="35302" y="11760"/>
                  </a:lnTo>
                  <a:lnTo>
                    <a:pt x="36099" y="11579"/>
                  </a:lnTo>
                  <a:lnTo>
                    <a:pt x="37647" y="11205"/>
                  </a:lnTo>
                  <a:lnTo>
                    <a:pt x="38417" y="11019"/>
                  </a:lnTo>
                  <a:lnTo>
                    <a:pt x="39816" y="10682"/>
                  </a:lnTo>
                  <a:lnTo>
                    <a:pt x="43000" y="9912"/>
                  </a:lnTo>
                  <a:lnTo>
                    <a:pt x="43956" y="12888"/>
                  </a:lnTo>
                  <a:lnTo>
                    <a:pt x="44446" y="13597"/>
                  </a:lnTo>
                  <a:lnTo>
                    <a:pt x="45143" y="13644"/>
                  </a:lnTo>
                  <a:lnTo>
                    <a:pt x="47279" y="13788"/>
                  </a:lnTo>
                  <a:lnTo>
                    <a:pt x="49170" y="13627"/>
                  </a:lnTo>
                  <a:lnTo>
                    <a:pt x="49391" y="13615"/>
                  </a:lnTo>
                  <a:lnTo>
                    <a:pt x="49613" y="13603"/>
                  </a:lnTo>
                  <a:lnTo>
                    <a:pt x="50215" y="13570"/>
                  </a:lnTo>
                  <a:lnTo>
                    <a:pt x="50780" y="13539"/>
                  </a:lnTo>
                  <a:lnTo>
                    <a:pt x="52964" y="13462"/>
                  </a:lnTo>
                  <a:lnTo>
                    <a:pt x="54229" y="13418"/>
                  </a:lnTo>
                  <a:lnTo>
                    <a:pt x="54680" y="13295"/>
                  </a:lnTo>
                  <a:lnTo>
                    <a:pt x="56171" y="13138"/>
                  </a:lnTo>
                  <a:lnTo>
                    <a:pt x="57225" y="12057"/>
                  </a:lnTo>
                  <a:lnTo>
                    <a:pt x="57997" y="11264"/>
                  </a:lnTo>
                  <a:lnTo>
                    <a:pt x="58310" y="10854"/>
                  </a:lnTo>
                  <a:lnTo>
                    <a:pt x="58774" y="10246"/>
                  </a:lnTo>
                  <a:lnTo>
                    <a:pt x="60462" y="8772"/>
                  </a:lnTo>
                  <a:lnTo>
                    <a:pt x="61531" y="7702"/>
                  </a:lnTo>
                  <a:lnTo>
                    <a:pt x="61460" y="7349"/>
                  </a:lnTo>
                  <a:lnTo>
                    <a:pt x="62224" y="7209"/>
                  </a:lnTo>
                  <a:lnTo>
                    <a:pt x="63176" y="7035"/>
                  </a:lnTo>
                  <a:lnTo>
                    <a:pt x="66875" y="6359"/>
                  </a:lnTo>
                  <a:lnTo>
                    <a:pt x="67941" y="11423"/>
                  </a:lnTo>
                  <a:lnTo>
                    <a:pt x="68629" y="10966"/>
                  </a:lnTo>
                  <a:lnTo>
                    <a:pt x="69059" y="10681"/>
                  </a:lnTo>
                  <a:lnTo>
                    <a:pt x="70097" y="9894"/>
                  </a:lnTo>
                  <a:lnTo>
                    <a:pt x="71391" y="9067"/>
                  </a:lnTo>
                  <a:lnTo>
                    <a:pt x="71876" y="8801"/>
                  </a:lnTo>
                  <a:lnTo>
                    <a:pt x="72297" y="8570"/>
                  </a:lnTo>
                  <a:lnTo>
                    <a:pt x="75741" y="7155"/>
                  </a:lnTo>
                  <a:lnTo>
                    <a:pt x="78411" y="6781"/>
                  </a:lnTo>
                  <a:lnTo>
                    <a:pt x="80556" y="6576"/>
                  </a:lnTo>
                  <a:lnTo>
                    <a:pt x="81792" y="12704"/>
                  </a:lnTo>
                  <a:lnTo>
                    <a:pt x="81901" y="14867"/>
                  </a:lnTo>
                  <a:lnTo>
                    <a:pt x="79508" y="14736"/>
                  </a:lnTo>
                  <a:lnTo>
                    <a:pt x="79033" y="14521"/>
                  </a:lnTo>
                  <a:lnTo>
                    <a:pt x="78136" y="15398"/>
                  </a:lnTo>
                  <a:lnTo>
                    <a:pt x="77148" y="18068"/>
                  </a:lnTo>
                  <a:lnTo>
                    <a:pt x="76374" y="20311"/>
                  </a:lnTo>
                  <a:lnTo>
                    <a:pt x="75573" y="23275"/>
                  </a:lnTo>
                  <a:lnTo>
                    <a:pt x="75065" y="27013"/>
                  </a:lnTo>
                  <a:lnTo>
                    <a:pt x="75039" y="29630"/>
                  </a:lnTo>
                  <a:lnTo>
                    <a:pt x="75332" y="30831"/>
                  </a:lnTo>
                  <a:lnTo>
                    <a:pt x="75425" y="31609"/>
                  </a:lnTo>
                  <a:lnTo>
                    <a:pt x="75507" y="32293"/>
                  </a:lnTo>
                  <a:lnTo>
                    <a:pt x="73948" y="32625"/>
                  </a:lnTo>
                  <a:lnTo>
                    <a:pt x="73046" y="33320"/>
                  </a:lnTo>
                  <a:lnTo>
                    <a:pt x="72069" y="33913"/>
                  </a:lnTo>
                  <a:lnTo>
                    <a:pt x="69706" y="34674"/>
                  </a:lnTo>
                  <a:lnTo>
                    <a:pt x="65941" y="35034"/>
                  </a:lnTo>
                  <a:lnTo>
                    <a:pt x="64779" y="34193"/>
                  </a:lnTo>
                  <a:lnTo>
                    <a:pt x="62737" y="32831"/>
                  </a:lnTo>
                  <a:lnTo>
                    <a:pt x="61655" y="30388"/>
                  </a:lnTo>
                  <a:lnTo>
                    <a:pt x="60774" y="29507"/>
                  </a:lnTo>
                  <a:lnTo>
                    <a:pt x="58852" y="29106"/>
                  </a:lnTo>
                  <a:lnTo>
                    <a:pt x="54806" y="29387"/>
                  </a:lnTo>
                  <a:lnTo>
                    <a:pt x="53925" y="29787"/>
                  </a:lnTo>
                  <a:lnTo>
                    <a:pt x="53204" y="30628"/>
                  </a:lnTo>
                  <a:lnTo>
                    <a:pt x="47116" y="29026"/>
                  </a:lnTo>
                  <a:lnTo>
                    <a:pt x="44272" y="27745"/>
                  </a:lnTo>
                  <a:lnTo>
                    <a:pt x="41949" y="27665"/>
                  </a:lnTo>
                  <a:lnTo>
                    <a:pt x="40588" y="28105"/>
                  </a:lnTo>
                  <a:lnTo>
                    <a:pt x="39346" y="29467"/>
                  </a:lnTo>
                  <a:lnTo>
                    <a:pt x="38820" y="31316"/>
                  </a:lnTo>
                  <a:lnTo>
                    <a:pt x="37911" y="31039"/>
                  </a:lnTo>
                  <a:lnTo>
                    <a:pt x="35383" y="30350"/>
                  </a:lnTo>
                  <a:lnTo>
                    <a:pt x="33488" y="30095"/>
                  </a:lnTo>
                  <a:lnTo>
                    <a:pt x="31875" y="30006"/>
                  </a:lnTo>
                  <a:lnTo>
                    <a:pt x="31544" y="29988"/>
                  </a:lnTo>
                  <a:lnTo>
                    <a:pt x="31038" y="29984"/>
                  </a:lnTo>
                  <a:lnTo>
                    <a:pt x="29652" y="29976"/>
                  </a:lnTo>
                  <a:lnTo>
                    <a:pt x="27743" y="30140"/>
                  </a:lnTo>
                  <a:lnTo>
                    <a:pt x="25306" y="30351"/>
                  </a:lnTo>
                  <a:lnTo>
                    <a:pt x="24043" y="30458"/>
                  </a:lnTo>
                  <a:lnTo>
                    <a:pt x="23787" y="30479"/>
                  </a:lnTo>
                  <a:lnTo>
                    <a:pt x="23690" y="30201"/>
                  </a:lnTo>
                  <a:lnTo>
                    <a:pt x="23556" y="29821"/>
                  </a:lnTo>
                  <a:lnTo>
                    <a:pt x="23256" y="28965"/>
                  </a:lnTo>
                  <a:lnTo>
                    <a:pt x="22544" y="27831"/>
                  </a:lnTo>
                  <a:lnTo>
                    <a:pt x="21775" y="26182"/>
                  </a:lnTo>
                  <a:lnTo>
                    <a:pt x="20876" y="24132"/>
                  </a:lnTo>
                  <a:lnTo>
                    <a:pt x="19466" y="23508"/>
                  </a:lnTo>
                  <a:lnTo>
                    <a:pt x="15407" y="21874"/>
                  </a:lnTo>
                  <a:lnTo>
                    <a:pt x="14609" y="21553"/>
                  </a:lnTo>
                  <a:lnTo>
                    <a:pt x="11362" y="19806"/>
                  </a:lnTo>
                  <a:lnTo>
                    <a:pt x="5631" y="15852"/>
                  </a:lnTo>
                  <a:lnTo>
                    <a:pt x="4510" y="14494"/>
                  </a:lnTo>
                  <a:lnTo>
                    <a:pt x="3598" y="13388"/>
                  </a:lnTo>
                  <a:lnTo>
                    <a:pt x="2621" y="11298"/>
                  </a:lnTo>
                  <a:lnTo>
                    <a:pt x="1441" y="7665"/>
                  </a:lnTo>
                  <a:lnTo>
                    <a:pt x="0" y="4757"/>
                  </a:lnTo>
                  <a:lnTo>
                    <a:pt x="2059" y="3071"/>
                  </a:lnTo>
                  <a:lnTo>
                    <a:pt x="2089" y="1973"/>
                  </a:lnTo>
                  <a:lnTo>
                    <a:pt x="2119" y="875"/>
                  </a:lnTo>
                  <a:lnTo>
                    <a:pt x="2374" y="846"/>
                  </a:lnTo>
                  <a:lnTo>
                    <a:pt x="3114" y="762"/>
                  </a:lnTo>
                  <a:lnTo>
                    <a:pt x="4643" y="588"/>
                  </a:lnTo>
                  <a:lnTo>
                    <a:pt x="5038" y="543"/>
                  </a:lnTo>
                  <a:lnTo>
                    <a:pt x="8529" y="147"/>
                  </a:lnTo>
                  <a:lnTo>
                    <a:pt x="9146" y="76"/>
                  </a:lnTo>
                  <a:lnTo>
                    <a:pt x="9807" y="1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4077914" y="3460989"/>
              <a:ext cx="123998" cy="119397"/>
            </a:xfrm>
            <a:custGeom>
              <a:avLst/>
              <a:pathLst>
                <a:path w="123998" h="119397">
                  <a:moveTo>
                    <a:pt x="49503" y="11756"/>
                  </a:moveTo>
                  <a:lnTo>
                    <a:pt x="51033" y="13045"/>
                  </a:lnTo>
                  <a:lnTo>
                    <a:pt x="59274" y="11752"/>
                  </a:lnTo>
                  <a:lnTo>
                    <a:pt x="59699" y="16436"/>
                  </a:lnTo>
                  <a:lnTo>
                    <a:pt x="60318" y="21328"/>
                  </a:lnTo>
                  <a:lnTo>
                    <a:pt x="60633" y="24850"/>
                  </a:lnTo>
                  <a:lnTo>
                    <a:pt x="60788" y="26583"/>
                  </a:lnTo>
                  <a:lnTo>
                    <a:pt x="60876" y="28453"/>
                  </a:lnTo>
                  <a:lnTo>
                    <a:pt x="60981" y="30705"/>
                  </a:lnTo>
                  <a:lnTo>
                    <a:pt x="60883" y="33261"/>
                  </a:lnTo>
                  <a:lnTo>
                    <a:pt x="60382" y="34209"/>
                  </a:lnTo>
                  <a:lnTo>
                    <a:pt x="59977" y="34850"/>
                  </a:lnTo>
                  <a:lnTo>
                    <a:pt x="59122" y="35854"/>
                  </a:lnTo>
                  <a:lnTo>
                    <a:pt x="58994" y="36305"/>
                  </a:lnTo>
                  <a:lnTo>
                    <a:pt x="58402" y="40225"/>
                  </a:lnTo>
                  <a:lnTo>
                    <a:pt x="58032" y="42672"/>
                  </a:lnTo>
                  <a:lnTo>
                    <a:pt x="62436" y="44316"/>
                  </a:lnTo>
                  <a:lnTo>
                    <a:pt x="65725" y="51364"/>
                  </a:lnTo>
                  <a:lnTo>
                    <a:pt x="67621" y="55428"/>
                  </a:lnTo>
                  <a:lnTo>
                    <a:pt x="68678" y="54968"/>
                  </a:lnTo>
                  <a:lnTo>
                    <a:pt x="69231" y="55204"/>
                  </a:lnTo>
                  <a:lnTo>
                    <a:pt x="69853" y="56036"/>
                  </a:lnTo>
                  <a:lnTo>
                    <a:pt x="72120" y="55332"/>
                  </a:lnTo>
                  <a:lnTo>
                    <a:pt x="73292" y="54968"/>
                  </a:lnTo>
                  <a:lnTo>
                    <a:pt x="75129" y="55224"/>
                  </a:lnTo>
                  <a:lnTo>
                    <a:pt x="75856" y="55843"/>
                  </a:lnTo>
                  <a:lnTo>
                    <a:pt x="76229" y="56464"/>
                  </a:lnTo>
                  <a:lnTo>
                    <a:pt x="89550" y="69919"/>
                  </a:lnTo>
                  <a:lnTo>
                    <a:pt x="94542" y="75542"/>
                  </a:lnTo>
                  <a:lnTo>
                    <a:pt x="98423" y="77573"/>
                  </a:lnTo>
                  <a:lnTo>
                    <a:pt x="103745" y="76479"/>
                  </a:lnTo>
                  <a:lnTo>
                    <a:pt x="107627" y="79176"/>
                  </a:lnTo>
                  <a:lnTo>
                    <a:pt x="108835" y="84336"/>
                  </a:lnTo>
                  <a:lnTo>
                    <a:pt x="107393" y="86289"/>
                  </a:lnTo>
                  <a:lnTo>
                    <a:pt x="104527" y="87475"/>
                  </a:lnTo>
                  <a:lnTo>
                    <a:pt x="106319" y="89485"/>
                  </a:lnTo>
                  <a:lnTo>
                    <a:pt x="107035" y="93178"/>
                  </a:lnTo>
                  <a:lnTo>
                    <a:pt x="108545" y="94291"/>
                  </a:lnTo>
                  <a:lnTo>
                    <a:pt x="111169" y="93667"/>
                  </a:lnTo>
                  <a:lnTo>
                    <a:pt x="113459" y="94533"/>
                  </a:lnTo>
                  <a:lnTo>
                    <a:pt x="117639" y="101444"/>
                  </a:lnTo>
                  <a:lnTo>
                    <a:pt x="115948" y="102847"/>
                  </a:lnTo>
                  <a:lnTo>
                    <a:pt x="123998" y="109899"/>
                  </a:lnTo>
                  <a:lnTo>
                    <a:pt x="122372" y="112173"/>
                  </a:lnTo>
                  <a:lnTo>
                    <a:pt x="120877" y="115378"/>
                  </a:lnTo>
                  <a:lnTo>
                    <a:pt x="117566" y="117514"/>
                  </a:lnTo>
                  <a:lnTo>
                    <a:pt x="115263" y="118150"/>
                  </a:lnTo>
                  <a:lnTo>
                    <a:pt x="110750" y="119397"/>
                  </a:lnTo>
                  <a:lnTo>
                    <a:pt x="104250" y="114001"/>
                  </a:lnTo>
                  <a:lnTo>
                    <a:pt x="97633" y="112572"/>
                  </a:lnTo>
                  <a:lnTo>
                    <a:pt x="95044" y="110048"/>
                  </a:lnTo>
                  <a:lnTo>
                    <a:pt x="84068" y="106912"/>
                  </a:lnTo>
                  <a:lnTo>
                    <a:pt x="81080" y="106526"/>
                  </a:lnTo>
                  <a:lnTo>
                    <a:pt x="78506" y="104227"/>
                  </a:lnTo>
                  <a:lnTo>
                    <a:pt x="66735" y="97592"/>
                  </a:lnTo>
                  <a:lnTo>
                    <a:pt x="66236" y="94455"/>
                  </a:lnTo>
                  <a:lnTo>
                    <a:pt x="70856" y="89058"/>
                  </a:lnTo>
                  <a:lnTo>
                    <a:pt x="65002" y="86701"/>
                  </a:lnTo>
                  <a:lnTo>
                    <a:pt x="50126" y="82418"/>
                  </a:lnTo>
                  <a:lnTo>
                    <a:pt x="48818" y="81520"/>
                  </a:lnTo>
                  <a:lnTo>
                    <a:pt x="47947" y="80923"/>
                  </a:lnTo>
                  <a:lnTo>
                    <a:pt x="49014" y="79204"/>
                  </a:lnTo>
                  <a:lnTo>
                    <a:pt x="49207" y="78893"/>
                  </a:lnTo>
                  <a:lnTo>
                    <a:pt x="46982" y="77133"/>
                  </a:lnTo>
                  <a:lnTo>
                    <a:pt x="47947" y="75626"/>
                  </a:lnTo>
                  <a:lnTo>
                    <a:pt x="48298" y="75079"/>
                  </a:lnTo>
                  <a:lnTo>
                    <a:pt x="48803" y="74192"/>
                  </a:lnTo>
                  <a:lnTo>
                    <a:pt x="49157" y="73570"/>
                  </a:lnTo>
                  <a:lnTo>
                    <a:pt x="46900" y="72385"/>
                  </a:lnTo>
                  <a:lnTo>
                    <a:pt x="44198" y="70856"/>
                  </a:lnTo>
                  <a:lnTo>
                    <a:pt x="42228" y="69287"/>
                  </a:lnTo>
                  <a:lnTo>
                    <a:pt x="40379" y="67738"/>
                  </a:lnTo>
                  <a:lnTo>
                    <a:pt x="39832" y="68584"/>
                  </a:lnTo>
                  <a:lnTo>
                    <a:pt x="38252" y="70399"/>
                  </a:lnTo>
                  <a:lnTo>
                    <a:pt x="38038" y="71852"/>
                  </a:lnTo>
                  <a:lnTo>
                    <a:pt x="37760" y="72119"/>
                  </a:lnTo>
                  <a:lnTo>
                    <a:pt x="37483" y="72386"/>
                  </a:lnTo>
                  <a:lnTo>
                    <a:pt x="36813" y="72208"/>
                  </a:lnTo>
                  <a:lnTo>
                    <a:pt x="33702" y="71382"/>
                  </a:lnTo>
                  <a:lnTo>
                    <a:pt x="29830" y="70528"/>
                  </a:lnTo>
                  <a:lnTo>
                    <a:pt x="29104" y="72223"/>
                  </a:lnTo>
                  <a:lnTo>
                    <a:pt x="28570" y="74159"/>
                  </a:lnTo>
                  <a:lnTo>
                    <a:pt x="27502" y="75761"/>
                  </a:lnTo>
                  <a:lnTo>
                    <a:pt x="25900" y="77163"/>
                  </a:lnTo>
                  <a:lnTo>
                    <a:pt x="23763" y="79233"/>
                  </a:lnTo>
                  <a:lnTo>
                    <a:pt x="20759" y="82370"/>
                  </a:lnTo>
                  <a:lnTo>
                    <a:pt x="17822" y="86976"/>
                  </a:lnTo>
                  <a:lnTo>
                    <a:pt x="16153" y="88912"/>
                  </a:lnTo>
                  <a:lnTo>
                    <a:pt x="14284" y="90447"/>
                  </a:lnTo>
                  <a:lnTo>
                    <a:pt x="12949" y="92917"/>
                  </a:lnTo>
                  <a:lnTo>
                    <a:pt x="11881" y="96722"/>
                  </a:lnTo>
                  <a:lnTo>
                    <a:pt x="4805" y="93384"/>
                  </a:lnTo>
                  <a:lnTo>
                    <a:pt x="3825" y="92841"/>
                  </a:lnTo>
                  <a:lnTo>
                    <a:pt x="3056" y="92393"/>
                  </a:lnTo>
                  <a:lnTo>
                    <a:pt x="3227" y="91602"/>
                  </a:lnTo>
                  <a:lnTo>
                    <a:pt x="3277" y="90900"/>
                  </a:lnTo>
                  <a:lnTo>
                    <a:pt x="3593" y="86402"/>
                  </a:lnTo>
                  <a:lnTo>
                    <a:pt x="3719" y="84617"/>
                  </a:lnTo>
                  <a:lnTo>
                    <a:pt x="3706" y="83665"/>
                  </a:lnTo>
                  <a:lnTo>
                    <a:pt x="3676" y="81306"/>
                  </a:lnTo>
                  <a:lnTo>
                    <a:pt x="3596" y="80755"/>
                  </a:lnTo>
                  <a:lnTo>
                    <a:pt x="3505" y="80131"/>
                  </a:lnTo>
                  <a:lnTo>
                    <a:pt x="3206" y="77845"/>
                  </a:lnTo>
                  <a:lnTo>
                    <a:pt x="3559" y="72953"/>
                  </a:lnTo>
                  <a:lnTo>
                    <a:pt x="3795" y="70678"/>
                  </a:lnTo>
                  <a:lnTo>
                    <a:pt x="3975" y="68232"/>
                  </a:lnTo>
                  <a:lnTo>
                    <a:pt x="3984" y="67927"/>
                  </a:lnTo>
                  <a:lnTo>
                    <a:pt x="4027" y="66572"/>
                  </a:lnTo>
                  <a:lnTo>
                    <a:pt x="4142" y="62930"/>
                  </a:lnTo>
                  <a:lnTo>
                    <a:pt x="4004" y="61568"/>
                  </a:lnTo>
                  <a:lnTo>
                    <a:pt x="3635" y="58934"/>
                  </a:lnTo>
                  <a:lnTo>
                    <a:pt x="3129" y="59042"/>
                  </a:lnTo>
                  <a:lnTo>
                    <a:pt x="2362" y="59180"/>
                  </a:lnTo>
                  <a:lnTo>
                    <a:pt x="0" y="48416"/>
                  </a:lnTo>
                  <a:lnTo>
                    <a:pt x="3118" y="47775"/>
                  </a:lnTo>
                  <a:lnTo>
                    <a:pt x="3417" y="47305"/>
                  </a:lnTo>
                  <a:lnTo>
                    <a:pt x="2627" y="44271"/>
                  </a:lnTo>
                  <a:lnTo>
                    <a:pt x="2691" y="43823"/>
                  </a:lnTo>
                  <a:lnTo>
                    <a:pt x="3033" y="43716"/>
                  </a:lnTo>
                  <a:lnTo>
                    <a:pt x="4829" y="44504"/>
                  </a:lnTo>
                  <a:lnTo>
                    <a:pt x="6687" y="45209"/>
                  </a:lnTo>
                  <a:lnTo>
                    <a:pt x="7502" y="42494"/>
                  </a:lnTo>
                  <a:lnTo>
                    <a:pt x="7701" y="41831"/>
                  </a:lnTo>
                  <a:lnTo>
                    <a:pt x="3087" y="39192"/>
                  </a:lnTo>
                  <a:lnTo>
                    <a:pt x="4414" y="36650"/>
                  </a:lnTo>
                  <a:lnTo>
                    <a:pt x="6557" y="32545"/>
                  </a:lnTo>
                  <a:lnTo>
                    <a:pt x="13411" y="19799"/>
                  </a:lnTo>
                  <a:lnTo>
                    <a:pt x="8739" y="17288"/>
                  </a:lnTo>
                  <a:lnTo>
                    <a:pt x="13317" y="8716"/>
                  </a:lnTo>
                  <a:lnTo>
                    <a:pt x="14508" y="6224"/>
                  </a:lnTo>
                  <a:lnTo>
                    <a:pt x="17238" y="3661"/>
                  </a:lnTo>
                  <a:lnTo>
                    <a:pt x="20291" y="1506"/>
                  </a:lnTo>
                  <a:lnTo>
                    <a:pt x="21492" y="672"/>
                  </a:lnTo>
                  <a:lnTo>
                    <a:pt x="22052" y="0"/>
                  </a:lnTo>
                  <a:lnTo>
                    <a:pt x="36512" y="5044"/>
                  </a:lnTo>
                  <a:lnTo>
                    <a:pt x="39249" y="5945"/>
                  </a:lnTo>
                  <a:lnTo>
                    <a:pt x="45371" y="6854"/>
                  </a:lnTo>
                  <a:lnTo>
                    <a:pt x="48546" y="109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4135947" y="3472742"/>
              <a:ext cx="61185" cy="32563"/>
            </a:xfrm>
            <a:custGeom>
              <a:avLst/>
              <a:pathLst>
                <a:path w="61185" h="32563">
                  <a:moveTo>
                    <a:pt x="28182" y="1953"/>
                  </a:moveTo>
                  <a:lnTo>
                    <a:pt x="36459" y="5852"/>
                  </a:lnTo>
                  <a:lnTo>
                    <a:pt x="46252" y="10472"/>
                  </a:lnTo>
                  <a:lnTo>
                    <a:pt x="49665" y="11853"/>
                  </a:lnTo>
                  <a:lnTo>
                    <a:pt x="56535" y="14634"/>
                  </a:lnTo>
                  <a:lnTo>
                    <a:pt x="57847" y="14515"/>
                  </a:lnTo>
                  <a:lnTo>
                    <a:pt x="59743" y="14343"/>
                  </a:lnTo>
                  <a:lnTo>
                    <a:pt x="61185" y="17440"/>
                  </a:lnTo>
                  <a:lnTo>
                    <a:pt x="56707" y="20535"/>
                  </a:lnTo>
                  <a:lnTo>
                    <a:pt x="56052" y="23998"/>
                  </a:lnTo>
                  <a:lnTo>
                    <a:pt x="53602" y="25611"/>
                  </a:lnTo>
                  <a:lnTo>
                    <a:pt x="36406" y="22727"/>
                  </a:lnTo>
                  <a:lnTo>
                    <a:pt x="27968" y="21713"/>
                  </a:lnTo>
                  <a:lnTo>
                    <a:pt x="15874" y="24324"/>
                  </a:lnTo>
                  <a:lnTo>
                    <a:pt x="12306" y="27398"/>
                  </a:lnTo>
                  <a:lnTo>
                    <a:pt x="4403" y="32563"/>
                  </a:lnTo>
                  <a:lnTo>
                    <a:pt x="0" y="30919"/>
                  </a:lnTo>
                  <a:lnTo>
                    <a:pt x="369" y="28472"/>
                  </a:lnTo>
                  <a:lnTo>
                    <a:pt x="961" y="24552"/>
                  </a:lnTo>
                  <a:lnTo>
                    <a:pt x="1089" y="24101"/>
                  </a:lnTo>
                  <a:lnTo>
                    <a:pt x="1944" y="23097"/>
                  </a:lnTo>
                  <a:lnTo>
                    <a:pt x="2350" y="22456"/>
                  </a:lnTo>
                  <a:lnTo>
                    <a:pt x="2850" y="21508"/>
                  </a:lnTo>
                  <a:lnTo>
                    <a:pt x="2948" y="18952"/>
                  </a:lnTo>
                  <a:lnTo>
                    <a:pt x="2843" y="16700"/>
                  </a:lnTo>
                  <a:lnTo>
                    <a:pt x="2755" y="14830"/>
                  </a:lnTo>
                  <a:lnTo>
                    <a:pt x="2600" y="13097"/>
                  </a:lnTo>
                  <a:lnTo>
                    <a:pt x="2285" y="9575"/>
                  </a:lnTo>
                  <a:lnTo>
                    <a:pt x="1666" y="4683"/>
                  </a:lnTo>
                  <a:lnTo>
                    <a:pt x="1241" y="0"/>
                  </a:lnTo>
                  <a:lnTo>
                    <a:pt x="21613" y="84"/>
                  </a:lnTo>
                  <a:lnTo>
                    <a:pt x="24902" y="10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4089813" y="3528727"/>
              <a:ext cx="38951" cy="35932"/>
            </a:xfrm>
            <a:custGeom>
              <a:avLst/>
              <a:pathLst>
                <a:path w="38951" h="35932">
                  <a:moveTo>
                    <a:pt x="35002" y="4647"/>
                  </a:moveTo>
                  <a:lnTo>
                    <a:pt x="37258" y="5832"/>
                  </a:lnTo>
                  <a:lnTo>
                    <a:pt x="36904" y="6454"/>
                  </a:lnTo>
                  <a:lnTo>
                    <a:pt x="36399" y="7340"/>
                  </a:lnTo>
                  <a:lnTo>
                    <a:pt x="36049" y="7888"/>
                  </a:lnTo>
                  <a:lnTo>
                    <a:pt x="35084" y="9395"/>
                  </a:lnTo>
                  <a:lnTo>
                    <a:pt x="37309" y="11155"/>
                  </a:lnTo>
                  <a:lnTo>
                    <a:pt x="37116" y="11466"/>
                  </a:lnTo>
                  <a:lnTo>
                    <a:pt x="36048" y="13184"/>
                  </a:lnTo>
                  <a:lnTo>
                    <a:pt x="36920" y="13782"/>
                  </a:lnTo>
                  <a:lnTo>
                    <a:pt x="38227" y="14680"/>
                  </a:lnTo>
                  <a:lnTo>
                    <a:pt x="37762" y="15464"/>
                  </a:lnTo>
                  <a:lnTo>
                    <a:pt x="37297" y="16249"/>
                  </a:lnTo>
                  <a:lnTo>
                    <a:pt x="36982" y="16780"/>
                  </a:lnTo>
                  <a:lnTo>
                    <a:pt x="36781" y="17748"/>
                  </a:lnTo>
                  <a:lnTo>
                    <a:pt x="36915" y="18549"/>
                  </a:lnTo>
                  <a:lnTo>
                    <a:pt x="37420" y="19105"/>
                  </a:lnTo>
                  <a:lnTo>
                    <a:pt x="38250" y="20018"/>
                  </a:lnTo>
                  <a:lnTo>
                    <a:pt x="38951" y="24190"/>
                  </a:lnTo>
                  <a:lnTo>
                    <a:pt x="38317" y="28262"/>
                  </a:lnTo>
                  <a:lnTo>
                    <a:pt x="37749" y="28496"/>
                  </a:lnTo>
                  <a:lnTo>
                    <a:pt x="37224" y="28552"/>
                  </a:lnTo>
                  <a:lnTo>
                    <a:pt x="36815" y="28596"/>
                  </a:lnTo>
                  <a:lnTo>
                    <a:pt x="35822" y="32014"/>
                  </a:lnTo>
                  <a:lnTo>
                    <a:pt x="30387" y="35932"/>
                  </a:lnTo>
                  <a:lnTo>
                    <a:pt x="13451" y="35471"/>
                  </a:lnTo>
                  <a:lnTo>
                    <a:pt x="5028" y="31303"/>
                  </a:lnTo>
                  <a:lnTo>
                    <a:pt x="0" y="28923"/>
                  </a:lnTo>
                  <a:lnTo>
                    <a:pt x="1051" y="25179"/>
                  </a:lnTo>
                  <a:lnTo>
                    <a:pt x="2386" y="22709"/>
                  </a:lnTo>
                  <a:lnTo>
                    <a:pt x="4255" y="21174"/>
                  </a:lnTo>
                  <a:lnTo>
                    <a:pt x="5924" y="19238"/>
                  </a:lnTo>
                  <a:lnTo>
                    <a:pt x="8861" y="14632"/>
                  </a:lnTo>
                  <a:lnTo>
                    <a:pt x="11865" y="11494"/>
                  </a:lnTo>
                  <a:lnTo>
                    <a:pt x="14001" y="9425"/>
                  </a:lnTo>
                  <a:lnTo>
                    <a:pt x="15603" y="8023"/>
                  </a:lnTo>
                  <a:lnTo>
                    <a:pt x="16671" y="6421"/>
                  </a:lnTo>
                  <a:lnTo>
                    <a:pt x="17205" y="4485"/>
                  </a:lnTo>
                  <a:lnTo>
                    <a:pt x="17932" y="2790"/>
                  </a:lnTo>
                  <a:lnTo>
                    <a:pt x="21803" y="3644"/>
                  </a:lnTo>
                  <a:lnTo>
                    <a:pt x="24914" y="4470"/>
                  </a:lnTo>
                  <a:lnTo>
                    <a:pt x="25584" y="4648"/>
                  </a:lnTo>
                  <a:lnTo>
                    <a:pt x="25862" y="4381"/>
                  </a:lnTo>
                  <a:lnTo>
                    <a:pt x="26139" y="4114"/>
                  </a:lnTo>
                  <a:lnTo>
                    <a:pt x="26353" y="2661"/>
                  </a:lnTo>
                  <a:lnTo>
                    <a:pt x="27934" y="845"/>
                  </a:lnTo>
                  <a:lnTo>
                    <a:pt x="28481" y="0"/>
                  </a:lnTo>
                  <a:lnTo>
                    <a:pt x="30330" y="1549"/>
                  </a:lnTo>
                  <a:lnTo>
                    <a:pt x="32299" y="31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3999980" y="3317739"/>
              <a:ext cx="283760" cy="123440"/>
            </a:xfrm>
            <a:custGeom>
              <a:avLst/>
              <a:pathLst>
                <a:path w="283760" h="123440">
                  <a:moveTo>
                    <a:pt x="2063" y="52190"/>
                  </a:moveTo>
                  <a:lnTo>
                    <a:pt x="115" y="48208"/>
                  </a:lnTo>
                  <a:lnTo>
                    <a:pt x="9621" y="46071"/>
                  </a:lnTo>
                  <a:lnTo>
                    <a:pt x="28194" y="43596"/>
                  </a:lnTo>
                  <a:lnTo>
                    <a:pt x="29792" y="43383"/>
                  </a:lnTo>
                  <a:lnTo>
                    <a:pt x="49372" y="40773"/>
                  </a:lnTo>
                  <a:lnTo>
                    <a:pt x="52787" y="40318"/>
                  </a:lnTo>
                  <a:lnTo>
                    <a:pt x="55557" y="39857"/>
                  </a:lnTo>
                  <a:lnTo>
                    <a:pt x="55743" y="39826"/>
                  </a:lnTo>
                  <a:lnTo>
                    <a:pt x="56653" y="39674"/>
                  </a:lnTo>
                  <a:lnTo>
                    <a:pt x="56979" y="39620"/>
                  </a:lnTo>
                  <a:lnTo>
                    <a:pt x="60160" y="39115"/>
                  </a:lnTo>
                  <a:lnTo>
                    <a:pt x="68085" y="37857"/>
                  </a:lnTo>
                  <a:lnTo>
                    <a:pt x="69302" y="37664"/>
                  </a:lnTo>
                  <a:lnTo>
                    <a:pt x="70521" y="37470"/>
                  </a:lnTo>
                  <a:lnTo>
                    <a:pt x="81305" y="36276"/>
                  </a:lnTo>
                  <a:lnTo>
                    <a:pt x="85360" y="35810"/>
                  </a:lnTo>
                  <a:lnTo>
                    <a:pt x="88233" y="35479"/>
                  </a:lnTo>
                  <a:lnTo>
                    <a:pt x="88538" y="35436"/>
                  </a:lnTo>
                  <a:lnTo>
                    <a:pt x="98050" y="34089"/>
                  </a:lnTo>
                  <a:lnTo>
                    <a:pt x="98656" y="33972"/>
                  </a:lnTo>
                  <a:lnTo>
                    <a:pt x="114500" y="30905"/>
                  </a:lnTo>
                  <a:lnTo>
                    <a:pt x="125241" y="28239"/>
                  </a:lnTo>
                  <a:lnTo>
                    <a:pt x="127063" y="27779"/>
                  </a:lnTo>
                  <a:lnTo>
                    <a:pt x="131621" y="26624"/>
                  </a:lnTo>
                  <a:lnTo>
                    <a:pt x="133391" y="26176"/>
                  </a:lnTo>
                  <a:lnTo>
                    <a:pt x="136178" y="25470"/>
                  </a:lnTo>
                  <a:lnTo>
                    <a:pt x="150143" y="21637"/>
                  </a:lnTo>
                  <a:lnTo>
                    <a:pt x="162580" y="18071"/>
                  </a:lnTo>
                  <a:lnTo>
                    <a:pt x="166726" y="17209"/>
                  </a:lnTo>
                  <a:lnTo>
                    <a:pt x="167863" y="16973"/>
                  </a:lnTo>
                  <a:lnTo>
                    <a:pt x="169670" y="16597"/>
                  </a:lnTo>
                  <a:lnTo>
                    <a:pt x="173146" y="15874"/>
                  </a:lnTo>
                  <a:lnTo>
                    <a:pt x="179981" y="14667"/>
                  </a:lnTo>
                  <a:lnTo>
                    <a:pt x="180428" y="14588"/>
                  </a:lnTo>
                  <a:lnTo>
                    <a:pt x="181057" y="14477"/>
                  </a:lnTo>
                  <a:lnTo>
                    <a:pt x="188867" y="13328"/>
                  </a:lnTo>
                  <a:lnTo>
                    <a:pt x="197891" y="11907"/>
                  </a:lnTo>
                  <a:lnTo>
                    <a:pt x="199319" y="11784"/>
                  </a:lnTo>
                  <a:lnTo>
                    <a:pt x="206527" y="11166"/>
                  </a:lnTo>
                  <a:lnTo>
                    <a:pt x="210242" y="10832"/>
                  </a:lnTo>
                  <a:lnTo>
                    <a:pt x="213802" y="10512"/>
                  </a:lnTo>
                  <a:lnTo>
                    <a:pt x="214718" y="10444"/>
                  </a:lnTo>
                  <a:lnTo>
                    <a:pt x="216968" y="10277"/>
                  </a:lnTo>
                  <a:lnTo>
                    <a:pt x="219509" y="10089"/>
                  </a:lnTo>
                  <a:lnTo>
                    <a:pt x="227070" y="9668"/>
                  </a:lnTo>
                  <a:lnTo>
                    <a:pt x="231538" y="9403"/>
                  </a:lnTo>
                  <a:lnTo>
                    <a:pt x="236386" y="8781"/>
                  </a:lnTo>
                  <a:lnTo>
                    <a:pt x="237128" y="8701"/>
                  </a:lnTo>
                  <a:lnTo>
                    <a:pt x="241791" y="8200"/>
                  </a:lnTo>
                  <a:lnTo>
                    <a:pt x="250782" y="6435"/>
                  </a:lnTo>
                  <a:lnTo>
                    <a:pt x="255322" y="5714"/>
                  </a:lnTo>
                  <a:lnTo>
                    <a:pt x="257934" y="5362"/>
                  </a:lnTo>
                  <a:lnTo>
                    <a:pt x="258896" y="5232"/>
                  </a:lnTo>
                  <a:lnTo>
                    <a:pt x="260743" y="4939"/>
                  </a:lnTo>
                  <a:lnTo>
                    <a:pt x="262792" y="4608"/>
                  </a:lnTo>
                  <a:lnTo>
                    <a:pt x="265780" y="3585"/>
                  </a:lnTo>
                  <a:lnTo>
                    <a:pt x="270608" y="2085"/>
                  </a:lnTo>
                  <a:lnTo>
                    <a:pt x="272869" y="1411"/>
                  </a:lnTo>
                  <a:lnTo>
                    <a:pt x="275130" y="737"/>
                  </a:lnTo>
                  <a:lnTo>
                    <a:pt x="277603" y="0"/>
                  </a:lnTo>
                  <a:lnTo>
                    <a:pt x="279423" y="11895"/>
                  </a:lnTo>
                  <a:lnTo>
                    <a:pt x="279458" y="12093"/>
                  </a:lnTo>
                  <a:lnTo>
                    <a:pt x="279488" y="12261"/>
                  </a:lnTo>
                  <a:lnTo>
                    <a:pt x="279841" y="14228"/>
                  </a:lnTo>
                  <a:lnTo>
                    <a:pt x="280320" y="16060"/>
                  </a:lnTo>
                  <a:lnTo>
                    <a:pt x="281281" y="20610"/>
                  </a:lnTo>
                  <a:lnTo>
                    <a:pt x="281661" y="22404"/>
                  </a:lnTo>
                  <a:lnTo>
                    <a:pt x="280504" y="22616"/>
                  </a:lnTo>
                  <a:lnTo>
                    <a:pt x="280827" y="24636"/>
                  </a:lnTo>
                  <a:lnTo>
                    <a:pt x="281618" y="29304"/>
                  </a:lnTo>
                  <a:lnTo>
                    <a:pt x="281745" y="29887"/>
                  </a:lnTo>
                  <a:lnTo>
                    <a:pt x="281864" y="30435"/>
                  </a:lnTo>
                  <a:lnTo>
                    <a:pt x="283436" y="37646"/>
                  </a:lnTo>
                  <a:lnTo>
                    <a:pt x="283594" y="38369"/>
                  </a:lnTo>
                  <a:lnTo>
                    <a:pt x="283760" y="39131"/>
                  </a:lnTo>
                  <a:lnTo>
                    <a:pt x="283364" y="39113"/>
                  </a:lnTo>
                  <a:lnTo>
                    <a:pt x="278011" y="39313"/>
                  </a:lnTo>
                  <a:lnTo>
                    <a:pt x="276520" y="39322"/>
                  </a:lnTo>
                  <a:lnTo>
                    <a:pt x="273652" y="39476"/>
                  </a:lnTo>
                  <a:lnTo>
                    <a:pt x="267157" y="39720"/>
                  </a:lnTo>
                  <a:lnTo>
                    <a:pt x="266711" y="39758"/>
                  </a:lnTo>
                  <a:lnTo>
                    <a:pt x="268466" y="44915"/>
                  </a:lnTo>
                  <a:lnTo>
                    <a:pt x="268618" y="46234"/>
                  </a:lnTo>
                  <a:lnTo>
                    <a:pt x="268889" y="48582"/>
                  </a:lnTo>
                  <a:lnTo>
                    <a:pt x="268721" y="49123"/>
                  </a:lnTo>
                  <a:lnTo>
                    <a:pt x="261296" y="48333"/>
                  </a:lnTo>
                  <a:lnTo>
                    <a:pt x="257604" y="48037"/>
                  </a:lnTo>
                  <a:lnTo>
                    <a:pt x="257290" y="48026"/>
                  </a:lnTo>
                  <a:lnTo>
                    <a:pt x="257119" y="48035"/>
                  </a:lnTo>
                  <a:lnTo>
                    <a:pt x="256251" y="48035"/>
                  </a:lnTo>
                  <a:lnTo>
                    <a:pt x="256111" y="47986"/>
                  </a:lnTo>
                  <a:lnTo>
                    <a:pt x="255604" y="47969"/>
                  </a:lnTo>
                  <a:lnTo>
                    <a:pt x="254394" y="48145"/>
                  </a:lnTo>
                  <a:lnTo>
                    <a:pt x="253411" y="48295"/>
                  </a:lnTo>
                  <a:lnTo>
                    <a:pt x="252058" y="48625"/>
                  </a:lnTo>
                  <a:lnTo>
                    <a:pt x="251521" y="48755"/>
                  </a:lnTo>
                  <a:lnTo>
                    <a:pt x="251353" y="48796"/>
                  </a:lnTo>
                  <a:lnTo>
                    <a:pt x="250790" y="48983"/>
                  </a:lnTo>
                  <a:lnTo>
                    <a:pt x="249933" y="49267"/>
                  </a:lnTo>
                  <a:lnTo>
                    <a:pt x="248267" y="49488"/>
                  </a:lnTo>
                  <a:lnTo>
                    <a:pt x="246113" y="49500"/>
                  </a:lnTo>
                  <a:lnTo>
                    <a:pt x="245604" y="49416"/>
                  </a:lnTo>
                  <a:lnTo>
                    <a:pt x="240724" y="48382"/>
                  </a:lnTo>
                  <a:lnTo>
                    <a:pt x="239879" y="48267"/>
                  </a:lnTo>
                  <a:lnTo>
                    <a:pt x="237504" y="47942"/>
                  </a:lnTo>
                  <a:lnTo>
                    <a:pt x="237375" y="47924"/>
                  </a:lnTo>
                  <a:lnTo>
                    <a:pt x="236228" y="47767"/>
                  </a:lnTo>
                  <a:lnTo>
                    <a:pt x="235170" y="47712"/>
                  </a:lnTo>
                  <a:lnTo>
                    <a:pt x="233032" y="47600"/>
                  </a:lnTo>
                  <a:lnTo>
                    <a:pt x="230082" y="47505"/>
                  </a:lnTo>
                  <a:lnTo>
                    <a:pt x="225015" y="47390"/>
                  </a:lnTo>
                  <a:lnTo>
                    <a:pt x="224636" y="47347"/>
                  </a:lnTo>
                  <a:lnTo>
                    <a:pt x="219156" y="46607"/>
                  </a:lnTo>
                  <a:lnTo>
                    <a:pt x="217610" y="46620"/>
                  </a:lnTo>
                  <a:lnTo>
                    <a:pt x="215709" y="46866"/>
                  </a:lnTo>
                  <a:lnTo>
                    <a:pt x="215126" y="46906"/>
                  </a:lnTo>
                  <a:lnTo>
                    <a:pt x="212132" y="47112"/>
                  </a:lnTo>
                  <a:lnTo>
                    <a:pt x="204849" y="46955"/>
                  </a:lnTo>
                  <a:lnTo>
                    <a:pt x="204441" y="46946"/>
                  </a:lnTo>
                  <a:lnTo>
                    <a:pt x="203156" y="46918"/>
                  </a:lnTo>
                  <a:lnTo>
                    <a:pt x="194498" y="46772"/>
                  </a:lnTo>
                  <a:lnTo>
                    <a:pt x="194002" y="46762"/>
                  </a:lnTo>
                  <a:lnTo>
                    <a:pt x="193753" y="46765"/>
                  </a:lnTo>
                  <a:lnTo>
                    <a:pt x="191838" y="46760"/>
                  </a:lnTo>
                  <a:lnTo>
                    <a:pt x="190630" y="46757"/>
                  </a:lnTo>
                  <a:lnTo>
                    <a:pt x="187241" y="46633"/>
                  </a:lnTo>
                  <a:lnTo>
                    <a:pt x="185440" y="46599"/>
                  </a:lnTo>
                  <a:lnTo>
                    <a:pt x="181244" y="46519"/>
                  </a:lnTo>
                  <a:lnTo>
                    <a:pt x="180251" y="46439"/>
                  </a:lnTo>
                  <a:lnTo>
                    <a:pt x="178960" y="46336"/>
                  </a:lnTo>
                  <a:lnTo>
                    <a:pt x="178783" y="46359"/>
                  </a:lnTo>
                  <a:lnTo>
                    <a:pt x="178647" y="46543"/>
                  </a:lnTo>
                  <a:lnTo>
                    <a:pt x="178177" y="47141"/>
                  </a:lnTo>
                  <a:lnTo>
                    <a:pt x="177533" y="47614"/>
                  </a:lnTo>
                  <a:lnTo>
                    <a:pt x="176946" y="47904"/>
                  </a:lnTo>
                  <a:lnTo>
                    <a:pt x="176119" y="48246"/>
                  </a:lnTo>
                  <a:lnTo>
                    <a:pt x="175551" y="48493"/>
                  </a:lnTo>
                  <a:lnTo>
                    <a:pt x="174951" y="48737"/>
                  </a:lnTo>
                  <a:lnTo>
                    <a:pt x="174340" y="48965"/>
                  </a:lnTo>
                  <a:lnTo>
                    <a:pt x="173929" y="49221"/>
                  </a:lnTo>
                  <a:lnTo>
                    <a:pt x="172915" y="50162"/>
                  </a:lnTo>
                  <a:lnTo>
                    <a:pt x="172087" y="50876"/>
                  </a:lnTo>
                  <a:lnTo>
                    <a:pt x="171170" y="51555"/>
                  </a:lnTo>
                  <a:lnTo>
                    <a:pt x="169738" y="52506"/>
                  </a:lnTo>
                  <a:lnTo>
                    <a:pt x="168557" y="53315"/>
                  </a:lnTo>
                  <a:lnTo>
                    <a:pt x="168103" y="53602"/>
                  </a:lnTo>
                  <a:lnTo>
                    <a:pt x="167602" y="53856"/>
                  </a:lnTo>
                  <a:lnTo>
                    <a:pt x="167068" y="54043"/>
                  </a:lnTo>
                  <a:lnTo>
                    <a:pt x="166697" y="54115"/>
                  </a:lnTo>
                  <a:lnTo>
                    <a:pt x="164787" y="54486"/>
                  </a:lnTo>
                  <a:lnTo>
                    <a:pt x="164236" y="54498"/>
                  </a:lnTo>
                  <a:lnTo>
                    <a:pt x="163318" y="54511"/>
                  </a:lnTo>
                  <a:lnTo>
                    <a:pt x="161320" y="54618"/>
                  </a:lnTo>
                  <a:lnTo>
                    <a:pt x="160519" y="54703"/>
                  </a:lnTo>
                  <a:lnTo>
                    <a:pt x="159857" y="54831"/>
                  </a:lnTo>
                  <a:lnTo>
                    <a:pt x="159291" y="54991"/>
                  </a:lnTo>
                  <a:lnTo>
                    <a:pt x="158789" y="55216"/>
                  </a:lnTo>
                  <a:lnTo>
                    <a:pt x="158009" y="55558"/>
                  </a:lnTo>
                  <a:lnTo>
                    <a:pt x="157007" y="56001"/>
                  </a:lnTo>
                  <a:lnTo>
                    <a:pt x="156008" y="56328"/>
                  </a:lnTo>
                  <a:lnTo>
                    <a:pt x="154821" y="56577"/>
                  </a:lnTo>
                  <a:lnTo>
                    <a:pt x="154399" y="56770"/>
                  </a:lnTo>
                  <a:lnTo>
                    <a:pt x="154126" y="56895"/>
                  </a:lnTo>
                  <a:lnTo>
                    <a:pt x="153763" y="57369"/>
                  </a:lnTo>
                  <a:lnTo>
                    <a:pt x="153526" y="59855"/>
                  </a:lnTo>
                  <a:lnTo>
                    <a:pt x="153916" y="63222"/>
                  </a:lnTo>
                  <a:lnTo>
                    <a:pt x="154359" y="66964"/>
                  </a:lnTo>
                  <a:lnTo>
                    <a:pt x="155093" y="71704"/>
                  </a:lnTo>
                  <a:lnTo>
                    <a:pt x="153060" y="77092"/>
                  </a:lnTo>
                  <a:lnTo>
                    <a:pt x="151319" y="77660"/>
                  </a:lnTo>
                  <a:lnTo>
                    <a:pt x="149552" y="83185"/>
                  </a:lnTo>
                  <a:lnTo>
                    <a:pt x="148171" y="88093"/>
                  </a:lnTo>
                  <a:lnTo>
                    <a:pt x="147457" y="90629"/>
                  </a:lnTo>
                  <a:lnTo>
                    <a:pt x="146975" y="91715"/>
                  </a:lnTo>
                  <a:lnTo>
                    <a:pt x="144640" y="95566"/>
                  </a:lnTo>
                  <a:lnTo>
                    <a:pt x="143437" y="97483"/>
                  </a:lnTo>
                  <a:lnTo>
                    <a:pt x="142382" y="99454"/>
                  </a:lnTo>
                  <a:lnTo>
                    <a:pt x="142025" y="100202"/>
                  </a:lnTo>
                  <a:lnTo>
                    <a:pt x="141030" y="102280"/>
                  </a:lnTo>
                  <a:lnTo>
                    <a:pt x="140607" y="103163"/>
                  </a:lnTo>
                  <a:lnTo>
                    <a:pt x="138423" y="103539"/>
                  </a:lnTo>
                  <a:lnTo>
                    <a:pt x="137390" y="104222"/>
                  </a:lnTo>
                  <a:lnTo>
                    <a:pt x="136717" y="104838"/>
                  </a:lnTo>
                  <a:lnTo>
                    <a:pt x="135825" y="106110"/>
                  </a:lnTo>
                  <a:lnTo>
                    <a:pt x="134646" y="107530"/>
                  </a:lnTo>
                  <a:lnTo>
                    <a:pt x="132331" y="111753"/>
                  </a:lnTo>
                  <a:lnTo>
                    <a:pt x="130725" y="107805"/>
                  </a:lnTo>
                  <a:lnTo>
                    <a:pt x="130569" y="107421"/>
                  </a:lnTo>
                  <a:lnTo>
                    <a:pt x="130100" y="107385"/>
                  </a:lnTo>
                  <a:lnTo>
                    <a:pt x="127737" y="107231"/>
                  </a:lnTo>
                  <a:lnTo>
                    <a:pt x="126666" y="107161"/>
                  </a:lnTo>
                  <a:lnTo>
                    <a:pt x="124393" y="107046"/>
                  </a:lnTo>
                  <a:lnTo>
                    <a:pt x="124190" y="107036"/>
                  </a:lnTo>
                  <a:lnTo>
                    <a:pt x="123771" y="107015"/>
                  </a:lnTo>
                  <a:lnTo>
                    <a:pt x="122032" y="106927"/>
                  </a:lnTo>
                  <a:lnTo>
                    <a:pt x="122027" y="106399"/>
                  </a:lnTo>
                  <a:lnTo>
                    <a:pt x="122016" y="105477"/>
                  </a:lnTo>
                  <a:lnTo>
                    <a:pt x="121994" y="103311"/>
                  </a:lnTo>
                  <a:lnTo>
                    <a:pt x="122024" y="102626"/>
                  </a:lnTo>
                  <a:lnTo>
                    <a:pt x="122054" y="101312"/>
                  </a:lnTo>
                  <a:lnTo>
                    <a:pt x="122129" y="97870"/>
                  </a:lnTo>
                  <a:lnTo>
                    <a:pt x="121772" y="97916"/>
                  </a:lnTo>
                  <a:lnTo>
                    <a:pt x="118556" y="98291"/>
                  </a:lnTo>
                  <a:lnTo>
                    <a:pt x="107918" y="99534"/>
                  </a:lnTo>
                  <a:lnTo>
                    <a:pt x="107129" y="99626"/>
                  </a:lnTo>
                  <a:lnTo>
                    <a:pt x="106393" y="99712"/>
                  </a:lnTo>
                  <a:lnTo>
                    <a:pt x="103592" y="100038"/>
                  </a:lnTo>
                  <a:lnTo>
                    <a:pt x="103084" y="100098"/>
                  </a:lnTo>
                  <a:lnTo>
                    <a:pt x="101713" y="100189"/>
                  </a:lnTo>
                  <a:lnTo>
                    <a:pt x="100410" y="100294"/>
                  </a:lnTo>
                  <a:lnTo>
                    <a:pt x="99618" y="100357"/>
                  </a:lnTo>
                  <a:lnTo>
                    <a:pt x="99108" y="100398"/>
                  </a:lnTo>
                  <a:lnTo>
                    <a:pt x="95789" y="100664"/>
                  </a:lnTo>
                  <a:lnTo>
                    <a:pt x="95556" y="100667"/>
                  </a:lnTo>
                  <a:lnTo>
                    <a:pt x="92038" y="100704"/>
                  </a:lnTo>
                  <a:lnTo>
                    <a:pt x="91469" y="100636"/>
                  </a:lnTo>
                  <a:lnTo>
                    <a:pt x="91284" y="100614"/>
                  </a:lnTo>
                  <a:lnTo>
                    <a:pt x="91333" y="100132"/>
                  </a:lnTo>
                  <a:lnTo>
                    <a:pt x="91366" y="99815"/>
                  </a:lnTo>
                  <a:lnTo>
                    <a:pt x="91461" y="98886"/>
                  </a:lnTo>
                  <a:lnTo>
                    <a:pt x="91539" y="98118"/>
                  </a:lnTo>
                  <a:lnTo>
                    <a:pt x="91570" y="97812"/>
                  </a:lnTo>
                  <a:lnTo>
                    <a:pt x="91619" y="97335"/>
                  </a:lnTo>
                  <a:lnTo>
                    <a:pt x="93125" y="88891"/>
                  </a:lnTo>
                  <a:lnTo>
                    <a:pt x="87985" y="89936"/>
                  </a:lnTo>
                  <a:lnTo>
                    <a:pt x="86751" y="96465"/>
                  </a:lnTo>
                  <a:lnTo>
                    <a:pt x="86617" y="96952"/>
                  </a:lnTo>
                  <a:lnTo>
                    <a:pt x="86559" y="97162"/>
                  </a:lnTo>
                  <a:lnTo>
                    <a:pt x="86422" y="97656"/>
                  </a:lnTo>
                  <a:lnTo>
                    <a:pt x="86283" y="97737"/>
                  </a:lnTo>
                  <a:lnTo>
                    <a:pt x="85707" y="98071"/>
                  </a:lnTo>
                  <a:lnTo>
                    <a:pt x="85455" y="98218"/>
                  </a:lnTo>
                  <a:lnTo>
                    <a:pt x="85117" y="98492"/>
                  </a:lnTo>
                  <a:lnTo>
                    <a:pt x="83970" y="97720"/>
                  </a:lnTo>
                  <a:lnTo>
                    <a:pt x="83143" y="97239"/>
                  </a:lnTo>
                  <a:lnTo>
                    <a:pt x="82732" y="96999"/>
                  </a:lnTo>
                  <a:lnTo>
                    <a:pt x="82498" y="96864"/>
                  </a:lnTo>
                  <a:lnTo>
                    <a:pt x="81904" y="96580"/>
                  </a:lnTo>
                  <a:lnTo>
                    <a:pt x="81184" y="97247"/>
                  </a:lnTo>
                  <a:lnTo>
                    <a:pt x="79597" y="99448"/>
                  </a:lnTo>
                  <a:lnTo>
                    <a:pt x="79289" y="99876"/>
                  </a:lnTo>
                  <a:lnTo>
                    <a:pt x="78167" y="101433"/>
                  </a:lnTo>
                  <a:lnTo>
                    <a:pt x="79148" y="102310"/>
                  </a:lnTo>
                  <a:lnTo>
                    <a:pt x="80890" y="103868"/>
                  </a:lnTo>
                  <a:lnTo>
                    <a:pt x="81535" y="104330"/>
                  </a:lnTo>
                  <a:lnTo>
                    <a:pt x="82925" y="105326"/>
                  </a:lnTo>
                  <a:lnTo>
                    <a:pt x="84665" y="106470"/>
                  </a:lnTo>
                  <a:lnTo>
                    <a:pt x="85216" y="106832"/>
                  </a:lnTo>
                  <a:lnTo>
                    <a:pt x="86289" y="107425"/>
                  </a:lnTo>
                  <a:lnTo>
                    <a:pt x="86882" y="107553"/>
                  </a:lnTo>
                  <a:lnTo>
                    <a:pt x="87459" y="107793"/>
                  </a:lnTo>
                  <a:lnTo>
                    <a:pt x="87603" y="108242"/>
                  </a:lnTo>
                  <a:lnTo>
                    <a:pt x="87563" y="108730"/>
                  </a:lnTo>
                  <a:lnTo>
                    <a:pt x="87439" y="110218"/>
                  </a:lnTo>
                  <a:lnTo>
                    <a:pt x="87334" y="111482"/>
                  </a:lnTo>
                  <a:lnTo>
                    <a:pt x="87299" y="111910"/>
                  </a:lnTo>
                  <a:lnTo>
                    <a:pt x="87100" y="111901"/>
                  </a:lnTo>
                  <a:lnTo>
                    <a:pt x="86916" y="111904"/>
                  </a:lnTo>
                  <a:lnTo>
                    <a:pt x="86415" y="112066"/>
                  </a:lnTo>
                  <a:lnTo>
                    <a:pt x="84795" y="112589"/>
                  </a:lnTo>
                  <a:lnTo>
                    <a:pt x="84630" y="112755"/>
                  </a:lnTo>
                  <a:lnTo>
                    <a:pt x="84464" y="112922"/>
                  </a:lnTo>
                  <a:lnTo>
                    <a:pt x="84199" y="113188"/>
                  </a:lnTo>
                  <a:lnTo>
                    <a:pt x="82496" y="114896"/>
                  </a:lnTo>
                  <a:lnTo>
                    <a:pt x="82324" y="115066"/>
                  </a:lnTo>
                  <a:lnTo>
                    <a:pt x="81491" y="114243"/>
                  </a:lnTo>
                  <a:lnTo>
                    <a:pt x="81074" y="114265"/>
                  </a:lnTo>
                  <a:lnTo>
                    <a:pt x="78020" y="115973"/>
                  </a:lnTo>
                  <a:lnTo>
                    <a:pt x="77831" y="116038"/>
                  </a:lnTo>
                  <a:lnTo>
                    <a:pt x="76005" y="116664"/>
                  </a:lnTo>
                  <a:lnTo>
                    <a:pt x="74357" y="117812"/>
                  </a:lnTo>
                  <a:lnTo>
                    <a:pt x="73892" y="118495"/>
                  </a:lnTo>
                  <a:lnTo>
                    <a:pt x="73499" y="119074"/>
                  </a:lnTo>
                  <a:lnTo>
                    <a:pt x="70027" y="119923"/>
                  </a:lnTo>
                  <a:lnTo>
                    <a:pt x="69051" y="120161"/>
                  </a:lnTo>
                  <a:lnTo>
                    <a:pt x="67074" y="120645"/>
                  </a:lnTo>
                  <a:lnTo>
                    <a:pt x="66912" y="120684"/>
                  </a:lnTo>
                  <a:lnTo>
                    <a:pt x="64493" y="121276"/>
                  </a:lnTo>
                  <a:lnTo>
                    <a:pt x="64246" y="121336"/>
                  </a:lnTo>
                  <a:lnTo>
                    <a:pt x="63253" y="121579"/>
                  </a:lnTo>
                  <a:lnTo>
                    <a:pt x="61037" y="122121"/>
                  </a:lnTo>
                  <a:lnTo>
                    <a:pt x="60216" y="122322"/>
                  </a:lnTo>
                  <a:lnTo>
                    <a:pt x="59917" y="122395"/>
                  </a:lnTo>
                  <a:lnTo>
                    <a:pt x="59138" y="122585"/>
                  </a:lnTo>
                  <a:lnTo>
                    <a:pt x="57064" y="123092"/>
                  </a:lnTo>
                  <a:lnTo>
                    <a:pt x="56000" y="123351"/>
                  </a:lnTo>
                  <a:lnTo>
                    <a:pt x="55870" y="123383"/>
                  </a:lnTo>
                  <a:lnTo>
                    <a:pt x="55626" y="123440"/>
                  </a:lnTo>
                  <a:lnTo>
                    <a:pt x="53091" y="115025"/>
                  </a:lnTo>
                  <a:lnTo>
                    <a:pt x="52895" y="114376"/>
                  </a:lnTo>
                  <a:lnTo>
                    <a:pt x="52700" y="113728"/>
                  </a:lnTo>
                  <a:lnTo>
                    <a:pt x="52493" y="113141"/>
                  </a:lnTo>
                  <a:lnTo>
                    <a:pt x="51027" y="108321"/>
                  </a:lnTo>
                  <a:lnTo>
                    <a:pt x="49621" y="103696"/>
                  </a:lnTo>
                  <a:lnTo>
                    <a:pt x="46446" y="104246"/>
                  </a:lnTo>
                  <a:lnTo>
                    <a:pt x="43341" y="104784"/>
                  </a:lnTo>
                  <a:lnTo>
                    <a:pt x="38084" y="105724"/>
                  </a:lnTo>
                  <a:lnTo>
                    <a:pt x="37447" y="105838"/>
                  </a:lnTo>
                  <a:lnTo>
                    <a:pt x="28702" y="107402"/>
                  </a:lnTo>
                  <a:lnTo>
                    <a:pt x="20991" y="108781"/>
                  </a:lnTo>
                  <a:lnTo>
                    <a:pt x="19676" y="109016"/>
                  </a:lnTo>
                  <a:lnTo>
                    <a:pt x="16262" y="109630"/>
                  </a:lnTo>
                  <a:lnTo>
                    <a:pt x="14661" y="104111"/>
                  </a:lnTo>
                  <a:lnTo>
                    <a:pt x="14128" y="102272"/>
                  </a:lnTo>
                  <a:lnTo>
                    <a:pt x="13056" y="98701"/>
                  </a:lnTo>
                  <a:lnTo>
                    <a:pt x="12680" y="97315"/>
                  </a:lnTo>
                  <a:lnTo>
                    <a:pt x="11673" y="93596"/>
                  </a:lnTo>
                  <a:lnTo>
                    <a:pt x="11290" y="92061"/>
                  </a:lnTo>
                  <a:lnTo>
                    <a:pt x="10953" y="90711"/>
                  </a:lnTo>
                  <a:lnTo>
                    <a:pt x="10841" y="90261"/>
                  </a:lnTo>
                  <a:lnTo>
                    <a:pt x="10645" y="88969"/>
                  </a:lnTo>
                  <a:lnTo>
                    <a:pt x="10051" y="85065"/>
                  </a:lnTo>
                  <a:lnTo>
                    <a:pt x="9548" y="83448"/>
                  </a:lnTo>
                  <a:lnTo>
                    <a:pt x="4694" y="85072"/>
                  </a:lnTo>
                  <a:lnTo>
                    <a:pt x="3861" y="81882"/>
                  </a:lnTo>
                  <a:lnTo>
                    <a:pt x="3312" y="79199"/>
                  </a:lnTo>
                  <a:lnTo>
                    <a:pt x="55" y="63281"/>
                  </a:lnTo>
                  <a:lnTo>
                    <a:pt x="0" y="62784"/>
                  </a:lnTo>
                  <a:lnTo>
                    <a:pt x="3033" y="62014"/>
                  </a:lnTo>
                  <a:lnTo>
                    <a:pt x="5506" y="61421"/>
                  </a:lnTo>
                  <a:lnTo>
                    <a:pt x="6093" y="60566"/>
                  </a:lnTo>
                  <a:lnTo>
                    <a:pt x="5763" y="59858"/>
                  </a:lnTo>
                  <a:lnTo>
                    <a:pt x="5434" y="59150"/>
                  </a:lnTo>
                  <a:lnTo>
                    <a:pt x="4774" y="57734"/>
                  </a:lnTo>
                  <a:lnTo>
                    <a:pt x="3418" y="549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4271205" y="3310756"/>
              <a:ext cx="79416" cy="112117"/>
            </a:xfrm>
            <a:custGeom>
              <a:avLst/>
              <a:pathLst>
                <a:path w="79416" h="112117">
                  <a:moveTo>
                    <a:pt x="78704" y="0"/>
                  </a:moveTo>
                  <a:lnTo>
                    <a:pt x="79189" y="7187"/>
                  </a:lnTo>
                  <a:lnTo>
                    <a:pt x="79416" y="12462"/>
                  </a:lnTo>
                  <a:lnTo>
                    <a:pt x="79224" y="13487"/>
                  </a:lnTo>
                  <a:lnTo>
                    <a:pt x="78946" y="15453"/>
                  </a:lnTo>
                  <a:lnTo>
                    <a:pt x="78798" y="17192"/>
                  </a:lnTo>
                  <a:lnTo>
                    <a:pt x="78498" y="17240"/>
                  </a:lnTo>
                  <a:lnTo>
                    <a:pt x="78161" y="17301"/>
                  </a:lnTo>
                  <a:lnTo>
                    <a:pt x="77794" y="17367"/>
                  </a:lnTo>
                  <a:lnTo>
                    <a:pt x="76027" y="17688"/>
                  </a:lnTo>
                  <a:lnTo>
                    <a:pt x="74871" y="17898"/>
                  </a:lnTo>
                  <a:lnTo>
                    <a:pt x="74601" y="17947"/>
                  </a:lnTo>
                  <a:lnTo>
                    <a:pt x="73967" y="18062"/>
                  </a:lnTo>
                  <a:lnTo>
                    <a:pt x="73091" y="18221"/>
                  </a:lnTo>
                  <a:lnTo>
                    <a:pt x="72789" y="18276"/>
                  </a:lnTo>
                  <a:lnTo>
                    <a:pt x="72833" y="18668"/>
                  </a:lnTo>
                  <a:lnTo>
                    <a:pt x="72782" y="23437"/>
                  </a:lnTo>
                  <a:lnTo>
                    <a:pt x="72777" y="23872"/>
                  </a:lnTo>
                  <a:lnTo>
                    <a:pt x="72765" y="25031"/>
                  </a:lnTo>
                  <a:lnTo>
                    <a:pt x="72761" y="25372"/>
                  </a:lnTo>
                  <a:lnTo>
                    <a:pt x="72756" y="25880"/>
                  </a:lnTo>
                  <a:lnTo>
                    <a:pt x="72743" y="27441"/>
                  </a:lnTo>
                  <a:lnTo>
                    <a:pt x="72741" y="27679"/>
                  </a:lnTo>
                  <a:lnTo>
                    <a:pt x="72729" y="29106"/>
                  </a:lnTo>
                  <a:lnTo>
                    <a:pt x="72715" y="30815"/>
                  </a:lnTo>
                  <a:lnTo>
                    <a:pt x="72695" y="33240"/>
                  </a:lnTo>
                  <a:lnTo>
                    <a:pt x="72692" y="33504"/>
                  </a:lnTo>
                  <a:lnTo>
                    <a:pt x="72676" y="35466"/>
                  </a:lnTo>
                  <a:lnTo>
                    <a:pt x="72645" y="36494"/>
                  </a:lnTo>
                  <a:lnTo>
                    <a:pt x="72598" y="38064"/>
                  </a:lnTo>
                  <a:lnTo>
                    <a:pt x="71803" y="38107"/>
                  </a:lnTo>
                  <a:lnTo>
                    <a:pt x="71460" y="38126"/>
                  </a:lnTo>
                  <a:lnTo>
                    <a:pt x="69447" y="38237"/>
                  </a:lnTo>
                  <a:lnTo>
                    <a:pt x="68503" y="38248"/>
                  </a:lnTo>
                  <a:lnTo>
                    <a:pt x="67751" y="38256"/>
                  </a:lnTo>
                  <a:lnTo>
                    <a:pt x="63121" y="38311"/>
                  </a:lnTo>
                  <a:lnTo>
                    <a:pt x="62534" y="38304"/>
                  </a:lnTo>
                  <a:lnTo>
                    <a:pt x="62112" y="38300"/>
                  </a:lnTo>
                  <a:lnTo>
                    <a:pt x="57884" y="38274"/>
                  </a:lnTo>
                  <a:lnTo>
                    <a:pt x="57742" y="38264"/>
                  </a:lnTo>
                  <a:lnTo>
                    <a:pt x="57296" y="38233"/>
                  </a:lnTo>
                  <a:lnTo>
                    <a:pt x="56216" y="38158"/>
                  </a:lnTo>
                  <a:lnTo>
                    <a:pt x="48302" y="37795"/>
                  </a:lnTo>
                  <a:lnTo>
                    <a:pt x="42678" y="37536"/>
                  </a:lnTo>
                  <a:lnTo>
                    <a:pt x="41652" y="37541"/>
                  </a:lnTo>
                  <a:lnTo>
                    <a:pt x="41694" y="38380"/>
                  </a:lnTo>
                  <a:lnTo>
                    <a:pt x="41778" y="46192"/>
                  </a:lnTo>
                  <a:lnTo>
                    <a:pt x="41811" y="46835"/>
                  </a:lnTo>
                  <a:lnTo>
                    <a:pt x="41842" y="47442"/>
                  </a:lnTo>
                  <a:lnTo>
                    <a:pt x="41869" y="52155"/>
                  </a:lnTo>
                  <a:lnTo>
                    <a:pt x="41882" y="54383"/>
                  </a:lnTo>
                  <a:lnTo>
                    <a:pt x="41896" y="56773"/>
                  </a:lnTo>
                  <a:lnTo>
                    <a:pt x="41913" y="59727"/>
                  </a:lnTo>
                  <a:lnTo>
                    <a:pt x="41924" y="61528"/>
                  </a:lnTo>
                  <a:lnTo>
                    <a:pt x="41929" y="61949"/>
                  </a:lnTo>
                  <a:lnTo>
                    <a:pt x="41960" y="64503"/>
                  </a:lnTo>
                  <a:lnTo>
                    <a:pt x="41996" y="67476"/>
                  </a:lnTo>
                  <a:lnTo>
                    <a:pt x="42054" y="72258"/>
                  </a:lnTo>
                  <a:lnTo>
                    <a:pt x="42073" y="72655"/>
                  </a:lnTo>
                  <a:lnTo>
                    <a:pt x="42182" y="75020"/>
                  </a:lnTo>
                  <a:lnTo>
                    <a:pt x="42209" y="75612"/>
                  </a:lnTo>
                  <a:lnTo>
                    <a:pt x="42244" y="76966"/>
                  </a:lnTo>
                  <a:lnTo>
                    <a:pt x="42268" y="77914"/>
                  </a:lnTo>
                  <a:lnTo>
                    <a:pt x="42323" y="80055"/>
                  </a:lnTo>
                  <a:lnTo>
                    <a:pt x="42337" y="80610"/>
                  </a:lnTo>
                  <a:lnTo>
                    <a:pt x="42393" y="87340"/>
                  </a:lnTo>
                  <a:lnTo>
                    <a:pt x="42391" y="87590"/>
                  </a:lnTo>
                  <a:lnTo>
                    <a:pt x="42360" y="91632"/>
                  </a:lnTo>
                  <a:lnTo>
                    <a:pt x="42352" y="92651"/>
                  </a:lnTo>
                  <a:lnTo>
                    <a:pt x="42327" y="95747"/>
                  </a:lnTo>
                  <a:lnTo>
                    <a:pt x="42321" y="96626"/>
                  </a:lnTo>
                  <a:lnTo>
                    <a:pt x="42309" y="98114"/>
                  </a:lnTo>
                  <a:lnTo>
                    <a:pt x="42351" y="98874"/>
                  </a:lnTo>
                  <a:lnTo>
                    <a:pt x="36663" y="99294"/>
                  </a:lnTo>
                  <a:lnTo>
                    <a:pt x="31641" y="99665"/>
                  </a:lnTo>
                  <a:lnTo>
                    <a:pt x="31639" y="100101"/>
                  </a:lnTo>
                  <a:lnTo>
                    <a:pt x="31637" y="100466"/>
                  </a:lnTo>
                  <a:lnTo>
                    <a:pt x="31637" y="100622"/>
                  </a:lnTo>
                  <a:lnTo>
                    <a:pt x="31622" y="100919"/>
                  </a:lnTo>
                  <a:lnTo>
                    <a:pt x="31501" y="103399"/>
                  </a:lnTo>
                  <a:lnTo>
                    <a:pt x="31277" y="107976"/>
                  </a:lnTo>
                  <a:lnTo>
                    <a:pt x="31134" y="108538"/>
                  </a:lnTo>
                  <a:lnTo>
                    <a:pt x="31095" y="108690"/>
                  </a:lnTo>
                  <a:lnTo>
                    <a:pt x="30894" y="108565"/>
                  </a:lnTo>
                  <a:lnTo>
                    <a:pt x="30725" y="108503"/>
                  </a:lnTo>
                  <a:lnTo>
                    <a:pt x="30474" y="108466"/>
                  </a:lnTo>
                  <a:lnTo>
                    <a:pt x="30081" y="108423"/>
                  </a:lnTo>
                  <a:lnTo>
                    <a:pt x="29513" y="108361"/>
                  </a:lnTo>
                  <a:lnTo>
                    <a:pt x="29317" y="108339"/>
                  </a:lnTo>
                  <a:lnTo>
                    <a:pt x="28855" y="108081"/>
                  </a:lnTo>
                  <a:lnTo>
                    <a:pt x="28594" y="108954"/>
                  </a:lnTo>
                  <a:lnTo>
                    <a:pt x="28535" y="109148"/>
                  </a:lnTo>
                  <a:lnTo>
                    <a:pt x="28439" y="109471"/>
                  </a:lnTo>
                  <a:lnTo>
                    <a:pt x="28283" y="109445"/>
                  </a:lnTo>
                  <a:lnTo>
                    <a:pt x="27103" y="109402"/>
                  </a:lnTo>
                  <a:lnTo>
                    <a:pt x="26311" y="109613"/>
                  </a:lnTo>
                  <a:lnTo>
                    <a:pt x="25818" y="109834"/>
                  </a:lnTo>
                  <a:lnTo>
                    <a:pt x="25490" y="109981"/>
                  </a:lnTo>
                  <a:lnTo>
                    <a:pt x="25302" y="110066"/>
                  </a:lnTo>
                  <a:lnTo>
                    <a:pt x="24257" y="110887"/>
                  </a:lnTo>
                  <a:lnTo>
                    <a:pt x="24076" y="111141"/>
                  </a:lnTo>
                  <a:lnTo>
                    <a:pt x="23629" y="111773"/>
                  </a:lnTo>
                  <a:lnTo>
                    <a:pt x="23385" y="112117"/>
                  </a:lnTo>
                  <a:lnTo>
                    <a:pt x="23077" y="111980"/>
                  </a:lnTo>
                  <a:lnTo>
                    <a:pt x="22736" y="111828"/>
                  </a:lnTo>
                  <a:lnTo>
                    <a:pt x="20787" y="110960"/>
                  </a:lnTo>
                  <a:lnTo>
                    <a:pt x="19811" y="110827"/>
                  </a:lnTo>
                  <a:lnTo>
                    <a:pt x="18641" y="110394"/>
                  </a:lnTo>
                  <a:lnTo>
                    <a:pt x="14613" y="108793"/>
                  </a:lnTo>
                  <a:lnTo>
                    <a:pt x="14067" y="108576"/>
                  </a:lnTo>
                  <a:lnTo>
                    <a:pt x="12428" y="108102"/>
                  </a:lnTo>
                  <a:lnTo>
                    <a:pt x="11490" y="107832"/>
                  </a:lnTo>
                  <a:lnTo>
                    <a:pt x="10350" y="107557"/>
                  </a:lnTo>
                  <a:lnTo>
                    <a:pt x="9525" y="102753"/>
                  </a:lnTo>
                  <a:lnTo>
                    <a:pt x="9577" y="102255"/>
                  </a:lnTo>
                  <a:lnTo>
                    <a:pt x="9670" y="101368"/>
                  </a:lnTo>
                  <a:lnTo>
                    <a:pt x="10382" y="99614"/>
                  </a:lnTo>
                  <a:lnTo>
                    <a:pt x="11409" y="97896"/>
                  </a:lnTo>
                  <a:lnTo>
                    <a:pt x="11968" y="96346"/>
                  </a:lnTo>
                  <a:lnTo>
                    <a:pt x="12091" y="94445"/>
                  </a:lnTo>
                  <a:lnTo>
                    <a:pt x="12431" y="92528"/>
                  </a:lnTo>
                  <a:lnTo>
                    <a:pt x="12960" y="90798"/>
                  </a:lnTo>
                  <a:lnTo>
                    <a:pt x="13194" y="90031"/>
                  </a:lnTo>
                  <a:lnTo>
                    <a:pt x="13213" y="89511"/>
                  </a:lnTo>
                  <a:lnTo>
                    <a:pt x="13255" y="88328"/>
                  </a:lnTo>
                  <a:lnTo>
                    <a:pt x="12792" y="87096"/>
                  </a:lnTo>
                  <a:lnTo>
                    <a:pt x="11886" y="86208"/>
                  </a:lnTo>
                  <a:lnTo>
                    <a:pt x="11543" y="85338"/>
                  </a:lnTo>
                  <a:lnTo>
                    <a:pt x="11337" y="84101"/>
                  </a:lnTo>
                  <a:lnTo>
                    <a:pt x="11325" y="83738"/>
                  </a:lnTo>
                  <a:lnTo>
                    <a:pt x="11300" y="82507"/>
                  </a:lnTo>
                  <a:lnTo>
                    <a:pt x="11104" y="80652"/>
                  </a:lnTo>
                  <a:lnTo>
                    <a:pt x="10808" y="79719"/>
                  </a:lnTo>
                  <a:lnTo>
                    <a:pt x="10656" y="79262"/>
                  </a:lnTo>
                  <a:lnTo>
                    <a:pt x="10230" y="78612"/>
                  </a:lnTo>
                  <a:lnTo>
                    <a:pt x="7220" y="76203"/>
                  </a:lnTo>
                  <a:lnTo>
                    <a:pt x="1953" y="75166"/>
                  </a:lnTo>
                  <a:lnTo>
                    <a:pt x="2083" y="75012"/>
                  </a:lnTo>
                  <a:lnTo>
                    <a:pt x="2761" y="74213"/>
                  </a:lnTo>
                  <a:lnTo>
                    <a:pt x="2880" y="74072"/>
                  </a:lnTo>
                  <a:lnTo>
                    <a:pt x="3394" y="73466"/>
                  </a:lnTo>
                  <a:lnTo>
                    <a:pt x="4634" y="72002"/>
                  </a:lnTo>
                  <a:lnTo>
                    <a:pt x="4982" y="71591"/>
                  </a:lnTo>
                  <a:lnTo>
                    <a:pt x="5156" y="71386"/>
                  </a:lnTo>
                  <a:lnTo>
                    <a:pt x="5611" y="70850"/>
                  </a:lnTo>
                  <a:lnTo>
                    <a:pt x="5728" y="70711"/>
                  </a:lnTo>
                  <a:lnTo>
                    <a:pt x="5859" y="70556"/>
                  </a:lnTo>
                  <a:lnTo>
                    <a:pt x="5459" y="70224"/>
                  </a:lnTo>
                  <a:lnTo>
                    <a:pt x="6411" y="68718"/>
                  </a:lnTo>
                  <a:lnTo>
                    <a:pt x="6582" y="68448"/>
                  </a:lnTo>
                  <a:lnTo>
                    <a:pt x="6688" y="68278"/>
                  </a:lnTo>
                  <a:lnTo>
                    <a:pt x="6067" y="67744"/>
                  </a:lnTo>
                  <a:lnTo>
                    <a:pt x="5815" y="67529"/>
                  </a:lnTo>
                  <a:lnTo>
                    <a:pt x="3834" y="65572"/>
                  </a:lnTo>
                  <a:lnTo>
                    <a:pt x="2630" y="64913"/>
                  </a:lnTo>
                  <a:lnTo>
                    <a:pt x="2479" y="64831"/>
                  </a:lnTo>
                  <a:lnTo>
                    <a:pt x="1247" y="63991"/>
                  </a:lnTo>
                  <a:lnTo>
                    <a:pt x="954" y="63782"/>
                  </a:lnTo>
                  <a:lnTo>
                    <a:pt x="290" y="63307"/>
                  </a:lnTo>
                  <a:lnTo>
                    <a:pt x="0" y="63064"/>
                  </a:lnTo>
                  <a:lnTo>
                    <a:pt x="357" y="63058"/>
                  </a:lnTo>
                  <a:lnTo>
                    <a:pt x="7368" y="62932"/>
                  </a:lnTo>
                  <a:lnTo>
                    <a:pt x="7668" y="62927"/>
                  </a:lnTo>
                  <a:lnTo>
                    <a:pt x="8033" y="62920"/>
                  </a:lnTo>
                  <a:lnTo>
                    <a:pt x="8024" y="62223"/>
                  </a:lnTo>
                  <a:lnTo>
                    <a:pt x="8034" y="61753"/>
                  </a:lnTo>
                  <a:lnTo>
                    <a:pt x="8040" y="61415"/>
                  </a:lnTo>
                  <a:lnTo>
                    <a:pt x="8047" y="61066"/>
                  </a:lnTo>
                  <a:lnTo>
                    <a:pt x="8096" y="58654"/>
                  </a:lnTo>
                  <a:lnTo>
                    <a:pt x="8100" y="58450"/>
                  </a:lnTo>
                  <a:lnTo>
                    <a:pt x="8118" y="57949"/>
                  </a:lnTo>
                  <a:lnTo>
                    <a:pt x="8177" y="56735"/>
                  </a:lnTo>
                  <a:lnTo>
                    <a:pt x="8203" y="56216"/>
                  </a:lnTo>
                  <a:lnTo>
                    <a:pt x="8211" y="56041"/>
                  </a:lnTo>
                  <a:lnTo>
                    <a:pt x="8297" y="55814"/>
                  </a:lnTo>
                  <a:lnTo>
                    <a:pt x="8500" y="55352"/>
                  </a:lnTo>
                  <a:lnTo>
                    <a:pt x="8939" y="54727"/>
                  </a:lnTo>
                  <a:lnTo>
                    <a:pt x="9584" y="53650"/>
                  </a:lnTo>
                  <a:lnTo>
                    <a:pt x="9869" y="53130"/>
                  </a:lnTo>
                  <a:lnTo>
                    <a:pt x="10148" y="52526"/>
                  </a:lnTo>
                  <a:lnTo>
                    <a:pt x="10224" y="52360"/>
                  </a:lnTo>
                  <a:lnTo>
                    <a:pt x="10500" y="51760"/>
                  </a:lnTo>
                  <a:lnTo>
                    <a:pt x="10740" y="51211"/>
                  </a:lnTo>
                  <a:lnTo>
                    <a:pt x="11512" y="49443"/>
                  </a:lnTo>
                  <a:lnTo>
                    <a:pt x="11623" y="49170"/>
                  </a:lnTo>
                  <a:lnTo>
                    <a:pt x="12217" y="47600"/>
                  </a:lnTo>
                  <a:lnTo>
                    <a:pt x="12466" y="46432"/>
                  </a:lnTo>
                  <a:lnTo>
                    <a:pt x="12516" y="46031"/>
                  </a:lnTo>
                  <a:lnTo>
                    <a:pt x="12368" y="45352"/>
                  </a:lnTo>
                  <a:lnTo>
                    <a:pt x="12211" y="44629"/>
                  </a:lnTo>
                  <a:lnTo>
                    <a:pt x="10639" y="37417"/>
                  </a:lnTo>
                  <a:lnTo>
                    <a:pt x="10520" y="36870"/>
                  </a:lnTo>
                  <a:lnTo>
                    <a:pt x="10393" y="36286"/>
                  </a:lnTo>
                  <a:lnTo>
                    <a:pt x="9602" y="31619"/>
                  </a:lnTo>
                  <a:lnTo>
                    <a:pt x="9278" y="29599"/>
                  </a:lnTo>
                  <a:lnTo>
                    <a:pt x="10435" y="29387"/>
                  </a:lnTo>
                  <a:lnTo>
                    <a:pt x="10056" y="27592"/>
                  </a:lnTo>
                  <a:lnTo>
                    <a:pt x="9095" y="23042"/>
                  </a:lnTo>
                  <a:lnTo>
                    <a:pt x="8615" y="21211"/>
                  </a:lnTo>
                  <a:lnTo>
                    <a:pt x="8263" y="19244"/>
                  </a:lnTo>
                  <a:lnTo>
                    <a:pt x="8233" y="19075"/>
                  </a:lnTo>
                  <a:lnTo>
                    <a:pt x="8197" y="18877"/>
                  </a:lnTo>
                  <a:lnTo>
                    <a:pt x="6378" y="6982"/>
                  </a:lnTo>
                  <a:lnTo>
                    <a:pt x="6864" y="6878"/>
                  </a:lnTo>
                  <a:lnTo>
                    <a:pt x="9257" y="6365"/>
                  </a:lnTo>
                  <a:lnTo>
                    <a:pt x="9448" y="6330"/>
                  </a:lnTo>
                  <a:lnTo>
                    <a:pt x="12685" y="5739"/>
                  </a:lnTo>
                  <a:lnTo>
                    <a:pt x="15833" y="5781"/>
                  </a:lnTo>
                  <a:lnTo>
                    <a:pt x="20470" y="6073"/>
                  </a:lnTo>
                  <a:lnTo>
                    <a:pt x="26208" y="6407"/>
                  </a:lnTo>
                  <a:lnTo>
                    <a:pt x="31413" y="6648"/>
                  </a:lnTo>
                  <a:lnTo>
                    <a:pt x="35907" y="6486"/>
                  </a:lnTo>
                  <a:lnTo>
                    <a:pt x="37541" y="6422"/>
                  </a:lnTo>
                  <a:lnTo>
                    <a:pt x="40068" y="6323"/>
                  </a:lnTo>
                  <a:lnTo>
                    <a:pt x="44437" y="6363"/>
                  </a:lnTo>
                  <a:lnTo>
                    <a:pt x="51886" y="6567"/>
                  </a:lnTo>
                  <a:lnTo>
                    <a:pt x="56588" y="6486"/>
                  </a:lnTo>
                  <a:lnTo>
                    <a:pt x="59958" y="6078"/>
                  </a:lnTo>
                  <a:lnTo>
                    <a:pt x="61788" y="5452"/>
                  </a:lnTo>
                  <a:lnTo>
                    <a:pt x="63390" y="4889"/>
                  </a:lnTo>
                  <a:lnTo>
                    <a:pt x="64992" y="4325"/>
                  </a:lnTo>
                  <a:lnTo>
                    <a:pt x="66472" y="3790"/>
                  </a:lnTo>
                  <a:lnTo>
                    <a:pt x="68995" y="2877"/>
                  </a:lnTo>
                  <a:lnTo>
                    <a:pt x="74003" y="1623"/>
                  </a:lnTo>
                  <a:lnTo>
                    <a:pt x="77261" y="7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4272545" y="3324761"/>
              <a:ext cx="108171" cy="197095"/>
            </a:xfrm>
            <a:custGeom>
              <a:avLst/>
              <a:pathLst>
                <a:path w="108171" h="197095">
                  <a:moveTo>
                    <a:pt x="105479" y="23018"/>
                  </a:moveTo>
                  <a:lnTo>
                    <a:pt x="106121" y="24580"/>
                  </a:lnTo>
                  <a:lnTo>
                    <a:pt x="106167" y="27548"/>
                  </a:lnTo>
                  <a:lnTo>
                    <a:pt x="106118" y="29415"/>
                  </a:lnTo>
                  <a:lnTo>
                    <a:pt x="103409" y="29422"/>
                  </a:lnTo>
                  <a:lnTo>
                    <a:pt x="102858" y="29467"/>
                  </a:lnTo>
                  <a:lnTo>
                    <a:pt x="102187" y="29522"/>
                  </a:lnTo>
                  <a:lnTo>
                    <a:pt x="99716" y="29676"/>
                  </a:lnTo>
                  <a:lnTo>
                    <a:pt x="97981" y="29671"/>
                  </a:lnTo>
                  <a:lnTo>
                    <a:pt x="94923" y="29082"/>
                  </a:lnTo>
                  <a:lnTo>
                    <a:pt x="95001" y="29425"/>
                  </a:lnTo>
                  <a:lnTo>
                    <a:pt x="95092" y="30468"/>
                  </a:lnTo>
                  <a:lnTo>
                    <a:pt x="95166" y="31326"/>
                  </a:lnTo>
                  <a:lnTo>
                    <a:pt x="95242" y="32004"/>
                  </a:lnTo>
                  <a:lnTo>
                    <a:pt x="95843" y="34658"/>
                  </a:lnTo>
                  <a:lnTo>
                    <a:pt x="96602" y="36636"/>
                  </a:lnTo>
                  <a:lnTo>
                    <a:pt x="96690" y="36905"/>
                  </a:lnTo>
                  <a:lnTo>
                    <a:pt x="96776" y="37165"/>
                  </a:lnTo>
                  <a:lnTo>
                    <a:pt x="96964" y="37737"/>
                  </a:lnTo>
                  <a:lnTo>
                    <a:pt x="97259" y="38676"/>
                  </a:lnTo>
                  <a:lnTo>
                    <a:pt x="97385" y="39078"/>
                  </a:lnTo>
                  <a:lnTo>
                    <a:pt x="97477" y="39371"/>
                  </a:lnTo>
                  <a:lnTo>
                    <a:pt x="97712" y="40361"/>
                  </a:lnTo>
                  <a:lnTo>
                    <a:pt x="97735" y="40913"/>
                  </a:lnTo>
                  <a:lnTo>
                    <a:pt x="97073" y="41020"/>
                  </a:lnTo>
                  <a:lnTo>
                    <a:pt x="96181" y="41126"/>
                  </a:lnTo>
                  <a:lnTo>
                    <a:pt x="95028" y="41243"/>
                  </a:lnTo>
                  <a:lnTo>
                    <a:pt x="94479" y="41268"/>
                  </a:lnTo>
                  <a:lnTo>
                    <a:pt x="94102" y="41263"/>
                  </a:lnTo>
                  <a:lnTo>
                    <a:pt x="93776" y="41196"/>
                  </a:lnTo>
                  <a:lnTo>
                    <a:pt x="93352" y="42624"/>
                  </a:lnTo>
                  <a:lnTo>
                    <a:pt x="95656" y="46553"/>
                  </a:lnTo>
                  <a:lnTo>
                    <a:pt x="95051" y="47254"/>
                  </a:lnTo>
                  <a:lnTo>
                    <a:pt x="94910" y="47417"/>
                  </a:lnTo>
                  <a:lnTo>
                    <a:pt x="94575" y="48655"/>
                  </a:lnTo>
                  <a:lnTo>
                    <a:pt x="94517" y="48871"/>
                  </a:lnTo>
                  <a:lnTo>
                    <a:pt x="94472" y="49677"/>
                  </a:lnTo>
                  <a:lnTo>
                    <a:pt x="94440" y="50244"/>
                  </a:lnTo>
                  <a:lnTo>
                    <a:pt x="94493" y="51476"/>
                  </a:lnTo>
                  <a:lnTo>
                    <a:pt x="94642" y="52651"/>
                  </a:lnTo>
                  <a:lnTo>
                    <a:pt x="95477" y="53805"/>
                  </a:lnTo>
                  <a:lnTo>
                    <a:pt x="95980" y="54500"/>
                  </a:lnTo>
                  <a:lnTo>
                    <a:pt x="106008" y="57431"/>
                  </a:lnTo>
                  <a:lnTo>
                    <a:pt x="108171" y="64921"/>
                  </a:lnTo>
                  <a:lnTo>
                    <a:pt x="105767" y="70368"/>
                  </a:lnTo>
                  <a:lnTo>
                    <a:pt x="101507" y="69522"/>
                  </a:lnTo>
                  <a:lnTo>
                    <a:pt x="100283" y="69279"/>
                  </a:lnTo>
                  <a:lnTo>
                    <a:pt x="97084" y="68643"/>
                  </a:lnTo>
                  <a:lnTo>
                    <a:pt x="96164" y="69778"/>
                  </a:lnTo>
                  <a:lnTo>
                    <a:pt x="95172" y="71167"/>
                  </a:lnTo>
                  <a:lnTo>
                    <a:pt x="94608" y="71958"/>
                  </a:lnTo>
                  <a:lnTo>
                    <a:pt x="93876" y="73603"/>
                  </a:lnTo>
                  <a:lnTo>
                    <a:pt x="93269" y="75716"/>
                  </a:lnTo>
                  <a:lnTo>
                    <a:pt x="92162" y="78294"/>
                  </a:lnTo>
                  <a:lnTo>
                    <a:pt x="91579" y="79701"/>
                  </a:lnTo>
                  <a:lnTo>
                    <a:pt x="91132" y="80779"/>
                  </a:lnTo>
                  <a:lnTo>
                    <a:pt x="90219" y="82659"/>
                  </a:lnTo>
                  <a:lnTo>
                    <a:pt x="89503" y="84945"/>
                  </a:lnTo>
                  <a:lnTo>
                    <a:pt x="89217" y="86150"/>
                  </a:lnTo>
                  <a:lnTo>
                    <a:pt x="87931" y="87290"/>
                  </a:lnTo>
                  <a:lnTo>
                    <a:pt x="86118" y="88154"/>
                  </a:lnTo>
                  <a:lnTo>
                    <a:pt x="85024" y="88881"/>
                  </a:lnTo>
                  <a:lnTo>
                    <a:pt x="84254" y="90148"/>
                  </a:lnTo>
                  <a:lnTo>
                    <a:pt x="84047" y="93700"/>
                  </a:lnTo>
                  <a:lnTo>
                    <a:pt x="84637" y="101998"/>
                  </a:lnTo>
                  <a:lnTo>
                    <a:pt x="84658" y="102286"/>
                  </a:lnTo>
                  <a:lnTo>
                    <a:pt x="85056" y="104917"/>
                  </a:lnTo>
                  <a:lnTo>
                    <a:pt x="86263" y="107027"/>
                  </a:lnTo>
                  <a:lnTo>
                    <a:pt x="87538" y="109240"/>
                  </a:lnTo>
                  <a:lnTo>
                    <a:pt x="88518" y="112061"/>
                  </a:lnTo>
                  <a:lnTo>
                    <a:pt x="88877" y="114630"/>
                  </a:lnTo>
                  <a:lnTo>
                    <a:pt x="88900" y="116317"/>
                  </a:lnTo>
                  <a:lnTo>
                    <a:pt x="88891" y="117107"/>
                  </a:lnTo>
                  <a:lnTo>
                    <a:pt x="88238" y="118661"/>
                  </a:lnTo>
                  <a:lnTo>
                    <a:pt x="88074" y="118845"/>
                  </a:lnTo>
                  <a:lnTo>
                    <a:pt x="87833" y="119116"/>
                  </a:lnTo>
                  <a:lnTo>
                    <a:pt x="87390" y="119616"/>
                  </a:lnTo>
                  <a:lnTo>
                    <a:pt x="86242" y="120968"/>
                  </a:lnTo>
                  <a:lnTo>
                    <a:pt x="85191" y="122695"/>
                  </a:lnTo>
                  <a:lnTo>
                    <a:pt x="84520" y="123500"/>
                  </a:lnTo>
                  <a:lnTo>
                    <a:pt x="83726" y="124451"/>
                  </a:lnTo>
                  <a:lnTo>
                    <a:pt x="83192" y="124987"/>
                  </a:lnTo>
                  <a:lnTo>
                    <a:pt x="82710" y="125470"/>
                  </a:lnTo>
                  <a:lnTo>
                    <a:pt x="82186" y="125875"/>
                  </a:lnTo>
                  <a:lnTo>
                    <a:pt x="81536" y="126378"/>
                  </a:lnTo>
                  <a:lnTo>
                    <a:pt x="81224" y="126619"/>
                  </a:lnTo>
                  <a:lnTo>
                    <a:pt x="80083" y="127479"/>
                  </a:lnTo>
                  <a:lnTo>
                    <a:pt x="79607" y="128459"/>
                  </a:lnTo>
                  <a:lnTo>
                    <a:pt x="79196" y="130233"/>
                  </a:lnTo>
                  <a:lnTo>
                    <a:pt x="79224" y="131198"/>
                  </a:lnTo>
                  <a:lnTo>
                    <a:pt x="79236" y="131624"/>
                  </a:lnTo>
                  <a:lnTo>
                    <a:pt x="79718" y="133640"/>
                  </a:lnTo>
                  <a:lnTo>
                    <a:pt x="79963" y="134248"/>
                  </a:lnTo>
                  <a:lnTo>
                    <a:pt x="80254" y="134972"/>
                  </a:lnTo>
                  <a:lnTo>
                    <a:pt x="81412" y="136300"/>
                  </a:lnTo>
                  <a:lnTo>
                    <a:pt x="82780" y="137505"/>
                  </a:lnTo>
                  <a:lnTo>
                    <a:pt x="85141" y="139020"/>
                  </a:lnTo>
                  <a:lnTo>
                    <a:pt x="87203" y="139985"/>
                  </a:lnTo>
                  <a:lnTo>
                    <a:pt x="87459" y="140106"/>
                  </a:lnTo>
                  <a:lnTo>
                    <a:pt x="90856" y="141312"/>
                  </a:lnTo>
                  <a:lnTo>
                    <a:pt x="92005" y="141841"/>
                  </a:lnTo>
                  <a:lnTo>
                    <a:pt x="92791" y="142202"/>
                  </a:lnTo>
                  <a:lnTo>
                    <a:pt x="93119" y="142353"/>
                  </a:lnTo>
                  <a:lnTo>
                    <a:pt x="95813" y="143370"/>
                  </a:lnTo>
                  <a:lnTo>
                    <a:pt x="97233" y="144573"/>
                  </a:lnTo>
                  <a:lnTo>
                    <a:pt x="98737" y="146217"/>
                  </a:lnTo>
                  <a:lnTo>
                    <a:pt x="99137" y="146952"/>
                  </a:lnTo>
                  <a:lnTo>
                    <a:pt x="99563" y="147736"/>
                  </a:lnTo>
                  <a:lnTo>
                    <a:pt x="99682" y="148339"/>
                  </a:lnTo>
                  <a:lnTo>
                    <a:pt x="99919" y="149546"/>
                  </a:lnTo>
                  <a:lnTo>
                    <a:pt x="99925" y="150004"/>
                  </a:lnTo>
                  <a:lnTo>
                    <a:pt x="99944" y="151577"/>
                  </a:lnTo>
                  <a:lnTo>
                    <a:pt x="99904" y="152201"/>
                  </a:lnTo>
                  <a:lnTo>
                    <a:pt x="96223" y="157303"/>
                  </a:lnTo>
                  <a:lnTo>
                    <a:pt x="95314" y="158564"/>
                  </a:lnTo>
                  <a:lnTo>
                    <a:pt x="80279" y="154056"/>
                  </a:lnTo>
                  <a:lnTo>
                    <a:pt x="77362" y="161038"/>
                  </a:lnTo>
                  <a:lnTo>
                    <a:pt x="77684" y="161507"/>
                  </a:lnTo>
                  <a:lnTo>
                    <a:pt x="78229" y="162300"/>
                  </a:lnTo>
                  <a:lnTo>
                    <a:pt x="89146" y="170500"/>
                  </a:lnTo>
                  <a:lnTo>
                    <a:pt x="90629" y="175780"/>
                  </a:lnTo>
                  <a:lnTo>
                    <a:pt x="90983" y="177037"/>
                  </a:lnTo>
                  <a:lnTo>
                    <a:pt x="91869" y="180193"/>
                  </a:lnTo>
                  <a:lnTo>
                    <a:pt x="88264" y="187482"/>
                  </a:lnTo>
                  <a:lnTo>
                    <a:pt x="89706" y="190526"/>
                  </a:lnTo>
                  <a:lnTo>
                    <a:pt x="89165" y="191415"/>
                  </a:lnTo>
                  <a:lnTo>
                    <a:pt x="88921" y="191814"/>
                  </a:lnTo>
                  <a:lnTo>
                    <a:pt x="85701" y="197095"/>
                  </a:lnTo>
                  <a:lnTo>
                    <a:pt x="78157" y="194131"/>
                  </a:lnTo>
                  <a:lnTo>
                    <a:pt x="74567" y="192721"/>
                  </a:lnTo>
                  <a:lnTo>
                    <a:pt x="72013" y="191718"/>
                  </a:lnTo>
                  <a:lnTo>
                    <a:pt x="56519" y="185630"/>
                  </a:lnTo>
                  <a:lnTo>
                    <a:pt x="51079" y="183493"/>
                  </a:lnTo>
                  <a:lnTo>
                    <a:pt x="45491" y="177775"/>
                  </a:lnTo>
                  <a:lnTo>
                    <a:pt x="45887" y="175775"/>
                  </a:lnTo>
                  <a:lnTo>
                    <a:pt x="46324" y="174342"/>
                  </a:lnTo>
                  <a:lnTo>
                    <a:pt x="46740" y="172979"/>
                  </a:lnTo>
                  <a:lnTo>
                    <a:pt x="46917" y="172266"/>
                  </a:lnTo>
                  <a:lnTo>
                    <a:pt x="47223" y="170577"/>
                  </a:lnTo>
                  <a:lnTo>
                    <a:pt x="47303" y="168728"/>
                  </a:lnTo>
                  <a:lnTo>
                    <a:pt x="47556" y="167177"/>
                  </a:lnTo>
                  <a:lnTo>
                    <a:pt x="47584" y="165867"/>
                  </a:lnTo>
                  <a:lnTo>
                    <a:pt x="50879" y="150035"/>
                  </a:lnTo>
                  <a:lnTo>
                    <a:pt x="49711" y="148949"/>
                  </a:lnTo>
                  <a:lnTo>
                    <a:pt x="48664" y="147643"/>
                  </a:lnTo>
                  <a:lnTo>
                    <a:pt x="47927" y="146749"/>
                  </a:lnTo>
                  <a:lnTo>
                    <a:pt x="47163" y="144967"/>
                  </a:lnTo>
                  <a:lnTo>
                    <a:pt x="46538" y="143666"/>
                  </a:lnTo>
                  <a:lnTo>
                    <a:pt x="47202" y="142779"/>
                  </a:lnTo>
                  <a:lnTo>
                    <a:pt x="48241" y="141806"/>
                  </a:lnTo>
                  <a:lnTo>
                    <a:pt x="49165" y="140738"/>
                  </a:lnTo>
                  <a:lnTo>
                    <a:pt x="49638" y="140025"/>
                  </a:lnTo>
                  <a:lnTo>
                    <a:pt x="49814" y="139761"/>
                  </a:lnTo>
                  <a:lnTo>
                    <a:pt x="50827" y="138100"/>
                  </a:lnTo>
                  <a:lnTo>
                    <a:pt x="51078" y="136714"/>
                  </a:lnTo>
                  <a:lnTo>
                    <a:pt x="51205" y="136014"/>
                  </a:lnTo>
                  <a:lnTo>
                    <a:pt x="51111" y="135855"/>
                  </a:lnTo>
                  <a:lnTo>
                    <a:pt x="51036" y="135727"/>
                  </a:lnTo>
                  <a:lnTo>
                    <a:pt x="50521" y="134853"/>
                  </a:lnTo>
                  <a:lnTo>
                    <a:pt x="49530" y="132974"/>
                  </a:lnTo>
                  <a:lnTo>
                    <a:pt x="47779" y="131339"/>
                  </a:lnTo>
                  <a:lnTo>
                    <a:pt x="46267" y="130160"/>
                  </a:lnTo>
                  <a:lnTo>
                    <a:pt x="45633" y="129813"/>
                  </a:lnTo>
                  <a:lnTo>
                    <a:pt x="44319" y="129095"/>
                  </a:lnTo>
                  <a:lnTo>
                    <a:pt x="41928" y="128151"/>
                  </a:lnTo>
                  <a:lnTo>
                    <a:pt x="38183" y="127964"/>
                  </a:lnTo>
                  <a:lnTo>
                    <a:pt x="36585" y="128205"/>
                  </a:lnTo>
                  <a:lnTo>
                    <a:pt x="34474" y="128969"/>
                  </a:lnTo>
                  <a:lnTo>
                    <a:pt x="32448" y="129804"/>
                  </a:lnTo>
                  <a:lnTo>
                    <a:pt x="31516" y="130586"/>
                  </a:lnTo>
                  <a:lnTo>
                    <a:pt x="30927" y="131845"/>
                  </a:lnTo>
                  <a:lnTo>
                    <a:pt x="30082" y="132640"/>
                  </a:lnTo>
                  <a:lnTo>
                    <a:pt x="28926" y="132953"/>
                  </a:lnTo>
                  <a:lnTo>
                    <a:pt x="28712" y="133011"/>
                  </a:lnTo>
                  <a:lnTo>
                    <a:pt x="27575" y="132733"/>
                  </a:lnTo>
                  <a:lnTo>
                    <a:pt x="25977" y="132342"/>
                  </a:lnTo>
                  <a:lnTo>
                    <a:pt x="23133" y="131662"/>
                  </a:lnTo>
                  <a:lnTo>
                    <a:pt x="19281" y="131660"/>
                  </a:lnTo>
                  <a:lnTo>
                    <a:pt x="16006" y="131316"/>
                  </a:lnTo>
                  <a:lnTo>
                    <a:pt x="13946" y="131316"/>
                  </a:lnTo>
                  <a:lnTo>
                    <a:pt x="12833" y="131621"/>
                  </a:lnTo>
                  <a:lnTo>
                    <a:pt x="10936" y="132711"/>
                  </a:lnTo>
                  <a:lnTo>
                    <a:pt x="8910" y="133887"/>
                  </a:lnTo>
                  <a:lnTo>
                    <a:pt x="5734" y="135569"/>
                  </a:lnTo>
                  <a:lnTo>
                    <a:pt x="4687" y="135954"/>
                  </a:lnTo>
                  <a:lnTo>
                    <a:pt x="3842" y="135836"/>
                  </a:lnTo>
                  <a:lnTo>
                    <a:pt x="3052" y="135629"/>
                  </a:lnTo>
                  <a:lnTo>
                    <a:pt x="2108" y="134850"/>
                  </a:lnTo>
                  <a:lnTo>
                    <a:pt x="1413" y="133872"/>
                  </a:lnTo>
                  <a:lnTo>
                    <a:pt x="984" y="132397"/>
                  </a:lnTo>
                  <a:lnTo>
                    <a:pt x="828" y="130906"/>
                  </a:lnTo>
                  <a:lnTo>
                    <a:pt x="540" y="128888"/>
                  </a:lnTo>
                  <a:lnTo>
                    <a:pt x="164" y="127635"/>
                  </a:lnTo>
                  <a:lnTo>
                    <a:pt x="0" y="125693"/>
                  </a:lnTo>
                  <a:lnTo>
                    <a:pt x="385" y="123289"/>
                  </a:lnTo>
                  <a:lnTo>
                    <a:pt x="883" y="121233"/>
                  </a:lnTo>
                  <a:lnTo>
                    <a:pt x="2100" y="119184"/>
                  </a:lnTo>
                  <a:lnTo>
                    <a:pt x="3423" y="116294"/>
                  </a:lnTo>
                  <a:lnTo>
                    <a:pt x="5232" y="113130"/>
                  </a:lnTo>
                  <a:lnTo>
                    <a:pt x="5739" y="112368"/>
                  </a:lnTo>
                  <a:lnTo>
                    <a:pt x="17524" y="107872"/>
                  </a:lnTo>
                  <a:lnTo>
                    <a:pt x="22045" y="98112"/>
                  </a:lnTo>
                  <a:lnTo>
                    <a:pt x="22289" y="97769"/>
                  </a:lnTo>
                  <a:lnTo>
                    <a:pt x="22800" y="97047"/>
                  </a:lnTo>
                  <a:lnTo>
                    <a:pt x="22917" y="96882"/>
                  </a:lnTo>
                  <a:lnTo>
                    <a:pt x="23962" y="96061"/>
                  </a:lnTo>
                  <a:lnTo>
                    <a:pt x="24150" y="95977"/>
                  </a:lnTo>
                  <a:lnTo>
                    <a:pt x="24664" y="95747"/>
                  </a:lnTo>
                  <a:lnTo>
                    <a:pt x="24972" y="95609"/>
                  </a:lnTo>
                  <a:lnTo>
                    <a:pt x="25763" y="95398"/>
                  </a:lnTo>
                  <a:lnTo>
                    <a:pt x="26943" y="95441"/>
                  </a:lnTo>
                  <a:lnTo>
                    <a:pt x="27099" y="95466"/>
                  </a:lnTo>
                  <a:lnTo>
                    <a:pt x="27196" y="95144"/>
                  </a:lnTo>
                  <a:lnTo>
                    <a:pt x="27254" y="94949"/>
                  </a:lnTo>
                  <a:lnTo>
                    <a:pt x="27515" y="94076"/>
                  </a:lnTo>
                  <a:lnTo>
                    <a:pt x="27977" y="94334"/>
                  </a:lnTo>
                  <a:lnTo>
                    <a:pt x="28174" y="94356"/>
                  </a:lnTo>
                  <a:lnTo>
                    <a:pt x="28741" y="94418"/>
                  </a:lnTo>
                  <a:lnTo>
                    <a:pt x="29134" y="94461"/>
                  </a:lnTo>
                  <a:lnTo>
                    <a:pt x="29385" y="94498"/>
                  </a:lnTo>
                  <a:lnTo>
                    <a:pt x="29554" y="94561"/>
                  </a:lnTo>
                  <a:lnTo>
                    <a:pt x="29755" y="94685"/>
                  </a:lnTo>
                  <a:lnTo>
                    <a:pt x="29794" y="94534"/>
                  </a:lnTo>
                  <a:lnTo>
                    <a:pt x="29937" y="93972"/>
                  </a:lnTo>
                  <a:lnTo>
                    <a:pt x="30161" y="89395"/>
                  </a:lnTo>
                  <a:lnTo>
                    <a:pt x="30282" y="86914"/>
                  </a:lnTo>
                  <a:lnTo>
                    <a:pt x="30297" y="86618"/>
                  </a:lnTo>
                  <a:lnTo>
                    <a:pt x="30298" y="86462"/>
                  </a:lnTo>
                  <a:lnTo>
                    <a:pt x="30299" y="86096"/>
                  </a:lnTo>
                  <a:lnTo>
                    <a:pt x="30301" y="85661"/>
                  </a:lnTo>
                  <a:lnTo>
                    <a:pt x="35323" y="85289"/>
                  </a:lnTo>
                  <a:lnTo>
                    <a:pt x="41011" y="84869"/>
                  </a:lnTo>
                  <a:lnTo>
                    <a:pt x="40969" y="84109"/>
                  </a:lnTo>
                  <a:lnTo>
                    <a:pt x="40981" y="82622"/>
                  </a:lnTo>
                  <a:lnTo>
                    <a:pt x="40988" y="81743"/>
                  </a:lnTo>
                  <a:lnTo>
                    <a:pt x="41012" y="78646"/>
                  </a:lnTo>
                  <a:lnTo>
                    <a:pt x="41020" y="77627"/>
                  </a:lnTo>
                  <a:lnTo>
                    <a:pt x="41052" y="73585"/>
                  </a:lnTo>
                  <a:lnTo>
                    <a:pt x="41054" y="73336"/>
                  </a:lnTo>
                  <a:lnTo>
                    <a:pt x="40997" y="66606"/>
                  </a:lnTo>
                  <a:lnTo>
                    <a:pt x="40983" y="66051"/>
                  </a:lnTo>
                  <a:lnTo>
                    <a:pt x="40928" y="63909"/>
                  </a:lnTo>
                  <a:lnTo>
                    <a:pt x="40904" y="62962"/>
                  </a:lnTo>
                  <a:lnTo>
                    <a:pt x="40869" y="61607"/>
                  </a:lnTo>
                  <a:lnTo>
                    <a:pt x="40842" y="61015"/>
                  </a:lnTo>
                  <a:lnTo>
                    <a:pt x="40733" y="58651"/>
                  </a:lnTo>
                  <a:lnTo>
                    <a:pt x="40714" y="58253"/>
                  </a:lnTo>
                  <a:lnTo>
                    <a:pt x="40656" y="53471"/>
                  </a:lnTo>
                  <a:lnTo>
                    <a:pt x="40620" y="50498"/>
                  </a:lnTo>
                  <a:lnTo>
                    <a:pt x="40589" y="47944"/>
                  </a:lnTo>
                  <a:lnTo>
                    <a:pt x="40584" y="47523"/>
                  </a:lnTo>
                  <a:lnTo>
                    <a:pt x="40573" y="45723"/>
                  </a:lnTo>
                  <a:lnTo>
                    <a:pt x="40556" y="42768"/>
                  </a:lnTo>
                  <a:lnTo>
                    <a:pt x="40542" y="40379"/>
                  </a:lnTo>
                  <a:lnTo>
                    <a:pt x="40529" y="38150"/>
                  </a:lnTo>
                  <a:lnTo>
                    <a:pt x="40502" y="33437"/>
                  </a:lnTo>
                  <a:lnTo>
                    <a:pt x="40471" y="32830"/>
                  </a:lnTo>
                  <a:lnTo>
                    <a:pt x="40438" y="32188"/>
                  </a:lnTo>
                  <a:lnTo>
                    <a:pt x="40354" y="24375"/>
                  </a:lnTo>
                  <a:lnTo>
                    <a:pt x="40312" y="23537"/>
                  </a:lnTo>
                  <a:lnTo>
                    <a:pt x="41339" y="23532"/>
                  </a:lnTo>
                  <a:lnTo>
                    <a:pt x="46962" y="23790"/>
                  </a:lnTo>
                  <a:lnTo>
                    <a:pt x="54876" y="24154"/>
                  </a:lnTo>
                  <a:lnTo>
                    <a:pt x="55956" y="24229"/>
                  </a:lnTo>
                  <a:lnTo>
                    <a:pt x="56402" y="24259"/>
                  </a:lnTo>
                  <a:lnTo>
                    <a:pt x="56544" y="24269"/>
                  </a:lnTo>
                  <a:lnTo>
                    <a:pt x="60772" y="24295"/>
                  </a:lnTo>
                  <a:lnTo>
                    <a:pt x="61194" y="24300"/>
                  </a:lnTo>
                  <a:lnTo>
                    <a:pt x="61781" y="24307"/>
                  </a:lnTo>
                  <a:lnTo>
                    <a:pt x="66412" y="24252"/>
                  </a:lnTo>
                  <a:lnTo>
                    <a:pt x="67163" y="24243"/>
                  </a:lnTo>
                  <a:lnTo>
                    <a:pt x="68108" y="24232"/>
                  </a:lnTo>
                  <a:lnTo>
                    <a:pt x="70120" y="24122"/>
                  </a:lnTo>
                  <a:lnTo>
                    <a:pt x="70463" y="24103"/>
                  </a:lnTo>
                  <a:lnTo>
                    <a:pt x="71259" y="24059"/>
                  </a:lnTo>
                  <a:lnTo>
                    <a:pt x="71305" y="22489"/>
                  </a:lnTo>
                  <a:lnTo>
                    <a:pt x="71336" y="21462"/>
                  </a:lnTo>
                  <a:lnTo>
                    <a:pt x="71353" y="19499"/>
                  </a:lnTo>
                  <a:lnTo>
                    <a:pt x="71355" y="19235"/>
                  </a:lnTo>
                  <a:lnTo>
                    <a:pt x="71375" y="16810"/>
                  </a:lnTo>
                  <a:lnTo>
                    <a:pt x="71389" y="15101"/>
                  </a:lnTo>
                  <a:lnTo>
                    <a:pt x="71401" y="13674"/>
                  </a:lnTo>
                  <a:lnTo>
                    <a:pt x="71403" y="13437"/>
                  </a:lnTo>
                  <a:lnTo>
                    <a:pt x="71416" y="11876"/>
                  </a:lnTo>
                  <a:lnTo>
                    <a:pt x="71422" y="11367"/>
                  </a:lnTo>
                  <a:lnTo>
                    <a:pt x="71425" y="11026"/>
                  </a:lnTo>
                  <a:lnTo>
                    <a:pt x="71438" y="9868"/>
                  </a:lnTo>
                  <a:lnTo>
                    <a:pt x="71442" y="9432"/>
                  </a:lnTo>
                  <a:lnTo>
                    <a:pt x="71493" y="4664"/>
                  </a:lnTo>
                  <a:lnTo>
                    <a:pt x="71449" y="4272"/>
                  </a:lnTo>
                  <a:lnTo>
                    <a:pt x="71752" y="4216"/>
                  </a:lnTo>
                  <a:lnTo>
                    <a:pt x="72676" y="4049"/>
                  </a:lnTo>
                  <a:lnTo>
                    <a:pt x="73261" y="3942"/>
                  </a:lnTo>
                  <a:lnTo>
                    <a:pt x="73531" y="3893"/>
                  </a:lnTo>
                  <a:lnTo>
                    <a:pt x="74687" y="3684"/>
                  </a:lnTo>
                  <a:lnTo>
                    <a:pt x="76454" y="3363"/>
                  </a:lnTo>
                  <a:lnTo>
                    <a:pt x="76821" y="3296"/>
                  </a:lnTo>
                  <a:lnTo>
                    <a:pt x="77158" y="3235"/>
                  </a:lnTo>
                  <a:lnTo>
                    <a:pt x="77458" y="3187"/>
                  </a:lnTo>
                  <a:lnTo>
                    <a:pt x="80843" y="2648"/>
                  </a:lnTo>
                  <a:lnTo>
                    <a:pt x="86259" y="1547"/>
                  </a:lnTo>
                  <a:lnTo>
                    <a:pt x="87412" y="1312"/>
                  </a:lnTo>
                  <a:lnTo>
                    <a:pt x="92272" y="244"/>
                  </a:lnTo>
                  <a:lnTo>
                    <a:pt x="93674" y="0"/>
                  </a:lnTo>
                  <a:lnTo>
                    <a:pt x="94726" y="2292"/>
                  </a:lnTo>
                  <a:lnTo>
                    <a:pt x="95744" y="4055"/>
                  </a:lnTo>
                  <a:lnTo>
                    <a:pt x="96406" y="5380"/>
                  </a:lnTo>
                  <a:lnTo>
                    <a:pt x="98095" y="8640"/>
                  </a:lnTo>
                  <a:lnTo>
                    <a:pt x="98835" y="10131"/>
                  </a:lnTo>
                  <a:lnTo>
                    <a:pt x="99424" y="11239"/>
                  </a:lnTo>
                  <a:lnTo>
                    <a:pt x="99835" y="12004"/>
                  </a:lnTo>
                  <a:lnTo>
                    <a:pt x="99945" y="12209"/>
                  </a:lnTo>
                  <a:lnTo>
                    <a:pt x="100539" y="13297"/>
                  </a:lnTo>
                  <a:lnTo>
                    <a:pt x="101346" y="14805"/>
                  </a:lnTo>
                  <a:lnTo>
                    <a:pt x="102276" y="16703"/>
                  </a:lnTo>
                  <a:lnTo>
                    <a:pt x="102632" y="17428"/>
                  </a:lnTo>
                  <a:lnTo>
                    <a:pt x="103475" y="19003"/>
                  </a:lnTo>
                  <a:lnTo>
                    <a:pt x="103549" y="19156"/>
                  </a:lnTo>
                  <a:lnTo>
                    <a:pt x="103784" y="19636"/>
                  </a:lnTo>
                  <a:lnTo>
                    <a:pt x="104607" y="213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4349910" y="3268750"/>
              <a:ext cx="119901" cy="112236"/>
            </a:xfrm>
            <a:custGeom>
              <a:avLst/>
              <a:pathLst>
                <a:path w="119901" h="112236">
                  <a:moveTo>
                    <a:pt x="82761" y="0"/>
                  </a:moveTo>
                  <a:lnTo>
                    <a:pt x="92762" y="11841"/>
                  </a:lnTo>
                  <a:lnTo>
                    <a:pt x="94215" y="10727"/>
                  </a:lnTo>
                  <a:lnTo>
                    <a:pt x="99631" y="6245"/>
                  </a:lnTo>
                  <a:lnTo>
                    <a:pt x="104531" y="2064"/>
                  </a:lnTo>
                  <a:lnTo>
                    <a:pt x="105939" y="3637"/>
                  </a:lnTo>
                  <a:lnTo>
                    <a:pt x="109343" y="7439"/>
                  </a:lnTo>
                  <a:lnTo>
                    <a:pt x="110280" y="8485"/>
                  </a:lnTo>
                  <a:lnTo>
                    <a:pt x="111960" y="10149"/>
                  </a:lnTo>
                  <a:lnTo>
                    <a:pt x="112211" y="10398"/>
                  </a:lnTo>
                  <a:lnTo>
                    <a:pt x="112923" y="11822"/>
                  </a:lnTo>
                  <a:lnTo>
                    <a:pt x="113059" y="12230"/>
                  </a:lnTo>
                  <a:lnTo>
                    <a:pt x="113841" y="14579"/>
                  </a:lnTo>
                  <a:lnTo>
                    <a:pt x="111727" y="16511"/>
                  </a:lnTo>
                  <a:lnTo>
                    <a:pt x="110318" y="18233"/>
                  </a:lnTo>
                  <a:lnTo>
                    <a:pt x="109446" y="19983"/>
                  </a:lnTo>
                  <a:lnTo>
                    <a:pt x="109392" y="20342"/>
                  </a:lnTo>
                  <a:lnTo>
                    <a:pt x="109277" y="21103"/>
                  </a:lnTo>
                  <a:lnTo>
                    <a:pt x="109215" y="21517"/>
                  </a:lnTo>
                  <a:lnTo>
                    <a:pt x="109133" y="22061"/>
                  </a:lnTo>
                  <a:lnTo>
                    <a:pt x="109423" y="24927"/>
                  </a:lnTo>
                  <a:lnTo>
                    <a:pt x="110363" y="27968"/>
                  </a:lnTo>
                  <a:lnTo>
                    <a:pt x="110634" y="29021"/>
                  </a:lnTo>
                  <a:lnTo>
                    <a:pt x="110762" y="29516"/>
                  </a:lnTo>
                  <a:lnTo>
                    <a:pt x="111890" y="29021"/>
                  </a:lnTo>
                  <a:lnTo>
                    <a:pt x="112053" y="28950"/>
                  </a:lnTo>
                  <a:lnTo>
                    <a:pt x="112464" y="28770"/>
                  </a:lnTo>
                  <a:lnTo>
                    <a:pt x="113235" y="28432"/>
                  </a:lnTo>
                  <a:lnTo>
                    <a:pt x="113413" y="29021"/>
                  </a:lnTo>
                  <a:lnTo>
                    <a:pt x="114851" y="33782"/>
                  </a:lnTo>
                  <a:lnTo>
                    <a:pt x="115477" y="35765"/>
                  </a:lnTo>
                  <a:lnTo>
                    <a:pt x="116990" y="40557"/>
                  </a:lnTo>
                  <a:lnTo>
                    <a:pt x="117361" y="41730"/>
                  </a:lnTo>
                  <a:lnTo>
                    <a:pt x="117701" y="42806"/>
                  </a:lnTo>
                  <a:lnTo>
                    <a:pt x="117945" y="43554"/>
                  </a:lnTo>
                  <a:lnTo>
                    <a:pt x="118189" y="44301"/>
                  </a:lnTo>
                  <a:lnTo>
                    <a:pt x="119082" y="47031"/>
                  </a:lnTo>
                  <a:lnTo>
                    <a:pt x="119625" y="48693"/>
                  </a:lnTo>
                  <a:lnTo>
                    <a:pt x="119901" y="49536"/>
                  </a:lnTo>
                  <a:lnTo>
                    <a:pt x="114936" y="51249"/>
                  </a:lnTo>
                  <a:lnTo>
                    <a:pt x="117406" y="57161"/>
                  </a:lnTo>
                  <a:lnTo>
                    <a:pt x="116808" y="57366"/>
                  </a:lnTo>
                  <a:lnTo>
                    <a:pt x="115675" y="57754"/>
                  </a:lnTo>
                  <a:lnTo>
                    <a:pt x="112974" y="58874"/>
                  </a:lnTo>
                  <a:lnTo>
                    <a:pt x="112189" y="59200"/>
                  </a:lnTo>
                  <a:lnTo>
                    <a:pt x="110978" y="59632"/>
                  </a:lnTo>
                  <a:lnTo>
                    <a:pt x="109781" y="60059"/>
                  </a:lnTo>
                  <a:lnTo>
                    <a:pt x="108585" y="60486"/>
                  </a:lnTo>
                  <a:lnTo>
                    <a:pt x="107131" y="61050"/>
                  </a:lnTo>
                  <a:lnTo>
                    <a:pt x="105998" y="61614"/>
                  </a:lnTo>
                  <a:lnTo>
                    <a:pt x="104908" y="63015"/>
                  </a:lnTo>
                  <a:lnTo>
                    <a:pt x="104664" y="63690"/>
                  </a:lnTo>
                  <a:lnTo>
                    <a:pt x="104310" y="64667"/>
                  </a:lnTo>
                  <a:lnTo>
                    <a:pt x="104288" y="66256"/>
                  </a:lnTo>
                  <a:lnTo>
                    <a:pt x="104716" y="68430"/>
                  </a:lnTo>
                  <a:lnTo>
                    <a:pt x="105377" y="69996"/>
                  </a:lnTo>
                  <a:lnTo>
                    <a:pt x="106127" y="71773"/>
                  </a:lnTo>
                  <a:lnTo>
                    <a:pt x="108904" y="75680"/>
                  </a:lnTo>
                  <a:lnTo>
                    <a:pt x="109487" y="76297"/>
                  </a:lnTo>
                  <a:lnTo>
                    <a:pt x="111970" y="78929"/>
                  </a:lnTo>
                  <a:lnTo>
                    <a:pt x="114093" y="80676"/>
                  </a:lnTo>
                  <a:lnTo>
                    <a:pt x="111673" y="81221"/>
                  </a:lnTo>
                  <a:lnTo>
                    <a:pt x="108744" y="81537"/>
                  </a:lnTo>
                  <a:lnTo>
                    <a:pt x="105193" y="81794"/>
                  </a:lnTo>
                  <a:lnTo>
                    <a:pt x="102372" y="81823"/>
                  </a:lnTo>
                  <a:lnTo>
                    <a:pt x="99810" y="81850"/>
                  </a:lnTo>
                  <a:lnTo>
                    <a:pt x="93810" y="81950"/>
                  </a:lnTo>
                  <a:lnTo>
                    <a:pt x="82433" y="81979"/>
                  </a:lnTo>
                  <a:lnTo>
                    <a:pt x="82330" y="81825"/>
                  </a:lnTo>
                  <a:lnTo>
                    <a:pt x="78435" y="75993"/>
                  </a:lnTo>
                  <a:lnTo>
                    <a:pt x="78113" y="75511"/>
                  </a:lnTo>
                  <a:lnTo>
                    <a:pt x="76244" y="72711"/>
                  </a:lnTo>
                  <a:lnTo>
                    <a:pt x="75300" y="71298"/>
                  </a:lnTo>
                  <a:lnTo>
                    <a:pt x="75070" y="70954"/>
                  </a:lnTo>
                  <a:lnTo>
                    <a:pt x="74932" y="70817"/>
                  </a:lnTo>
                  <a:lnTo>
                    <a:pt x="74006" y="71473"/>
                  </a:lnTo>
                  <a:lnTo>
                    <a:pt x="73358" y="72029"/>
                  </a:lnTo>
                  <a:lnTo>
                    <a:pt x="72866" y="72395"/>
                  </a:lnTo>
                  <a:lnTo>
                    <a:pt x="72710" y="72514"/>
                  </a:lnTo>
                  <a:lnTo>
                    <a:pt x="72555" y="72634"/>
                  </a:lnTo>
                  <a:lnTo>
                    <a:pt x="71707" y="73301"/>
                  </a:lnTo>
                  <a:lnTo>
                    <a:pt x="71477" y="73483"/>
                  </a:lnTo>
                  <a:lnTo>
                    <a:pt x="71244" y="73673"/>
                  </a:lnTo>
                  <a:lnTo>
                    <a:pt x="70162" y="74559"/>
                  </a:lnTo>
                  <a:lnTo>
                    <a:pt x="70006" y="74677"/>
                  </a:lnTo>
                  <a:lnTo>
                    <a:pt x="69574" y="74998"/>
                  </a:lnTo>
                  <a:lnTo>
                    <a:pt x="69299" y="75201"/>
                  </a:lnTo>
                  <a:lnTo>
                    <a:pt x="69097" y="75343"/>
                  </a:lnTo>
                  <a:lnTo>
                    <a:pt x="68406" y="75821"/>
                  </a:lnTo>
                  <a:lnTo>
                    <a:pt x="67994" y="76124"/>
                  </a:lnTo>
                  <a:lnTo>
                    <a:pt x="66817" y="77348"/>
                  </a:lnTo>
                  <a:lnTo>
                    <a:pt x="66744" y="77477"/>
                  </a:lnTo>
                  <a:lnTo>
                    <a:pt x="66335" y="78215"/>
                  </a:lnTo>
                  <a:lnTo>
                    <a:pt x="66129" y="78611"/>
                  </a:lnTo>
                  <a:lnTo>
                    <a:pt x="66068" y="78749"/>
                  </a:lnTo>
                  <a:lnTo>
                    <a:pt x="65988" y="78933"/>
                  </a:lnTo>
                  <a:lnTo>
                    <a:pt x="65696" y="79625"/>
                  </a:lnTo>
                  <a:lnTo>
                    <a:pt x="65644" y="79764"/>
                  </a:lnTo>
                  <a:lnTo>
                    <a:pt x="65358" y="80554"/>
                  </a:lnTo>
                  <a:lnTo>
                    <a:pt x="65234" y="80878"/>
                  </a:lnTo>
                  <a:lnTo>
                    <a:pt x="65176" y="81016"/>
                  </a:lnTo>
                  <a:lnTo>
                    <a:pt x="64981" y="81472"/>
                  </a:lnTo>
                  <a:lnTo>
                    <a:pt x="64880" y="81708"/>
                  </a:lnTo>
                  <a:lnTo>
                    <a:pt x="64679" y="82220"/>
                  </a:lnTo>
                  <a:lnTo>
                    <a:pt x="64573" y="82527"/>
                  </a:lnTo>
                  <a:lnTo>
                    <a:pt x="64140" y="83363"/>
                  </a:lnTo>
                  <a:lnTo>
                    <a:pt x="64169" y="84357"/>
                  </a:lnTo>
                  <a:lnTo>
                    <a:pt x="58189" y="85044"/>
                  </a:lnTo>
                  <a:lnTo>
                    <a:pt x="52208" y="85231"/>
                  </a:lnTo>
                  <a:lnTo>
                    <a:pt x="48820" y="85227"/>
                  </a:lnTo>
                  <a:lnTo>
                    <a:pt x="48813" y="85517"/>
                  </a:lnTo>
                  <a:lnTo>
                    <a:pt x="48797" y="86130"/>
                  </a:lnTo>
                  <a:lnTo>
                    <a:pt x="48791" y="86378"/>
                  </a:lnTo>
                  <a:lnTo>
                    <a:pt x="48771" y="87170"/>
                  </a:lnTo>
                  <a:lnTo>
                    <a:pt x="48702" y="89931"/>
                  </a:lnTo>
                  <a:lnTo>
                    <a:pt x="48721" y="90707"/>
                  </a:lnTo>
                  <a:lnTo>
                    <a:pt x="48740" y="91471"/>
                  </a:lnTo>
                  <a:lnTo>
                    <a:pt x="48609" y="96326"/>
                  </a:lnTo>
                  <a:lnTo>
                    <a:pt x="48564" y="99806"/>
                  </a:lnTo>
                  <a:lnTo>
                    <a:pt x="48395" y="102148"/>
                  </a:lnTo>
                  <a:lnTo>
                    <a:pt x="48365" y="102555"/>
                  </a:lnTo>
                  <a:lnTo>
                    <a:pt x="47114" y="103011"/>
                  </a:lnTo>
                  <a:lnTo>
                    <a:pt x="45574" y="103538"/>
                  </a:lnTo>
                  <a:lnTo>
                    <a:pt x="44142" y="103829"/>
                  </a:lnTo>
                  <a:lnTo>
                    <a:pt x="43517" y="103795"/>
                  </a:lnTo>
                  <a:lnTo>
                    <a:pt x="42581" y="103556"/>
                  </a:lnTo>
                  <a:lnTo>
                    <a:pt x="41922" y="103337"/>
                  </a:lnTo>
                  <a:lnTo>
                    <a:pt x="40921" y="103003"/>
                  </a:lnTo>
                  <a:lnTo>
                    <a:pt x="41001" y="103880"/>
                  </a:lnTo>
                  <a:lnTo>
                    <a:pt x="41029" y="104182"/>
                  </a:lnTo>
                  <a:lnTo>
                    <a:pt x="40250" y="107653"/>
                  </a:lnTo>
                  <a:lnTo>
                    <a:pt x="40058" y="108115"/>
                  </a:lnTo>
                  <a:lnTo>
                    <a:pt x="38881" y="110341"/>
                  </a:lnTo>
                  <a:lnTo>
                    <a:pt x="38811" y="110474"/>
                  </a:lnTo>
                  <a:lnTo>
                    <a:pt x="38533" y="110997"/>
                  </a:lnTo>
                  <a:lnTo>
                    <a:pt x="38062" y="111883"/>
                  </a:lnTo>
                  <a:lnTo>
                    <a:pt x="37887" y="112093"/>
                  </a:lnTo>
                  <a:lnTo>
                    <a:pt x="37570" y="112236"/>
                  </a:lnTo>
                  <a:lnTo>
                    <a:pt x="36566" y="110918"/>
                  </a:lnTo>
                  <a:lnTo>
                    <a:pt x="35075" y="108091"/>
                  </a:lnTo>
                  <a:lnTo>
                    <a:pt x="33499" y="106742"/>
                  </a:lnTo>
                  <a:lnTo>
                    <a:pt x="32745" y="105525"/>
                  </a:lnTo>
                  <a:lnTo>
                    <a:pt x="31554" y="104466"/>
                  </a:lnTo>
                  <a:lnTo>
                    <a:pt x="29675" y="103383"/>
                  </a:lnTo>
                  <a:lnTo>
                    <a:pt x="28036" y="102899"/>
                  </a:lnTo>
                  <a:lnTo>
                    <a:pt x="25592" y="102574"/>
                  </a:lnTo>
                  <a:lnTo>
                    <a:pt x="22986" y="102313"/>
                  </a:lnTo>
                  <a:lnTo>
                    <a:pt x="21010" y="102536"/>
                  </a:lnTo>
                  <a:lnTo>
                    <a:pt x="19312" y="102485"/>
                  </a:lnTo>
                  <a:lnTo>
                    <a:pt x="18291" y="102563"/>
                  </a:lnTo>
                  <a:lnTo>
                    <a:pt x="15987" y="98635"/>
                  </a:lnTo>
                  <a:lnTo>
                    <a:pt x="16411" y="97207"/>
                  </a:lnTo>
                  <a:lnTo>
                    <a:pt x="16737" y="97273"/>
                  </a:lnTo>
                  <a:lnTo>
                    <a:pt x="17114" y="97279"/>
                  </a:lnTo>
                  <a:lnTo>
                    <a:pt x="17663" y="97254"/>
                  </a:lnTo>
                  <a:lnTo>
                    <a:pt x="18816" y="97136"/>
                  </a:lnTo>
                  <a:lnTo>
                    <a:pt x="19708" y="97031"/>
                  </a:lnTo>
                  <a:lnTo>
                    <a:pt x="20474" y="96906"/>
                  </a:lnTo>
                  <a:lnTo>
                    <a:pt x="20347" y="96371"/>
                  </a:lnTo>
                  <a:lnTo>
                    <a:pt x="20112" y="95381"/>
                  </a:lnTo>
                  <a:lnTo>
                    <a:pt x="20020" y="95089"/>
                  </a:lnTo>
                  <a:lnTo>
                    <a:pt x="19894" y="94687"/>
                  </a:lnTo>
                  <a:lnTo>
                    <a:pt x="19599" y="93747"/>
                  </a:lnTo>
                  <a:lnTo>
                    <a:pt x="19411" y="93175"/>
                  </a:lnTo>
                  <a:lnTo>
                    <a:pt x="19325" y="92915"/>
                  </a:lnTo>
                  <a:lnTo>
                    <a:pt x="19237" y="92647"/>
                  </a:lnTo>
                  <a:lnTo>
                    <a:pt x="18478" y="90668"/>
                  </a:lnTo>
                  <a:lnTo>
                    <a:pt x="17877" y="88015"/>
                  </a:lnTo>
                  <a:lnTo>
                    <a:pt x="17801" y="87337"/>
                  </a:lnTo>
                  <a:lnTo>
                    <a:pt x="17727" y="86478"/>
                  </a:lnTo>
                  <a:lnTo>
                    <a:pt x="17636" y="85436"/>
                  </a:lnTo>
                  <a:lnTo>
                    <a:pt x="17558" y="85093"/>
                  </a:lnTo>
                  <a:lnTo>
                    <a:pt x="20616" y="85682"/>
                  </a:lnTo>
                  <a:lnTo>
                    <a:pt x="22351" y="85686"/>
                  </a:lnTo>
                  <a:lnTo>
                    <a:pt x="24822" y="85533"/>
                  </a:lnTo>
                  <a:lnTo>
                    <a:pt x="25493" y="85478"/>
                  </a:lnTo>
                  <a:lnTo>
                    <a:pt x="26044" y="85432"/>
                  </a:lnTo>
                  <a:lnTo>
                    <a:pt x="28753" y="85426"/>
                  </a:lnTo>
                  <a:lnTo>
                    <a:pt x="28802" y="83559"/>
                  </a:lnTo>
                  <a:lnTo>
                    <a:pt x="28756" y="80590"/>
                  </a:lnTo>
                  <a:lnTo>
                    <a:pt x="28114" y="79029"/>
                  </a:lnTo>
                  <a:lnTo>
                    <a:pt x="27242" y="77331"/>
                  </a:lnTo>
                  <a:lnTo>
                    <a:pt x="26419" y="75646"/>
                  </a:lnTo>
                  <a:lnTo>
                    <a:pt x="26184" y="75166"/>
                  </a:lnTo>
                  <a:lnTo>
                    <a:pt x="26110" y="75013"/>
                  </a:lnTo>
                  <a:lnTo>
                    <a:pt x="25267" y="73439"/>
                  </a:lnTo>
                  <a:lnTo>
                    <a:pt x="24911" y="72713"/>
                  </a:lnTo>
                  <a:lnTo>
                    <a:pt x="23981" y="70815"/>
                  </a:lnTo>
                  <a:lnTo>
                    <a:pt x="23174" y="69307"/>
                  </a:lnTo>
                  <a:lnTo>
                    <a:pt x="22580" y="68219"/>
                  </a:lnTo>
                  <a:lnTo>
                    <a:pt x="22470" y="68014"/>
                  </a:lnTo>
                  <a:lnTo>
                    <a:pt x="22059" y="67250"/>
                  </a:lnTo>
                  <a:lnTo>
                    <a:pt x="21470" y="66141"/>
                  </a:lnTo>
                  <a:lnTo>
                    <a:pt x="20730" y="64650"/>
                  </a:lnTo>
                  <a:lnTo>
                    <a:pt x="19041" y="61390"/>
                  </a:lnTo>
                  <a:lnTo>
                    <a:pt x="18379" y="60066"/>
                  </a:lnTo>
                  <a:lnTo>
                    <a:pt x="17361" y="58302"/>
                  </a:lnTo>
                  <a:lnTo>
                    <a:pt x="16309" y="56010"/>
                  </a:lnTo>
                  <a:lnTo>
                    <a:pt x="14907" y="56255"/>
                  </a:lnTo>
                  <a:lnTo>
                    <a:pt x="10047" y="57323"/>
                  </a:lnTo>
                  <a:lnTo>
                    <a:pt x="8894" y="57557"/>
                  </a:lnTo>
                  <a:lnTo>
                    <a:pt x="3478" y="58658"/>
                  </a:lnTo>
                  <a:lnTo>
                    <a:pt x="93" y="59198"/>
                  </a:lnTo>
                  <a:lnTo>
                    <a:pt x="241" y="57459"/>
                  </a:lnTo>
                  <a:lnTo>
                    <a:pt x="519" y="55493"/>
                  </a:lnTo>
                  <a:lnTo>
                    <a:pt x="711" y="54468"/>
                  </a:lnTo>
                  <a:lnTo>
                    <a:pt x="484" y="49193"/>
                  </a:lnTo>
                  <a:lnTo>
                    <a:pt x="0" y="42005"/>
                  </a:lnTo>
                  <a:lnTo>
                    <a:pt x="1935" y="41030"/>
                  </a:lnTo>
                  <a:lnTo>
                    <a:pt x="2915" y="40536"/>
                  </a:lnTo>
                  <a:lnTo>
                    <a:pt x="4820" y="39576"/>
                  </a:lnTo>
                  <a:lnTo>
                    <a:pt x="5808" y="38947"/>
                  </a:lnTo>
                  <a:lnTo>
                    <a:pt x="7470" y="37887"/>
                  </a:lnTo>
                  <a:lnTo>
                    <a:pt x="10951" y="35504"/>
                  </a:lnTo>
                  <a:lnTo>
                    <a:pt x="13448" y="34544"/>
                  </a:lnTo>
                  <a:lnTo>
                    <a:pt x="18444" y="33426"/>
                  </a:lnTo>
                  <a:lnTo>
                    <a:pt x="24142" y="31840"/>
                  </a:lnTo>
                  <a:lnTo>
                    <a:pt x="25735" y="31426"/>
                  </a:lnTo>
                  <a:lnTo>
                    <a:pt x="29887" y="30345"/>
                  </a:lnTo>
                  <a:lnTo>
                    <a:pt x="33593" y="29331"/>
                  </a:lnTo>
                  <a:lnTo>
                    <a:pt x="38403" y="27240"/>
                  </a:lnTo>
                  <a:lnTo>
                    <a:pt x="43124" y="25236"/>
                  </a:lnTo>
                  <a:lnTo>
                    <a:pt x="44472" y="24637"/>
                  </a:lnTo>
                  <a:lnTo>
                    <a:pt x="49893" y="22230"/>
                  </a:lnTo>
                  <a:lnTo>
                    <a:pt x="50810" y="21760"/>
                  </a:lnTo>
                  <a:lnTo>
                    <a:pt x="51270" y="21523"/>
                  </a:lnTo>
                  <a:lnTo>
                    <a:pt x="55326" y="19442"/>
                  </a:lnTo>
                  <a:lnTo>
                    <a:pt x="59205" y="17085"/>
                  </a:lnTo>
                  <a:lnTo>
                    <a:pt x="60476" y="16213"/>
                  </a:lnTo>
                  <a:lnTo>
                    <a:pt x="65596" y="12705"/>
                  </a:lnTo>
                  <a:lnTo>
                    <a:pt x="66096" y="12392"/>
                  </a:lnTo>
                  <a:lnTo>
                    <a:pt x="71662" y="8908"/>
                  </a:lnTo>
                  <a:lnTo>
                    <a:pt x="76407" y="5593"/>
                  </a:lnTo>
                  <a:lnTo>
                    <a:pt x="80190" y="2446"/>
                  </a:lnTo>
                  <a:lnTo>
                    <a:pt x="80571" y="21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4387192" y="3339566"/>
              <a:ext cx="77662" cy="93113"/>
            </a:xfrm>
            <a:custGeom>
              <a:avLst/>
              <a:pathLst>
                <a:path w="77662" h="93113">
                  <a:moveTo>
                    <a:pt x="45416" y="11604"/>
                  </a:moveTo>
                  <a:lnTo>
                    <a:pt x="48629" y="16938"/>
                  </a:lnTo>
                  <a:lnTo>
                    <a:pt x="50870" y="20659"/>
                  </a:lnTo>
                  <a:lnTo>
                    <a:pt x="53285" y="24332"/>
                  </a:lnTo>
                  <a:lnTo>
                    <a:pt x="59663" y="34032"/>
                  </a:lnTo>
                  <a:lnTo>
                    <a:pt x="65814" y="43298"/>
                  </a:lnTo>
                  <a:lnTo>
                    <a:pt x="67549" y="45912"/>
                  </a:lnTo>
                  <a:lnTo>
                    <a:pt x="68620" y="47525"/>
                  </a:lnTo>
                  <a:lnTo>
                    <a:pt x="68752" y="47723"/>
                  </a:lnTo>
                  <a:lnTo>
                    <a:pt x="71445" y="51780"/>
                  </a:lnTo>
                  <a:lnTo>
                    <a:pt x="75169" y="56807"/>
                  </a:lnTo>
                  <a:lnTo>
                    <a:pt x="75744" y="57583"/>
                  </a:lnTo>
                  <a:lnTo>
                    <a:pt x="76249" y="61268"/>
                  </a:lnTo>
                  <a:lnTo>
                    <a:pt x="76909" y="66080"/>
                  </a:lnTo>
                  <a:lnTo>
                    <a:pt x="77442" y="71663"/>
                  </a:lnTo>
                  <a:lnTo>
                    <a:pt x="77662" y="73962"/>
                  </a:lnTo>
                  <a:lnTo>
                    <a:pt x="73903" y="74318"/>
                  </a:lnTo>
                  <a:lnTo>
                    <a:pt x="61650" y="75324"/>
                  </a:lnTo>
                  <a:lnTo>
                    <a:pt x="53361" y="76045"/>
                  </a:lnTo>
                  <a:lnTo>
                    <a:pt x="53914" y="82821"/>
                  </a:lnTo>
                  <a:lnTo>
                    <a:pt x="55910" y="82731"/>
                  </a:lnTo>
                  <a:lnTo>
                    <a:pt x="56404" y="88129"/>
                  </a:lnTo>
                  <a:lnTo>
                    <a:pt x="56722" y="91189"/>
                  </a:lnTo>
                  <a:lnTo>
                    <a:pt x="56757" y="91543"/>
                  </a:lnTo>
                  <a:lnTo>
                    <a:pt x="55217" y="91666"/>
                  </a:lnTo>
                  <a:lnTo>
                    <a:pt x="53011" y="91864"/>
                  </a:lnTo>
                  <a:lnTo>
                    <a:pt x="51095" y="91970"/>
                  </a:lnTo>
                  <a:lnTo>
                    <a:pt x="49866" y="92030"/>
                  </a:lnTo>
                  <a:lnTo>
                    <a:pt x="49250" y="92060"/>
                  </a:lnTo>
                  <a:lnTo>
                    <a:pt x="48996" y="92095"/>
                  </a:lnTo>
                  <a:lnTo>
                    <a:pt x="46961" y="92332"/>
                  </a:lnTo>
                  <a:lnTo>
                    <a:pt x="43996" y="92651"/>
                  </a:lnTo>
                  <a:lnTo>
                    <a:pt x="42189" y="92834"/>
                  </a:lnTo>
                  <a:lnTo>
                    <a:pt x="39732" y="93038"/>
                  </a:lnTo>
                  <a:lnTo>
                    <a:pt x="36770" y="93113"/>
                  </a:lnTo>
                  <a:lnTo>
                    <a:pt x="37970" y="91609"/>
                  </a:lnTo>
                  <a:lnTo>
                    <a:pt x="38054" y="91432"/>
                  </a:lnTo>
                  <a:lnTo>
                    <a:pt x="39521" y="88636"/>
                  </a:lnTo>
                  <a:lnTo>
                    <a:pt x="39607" y="88455"/>
                  </a:lnTo>
                  <a:lnTo>
                    <a:pt x="41067" y="82835"/>
                  </a:lnTo>
                  <a:lnTo>
                    <a:pt x="40874" y="78930"/>
                  </a:lnTo>
                  <a:lnTo>
                    <a:pt x="39053" y="77135"/>
                  </a:lnTo>
                  <a:lnTo>
                    <a:pt x="34161" y="76070"/>
                  </a:lnTo>
                  <a:lnTo>
                    <a:pt x="29701" y="74290"/>
                  </a:lnTo>
                  <a:lnTo>
                    <a:pt x="27407" y="71444"/>
                  </a:lnTo>
                  <a:lnTo>
                    <a:pt x="27344" y="71156"/>
                  </a:lnTo>
                  <a:lnTo>
                    <a:pt x="25731" y="67368"/>
                  </a:lnTo>
                  <a:lnTo>
                    <a:pt x="20177" y="63520"/>
                  </a:lnTo>
                  <a:lnTo>
                    <a:pt x="17317" y="60655"/>
                  </a:lnTo>
                  <a:lnTo>
                    <a:pt x="15000" y="58670"/>
                  </a:lnTo>
                  <a:lnTo>
                    <a:pt x="12585" y="49705"/>
                  </a:lnTo>
                  <a:lnTo>
                    <a:pt x="5087" y="48026"/>
                  </a:lnTo>
                  <a:lnTo>
                    <a:pt x="4406" y="48659"/>
                  </a:lnTo>
                  <a:lnTo>
                    <a:pt x="305" y="47346"/>
                  </a:lnTo>
                  <a:lnTo>
                    <a:pt x="466" y="46058"/>
                  </a:lnTo>
                  <a:lnTo>
                    <a:pt x="823" y="43213"/>
                  </a:lnTo>
                  <a:lnTo>
                    <a:pt x="0" y="42188"/>
                  </a:lnTo>
                  <a:lnTo>
                    <a:pt x="382" y="41544"/>
                  </a:lnTo>
                  <a:lnTo>
                    <a:pt x="605" y="41277"/>
                  </a:lnTo>
                  <a:lnTo>
                    <a:pt x="779" y="41067"/>
                  </a:lnTo>
                  <a:lnTo>
                    <a:pt x="1250" y="40181"/>
                  </a:lnTo>
                  <a:lnTo>
                    <a:pt x="1528" y="39658"/>
                  </a:lnTo>
                  <a:lnTo>
                    <a:pt x="1598" y="39526"/>
                  </a:lnTo>
                  <a:lnTo>
                    <a:pt x="2775" y="37300"/>
                  </a:lnTo>
                  <a:lnTo>
                    <a:pt x="2987" y="36791"/>
                  </a:lnTo>
                  <a:lnTo>
                    <a:pt x="3747" y="33367"/>
                  </a:lnTo>
                  <a:lnTo>
                    <a:pt x="3719" y="33064"/>
                  </a:lnTo>
                  <a:lnTo>
                    <a:pt x="3638" y="32188"/>
                  </a:lnTo>
                  <a:lnTo>
                    <a:pt x="4640" y="32521"/>
                  </a:lnTo>
                  <a:lnTo>
                    <a:pt x="5298" y="32740"/>
                  </a:lnTo>
                  <a:lnTo>
                    <a:pt x="6234" y="32979"/>
                  </a:lnTo>
                  <a:lnTo>
                    <a:pt x="6859" y="33013"/>
                  </a:lnTo>
                  <a:lnTo>
                    <a:pt x="8292" y="32723"/>
                  </a:lnTo>
                  <a:lnTo>
                    <a:pt x="9854" y="32188"/>
                  </a:lnTo>
                  <a:lnTo>
                    <a:pt x="11083" y="31740"/>
                  </a:lnTo>
                  <a:lnTo>
                    <a:pt x="11112" y="31333"/>
                  </a:lnTo>
                  <a:lnTo>
                    <a:pt x="11281" y="28990"/>
                  </a:lnTo>
                  <a:lnTo>
                    <a:pt x="11326" y="25510"/>
                  </a:lnTo>
                  <a:lnTo>
                    <a:pt x="11457" y="20656"/>
                  </a:lnTo>
                  <a:lnTo>
                    <a:pt x="11439" y="19892"/>
                  </a:lnTo>
                  <a:lnTo>
                    <a:pt x="11420" y="19116"/>
                  </a:lnTo>
                  <a:lnTo>
                    <a:pt x="11489" y="16354"/>
                  </a:lnTo>
                  <a:lnTo>
                    <a:pt x="11508" y="15562"/>
                  </a:lnTo>
                  <a:lnTo>
                    <a:pt x="11515" y="15315"/>
                  </a:lnTo>
                  <a:lnTo>
                    <a:pt x="11531" y="14657"/>
                  </a:lnTo>
                  <a:lnTo>
                    <a:pt x="11537" y="14411"/>
                  </a:lnTo>
                  <a:lnTo>
                    <a:pt x="14925" y="14416"/>
                  </a:lnTo>
                  <a:lnTo>
                    <a:pt x="20907" y="14229"/>
                  </a:lnTo>
                  <a:lnTo>
                    <a:pt x="26886" y="13542"/>
                  </a:lnTo>
                  <a:lnTo>
                    <a:pt x="27229" y="11877"/>
                  </a:lnTo>
                  <a:lnTo>
                    <a:pt x="27299" y="11688"/>
                  </a:lnTo>
                  <a:lnTo>
                    <a:pt x="27539" y="11031"/>
                  </a:lnTo>
                  <a:lnTo>
                    <a:pt x="27626" y="10824"/>
                  </a:lnTo>
                  <a:lnTo>
                    <a:pt x="27698" y="10657"/>
                  </a:lnTo>
                  <a:lnTo>
                    <a:pt x="27893" y="10201"/>
                  </a:lnTo>
                  <a:lnTo>
                    <a:pt x="28024" y="9877"/>
                  </a:lnTo>
                  <a:lnTo>
                    <a:pt x="28076" y="9738"/>
                  </a:lnTo>
                  <a:lnTo>
                    <a:pt x="28361" y="8948"/>
                  </a:lnTo>
                  <a:lnTo>
                    <a:pt x="28527" y="8532"/>
                  </a:lnTo>
                  <a:lnTo>
                    <a:pt x="28705" y="8117"/>
                  </a:lnTo>
                  <a:lnTo>
                    <a:pt x="28785" y="7933"/>
                  </a:lnTo>
                  <a:lnTo>
                    <a:pt x="28981" y="7530"/>
                  </a:lnTo>
                  <a:lnTo>
                    <a:pt x="29052" y="7399"/>
                  </a:lnTo>
                  <a:lnTo>
                    <a:pt x="29461" y="6662"/>
                  </a:lnTo>
                  <a:lnTo>
                    <a:pt x="30514" y="5453"/>
                  </a:lnTo>
                  <a:lnTo>
                    <a:pt x="30711" y="5309"/>
                  </a:lnTo>
                  <a:lnTo>
                    <a:pt x="31124" y="5006"/>
                  </a:lnTo>
                  <a:lnTo>
                    <a:pt x="31814" y="4528"/>
                  </a:lnTo>
                  <a:lnTo>
                    <a:pt x="32135" y="4299"/>
                  </a:lnTo>
                  <a:lnTo>
                    <a:pt x="32292" y="4183"/>
                  </a:lnTo>
                  <a:lnTo>
                    <a:pt x="32723" y="3861"/>
                  </a:lnTo>
                  <a:lnTo>
                    <a:pt x="33112" y="3558"/>
                  </a:lnTo>
                  <a:lnTo>
                    <a:pt x="33961" y="2858"/>
                  </a:lnTo>
                  <a:lnTo>
                    <a:pt x="34194" y="2668"/>
                  </a:lnTo>
                  <a:lnTo>
                    <a:pt x="34598" y="2349"/>
                  </a:lnTo>
                  <a:lnTo>
                    <a:pt x="35273" y="1819"/>
                  </a:lnTo>
                  <a:lnTo>
                    <a:pt x="35428" y="1699"/>
                  </a:lnTo>
                  <a:lnTo>
                    <a:pt x="35584" y="1580"/>
                  </a:lnTo>
                  <a:lnTo>
                    <a:pt x="36113" y="1179"/>
                  </a:lnTo>
                  <a:lnTo>
                    <a:pt x="36723" y="657"/>
                  </a:lnTo>
                  <a:lnTo>
                    <a:pt x="37694" y="0"/>
                  </a:lnTo>
                  <a:lnTo>
                    <a:pt x="37787" y="139"/>
                  </a:lnTo>
                  <a:lnTo>
                    <a:pt x="38088" y="589"/>
                  </a:lnTo>
                  <a:lnTo>
                    <a:pt x="38988" y="1937"/>
                  </a:lnTo>
                  <a:lnTo>
                    <a:pt x="40830" y="4695"/>
                  </a:lnTo>
                  <a:lnTo>
                    <a:pt x="41153" y="5178"/>
                  </a:lnTo>
                  <a:lnTo>
                    <a:pt x="45048" y="11010"/>
                  </a:lnTo>
                  <a:lnTo>
                    <a:pt x="45150" y="111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4423963" y="3431233"/>
              <a:ext cx="61683" cy="82693"/>
            </a:xfrm>
            <a:custGeom>
              <a:avLst/>
              <a:pathLst>
                <a:path w="61683" h="82693">
                  <a:moveTo>
                    <a:pt x="20120" y="13671"/>
                  </a:moveTo>
                  <a:lnTo>
                    <a:pt x="20471" y="17565"/>
                  </a:lnTo>
                  <a:lnTo>
                    <a:pt x="21841" y="17454"/>
                  </a:lnTo>
                  <a:lnTo>
                    <a:pt x="22073" y="17437"/>
                  </a:lnTo>
                  <a:lnTo>
                    <a:pt x="24315" y="17266"/>
                  </a:lnTo>
                  <a:lnTo>
                    <a:pt x="27696" y="17105"/>
                  </a:lnTo>
                  <a:lnTo>
                    <a:pt x="27896" y="17097"/>
                  </a:lnTo>
                  <a:lnTo>
                    <a:pt x="32021" y="16925"/>
                  </a:lnTo>
                  <a:lnTo>
                    <a:pt x="36332" y="16727"/>
                  </a:lnTo>
                  <a:lnTo>
                    <a:pt x="36568" y="16716"/>
                  </a:lnTo>
                  <a:lnTo>
                    <a:pt x="40596" y="16297"/>
                  </a:lnTo>
                  <a:lnTo>
                    <a:pt x="43873" y="15950"/>
                  </a:lnTo>
                  <a:lnTo>
                    <a:pt x="43947" y="17170"/>
                  </a:lnTo>
                  <a:lnTo>
                    <a:pt x="43995" y="17953"/>
                  </a:lnTo>
                  <a:lnTo>
                    <a:pt x="44186" y="21088"/>
                  </a:lnTo>
                  <a:lnTo>
                    <a:pt x="44403" y="24638"/>
                  </a:lnTo>
                  <a:lnTo>
                    <a:pt x="44415" y="24835"/>
                  </a:lnTo>
                  <a:lnTo>
                    <a:pt x="44500" y="26241"/>
                  </a:lnTo>
                  <a:lnTo>
                    <a:pt x="44664" y="28659"/>
                  </a:lnTo>
                  <a:lnTo>
                    <a:pt x="44839" y="31341"/>
                  </a:lnTo>
                  <a:lnTo>
                    <a:pt x="44936" y="32831"/>
                  </a:lnTo>
                  <a:lnTo>
                    <a:pt x="44978" y="33409"/>
                  </a:lnTo>
                  <a:lnTo>
                    <a:pt x="45004" y="33779"/>
                  </a:lnTo>
                  <a:lnTo>
                    <a:pt x="45411" y="37888"/>
                  </a:lnTo>
                  <a:lnTo>
                    <a:pt x="45659" y="40355"/>
                  </a:lnTo>
                  <a:lnTo>
                    <a:pt x="45819" y="41946"/>
                  </a:lnTo>
                  <a:lnTo>
                    <a:pt x="45882" y="42568"/>
                  </a:lnTo>
                  <a:lnTo>
                    <a:pt x="45915" y="42901"/>
                  </a:lnTo>
                  <a:lnTo>
                    <a:pt x="48564" y="47317"/>
                  </a:lnTo>
                  <a:lnTo>
                    <a:pt x="48768" y="47657"/>
                  </a:lnTo>
                  <a:lnTo>
                    <a:pt x="48947" y="47956"/>
                  </a:lnTo>
                  <a:lnTo>
                    <a:pt x="50276" y="50172"/>
                  </a:lnTo>
                  <a:lnTo>
                    <a:pt x="52097" y="53071"/>
                  </a:lnTo>
                  <a:lnTo>
                    <a:pt x="54656" y="57102"/>
                  </a:lnTo>
                  <a:lnTo>
                    <a:pt x="55511" y="60337"/>
                  </a:lnTo>
                  <a:lnTo>
                    <a:pt x="55764" y="61046"/>
                  </a:lnTo>
                  <a:lnTo>
                    <a:pt x="56032" y="61795"/>
                  </a:lnTo>
                  <a:lnTo>
                    <a:pt x="56212" y="62279"/>
                  </a:lnTo>
                  <a:lnTo>
                    <a:pt x="56602" y="63326"/>
                  </a:lnTo>
                  <a:lnTo>
                    <a:pt x="61683" y="70391"/>
                  </a:lnTo>
                  <a:lnTo>
                    <a:pt x="57060" y="73590"/>
                  </a:lnTo>
                  <a:lnTo>
                    <a:pt x="54128" y="69355"/>
                  </a:lnTo>
                  <a:lnTo>
                    <a:pt x="52354" y="71195"/>
                  </a:lnTo>
                  <a:lnTo>
                    <a:pt x="50956" y="72645"/>
                  </a:lnTo>
                  <a:lnTo>
                    <a:pt x="49380" y="75472"/>
                  </a:lnTo>
                  <a:lnTo>
                    <a:pt x="49169" y="75851"/>
                  </a:lnTo>
                  <a:lnTo>
                    <a:pt x="46168" y="77216"/>
                  </a:lnTo>
                  <a:lnTo>
                    <a:pt x="44227" y="78099"/>
                  </a:lnTo>
                  <a:lnTo>
                    <a:pt x="42529" y="79056"/>
                  </a:lnTo>
                  <a:lnTo>
                    <a:pt x="41717" y="79425"/>
                  </a:lnTo>
                  <a:lnTo>
                    <a:pt x="38159" y="80925"/>
                  </a:lnTo>
                  <a:lnTo>
                    <a:pt x="37108" y="81369"/>
                  </a:lnTo>
                  <a:lnTo>
                    <a:pt x="35209" y="82169"/>
                  </a:lnTo>
                  <a:lnTo>
                    <a:pt x="34624" y="82416"/>
                  </a:lnTo>
                  <a:lnTo>
                    <a:pt x="33967" y="82693"/>
                  </a:lnTo>
                  <a:lnTo>
                    <a:pt x="33289" y="82616"/>
                  </a:lnTo>
                  <a:lnTo>
                    <a:pt x="26577" y="81858"/>
                  </a:lnTo>
                  <a:lnTo>
                    <a:pt x="22931" y="79813"/>
                  </a:lnTo>
                  <a:lnTo>
                    <a:pt x="20745" y="78377"/>
                  </a:lnTo>
                  <a:lnTo>
                    <a:pt x="18630" y="76989"/>
                  </a:lnTo>
                  <a:lnTo>
                    <a:pt x="14047" y="77419"/>
                  </a:lnTo>
                  <a:lnTo>
                    <a:pt x="12510" y="76284"/>
                  </a:lnTo>
                  <a:lnTo>
                    <a:pt x="12451" y="76094"/>
                  </a:lnTo>
                  <a:lnTo>
                    <a:pt x="12569" y="73784"/>
                  </a:lnTo>
                  <a:lnTo>
                    <a:pt x="14202" y="72124"/>
                  </a:lnTo>
                  <a:lnTo>
                    <a:pt x="14496" y="72038"/>
                  </a:lnTo>
                  <a:lnTo>
                    <a:pt x="17583" y="70557"/>
                  </a:lnTo>
                  <a:lnTo>
                    <a:pt x="22526" y="68141"/>
                  </a:lnTo>
                  <a:lnTo>
                    <a:pt x="27431" y="65566"/>
                  </a:lnTo>
                  <a:lnTo>
                    <a:pt x="32024" y="62015"/>
                  </a:lnTo>
                  <a:lnTo>
                    <a:pt x="34585" y="58955"/>
                  </a:lnTo>
                  <a:lnTo>
                    <a:pt x="33889" y="55385"/>
                  </a:lnTo>
                  <a:lnTo>
                    <a:pt x="26709" y="55103"/>
                  </a:lnTo>
                  <a:lnTo>
                    <a:pt x="20786" y="55629"/>
                  </a:lnTo>
                  <a:lnTo>
                    <a:pt x="18498" y="55389"/>
                  </a:lnTo>
                  <a:lnTo>
                    <a:pt x="16775" y="53274"/>
                  </a:lnTo>
                  <a:lnTo>
                    <a:pt x="16389" y="50644"/>
                  </a:lnTo>
                  <a:lnTo>
                    <a:pt x="19964" y="46979"/>
                  </a:lnTo>
                  <a:lnTo>
                    <a:pt x="23247" y="43929"/>
                  </a:lnTo>
                  <a:lnTo>
                    <a:pt x="24481" y="41859"/>
                  </a:lnTo>
                  <a:lnTo>
                    <a:pt x="23367" y="39724"/>
                  </a:lnTo>
                  <a:lnTo>
                    <a:pt x="19625" y="37038"/>
                  </a:lnTo>
                  <a:lnTo>
                    <a:pt x="16150" y="35836"/>
                  </a:lnTo>
                  <a:lnTo>
                    <a:pt x="13249" y="33886"/>
                  </a:lnTo>
                  <a:lnTo>
                    <a:pt x="9365" y="29644"/>
                  </a:lnTo>
                  <a:lnTo>
                    <a:pt x="7030" y="25785"/>
                  </a:lnTo>
                  <a:lnTo>
                    <a:pt x="6237" y="22940"/>
                  </a:lnTo>
                  <a:lnTo>
                    <a:pt x="4743" y="20534"/>
                  </a:lnTo>
                  <a:lnTo>
                    <a:pt x="1938" y="15307"/>
                  </a:lnTo>
                  <a:lnTo>
                    <a:pt x="1009" y="12656"/>
                  </a:lnTo>
                  <a:lnTo>
                    <a:pt x="1761" y="10935"/>
                  </a:lnTo>
                  <a:lnTo>
                    <a:pt x="2776" y="7791"/>
                  </a:lnTo>
                  <a:lnTo>
                    <a:pt x="2658" y="5866"/>
                  </a:lnTo>
                  <a:lnTo>
                    <a:pt x="0" y="1446"/>
                  </a:lnTo>
                  <a:lnTo>
                    <a:pt x="2961" y="1371"/>
                  </a:lnTo>
                  <a:lnTo>
                    <a:pt x="5419" y="1167"/>
                  </a:lnTo>
                  <a:lnTo>
                    <a:pt x="7226" y="984"/>
                  </a:lnTo>
                  <a:lnTo>
                    <a:pt x="10190" y="665"/>
                  </a:lnTo>
                  <a:lnTo>
                    <a:pt x="12225" y="428"/>
                  </a:lnTo>
                  <a:lnTo>
                    <a:pt x="12479" y="393"/>
                  </a:lnTo>
                  <a:lnTo>
                    <a:pt x="13095" y="363"/>
                  </a:lnTo>
                  <a:lnTo>
                    <a:pt x="14325" y="303"/>
                  </a:lnTo>
                  <a:lnTo>
                    <a:pt x="16241" y="197"/>
                  </a:lnTo>
                  <a:lnTo>
                    <a:pt x="18446" y="0"/>
                  </a:lnTo>
                  <a:lnTo>
                    <a:pt x="18558" y="753"/>
                  </a:lnTo>
                  <a:lnTo>
                    <a:pt x="19049" y="4078"/>
                  </a:lnTo>
                  <a:lnTo>
                    <a:pt x="19125" y="4587"/>
                  </a:lnTo>
                  <a:lnTo>
                    <a:pt x="20030" y="6117"/>
                  </a:lnTo>
                  <a:lnTo>
                    <a:pt x="20351" y="8388"/>
                  </a:lnTo>
                  <a:lnTo>
                    <a:pt x="19682" y="8829"/>
                  </a:lnTo>
                  <a:lnTo>
                    <a:pt x="19740" y="10239"/>
                  </a:lnTo>
                  <a:lnTo>
                    <a:pt x="19776" y="110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4454408" y="3499382"/>
              <a:ext cx="126868" cy="156963"/>
            </a:xfrm>
            <a:custGeom>
              <a:avLst/>
              <a:pathLst>
                <a:path w="126868" h="156963">
                  <a:moveTo>
                    <a:pt x="80312" y="7575"/>
                  </a:moveTo>
                  <a:lnTo>
                    <a:pt x="81310" y="8139"/>
                  </a:lnTo>
                  <a:lnTo>
                    <a:pt x="88700" y="4301"/>
                  </a:lnTo>
                  <a:lnTo>
                    <a:pt x="90792" y="6997"/>
                  </a:lnTo>
                  <a:lnTo>
                    <a:pt x="91350" y="7716"/>
                  </a:lnTo>
                  <a:lnTo>
                    <a:pt x="92299" y="8940"/>
                  </a:lnTo>
                  <a:lnTo>
                    <a:pt x="94045" y="8613"/>
                  </a:lnTo>
                  <a:lnTo>
                    <a:pt x="96052" y="8236"/>
                  </a:lnTo>
                  <a:lnTo>
                    <a:pt x="98954" y="7692"/>
                  </a:lnTo>
                  <a:lnTo>
                    <a:pt x="100102" y="11724"/>
                  </a:lnTo>
                  <a:lnTo>
                    <a:pt x="93024" y="14482"/>
                  </a:lnTo>
                  <a:lnTo>
                    <a:pt x="93579" y="16781"/>
                  </a:lnTo>
                  <a:lnTo>
                    <a:pt x="93903" y="18126"/>
                  </a:lnTo>
                  <a:lnTo>
                    <a:pt x="94541" y="20769"/>
                  </a:lnTo>
                  <a:lnTo>
                    <a:pt x="97104" y="20447"/>
                  </a:lnTo>
                  <a:lnTo>
                    <a:pt x="97958" y="24762"/>
                  </a:lnTo>
                  <a:lnTo>
                    <a:pt x="97044" y="24868"/>
                  </a:lnTo>
                  <a:lnTo>
                    <a:pt x="93515" y="25275"/>
                  </a:lnTo>
                  <a:lnTo>
                    <a:pt x="93630" y="26096"/>
                  </a:lnTo>
                  <a:lnTo>
                    <a:pt x="93924" y="27171"/>
                  </a:lnTo>
                  <a:lnTo>
                    <a:pt x="94079" y="27739"/>
                  </a:lnTo>
                  <a:lnTo>
                    <a:pt x="94726" y="29004"/>
                  </a:lnTo>
                  <a:lnTo>
                    <a:pt x="95648" y="29742"/>
                  </a:lnTo>
                  <a:lnTo>
                    <a:pt x="98163" y="29715"/>
                  </a:lnTo>
                  <a:lnTo>
                    <a:pt x="100413" y="29487"/>
                  </a:lnTo>
                  <a:lnTo>
                    <a:pt x="101675" y="29985"/>
                  </a:lnTo>
                  <a:lnTo>
                    <a:pt x="102629" y="31466"/>
                  </a:lnTo>
                  <a:lnTo>
                    <a:pt x="103363" y="32662"/>
                  </a:lnTo>
                  <a:lnTo>
                    <a:pt x="103353" y="33734"/>
                  </a:lnTo>
                  <a:lnTo>
                    <a:pt x="103358" y="35207"/>
                  </a:lnTo>
                  <a:lnTo>
                    <a:pt x="103486" y="36588"/>
                  </a:lnTo>
                  <a:lnTo>
                    <a:pt x="104436" y="38888"/>
                  </a:lnTo>
                  <a:lnTo>
                    <a:pt x="104712" y="41247"/>
                  </a:lnTo>
                  <a:lnTo>
                    <a:pt x="104334" y="42834"/>
                  </a:lnTo>
                  <a:lnTo>
                    <a:pt x="104246" y="46434"/>
                  </a:lnTo>
                  <a:lnTo>
                    <a:pt x="104229" y="48711"/>
                  </a:lnTo>
                  <a:lnTo>
                    <a:pt x="104878" y="51161"/>
                  </a:lnTo>
                  <a:lnTo>
                    <a:pt x="105959" y="52700"/>
                  </a:lnTo>
                  <a:lnTo>
                    <a:pt x="105583" y="54934"/>
                  </a:lnTo>
                  <a:lnTo>
                    <a:pt x="105468" y="56722"/>
                  </a:lnTo>
                  <a:lnTo>
                    <a:pt x="107111" y="59025"/>
                  </a:lnTo>
                  <a:lnTo>
                    <a:pt x="108745" y="59385"/>
                  </a:lnTo>
                  <a:lnTo>
                    <a:pt x="112054" y="57712"/>
                  </a:lnTo>
                  <a:lnTo>
                    <a:pt x="115159" y="56623"/>
                  </a:lnTo>
                  <a:lnTo>
                    <a:pt x="117797" y="56203"/>
                  </a:lnTo>
                  <a:lnTo>
                    <a:pt x="120862" y="55353"/>
                  </a:lnTo>
                  <a:lnTo>
                    <a:pt x="123696" y="55195"/>
                  </a:lnTo>
                  <a:lnTo>
                    <a:pt x="124236" y="58439"/>
                  </a:lnTo>
                  <a:lnTo>
                    <a:pt x="124391" y="58623"/>
                  </a:lnTo>
                  <a:lnTo>
                    <a:pt x="125700" y="60346"/>
                  </a:lnTo>
                  <a:lnTo>
                    <a:pt x="126868" y="66396"/>
                  </a:lnTo>
                  <a:lnTo>
                    <a:pt x="126517" y="69684"/>
                  </a:lnTo>
                  <a:lnTo>
                    <a:pt x="125705" y="72068"/>
                  </a:lnTo>
                  <a:lnTo>
                    <a:pt x="125636" y="75451"/>
                  </a:lnTo>
                  <a:lnTo>
                    <a:pt x="125423" y="78492"/>
                  </a:lnTo>
                  <a:lnTo>
                    <a:pt x="124473" y="80336"/>
                  </a:lnTo>
                  <a:lnTo>
                    <a:pt x="124360" y="81363"/>
                  </a:lnTo>
                  <a:lnTo>
                    <a:pt x="120370" y="82177"/>
                  </a:lnTo>
                  <a:lnTo>
                    <a:pt x="121343" y="85837"/>
                  </a:lnTo>
                  <a:lnTo>
                    <a:pt x="119785" y="88729"/>
                  </a:lnTo>
                  <a:lnTo>
                    <a:pt x="117592" y="91528"/>
                  </a:lnTo>
                  <a:lnTo>
                    <a:pt x="118273" y="93842"/>
                  </a:lnTo>
                  <a:lnTo>
                    <a:pt x="120015" y="96918"/>
                  </a:lnTo>
                  <a:lnTo>
                    <a:pt x="121069" y="97278"/>
                  </a:lnTo>
                  <a:lnTo>
                    <a:pt x="122949" y="99873"/>
                  </a:lnTo>
                  <a:lnTo>
                    <a:pt x="123194" y="102759"/>
                  </a:lnTo>
                  <a:lnTo>
                    <a:pt x="122622" y="106114"/>
                  </a:lnTo>
                  <a:lnTo>
                    <a:pt x="122474" y="109182"/>
                  </a:lnTo>
                  <a:lnTo>
                    <a:pt x="122131" y="111776"/>
                  </a:lnTo>
                  <a:lnTo>
                    <a:pt x="122475" y="114527"/>
                  </a:lnTo>
                  <a:lnTo>
                    <a:pt x="118643" y="116024"/>
                  </a:lnTo>
                  <a:lnTo>
                    <a:pt x="117397" y="120328"/>
                  </a:lnTo>
                  <a:lnTo>
                    <a:pt x="113752" y="120384"/>
                  </a:lnTo>
                  <a:lnTo>
                    <a:pt x="110742" y="121904"/>
                  </a:lnTo>
                  <a:lnTo>
                    <a:pt x="108259" y="121855"/>
                  </a:lnTo>
                  <a:lnTo>
                    <a:pt x="106350" y="126065"/>
                  </a:lnTo>
                  <a:lnTo>
                    <a:pt x="103256" y="128173"/>
                  </a:lnTo>
                  <a:lnTo>
                    <a:pt x="102710" y="129925"/>
                  </a:lnTo>
                  <a:lnTo>
                    <a:pt x="103422" y="132585"/>
                  </a:lnTo>
                  <a:lnTo>
                    <a:pt x="103307" y="135233"/>
                  </a:lnTo>
                  <a:lnTo>
                    <a:pt x="103211" y="136433"/>
                  </a:lnTo>
                  <a:lnTo>
                    <a:pt x="102632" y="137556"/>
                  </a:lnTo>
                  <a:lnTo>
                    <a:pt x="100377" y="137774"/>
                  </a:lnTo>
                  <a:lnTo>
                    <a:pt x="97499" y="140473"/>
                  </a:lnTo>
                  <a:lnTo>
                    <a:pt x="94984" y="141676"/>
                  </a:lnTo>
                  <a:lnTo>
                    <a:pt x="93964" y="140876"/>
                  </a:lnTo>
                  <a:lnTo>
                    <a:pt x="94175" y="140605"/>
                  </a:lnTo>
                  <a:lnTo>
                    <a:pt x="94200" y="135784"/>
                  </a:lnTo>
                  <a:lnTo>
                    <a:pt x="94249" y="135598"/>
                  </a:lnTo>
                  <a:lnTo>
                    <a:pt x="94305" y="135251"/>
                  </a:lnTo>
                  <a:lnTo>
                    <a:pt x="93910" y="131949"/>
                  </a:lnTo>
                  <a:lnTo>
                    <a:pt x="93917" y="131782"/>
                  </a:lnTo>
                  <a:lnTo>
                    <a:pt x="93898" y="131575"/>
                  </a:lnTo>
                  <a:lnTo>
                    <a:pt x="94058" y="128382"/>
                  </a:lnTo>
                  <a:lnTo>
                    <a:pt x="94159" y="127985"/>
                  </a:lnTo>
                  <a:lnTo>
                    <a:pt x="95543" y="124041"/>
                  </a:lnTo>
                  <a:lnTo>
                    <a:pt x="97664" y="119935"/>
                  </a:lnTo>
                  <a:lnTo>
                    <a:pt x="99123" y="116986"/>
                  </a:lnTo>
                  <a:lnTo>
                    <a:pt x="98242" y="111703"/>
                  </a:lnTo>
                  <a:lnTo>
                    <a:pt x="95426" y="111207"/>
                  </a:lnTo>
                  <a:lnTo>
                    <a:pt x="94019" y="105667"/>
                  </a:lnTo>
                  <a:lnTo>
                    <a:pt x="92280" y="103963"/>
                  </a:lnTo>
                  <a:lnTo>
                    <a:pt x="86652" y="106241"/>
                  </a:lnTo>
                  <a:lnTo>
                    <a:pt x="85505" y="104689"/>
                  </a:lnTo>
                  <a:lnTo>
                    <a:pt x="84190" y="103414"/>
                  </a:lnTo>
                  <a:lnTo>
                    <a:pt x="79093" y="103620"/>
                  </a:lnTo>
                  <a:lnTo>
                    <a:pt x="77404" y="100214"/>
                  </a:lnTo>
                  <a:lnTo>
                    <a:pt x="77209" y="99877"/>
                  </a:lnTo>
                  <a:lnTo>
                    <a:pt x="77041" y="99587"/>
                  </a:lnTo>
                  <a:lnTo>
                    <a:pt x="75791" y="97099"/>
                  </a:lnTo>
                  <a:lnTo>
                    <a:pt x="75788" y="96768"/>
                  </a:lnTo>
                  <a:lnTo>
                    <a:pt x="75259" y="93967"/>
                  </a:lnTo>
                  <a:lnTo>
                    <a:pt x="75219" y="93785"/>
                  </a:lnTo>
                  <a:lnTo>
                    <a:pt x="73957" y="92022"/>
                  </a:lnTo>
                  <a:lnTo>
                    <a:pt x="72310" y="89710"/>
                  </a:lnTo>
                  <a:lnTo>
                    <a:pt x="72217" y="89548"/>
                  </a:lnTo>
                  <a:lnTo>
                    <a:pt x="71738" y="87792"/>
                  </a:lnTo>
                  <a:lnTo>
                    <a:pt x="71769" y="85632"/>
                  </a:lnTo>
                  <a:lnTo>
                    <a:pt x="71805" y="85462"/>
                  </a:lnTo>
                  <a:lnTo>
                    <a:pt x="71842" y="85291"/>
                  </a:lnTo>
                  <a:lnTo>
                    <a:pt x="72670" y="83082"/>
                  </a:lnTo>
                  <a:lnTo>
                    <a:pt x="74318" y="81575"/>
                  </a:lnTo>
                  <a:lnTo>
                    <a:pt x="77505" y="79794"/>
                  </a:lnTo>
                  <a:lnTo>
                    <a:pt x="75526" y="76021"/>
                  </a:lnTo>
                  <a:lnTo>
                    <a:pt x="74137" y="74851"/>
                  </a:lnTo>
                  <a:lnTo>
                    <a:pt x="72533" y="73771"/>
                  </a:lnTo>
                  <a:lnTo>
                    <a:pt x="72090" y="71227"/>
                  </a:lnTo>
                  <a:lnTo>
                    <a:pt x="71559" y="68098"/>
                  </a:lnTo>
                  <a:lnTo>
                    <a:pt x="70298" y="64917"/>
                  </a:lnTo>
                  <a:lnTo>
                    <a:pt x="70146" y="64615"/>
                  </a:lnTo>
                  <a:lnTo>
                    <a:pt x="69922" y="64288"/>
                  </a:lnTo>
                  <a:lnTo>
                    <a:pt x="67751" y="61556"/>
                  </a:lnTo>
                  <a:lnTo>
                    <a:pt x="66868" y="59192"/>
                  </a:lnTo>
                  <a:lnTo>
                    <a:pt x="66835" y="57259"/>
                  </a:lnTo>
                  <a:lnTo>
                    <a:pt x="67115" y="57098"/>
                  </a:lnTo>
                  <a:lnTo>
                    <a:pt x="67459" y="56833"/>
                  </a:lnTo>
                  <a:lnTo>
                    <a:pt x="69725" y="54809"/>
                  </a:lnTo>
                  <a:lnTo>
                    <a:pt x="69201" y="52486"/>
                  </a:lnTo>
                  <a:lnTo>
                    <a:pt x="69091" y="52284"/>
                  </a:lnTo>
                  <a:lnTo>
                    <a:pt x="67760" y="49131"/>
                  </a:lnTo>
                  <a:lnTo>
                    <a:pt x="67236" y="46859"/>
                  </a:lnTo>
                  <a:lnTo>
                    <a:pt x="64650" y="41825"/>
                  </a:lnTo>
                  <a:lnTo>
                    <a:pt x="64540" y="41618"/>
                  </a:lnTo>
                  <a:lnTo>
                    <a:pt x="61700" y="38437"/>
                  </a:lnTo>
                  <a:lnTo>
                    <a:pt x="59331" y="37035"/>
                  </a:lnTo>
                  <a:lnTo>
                    <a:pt x="56946" y="34239"/>
                  </a:lnTo>
                  <a:lnTo>
                    <a:pt x="54238" y="30184"/>
                  </a:lnTo>
                  <a:lnTo>
                    <a:pt x="51843" y="30943"/>
                  </a:lnTo>
                  <a:lnTo>
                    <a:pt x="51663" y="40442"/>
                  </a:lnTo>
                  <a:lnTo>
                    <a:pt x="51494" y="45586"/>
                  </a:lnTo>
                  <a:lnTo>
                    <a:pt x="52528" y="48632"/>
                  </a:lnTo>
                  <a:lnTo>
                    <a:pt x="53542" y="50643"/>
                  </a:lnTo>
                  <a:lnTo>
                    <a:pt x="54060" y="52710"/>
                  </a:lnTo>
                  <a:lnTo>
                    <a:pt x="52886" y="56094"/>
                  </a:lnTo>
                  <a:lnTo>
                    <a:pt x="51873" y="58884"/>
                  </a:lnTo>
                  <a:lnTo>
                    <a:pt x="52373" y="62504"/>
                  </a:lnTo>
                  <a:lnTo>
                    <a:pt x="53988" y="65392"/>
                  </a:lnTo>
                  <a:lnTo>
                    <a:pt x="54938" y="68100"/>
                  </a:lnTo>
                  <a:lnTo>
                    <a:pt x="55118" y="68186"/>
                  </a:lnTo>
                  <a:lnTo>
                    <a:pt x="57312" y="69099"/>
                  </a:lnTo>
                  <a:lnTo>
                    <a:pt x="57505" y="69111"/>
                  </a:lnTo>
                  <a:lnTo>
                    <a:pt x="57862" y="69089"/>
                  </a:lnTo>
                  <a:lnTo>
                    <a:pt x="62240" y="68754"/>
                  </a:lnTo>
                  <a:lnTo>
                    <a:pt x="62473" y="68740"/>
                  </a:lnTo>
                  <a:lnTo>
                    <a:pt x="62867" y="68693"/>
                  </a:lnTo>
                  <a:lnTo>
                    <a:pt x="65086" y="68906"/>
                  </a:lnTo>
                  <a:lnTo>
                    <a:pt x="65963" y="69815"/>
                  </a:lnTo>
                  <a:lnTo>
                    <a:pt x="66755" y="73722"/>
                  </a:lnTo>
                  <a:lnTo>
                    <a:pt x="66509" y="74593"/>
                  </a:lnTo>
                  <a:lnTo>
                    <a:pt x="63837" y="75688"/>
                  </a:lnTo>
                  <a:lnTo>
                    <a:pt x="60420" y="76759"/>
                  </a:lnTo>
                  <a:lnTo>
                    <a:pt x="60588" y="80719"/>
                  </a:lnTo>
                  <a:lnTo>
                    <a:pt x="61018" y="85372"/>
                  </a:lnTo>
                  <a:lnTo>
                    <a:pt x="57132" y="85728"/>
                  </a:lnTo>
                  <a:lnTo>
                    <a:pt x="57553" y="88720"/>
                  </a:lnTo>
                  <a:lnTo>
                    <a:pt x="57614" y="91388"/>
                  </a:lnTo>
                  <a:lnTo>
                    <a:pt x="57687" y="91599"/>
                  </a:lnTo>
                  <a:lnTo>
                    <a:pt x="57982" y="94559"/>
                  </a:lnTo>
                  <a:lnTo>
                    <a:pt x="58366" y="95992"/>
                  </a:lnTo>
                  <a:lnTo>
                    <a:pt x="59887" y="97819"/>
                  </a:lnTo>
                  <a:lnTo>
                    <a:pt x="59919" y="99626"/>
                  </a:lnTo>
                  <a:lnTo>
                    <a:pt x="58191" y="100624"/>
                  </a:lnTo>
                  <a:lnTo>
                    <a:pt x="58654" y="102554"/>
                  </a:lnTo>
                  <a:lnTo>
                    <a:pt x="59898" y="104270"/>
                  </a:lnTo>
                  <a:lnTo>
                    <a:pt x="60525" y="107676"/>
                  </a:lnTo>
                  <a:lnTo>
                    <a:pt x="60275" y="110474"/>
                  </a:lnTo>
                  <a:lnTo>
                    <a:pt x="60635" y="113439"/>
                  </a:lnTo>
                  <a:lnTo>
                    <a:pt x="61742" y="115488"/>
                  </a:lnTo>
                  <a:lnTo>
                    <a:pt x="63765" y="123484"/>
                  </a:lnTo>
                  <a:lnTo>
                    <a:pt x="63712" y="126986"/>
                  </a:lnTo>
                  <a:lnTo>
                    <a:pt x="64305" y="128936"/>
                  </a:lnTo>
                  <a:lnTo>
                    <a:pt x="66561" y="131368"/>
                  </a:lnTo>
                  <a:lnTo>
                    <a:pt x="67532" y="134097"/>
                  </a:lnTo>
                  <a:lnTo>
                    <a:pt x="67586" y="136894"/>
                  </a:lnTo>
                  <a:lnTo>
                    <a:pt x="68190" y="138957"/>
                  </a:lnTo>
                  <a:lnTo>
                    <a:pt x="67877" y="142471"/>
                  </a:lnTo>
                  <a:lnTo>
                    <a:pt x="68355" y="145735"/>
                  </a:lnTo>
                  <a:lnTo>
                    <a:pt x="68108" y="147842"/>
                  </a:lnTo>
                  <a:lnTo>
                    <a:pt x="68147" y="149867"/>
                  </a:lnTo>
                  <a:lnTo>
                    <a:pt x="67299" y="153159"/>
                  </a:lnTo>
                  <a:lnTo>
                    <a:pt x="67262" y="153463"/>
                  </a:lnTo>
                  <a:lnTo>
                    <a:pt x="65443" y="156963"/>
                  </a:lnTo>
                  <a:lnTo>
                    <a:pt x="62915" y="153351"/>
                  </a:lnTo>
                  <a:lnTo>
                    <a:pt x="60893" y="154345"/>
                  </a:lnTo>
                  <a:lnTo>
                    <a:pt x="58807" y="153450"/>
                  </a:lnTo>
                  <a:lnTo>
                    <a:pt x="57455" y="152808"/>
                  </a:lnTo>
                  <a:lnTo>
                    <a:pt x="55374" y="151540"/>
                  </a:lnTo>
                  <a:lnTo>
                    <a:pt x="53695" y="149796"/>
                  </a:lnTo>
                  <a:lnTo>
                    <a:pt x="52200" y="147689"/>
                  </a:lnTo>
                  <a:lnTo>
                    <a:pt x="51103" y="140779"/>
                  </a:lnTo>
                  <a:lnTo>
                    <a:pt x="51042" y="136283"/>
                  </a:lnTo>
                  <a:lnTo>
                    <a:pt x="50140" y="134004"/>
                  </a:lnTo>
                  <a:lnTo>
                    <a:pt x="50033" y="133849"/>
                  </a:lnTo>
                  <a:lnTo>
                    <a:pt x="48739" y="131583"/>
                  </a:lnTo>
                  <a:lnTo>
                    <a:pt x="49146" y="128708"/>
                  </a:lnTo>
                  <a:lnTo>
                    <a:pt x="50812" y="124436"/>
                  </a:lnTo>
                  <a:lnTo>
                    <a:pt x="50857" y="124206"/>
                  </a:lnTo>
                  <a:lnTo>
                    <a:pt x="52145" y="120079"/>
                  </a:lnTo>
                  <a:lnTo>
                    <a:pt x="49132" y="115521"/>
                  </a:lnTo>
                  <a:lnTo>
                    <a:pt x="46917" y="112056"/>
                  </a:lnTo>
                  <a:lnTo>
                    <a:pt x="46719" y="111646"/>
                  </a:lnTo>
                  <a:lnTo>
                    <a:pt x="45640" y="108527"/>
                  </a:lnTo>
                  <a:lnTo>
                    <a:pt x="45593" y="108351"/>
                  </a:lnTo>
                  <a:lnTo>
                    <a:pt x="45547" y="107969"/>
                  </a:lnTo>
                  <a:lnTo>
                    <a:pt x="45830" y="105181"/>
                  </a:lnTo>
                  <a:lnTo>
                    <a:pt x="45815" y="105050"/>
                  </a:lnTo>
                  <a:lnTo>
                    <a:pt x="45816" y="104840"/>
                  </a:lnTo>
                  <a:lnTo>
                    <a:pt x="45408" y="101598"/>
                  </a:lnTo>
                  <a:lnTo>
                    <a:pt x="45408" y="101381"/>
                  </a:lnTo>
                  <a:lnTo>
                    <a:pt x="45393" y="101029"/>
                  </a:lnTo>
                  <a:lnTo>
                    <a:pt x="45377" y="100893"/>
                  </a:lnTo>
                  <a:lnTo>
                    <a:pt x="45056" y="97254"/>
                  </a:lnTo>
                  <a:lnTo>
                    <a:pt x="44973" y="97003"/>
                  </a:lnTo>
                  <a:lnTo>
                    <a:pt x="44891" y="96526"/>
                  </a:lnTo>
                  <a:lnTo>
                    <a:pt x="43879" y="93915"/>
                  </a:lnTo>
                  <a:lnTo>
                    <a:pt x="38460" y="82219"/>
                  </a:lnTo>
                  <a:lnTo>
                    <a:pt x="34874" y="82941"/>
                  </a:lnTo>
                  <a:lnTo>
                    <a:pt x="31160" y="82776"/>
                  </a:lnTo>
                  <a:lnTo>
                    <a:pt x="30595" y="82737"/>
                  </a:lnTo>
                  <a:lnTo>
                    <a:pt x="28778" y="82015"/>
                  </a:lnTo>
                  <a:lnTo>
                    <a:pt x="28534" y="81633"/>
                  </a:lnTo>
                  <a:lnTo>
                    <a:pt x="27421" y="79015"/>
                  </a:lnTo>
                  <a:lnTo>
                    <a:pt x="27365" y="78817"/>
                  </a:lnTo>
                  <a:lnTo>
                    <a:pt x="27593" y="76193"/>
                  </a:lnTo>
                  <a:lnTo>
                    <a:pt x="27655" y="73629"/>
                  </a:lnTo>
                  <a:lnTo>
                    <a:pt x="28000" y="71644"/>
                  </a:lnTo>
                  <a:lnTo>
                    <a:pt x="27941" y="71332"/>
                  </a:lnTo>
                  <a:lnTo>
                    <a:pt x="26317" y="68327"/>
                  </a:lnTo>
                  <a:lnTo>
                    <a:pt x="26161" y="65075"/>
                  </a:lnTo>
                  <a:lnTo>
                    <a:pt x="26229" y="64741"/>
                  </a:lnTo>
                  <a:lnTo>
                    <a:pt x="27263" y="62285"/>
                  </a:lnTo>
                  <a:lnTo>
                    <a:pt x="27499" y="61999"/>
                  </a:lnTo>
                  <a:lnTo>
                    <a:pt x="29262" y="59696"/>
                  </a:lnTo>
                  <a:lnTo>
                    <a:pt x="29381" y="59551"/>
                  </a:lnTo>
                  <a:lnTo>
                    <a:pt x="31352" y="57906"/>
                  </a:lnTo>
                  <a:lnTo>
                    <a:pt x="31580" y="54058"/>
                  </a:lnTo>
                  <a:lnTo>
                    <a:pt x="31593" y="53848"/>
                  </a:lnTo>
                  <a:lnTo>
                    <a:pt x="31388" y="47654"/>
                  </a:lnTo>
                  <a:lnTo>
                    <a:pt x="31205" y="42743"/>
                  </a:lnTo>
                  <a:lnTo>
                    <a:pt x="32423" y="36094"/>
                  </a:lnTo>
                  <a:lnTo>
                    <a:pt x="31221" y="34878"/>
                  </a:lnTo>
                  <a:lnTo>
                    <a:pt x="28264" y="33841"/>
                  </a:lnTo>
                  <a:lnTo>
                    <a:pt x="25827" y="33371"/>
                  </a:lnTo>
                  <a:lnTo>
                    <a:pt x="25579" y="33507"/>
                  </a:lnTo>
                  <a:lnTo>
                    <a:pt x="23456" y="35934"/>
                  </a:lnTo>
                  <a:lnTo>
                    <a:pt x="23350" y="36201"/>
                  </a:lnTo>
                  <a:lnTo>
                    <a:pt x="21411" y="41024"/>
                  </a:lnTo>
                  <a:lnTo>
                    <a:pt x="18991" y="46965"/>
                  </a:lnTo>
                  <a:lnTo>
                    <a:pt x="18246" y="49675"/>
                  </a:lnTo>
                  <a:lnTo>
                    <a:pt x="18861" y="54346"/>
                  </a:lnTo>
                  <a:lnTo>
                    <a:pt x="18051" y="58944"/>
                  </a:lnTo>
                  <a:lnTo>
                    <a:pt x="17739" y="65391"/>
                  </a:lnTo>
                  <a:lnTo>
                    <a:pt x="14808" y="65954"/>
                  </a:lnTo>
                  <a:lnTo>
                    <a:pt x="12397" y="64585"/>
                  </a:lnTo>
                  <a:lnTo>
                    <a:pt x="11279" y="62727"/>
                  </a:lnTo>
                  <a:lnTo>
                    <a:pt x="11242" y="62573"/>
                  </a:lnTo>
                  <a:lnTo>
                    <a:pt x="10484" y="59918"/>
                  </a:lnTo>
                  <a:lnTo>
                    <a:pt x="10379" y="59556"/>
                  </a:lnTo>
                  <a:lnTo>
                    <a:pt x="10131" y="57305"/>
                  </a:lnTo>
                  <a:lnTo>
                    <a:pt x="9966" y="55802"/>
                  </a:lnTo>
                  <a:lnTo>
                    <a:pt x="7196" y="54595"/>
                  </a:lnTo>
                  <a:lnTo>
                    <a:pt x="7125" y="54303"/>
                  </a:lnTo>
                  <a:lnTo>
                    <a:pt x="7036" y="53943"/>
                  </a:lnTo>
                  <a:lnTo>
                    <a:pt x="6969" y="53671"/>
                  </a:lnTo>
                  <a:lnTo>
                    <a:pt x="6857" y="53214"/>
                  </a:lnTo>
                  <a:lnTo>
                    <a:pt x="5572" y="47984"/>
                  </a:lnTo>
                  <a:lnTo>
                    <a:pt x="4750" y="47014"/>
                  </a:lnTo>
                  <a:lnTo>
                    <a:pt x="4510" y="46731"/>
                  </a:lnTo>
                  <a:lnTo>
                    <a:pt x="6293" y="43373"/>
                  </a:lnTo>
                  <a:lnTo>
                    <a:pt x="5193" y="40623"/>
                  </a:lnTo>
                  <a:lnTo>
                    <a:pt x="3890" y="38189"/>
                  </a:lnTo>
                  <a:lnTo>
                    <a:pt x="3372" y="35695"/>
                  </a:lnTo>
                  <a:lnTo>
                    <a:pt x="4104" y="34221"/>
                  </a:lnTo>
                  <a:lnTo>
                    <a:pt x="5946" y="31416"/>
                  </a:lnTo>
                  <a:lnTo>
                    <a:pt x="5936" y="29866"/>
                  </a:lnTo>
                  <a:lnTo>
                    <a:pt x="2542" y="26405"/>
                  </a:lnTo>
                  <a:lnTo>
                    <a:pt x="500" y="23369"/>
                  </a:lnTo>
                  <a:lnTo>
                    <a:pt x="232" y="22255"/>
                  </a:lnTo>
                  <a:lnTo>
                    <a:pt x="0" y="21290"/>
                  </a:lnTo>
                  <a:lnTo>
                    <a:pt x="706" y="20072"/>
                  </a:lnTo>
                  <a:lnTo>
                    <a:pt x="2844" y="14467"/>
                  </a:lnTo>
                  <a:lnTo>
                    <a:pt x="3522" y="14544"/>
                  </a:lnTo>
                  <a:lnTo>
                    <a:pt x="4179" y="14267"/>
                  </a:lnTo>
                  <a:lnTo>
                    <a:pt x="4764" y="14020"/>
                  </a:lnTo>
                  <a:lnTo>
                    <a:pt x="6663" y="13219"/>
                  </a:lnTo>
                  <a:lnTo>
                    <a:pt x="7714" y="12776"/>
                  </a:lnTo>
                  <a:lnTo>
                    <a:pt x="11272" y="11276"/>
                  </a:lnTo>
                  <a:lnTo>
                    <a:pt x="12084" y="10907"/>
                  </a:lnTo>
                  <a:lnTo>
                    <a:pt x="13782" y="9950"/>
                  </a:lnTo>
                  <a:lnTo>
                    <a:pt x="15723" y="9067"/>
                  </a:lnTo>
                  <a:lnTo>
                    <a:pt x="18724" y="7701"/>
                  </a:lnTo>
                  <a:lnTo>
                    <a:pt x="18935" y="7323"/>
                  </a:lnTo>
                  <a:lnTo>
                    <a:pt x="20510" y="4496"/>
                  </a:lnTo>
                  <a:lnTo>
                    <a:pt x="21909" y="3046"/>
                  </a:lnTo>
                  <a:lnTo>
                    <a:pt x="23683" y="1206"/>
                  </a:lnTo>
                  <a:lnTo>
                    <a:pt x="26614" y="5441"/>
                  </a:lnTo>
                  <a:lnTo>
                    <a:pt x="31238" y="2242"/>
                  </a:lnTo>
                  <a:lnTo>
                    <a:pt x="31448" y="2532"/>
                  </a:lnTo>
                  <a:lnTo>
                    <a:pt x="33865" y="5862"/>
                  </a:lnTo>
                  <a:lnTo>
                    <a:pt x="34273" y="6425"/>
                  </a:lnTo>
                  <a:lnTo>
                    <a:pt x="34557" y="6818"/>
                  </a:lnTo>
                  <a:lnTo>
                    <a:pt x="39035" y="13015"/>
                  </a:lnTo>
                  <a:lnTo>
                    <a:pt x="39585" y="13776"/>
                  </a:lnTo>
                  <a:lnTo>
                    <a:pt x="39703" y="13939"/>
                  </a:lnTo>
                  <a:lnTo>
                    <a:pt x="41645" y="16627"/>
                  </a:lnTo>
                  <a:lnTo>
                    <a:pt x="44138" y="20077"/>
                  </a:lnTo>
                  <a:lnTo>
                    <a:pt x="44501" y="20579"/>
                  </a:lnTo>
                  <a:lnTo>
                    <a:pt x="44661" y="20467"/>
                  </a:lnTo>
                  <a:lnTo>
                    <a:pt x="48817" y="17560"/>
                  </a:lnTo>
                  <a:lnTo>
                    <a:pt x="49497" y="17085"/>
                  </a:lnTo>
                  <a:lnTo>
                    <a:pt x="53770" y="14096"/>
                  </a:lnTo>
                  <a:lnTo>
                    <a:pt x="55836" y="12650"/>
                  </a:lnTo>
                  <a:lnTo>
                    <a:pt x="55964" y="12837"/>
                  </a:lnTo>
                  <a:lnTo>
                    <a:pt x="56092" y="13023"/>
                  </a:lnTo>
                  <a:lnTo>
                    <a:pt x="56348" y="13396"/>
                  </a:lnTo>
                  <a:lnTo>
                    <a:pt x="57197" y="12842"/>
                  </a:lnTo>
                  <a:lnTo>
                    <a:pt x="58119" y="12241"/>
                  </a:lnTo>
                  <a:lnTo>
                    <a:pt x="58398" y="12059"/>
                  </a:lnTo>
                  <a:lnTo>
                    <a:pt x="59740" y="11153"/>
                  </a:lnTo>
                  <a:lnTo>
                    <a:pt x="59890" y="11052"/>
                  </a:lnTo>
                  <a:lnTo>
                    <a:pt x="60240" y="10816"/>
                  </a:lnTo>
                  <a:lnTo>
                    <a:pt x="61011" y="10300"/>
                  </a:lnTo>
                  <a:lnTo>
                    <a:pt x="61347" y="10076"/>
                  </a:lnTo>
                  <a:lnTo>
                    <a:pt x="63607" y="8563"/>
                  </a:lnTo>
                  <a:lnTo>
                    <a:pt x="63258" y="8053"/>
                  </a:lnTo>
                  <a:lnTo>
                    <a:pt x="63129" y="7840"/>
                  </a:lnTo>
                  <a:lnTo>
                    <a:pt x="62955" y="7554"/>
                  </a:lnTo>
                  <a:lnTo>
                    <a:pt x="62880" y="7421"/>
                  </a:lnTo>
                  <a:lnTo>
                    <a:pt x="62319" y="6425"/>
                  </a:lnTo>
                  <a:lnTo>
                    <a:pt x="62197" y="6229"/>
                  </a:lnTo>
                  <a:lnTo>
                    <a:pt x="63467" y="5122"/>
                  </a:lnTo>
                  <a:lnTo>
                    <a:pt x="63606" y="5000"/>
                  </a:lnTo>
                  <a:lnTo>
                    <a:pt x="64393" y="4315"/>
                  </a:lnTo>
                  <a:lnTo>
                    <a:pt x="64528" y="4197"/>
                  </a:lnTo>
                  <a:lnTo>
                    <a:pt x="66376" y="3212"/>
                  </a:lnTo>
                  <a:lnTo>
                    <a:pt x="66792" y="2883"/>
                  </a:lnTo>
                  <a:lnTo>
                    <a:pt x="68560" y="1482"/>
                  </a:lnTo>
                  <a:lnTo>
                    <a:pt x="69919" y="1166"/>
                  </a:lnTo>
                  <a:lnTo>
                    <a:pt x="74815" y="0"/>
                  </a:lnTo>
                  <a:lnTo>
                    <a:pt x="76844" y="405"/>
                  </a:lnTo>
                  <a:lnTo>
                    <a:pt x="77955" y="1943"/>
                  </a:lnTo>
                  <a:lnTo>
                    <a:pt x="78358" y="3853"/>
                  </a:lnTo>
                  <a:lnTo>
                    <a:pt x="78475" y="4196"/>
                  </a:lnTo>
                  <a:lnTo>
                    <a:pt x="78782" y="4947"/>
                  </a:lnTo>
                  <a:lnTo>
                    <a:pt x="79314" y="6246"/>
                  </a:lnTo>
                  <a:lnTo>
                    <a:pt x="79393" y="6374"/>
                  </a:lnTo>
                  <a:lnTo>
                    <a:pt x="80172" y="75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4442410" y="3429419"/>
              <a:ext cx="80358" cy="90542"/>
            </a:xfrm>
            <a:custGeom>
              <a:avLst/>
              <a:pathLst>
                <a:path w="80358" h="90542">
                  <a:moveTo>
                    <a:pt x="23940" y="722"/>
                  </a:moveTo>
                  <a:lnTo>
                    <a:pt x="24184" y="4154"/>
                  </a:lnTo>
                  <a:lnTo>
                    <a:pt x="24517" y="8852"/>
                  </a:lnTo>
                  <a:lnTo>
                    <a:pt x="24556" y="9395"/>
                  </a:lnTo>
                  <a:lnTo>
                    <a:pt x="27557" y="9215"/>
                  </a:lnTo>
                  <a:lnTo>
                    <a:pt x="31826" y="8959"/>
                  </a:lnTo>
                  <a:lnTo>
                    <a:pt x="35832" y="8649"/>
                  </a:lnTo>
                  <a:lnTo>
                    <a:pt x="40400" y="8292"/>
                  </a:lnTo>
                  <a:lnTo>
                    <a:pt x="44435" y="7873"/>
                  </a:lnTo>
                  <a:lnTo>
                    <a:pt x="44690" y="10335"/>
                  </a:lnTo>
                  <a:lnTo>
                    <a:pt x="45310" y="16409"/>
                  </a:lnTo>
                  <a:lnTo>
                    <a:pt x="45586" y="20504"/>
                  </a:lnTo>
                  <a:lnTo>
                    <a:pt x="45862" y="24516"/>
                  </a:lnTo>
                  <a:lnTo>
                    <a:pt x="46588" y="24385"/>
                  </a:lnTo>
                  <a:lnTo>
                    <a:pt x="46746" y="24356"/>
                  </a:lnTo>
                  <a:lnTo>
                    <a:pt x="46948" y="24320"/>
                  </a:lnTo>
                  <a:lnTo>
                    <a:pt x="49506" y="24907"/>
                  </a:lnTo>
                  <a:lnTo>
                    <a:pt x="49431" y="25982"/>
                  </a:lnTo>
                  <a:lnTo>
                    <a:pt x="50115" y="26136"/>
                  </a:lnTo>
                  <a:lnTo>
                    <a:pt x="50424" y="26197"/>
                  </a:lnTo>
                  <a:lnTo>
                    <a:pt x="53385" y="26781"/>
                  </a:lnTo>
                  <a:lnTo>
                    <a:pt x="56901" y="27298"/>
                  </a:lnTo>
                  <a:lnTo>
                    <a:pt x="59135" y="27766"/>
                  </a:lnTo>
                  <a:lnTo>
                    <a:pt x="61085" y="28381"/>
                  </a:lnTo>
                  <a:lnTo>
                    <a:pt x="62552" y="29031"/>
                  </a:lnTo>
                  <a:lnTo>
                    <a:pt x="63518" y="29228"/>
                  </a:lnTo>
                  <a:lnTo>
                    <a:pt x="67401" y="30022"/>
                  </a:lnTo>
                  <a:lnTo>
                    <a:pt x="69917" y="30536"/>
                  </a:lnTo>
                  <a:lnTo>
                    <a:pt x="69742" y="31779"/>
                  </a:lnTo>
                  <a:lnTo>
                    <a:pt x="67874" y="34033"/>
                  </a:lnTo>
                  <a:lnTo>
                    <a:pt x="57279" y="33065"/>
                  </a:lnTo>
                  <a:lnTo>
                    <a:pt x="55907" y="34866"/>
                  </a:lnTo>
                  <a:lnTo>
                    <a:pt x="56432" y="37426"/>
                  </a:lnTo>
                  <a:lnTo>
                    <a:pt x="60898" y="39509"/>
                  </a:lnTo>
                  <a:lnTo>
                    <a:pt x="61211" y="40532"/>
                  </a:lnTo>
                  <a:lnTo>
                    <a:pt x="62358" y="44278"/>
                  </a:lnTo>
                  <a:lnTo>
                    <a:pt x="62133" y="46752"/>
                  </a:lnTo>
                  <a:lnTo>
                    <a:pt x="63141" y="49073"/>
                  </a:lnTo>
                  <a:lnTo>
                    <a:pt x="65912" y="50467"/>
                  </a:lnTo>
                  <a:lnTo>
                    <a:pt x="66808" y="51497"/>
                  </a:lnTo>
                  <a:lnTo>
                    <a:pt x="68331" y="53249"/>
                  </a:lnTo>
                  <a:lnTo>
                    <a:pt x="68970" y="54896"/>
                  </a:lnTo>
                  <a:lnTo>
                    <a:pt x="68461" y="56506"/>
                  </a:lnTo>
                  <a:lnTo>
                    <a:pt x="68914" y="58283"/>
                  </a:lnTo>
                  <a:lnTo>
                    <a:pt x="68818" y="60523"/>
                  </a:lnTo>
                  <a:lnTo>
                    <a:pt x="68649" y="62704"/>
                  </a:lnTo>
                  <a:lnTo>
                    <a:pt x="70014" y="64367"/>
                  </a:lnTo>
                  <a:lnTo>
                    <a:pt x="71198" y="65463"/>
                  </a:lnTo>
                  <a:lnTo>
                    <a:pt x="73228" y="67178"/>
                  </a:lnTo>
                  <a:lnTo>
                    <a:pt x="73890" y="70353"/>
                  </a:lnTo>
                  <a:lnTo>
                    <a:pt x="74971" y="70951"/>
                  </a:lnTo>
                  <a:lnTo>
                    <a:pt x="76957" y="71168"/>
                  </a:lnTo>
                  <a:lnTo>
                    <a:pt x="78677" y="71881"/>
                  </a:lnTo>
                  <a:lnTo>
                    <a:pt x="79171" y="71767"/>
                  </a:lnTo>
                  <a:lnTo>
                    <a:pt x="80358" y="71605"/>
                  </a:lnTo>
                  <a:lnTo>
                    <a:pt x="78791" y="72846"/>
                  </a:lnTo>
                  <a:lnTo>
                    <a:pt x="78375" y="73175"/>
                  </a:lnTo>
                  <a:lnTo>
                    <a:pt x="76526" y="74160"/>
                  </a:lnTo>
                  <a:lnTo>
                    <a:pt x="76391" y="74278"/>
                  </a:lnTo>
                  <a:lnTo>
                    <a:pt x="75605" y="74963"/>
                  </a:lnTo>
                  <a:lnTo>
                    <a:pt x="75465" y="75085"/>
                  </a:lnTo>
                  <a:lnTo>
                    <a:pt x="74196" y="76192"/>
                  </a:lnTo>
                  <a:lnTo>
                    <a:pt x="74374" y="76489"/>
                  </a:lnTo>
                  <a:lnTo>
                    <a:pt x="74879" y="77384"/>
                  </a:lnTo>
                  <a:lnTo>
                    <a:pt x="74998" y="77590"/>
                  </a:lnTo>
                  <a:lnTo>
                    <a:pt x="75128" y="77803"/>
                  </a:lnTo>
                  <a:lnTo>
                    <a:pt x="75355" y="78160"/>
                  </a:lnTo>
                  <a:lnTo>
                    <a:pt x="75606" y="78526"/>
                  </a:lnTo>
                  <a:lnTo>
                    <a:pt x="73345" y="80038"/>
                  </a:lnTo>
                  <a:lnTo>
                    <a:pt x="73009" y="80263"/>
                  </a:lnTo>
                  <a:lnTo>
                    <a:pt x="72239" y="80779"/>
                  </a:lnTo>
                  <a:lnTo>
                    <a:pt x="71888" y="81015"/>
                  </a:lnTo>
                  <a:lnTo>
                    <a:pt x="71739" y="81116"/>
                  </a:lnTo>
                  <a:lnTo>
                    <a:pt x="70396" y="82022"/>
                  </a:lnTo>
                  <a:lnTo>
                    <a:pt x="70118" y="82203"/>
                  </a:lnTo>
                  <a:lnTo>
                    <a:pt x="69195" y="82805"/>
                  </a:lnTo>
                  <a:lnTo>
                    <a:pt x="68347" y="83359"/>
                  </a:lnTo>
                  <a:lnTo>
                    <a:pt x="68091" y="82986"/>
                  </a:lnTo>
                  <a:lnTo>
                    <a:pt x="67963" y="82800"/>
                  </a:lnTo>
                  <a:lnTo>
                    <a:pt x="67835" y="82613"/>
                  </a:lnTo>
                  <a:lnTo>
                    <a:pt x="65768" y="84059"/>
                  </a:lnTo>
                  <a:lnTo>
                    <a:pt x="61496" y="87047"/>
                  </a:lnTo>
                  <a:lnTo>
                    <a:pt x="60816" y="87523"/>
                  </a:lnTo>
                  <a:lnTo>
                    <a:pt x="56660" y="90430"/>
                  </a:lnTo>
                  <a:lnTo>
                    <a:pt x="56499" y="90542"/>
                  </a:lnTo>
                  <a:lnTo>
                    <a:pt x="56137" y="90040"/>
                  </a:lnTo>
                  <a:lnTo>
                    <a:pt x="53643" y="86589"/>
                  </a:lnTo>
                  <a:lnTo>
                    <a:pt x="51701" y="83901"/>
                  </a:lnTo>
                  <a:lnTo>
                    <a:pt x="51584" y="83739"/>
                  </a:lnTo>
                  <a:lnTo>
                    <a:pt x="51034" y="82978"/>
                  </a:lnTo>
                  <a:lnTo>
                    <a:pt x="46515" y="76724"/>
                  </a:lnTo>
                  <a:lnTo>
                    <a:pt x="46272" y="76388"/>
                  </a:lnTo>
                  <a:lnTo>
                    <a:pt x="45863" y="75825"/>
                  </a:lnTo>
                  <a:lnTo>
                    <a:pt x="43447" y="72495"/>
                  </a:lnTo>
                  <a:lnTo>
                    <a:pt x="43175" y="72119"/>
                  </a:lnTo>
                  <a:lnTo>
                    <a:pt x="38155" y="65140"/>
                  </a:lnTo>
                  <a:lnTo>
                    <a:pt x="37766" y="64093"/>
                  </a:lnTo>
                  <a:lnTo>
                    <a:pt x="37586" y="63609"/>
                  </a:lnTo>
                  <a:lnTo>
                    <a:pt x="37317" y="62860"/>
                  </a:lnTo>
                  <a:lnTo>
                    <a:pt x="37064" y="62151"/>
                  </a:lnTo>
                  <a:lnTo>
                    <a:pt x="36209" y="58916"/>
                  </a:lnTo>
                  <a:lnTo>
                    <a:pt x="33650" y="54885"/>
                  </a:lnTo>
                  <a:lnTo>
                    <a:pt x="31829" y="51986"/>
                  </a:lnTo>
                  <a:lnTo>
                    <a:pt x="30500" y="49770"/>
                  </a:lnTo>
                  <a:lnTo>
                    <a:pt x="30321" y="49471"/>
                  </a:lnTo>
                  <a:lnTo>
                    <a:pt x="30117" y="49130"/>
                  </a:lnTo>
                  <a:lnTo>
                    <a:pt x="27468" y="44715"/>
                  </a:lnTo>
                  <a:lnTo>
                    <a:pt x="27435" y="44382"/>
                  </a:lnTo>
                  <a:lnTo>
                    <a:pt x="27372" y="43760"/>
                  </a:lnTo>
                  <a:lnTo>
                    <a:pt x="27212" y="42169"/>
                  </a:lnTo>
                  <a:lnTo>
                    <a:pt x="26964" y="39702"/>
                  </a:lnTo>
                  <a:lnTo>
                    <a:pt x="26558" y="35593"/>
                  </a:lnTo>
                  <a:lnTo>
                    <a:pt x="26531" y="35223"/>
                  </a:lnTo>
                  <a:lnTo>
                    <a:pt x="26489" y="34645"/>
                  </a:lnTo>
                  <a:lnTo>
                    <a:pt x="26392" y="33154"/>
                  </a:lnTo>
                  <a:lnTo>
                    <a:pt x="26217" y="30473"/>
                  </a:lnTo>
                  <a:lnTo>
                    <a:pt x="26054" y="28054"/>
                  </a:lnTo>
                  <a:lnTo>
                    <a:pt x="25968" y="26649"/>
                  </a:lnTo>
                  <a:lnTo>
                    <a:pt x="25956" y="26452"/>
                  </a:lnTo>
                  <a:lnTo>
                    <a:pt x="25740" y="22902"/>
                  </a:lnTo>
                  <a:lnTo>
                    <a:pt x="25548" y="19767"/>
                  </a:lnTo>
                  <a:lnTo>
                    <a:pt x="25501" y="18983"/>
                  </a:lnTo>
                  <a:lnTo>
                    <a:pt x="25426" y="17764"/>
                  </a:lnTo>
                  <a:lnTo>
                    <a:pt x="22149" y="18111"/>
                  </a:lnTo>
                  <a:lnTo>
                    <a:pt x="18121" y="18530"/>
                  </a:lnTo>
                  <a:lnTo>
                    <a:pt x="17885" y="18541"/>
                  </a:lnTo>
                  <a:lnTo>
                    <a:pt x="13574" y="18738"/>
                  </a:lnTo>
                  <a:lnTo>
                    <a:pt x="9449" y="18910"/>
                  </a:lnTo>
                  <a:lnTo>
                    <a:pt x="9249" y="18919"/>
                  </a:lnTo>
                  <a:lnTo>
                    <a:pt x="5869" y="19079"/>
                  </a:lnTo>
                  <a:lnTo>
                    <a:pt x="3627" y="19251"/>
                  </a:lnTo>
                  <a:lnTo>
                    <a:pt x="3394" y="19267"/>
                  </a:lnTo>
                  <a:lnTo>
                    <a:pt x="2024" y="19379"/>
                  </a:lnTo>
                  <a:lnTo>
                    <a:pt x="1674" y="15485"/>
                  </a:lnTo>
                  <a:lnTo>
                    <a:pt x="1329" y="12826"/>
                  </a:lnTo>
                  <a:lnTo>
                    <a:pt x="1294" y="12052"/>
                  </a:lnTo>
                  <a:lnTo>
                    <a:pt x="1235" y="10643"/>
                  </a:lnTo>
                  <a:lnTo>
                    <a:pt x="1904" y="10201"/>
                  </a:lnTo>
                  <a:lnTo>
                    <a:pt x="1584" y="7931"/>
                  </a:lnTo>
                  <a:lnTo>
                    <a:pt x="678" y="6401"/>
                  </a:lnTo>
                  <a:lnTo>
                    <a:pt x="603" y="5891"/>
                  </a:lnTo>
                  <a:lnTo>
                    <a:pt x="111" y="2567"/>
                  </a:lnTo>
                  <a:lnTo>
                    <a:pt x="0" y="1813"/>
                  </a:lnTo>
                  <a:lnTo>
                    <a:pt x="1540" y="1689"/>
                  </a:lnTo>
                  <a:lnTo>
                    <a:pt x="1564" y="1928"/>
                  </a:lnTo>
                  <a:lnTo>
                    <a:pt x="3824" y="1735"/>
                  </a:lnTo>
                  <a:lnTo>
                    <a:pt x="8119" y="1368"/>
                  </a:lnTo>
                  <a:lnTo>
                    <a:pt x="12145" y="1025"/>
                  </a:lnTo>
                  <a:lnTo>
                    <a:pt x="12505" y="994"/>
                  </a:lnTo>
                  <a:lnTo>
                    <a:pt x="16321" y="668"/>
                  </a:lnTo>
                  <a:lnTo>
                    <a:pt x="20592" y="304"/>
                  </a:lnTo>
                  <a:lnTo>
                    <a:pt x="23889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4432343" y="3349427"/>
              <a:ext cx="80283" cy="110520"/>
            </a:xfrm>
            <a:custGeom>
              <a:avLst/>
              <a:pathLst>
                <a:path w="80283" h="110520">
                  <a:moveTo>
                    <a:pt x="80046" y="72477"/>
                  </a:moveTo>
                  <a:lnTo>
                    <a:pt x="78723" y="76234"/>
                  </a:lnTo>
                  <a:lnTo>
                    <a:pt x="77899" y="79526"/>
                  </a:lnTo>
                  <a:lnTo>
                    <a:pt x="77701" y="83031"/>
                  </a:lnTo>
                  <a:lnTo>
                    <a:pt x="74840" y="84983"/>
                  </a:lnTo>
                  <a:lnTo>
                    <a:pt x="74847" y="88688"/>
                  </a:lnTo>
                  <a:lnTo>
                    <a:pt x="76353" y="92622"/>
                  </a:lnTo>
                  <a:lnTo>
                    <a:pt x="76435" y="92752"/>
                  </a:lnTo>
                  <a:lnTo>
                    <a:pt x="78487" y="97010"/>
                  </a:lnTo>
                  <a:lnTo>
                    <a:pt x="79700" y="98909"/>
                  </a:lnTo>
                  <a:lnTo>
                    <a:pt x="79749" y="101335"/>
                  </a:lnTo>
                  <a:lnTo>
                    <a:pt x="78828" y="103723"/>
                  </a:lnTo>
                  <a:lnTo>
                    <a:pt x="78066" y="105428"/>
                  </a:lnTo>
                  <a:lnTo>
                    <a:pt x="79493" y="106640"/>
                  </a:lnTo>
                  <a:lnTo>
                    <a:pt x="80283" y="108407"/>
                  </a:lnTo>
                  <a:lnTo>
                    <a:pt x="79939" y="110520"/>
                  </a:lnTo>
                  <a:lnTo>
                    <a:pt x="77467" y="110014"/>
                  </a:lnTo>
                  <a:lnTo>
                    <a:pt x="73585" y="109220"/>
                  </a:lnTo>
                  <a:lnTo>
                    <a:pt x="72618" y="109023"/>
                  </a:lnTo>
                  <a:lnTo>
                    <a:pt x="71152" y="108373"/>
                  </a:lnTo>
                  <a:lnTo>
                    <a:pt x="69202" y="107759"/>
                  </a:lnTo>
                  <a:lnTo>
                    <a:pt x="66967" y="107290"/>
                  </a:lnTo>
                  <a:lnTo>
                    <a:pt x="63452" y="106773"/>
                  </a:lnTo>
                  <a:lnTo>
                    <a:pt x="60379" y="106168"/>
                  </a:lnTo>
                  <a:lnTo>
                    <a:pt x="60181" y="106129"/>
                  </a:lnTo>
                  <a:lnTo>
                    <a:pt x="59498" y="105975"/>
                  </a:lnTo>
                  <a:lnTo>
                    <a:pt x="59572" y="104900"/>
                  </a:lnTo>
                  <a:lnTo>
                    <a:pt x="57014" y="104312"/>
                  </a:lnTo>
                  <a:lnTo>
                    <a:pt x="56812" y="104349"/>
                  </a:lnTo>
                  <a:lnTo>
                    <a:pt x="56655" y="104377"/>
                  </a:lnTo>
                  <a:lnTo>
                    <a:pt x="55929" y="104508"/>
                  </a:lnTo>
                  <a:lnTo>
                    <a:pt x="55652" y="100496"/>
                  </a:lnTo>
                  <a:lnTo>
                    <a:pt x="55377" y="96401"/>
                  </a:lnTo>
                  <a:lnTo>
                    <a:pt x="54756" y="90328"/>
                  </a:lnTo>
                  <a:lnTo>
                    <a:pt x="54502" y="87865"/>
                  </a:lnTo>
                  <a:lnTo>
                    <a:pt x="50467" y="88285"/>
                  </a:lnTo>
                  <a:lnTo>
                    <a:pt x="45898" y="88642"/>
                  </a:lnTo>
                  <a:lnTo>
                    <a:pt x="41893" y="88951"/>
                  </a:lnTo>
                  <a:lnTo>
                    <a:pt x="37624" y="89207"/>
                  </a:lnTo>
                  <a:lnTo>
                    <a:pt x="34622" y="89388"/>
                  </a:lnTo>
                  <a:lnTo>
                    <a:pt x="34583" y="88844"/>
                  </a:lnTo>
                  <a:lnTo>
                    <a:pt x="34250" y="84147"/>
                  </a:lnTo>
                  <a:lnTo>
                    <a:pt x="34007" y="80715"/>
                  </a:lnTo>
                  <a:lnTo>
                    <a:pt x="33956" y="79992"/>
                  </a:lnTo>
                  <a:lnTo>
                    <a:pt x="30659" y="80296"/>
                  </a:lnTo>
                  <a:lnTo>
                    <a:pt x="26387" y="80661"/>
                  </a:lnTo>
                  <a:lnTo>
                    <a:pt x="22571" y="80987"/>
                  </a:lnTo>
                  <a:lnTo>
                    <a:pt x="22211" y="81017"/>
                  </a:lnTo>
                  <a:lnTo>
                    <a:pt x="18185" y="81361"/>
                  </a:lnTo>
                  <a:lnTo>
                    <a:pt x="13890" y="81728"/>
                  </a:lnTo>
                  <a:lnTo>
                    <a:pt x="11631" y="81920"/>
                  </a:lnTo>
                  <a:lnTo>
                    <a:pt x="11608" y="81682"/>
                  </a:lnTo>
                  <a:lnTo>
                    <a:pt x="11571" y="81328"/>
                  </a:lnTo>
                  <a:lnTo>
                    <a:pt x="11253" y="78269"/>
                  </a:lnTo>
                  <a:lnTo>
                    <a:pt x="10760" y="72870"/>
                  </a:lnTo>
                  <a:lnTo>
                    <a:pt x="8763" y="72960"/>
                  </a:lnTo>
                  <a:lnTo>
                    <a:pt x="8210" y="66184"/>
                  </a:lnTo>
                  <a:lnTo>
                    <a:pt x="16499" y="65463"/>
                  </a:lnTo>
                  <a:lnTo>
                    <a:pt x="28752" y="64457"/>
                  </a:lnTo>
                  <a:lnTo>
                    <a:pt x="32511" y="64101"/>
                  </a:lnTo>
                  <a:lnTo>
                    <a:pt x="32291" y="61802"/>
                  </a:lnTo>
                  <a:lnTo>
                    <a:pt x="31758" y="56219"/>
                  </a:lnTo>
                  <a:lnTo>
                    <a:pt x="31098" y="51407"/>
                  </a:lnTo>
                  <a:lnTo>
                    <a:pt x="30593" y="47722"/>
                  </a:lnTo>
                  <a:lnTo>
                    <a:pt x="30018" y="46946"/>
                  </a:lnTo>
                  <a:lnTo>
                    <a:pt x="26294" y="41920"/>
                  </a:lnTo>
                  <a:lnTo>
                    <a:pt x="23601" y="37862"/>
                  </a:lnTo>
                  <a:lnTo>
                    <a:pt x="23469" y="37664"/>
                  </a:lnTo>
                  <a:lnTo>
                    <a:pt x="22398" y="36051"/>
                  </a:lnTo>
                  <a:lnTo>
                    <a:pt x="20663" y="33437"/>
                  </a:lnTo>
                  <a:lnTo>
                    <a:pt x="14512" y="24172"/>
                  </a:lnTo>
                  <a:lnTo>
                    <a:pt x="8134" y="14471"/>
                  </a:lnTo>
                  <a:lnTo>
                    <a:pt x="5719" y="10798"/>
                  </a:lnTo>
                  <a:lnTo>
                    <a:pt x="3478" y="7078"/>
                  </a:lnTo>
                  <a:lnTo>
                    <a:pt x="265" y="1743"/>
                  </a:lnTo>
                  <a:lnTo>
                    <a:pt x="0" y="1303"/>
                  </a:lnTo>
                  <a:lnTo>
                    <a:pt x="11376" y="1274"/>
                  </a:lnTo>
                  <a:lnTo>
                    <a:pt x="17377" y="1174"/>
                  </a:lnTo>
                  <a:lnTo>
                    <a:pt x="19938" y="1147"/>
                  </a:lnTo>
                  <a:lnTo>
                    <a:pt x="22759" y="1118"/>
                  </a:lnTo>
                  <a:lnTo>
                    <a:pt x="26311" y="861"/>
                  </a:lnTo>
                  <a:lnTo>
                    <a:pt x="29239" y="545"/>
                  </a:lnTo>
                  <a:lnTo>
                    <a:pt x="31660" y="0"/>
                  </a:lnTo>
                  <a:lnTo>
                    <a:pt x="41722" y="8001"/>
                  </a:lnTo>
                  <a:lnTo>
                    <a:pt x="47360" y="11239"/>
                  </a:lnTo>
                  <a:lnTo>
                    <a:pt x="56022" y="15946"/>
                  </a:lnTo>
                  <a:lnTo>
                    <a:pt x="61540" y="18900"/>
                  </a:lnTo>
                  <a:lnTo>
                    <a:pt x="60212" y="22028"/>
                  </a:lnTo>
                  <a:lnTo>
                    <a:pt x="60078" y="23196"/>
                  </a:lnTo>
                  <a:lnTo>
                    <a:pt x="60191" y="24019"/>
                  </a:lnTo>
                  <a:lnTo>
                    <a:pt x="60445" y="25866"/>
                  </a:lnTo>
                  <a:lnTo>
                    <a:pt x="60712" y="26668"/>
                  </a:lnTo>
                  <a:lnTo>
                    <a:pt x="73580" y="36545"/>
                  </a:lnTo>
                  <a:lnTo>
                    <a:pt x="71663" y="49134"/>
                  </a:lnTo>
                  <a:lnTo>
                    <a:pt x="73737" y="54468"/>
                  </a:lnTo>
                  <a:lnTo>
                    <a:pt x="70565" y="57520"/>
                  </a:lnTo>
                  <a:lnTo>
                    <a:pt x="72248" y="61276"/>
                  </a:lnTo>
                  <a:lnTo>
                    <a:pt x="74984" y="64940"/>
                  </a:lnTo>
                  <a:lnTo>
                    <a:pt x="77843" y="67183"/>
                  </a:lnTo>
                  <a:lnTo>
                    <a:pt x="79322" y="691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4454199" y="3247134"/>
              <a:ext cx="152062" cy="158965"/>
            </a:xfrm>
            <a:custGeom>
              <a:avLst/>
              <a:pathLst>
                <a:path w="152062" h="158965">
                  <a:moveTo>
                    <a:pt x="95844" y="34693"/>
                  </a:moveTo>
                  <a:lnTo>
                    <a:pt x="96216" y="36378"/>
                  </a:lnTo>
                  <a:lnTo>
                    <a:pt x="97850" y="36204"/>
                  </a:lnTo>
                  <a:lnTo>
                    <a:pt x="99574" y="36044"/>
                  </a:lnTo>
                  <a:lnTo>
                    <a:pt x="100873" y="36151"/>
                  </a:lnTo>
                  <a:lnTo>
                    <a:pt x="103381" y="36402"/>
                  </a:lnTo>
                  <a:lnTo>
                    <a:pt x="104990" y="36704"/>
                  </a:lnTo>
                  <a:lnTo>
                    <a:pt x="104818" y="38840"/>
                  </a:lnTo>
                  <a:lnTo>
                    <a:pt x="101923" y="38585"/>
                  </a:lnTo>
                  <a:lnTo>
                    <a:pt x="100674" y="39249"/>
                  </a:lnTo>
                  <a:lnTo>
                    <a:pt x="99490" y="40110"/>
                  </a:lnTo>
                  <a:lnTo>
                    <a:pt x="99109" y="41201"/>
                  </a:lnTo>
                  <a:lnTo>
                    <a:pt x="99463" y="42652"/>
                  </a:lnTo>
                  <a:lnTo>
                    <a:pt x="99986" y="44261"/>
                  </a:lnTo>
                  <a:lnTo>
                    <a:pt x="100314" y="45742"/>
                  </a:lnTo>
                  <a:lnTo>
                    <a:pt x="100931" y="46610"/>
                  </a:lnTo>
                  <a:lnTo>
                    <a:pt x="101468" y="47172"/>
                  </a:lnTo>
                  <a:lnTo>
                    <a:pt x="101702" y="47802"/>
                  </a:lnTo>
                  <a:lnTo>
                    <a:pt x="101639" y="48286"/>
                  </a:lnTo>
                  <a:lnTo>
                    <a:pt x="101466" y="48976"/>
                  </a:lnTo>
                  <a:lnTo>
                    <a:pt x="101456" y="49360"/>
                  </a:lnTo>
                  <a:lnTo>
                    <a:pt x="101677" y="50204"/>
                  </a:lnTo>
                  <a:lnTo>
                    <a:pt x="102142" y="51183"/>
                  </a:lnTo>
                  <a:lnTo>
                    <a:pt x="103112" y="52009"/>
                  </a:lnTo>
                  <a:lnTo>
                    <a:pt x="105095" y="52664"/>
                  </a:lnTo>
                  <a:lnTo>
                    <a:pt x="107282" y="53127"/>
                  </a:lnTo>
                  <a:lnTo>
                    <a:pt x="109402" y="53495"/>
                  </a:lnTo>
                  <a:lnTo>
                    <a:pt x="112815" y="54262"/>
                  </a:lnTo>
                  <a:lnTo>
                    <a:pt x="115148" y="54125"/>
                  </a:lnTo>
                  <a:lnTo>
                    <a:pt x="118964" y="52806"/>
                  </a:lnTo>
                  <a:lnTo>
                    <a:pt x="121943" y="51695"/>
                  </a:lnTo>
                  <a:lnTo>
                    <a:pt x="123562" y="50221"/>
                  </a:lnTo>
                  <a:lnTo>
                    <a:pt x="124721" y="49320"/>
                  </a:lnTo>
                  <a:lnTo>
                    <a:pt x="128385" y="48281"/>
                  </a:lnTo>
                  <a:lnTo>
                    <a:pt x="132466" y="47168"/>
                  </a:lnTo>
                  <a:lnTo>
                    <a:pt x="134881" y="46547"/>
                  </a:lnTo>
                  <a:lnTo>
                    <a:pt x="137274" y="45748"/>
                  </a:lnTo>
                  <a:lnTo>
                    <a:pt x="140105" y="44318"/>
                  </a:lnTo>
                  <a:lnTo>
                    <a:pt x="144167" y="42485"/>
                  </a:lnTo>
                  <a:lnTo>
                    <a:pt x="144353" y="42431"/>
                  </a:lnTo>
                  <a:lnTo>
                    <a:pt x="150589" y="43851"/>
                  </a:lnTo>
                  <a:lnTo>
                    <a:pt x="152062" y="45836"/>
                  </a:lnTo>
                  <a:lnTo>
                    <a:pt x="149891" y="51165"/>
                  </a:lnTo>
                  <a:lnTo>
                    <a:pt x="147662" y="51372"/>
                  </a:lnTo>
                  <a:lnTo>
                    <a:pt x="144666" y="50539"/>
                  </a:lnTo>
                  <a:lnTo>
                    <a:pt x="142679" y="54236"/>
                  </a:lnTo>
                  <a:lnTo>
                    <a:pt x="142622" y="54702"/>
                  </a:lnTo>
                  <a:lnTo>
                    <a:pt x="142483" y="56310"/>
                  </a:lnTo>
                  <a:lnTo>
                    <a:pt x="142413" y="58243"/>
                  </a:lnTo>
                  <a:lnTo>
                    <a:pt x="142457" y="59558"/>
                  </a:lnTo>
                  <a:lnTo>
                    <a:pt x="142701" y="60315"/>
                  </a:lnTo>
                  <a:lnTo>
                    <a:pt x="143029" y="61594"/>
                  </a:lnTo>
                  <a:lnTo>
                    <a:pt x="143874" y="62295"/>
                  </a:lnTo>
                  <a:lnTo>
                    <a:pt x="141854" y="62962"/>
                  </a:lnTo>
                  <a:lnTo>
                    <a:pt x="139774" y="63702"/>
                  </a:lnTo>
                  <a:lnTo>
                    <a:pt x="137332" y="64449"/>
                  </a:lnTo>
                  <a:lnTo>
                    <a:pt x="130739" y="66419"/>
                  </a:lnTo>
                  <a:lnTo>
                    <a:pt x="125384" y="67988"/>
                  </a:lnTo>
                  <a:lnTo>
                    <a:pt x="122599" y="68804"/>
                  </a:lnTo>
                  <a:lnTo>
                    <a:pt x="115559" y="70759"/>
                  </a:lnTo>
                  <a:lnTo>
                    <a:pt x="111421" y="71997"/>
                  </a:lnTo>
                  <a:lnTo>
                    <a:pt x="111194" y="72065"/>
                  </a:lnTo>
                  <a:lnTo>
                    <a:pt x="112063" y="73242"/>
                  </a:lnTo>
                  <a:lnTo>
                    <a:pt x="112580" y="74414"/>
                  </a:lnTo>
                  <a:lnTo>
                    <a:pt x="112857" y="75044"/>
                  </a:lnTo>
                  <a:lnTo>
                    <a:pt x="113516" y="77334"/>
                  </a:lnTo>
                  <a:lnTo>
                    <a:pt x="113585" y="77566"/>
                  </a:lnTo>
                  <a:lnTo>
                    <a:pt x="114099" y="79302"/>
                  </a:lnTo>
                  <a:lnTo>
                    <a:pt x="115873" y="80071"/>
                  </a:lnTo>
                  <a:lnTo>
                    <a:pt x="117494" y="80773"/>
                  </a:lnTo>
                  <a:lnTo>
                    <a:pt x="117719" y="80870"/>
                  </a:lnTo>
                  <a:lnTo>
                    <a:pt x="119920" y="81820"/>
                  </a:lnTo>
                  <a:lnTo>
                    <a:pt x="121909" y="82679"/>
                  </a:lnTo>
                  <a:lnTo>
                    <a:pt x="124150" y="83551"/>
                  </a:lnTo>
                  <a:lnTo>
                    <a:pt x="127850" y="84990"/>
                  </a:lnTo>
                  <a:lnTo>
                    <a:pt x="128847" y="85378"/>
                  </a:lnTo>
                  <a:lnTo>
                    <a:pt x="132320" y="86622"/>
                  </a:lnTo>
                  <a:lnTo>
                    <a:pt x="133035" y="86879"/>
                  </a:lnTo>
                  <a:lnTo>
                    <a:pt x="139576" y="89223"/>
                  </a:lnTo>
                  <a:lnTo>
                    <a:pt x="140006" y="89378"/>
                  </a:lnTo>
                  <a:lnTo>
                    <a:pt x="143395" y="90626"/>
                  </a:lnTo>
                  <a:lnTo>
                    <a:pt x="145407" y="91368"/>
                  </a:lnTo>
                  <a:lnTo>
                    <a:pt x="145578" y="91431"/>
                  </a:lnTo>
                  <a:lnTo>
                    <a:pt x="149792" y="92984"/>
                  </a:lnTo>
                  <a:lnTo>
                    <a:pt x="149970" y="93047"/>
                  </a:lnTo>
                  <a:lnTo>
                    <a:pt x="150426" y="93208"/>
                  </a:lnTo>
                  <a:lnTo>
                    <a:pt x="150911" y="93380"/>
                  </a:lnTo>
                  <a:lnTo>
                    <a:pt x="150173" y="96251"/>
                  </a:lnTo>
                  <a:lnTo>
                    <a:pt x="148955" y="99202"/>
                  </a:lnTo>
                  <a:lnTo>
                    <a:pt x="148785" y="99612"/>
                  </a:lnTo>
                  <a:lnTo>
                    <a:pt x="148377" y="100205"/>
                  </a:lnTo>
                  <a:lnTo>
                    <a:pt x="146401" y="103071"/>
                  </a:lnTo>
                  <a:lnTo>
                    <a:pt x="145348" y="104114"/>
                  </a:lnTo>
                  <a:lnTo>
                    <a:pt x="143876" y="105573"/>
                  </a:lnTo>
                  <a:lnTo>
                    <a:pt x="142616" y="106822"/>
                  </a:lnTo>
                  <a:lnTo>
                    <a:pt x="139987" y="108486"/>
                  </a:lnTo>
                  <a:lnTo>
                    <a:pt x="137738" y="109910"/>
                  </a:lnTo>
                  <a:lnTo>
                    <a:pt x="135367" y="111412"/>
                  </a:lnTo>
                  <a:lnTo>
                    <a:pt x="134265" y="112110"/>
                  </a:lnTo>
                  <a:lnTo>
                    <a:pt x="135156" y="113273"/>
                  </a:lnTo>
                  <a:lnTo>
                    <a:pt x="133373" y="115192"/>
                  </a:lnTo>
                  <a:lnTo>
                    <a:pt x="132349" y="116295"/>
                  </a:lnTo>
                  <a:lnTo>
                    <a:pt x="130629" y="118306"/>
                  </a:lnTo>
                  <a:lnTo>
                    <a:pt x="128942" y="120607"/>
                  </a:lnTo>
                  <a:lnTo>
                    <a:pt x="127733" y="122257"/>
                  </a:lnTo>
                  <a:lnTo>
                    <a:pt x="126726" y="121685"/>
                  </a:lnTo>
                  <a:lnTo>
                    <a:pt x="123468" y="125709"/>
                  </a:lnTo>
                  <a:lnTo>
                    <a:pt x="122257" y="127205"/>
                  </a:lnTo>
                  <a:lnTo>
                    <a:pt x="120640" y="126039"/>
                  </a:lnTo>
                  <a:lnTo>
                    <a:pt x="119185" y="125042"/>
                  </a:lnTo>
                  <a:lnTo>
                    <a:pt x="118176" y="124350"/>
                  </a:lnTo>
                  <a:lnTo>
                    <a:pt x="117503" y="123889"/>
                  </a:lnTo>
                  <a:lnTo>
                    <a:pt x="114190" y="121619"/>
                  </a:lnTo>
                  <a:lnTo>
                    <a:pt x="113616" y="121220"/>
                  </a:lnTo>
                  <a:lnTo>
                    <a:pt x="108609" y="117733"/>
                  </a:lnTo>
                  <a:lnTo>
                    <a:pt x="107268" y="116798"/>
                  </a:lnTo>
                  <a:lnTo>
                    <a:pt x="106898" y="116540"/>
                  </a:lnTo>
                  <a:lnTo>
                    <a:pt x="98572" y="110725"/>
                  </a:lnTo>
                  <a:lnTo>
                    <a:pt x="97594" y="110204"/>
                  </a:lnTo>
                  <a:lnTo>
                    <a:pt x="97480" y="110362"/>
                  </a:lnTo>
                  <a:lnTo>
                    <a:pt x="97270" y="110652"/>
                  </a:lnTo>
                  <a:lnTo>
                    <a:pt x="96204" y="112131"/>
                  </a:lnTo>
                  <a:lnTo>
                    <a:pt x="64515" y="153498"/>
                  </a:lnTo>
                  <a:lnTo>
                    <a:pt x="63854" y="154467"/>
                  </a:lnTo>
                  <a:lnTo>
                    <a:pt x="63619" y="154811"/>
                  </a:lnTo>
                  <a:lnTo>
                    <a:pt x="63222" y="155169"/>
                  </a:lnTo>
                  <a:lnTo>
                    <a:pt x="60864" y="157295"/>
                  </a:lnTo>
                  <a:lnTo>
                    <a:pt x="59012" y="158965"/>
                  </a:lnTo>
                  <a:lnTo>
                    <a:pt x="51882" y="156761"/>
                  </a:lnTo>
                  <a:lnTo>
                    <a:pt x="49808" y="151427"/>
                  </a:lnTo>
                  <a:lnTo>
                    <a:pt x="51724" y="138838"/>
                  </a:lnTo>
                  <a:lnTo>
                    <a:pt x="38857" y="128961"/>
                  </a:lnTo>
                  <a:lnTo>
                    <a:pt x="38590" y="128160"/>
                  </a:lnTo>
                  <a:lnTo>
                    <a:pt x="38336" y="126312"/>
                  </a:lnTo>
                  <a:lnTo>
                    <a:pt x="38223" y="125489"/>
                  </a:lnTo>
                  <a:lnTo>
                    <a:pt x="38356" y="124321"/>
                  </a:lnTo>
                  <a:lnTo>
                    <a:pt x="39685" y="121193"/>
                  </a:lnTo>
                  <a:lnTo>
                    <a:pt x="34167" y="118239"/>
                  </a:lnTo>
                  <a:lnTo>
                    <a:pt x="25505" y="113532"/>
                  </a:lnTo>
                  <a:lnTo>
                    <a:pt x="19866" y="110294"/>
                  </a:lnTo>
                  <a:lnTo>
                    <a:pt x="9805" y="102293"/>
                  </a:lnTo>
                  <a:lnTo>
                    <a:pt x="7681" y="100545"/>
                  </a:lnTo>
                  <a:lnTo>
                    <a:pt x="5198" y="97914"/>
                  </a:lnTo>
                  <a:lnTo>
                    <a:pt x="4615" y="97297"/>
                  </a:lnTo>
                  <a:lnTo>
                    <a:pt x="1838" y="93390"/>
                  </a:lnTo>
                  <a:lnTo>
                    <a:pt x="1088" y="91613"/>
                  </a:lnTo>
                  <a:lnTo>
                    <a:pt x="427" y="90047"/>
                  </a:lnTo>
                  <a:lnTo>
                    <a:pt x="0" y="87873"/>
                  </a:lnTo>
                  <a:lnTo>
                    <a:pt x="21" y="86284"/>
                  </a:lnTo>
                  <a:lnTo>
                    <a:pt x="375" y="85307"/>
                  </a:lnTo>
                  <a:lnTo>
                    <a:pt x="619" y="84632"/>
                  </a:lnTo>
                  <a:lnTo>
                    <a:pt x="1709" y="83231"/>
                  </a:lnTo>
                  <a:lnTo>
                    <a:pt x="2842" y="82667"/>
                  </a:lnTo>
                  <a:lnTo>
                    <a:pt x="4296" y="82103"/>
                  </a:lnTo>
                  <a:lnTo>
                    <a:pt x="5493" y="81676"/>
                  </a:lnTo>
                  <a:lnTo>
                    <a:pt x="6689" y="81249"/>
                  </a:lnTo>
                  <a:lnTo>
                    <a:pt x="7900" y="80817"/>
                  </a:lnTo>
                  <a:lnTo>
                    <a:pt x="8685" y="80491"/>
                  </a:lnTo>
                  <a:lnTo>
                    <a:pt x="11386" y="79371"/>
                  </a:lnTo>
                  <a:lnTo>
                    <a:pt x="12519" y="78983"/>
                  </a:lnTo>
                  <a:lnTo>
                    <a:pt x="13117" y="78778"/>
                  </a:lnTo>
                  <a:lnTo>
                    <a:pt x="10648" y="72866"/>
                  </a:lnTo>
                  <a:lnTo>
                    <a:pt x="15612" y="71153"/>
                  </a:lnTo>
                  <a:lnTo>
                    <a:pt x="15336" y="70310"/>
                  </a:lnTo>
                  <a:lnTo>
                    <a:pt x="14793" y="68648"/>
                  </a:lnTo>
                  <a:lnTo>
                    <a:pt x="13900" y="65918"/>
                  </a:lnTo>
                  <a:lnTo>
                    <a:pt x="13656" y="65171"/>
                  </a:lnTo>
                  <a:lnTo>
                    <a:pt x="13412" y="64423"/>
                  </a:lnTo>
                  <a:lnTo>
                    <a:pt x="13072" y="63347"/>
                  </a:lnTo>
                  <a:lnTo>
                    <a:pt x="12701" y="62174"/>
                  </a:lnTo>
                  <a:lnTo>
                    <a:pt x="11188" y="57382"/>
                  </a:lnTo>
                  <a:lnTo>
                    <a:pt x="10562" y="55399"/>
                  </a:lnTo>
                  <a:lnTo>
                    <a:pt x="9125" y="50638"/>
                  </a:lnTo>
                  <a:lnTo>
                    <a:pt x="8947" y="50049"/>
                  </a:lnTo>
                  <a:lnTo>
                    <a:pt x="9820" y="49666"/>
                  </a:lnTo>
                  <a:lnTo>
                    <a:pt x="11833" y="48783"/>
                  </a:lnTo>
                  <a:lnTo>
                    <a:pt x="12215" y="48616"/>
                  </a:lnTo>
                  <a:lnTo>
                    <a:pt x="13453" y="48073"/>
                  </a:lnTo>
                  <a:lnTo>
                    <a:pt x="14933" y="52867"/>
                  </a:lnTo>
                  <a:lnTo>
                    <a:pt x="16395" y="52262"/>
                  </a:lnTo>
                  <a:lnTo>
                    <a:pt x="19550" y="50956"/>
                  </a:lnTo>
                  <a:lnTo>
                    <a:pt x="20354" y="50623"/>
                  </a:lnTo>
                  <a:lnTo>
                    <a:pt x="21280" y="50240"/>
                  </a:lnTo>
                  <a:lnTo>
                    <a:pt x="22681" y="49598"/>
                  </a:lnTo>
                  <a:lnTo>
                    <a:pt x="24300" y="48857"/>
                  </a:lnTo>
                  <a:lnTo>
                    <a:pt x="25360" y="48371"/>
                  </a:lnTo>
                  <a:lnTo>
                    <a:pt x="26467" y="47864"/>
                  </a:lnTo>
                  <a:lnTo>
                    <a:pt x="26806" y="47709"/>
                  </a:lnTo>
                  <a:lnTo>
                    <a:pt x="28430" y="46965"/>
                  </a:lnTo>
                  <a:lnTo>
                    <a:pt x="31310" y="45600"/>
                  </a:lnTo>
                  <a:lnTo>
                    <a:pt x="31675" y="45426"/>
                  </a:lnTo>
                  <a:lnTo>
                    <a:pt x="32343" y="45110"/>
                  </a:lnTo>
                  <a:lnTo>
                    <a:pt x="37036" y="42885"/>
                  </a:lnTo>
                  <a:lnTo>
                    <a:pt x="37737" y="42552"/>
                  </a:lnTo>
                  <a:lnTo>
                    <a:pt x="38167" y="42348"/>
                  </a:lnTo>
                  <a:lnTo>
                    <a:pt x="39678" y="41632"/>
                  </a:lnTo>
                  <a:lnTo>
                    <a:pt x="42984" y="40175"/>
                  </a:lnTo>
                  <a:lnTo>
                    <a:pt x="43249" y="40058"/>
                  </a:lnTo>
                  <a:lnTo>
                    <a:pt x="44831" y="39361"/>
                  </a:lnTo>
                  <a:lnTo>
                    <a:pt x="47082" y="38369"/>
                  </a:lnTo>
                  <a:lnTo>
                    <a:pt x="47835" y="38038"/>
                  </a:lnTo>
                  <a:lnTo>
                    <a:pt x="49453" y="37325"/>
                  </a:lnTo>
                  <a:lnTo>
                    <a:pt x="52249" y="36093"/>
                  </a:lnTo>
                  <a:lnTo>
                    <a:pt x="52585" y="35944"/>
                  </a:lnTo>
                  <a:lnTo>
                    <a:pt x="54094" y="35261"/>
                  </a:lnTo>
                  <a:lnTo>
                    <a:pt x="55801" y="34489"/>
                  </a:lnTo>
                  <a:lnTo>
                    <a:pt x="57408" y="33761"/>
                  </a:lnTo>
                  <a:lnTo>
                    <a:pt x="58645" y="33201"/>
                  </a:lnTo>
                  <a:lnTo>
                    <a:pt x="61144" y="32069"/>
                  </a:lnTo>
                  <a:lnTo>
                    <a:pt x="62222" y="31581"/>
                  </a:lnTo>
                  <a:lnTo>
                    <a:pt x="65226" y="30221"/>
                  </a:lnTo>
                  <a:lnTo>
                    <a:pt x="67005" y="29416"/>
                  </a:lnTo>
                  <a:lnTo>
                    <a:pt x="67487" y="29198"/>
                  </a:lnTo>
                  <a:lnTo>
                    <a:pt x="69319" y="28507"/>
                  </a:lnTo>
                  <a:lnTo>
                    <a:pt x="73899" y="26781"/>
                  </a:lnTo>
                  <a:lnTo>
                    <a:pt x="72092" y="21664"/>
                  </a:lnTo>
                  <a:lnTo>
                    <a:pt x="78488" y="18970"/>
                  </a:lnTo>
                  <a:lnTo>
                    <a:pt x="78711" y="18876"/>
                  </a:lnTo>
                  <a:lnTo>
                    <a:pt x="78417" y="18205"/>
                  </a:lnTo>
                  <a:lnTo>
                    <a:pt x="77647" y="16445"/>
                  </a:lnTo>
                  <a:lnTo>
                    <a:pt x="77510" y="16097"/>
                  </a:lnTo>
                  <a:lnTo>
                    <a:pt x="77832" y="15965"/>
                  </a:lnTo>
                  <a:lnTo>
                    <a:pt x="78417" y="15725"/>
                  </a:lnTo>
                  <a:lnTo>
                    <a:pt x="80203" y="14993"/>
                  </a:lnTo>
                  <a:lnTo>
                    <a:pt x="84622" y="13180"/>
                  </a:lnTo>
                  <a:lnTo>
                    <a:pt x="87996" y="11797"/>
                  </a:lnTo>
                  <a:lnTo>
                    <a:pt x="89625" y="11049"/>
                  </a:lnTo>
                  <a:lnTo>
                    <a:pt x="94391" y="8863"/>
                  </a:lnTo>
                  <a:lnTo>
                    <a:pt x="97930" y="7239"/>
                  </a:lnTo>
                  <a:lnTo>
                    <a:pt x="98951" y="6800"/>
                  </a:lnTo>
                  <a:lnTo>
                    <a:pt x="100358" y="6193"/>
                  </a:lnTo>
                  <a:lnTo>
                    <a:pt x="106859" y="3393"/>
                  </a:lnTo>
                  <a:lnTo>
                    <a:pt x="107774" y="2945"/>
                  </a:lnTo>
                  <a:lnTo>
                    <a:pt x="109426" y="2274"/>
                  </a:lnTo>
                  <a:lnTo>
                    <a:pt x="115382" y="0"/>
                  </a:lnTo>
                  <a:lnTo>
                    <a:pt x="113412" y="4792"/>
                  </a:lnTo>
                  <a:lnTo>
                    <a:pt x="112322" y="8424"/>
                  </a:lnTo>
                  <a:lnTo>
                    <a:pt x="111917" y="10752"/>
                  </a:lnTo>
                  <a:lnTo>
                    <a:pt x="111852" y="12525"/>
                  </a:lnTo>
                  <a:lnTo>
                    <a:pt x="111831" y="13465"/>
                  </a:lnTo>
                  <a:lnTo>
                    <a:pt x="111169" y="15200"/>
                  </a:lnTo>
                  <a:lnTo>
                    <a:pt x="108464" y="21239"/>
                  </a:lnTo>
                  <a:lnTo>
                    <a:pt x="106698" y="24387"/>
                  </a:lnTo>
                  <a:lnTo>
                    <a:pt x="105662" y="25532"/>
                  </a:lnTo>
                  <a:lnTo>
                    <a:pt x="102570" y="27791"/>
                  </a:lnTo>
                  <a:lnTo>
                    <a:pt x="99851" y="29438"/>
                  </a:lnTo>
                  <a:lnTo>
                    <a:pt x="98051" y="30728"/>
                  </a:lnTo>
                  <a:lnTo>
                    <a:pt x="95946" y="331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4432697" y="3180218"/>
              <a:ext cx="138987" cy="119782"/>
            </a:xfrm>
            <a:custGeom>
              <a:avLst/>
              <a:pathLst>
                <a:path w="138987" h="119782">
                  <a:moveTo>
                    <a:pt x="75257" y="30553"/>
                  </a:moveTo>
                  <a:lnTo>
                    <a:pt x="80829" y="38843"/>
                  </a:lnTo>
                  <a:lnTo>
                    <a:pt x="83215" y="37310"/>
                  </a:lnTo>
                  <a:lnTo>
                    <a:pt x="98399" y="27722"/>
                  </a:lnTo>
                  <a:lnTo>
                    <a:pt x="98695" y="27602"/>
                  </a:lnTo>
                  <a:lnTo>
                    <a:pt x="100817" y="26741"/>
                  </a:lnTo>
                  <a:lnTo>
                    <a:pt x="112377" y="22053"/>
                  </a:lnTo>
                  <a:lnTo>
                    <a:pt x="113448" y="24975"/>
                  </a:lnTo>
                  <a:lnTo>
                    <a:pt x="113967" y="26393"/>
                  </a:lnTo>
                  <a:lnTo>
                    <a:pt x="114145" y="26877"/>
                  </a:lnTo>
                  <a:lnTo>
                    <a:pt x="114541" y="27950"/>
                  </a:lnTo>
                  <a:lnTo>
                    <a:pt x="114777" y="28562"/>
                  </a:lnTo>
                  <a:lnTo>
                    <a:pt x="115267" y="29831"/>
                  </a:lnTo>
                  <a:lnTo>
                    <a:pt x="116199" y="32029"/>
                  </a:lnTo>
                  <a:lnTo>
                    <a:pt x="117085" y="34119"/>
                  </a:lnTo>
                  <a:lnTo>
                    <a:pt x="117181" y="34488"/>
                  </a:lnTo>
                  <a:lnTo>
                    <a:pt x="117403" y="35336"/>
                  </a:lnTo>
                  <a:lnTo>
                    <a:pt x="119887" y="40587"/>
                  </a:lnTo>
                  <a:lnTo>
                    <a:pt x="121464" y="43885"/>
                  </a:lnTo>
                  <a:lnTo>
                    <a:pt x="123100" y="46938"/>
                  </a:lnTo>
                  <a:lnTo>
                    <a:pt x="124501" y="48790"/>
                  </a:lnTo>
                  <a:lnTo>
                    <a:pt x="126862" y="50902"/>
                  </a:lnTo>
                  <a:lnTo>
                    <a:pt x="130216" y="53530"/>
                  </a:lnTo>
                  <a:lnTo>
                    <a:pt x="133276" y="55754"/>
                  </a:lnTo>
                  <a:lnTo>
                    <a:pt x="136216" y="57818"/>
                  </a:lnTo>
                  <a:lnTo>
                    <a:pt x="136541" y="58046"/>
                  </a:lnTo>
                  <a:lnTo>
                    <a:pt x="137722" y="58931"/>
                  </a:lnTo>
                  <a:lnTo>
                    <a:pt x="138473" y="59527"/>
                  </a:lnTo>
                  <a:lnTo>
                    <a:pt x="138987" y="60205"/>
                  </a:lnTo>
                  <a:lnTo>
                    <a:pt x="138968" y="61058"/>
                  </a:lnTo>
                  <a:lnTo>
                    <a:pt x="138523" y="62760"/>
                  </a:lnTo>
                  <a:lnTo>
                    <a:pt x="137291" y="65773"/>
                  </a:lnTo>
                  <a:lnTo>
                    <a:pt x="136884" y="66915"/>
                  </a:lnTo>
                  <a:lnTo>
                    <a:pt x="130928" y="69190"/>
                  </a:lnTo>
                  <a:lnTo>
                    <a:pt x="129276" y="69861"/>
                  </a:lnTo>
                  <a:lnTo>
                    <a:pt x="128361" y="70309"/>
                  </a:lnTo>
                  <a:lnTo>
                    <a:pt x="121860" y="73109"/>
                  </a:lnTo>
                  <a:lnTo>
                    <a:pt x="120452" y="73715"/>
                  </a:lnTo>
                  <a:lnTo>
                    <a:pt x="119432" y="74155"/>
                  </a:lnTo>
                  <a:lnTo>
                    <a:pt x="115893" y="75779"/>
                  </a:lnTo>
                  <a:lnTo>
                    <a:pt x="111027" y="78011"/>
                  </a:lnTo>
                  <a:lnTo>
                    <a:pt x="109498" y="78713"/>
                  </a:lnTo>
                  <a:lnTo>
                    <a:pt x="106124" y="80096"/>
                  </a:lnTo>
                  <a:lnTo>
                    <a:pt x="101704" y="81909"/>
                  </a:lnTo>
                  <a:lnTo>
                    <a:pt x="99919" y="82641"/>
                  </a:lnTo>
                  <a:lnTo>
                    <a:pt x="99334" y="82881"/>
                  </a:lnTo>
                  <a:lnTo>
                    <a:pt x="99012" y="83013"/>
                  </a:lnTo>
                  <a:lnTo>
                    <a:pt x="99149" y="83361"/>
                  </a:lnTo>
                  <a:lnTo>
                    <a:pt x="99919" y="85121"/>
                  </a:lnTo>
                  <a:lnTo>
                    <a:pt x="100212" y="85792"/>
                  </a:lnTo>
                  <a:lnTo>
                    <a:pt x="99990" y="85886"/>
                  </a:lnTo>
                  <a:lnTo>
                    <a:pt x="93594" y="88580"/>
                  </a:lnTo>
                  <a:lnTo>
                    <a:pt x="95401" y="93696"/>
                  </a:lnTo>
                  <a:lnTo>
                    <a:pt x="90820" y="95423"/>
                  </a:lnTo>
                  <a:lnTo>
                    <a:pt x="88989" y="96114"/>
                  </a:lnTo>
                  <a:lnTo>
                    <a:pt x="88507" y="96332"/>
                  </a:lnTo>
                  <a:lnTo>
                    <a:pt x="86728" y="97137"/>
                  </a:lnTo>
                  <a:lnTo>
                    <a:pt x="83724" y="98497"/>
                  </a:lnTo>
                  <a:lnTo>
                    <a:pt x="82646" y="98985"/>
                  </a:lnTo>
                  <a:lnTo>
                    <a:pt x="80026" y="100171"/>
                  </a:lnTo>
                  <a:lnTo>
                    <a:pt x="78910" y="100676"/>
                  </a:lnTo>
                  <a:lnTo>
                    <a:pt x="77302" y="101404"/>
                  </a:lnTo>
                  <a:lnTo>
                    <a:pt x="75596" y="102177"/>
                  </a:lnTo>
                  <a:lnTo>
                    <a:pt x="74061" y="102872"/>
                  </a:lnTo>
                  <a:lnTo>
                    <a:pt x="73751" y="103008"/>
                  </a:lnTo>
                  <a:lnTo>
                    <a:pt x="70955" y="104240"/>
                  </a:lnTo>
                  <a:lnTo>
                    <a:pt x="69336" y="104954"/>
                  </a:lnTo>
                  <a:lnTo>
                    <a:pt x="68584" y="105285"/>
                  </a:lnTo>
                  <a:lnTo>
                    <a:pt x="66333" y="106277"/>
                  </a:lnTo>
                  <a:lnTo>
                    <a:pt x="64751" y="106974"/>
                  </a:lnTo>
                  <a:lnTo>
                    <a:pt x="64486" y="107091"/>
                  </a:lnTo>
                  <a:lnTo>
                    <a:pt x="61180" y="108547"/>
                  </a:lnTo>
                  <a:lnTo>
                    <a:pt x="59669" y="109264"/>
                  </a:lnTo>
                  <a:lnTo>
                    <a:pt x="59239" y="109468"/>
                  </a:lnTo>
                  <a:lnTo>
                    <a:pt x="58538" y="109800"/>
                  </a:lnTo>
                  <a:lnTo>
                    <a:pt x="53845" y="112026"/>
                  </a:lnTo>
                  <a:lnTo>
                    <a:pt x="53177" y="112342"/>
                  </a:lnTo>
                  <a:lnTo>
                    <a:pt x="52811" y="112516"/>
                  </a:lnTo>
                  <a:lnTo>
                    <a:pt x="49932" y="113881"/>
                  </a:lnTo>
                  <a:lnTo>
                    <a:pt x="48308" y="114625"/>
                  </a:lnTo>
                  <a:lnTo>
                    <a:pt x="47969" y="114780"/>
                  </a:lnTo>
                  <a:lnTo>
                    <a:pt x="46862" y="115287"/>
                  </a:lnTo>
                  <a:lnTo>
                    <a:pt x="45802" y="115773"/>
                  </a:lnTo>
                  <a:lnTo>
                    <a:pt x="44183" y="116514"/>
                  </a:lnTo>
                  <a:lnTo>
                    <a:pt x="42782" y="117156"/>
                  </a:lnTo>
                  <a:lnTo>
                    <a:pt x="41856" y="117539"/>
                  </a:lnTo>
                  <a:lnTo>
                    <a:pt x="41052" y="117872"/>
                  </a:lnTo>
                  <a:lnTo>
                    <a:pt x="37851" y="119197"/>
                  </a:lnTo>
                  <a:lnTo>
                    <a:pt x="36435" y="119782"/>
                  </a:lnTo>
                  <a:lnTo>
                    <a:pt x="34955" y="114989"/>
                  </a:lnTo>
                  <a:lnTo>
                    <a:pt x="33717" y="115532"/>
                  </a:lnTo>
                  <a:lnTo>
                    <a:pt x="33335" y="115699"/>
                  </a:lnTo>
                  <a:lnTo>
                    <a:pt x="31322" y="116582"/>
                  </a:lnTo>
                  <a:lnTo>
                    <a:pt x="30448" y="116965"/>
                  </a:lnTo>
                  <a:lnTo>
                    <a:pt x="29677" y="117303"/>
                  </a:lnTo>
                  <a:lnTo>
                    <a:pt x="29266" y="117483"/>
                  </a:lnTo>
                  <a:lnTo>
                    <a:pt x="29103" y="117554"/>
                  </a:lnTo>
                  <a:lnTo>
                    <a:pt x="27975" y="118049"/>
                  </a:lnTo>
                  <a:lnTo>
                    <a:pt x="27848" y="117554"/>
                  </a:lnTo>
                  <a:lnTo>
                    <a:pt x="27576" y="116500"/>
                  </a:lnTo>
                  <a:lnTo>
                    <a:pt x="26637" y="113459"/>
                  </a:lnTo>
                  <a:lnTo>
                    <a:pt x="26346" y="110594"/>
                  </a:lnTo>
                  <a:lnTo>
                    <a:pt x="26428" y="110050"/>
                  </a:lnTo>
                  <a:lnTo>
                    <a:pt x="26490" y="109636"/>
                  </a:lnTo>
                  <a:lnTo>
                    <a:pt x="26605" y="108875"/>
                  </a:lnTo>
                  <a:lnTo>
                    <a:pt x="26659" y="108515"/>
                  </a:lnTo>
                  <a:lnTo>
                    <a:pt x="27531" y="106766"/>
                  </a:lnTo>
                  <a:lnTo>
                    <a:pt x="28940" y="105043"/>
                  </a:lnTo>
                  <a:lnTo>
                    <a:pt x="31054" y="103111"/>
                  </a:lnTo>
                  <a:lnTo>
                    <a:pt x="30272" y="100763"/>
                  </a:lnTo>
                  <a:lnTo>
                    <a:pt x="30136" y="100355"/>
                  </a:lnTo>
                  <a:lnTo>
                    <a:pt x="29424" y="98930"/>
                  </a:lnTo>
                  <a:lnTo>
                    <a:pt x="29173" y="98682"/>
                  </a:lnTo>
                  <a:lnTo>
                    <a:pt x="27493" y="97018"/>
                  </a:lnTo>
                  <a:lnTo>
                    <a:pt x="26556" y="95972"/>
                  </a:lnTo>
                  <a:lnTo>
                    <a:pt x="23152" y="92170"/>
                  </a:lnTo>
                  <a:lnTo>
                    <a:pt x="21744" y="90597"/>
                  </a:lnTo>
                  <a:lnTo>
                    <a:pt x="16844" y="94778"/>
                  </a:lnTo>
                  <a:lnTo>
                    <a:pt x="11428" y="99259"/>
                  </a:lnTo>
                  <a:lnTo>
                    <a:pt x="9975" y="100374"/>
                  </a:lnTo>
                  <a:lnTo>
                    <a:pt x="0" y="88508"/>
                  </a:lnTo>
                  <a:lnTo>
                    <a:pt x="2215" y="86353"/>
                  </a:lnTo>
                  <a:lnTo>
                    <a:pt x="2896" y="85690"/>
                  </a:lnTo>
                  <a:lnTo>
                    <a:pt x="4192" y="84069"/>
                  </a:lnTo>
                  <a:lnTo>
                    <a:pt x="7380" y="80082"/>
                  </a:lnTo>
                  <a:lnTo>
                    <a:pt x="8150" y="78568"/>
                  </a:lnTo>
                  <a:lnTo>
                    <a:pt x="9941" y="71936"/>
                  </a:lnTo>
                  <a:lnTo>
                    <a:pt x="10546" y="70505"/>
                  </a:lnTo>
                  <a:lnTo>
                    <a:pt x="11151" y="69074"/>
                  </a:lnTo>
                  <a:lnTo>
                    <a:pt x="11407" y="68468"/>
                  </a:lnTo>
                  <a:lnTo>
                    <a:pt x="12357" y="66222"/>
                  </a:lnTo>
                  <a:lnTo>
                    <a:pt x="14594" y="61344"/>
                  </a:lnTo>
                  <a:lnTo>
                    <a:pt x="15604" y="57669"/>
                  </a:lnTo>
                  <a:lnTo>
                    <a:pt x="16153" y="54091"/>
                  </a:lnTo>
                  <a:lnTo>
                    <a:pt x="16074" y="51746"/>
                  </a:lnTo>
                  <a:lnTo>
                    <a:pt x="16354" y="47104"/>
                  </a:lnTo>
                  <a:lnTo>
                    <a:pt x="18064" y="41364"/>
                  </a:lnTo>
                  <a:lnTo>
                    <a:pt x="18348" y="40411"/>
                  </a:lnTo>
                  <a:lnTo>
                    <a:pt x="20277" y="36396"/>
                  </a:lnTo>
                  <a:lnTo>
                    <a:pt x="20752" y="35407"/>
                  </a:lnTo>
                  <a:lnTo>
                    <a:pt x="22206" y="32381"/>
                  </a:lnTo>
                  <a:lnTo>
                    <a:pt x="27728" y="26081"/>
                  </a:lnTo>
                  <a:lnTo>
                    <a:pt x="35057" y="19188"/>
                  </a:lnTo>
                  <a:lnTo>
                    <a:pt x="38506" y="16554"/>
                  </a:lnTo>
                  <a:lnTo>
                    <a:pt x="40564" y="14982"/>
                  </a:lnTo>
                  <a:lnTo>
                    <a:pt x="40946" y="14761"/>
                  </a:lnTo>
                  <a:lnTo>
                    <a:pt x="43769" y="13128"/>
                  </a:lnTo>
                  <a:lnTo>
                    <a:pt x="45687" y="11803"/>
                  </a:lnTo>
                  <a:lnTo>
                    <a:pt x="47238" y="9492"/>
                  </a:lnTo>
                  <a:lnTo>
                    <a:pt x="48786" y="7096"/>
                  </a:lnTo>
                  <a:lnTo>
                    <a:pt x="50311" y="4375"/>
                  </a:lnTo>
                  <a:lnTo>
                    <a:pt x="50624" y="3950"/>
                  </a:lnTo>
                  <a:lnTo>
                    <a:pt x="51923" y="2698"/>
                  </a:lnTo>
                  <a:lnTo>
                    <a:pt x="54013" y="684"/>
                  </a:lnTo>
                  <a:lnTo>
                    <a:pt x="54723" y="0"/>
                  </a:lnTo>
                  <a:lnTo>
                    <a:pt x="68064" y="198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4565393" y="3275612"/>
              <a:ext cx="140787" cy="83014"/>
            </a:xfrm>
            <a:custGeom>
              <a:avLst/>
              <a:pathLst>
                <a:path w="140787" h="83014">
                  <a:moveTo>
                    <a:pt x="79487" y="101"/>
                  </a:moveTo>
                  <a:lnTo>
                    <a:pt x="89383" y="3899"/>
                  </a:lnTo>
                  <a:lnTo>
                    <a:pt x="95387" y="428"/>
                  </a:lnTo>
                  <a:lnTo>
                    <a:pt x="95547" y="347"/>
                  </a:lnTo>
                  <a:lnTo>
                    <a:pt x="95713" y="279"/>
                  </a:lnTo>
                  <a:lnTo>
                    <a:pt x="95905" y="221"/>
                  </a:lnTo>
                  <a:lnTo>
                    <a:pt x="96059" y="184"/>
                  </a:lnTo>
                  <a:lnTo>
                    <a:pt x="96462" y="81"/>
                  </a:lnTo>
                  <a:lnTo>
                    <a:pt x="101138" y="147"/>
                  </a:lnTo>
                  <a:lnTo>
                    <a:pt x="112367" y="5068"/>
                  </a:lnTo>
                  <a:lnTo>
                    <a:pt x="115349" y="6375"/>
                  </a:lnTo>
                  <a:lnTo>
                    <a:pt x="116927" y="11363"/>
                  </a:lnTo>
                  <a:lnTo>
                    <a:pt x="118735" y="17083"/>
                  </a:lnTo>
                  <a:lnTo>
                    <a:pt x="118795" y="17273"/>
                  </a:lnTo>
                  <a:lnTo>
                    <a:pt x="118069" y="19631"/>
                  </a:lnTo>
                  <a:lnTo>
                    <a:pt x="114373" y="31631"/>
                  </a:lnTo>
                  <a:lnTo>
                    <a:pt x="112500" y="37712"/>
                  </a:lnTo>
                  <a:lnTo>
                    <a:pt x="112348" y="37808"/>
                  </a:lnTo>
                  <a:lnTo>
                    <a:pt x="114736" y="38898"/>
                  </a:lnTo>
                  <a:lnTo>
                    <a:pt x="119594" y="41117"/>
                  </a:lnTo>
                  <a:lnTo>
                    <a:pt x="122468" y="39543"/>
                  </a:lnTo>
                  <a:lnTo>
                    <a:pt x="137547" y="31288"/>
                  </a:lnTo>
                  <a:lnTo>
                    <a:pt x="140787" y="41674"/>
                  </a:lnTo>
                  <a:lnTo>
                    <a:pt x="139576" y="44758"/>
                  </a:lnTo>
                  <a:lnTo>
                    <a:pt x="138943" y="46374"/>
                  </a:lnTo>
                  <a:lnTo>
                    <a:pt x="132645" y="45923"/>
                  </a:lnTo>
                  <a:lnTo>
                    <a:pt x="132128" y="46335"/>
                  </a:lnTo>
                  <a:lnTo>
                    <a:pt x="131544" y="46906"/>
                  </a:lnTo>
                  <a:lnTo>
                    <a:pt x="130250" y="48530"/>
                  </a:lnTo>
                  <a:lnTo>
                    <a:pt x="128698" y="50205"/>
                  </a:lnTo>
                  <a:lnTo>
                    <a:pt x="128226" y="50714"/>
                  </a:lnTo>
                  <a:lnTo>
                    <a:pt x="128212" y="55392"/>
                  </a:lnTo>
                  <a:lnTo>
                    <a:pt x="124256" y="55277"/>
                  </a:lnTo>
                  <a:lnTo>
                    <a:pt x="123904" y="55665"/>
                  </a:lnTo>
                  <a:lnTo>
                    <a:pt x="123780" y="55802"/>
                  </a:lnTo>
                  <a:lnTo>
                    <a:pt x="120682" y="59594"/>
                  </a:lnTo>
                  <a:lnTo>
                    <a:pt x="116421" y="63579"/>
                  </a:lnTo>
                  <a:lnTo>
                    <a:pt x="114122" y="65730"/>
                  </a:lnTo>
                  <a:lnTo>
                    <a:pt x="113344" y="65994"/>
                  </a:lnTo>
                  <a:lnTo>
                    <a:pt x="112392" y="66317"/>
                  </a:lnTo>
                  <a:lnTo>
                    <a:pt x="111994" y="66453"/>
                  </a:lnTo>
                  <a:lnTo>
                    <a:pt x="110615" y="66843"/>
                  </a:lnTo>
                  <a:lnTo>
                    <a:pt x="108341" y="67460"/>
                  </a:lnTo>
                  <a:lnTo>
                    <a:pt x="106460" y="68111"/>
                  </a:lnTo>
                  <a:lnTo>
                    <a:pt x="105330" y="68612"/>
                  </a:lnTo>
                  <a:lnTo>
                    <a:pt x="104285" y="69075"/>
                  </a:lnTo>
                  <a:lnTo>
                    <a:pt x="102994" y="69495"/>
                  </a:lnTo>
                  <a:lnTo>
                    <a:pt x="102298" y="69722"/>
                  </a:lnTo>
                  <a:lnTo>
                    <a:pt x="101499" y="69997"/>
                  </a:lnTo>
                  <a:lnTo>
                    <a:pt x="100966" y="70199"/>
                  </a:lnTo>
                  <a:lnTo>
                    <a:pt x="99814" y="70634"/>
                  </a:lnTo>
                  <a:lnTo>
                    <a:pt x="98704" y="71156"/>
                  </a:lnTo>
                  <a:lnTo>
                    <a:pt x="97193" y="71996"/>
                  </a:lnTo>
                  <a:lnTo>
                    <a:pt x="96341" y="72487"/>
                  </a:lnTo>
                  <a:lnTo>
                    <a:pt x="95823" y="72867"/>
                  </a:lnTo>
                  <a:lnTo>
                    <a:pt x="93616" y="71089"/>
                  </a:lnTo>
                  <a:lnTo>
                    <a:pt x="93107" y="70679"/>
                  </a:lnTo>
                  <a:lnTo>
                    <a:pt x="90717" y="68568"/>
                  </a:lnTo>
                  <a:lnTo>
                    <a:pt x="90266" y="68977"/>
                  </a:lnTo>
                  <a:lnTo>
                    <a:pt x="88355" y="71430"/>
                  </a:lnTo>
                  <a:lnTo>
                    <a:pt x="87569" y="72439"/>
                  </a:lnTo>
                  <a:lnTo>
                    <a:pt x="86358" y="74137"/>
                  </a:lnTo>
                  <a:lnTo>
                    <a:pt x="85437" y="75428"/>
                  </a:lnTo>
                  <a:lnTo>
                    <a:pt x="83489" y="78170"/>
                  </a:lnTo>
                  <a:lnTo>
                    <a:pt x="83377" y="78318"/>
                  </a:lnTo>
                  <a:lnTo>
                    <a:pt x="83244" y="78497"/>
                  </a:lnTo>
                  <a:lnTo>
                    <a:pt x="80963" y="81535"/>
                  </a:lnTo>
                  <a:lnTo>
                    <a:pt x="79880" y="83014"/>
                  </a:lnTo>
                  <a:lnTo>
                    <a:pt x="78419" y="81990"/>
                  </a:lnTo>
                  <a:lnTo>
                    <a:pt x="77901" y="81681"/>
                  </a:lnTo>
                  <a:lnTo>
                    <a:pt x="77168" y="81243"/>
                  </a:lnTo>
                  <a:lnTo>
                    <a:pt x="74216" y="79480"/>
                  </a:lnTo>
                  <a:lnTo>
                    <a:pt x="73606" y="79116"/>
                  </a:lnTo>
                  <a:lnTo>
                    <a:pt x="72710" y="78581"/>
                  </a:lnTo>
                  <a:lnTo>
                    <a:pt x="71874" y="78082"/>
                  </a:lnTo>
                  <a:lnTo>
                    <a:pt x="71222" y="77693"/>
                  </a:lnTo>
                  <a:lnTo>
                    <a:pt x="70745" y="77408"/>
                  </a:lnTo>
                  <a:lnTo>
                    <a:pt x="67656" y="75765"/>
                  </a:lnTo>
                  <a:lnTo>
                    <a:pt x="63789" y="73709"/>
                  </a:lnTo>
                  <a:lnTo>
                    <a:pt x="63257" y="73426"/>
                  </a:lnTo>
                  <a:lnTo>
                    <a:pt x="62641" y="73099"/>
                  </a:lnTo>
                  <a:lnTo>
                    <a:pt x="61128" y="72552"/>
                  </a:lnTo>
                  <a:lnTo>
                    <a:pt x="57738" y="71328"/>
                  </a:lnTo>
                  <a:lnTo>
                    <a:pt x="55087" y="70370"/>
                  </a:lnTo>
                  <a:lnTo>
                    <a:pt x="52028" y="69265"/>
                  </a:lnTo>
                  <a:lnTo>
                    <a:pt x="50738" y="68799"/>
                  </a:lnTo>
                  <a:lnTo>
                    <a:pt x="47043" y="67492"/>
                  </a:lnTo>
                  <a:lnTo>
                    <a:pt x="46635" y="67348"/>
                  </a:lnTo>
                  <a:lnTo>
                    <a:pt x="45453" y="66930"/>
                  </a:lnTo>
                  <a:lnTo>
                    <a:pt x="39717" y="64901"/>
                  </a:lnTo>
                  <a:lnTo>
                    <a:pt x="39202" y="64719"/>
                  </a:lnTo>
                  <a:lnTo>
                    <a:pt x="38775" y="64568"/>
                  </a:lnTo>
                  <a:lnTo>
                    <a:pt x="38597" y="64505"/>
                  </a:lnTo>
                  <a:lnTo>
                    <a:pt x="34383" y="62952"/>
                  </a:lnTo>
                  <a:lnTo>
                    <a:pt x="34212" y="62889"/>
                  </a:lnTo>
                  <a:lnTo>
                    <a:pt x="32200" y="62148"/>
                  </a:lnTo>
                  <a:lnTo>
                    <a:pt x="28812" y="60899"/>
                  </a:lnTo>
                  <a:lnTo>
                    <a:pt x="28336" y="60729"/>
                  </a:lnTo>
                  <a:lnTo>
                    <a:pt x="21840" y="58401"/>
                  </a:lnTo>
                  <a:lnTo>
                    <a:pt x="21125" y="58144"/>
                  </a:lnTo>
                  <a:lnTo>
                    <a:pt x="17653" y="56900"/>
                  </a:lnTo>
                  <a:lnTo>
                    <a:pt x="16656" y="56512"/>
                  </a:lnTo>
                  <a:lnTo>
                    <a:pt x="12956" y="55073"/>
                  </a:lnTo>
                  <a:lnTo>
                    <a:pt x="10714" y="54201"/>
                  </a:lnTo>
                  <a:lnTo>
                    <a:pt x="8726" y="53342"/>
                  </a:lnTo>
                  <a:lnTo>
                    <a:pt x="6524" y="52392"/>
                  </a:lnTo>
                  <a:lnTo>
                    <a:pt x="6300" y="52295"/>
                  </a:lnTo>
                  <a:lnTo>
                    <a:pt x="4679" y="51593"/>
                  </a:lnTo>
                  <a:lnTo>
                    <a:pt x="2905" y="50824"/>
                  </a:lnTo>
                  <a:lnTo>
                    <a:pt x="2390" y="49087"/>
                  </a:lnTo>
                  <a:lnTo>
                    <a:pt x="2322" y="48856"/>
                  </a:lnTo>
                  <a:lnTo>
                    <a:pt x="1662" y="46566"/>
                  </a:lnTo>
                  <a:lnTo>
                    <a:pt x="1385" y="45936"/>
                  </a:lnTo>
                  <a:lnTo>
                    <a:pt x="869" y="44764"/>
                  </a:lnTo>
                  <a:lnTo>
                    <a:pt x="0" y="43586"/>
                  </a:lnTo>
                  <a:lnTo>
                    <a:pt x="227" y="43518"/>
                  </a:lnTo>
                  <a:lnTo>
                    <a:pt x="4364" y="42281"/>
                  </a:lnTo>
                  <a:lnTo>
                    <a:pt x="11404" y="40326"/>
                  </a:lnTo>
                  <a:lnTo>
                    <a:pt x="14190" y="39510"/>
                  </a:lnTo>
                  <a:lnTo>
                    <a:pt x="19545" y="37940"/>
                  </a:lnTo>
                  <a:lnTo>
                    <a:pt x="26137" y="35971"/>
                  </a:lnTo>
                  <a:lnTo>
                    <a:pt x="28580" y="35224"/>
                  </a:lnTo>
                  <a:lnTo>
                    <a:pt x="30659" y="34484"/>
                  </a:lnTo>
                  <a:lnTo>
                    <a:pt x="31891" y="33262"/>
                  </a:lnTo>
                  <a:lnTo>
                    <a:pt x="31584" y="32021"/>
                  </a:lnTo>
                  <a:lnTo>
                    <a:pt x="31336" y="31349"/>
                  </a:lnTo>
                  <a:lnTo>
                    <a:pt x="31191" y="30490"/>
                  </a:lnTo>
                  <a:lnTo>
                    <a:pt x="31219" y="29765"/>
                  </a:lnTo>
                  <a:lnTo>
                    <a:pt x="31316" y="27389"/>
                  </a:lnTo>
                  <a:lnTo>
                    <a:pt x="31459" y="25946"/>
                  </a:lnTo>
                  <a:lnTo>
                    <a:pt x="31255" y="25047"/>
                  </a:lnTo>
                  <a:lnTo>
                    <a:pt x="33472" y="22061"/>
                  </a:lnTo>
                  <a:lnTo>
                    <a:pt x="36468" y="22894"/>
                  </a:lnTo>
                  <a:lnTo>
                    <a:pt x="38696" y="22687"/>
                  </a:lnTo>
                  <a:lnTo>
                    <a:pt x="40867" y="17358"/>
                  </a:lnTo>
                  <a:lnTo>
                    <a:pt x="41664" y="18432"/>
                  </a:lnTo>
                  <a:lnTo>
                    <a:pt x="42782" y="19939"/>
                  </a:lnTo>
                  <a:lnTo>
                    <a:pt x="61447" y="19960"/>
                  </a:lnTo>
                  <a:lnTo>
                    <a:pt x="61956" y="18337"/>
                  </a:lnTo>
                  <a:lnTo>
                    <a:pt x="63151" y="14524"/>
                  </a:lnTo>
                  <a:lnTo>
                    <a:pt x="64255" y="11005"/>
                  </a:lnTo>
                  <a:lnTo>
                    <a:pt x="65849" y="5922"/>
                  </a:lnTo>
                  <a:lnTo>
                    <a:pt x="65970" y="5791"/>
                  </a:lnTo>
                  <a:lnTo>
                    <a:pt x="72321" y="3009"/>
                  </a:lnTo>
                  <a:lnTo>
                    <a:pt x="74945" y="1860"/>
                  </a:lnTo>
                  <a:lnTo>
                    <a:pt x="79191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4598075" y="3340552"/>
              <a:ext cx="58022" cy="52610"/>
            </a:xfrm>
            <a:custGeom>
              <a:avLst/>
              <a:pathLst>
                <a:path w="58022" h="52610">
                  <a:moveTo>
                    <a:pt x="53826" y="22629"/>
                  </a:moveTo>
                  <a:lnTo>
                    <a:pt x="56010" y="24130"/>
                  </a:lnTo>
                  <a:lnTo>
                    <a:pt x="58022" y="25644"/>
                  </a:lnTo>
                  <a:lnTo>
                    <a:pt x="56599" y="27691"/>
                  </a:lnTo>
                  <a:lnTo>
                    <a:pt x="55843" y="28779"/>
                  </a:lnTo>
                  <a:lnTo>
                    <a:pt x="53137" y="32484"/>
                  </a:lnTo>
                  <a:lnTo>
                    <a:pt x="52782" y="32971"/>
                  </a:lnTo>
                  <a:lnTo>
                    <a:pt x="52552" y="33286"/>
                  </a:lnTo>
                  <a:lnTo>
                    <a:pt x="51841" y="34260"/>
                  </a:lnTo>
                  <a:lnTo>
                    <a:pt x="49476" y="37408"/>
                  </a:lnTo>
                  <a:lnTo>
                    <a:pt x="49186" y="37796"/>
                  </a:lnTo>
                  <a:lnTo>
                    <a:pt x="48782" y="38334"/>
                  </a:lnTo>
                  <a:lnTo>
                    <a:pt x="48065" y="39288"/>
                  </a:lnTo>
                  <a:lnTo>
                    <a:pt x="47944" y="39450"/>
                  </a:lnTo>
                  <a:lnTo>
                    <a:pt x="45388" y="42904"/>
                  </a:lnTo>
                  <a:lnTo>
                    <a:pt x="43779" y="45077"/>
                  </a:lnTo>
                  <a:lnTo>
                    <a:pt x="43480" y="45507"/>
                  </a:lnTo>
                  <a:lnTo>
                    <a:pt x="43352" y="45692"/>
                  </a:lnTo>
                  <a:lnTo>
                    <a:pt x="42855" y="46405"/>
                  </a:lnTo>
                  <a:lnTo>
                    <a:pt x="41903" y="47774"/>
                  </a:lnTo>
                  <a:lnTo>
                    <a:pt x="40604" y="49641"/>
                  </a:lnTo>
                  <a:lnTo>
                    <a:pt x="38531" y="52610"/>
                  </a:lnTo>
                  <a:lnTo>
                    <a:pt x="37840" y="52140"/>
                  </a:lnTo>
                  <a:lnTo>
                    <a:pt x="34988" y="49995"/>
                  </a:lnTo>
                  <a:lnTo>
                    <a:pt x="33476" y="48858"/>
                  </a:lnTo>
                  <a:lnTo>
                    <a:pt x="32801" y="48474"/>
                  </a:lnTo>
                  <a:lnTo>
                    <a:pt x="35224" y="45063"/>
                  </a:lnTo>
                  <a:lnTo>
                    <a:pt x="35081" y="44981"/>
                  </a:lnTo>
                  <a:lnTo>
                    <a:pt x="34899" y="44878"/>
                  </a:lnTo>
                  <a:lnTo>
                    <a:pt x="33250" y="43663"/>
                  </a:lnTo>
                  <a:lnTo>
                    <a:pt x="33020" y="44007"/>
                  </a:lnTo>
                  <a:lnTo>
                    <a:pt x="32801" y="44312"/>
                  </a:lnTo>
                  <a:lnTo>
                    <a:pt x="32709" y="44441"/>
                  </a:lnTo>
                  <a:lnTo>
                    <a:pt x="30813" y="47080"/>
                  </a:lnTo>
                  <a:lnTo>
                    <a:pt x="30530" y="46871"/>
                  </a:lnTo>
                  <a:lnTo>
                    <a:pt x="29514" y="46122"/>
                  </a:lnTo>
                  <a:lnTo>
                    <a:pt x="29362" y="46010"/>
                  </a:lnTo>
                  <a:lnTo>
                    <a:pt x="28791" y="45630"/>
                  </a:lnTo>
                  <a:lnTo>
                    <a:pt x="28559" y="45476"/>
                  </a:lnTo>
                  <a:lnTo>
                    <a:pt x="28180" y="45224"/>
                  </a:lnTo>
                  <a:lnTo>
                    <a:pt x="28559" y="44709"/>
                  </a:lnTo>
                  <a:lnTo>
                    <a:pt x="28791" y="44393"/>
                  </a:lnTo>
                  <a:lnTo>
                    <a:pt x="29512" y="43416"/>
                  </a:lnTo>
                  <a:lnTo>
                    <a:pt x="30061" y="42670"/>
                  </a:lnTo>
                  <a:lnTo>
                    <a:pt x="30211" y="42460"/>
                  </a:lnTo>
                  <a:lnTo>
                    <a:pt x="30530" y="42015"/>
                  </a:lnTo>
                  <a:lnTo>
                    <a:pt x="30693" y="41787"/>
                  </a:lnTo>
                  <a:lnTo>
                    <a:pt x="30530" y="41654"/>
                  </a:lnTo>
                  <a:lnTo>
                    <a:pt x="29347" y="40696"/>
                  </a:lnTo>
                  <a:lnTo>
                    <a:pt x="28673" y="40206"/>
                  </a:lnTo>
                  <a:lnTo>
                    <a:pt x="30276" y="37960"/>
                  </a:lnTo>
                  <a:lnTo>
                    <a:pt x="30588" y="37525"/>
                  </a:lnTo>
                  <a:lnTo>
                    <a:pt x="30413" y="37399"/>
                  </a:lnTo>
                  <a:lnTo>
                    <a:pt x="28873" y="36291"/>
                  </a:lnTo>
                  <a:lnTo>
                    <a:pt x="28559" y="36065"/>
                  </a:lnTo>
                  <a:lnTo>
                    <a:pt x="27494" y="35299"/>
                  </a:lnTo>
                  <a:lnTo>
                    <a:pt x="27070" y="34994"/>
                  </a:lnTo>
                  <a:lnTo>
                    <a:pt x="26866" y="34848"/>
                  </a:lnTo>
                  <a:lnTo>
                    <a:pt x="26356" y="34483"/>
                  </a:lnTo>
                  <a:lnTo>
                    <a:pt x="25563" y="35581"/>
                  </a:lnTo>
                  <a:lnTo>
                    <a:pt x="25129" y="35305"/>
                  </a:lnTo>
                  <a:lnTo>
                    <a:pt x="23241" y="33993"/>
                  </a:lnTo>
                  <a:lnTo>
                    <a:pt x="23985" y="33088"/>
                  </a:lnTo>
                  <a:lnTo>
                    <a:pt x="22104" y="31780"/>
                  </a:lnTo>
                  <a:lnTo>
                    <a:pt x="21662" y="31472"/>
                  </a:lnTo>
                  <a:lnTo>
                    <a:pt x="18990" y="29613"/>
                  </a:lnTo>
                  <a:lnTo>
                    <a:pt x="18621" y="29357"/>
                  </a:lnTo>
                  <a:lnTo>
                    <a:pt x="18334" y="29134"/>
                  </a:lnTo>
                  <a:lnTo>
                    <a:pt x="17789" y="29847"/>
                  </a:lnTo>
                  <a:lnTo>
                    <a:pt x="17071" y="29374"/>
                  </a:lnTo>
                  <a:lnTo>
                    <a:pt x="15038" y="28022"/>
                  </a:lnTo>
                  <a:lnTo>
                    <a:pt x="15562" y="27277"/>
                  </a:lnTo>
                  <a:lnTo>
                    <a:pt x="14874" y="26800"/>
                  </a:lnTo>
                  <a:lnTo>
                    <a:pt x="14525" y="26557"/>
                  </a:lnTo>
                  <a:lnTo>
                    <a:pt x="11994" y="24802"/>
                  </a:lnTo>
                  <a:lnTo>
                    <a:pt x="10856" y="24013"/>
                  </a:lnTo>
                  <a:lnTo>
                    <a:pt x="10190" y="23552"/>
                  </a:lnTo>
                  <a:lnTo>
                    <a:pt x="9841" y="24131"/>
                  </a:lnTo>
                  <a:lnTo>
                    <a:pt x="9536" y="24638"/>
                  </a:lnTo>
                  <a:lnTo>
                    <a:pt x="7894" y="23378"/>
                  </a:lnTo>
                  <a:lnTo>
                    <a:pt x="7694" y="23224"/>
                  </a:lnTo>
                  <a:lnTo>
                    <a:pt x="7754" y="22823"/>
                  </a:lnTo>
                  <a:lnTo>
                    <a:pt x="6820" y="22107"/>
                  </a:lnTo>
                  <a:lnTo>
                    <a:pt x="7264" y="21377"/>
                  </a:lnTo>
                  <a:lnTo>
                    <a:pt x="5682" y="20253"/>
                  </a:lnTo>
                  <a:lnTo>
                    <a:pt x="3619" y="18887"/>
                  </a:lnTo>
                  <a:lnTo>
                    <a:pt x="3732" y="18732"/>
                  </a:lnTo>
                  <a:lnTo>
                    <a:pt x="3401" y="18497"/>
                  </a:lnTo>
                  <a:lnTo>
                    <a:pt x="1790" y="17378"/>
                  </a:lnTo>
                  <a:lnTo>
                    <a:pt x="3614" y="14935"/>
                  </a:lnTo>
                  <a:lnTo>
                    <a:pt x="456" y="12506"/>
                  </a:lnTo>
                  <a:lnTo>
                    <a:pt x="0" y="12154"/>
                  </a:lnTo>
                  <a:lnTo>
                    <a:pt x="1472" y="10695"/>
                  </a:lnTo>
                  <a:lnTo>
                    <a:pt x="2524" y="9652"/>
                  </a:lnTo>
                  <a:lnTo>
                    <a:pt x="4500" y="6787"/>
                  </a:lnTo>
                  <a:lnTo>
                    <a:pt x="4909" y="6194"/>
                  </a:lnTo>
                  <a:lnTo>
                    <a:pt x="5078" y="5783"/>
                  </a:lnTo>
                  <a:lnTo>
                    <a:pt x="6297" y="2832"/>
                  </a:lnTo>
                  <a:lnTo>
                    <a:pt x="7145" y="0"/>
                  </a:lnTo>
                  <a:lnTo>
                    <a:pt x="12771" y="1989"/>
                  </a:lnTo>
                  <a:lnTo>
                    <a:pt x="13954" y="2408"/>
                  </a:lnTo>
                  <a:lnTo>
                    <a:pt x="14361" y="2551"/>
                  </a:lnTo>
                  <a:lnTo>
                    <a:pt x="18056" y="3858"/>
                  </a:lnTo>
                  <a:lnTo>
                    <a:pt x="19346" y="4324"/>
                  </a:lnTo>
                  <a:lnTo>
                    <a:pt x="22405" y="5429"/>
                  </a:lnTo>
                  <a:lnTo>
                    <a:pt x="25056" y="6387"/>
                  </a:lnTo>
                  <a:lnTo>
                    <a:pt x="28447" y="7612"/>
                  </a:lnTo>
                  <a:lnTo>
                    <a:pt x="29960" y="8158"/>
                  </a:lnTo>
                  <a:lnTo>
                    <a:pt x="30575" y="8485"/>
                  </a:lnTo>
                  <a:lnTo>
                    <a:pt x="31107" y="8768"/>
                  </a:lnTo>
                  <a:lnTo>
                    <a:pt x="34974" y="10825"/>
                  </a:lnTo>
                  <a:lnTo>
                    <a:pt x="38063" y="12467"/>
                  </a:lnTo>
                  <a:lnTo>
                    <a:pt x="38541" y="12752"/>
                  </a:lnTo>
                  <a:lnTo>
                    <a:pt x="39192" y="13141"/>
                  </a:lnTo>
                  <a:lnTo>
                    <a:pt x="40028" y="13640"/>
                  </a:lnTo>
                  <a:lnTo>
                    <a:pt x="40925" y="14176"/>
                  </a:lnTo>
                  <a:lnTo>
                    <a:pt x="41534" y="14540"/>
                  </a:lnTo>
                  <a:lnTo>
                    <a:pt x="44486" y="16302"/>
                  </a:lnTo>
                  <a:lnTo>
                    <a:pt x="45220" y="16740"/>
                  </a:lnTo>
                  <a:lnTo>
                    <a:pt x="45738" y="17049"/>
                  </a:lnTo>
                  <a:lnTo>
                    <a:pt x="47198" y="18073"/>
                  </a:lnTo>
                  <a:lnTo>
                    <a:pt x="47410" y="18219"/>
                  </a:lnTo>
                  <a:lnTo>
                    <a:pt x="52462" y="216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4576550" y="3352707"/>
              <a:ext cx="60056" cy="55887"/>
            </a:xfrm>
            <a:custGeom>
              <a:avLst/>
              <a:pathLst>
                <a:path w="60056" h="55887">
                  <a:moveTo>
                    <a:pt x="29419" y="11223"/>
                  </a:moveTo>
                  <a:lnTo>
                    <a:pt x="31061" y="12483"/>
                  </a:lnTo>
                  <a:lnTo>
                    <a:pt x="31366" y="11976"/>
                  </a:lnTo>
                  <a:lnTo>
                    <a:pt x="31715" y="11397"/>
                  </a:lnTo>
                  <a:lnTo>
                    <a:pt x="32381" y="11859"/>
                  </a:lnTo>
                  <a:lnTo>
                    <a:pt x="33519" y="12648"/>
                  </a:lnTo>
                  <a:lnTo>
                    <a:pt x="36050" y="14402"/>
                  </a:lnTo>
                  <a:lnTo>
                    <a:pt x="36399" y="14645"/>
                  </a:lnTo>
                  <a:lnTo>
                    <a:pt x="37087" y="15122"/>
                  </a:lnTo>
                  <a:lnTo>
                    <a:pt x="36563" y="15867"/>
                  </a:lnTo>
                  <a:lnTo>
                    <a:pt x="38597" y="17220"/>
                  </a:lnTo>
                  <a:lnTo>
                    <a:pt x="39334" y="17667"/>
                  </a:lnTo>
                  <a:lnTo>
                    <a:pt x="39860" y="16979"/>
                  </a:lnTo>
                  <a:lnTo>
                    <a:pt x="40146" y="17202"/>
                  </a:lnTo>
                  <a:lnTo>
                    <a:pt x="40515" y="17458"/>
                  </a:lnTo>
                  <a:lnTo>
                    <a:pt x="43187" y="19317"/>
                  </a:lnTo>
                  <a:lnTo>
                    <a:pt x="43629" y="19625"/>
                  </a:lnTo>
                  <a:lnTo>
                    <a:pt x="45510" y="20933"/>
                  </a:lnTo>
                  <a:lnTo>
                    <a:pt x="44766" y="21838"/>
                  </a:lnTo>
                  <a:lnTo>
                    <a:pt x="46654" y="23150"/>
                  </a:lnTo>
                  <a:lnTo>
                    <a:pt x="47088" y="23426"/>
                  </a:lnTo>
                  <a:lnTo>
                    <a:pt x="47881" y="22329"/>
                  </a:lnTo>
                  <a:lnTo>
                    <a:pt x="48392" y="22693"/>
                  </a:lnTo>
                  <a:lnTo>
                    <a:pt x="48596" y="22840"/>
                  </a:lnTo>
                  <a:lnTo>
                    <a:pt x="49019" y="23144"/>
                  </a:lnTo>
                  <a:lnTo>
                    <a:pt x="50084" y="23911"/>
                  </a:lnTo>
                  <a:lnTo>
                    <a:pt x="50398" y="24137"/>
                  </a:lnTo>
                  <a:lnTo>
                    <a:pt x="51939" y="25244"/>
                  </a:lnTo>
                  <a:lnTo>
                    <a:pt x="52114" y="25370"/>
                  </a:lnTo>
                  <a:lnTo>
                    <a:pt x="51802" y="25806"/>
                  </a:lnTo>
                  <a:lnTo>
                    <a:pt x="50356" y="28166"/>
                  </a:lnTo>
                  <a:lnTo>
                    <a:pt x="50872" y="28541"/>
                  </a:lnTo>
                  <a:lnTo>
                    <a:pt x="52055" y="29499"/>
                  </a:lnTo>
                  <a:lnTo>
                    <a:pt x="52218" y="29632"/>
                  </a:lnTo>
                  <a:lnTo>
                    <a:pt x="52055" y="29860"/>
                  </a:lnTo>
                  <a:lnTo>
                    <a:pt x="51736" y="30305"/>
                  </a:lnTo>
                  <a:lnTo>
                    <a:pt x="51572" y="30536"/>
                  </a:lnTo>
                  <a:lnTo>
                    <a:pt x="51037" y="31261"/>
                  </a:lnTo>
                  <a:lnTo>
                    <a:pt x="50317" y="32239"/>
                  </a:lnTo>
                  <a:lnTo>
                    <a:pt x="50084" y="32554"/>
                  </a:lnTo>
                  <a:lnTo>
                    <a:pt x="49705" y="33069"/>
                  </a:lnTo>
                  <a:lnTo>
                    <a:pt x="50084" y="33321"/>
                  </a:lnTo>
                  <a:lnTo>
                    <a:pt x="50317" y="33475"/>
                  </a:lnTo>
                  <a:lnTo>
                    <a:pt x="50888" y="33855"/>
                  </a:lnTo>
                  <a:lnTo>
                    <a:pt x="51040" y="33967"/>
                  </a:lnTo>
                  <a:lnTo>
                    <a:pt x="52055" y="34717"/>
                  </a:lnTo>
                  <a:lnTo>
                    <a:pt x="52338" y="34926"/>
                  </a:lnTo>
                  <a:lnTo>
                    <a:pt x="54234" y="32286"/>
                  </a:lnTo>
                  <a:lnTo>
                    <a:pt x="54326" y="32157"/>
                  </a:lnTo>
                  <a:lnTo>
                    <a:pt x="54545" y="31852"/>
                  </a:lnTo>
                  <a:lnTo>
                    <a:pt x="54776" y="31508"/>
                  </a:lnTo>
                  <a:lnTo>
                    <a:pt x="56424" y="32723"/>
                  </a:lnTo>
                  <a:lnTo>
                    <a:pt x="56606" y="32826"/>
                  </a:lnTo>
                  <a:lnTo>
                    <a:pt x="56714" y="32958"/>
                  </a:lnTo>
                  <a:lnTo>
                    <a:pt x="54326" y="36320"/>
                  </a:lnTo>
                  <a:lnTo>
                    <a:pt x="55001" y="36704"/>
                  </a:lnTo>
                  <a:lnTo>
                    <a:pt x="56513" y="37840"/>
                  </a:lnTo>
                  <a:lnTo>
                    <a:pt x="59365" y="39985"/>
                  </a:lnTo>
                  <a:lnTo>
                    <a:pt x="60056" y="40455"/>
                  </a:lnTo>
                  <a:lnTo>
                    <a:pt x="59600" y="41108"/>
                  </a:lnTo>
                  <a:lnTo>
                    <a:pt x="59061" y="41880"/>
                  </a:lnTo>
                  <a:lnTo>
                    <a:pt x="58075" y="43293"/>
                  </a:lnTo>
                  <a:lnTo>
                    <a:pt x="54047" y="48704"/>
                  </a:lnTo>
                  <a:lnTo>
                    <a:pt x="53924" y="48869"/>
                  </a:lnTo>
                  <a:lnTo>
                    <a:pt x="53475" y="49472"/>
                  </a:lnTo>
                  <a:lnTo>
                    <a:pt x="53020" y="50074"/>
                  </a:lnTo>
                  <a:lnTo>
                    <a:pt x="49560" y="54653"/>
                  </a:lnTo>
                  <a:lnTo>
                    <a:pt x="49396" y="54888"/>
                  </a:lnTo>
                  <a:lnTo>
                    <a:pt x="48693" y="55887"/>
                  </a:lnTo>
                  <a:lnTo>
                    <a:pt x="46942" y="54781"/>
                  </a:lnTo>
                  <a:lnTo>
                    <a:pt x="45861" y="54097"/>
                  </a:lnTo>
                  <a:lnTo>
                    <a:pt x="44893" y="53485"/>
                  </a:lnTo>
                  <a:lnTo>
                    <a:pt x="42883" y="52067"/>
                  </a:lnTo>
                  <a:lnTo>
                    <a:pt x="38944" y="49287"/>
                  </a:lnTo>
                  <a:lnTo>
                    <a:pt x="38333" y="48856"/>
                  </a:lnTo>
                  <a:lnTo>
                    <a:pt x="36346" y="47454"/>
                  </a:lnTo>
                  <a:lnTo>
                    <a:pt x="36027" y="47229"/>
                  </a:lnTo>
                  <a:lnTo>
                    <a:pt x="34814" y="46356"/>
                  </a:lnTo>
                  <a:lnTo>
                    <a:pt x="33657" y="45524"/>
                  </a:lnTo>
                  <a:lnTo>
                    <a:pt x="31459" y="43942"/>
                  </a:lnTo>
                  <a:lnTo>
                    <a:pt x="30481" y="43239"/>
                  </a:lnTo>
                  <a:lnTo>
                    <a:pt x="29513" y="42542"/>
                  </a:lnTo>
                  <a:lnTo>
                    <a:pt x="27476" y="41136"/>
                  </a:lnTo>
                  <a:lnTo>
                    <a:pt x="26517" y="40473"/>
                  </a:lnTo>
                  <a:lnTo>
                    <a:pt x="25877" y="40031"/>
                  </a:lnTo>
                  <a:lnTo>
                    <a:pt x="23105" y="38117"/>
                  </a:lnTo>
                  <a:lnTo>
                    <a:pt x="22726" y="37854"/>
                  </a:lnTo>
                  <a:lnTo>
                    <a:pt x="22169" y="37471"/>
                  </a:lnTo>
                  <a:lnTo>
                    <a:pt x="21068" y="36713"/>
                  </a:lnTo>
                  <a:lnTo>
                    <a:pt x="18894" y="35150"/>
                  </a:lnTo>
                  <a:lnTo>
                    <a:pt x="18678" y="34995"/>
                  </a:lnTo>
                  <a:lnTo>
                    <a:pt x="17628" y="34240"/>
                  </a:lnTo>
                  <a:lnTo>
                    <a:pt x="16119" y="33155"/>
                  </a:lnTo>
                  <a:lnTo>
                    <a:pt x="13569" y="31322"/>
                  </a:lnTo>
                  <a:lnTo>
                    <a:pt x="9391" y="28381"/>
                  </a:lnTo>
                  <a:lnTo>
                    <a:pt x="5225" y="25447"/>
                  </a:lnTo>
                  <a:lnTo>
                    <a:pt x="2291" y="23342"/>
                  </a:lnTo>
                  <a:lnTo>
                    <a:pt x="1178" y="22544"/>
                  </a:lnTo>
                  <a:lnTo>
                    <a:pt x="0" y="21516"/>
                  </a:lnTo>
                  <a:lnTo>
                    <a:pt x="1117" y="20135"/>
                  </a:lnTo>
                  <a:lnTo>
                    <a:pt x="4375" y="16111"/>
                  </a:lnTo>
                  <a:lnTo>
                    <a:pt x="5382" y="16684"/>
                  </a:lnTo>
                  <a:lnTo>
                    <a:pt x="6591" y="15034"/>
                  </a:lnTo>
                  <a:lnTo>
                    <a:pt x="8337" y="12663"/>
                  </a:lnTo>
                  <a:lnTo>
                    <a:pt x="9997" y="10721"/>
                  </a:lnTo>
                  <a:lnTo>
                    <a:pt x="11022" y="9619"/>
                  </a:lnTo>
                  <a:lnTo>
                    <a:pt x="12872" y="7631"/>
                  </a:lnTo>
                  <a:lnTo>
                    <a:pt x="11914" y="6536"/>
                  </a:lnTo>
                  <a:lnTo>
                    <a:pt x="13015" y="5838"/>
                  </a:lnTo>
                  <a:lnTo>
                    <a:pt x="15387" y="4337"/>
                  </a:lnTo>
                  <a:lnTo>
                    <a:pt x="17740" y="2847"/>
                  </a:lnTo>
                  <a:lnTo>
                    <a:pt x="20265" y="1248"/>
                  </a:lnTo>
                  <a:lnTo>
                    <a:pt x="21525" y="0"/>
                  </a:lnTo>
                  <a:lnTo>
                    <a:pt x="21981" y="351"/>
                  </a:lnTo>
                  <a:lnTo>
                    <a:pt x="25139" y="2780"/>
                  </a:lnTo>
                  <a:lnTo>
                    <a:pt x="23315" y="5223"/>
                  </a:lnTo>
                  <a:lnTo>
                    <a:pt x="24926" y="6342"/>
                  </a:lnTo>
                  <a:lnTo>
                    <a:pt x="25258" y="6578"/>
                  </a:lnTo>
                  <a:lnTo>
                    <a:pt x="25144" y="6732"/>
                  </a:lnTo>
                  <a:lnTo>
                    <a:pt x="27207" y="8099"/>
                  </a:lnTo>
                  <a:lnTo>
                    <a:pt x="28789" y="9222"/>
                  </a:lnTo>
                  <a:lnTo>
                    <a:pt x="28345" y="9952"/>
                  </a:lnTo>
                  <a:lnTo>
                    <a:pt x="29279" y="10668"/>
                  </a:lnTo>
                  <a:lnTo>
                    <a:pt x="29219" y="110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4625246" y="3366197"/>
              <a:ext cx="60386" cy="63533"/>
            </a:xfrm>
            <a:custGeom>
              <a:avLst/>
              <a:pathLst>
                <a:path w="60386" h="63533">
                  <a:moveTo>
                    <a:pt x="58534" y="41482"/>
                  </a:moveTo>
                  <a:lnTo>
                    <a:pt x="59760" y="44359"/>
                  </a:lnTo>
                  <a:lnTo>
                    <a:pt x="60133" y="45048"/>
                  </a:lnTo>
                  <a:lnTo>
                    <a:pt x="60386" y="45516"/>
                  </a:lnTo>
                  <a:lnTo>
                    <a:pt x="56606" y="47189"/>
                  </a:lnTo>
                  <a:lnTo>
                    <a:pt x="54458" y="48117"/>
                  </a:lnTo>
                  <a:lnTo>
                    <a:pt x="53237" y="48645"/>
                  </a:lnTo>
                  <a:lnTo>
                    <a:pt x="52637" y="47853"/>
                  </a:lnTo>
                  <a:lnTo>
                    <a:pt x="51475" y="46307"/>
                  </a:lnTo>
                  <a:lnTo>
                    <a:pt x="50976" y="45728"/>
                  </a:lnTo>
                  <a:lnTo>
                    <a:pt x="50505" y="45182"/>
                  </a:lnTo>
                  <a:lnTo>
                    <a:pt x="49741" y="43637"/>
                  </a:lnTo>
                  <a:lnTo>
                    <a:pt x="49165" y="44431"/>
                  </a:lnTo>
                  <a:lnTo>
                    <a:pt x="48863" y="44847"/>
                  </a:lnTo>
                  <a:lnTo>
                    <a:pt x="47162" y="47188"/>
                  </a:lnTo>
                  <a:lnTo>
                    <a:pt x="46282" y="48639"/>
                  </a:lnTo>
                  <a:lnTo>
                    <a:pt x="46170" y="48824"/>
                  </a:lnTo>
                  <a:lnTo>
                    <a:pt x="45722" y="49565"/>
                  </a:lnTo>
                  <a:lnTo>
                    <a:pt x="44960" y="50920"/>
                  </a:lnTo>
                  <a:lnTo>
                    <a:pt x="46088" y="51422"/>
                  </a:lnTo>
                  <a:lnTo>
                    <a:pt x="45521" y="52196"/>
                  </a:lnTo>
                  <a:lnTo>
                    <a:pt x="45109" y="52758"/>
                  </a:lnTo>
                  <a:lnTo>
                    <a:pt x="43514" y="54963"/>
                  </a:lnTo>
                  <a:lnTo>
                    <a:pt x="42696" y="56094"/>
                  </a:lnTo>
                  <a:lnTo>
                    <a:pt x="42536" y="56315"/>
                  </a:lnTo>
                  <a:lnTo>
                    <a:pt x="40599" y="59534"/>
                  </a:lnTo>
                  <a:lnTo>
                    <a:pt x="40346" y="59955"/>
                  </a:lnTo>
                  <a:lnTo>
                    <a:pt x="39212" y="61739"/>
                  </a:lnTo>
                  <a:lnTo>
                    <a:pt x="38937" y="62297"/>
                  </a:lnTo>
                  <a:lnTo>
                    <a:pt x="38129" y="63533"/>
                  </a:lnTo>
                  <a:lnTo>
                    <a:pt x="35821" y="61981"/>
                  </a:lnTo>
                  <a:lnTo>
                    <a:pt x="33886" y="60640"/>
                  </a:lnTo>
                  <a:lnTo>
                    <a:pt x="33048" y="59963"/>
                  </a:lnTo>
                  <a:lnTo>
                    <a:pt x="32568" y="59689"/>
                  </a:lnTo>
                  <a:lnTo>
                    <a:pt x="30056" y="63434"/>
                  </a:lnTo>
                  <a:lnTo>
                    <a:pt x="24021" y="59051"/>
                  </a:lnTo>
                  <a:lnTo>
                    <a:pt x="23863" y="58936"/>
                  </a:lnTo>
                  <a:lnTo>
                    <a:pt x="21544" y="57314"/>
                  </a:lnTo>
                  <a:lnTo>
                    <a:pt x="20054" y="56272"/>
                  </a:lnTo>
                  <a:lnTo>
                    <a:pt x="18220" y="54989"/>
                  </a:lnTo>
                  <a:lnTo>
                    <a:pt x="14856" y="52636"/>
                  </a:lnTo>
                  <a:lnTo>
                    <a:pt x="11089" y="49973"/>
                  </a:lnTo>
                  <a:lnTo>
                    <a:pt x="8078" y="47844"/>
                  </a:lnTo>
                  <a:lnTo>
                    <a:pt x="5638" y="46119"/>
                  </a:lnTo>
                  <a:lnTo>
                    <a:pt x="5175" y="45792"/>
                  </a:lnTo>
                  <a:lnTo>
                    <a:pt x="3345" y="44564"/>
                  </a:lnTo>
                  <a:lnTo>
                    <a:pt x="2067" y="43706"/>
                  </a:lnTo>
                  <a:lnTo>
                    <a:pt x="0" y="42399"/>
                  </a:lnTo>
                  <a:lnTo>
                    <a:pt x="699" y="41398"/>
                  </a:lnTo>
                  <a:lnTo>
                    <a:pt x="864" y="41163"/>
                  </a:lnTo>
                  <a:lnTo>
                    <a:pt x="4324" y="36584"/>
                  </a:lnTo>
                  <a:lnTo>
                    <a:pt x="4851" y="35885"/>
                  </a:lnTo>
                  <a:lnTo>
                    <a:pt x="5228" y="35379"/>
                  </a:lnTo>
                  <a:lnTo>
                    <a:pt x="5351" y="35214"/>
                  </a:lnTo>
                  <a:lnTo>
                    <a:pt x="9379" y="29803"/>
                  </a:lnTo>
                  <a:lnTo>
                    <a:pt x="10365" y="28390"/>
                  </a:lnTo>
                  <a:lnTo>
                    <a:pt x="10904" y="27618"/>
                  </a:lnTo>
                  <a:lnTo>
                    <a:pt x="11360" y="26965"/>
                  </a:lnTo>
                  <a:lnTo>
                    <a:pt x="13433" y="23996"/>
                  </a:lnTo>
                  <a:lnTo>
                    <a:pt x="14732" y="22129"/>
                  </a:lnTo>
                  <a:lnTo>
                    <a:pt x="15684" y="20760"/>
                  </a:lnTo>
                  <a:lnTo>
                    <a:pt x="16181" y="20047"/>
                  </a:lnTo>
                  <a:lnTo>
                    <a:pt x="16309" y="19862"/>
                  </a:lnTo>
                  <a:lnTo>
                    <a:pt x="16608" y="19432"/>
                  </a:lnTo>
                  <a:lnTo>
                    <a:pt x="18217" y="17259"/>
                  </a:lnTo>
                  <a:lnTo>
                    <a:pt x="20773" y="13805"/>
                  </a:lnTo>
                  <a:lnTo>
                    <a:pt x="20894" y="13643"/>
                  </a:lnTo>
                  <a:lnTo>
                    <a:pt x="21611" y="12689"/>
                  </a:lnTo>
                  <a:lnTo>
                    <a:pt x="22015" y="12151"/>
                  </a:lnTo>
                  <a:lnTo>
                    <a:pt x="22306" y="11764"/>
                  </a:lnTo>
                  <a:lnTo>
                    <a:pt x="24670" y="8615"/>
                  </a:lnTo>
                  <a:lnTo>
                    <a:pt x="25381" y="7641"/>
                  </a:lnTo>
                  <a:lnTo>
                    <a:pt x="25611" y="7326"/>
                  </a:lnTo>
                  <a:lnTo>
                    <a:pt x="25996" y="6799"/>
                  </a:lnTo>
                  <a:lnTo>
                    <a:pt x="28672" y="3134"/>
                  </a:lnTo>
                  <a:lnTo>
                    <a:pt x="29428" y="2046"/>
                  </a:lnTo>
                  <a:lnTo>
                    <a:pt x="30851" y="0"/>
                  </a:lnTo>
                  <a:lnTo>
                    <a:pt x="32621" y="1333"/>
                  </a:lnTo>
                  <a:lnTo>
                    <a:pt x="33512" y="2004"/>
                  </a:lnTo>
                  <a:lnTo>
                    <a:pt x="37803" y="5235"/>
                  </a:lnTo>
                  <a:lnTo>
                    <a:pt x="38951" y="6200"/>
                  </a:lnTo>
                  <a:lnTo>
                    <a:pt x="40302" y="7335"/>
                  </a:lnTo>
                  <a:lnTo>
                    <a:pt x="41633" y="8452"/>
                  </a:lnTo>
                  <a:lnTo>
                    <a:pt x="42766" y="9791"/>
                  </a:lnTo>
                  <a:lnTo>
                    <a:pt x="43696" y="10889"/>
                  </a:lnTo>
                  <a:lnTo>
                    <a:pt x="45225" y="12696"/>
                  </a:lnTo>
                  <a:lnTo>
                    <a:pt x="45940" y="14084"/>
                  </a:lnTo>
                  <a:lnTo>
                    <a:pt x="47006" y="16157"/>
                  </a:lnTo>
                  <a:lnTo>
                    <a:pt x="47749" y="17599"/>
                  </a:lnTo>
                  <a:lnTo>
                    <a:pt x="47835" y="17784"/>
                  </a:lnTo>
                  <a:lnTo>
                    <a:pt x="49207" y="20732"/>
                  </a:lnTo>
                  <a:lnTo>
                    <a:pt x="52417" y="27630"/>
                  </a:lnTo>
                  <a:lnTo>
                    <a:pt x="54959" y="33093"/>
                  </a:lnTo>
                  <a:lnTo>
                    <a:pt x="57106" y="381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4645273" y="3344180"/>
              <a:ext cx="96927" cy="70506"/>
            </a:xfrm>
            <a:custGeom>
              <a:avLst/>
              <a:pathLst>
                <a:path w="96927" h="70506">
                  <a:moveTo>
                    <a:pt x="13736" y="2520"/>
                  </a:moveTo>
                  <a:lnTo>
                    <a:pt x="15943" y="4298"/>
                  </a:lnTo>
                  <a:lnTo>
                    <a:pt x="16498" y="3891"/>
                  </a:lnTo>
                  <a:lnTo>
                    <a:pt x="17313" y="3427"/>
                  </a:lnTo>
                  <a:lnTo>
                    <a:pt x="18823" y="2587"/>
                  </a:lnTo>
                  <a:lnTo>
                    <a:pt x="19934" y="2065"/>
                  </a:lnTo>
                  <a:lnTo>
                    <a:pt x="21086" y="1630"/>
                  </a:lnTo>
                  <a:lnTo>
                    <a:pt x="21619" y="1428"/>
                  </a:lnTo>
                  <a:lnTo>
                    <a:pt x="22418" y="1153"/>
                  </a:lnTo>
                  <a:lnTo>
                    <a:pt x="23113" y="927"/>
                  </a:lnTo>
                  <a:lnTo>
                    <a:pt x="24266" y="3212"/>
                  </a:lnTo>
                  <a:lnTo>
                    <a:pt x="25996" y="6631"/>
                  </a:lnTo>
                  <a:lnTo>
                    <a:pt x="26762" y="8146"/>
                  </a:lnTo>
                  <a:lnTo>
                    <a:pt x="29496" y="13348"/>
                  </a:lnTo>
                  <a:lnTo>
                    <a:pt x="31174" y="15098"/>
                  </a:lnTo>
                  <a:lnTo>
                    <a:pt x="31975" y="15933"/>
                  </a:lnTo>
                  <a:lnTo>
                    <a:pt x="32534" y="16311"/>
                  </a:lnTo>
                  <a:lnTo>
                    <a:pt x="33033" y="16649"/>
                  </a:lnTo>
                  <a:lnTo>
                    <a:pt x="34097" y="17368"/>
                  </a:lnTo>
                  <a:lnTo>
                    <a:pt x="34477" y="17625"/>
                  </a:lnTo>
                  <a:lnTo>
                    <a:pt x="38633" y="19246"/>
                  </a:lnTo>
                  <a:lnTo>
                    <a:pt x="38989" y="19385"/>
                  </a:lnTo>
                  <a:lnTo>
                    <a:pt x="41100" y="20108"/>
                  </a:lnTo>
                  <a:lnTo>
                    <a:pt x="44752" y="21360"/>
                  </a:lnTo>
                  <a:lnTo>
                    <a:pt x="46486" y="21954"/>
                  </a:lnTo>
                  <a:lnTo>
                    <a:pt x="47214" y="22203"/>
                  </a:lnTo>
                  <a:lnTo>
                    <a:pt x="47604" y="22286"/>
                  </a:lnTo>
                  <a:lnTo>
                    <a:pt x="47838" y="21453"/>
                  </a:lnTo>
                  <a:lnTo>
                    <a:pt x="48065" y="22095"/>
                  </a:lnTo>
                  <a:lnTo>
                    <a:pt x="48837" y="23349"/>
                  </a:lnTo>
                  <a:lnTo>
                    <a:pt x="50918" y="26087"/>
                  </a:lnTo>
                  <a:lnTo>
                    <a:pt x="51104" y="26449"/>
                  </a:lnTo>
                  <a:lnTo>
                    <a:pt x="51276" y="26782"/>
                  </a:lnTo>
                  <a:lnTo>
                    <a:pt x="51637" y="27482"/>
                  </a:lnTo>
                  <a:lnTo>
                    <a:pt x="51937" y="28608"/>
                  </a:lnTo>
                  <a:lnTo>
                    <a:pt x="52138" y="29364"/>
                  </a:lnTo>
                  <a:lnTo>
                    <a:pt x="52322" y="30051"/>
                  </a:lnTo>
                  <a:lnTo>
                    <a:pt x="52535" y="30723"/>
                  </a:lnTo>
                  <a:lnTo>
                    <a:pt x="53084" y="32445"/>
                  </a:lnTo>
                  <a:lnTo>
                    <a:pt x="54017" y="34949"/>
                  </a:lnTo>
                  <a:lnTo>
                    <a:pt x="54105" y="35194"/>
                  </a:lnTo>
                  <a:lnTo>
                    <a:pt x="54245" y="35587"/>
                  </a:lnTo>
                  <a:lnTo>
                    <a:pt x="54746" y="38595"/>
                  </a:lnTo>
                  <a:lnTo>
                    <a:pt x="54789" y="38909"/>
                  </a:lnTo>
                  <a:lnTo>
                    <a:pt x="54955" y="38938"/>
                  </a:lnTo>
                  <a:lnTo>
                    <a:pt x="55284" y="38992"/>
                  </a:lnTo>
                  <a:lnTo>
                    <a:pt x="57970" y="39433"/>
                  </a:lnTo>
                  <a:lnTo>
                    <a:pt x="59178" y="39632"/>
                  </a:lnTo>
                  <a:lnTo>
                    <a:pt x="59627" y="40241"/>
                  </a:lnTo>
                  <a:lnTo>
                    <a:pt x="70393" y="38508"/>
                  </a:lnTo>
                  <a:lnTo>
                    <a:pt x="76348" y="37894"/>
                  </a:lnTo>
                  <a:lnTo>
                    <a:pt x="76454" y="35010"/>
                  </a:lnTo>
                  <a:lnTo>
                    <a:pt x="81528" y="33355"/>
                  </a:lnTo>
                  <a:lnTo>
                    <a:pt x="83984" y="37253"/>
                  </a:lnTo>
                  <a:lnTo>
                    <a:pt x="86815" y="35811"/>
                  </a:lnTo>
                  <a:lnTo>
                    <a:pt x="88043" y="37947"/>
                  </a:lnTo>
                  <a:lnTo>
                    <a:pt x="96050" y="49892"/>
                  </a:lnTo>
                  <a:lnTo>
                    <a:pt x="96927" y="51220"/>
                  </a:lnTo>
                  <a:lnTo>
                    <a:pt x="96782" y="51285"/>
                  </a:lnTo>
                  <a:lnTo>
                    <a:pt x="96340" y="51482"/>
                  </a:lnTo>
                  <a:lnTo>
                    <a:pt x="95385" y="51926"/>
                  </a:lnTo>
                  <a:lnTo>
                    <a:pt x="94774" y="52210"/>
                  </a:lnTo>
                  <a:lnTo>
                    <a:pt x="93244" y="52922"/>
                  </a:lnTo>
                  <a:lnTo>
                    <a:pt x="93062" y="53033"/>
                  </a:lnTo>
                  <a:lnTo>
                    <a:pt x="91790" y="53810"/>
                  </a:lnTo>
                  <a:lnTo>
                    <a:pt x="90659" y="54499"/>
                  </a:lnTo>
                  <a:lnTo>
                    <a:pt x="88798" y="56054"/>
                  </a:lnTo>
                  <a:lnTo>
                    <a:pt x="88404" y="56383"/>
                  </a:lnTo>
                  <a:lnTo>
                    <a:pt x="84977" y="60030"/>
                  </a:lnTo>
                  <a:lnTo>
                    <a:pt x="83906" y="60942"/>
                  </a:lnTo>
                  <a:lnTo>
                    <a:pt x="83558" y="61037"/>
                  </a:lnTo>
                  <a:lnTo>
                    <a:pt x="82792" y="61119"/>
                  </a:lnTo>
                  <a:lnTo>
                    <a:pt x="82476" y="61232"/>
                  </a:lnTo>
                  <a:lnTo>
                    <a:pt x="81766" y="61484"/>
                  </a:lnTo>
                  <a:lnTo>
                    <a:pt x="80255" y="61923"/>
                  </a:lnTo>
                  <a:lnTo>
                    <a:pt x="79421" y="62164"/>
                  </a:lnTo>
                  <a:lnTo>
                    <a:pt x="78423" y="62454"/>
                  </a:lnTo>
                  <a:lnTo>
                    <a:pt x="73620" y="63476"/>
                  </a:lnTo>
                  <a:lnTo>
                    <a:pt x="71857" y="63977"/>
                  </a:lnTo>
                  <a:lnTo>
                    <a:pt x="71459" y="64090"/>
                  </a:lnTo>
                  <a:lnTo>
                    <a:pt x="70208" y="64363"/>
                  </a:lnTo>
                  <a:lnTo>
                    <a:pt x="69664" y="64404"/>
                  </a:lnTo>
                  <a:lnTo>
                    <a:pt x="68300" y="63885"/>
                  </a:lnTo>
                  <a:lnTo>
                    <a:pt x="63534" y="62138"/>
                  </a:lnTo>
                  <a:lnTo>
                    <a:pt x="61986" y="61810"/>
                  </a:lnTo>
                  <a:lnTo>
                    <a:pt x="61273" y="61919"/>
                  </a:lnTo>
                  <a:lnTo>
                    <a:pt x="60880" y="62102"/>
                  </a:lnTo>
                  <a:lnTo>
                    <a:pt x="60449" y="62302"/>
                  </a:lnTo>
                  <a:lnTo>
                    <a:pt x="59431" y="62820"/>
                  </a:lnTo>
                  <a:lnTo>
                    <a:pt x="58661" y="63199"/>
                  </a:lnTo>
                  <a:lnTo>
                    <a:pt x="56739" y="64145"/>
                  </a:lnTo>
                  <a:lnTo>
                    <a:pt x="55628" y="64692"/>
                  </a:lnTo>
                  <a:lnTo>
                    <a:pt x="55116" y="64944"/>
                  </a:lnTo>
                  <a:lnTo>
                    <a:pt x="54792" y="65103"/>
                  </a:lnTo>
                  <a:lnTo>
                    <a:pt x="52101" y="66261"/>
                  </a:lnTo>
                  <a:lnTo>
                    <a:pt x="51895" y="66349"/>
                  </a:lnTo>
                  <a:lnTo>
                    <a:pt x="49319" y="67458"/>
                  </a:lnTo>
                  <a:lnTo>
                    <a:pt x="49041" y="67578"/>
                  </a:lnTo>
                  <a:lnTo>
                    <a:pt x="47306" y="68247"/>
                  </a:lnTo>
                  <a:lnTo>
                    <a:pt x="45882" y="68795"/>
                  </a:lnTo>
                  <a:lnTo>
                    <a:pt x="41969" y="70506"/>
                  </a:lnTo>
                  <a:lnTo>
                    <a:pt x="40359" y="67533"/>
                  </a:lnTo>
                  <a:lnTo>
                    <a:pt x="40105" y="67064"/>
                  </a:lnTo>
                  <a:lnTo>
                    <a:pt x="39733" y="66376"/>
                  </a:lnTo>
                  <a:lnTo>
                    <a:pt x="38506" y="63499"/>
                  </a:lnTo>
                  <a:lnTo>
                    <a:pt x="37078" y="60148"/>
                  </a:lnTo>
                  <a:lnTo>
                    <a:pt x="34932" y="55110"/>
                  </a:lnTo>
                  <a:lnTo>
                    <a:pt x="32390" y="49647"/>
                  </a:lnTo>
                  <a:lnTo>
                    <a:pt x="29180" y="42749"/>
                  </a:lnTo>
                  <a:lnTo>
                    <a:pt x="27808" y="39801"/>
                  </a:lnTo>
                  <a:lnTo>
                    <a:pt x="27721" y="39615"/>
                  </a:lnTo>
                  <a:lnTo>
                    <a:pt x="26979" y="38173"/>
                  </a:lnTo>
                  <a:lnTo>
                    <a:pt x="25912" y="36101"/>
                  </a:lnTo>
                  <a:lnTo>
                    <a:pt x="25198" y="34713"/>
                  </a:lnTo>
                  <a:lnTo>
                    <a:pt x="23668" y="32906"/>
                  </a:lnTo>
                  <a:lnTo>
                    <a:pt x="22739" y="31808"/>
                  </a:lnTo>
                  <a:lnTo>
                    <a:pt x="21606" y="30469"/>
                  </a:lnTo>
                  <a:lnTo>
                    <a:pt x="20275" y="29351"/>
                  </a:lnTo>
                  <a:lnTo>
                    <a:pt x="18923" y="28216"/>
                  </a:lnTo>
                  <a:lnTo>
                    <a:pt x="17775" y="27252"/>
                  </a:lnTo>
                  <a:lnTo>
                    <a:pt x="13484" y="24020"/>
                  </a:lnTo>
                  <a:lnTo>
                    <a:pt x="12594" y="23350"/>
                  </a:lnTo>
                  <a:lnTo>
                    <a:pt x="10823" y="22016"/>
                  </a:lnTo>
                  <a:lnTo>
                    <a:pt x="8812" y="20501"/>
                  </a:lnTo>
                  <a:lnTo>
                    <a:pt x="6628" y="19000"/>
                  </a:lnTo>
                  <a:lnTo>
                    <a:pt x="5263" y="18063"/>
                  </a:lnTo>
                  <a:lnTo>
                    <a:pt x="211" y="14591"/>
                  </a:lnTo>
                  <a:lnTo>
                    <a:pt x="0" y="14445"/>
                  </a:lnTo>
                  <a:lnTo>
                    <a:pt x="1083" y="12966"/>
                  </a:lnTo>
                  <a:lnTo>
                    <a:pt x="3363" y="9928"/>
                  </a:lnTo>
                  <a:lnTo>
                    <a:pt x="3497" y="9749"/>
                  </a:lnTo>
                  <a:lnTo>
                    <a:pt x="3609" y="9601"/>
                  </a:lnTo>
                  <a:lnTo>
                    <a:pt x="5609" y="6787"/>
                  </a:lnTo>
                  <a:lnTo>
                    <a:pt x="6477" y="5569"/>
                  </a:lnTo>
                  <a:lnTo>
                    <a:pt x="7689" y="3871"/>
                  </a:lnTo>
                  <a:lnTo>
                    <a:pt x="8475" y="2861"/>
                  </a:lnTo>
                  <a:lnTo>
                    <a:pt x="10386" y="408"/>
                  </a:lnTo>
                  <a:lnTo>
                    <a:pt x="10837" y="0"/>
                  </a:lnTo>
                  <a:lnTo>
                    <a:pt x="13227" y="211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4668387" y="3311546"/>
              <a:ext cx="117382" cy="72875"/>
            </a:xfrm>
            <a:custGeom>
              <a:avLst/>
              <a:pathLst>
                <a:path w="117382" h="72875">
                  <a:moveTo>
                    <a:pt x="30903" y="67583"/>
                  </a:moveTo>
                  <a:lnTo>
                    <a:pt x="29958" y="65048"/>
                  </a:lnTo>
                  <a:lnTo>
                    <a:pt x="29421" y="63357"/>
                  </a:lnTo>
                  <a:lnTo>
                    <a:pt x="29208" y="62685"/>
                  </a:lnTo>
                  <a:lnTo>
                    <a:pt x="29024" y="61998"/>
                  </a:lnTo>
                  <a:lnTo>
                    <a:pt x="28823" y="61242"/>
                  </a:lnTo>
                  <a:lnTo>
                    <a:pt x="28523" y="60116"/>
                  </a:lnTo>
                  <a:lnTo>
                    <a:pt x="28162" y="59416"/>
                  </a:lnTo>
                  <a:lnTo>
                    <a:pt x="27990" y="59083"/>
                  </a:lnTo>
                  <a:lnTo>
                    <a:pt x="27804" y="58722"/>
                  </a:lnTo>
                  <a:lnTo>
                    <a:pt x="25664" y="55887"/>
                  </a:lnTo>
                  <a:lnTo>
                    <a:pt x="24951" y="54729"/>
                  </a:lnTo>
                  <a:lnTo>
                    <a:pt x="24724" y="54088"/>
                  </a:lnTo>
                  <a:lnTo>
                    <a:pt x="24368" y="54894"/>
                  </a:lnTo>
                  <a:lnTo>
                    <a:pt x="24100" y="54837"/>
                  </a:lnTo>
                  <a:lnTo>
                    <a:pt x="23372" y="54588"/>
                  </a:lnTo>
                  <a:lnTo>
                    <a:pt x="21638" y="53994"/>
                  </a:lnTo>
                  <a:lnTo>
                    <a:pt x="17986" y="52742"/>
                  </a:lnTo>
                  <a:lnTo>
                    <a:pt x="15875" y="52019"/>
                  </a:lnTo>
                  <a:lnTo>
                    <a:pt x="15519" y="51880"/>
                  </a:lnTo>
                  <a:lnTo>
                    <a:pt x="11363" y="50259"/>
                  </a:lnTo>
                  <a:lnTo>
                    <a:pt x="10983" y="50002"/>
                  </a:lnTo>
                  <a:lnTo>
                    <a:pt x="9919" y="49283"/>
                  </a:lnTo>
                  <a:lnTo>
                    <a:pt x="9420" y="48945"/>
                  </a:lnTo>
                  <a:lnTo>
                    <a:pt x="8861" y="48567"/>
                  </a:lnTo>
                  <a:lnTo>
                    <a:pt x="8060" y="47732"/>
                  </a:lnTo>
                  <a:lnTo>
                    <a:pt x="6334" y="45890"/>
                  </a:lnTo>
                  <a:lnTo>
                    <a:pt x="3648" y="40780"/>
                  </a:lnTo>
                  <a:lnTo>
                    <a:pt x="2882" y="39265"/>
                  </a:lnTo>
                  <a:lnTo>
                    <a:pt x="1152" y="35847"/>
                  </a:lnTo>
                  <a:lnTo>
                    <a:pt x="0" y="33561"/>
                  </a:lnTo>
                  <a:lnTo>
                    <a:pt x="1302" y="33137"/>
                  </a:lnTo>
                  <a:lnTo>
                    <a:pt x="2336" y="32677"/>
                  </a:lnTo>
                  <a:lnTo>
                    <a:pt x="3466" y="32176"/>
                  </a:lnTo>
                  <a:lnTo>
                    <a:pt x="5347" y="31526"/>
                  </a:lnTo>
                  <a:lnTo>
                    <a:pt x="7621" y="30908"/>
                  </a:lnTo>
                  <a:lnTo>
                    <a:pt x="9000" y="30518"/>
                  </a:lnTo>
                  <a:lnTo>
                    <a:pt x="9398" y="30383"/>
                  </a:lnTo>
                  <a:lnTo>
                    <a:pt x="10350" y="30060"/>
                  </a:lnTo>
                  <a:lnTo>
                    <a:pt x="11127" y="29796"/>
                  </a:lnTo>
                  <a:lnTo>
                    <a:pt x="13427" y="27645"/>
                  </a:lnTo>
                  <a:lnTo>
                    <a:pt x="13705" y="32881"/>
                  </a:lnTo>
                  <a:lnTo>
                    <a:pt x="13771" y="33856"/>
                  </a:lnTo>
                  <a:lnTo>
                    <a:pt x="16255" y="33135"/>
                  </a:lnTo>
                  <a:lnTo>
                    <a:pt x="18658" y="32721"/>
                  </a:lnTo>
                  <a:lnTo>
                    <a:pt x="21595" y="32347"/>
                  </a:lnTo>
                  <a:lnTo>
                    <a:pt x="22479" y="32249"/>
                  </a:lnTo>
                  <a:lnTo>
                    <a:pt x="25162" y="34593"/>
                  </a:lnTo>
                  <a:lnTo>
                    <a:pt x="24759" y="36574"/>
                  </a:lnTo>
                  <a:lnTo>
                    <a:pt x="24359" y="39249"/>
                  </a:lnTo>
                  <a:lnTo>
                    <a:pt x="25224" y="40467"/>
                  </a:lnTo>
                  <a:lnTo>
                    <a:pt x="27531" y="38256"/>
                  </a:lnTo>
                  <a:lnTo>
                    <a:pt x="29966" y="35756"/>
                  </a:lnTo>
                  <a:lnTo>
                    <a:pt x="32673" y="33065"/>
                  </a:lnTo>
                  <a:lnTo>
                    <a:pt x="34736" y="35096"/>
                  </a:lnTo>
                  <a:lnTo>
                    <a:pt x="36402" y="34305"/>
                  </a:lnTo>
                  <a:lnTo>
                    <a:pt x="37492" y="35288"/>
                  </a:lnTo>
                  <a:lnTo>
                    <a:pt x="39285" y="37388"/>
                  </a:lnTo>
                  <a:lnTo>
                    <a:pt x="39717" y="36949"/>
                  </a:lnTo>
                  <a:lnTo>
                    <a:pt x="39940" y="36722"/>
                  </a:lnTo>
                  <a:lnTo>
                    <a:pt x="43303" y="34473"/>
                  </a:lnTo>
                  <a:lnTo>
                    <a:pt x="44972" y="33436"/>
                  </a:lnTo>
                  <a:lnTo>
                    <a:pt x="45558" y="33083"/>
                  </a:lnTo>
                  <a:lnTo>
                    <a:pt x="45910" y="32871"/>
                  </a:lnTo>
                  <a:lnTo>
                    <a:pt x="47585" y="33077"/>
                  </a:lnTo>
                  <a:lnTo>
                    <a:pt x="49401" y="32639"/>
                  </a:lnTo>
                  <a:lnTo>
                    <a:pt x="50020" y="32471"/>
                  </a:lnTo>
                  <a:lnTo>
                    <a:pt x="49914" y="30175"/>
                  </a:lnTo>
                  <a:lnTo>
                    <a:pt x="52504" y="29934"/>
                  </a:lnTo>
                  <a:lnTo>
                    <a:pt x="69584" y="24845"/>
                  </a:lnTo>
                  <a:lnTo>
                    <a:pt x="72325" y="24434"/>
                  </a:lnTo>
                  <a:lnTo>
                    <a:pt x="79813" y="23310"/>
                  </a:lnTo>
                  <a:lnTo>
                    <a:pt x="80173" y="24328"/>
                  </a:lnTo>
                  <a:lnTo>
                    <a:pt x="81311" y="27545"/>
                  </a:lnTo>
                  <a:lnTo>
                    <a:pt x="85606" y="24748"/>
                  </a:lnTo>
                  <a:lnTo>
                    <a:pt x="85067" y="21276"/>
                  </a:lnTo>
                  <a:lnTo>
                    <a:pt x="86901" y="19881"/>
                  </a:lnTo>
                  <a:lnTo>
                    <a:pt x="87626" y="19329"/>
                  </a:lnTo>
                  <a:lnTo>
                    <a:pt x="91176" y="16629"/>
                  </a:lnTo>
                  <a:lnTo>
                    <a:pt x="93062" y="17359"/>
                  </a:lnTo>
                  <a:lnTo>
                    <a:pt x="97197" y="13659"/>
                  </a:lnTo>
                  <a:lnTo>
                    <a:pt x="101281" y="10004"/>
                  </a:lnTo>
                  <a:lnTo>
                    <a:pt x="102698" y="10405"/>
                  </a:lnTo>
                  <a:lnTo>
                    <a:pt x="104305" y="10860"/>
                  </a:lnTo>
                  <a:lnTo>
                    <a:pt x="105064" y="9744"/>
                  </a:lnTo>
                  <a:lnTo>
                    <a:pt x="110109" y="2330"/>
                  </a:lnTo>
                  <a:lnTo>
                    <a:pt x="111694" y="0"/>
                  </a:lnTo>
                  <a:lnTo>
                    <a:pt x="117382" y="2963"/>
                  </a:lnTo>
                  <a:lnTo>
                    <a:pt x="114814" y="9149"/>
                  </a:lnTo>
                  <a:lnTo>
                    <a:pt x="114339" y="10295"/>
                  </a:lnTo>
                  <a:lnTo>
                    <a:pt x="113996" y="10734"/>
                  </a:lnTo>
                  <a:lnTo>
                    <a:pt x="107888" y="18564"/>
                  </a:lnTo>
                  <a:lnTo>
                    <a:pt x="100678" y="27806"/>
                  </a:lnTo>
                  <a:lnTo>
                    <a:pt x="103587" y="29912"/>
                  </a:lnTo>
                  <a:lnTo>
                    <a:pt x="99211" y="37982"/>
                  </a:lnTo>
                  <a:lnTo>
                    <a:pt x="97277" y="40828"/>
                  </a:lnTo>
                  <a:lnTo>
                    <a:pt x="92354" y="48070"/>
                  </a:lnTo>
                  <a:lnTo>
                    <a:pt x="91202" y="49765"/>
                  </a:lnTo>
                  <a:lnTo>
                    <a:pt x="71871" y="66042"/>
                  </a:lnTo>
                  <a:lnTo>
                    <a:pt x="64929" y="70582"/>
                  </a:lnTo>
                  <a:lnTo>
                    <a:pt x="63701" y="68445"/>
                  </a:lnTo>
                  <a:lnTo>
                    <a:pt x="60870" y="69887"/>
                  </a:lnTo>
                  <a:lnTo>
                    <a:pt x="58414" y="65989"/>
                  </a:lnTo>
                  <a:lnTo>
                    <a:pt x="53340" y="67644"/>
                  </a:lnTo>
                  <a:lnTo>
                    <a:pt x="53234" y="70528"/>
                  </a:lnTo>
                  <a:lnTo>
                    <a:pt x="47279" y="71142"/>
                  </a:lnTo>
                  <a:lnTo>
                    <a:pt x="36513" y="72875"/>
                  </a:lnTo>
                  <a:lnTo>
                    <a:pt x="36064" y="72266"/>
                  </a:lnTo>
                  <a:lnTo>
                    <a:pt x="34857" y="72068"/>
                  </a:lnTo>
                  <a:lnTo>
                    <a:pt x="32170" y="71626"/>
                  </a:lnTo>
                  <a:lnTo>
                    <a:pt x="31842" y="71572"/>
                  </a:lnTo>
                  <a:lnTo>
                    <a:pt x="31675" y="71543"/>
                  </a:lnTo>
                  <a:lnTo>
                    <a:pt x="31632" y="71229"/>
                  </a:lnTo>
                  <a:lnTo>
                    <a:pt x="31131" y="68221"/>
                  </a:lnTo>
                  <a:lnTo>
                    <a:pt x="30991" y="6782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4681815" y="3321535"/>
              <a:ext cx="39076" cy="30478"/>
            </a:xfrm>
            <a:custGeom>
              <a:avLst/>
              <a:pathLst>
                <a:path w="39076" h="30478">
                  <a:moveTo>
                    <a:pt x="36172" y="8308"/>
                  </a:moveTo>
                  <a:lnTo>
                    <a:pt x="39076" y="19946"/>
                  </a:lnTo>
                  <a:lnTo>
                    <a:pt x="36486" y="20186"/>
                  </a:lnTo>
                  <a:lnTo>
                    <a:pt x="36593" y="22482"/>
                  </a:lnTo>
                  <a:lnTo>
                    <a:pt x="35973" y="22650"/>
                  </a:lnTo>
                  <a:lnTo>
                    <a:pt x="34157" y="23088"/>
                  </a:lnTo>
                  <a:lnTo>
                    <a:pt x="32483" y="22882"/>
                  </a:lnTo>
                  <a:lnTo>
                    <a:pt x="32130" y="23094"/>
                  </a:lnTo>
                  <a:lnTo>
                    <a:pt x="31544" y="23448"/>
                  </a:lnTo>
                  <a:lnTo>
                    <a:pt x="29876" y="24484"/>
                  </a:lnTo>
                  <a:lnTo>
                    <a:pt x="26512" y="26733"/>
                  </a:lnTo>
                  <a:lnTo>
                    <a:pt x="26289" y="26960"/>
                  </a:lnTo>
                  <a:lnTo>
                    <a:pt x="25857" y="27399"/>
                  </a:lnTo>
                  <a:lnTo>
                    <a:pt x="24064" y="25299"/>
                  </a:lnTo>
                  <a:lnTo>
                    <a:pt x="22975" y="24317"/>
                  </a:lnTo>
                  <a:lnTo>
                    <a:pt x="21308" y="25107"/>
                  </a:lnTo>
                  <a:lnTo>
                    <a:pt x="19246" y="23076"/>
                  </a:lnTo>
                  <a:lnTo>
                    <a:pt x="16538" y="25768"/>
                  </a:lnTo>
                  <a:lnTo>
                    <a:pt x="14103" y="28267"/>
                  </a:lnTo>
                  <a:lnTo>
                    <a:pt x="11796" y="30478"/>
                  </a:lnTo>
                  <a:lnTo>
                    <a:pt x="10931" y="29260"/>
                  </a:lnTo>
                  <a:lnTo>
                    <a:pt x="11331" y="26585"/>
                  </a:lnTo>
                  <a:lnTo>
                    <a:pt x="11735" y="24604"/>
                  </a:lnTo>
                  <a:lnTo>
                    <a:pt x="9051" y="22260"/>
                  </a:lnTo>
                  <a:lnTo>
                    <a:pt x="8167" y="22359"/>
                  </a:lnTo>
                  <a:lnTo>
                    <a:pt x="5230" y="22732"/>
                  </a:lnTo>
                  <a:lnTo>
                    <a:pt x="2827" y="23146"/>
                  </a:lnTo>
                  <a:lnTo>
                    <a:pt x="344" y="23867"/>
                  </a:lnTo>
                  <a:lnTo>
                    <a:pt x="277" y="22893"/>
                  </a:lnTo>
                  <a:lnTo>
                    <a:pt x="0" y="17656"/>
                  </a:lnTo>
                  <a:lnTo>
                    <a:pt x="4261" y="13671"/>
                  </a:lnTo>
                  <a:lnTo>
                    <a:pt x="7358" y="9879"/>
                  </a:lnTo>
                  <a:lnTo>
                    <a:pt x="7490" y="9734"/>
                  </a:lnTo>
                  <a:lnTo>
                    <a:pt x="7835" y="9354"/>
                  </a:lnTo>
                  <a:lnTo>
                    <a:pt x="11791" y="9469"/>
                  </a:lnTo>
                  <a:lnTo>
                    <a:pt x="11804" y="4791"/>
                  </a:lnTo>
                  <a:lnTo>
                    <a:pt x="12276" y="4282"/>
                  </a:lnTo>
                  <a:lnTo>
                    <a:pt x="13829" y="2607"/>
                  </a:lnTo>
                  <a:lnTo>
                    <a:pt x="15122" y="983"/>
                  </a:lnTo>
                  <a:lnTo>
                    <a:pt x="15706" y="412"/>
                  </a:lnTo>
                  <a:lnTo>
                    <a:pt x="16223" y="0"/>
                  </a:lnTo>
                  <a:lnTo>
                    <a:pt x="22521" y="451"/>
                  </a:lnTo>
                  <a:lnTo>
                    <a:pt x="28756" y="6124"/>
                  </a:lnTo>
                  <a:lnTo>
                    <a:pt x="30920" y="67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4838202" y="3330665"/>
              <a:ext cx="147252" cy="127844"/>
            </a:xfrm>
            <a:custGeom>
              <a:avLst/>
              <a:pathLst>
                <a:path w="147252" h="127844">
                  <a:moveTo>
                    <a:pt x="7042" y="65667"/>
                  </a:moveTo>
                  <a:lnTo>
                    <a:pt x="7023" y="65229"/>
                  </a:lnTo>
                  <a:lnTo>
                    <a:pt x="6976" y="64158"/>
                  </a:lnTo>
                  <a:lnTo>
                    <a:pt x="6864" y="62154"/>
                  </a:lnTo>
                  <a:lnTo>
                    <a:pt x="6652" y="58375"/>
                  </a:lnTo>
                  <a:lnTo>
                    <a:pt x="5670" y="58466"/>
                  </a:lnTo>
                  <a:lnTo>
                    <a:pt x="348" y="58863"/>
                  </a:lnTo>
                  <a:lnTo>
                    <a:pt x="231" y="57101"/>
                  </a:lnTo>
                  <a:lnTo>
                    <a:pt x="40" y="54229"/>
                  </a:lnTo>
                  <a:lnTo>
                    <a:pt x="0" y="53613"/>
                  </a:lnTo>
                  <a:lnTo>
                    <a:pt x="8" y="50804"/>
                  </a:lnTo>
                  <a:lnTo>
                    <a:pt x="12" y="49637"/>
                  </a:lnTo>
                  <a:lnTo>
                    <a:pt x="3441" y="49933"/>
                  </a:lnTo>
                  <a:lnTo>
                    <a:pt x="3792" y="50252"/>
                  </a:lnTo>
                  <a:lnTo>
                    <a:pt x="4398" y="50804"/>
                  </a:lnTo>
                  <a:lnTo>
                    <a:pt x="4859" y="51224"/>
                  </a:lnTo>
                  <a:lnTo>
                    <a:pt x="4743" y="54064"/>
                  </a:lnTo>
                  <a:lnTo>
                    <a:pt x="9092" y="53881"/>
                  </a:lnTo>
                  <a:lnTo>
                    <a:pt x="10139" y="53837"/>
                  </a:lnTo>
                  <a:lnTo>
                    <a:pt x="11164" y="53728"/>
                  </a:lnTo>
                  <a:lnTo>
                    <a:pt x="12076" y="53316"/>
                  </a:lnTo>
                  <a:lnTo>
                    <a:pt x="12341" y="53197"/>
                  </a:lnTo>
                  <a:lnTo>
                    <a:pt x="13210" y="52226"/>
                  </a:lnTo>
                  <a:lnTo>
                    <a:pt x="14558" y="51738"/>
                  </a:lnTo>
                  <a:lnTo>
                    <a:pt x="16050" y="51618"/>
                  </a:lnTo>
                  <a:lnTo>
                    <a:pt x="16557" y="51759"/>
                  </a:lnTo>
                  <a:lnTo>
                    <a:pt x="18951" y="52405"/>
                  </a:lnTo>
                  <a:lnTo>
                    <a:pt x="19284" y="52521"/>
                  </a:lnTo>
                  <a:lnTo>
                    <a:pt x="20085" y="52681"/>
                  </a:lnTo>
                  <a:lnTo>
                    <a:pt x="20421" y="52671"/>
                  </a:lnTo>
                  <a:lnTo>
                    <a:pt x="21582" y="52564"/>
                  </a:lnTo>
                  <a:lnTo>
                    <a:pt x="22653" y="52434"/>
                  </a:lnTo>
                  <a:lnTo>
                    <a:pt x="23787" y="52080"/>
                  </a:lnTo>
                  <a:lnTo>
                    <a:pt x="24317" y="51870"/>
                  </a:lnTo>
                  <a:lnTo>
                    <a:pt x="24526" y="51788"/>
                  </a:lnTo>
                  <a:lnTo>
                    <a:pt x="25039" y="51332"/>
                  </a:lnTo>
                  <a:lnTo>
                    <a:pt x="25419" y="50706"/>
                  </a:lnTo>
                  <a:lnTo>
                    <a:pt x="25659" y="49195"/>
                  </a:lnTo>
                  <a:lnTo>
                    <a:pt x="25744" y="48126"/>
                  </a:lnTo>
                  <a:lnTo>
                    <a:pt x="25743" y="47959"/>
                  </a:lnTo>
                  <a:lnTo>
                    <a:pt x="25733" y="46636"/>
                  </a:lnTo>
                  <a:lnTo>
                    <a:pt x="25731" y="46431"/>
                  </a:lnTo>
                  <a:lnTo>
                    <a:pt x="25092" y="44733"/>
                  </a:lnTo>
                  <a:lnTo>
                    <a:pt x="24353" y="42225"/>
                  </a:lnTo>
                  <a:lnTo>
                    <a:pt x="24361" y="41513"/>
                  </a:lnTo>
                  <a:lnTo>
                    <a:pt x="24504" y="40882"/>
                  </a:lnTo>
                  <a:lnTo>
                    <a:pt x="22815" y="39789"/>
                  </a:lnTo>
                  <a:lnTo>
                    <a:pt x="21014" y="38624"/>
                  </a:lnTo>
                  <a:lnTo>
                    <a:pt x="21132" y="38338"/>
                  </a:lnTo>
                  <a:lnTo>
                    <a:pt x="21157" y="37855"/>
                  </a:lnTo>
                  <a:lnTo>
                    <a:pt x="20932" y="37374"/>
                  </a:lnTo>
                  <a:lnTo>
                    <a:pt x="20182" y="36833"/>
                  </a:lnTo>
                  <a:lnTo>
                    <a:pt x="19982" y="36365"/>
                  </a:lnTo>
                  <a:lnTo>
                    <a:pt x="19806" y="34632"/>
                  </a:lnTo>
                  <a:lnTo>
                    <a:pt x="18899" y="33821"/>
                  </a:lnTo>
                  <a:lnTo>
                    <a:pt x="20380" y="31986"/>
                  </a:lnTo>
                  <a:lnTo>
                    <a:pt x="23789" y="33727"/>
                  </a:lnTo>
                  <a:lnTo>
                    <a:pt x="26843" y="27816"/>
                  </a:lnTo>
                  <a:lnTo>
                    <a:pt x="33775" y="31980"/>
                  </a:lnTo>
                  <a:lnTo>
                    <a:pt x="34454" y="37549"/>
                  </a:lnTo>
                  <a:lnTo>
                    <a:pt x="33790" y="37716"/>
                  </a:lnTo>
                  <a:lnTo>
                    <a:pt x="35106" y="44336"/>
                  </a:lnTo>
                  <a:lnTo>
                    <a:pt x="37227" y="46701"/>
                  </a:lnTo>
                  <a:lnTo>
                    <a:pt x="38531" y="49209"/>
                  </a:lnTo>
                  <a:lnTo>
                    <a:pt x="38420" y="50783"/>
                  </a:lnTo>
                  <a:lnTo>
                    <a:pt x="37584" y="55492"/>
                  </a:lnTo>
                  <a:lnTo>
                    <a:pt x="37428" y="56371"/>
                  </a:lnTo>
                  <a:lnTo>
                    <a:pt x="44134" y="57422"/>
                  </a:lnTo>
                  <a:lnTo>
                    <a:pt x="44440" y="57470"/>
                  </a:lnTo>
                  <a:lnTo>
                    <a:pt x="45268" y="48399"/>
                  </a:lnTo>
                  <a:lnTo>
                    <a:pt x="49700" y="36650"/>
                  </a:lnTo>
                  <a:lnTo>
                    <a:pt x="50448" y="34621"/>
                  </a:lnTo>
                  <a:lnTo>
                    <a:pt x="56162" y="37077"/>
                  </a:lnTo>
                  <a:lnTo>
                    <a:pt x="60007" y="36810"/>
                  </a:lnTo>
                  <a:lnTo>
                    <a:pt x="64013" y="35101"/>
                  </a:lnTo>
                  <a:lnTo>
                    <a:pt x="68285" y="31897"/>
                  </a:lnTo>
                  <a:lnTo>
                    <a:pt x="72717" y="28960"/>
                  </a:lnTo>
                  <a:lnTo>
                    <a:pt x="81353" y="23127"/>
                  </a:lnTo>
                  <a:lnTo>
                    <a:pt x="84360" y="13238"/>
                  </a:lnTo>
                  <a:lnTo>
                    <a:pt x="93911" y="0"/>
                  </a:lnTo>
                  <a:lnTo>
                    <a:pt x="96114" y="1505"/>
                  </a:lnTo>
                  <a:lnTo>
                    <a:pt x="98824" y="4878"/>
                  </a:lnTo>
                  <a:lnTo>
                    <a:pt x="99071" y="5187"/>
                  </a:lnTo>
                  <a:lnTo>
                    <a:pt x="100214" y="6730"/>
                  </a:lnTo>
                  <a:lnTo>
                    <a:pt x="103852" y="9939"/>
                  </a:lnTo>
                  <a:lnTo>
                    <a:pt x="104150" y="10202"/>
                  </a:lnTo>
                  <a:lnTo>
                    <a:pt x="99222" y="17063"/>
                  </a:lnTo>
                  <a:lnTo>
                    <a:pt x="96683" y="22143"/>
                  </a:lnTo>
                  <a:lnTo>
                    <a:pt x="94747" y="27818"/>
                  </a:lnTo>
                  <a:lnTo>
                    <a:pt x="99487" y="31355"/>
                  </a:lnTo>
                  <a:lnTo>
                    <a:pt x="94977" y="43388"/>
                  </a:lnTo>
                  <a:lnTo>
                    <a:pt x="104852" y="48921"/>
                  </a:lnTo>
                  <a:lnTo>
                    <a:pt x="109101" y="49398"/>
                  </a:lnTo>
                  <a:lnTo>
                    <a:pt x="114309" y="49946"/>
                  </a:lnTo>
                  <a:lnTo>
                    <a:pt x="117599" y="50167"/>
                  </a:lnTo>
                  <a:lnTo>
                    <a:pt x="119835" y="50333"/>
                  </a:lnTo>
                  <a:lnTo>
                    <a:pt x="122040" y="49242"/>
                  </a:lnTo>
                  <a:lnTo>
                    <a:pt x="122585" y="48972"/>
                  </a:lnTo>
                  <a:lnTo>
                    <a:pt x="128739" y="45925"/>
                  </a:lnTo>
                  <a:lnTo>
                    <a:pt x="132108" y="49212"/>
                  </a:lnTo>
                  <a:lnTo>
                    <a:pt x="133230" y="52470"/>
                  </a:lnTo>
                  <a:lnTo>
                    <a:pt x="134245" y="53752"/>
                  </a:lnTo>
                  <a:lnTo>
                    <a:pt x="139158" y="54766"/>
                  </a:lnTo>
                  <a:lnTo>
                    <a:pt x="145246" y="54713"/>
                  </a:lnTo>
                  <a:lnTo>
                    <a:pt x="145845" y="57622"/>
                  </a:lnTo>
                  <a:lnTo>
                    <a:pt x="147252" y="64449"/>
                  </a:lnTo>
                  <a:lnTo>
                    <a:pt x="146317" y="65071"/>
                  </a:lnTo>
                  <a:lnTo>
                    <a:pt x="144812" y="66071"/>
                  </a:lnTo>
                  <a:lnTo>
                    <a:pt x="144981" y="67531"/>
                  </a:lnTo>
                  <a:lnTo>
                    <a:pt x="145074" y="68334"/>
                  </a:lnTo>
                  <a:lnTo>
                    <a:pt x="145376" y="70942"/>
                  </a:lnTo>
                  <a:lnTo>
                    <a:pt x="143431" y="72111"/>
                  </a:lnTo>
                  <a:lnTo>
                    <a:pt x="139418" y="74523"/>
                  </a:lnTo>
                  <a:lnTo>
                    <a:pt x="137744" y="74860"/>
                  </a:lnTo>
                  <a:lnTo>
                    <a:pt x="137854" y="77202"/>
                  </a:lnTo>
                  <a:lnTo>
                    <a:pt x="135675" y="78035"/>
                  </a:lnTo>
                  <a:lnTo>
                    <a:pt x="133112" y="78035"/>
                  </a:lnTo>
                  <a:lnTo>
                    <a:pt x="130933" y="78676"/>
                  </a:lnTo>
                  <a:lnTo>
                    <a:pt x="128754" y="80470"/>
                  </a:lnTo>
                  <a:lnTo>
                    <a:pt x="126603" y="86860"/>
                  </a:lnTo>
                  <a:lnTo>
                    <a:pt x="124447" y="86617"/>
                  </a:lnTo>
                  <a:lnTo>
                    <a:pt x="123113" y="86466"/>
                  </a:lnTo>
                  <a:lnTo>
                    <a:pt x="122627" y="86214"/>
                  </a:lnTo>
                  <a:lnTo>
                    <a:pt x="106435" y="77841"/>
                  </a:lnTo>
                  <a:lnTo>
                    <a:pt x="105662" y="77441"/>
                  </a:lnTo>
                  <a:lnTo>
                    <a:pt x="105529" y="77321"/>
                  </a:lnTo>
                  <a:lnTo>
                    <a:pt x="105408" y="77191"/>
                  </a:lnTo>
                  <a:lnTo>
                    <a:pt x="105269" y="77006"/>
                  </a:lnTo>
                  <a:lnTo>
                    <a:pt x="103852" y="77100"/>
                  </a:lnTo>
                  <a:lnTo>
                    <a:pt x="89324" y="78063"/>
                  </a:lnTo>
                  <a:lnTo>
                    <a:pt x="88968" y="78076"/>
                  </a:lnTo>
                  <a:lnTo>
                    <a:pt x="88166" y="81646"/>
                  </a:lnTo>
                  <a:lnTo>
                    <a:pt x="88932" y="83151"/>
                  </a:lnTo>
                  <a:lnTo>
                    <a:pt x="97155" y="99301"/>
                  </a:lnTo>
                  <a:lnTo>
                    <a:pt x="104818" y="104984"/>
                  </a:lnTo>
                  <a:lnTo>
                    <a:pt x="113545" y="106247"/>
                  </a:lnTo>
                  <a:lnTo>
                    <a:pt x="131233" y="110028"/>
                  </a:lnTo>
                  <a:lnTo>
                    <a:pt x="139115" y="116437"/>
                  </a:lnTo>
                  <a:lnTo>
                    <a:pt x="137641" y="121243"/>
                  </a:lnTo>
                  <a:lnTo>
                    <a:pt x="133924" y="119897"/>
                  </a:lnTo>
                  <a:lnTo>
                    <a:pt x="131873" y="118936"/>
                  </a:lnTo>
                  <a:lnTo>
                    <a:pt x="130400" y="119000"/>
                  </a:lnTo>
                  <a:lnTo>
                    <a:pt x="128028" y="119321"/>
                  </a:lnTo>
                  <a:lnTo>
                    <a:pt x="122069" y="119449"/>
                  </a:lnTo>
                  <a:lnTo>
                    <a:pt x="122645" y="122781"/>
                  </a:lnTo>
                  <a:lnTo>
                    <a:pt x="111174" y="126626"/>
                  </a:lnTo>
                  <a:lnTo>
                    <a:pt x="100472" y="127844"/>
                  </a:lnTo>
                  <a:lnTo>
                    <a:pt x="96694" y="122020"/>
                  </a:lnTo>
                  <a:lnTo>
                    <a:pt x="86526" y="125386"/>
                  </a:lnTo>
                  <a:lnTo>
                    <a:pt x="84275" y="125180"/>
                  </a:lnTo>
                  <a:lnTo>
                    <a:pt x="83487" y="124755"/>
                  </a:lnTo>
                  <a:lnTo>
                    <a:pt x="82499" y="123190"/>
                  </a:lnTo>
                  <a:lnTo>
                    <a:pt x="79010" y="115611"/>
                  </a:lnTo>
                  <a:lnTo>
                    <a:pt x="76256" y="109628"/>
                  </a:lnTo>
                  <a:lnTo>
                    <a:pt x="76002" y="109076"/>
                  </a:lnTo>
                  <a:lnTo>
                    <a:pt x="73864" y="104327"/>
                  </a:lnTo>
                  <a:lnTo>
                    <a:pt x="73766" y="104125"/>
                  </a:lnTo>
                  <a:lnTo>
                    <a:pt x="72864" y="102259"/>
                  </a:lnTo>
                  <a:lnTo>
                    <a:pt x="72040" y="101713"/>
                  </a:lnTo>
                  <a:lnTo>
                    <a:pt x="69350" y="101835"/>
                  </a:lnTo>
                  <a:lnTo>
                    <a:pt x="68639" y="101434"/>
                  </a:lnTo>
                  <a:lnTo>
                    <a:pt x="68107" y="101135"/>
                  </a:lnTo>
                  <a:lnTo>
                    <a:pt x="67339" y="99425"/>
                  </a:lnTo>
                  <a:lnTo>
                    <a:pt x="67214" y="97919"/>
                  </a:lnTo>
                  <a:lnTo>
                    <a:pt x="61804" y="93040"/>
                  </a:lnTo>
                  <a:lnTo>
                    <a:pt x="60921" y="92245"/>
                  </a:lnTo>
                  <a:lnTo>
                    <a:pt x="58158" y="94273"/>
                  </a:lnTo>
                  <a:lnTo>
                    <a:pt x="55149" y="95625"/>
                  </a:lnTo>
                  <a:lnTo>
                    <a:pt x="54046" y="96244"/>
                  </a:lnTo>
                  <a:lnTo>
                    <a:pt x="52556" y="96700"/>
                  </a:lnTo>
                  <a:lnTo>
                    <a:pt x="51715" y="96787"/>
                  </a:lnTo>
                  <a:lnTo>
                    <a:pt x="51080" y="96724"/>
                  </a:lnTo>
                  <a:lnTo>
                    <a:pt x="50158" y="96402"/>
                  </a:lnTo>
                  <a:lnTo>
                    <a:pt x="49284" y="95681"/>
                  </a:lnTo>
                  <a:lnTo>
                    <a:pt x="48151" y="93964"/>
                  </a:lnTo>
                  <a:lnTo>
                    <a:pt x="39794" y="93563"/>
                  </a:lnTo>
                  <a:lnTo>
                    <a:pt x="39429" y="89500"/>
                  </a:lnTo>
                  <a:lnTo>
                    <a:pt x="27851" y="89424"/>
                  </a:lnTo>
                  <a:lnTo>
                    <a:pt x="23736" y="82419"/>
                  </a:lnTo>
                  <a:lnTo>
                    <a:pt x="22515" y="82703"/>
                  </a:lnTo>
                  <a:lnTo>
                    <a:pt x="19864" y="83319"/>
                  </a:lnTo>
                  <a:lnTo>
                    <a:pt x="18195" y="82221"/>
                  </a:lnTo>
                  <a:lnTo>
                    <a:pt x="17324" y="81302"/>
                  </a:lnTo>
                  <a:lnTo>
                    <a:pt x="17288" y="80936"/>
                  </a:lnTo>
                  <a:lnTo>
                    <a:pt x="17101" y="79030"/>
                  </a:lnTo>
                  <a:lnTo>
                    <a:pt x="14331" y="79174"/>
                  </a:lnTo>
                  <a:lnTo>
                    <a:pt x="13427" y="76437"/>
                  </a:lnTo>
                  <a:lnTo>
                    <a:pt x="11075" y="77012"/>
                  </a:lnTo>
                  <a:lnTo>
                    <a:pt x="11365" y="80478"/>
                  </a:lnTo>
                  <a:lnTo>
                    <a:pt x="9546" y="80634"/>
                  </a:lnTo>
                  <a:lnTo>
                    <a:pt x="8497" y="80737"/>
                  </a:lnTo>
                  <a:lnTo>
                    <a:pt x="7674" y="75107"/>
                  </a:lnTo>
                  <a:lnTo>
                    <a:pt x="7312" y="70510"/>
                  </a:lnTo>
                  <a:lnTo>
                    <a:pt x="7212" y="69521"/>
                  </a:lnTo>
                  <a:lnTo>
                    <a:pt x="7202" y="69345"/>
                  </a:lnTo>
                  <a:lnTo>
                    <a:pt x="7153" y="68225"/>
                  </a:lnTo>
                  <a:lnTo>
                    <a:pt x="7088" y="667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4761481" y="3353602"/>
              <a:ext cx="93420" cy="72789"/>
            </a:xfrm>
            <a:custGeom>
              <a:avLst/>
              <a:pathLst>
                <a:path w="93420" h="72789">
                  <a:moveTo>
                    <a:pt x="53975" y="10513"/>
                  </a:moveTo>
                  <a:lnTo>
                    <a:pt x="55693" y="12052"/>
                  </a:lnTo>
                  <a:lnTo>
                    <a:pt x="62238" y="17913"/>
                  </a:lnTo>
                  <a:lnTo>
                    <a:pt x="69035" y="17142"/>
                  </a:lnTo>
                  <a:lnTo>
                    <a:pt x="75095" y="16454"/>
                  </a:lnTo>
                  <a:lnTo>
                    <a:pt x="80828" y="9996"/>
                  </a:lnTo>
                  <a:lnTo>
                    <a:pt x="82555" y="10102"/>
                  </a:lnTo>
                  <a:lnTo>
                    <a:pt x="85241" y="10268"/>
                  </a:lnTo>
                  <a:lnTo>
                    <a:pt x="87037" y="13439"/>
                  </a:lnTo>
                  <a:lnTo>
                    <a:pt x="88357" y="15770"/>
                  </a:lnTo>
                  <a:lnTo>
                    <a:pt x="88571" y="16147"/>
                  </a:lnTo>
                  <a:lnTo>
                    <a:pt x="93420" y="16902"/>
                  </a:lnTo>
                  <a:lnTo>
                    <a:pt x="93300" y="27031"/>
                  </a:lnTo>
                  <a:lnTo>
                    <a:pt x="93279" y="28822"/>
                  </a:lnTo>
                  <a:lnTo>
                    <a:pt x="92631" y="28669"/>
                  </a:lnTo>
                  <a:lnTo>
                    <a:pt x="91280" y="28801"/>
                  </a:lnTo>
                  <a:lnTo>
                    <a:pt x="89932" y="29289"/>
                  </a:lnTo>
                  <a:lnTo>
                    <a:pt x="89063" y="30260"/>
                  </a:lnTo>
                  <a:lnTo>
                    <a:pt x="88798" y="30379"/>
                  </a:lnTo>
                  <a:lnTo>
                    <a:pt x="87886" y="30791"/>
                  </a:lnTo>
                  <a:lnTo>
                    <a:pt x="86860" y="30900"/>
                  </a:lnTo>
                  <a:lnTo>
                    <a:pt x="85813" y="30944"/>
                  </a:lnTo>
                  <a:lnTo>
                    <a:pt x="81464" y="31127"/>
                  </a:lnTo>
                  <a:lnTo>
                    <a:pt x="81580" y="28287"/>
                  </a:lnTo>
                  <a:lnTo>
                    <a:pt x="81119" y="27867"/>
                  </a:lnTo>
                  <a:lnTo>
                    <a:pt x="80513" y="27315"/>
                  </a:lnTo>
                  <a:lnTo>
                    <a:pt x="80163" y="26996"/>
                  </a:lnTo>
                  <a:lnTo>
                    <a:pt x="76733" y="26700"/>
                  </a:lnTo>
                  <a:lnTo>
                    <a:pt x="76730" y="27867"/>
                  </a:lnTo>
                  <a:lnTo>
                    <a:pt x="76721" y="30676"/>
                  </a:lnTo>
                  <a:lnTo>
                    <a:pt x="76762" y="31293"/>
                  </a:lnTo>
                  <a:lnTo>
                    <a:pt x="76953" y="34164"/>
                  </a:lnTo>
                  <a:lnTo>
                    <a:pt x="77069" y="35926"/>
                  </a:lnTo>
                  <a:lnTo>
                    <a:pt x="82392" y="35529"/>
                  </a:lnTo>
                  <a:lnTo>
                    <a:pt x="83373" y="35438"/>
                  </a:lnTo>
                  <a:lnTo>
                    <a:pt x="83585" y="39217"/>
                  </a:lnTo>
                  <a:lnTo>
                    <a:pt x="83698" y="41222"/>
                  </a:lnTo>
                  <a:lnTo>
                    <a:pt x="83744" y="42292"/>
                  </a:lnTo>
                  <a:lnTo>
                    <a:pt x="83763" y="42730"/>
                  </a:lnTo>
                  <a:lnTo>
                    <a:pt x="83810" y="43790"/>
                  </a:lnTo>
                  <a:lnTo>
                    <a:pt x="83875" y="45288"/>
                  </a:lnTo>
                  <a:lnTo>
                    <a:pt x="83924" y="46408"/>
                  </a:lnTo>
                  <a:lnTo>
                    <a:pt x="83934" y="46584"/>
                  </a:lnTo>
                  <a:lnTo>
                    <a:pt x="84033" y="47574"/>
                  </a:lnTo>
                  <a:lnTo>
                    <a:pt x="84395" y="52170"/>
                  </a:lnTo>
                  <a:lnTo>
                    <a:pt x="85219" y="57800"/>
                  </a:lnTo>
                  <a:lnTo>
                    <a:pt x="85405" y="59070"/>
                  </a:lnTo>
                  <a:lnTo>
                    <a:pt x="81149" y="59600"/>
                  </a:lnTo>
                  <a:lnTo>
                    <a:pt x="78855" y="63505"/>
                  </a:lnTo>
                  <a:lnTo>
                    <a:pt x="77984" y="64987"/>
                  </a:lnTo>
                  <a:lnTo>
                    <a:pt x="76322" y="65408"/>
                  </a:lnTo>
                  <a:lnTo>
                    <a:pt x="70935" y="66772"/>
                  </a:lnTo>
                  <a:lnTo>
                    <a:pt x="70329" y="68206"/>
                  </a:lnTo>
                  <a:lnTo>
                    <a:pt x="66444" y="68977"/>
                  </a:lnTo>
                  <a:lnTo>
                    <a:pt x="61938" y="69871"/>
                  </a:lnTo>
                  <a:lnTo>
                    <a:pt x="57345" y="70782"/>
                  </a:lnTo>
                  <a:lnTo>
                    <a:pt x="56302" y="65339"/>
                  </a:lnTo>
                  <a:lnTo>
                    <a:pt x="43271" y="65125"/>
                  </a:lnTo>
                  <a:lnTo>
                    <a:pt x="25496" y="68911"/>
                  </a:lnTo>
                  <a:lnTo>
                    <a:pt x="25221" y="68970"/>
                  </a:lnTo>
                  <a:lnTo>
                    <a:pt x="11589" y="67728"/>
                  </a:lnTo>
                  <a:lnTo>
                    <a:pt x="9025" y="72789"/>
                  </a:lnTo>
                  <a:lnTo>
                    <a:pt x="7872" y="71637"/>
                  </a:lnTo>
                  <a:lnTo>
                    <a:pt x="6871" y="69588"/>
                  </a:lnTo>
                  <a:lnTo>
                    <a:pt x="5543" y="70482"/>
                  </a:lnTo>
                  <a:lnTo>
                    <a:pt x="3814" y="71150"/>
                  </a:lnTo>
                  <a:lnTo>
                    <a:pt x="3791" y="70543"/>
                  </a:lnTo>
                  <a:lnTo>
                    <a:pt x="3579" y="69637"/>
                  </a:lnTo>
                  <a:lnTo>
                    <a:pt x="3210" y="68471"/>
                  </a:lnTo>
                  <a:lnTo>
                    <a:pt x="2812" y="67666"/>
                  </a:lnTo>
                  <a:lnTo>
                    <a:pt x="2315" y="67096"/>
                  </a:lnTo>
                  <a:lnTo>
                    <a:pt x="1803" y="66457"/>
                  </a:lnTo>
                  <a:lnTo>
                    <a:pt x="1277" y="65247"/>
                  </a:lnTo>
                  <a:lnTo>
                    <a:pt x="622" y="63300"/>
                  </a:lnTo>
                  <a:lnTo>
                    <a:pt x="469" y="62613"/>
                  </a:lnTo>
                  <a:lnTo>
                    <a:pt x="409" y="62340"/>
                  </a:lnTo>
                  <a:lnTo>
                    <a:pt x="136" y="61537"/>
                  </a:lnTo>
                  <a:lnTo>
                    <a:pt x="0" y="61132"/>
                  </a:lnTo>
                  <a:lnTo>
                    <a:pt x="2092" y="60823"/>
                  </a:lnTo>
                  <a:lnTo>
                    <a:pt x="2509" y="60761"/>
                  </a:lnTo>
                  <a:lnTo>
                    <a:pt x="4831" y="59567"/>
                  </a:lnTo>
                  <a:lnTo>
                    <a:pt x="5306" y="59323"/>
                  </a:lnTo>
                  <a:lnTo>
                    <a:pt x="8198" y="57803"/>
                  </a:lnTo>
                  <a:lnTo>
                    <a:pt x="8999" y="57383"/>
                  </a:lnTo>
                  <a:lnTo>
                    <a:pt x="9215" y="57269"/>
                  </a:lnTo>
                  <a:lnTo>
                    <a:pt x="9882" y="56907"/>
                  </a:lnTo>
                  <a:lnTo>
                    <a:pt x="10152" y="56760"/>
                  </a:lnTo>
                  <a:lnTo>
                    <a:pt x="9074" y="54738"/>
                  </a:lnTo>
                  <a:lnTo>
                    <a:pt x="10479" y="53945"/>
                  </a:lnTo>
                  <a:lnTo>
                    <a:pt x="11248" y="53511"/>
                  </a:lnTo>
                  <a:lnTo>
                    <a:pt x="13466" y="52371"/>
                  </a:lnTo>
                  <a:lnTo>
                    <a:pt x="13741" y="52230"/>
                  </a:lnTo>
                  <a:lnTo>
                    <a:pt x="14440" y="51870"/>
                  </a:lnTo>
                  <a:lnTo>
                    <a:pt x="14867" y="51681"/>
                  </a:lnTo>
                  <a:lnTo>
                    <a:pt x="15874" y="51236"/>
                  </a:lnTo>
                  <a:lnTo>
                    <a:pt x="16643" y="50912"/>
                  </a:lnTo>
                  <a:lnTo>
                    <a:pt x="16965" y="50758"/>
                  </a:lnTo>
                  <a:lnTo>
                    <a:pt x="16823" y="49732"/>
                  </a:lnTo>
                  <a:lnTo>
                    <a:pt x="16657" y="48114"/>
                  </a:lnTo>
                  <a:lnTo>
                    <a:pt x="16555" y="47122"/>
                  </a:lnTo>
                  <a:lnTo>
                    <a:pt x="15449" y="47061"/>
                  </a:lnTo>
                  <a:lnTo>
                    <a:pt x="13466" y="47264"/>
                  </a:lnTo>
                  <a:lnTo>
                    <a:pt x="12784" y="47334"/>
                  </a:lnTo>
                  <a:lnTo>
                    <a:pt x="10627" y="47544"/>
                  </a:lnTo>
                  <a:lnTo>
                    <a:pt x="9216" y="47817"/>
                  </a:lnTo>
                  <a:lnTo>
                    <a:pt x="8458" y="47964"/>
                  </a:lnTo>
                  <a:lnTo>
                    <a:pt x="8053" y="48043"/>
                  </a:lnTo>
                  <a:lnTo>
                    <a:pt x="5959" y="49072"/>
                  </a:lnTo>
                  <a:lnTo>
                    <a:pt x="4408" y="45719"/>
                  </a:lnTo>
                  <a:lnTo>
                    <a:pt x="4837" y="45654"/>
                  </a:lnTo>
                  <a:lnTo>
                    <a:pt x="10237" y="45157"/>
                  </a:lnTo>
                  <a:lnTo>
                    <a:pt x="12288" y="44995"/>
                  </a:lnTo>
                  <a:lnTo>
                    <a:pt x="13411" y="44796"/>
                  </a:lnTo>
                  <a:lnTo>
                    <a:pt x="13887" y="44746"/>
                  </a:lnTo>
                  <a:lnTo>
                    <a:pt x="13770" y="43935"/>
                  </a:lnTo>
                  <a:lnTo>
                    <a:pt x="13642" y="42694"/>
                  </a:lnTo>
                  <a:lnTo>
                    <a:pt x="13450" y="41273"/>
                  </a:lnTo>
                  <a:lnTo>
                    <a:pt x="13374" y="41004"/>
                  </a:lnTo>
                  <a:lnTo>
                    <a:pt x="13168" y="40270"/>
                  </a:lnTo>
                  <a:lnTo>
                    <a:pt x="12810" y="38640"/>
                  </a:lnTo>
                  <a:lnTo>
                    <a:pt x="12571" y="37542"/>
                  </a:lnTo>
                  <a:lnTo>
                    <a:pt x="12502" y="37224"/>
                  </a:lnTo>
                  <a:lnTo>
                    <a:pt x="11924" y="35019"/>
                  </a:lnTo>
                  <a:lnTo>
                    <a:pt x="11613" y="34164"/>
                  </a:lnTo>
                  <a:lnTo>
                    <a:pt x="11156" y="33101"/>
                  </a:lnTo>
                  <a:lnTo>
                    <a:pt x="11028" y="32791"/>
                  </a:lnTo>
                  <a:lnTo>
                    <a:pt x="10567" y="31673"/>
                  </a:lnTo>
                  <a:lnTo>
                    <a:pt x="10367" y="31115"/>
                  </a:lnTo>
                  <a:lnTo>
                    <a:pt x="9958" y="29972"/>
                  </a:lnTo>
                  <a:lnTo>
                    <a:pt x="10330" y="29937"/>
                  </a:lnTo>
                  <a:lnTo>
                    <a:pt x="10386" y="29765"/>
                  </a:lnTo>
                  <a:lnTo>
                    <a:pt x="10751" y="28616"/>
                  </a:lnTo>
                  <a:lnTo>
                    <a:pt x="10978" y="27688"/>
                  </a:lnTo>
                  <a:lnTo>
                    <a:pt x="11075" y="27290"/>
                  </a:lnTo>
                  <a:lnTo>
                    <a:pt x="11156" y="26478"/>
                  </a:lnTo>
                  <a:lnTo>
                    <a:pt x="10974" y="25252"/>
                  </a:lnTo>
                  <a:lnTo>
                    <a:pt x="10892" y="24679"/>
                  </a:lnTo>
                  <a:lnTo>
                    <a:pt x="10750" y="23692"/>
                  </a:lnTo>
                  <a:lnTo>
                    <a:pt x="10295" y="22378"/>
                  </a:lnTo>
                  <a:lnTo>
                    <a:pt x="9867" y="21609"/>
                  </a:lnTo>
                  <a:lnTo>
                    <a:pt x="9077" y="17828"/>
                  </a:lnTo>
                  <a:lnTo>
                    <a:pt x="9143" y="11331"/>
                  </a:lnTo>
                  <a:lnTo>
                    <a:pt x="11459" y="11049"/>
                  </a:lnTo>
                  <a:lnTo>
                    <a:pt x="11759" y="11036"/>
                  </a:lnTo>
                  <a:lnTo>
                    <a:pt x="12702" y="10772"/>
                  </a:lnTo>
                  <a:lnTo>
                    <a:pt x="12785" y="10615"/>
                  </a:lnTo>
                  <a:lnTo>
                    <a:pt x="29735" y="6875"/>
                  </a:lnTo>
                  <a:lnTo>
                    <a:pt x="29858" y="1612"/>
                  </a:lnTo>
                  <a:lnTo>
                    <a:pt x="29896" y="0"/>
                  </a:lnTo>
                  <a:lnTo>
                    <a:pt x="33919" y="402"/>
                  </a:lnTo>
                  <a:lnTo>
                    <a:pt x="40544" y="1064"/>
                  </a:lnTo>
                  <a:lnTo>
                    <a:pt x="42713" y="1281"/>
                  </a:lnTo>
                  <a:lnTo>
                    <a:pt x="42732" y="2789"/>
                  </a:lnTo>
                  <a:lnTo>
                    <a:pt x="42817" y="9633"/>
                  </a:lnTo>
                  <a:lnTo>
                    <a:pt x="48168" y="9678"/>
                  </a:lnTo>
                  <a:lnTo>
                    <a:pt x="53043" y="9720"/>
                  </a:lnTo>
                  <a:lnTo>
                    <a:pt x="53195" y="9815"/>
                  </a:lnTo>
                  <a:lnTo>
                    <a:pt x="53577" y="101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4655302" y="3361312"/>
              <a:ext cx="123170" cy="76041"/>
            </a:xfrm>
            <a:custGeom>
              <a:avLst/>
              <a:pathLst>
                <a:path w="123170" h="76041">
                  <a:moveTo>
                    <a:pt x="110587" y="38009"/>
                  </a:moveTo>
                  <a:lnTo>
                    <a:pt x="112138" y="41362"/>
                  </a:lnTo>
                  <a:lnTo>
                    <a:pt x="114232" y="40332"/>
                  </a:lnTo>
                  <a:lnTo>
                    <a:pt x="114636" y="40254"/>
                  </a:lnTo>
                  <a:lnTo>
                    <a:pt x="115395" y="40107"/>
                  </a:lnTo>
                  <a:lnTo>
                    <a:pt x="116805" y="39833"/>
                  </a:lnTo>
                  <a:lnTo>
                    <a:pt x="118962" y="39624"/>
                  </a:lnTo>
                  <a:lnTo>
                    <a:pt x="119644" y="39554"/>
                  </a:lnTo>
                  <a:lnTo>
                    <a:pt x="121628" y="39351"/>
                  </a:lnTo>
                  <a:lnTo>
                    <a:pt x="122733" y="39411"/>
                  </a:lnTo>
                  <a:lnTo>
                    <a:pt x="122835" y="40403"/>
                  </a:lnTo>
                  <a:lnTo>
                    <a:pt x="123001" y="42021"/>
                  </a:lnTo>
                  <a:lnTo>
                    <a:pt x="123170" y="43141"/>
                  </a:lnTo>
                  <a:lnTo>
                    <a:pt x="122821" y="43201"/>
                  </a:lnTo>
                  <a:lnTo>
                    <a:pt x="122052" y="43526"/>
                  </a:lnTo>
                  <a:lnTo>
                    <a:pt x="121046" y="43971"/>
                  </a:lnTo>
                  <a:lnTo>
                    <a:pt x="120618" y="44160"/>
                  </a:lnTo>
                  <a:lnTo>
                    <a:pt x="119919" y="44519"/>
                  </a:lnTo>
                  <a:lnTo>
                    <a:pt x="119644" y="44660"/>
                  </a:lnTo>
                  <a:lnTo>
                    <a:pt x="117426" y="45800"/>
                  </a:lnTo>
                  <a:lnTo>
                    <a:pt x="116657" y="46234"/>
                  </a:lnTo>
                  <a:lnTo>
                    <a:pt x="115252" y="47027"/>
                  </a:lnTo>
                  <a:lnTo>
                    <a:pt x="116331" y="49049"/>
                  </a:lnTo>
                  <a:lnTo>
                    <a:pt x="116060" y="49196"/>
                  </a:lnTo>
                  <a:lnTo>
                    <a:pt x="115394" y="49558"/>
                  </a:lnTo>
                  <a:lnTo>
                    <a:pt x="115177" y="49672"/>
                  </a:lnTo>
                  <a:lnTo>
                    <a:pt x="114368" y="50097"/>
                  </a:lnTo>
                  <a:lnTo>
                    <a:pt x="111485" y="51612"/>
                  </a:lnTo>
                  <a:lnTo>
                    <a:pt x="111009" y="51857"/>
                  </a:lnTo>
                  <a:lnTo>
                    <a:pt x="108687" y="53051"/>
                  </a:lnTo>
                  <a:lnTo>
                    <a:pt x="108270" y="53112"/>
                  </a:lnTo>
                  <a:lnTo>
                    <a:pt x="106178" y="53422"/>
                  </a:lnTo>
                  <a:lnTo>
                    <a:pt x="104681" y="53513"/>
                  </a:lnTo>
                  <a:lnTo>
                    <a:pt x="104008" y="53557"/>
                  </a:lnTo>
                  <a:lnTo>
                    <a:pt x="102395" y="53663"/>
                  </a:lnTo>
                  <a:lnTo>
                    <a:pt x="100342" y="53798"/>
                  </a:lnTo>
                  <a:lnTo>
                    <a:pt x="99823" y="53833"/>
                  </a:lnTo>
                  <a:lnTo>
                    <a:pt x="98547" y="53833"/>
                  </a:lnTo>
                  <a:lnTo>
                    <a:pt x="97351" y="53833"/>
                  </a:lnTo>
                  <a:lnTo>
                    <a:pt x="96304" y="53738"/>
                  </a:lnTo>
                  <a:lnTo>
                    <a:pt x="95686" y="53682"/>
                  </a:lnTo>
                  <a:lnTo>
                    <a:pt x="95079" y="53590"/>
                  </a:lnTo>
                  <a:lnTo>
                    <a:pt x="94022" y="53430"/>
                  </a:lnTo>
                  <a:lnTo>
                    <a:pt x="91854" y="52432"/>
                  </a:lnTo>
                  <a:lnTo>
                    <a:pt x="87630" y="50489"/>
                  </a:lnTo>
                  <a:lnTo>
                    <a:pt x="87284" y="50374"/>
                  </a:lnTo>
                  <a:lnTo>
                    <a:pt x="86876" y="50239"/>
                  </a:lnTo>
                  <a:lnTo>
                    <a:pt x="86306" y="50051"/>
                  </a:lnTo>
                  <a:lnTo>
                    <a:pt x="85007" y="49827"/>
                  </a:lnTo>
                  <a:lnTo>
                    <a:pt x="84163" y="49681"/>
                  </a:lnTo>
                  <a:lnTo>
                    <a:pt x="83519" y="49694"/>
                  </a:lnTo>
                  <a:lnTo>
                    <a:pt x="82530" y="49714"/>
                  </a:lnTo>
                  <a:lnTo>
                    <a:pt x="81066" y="49848"/>
                  </a:lnTo>
                  <a:lnTo>
                    <a:pt x="80831" y="49923"/>
                  </a:lnTo>
                  <a:lnTo>
                    <a:pt x="79693" y="50285"/>
                  </a:lnTo>
                  <a:lnTo>
                    <a:pt x="77869" y="50890"/>
                  </a:lnTo>
                  <a:lnTo>
                    <a:pt x="77649" y="50991"/>
                  </a:lnTo>
                  <a:lnTo>
                    <a:pt x="76144" y="51676"/>
                  </a:lnTo>
                  <a:lnTo>
                    <a:pt x="74305" y="52514"/>
                  </a:lnTo>
                  <a:lnTo>
                    <a:pt x="73653" y="52811"/>
                  </a:lnTo>
                  <a:lnTo>
                    <a:pt x="72008" y="53561"/>
                  </a:lnTo>
                  <a:lnTo>
                    <a:pt x="71445" y="53818"/>
                  </a:lnTo>
                  <a:lnTo>
                    <a:pt x="68345" y="55232"/>
                  </a:lnTo>
                  <a:lnTo>
                    <a:pt x="65709" y="56434"/>
                  </a:lnTo>
                  <a:lnTo>
                    <a:pt x="64062" y="57185"/>
                  </a:lnTo>
                  <a:lnTo>
                    <a:pt x="63750" y="57327"/>
                  </a:lnTo>
                  <a:lnTo>
                    <a:pt x="62627" y="57840"/>
                  </a:lnTo>
                  <a:lnTo>
                    <a:pt x="60665" y="58735"/>
                  </a:lnTo>
                  <a:lnTo>
                    <a:pt x="59597" y="59222"/>
                  </a:lnTo>
                  <a:lnTo>
                    <a:pt x="59007" y="59491"/>
                  </a:lnTo>
                  <a:lnTo>
                    <a:pt x="58805" y="59583"/>
                  </a:lnTo>
                  <a:lnTo>
                    <a:pt x="53944" y="61801"/>
                  </a:lnTo>
                  <a:lnTo>
                    <a:pt x="53403" y="62051"/>
                  </a:lnTo>
                  <a:lnTo>
                    <a:pt x="52305" y="62556"/>
                  </a:lnTo>
                  <a:lnTo>
                    <a:pt x="51807" y="62785"/>
                  </a:lnTo>
                  <a:lnTo>
                    <a:pt x="51475" y="62938"/>
                  </a:lnTo>
                  <a:lnTo>
                    <a:pt x="48404" y="64352"/>
                  </a:lnTo>
                  <a:lnTo>
                    <a:pt x="44618" y="66095"/>
                  </a:lnTo>
                  <a:lnTo>
                    <a:pt x="43426" y="66644"/>
                  </a:lnTo>
                  <a:lnTo>
                    <a:pt x="39871" y="68180"/>
                  </a:lnTo>
                  <a:lnTo>
                    <a:pt x="39640" y="68280"/>
                  </a:lnTo>
                  <a:lnTo>
                    <a:pt x="39165" y="68485"/>
                  </a:lnTo>
                  <a:lnTo>
                    <a:pt x="38219" y="68894"/>
                  </a:lnTo>
                  <a:lnTo>
                    <a:pt x="37964" y="69004"/>
                  </a:lnTo>
                  <a:lnTo>
                    <a:pt x="34213" y="70625"/>
                  </a:lnTo>
                  <a:lnTo>
                    <a:pt x="31128" y="71916"/>
                  </a:lnTo>
                  <a:lnTo>
                    <a:pt x="30284" y="72269"/>
                  </a:lnTo>
                  <a:lnTo>
                    <a:pt x="28131" y="73170"/>
                  </a:lnTo>
                  <a:lnTo>
                    <a:pt x="24786" y="74570"/>
                  </a:lnTo>
                  <a:lnTo>
                    <a:pt x="22695" y="75263"/>
                  </a:lnTo>
                  <a:lnTo>
                    <a:pt x="19207" y="75940"/>
                  </a:lnTo>
                  <a:lnTo>
                    <a:pt x="18281" y="75976"/>
                  </a:lnTo>
                  <a:lnTo>
                    <a:pt x="16629" y="76041"/>
                  </a:lnTo>
                  <a:lnTo>
                    <a:pt x="14138" y="75736"/>
                  </a:lnTo>
                  <a:lnTo>
                    <a:pt x="12981" y="75408"/>
                  </a:lnTo>
                  <a:lnTo>
                    <a:pt x="12036" y="75139"/>
                  </a:lnTo>
                  <a:lnTo>
                    <a:pt x="10789" y="74785"/>
                  </a:lnTo>
                  <a:lnTo>
                    <a:pt x="10032" y="74570"/>
                  </a:lnTo>
                  <a:lnTo>
                    <a:pt x="5640" y="72231"/>
                  </a:lnTo>
                  <a:lnTo>
                    <a:pt x="0" y="68319"/>
                  </a:lnTo>
                  <a:lnTo>
                    <a:pt x="2561" y="64500"/>
                  </a:lnTo>
                  <a:lnTo>
                    <a:pt x="2992" y="64849"/>
                  </a:lnTo>
                  <a:lnTo>
                    <a:pt x="3830" y="65525"/>
                  </a:lnTo>
                  <a:lnTo>
                    <a:pt x="5765" y="66866"/>
                  </a:lnTo>
                  <a:lnTo>
                    <a:pt x="8072" y="68418"/>
                  </a:lnTo>
                  <a:lnTo>
                    <a:pt x="8900" y="67153"/>
                  </a:lnTo>
                  <a:lnTo>
                    <a:pt x="9156" y="66624"/>
                  </a:lnTo>
                  <a:lnTo>
                    <a:pt x="10289" y="64841"/>
                  </a:lnTo>
                  <a:lnTo>
                    <a:pt x="10543" y="64419"/>
                  </a:lnTo>
                  <a:lnTo>
                    <a:pt x="12479" y="61201"/>
                  </a:lnTo>
                  <a:lnTo>
                    <a:pt x="12640" y="60979"/>
                  </a:lnTo>
                  <a:lnTo>
                    <a:pt x="13458" y="59848"/>
                  </a:lnTo>
                  <a:lnTo>
                    <a:pt x="15053" y="57644"/>
                  </a:lnTo>
                  <a:lnTo>
                    <a:pt x="15465" y="57082"/>
                  </a:lnTo>
                  <a:lnTo>
                    <a:pt x="16032" y="56308"/>
                  </a:lnTo>
                  <a:lnTo>
                    <a:pt x="14904" y="55805"/>
                  </a:lnTo>
                  <a:lnTo>
                    <a:pt x="15665" y="54450"/>
                  </a:lnTo>
                  <a:lnTo>
                    <a:pt x="16114" y="53709"/>
                  </a:lnTo>
                  <a:lnTo>
                    <a:pt x="16226" y="53525"/>
                  </a:lnTo>
                  <a:lnTo>
                    <a:pt x="17106" y="52073"/>
                  </a:lnTo>
                  <a:lnTo>
                    <a:pt x="18807" y="49732"/>
                  </a:lnTo>
                  <a:lnTo>
                    <a:pt x="19109" y="49316"/>
                  </a:lnTo>
                  <a:lnTo>
                    <a:pt x="19684" y="48522"/>
                  </a:lnTo>
                  <a:lnTo>
                    <a:pt x="20449" y="50067"/>
                  </a:lnTo>
                  <a:lnTo>
                    <a:pt x="20920" y="50613"/>
                  </a:lnTo>
                  <a:lnTo>
                    <a:pt x="21419" y="51192"/>
                  </a:lnTo>
                  <a:lnTo>
                    <a:pt x="22593" y="52754"/>
                  </a:lnTo>
                  <a:lnTo>
                    <a:pt x="23181" y="53530"/>
                  </a:lnTo>
                  <a:lnTo>
                    <a:pt x="24402" y="53002"/>
                  </a:lnTo>
                  <a:lnTo>
                    <a:pt x="26549" y="52074"/>
                  </a:lnTo>
                  <a:lnTo>
                    <a:pt x="30330" y="50401"/>
                  </a:lnTo>
                  <a:lnTo>
                    <a:pt x="31940" y="53375"/>
                  </a:lnTo>
                  <a:lnTo>
                    <a:pt x="35853" y="51664"/>
                  </a:lnTo>
                  <a:lnTo>
                    <a:pt x="37277" y="51115"/>
                  </a:lnTo>
                  <a:lnTo>
                    <a:pt x="39102" y="50407"/>
                  </a:lnTo>
                  <a:lnTo>
                    <a:pt x="39290" y="50327"/>
                  </a:lnTo>
                  <a:lnTo>
                    <a:pt x="41866" y="49218"/>
                  </a:lnTo>
                  <a:lnTo>
                    <a:pt x="42072" y="49129"/>
                  </a:lnTo>
                  <a:lnTo>
                    <a:pt x="44763" y="47971"/>
                  </a:lnTo>
                  <a:lnTo>
                    <a:pt x="45087" y="47812"/>
                  </a:lnTo>
                  <a:lnTo>
                    <a:pt x="45599" y="47560"/>
                  </a:lnTo>
                  <a:lnTo>
                    <a:pt x="46710" y="47013"/>
                  </a:lnTo>
                  <a:lnTo>
                    <a:pt x="48632" y="46068"/>
                  </a:lnTo>
                  <a:lnTo>
                    <a:pt x="49402" y="45689"/>
                  </a:lnTo>
                  <a:lnTo>
                    <a:pt x="50420" y="45170"/>
                  </a:lnTo>
                  <a:lnTo>
                    <a:pt x="50964" y="44918"/>
                  </a:lnTo>
                  <a:lnTo>
                    <a:pt x="51245" y="44788"/>
                  </a:lnTo>
                  <a:lnTo>
                    <a:pt x="51957" y="44679"/>
                  </a:lnTo>
                  <a:lnTo>
                    <a:pt x="53505" y="45007"/>
                  </a:lnTo>
                  <a:lnTo>
                    <a:pt x="58285" y="46759"/>
                  </a:lnTo>
                  <a:lnTo>
                    <a:pt x="59635" y="47272"/>
                  </a:lnTo>
                  <a:lnTo>
                    <a:pt x="60298" y="47205"/>
                  </a:lnTo>
                  <a:lnTo>
                    <a:pt x="61430" y="46958"/>
                  </a:lnTo>
                  <a:lnTo>
                    <a:pt x="61828" y="46845"/>
                  </a:lnTo>
                  <a:lnTo>
                    <a:pt x="63591" y="46344"/>
                  </a:lnTo>
                  <a:lnTo>
                    <a:pt x="68394" y="45322"/>
                  </a:lnTo>
                  <a:lnTo>
                    <a:pt x="69392" y="45033"/>
                  </a:lnTo>
                  <a:lnTo>
                    <a:pt x="70226" y="44791"/>
                  </a:lnTo>
                  <a:lnTo>
                    <a:pt x="71737" y="44353"/>
                  </a:lnTo>
                  <a:lnTo>
                    <a:pt x="72447" y="44100"/>
                  </a:lnTo>
                  <a:lnTo>
                    <a:pt x="72763" y="43987"/>
                  </a:lnTo>
                  <a:lnTo>
                    <a:pt x="73529" y="43906"/>
                  </a:lnTo>
                  <a:lnTo>
                    <a:pt x="73877" y="43810"/>
                  </a:lnTo>
                  <a:lnTo>
                    <a:pt x="74948" y="42898"/>
                  </a:lnTo>
                  <a:lnTo>
                    <a:pt x="78376" y="39251"/>
                  </a:lnTo>
                  <a:lnTo>
                    <a:pt x="78769" y="38922"/>
                  </a:lnTo>
                  <a:lnTo>
                    <a:pt x="80630" y="37368"/>
                  </a:lnTo>
                  <a:lnTo>
                    <a:pt x="81761" y="36678"/>
                  </a:lnTo>
                  <a:lnTo>
                    <a:pt x="83033" y="35902"/>
                  </a:lnTo>
                  <a:lnTo>
                    <a:pt x="83215" y="35791"/>
                  </a:lnTo>
                  <a:lnTo>
                    <a:pt x="84745" y="35079"/>
                  </a:lnTo>
                  <a:lnTo>
                    <a:pt x="85356" y="34795"/>
                  </a:lnTo>
                  <a:lnTo>
                    <a:pt x="86311" y="34350"/>
                  </a:lnTo>
                  <a:lnTo>
                    <a:pt x="86753" y="34153"/>
                  </a:lnTo>
                  <a:lnTo>
                    <a:pt x="86898" y="34088"/>
                  </a:lnTo>
                  <a:lnTo>
                    <a:pt x="86021" y="32760"/>
                  </a:lnTo>
                  <a:lnTo>
                    <a:pt x="78014" y="20816"/>
                  </a:lnTo>
                  <a:lnTo>
                    <a:pt x="84956" y="16276"/>
                  </a:lnTo>
                  <a:lnTo>
                    <a:pt x="104287" y="0"/>
                  </a:lnTo>
                  <a:lnTo>
                    <a:pt x="115322" y="3621"/>
                  </a:lnTo>
                  <a:lnTo>
                    <a:pt x="115255" y="10118"/>
                  </a:lnTo>
                  <a:lnTo>
                    <a:pt x="116046" y="13899"/>
                  </a:lnTo>
                  <a:lnTo>
                    <a:pt x="116473" y="14668"/>
                  </a:lnTo>
                  <a:lnTo>
                    <a:pt x="116928" y="15981"/>
                  </a:lnTo>
                  <a:lnTo>
                    <a:pt x="117070" y="16969"/>
                  </a:lnTo>
                  <a:lnTo>
                    <a:pt x="117153" y="17542"/>
                  </a:lnTo>
                  <a:lnTo>
                    <a:pt x="117335" y="18768"/>
                  </a:lnTo>
                  <a:lnTo>
                    <a:pt x="117253" y="19579"/>
                  </a:lnTo>
                  <a:lnTo>
                    <a:pt x="117156" y="19977"/>
                  </a:lnTo>
                  <a:lnTo>
                    <a:pt x="116905" y="20983"/>
                  </a:lnTo>
                  <a:lnTo>
                    <a:pt x="116564" y="22054"/>
                  </a:lnTo>
                  <a:lnTo>
                    <a:pt x="116508" y="22227"/>
                  </a:lnTo>
                  <a:lnTo>
                    <a:pt x="116136" y="22261"/>
                  </a:lnTo>
                  <a:lnTo>
                    <a:pt x="116546" y="23404"/>
                  </a:lnTo>
                  <a:lnTo>
                    <a:pt x="116746" y="23963"/>
                  </a:lnTo>
                  <a:lnTo>
                    <a:pt x="117206" y="25080"/>
                  </a:lnTo>
                  <a:lnTo>
                    <a:pt x="117334" y="25391"/>
                  </a:lnTo>
                  <a:lnTo>
                    <a:pt x="117808" y="26494"/>
                  </a:lnTo>
                  <a:lnTo>
                    <a:pt x="118103" y="27308"/>
                  </a:lnTo>
                  <a:lnTo>
                    <a:pt x="118680" y="29513"/>
                  </a:lnTo>
                  <a:lnTo>
                    <a:pt x="118750" y="29832"/>
                  </a:lnTo>
                  <a:lnTo>
                    <a:pt x="118988" y="30930"/>
                  </a:lnTo>
                  <a:lnTo>
                    <a:pt x="119347" y="32559"/>
                  </a:lnTo>
                  <a:lnTo>
                    <a:pt x="119553" y="33293"/>
                  </a:lnTo>
                  <a:lnTo>
                    <a:pt x="119628" y="33562"/>
                  </a:lnTo>
                  <a:lnTo>
                    <a:pt x="119821" y="34983"/>
                  </a:lnTo>
                  <a:lnTo>
                    <a:pt x="119949" y="36224"/>
                  </a:lnTo>
                  <a:lnTo>
                    <a:pt x="120065" y="37036"/>
                  </a:lnTo>
                  <a:lnTo>
                    <a:pt x="119589" y="37086"/>
                  </a:lnTo>
                  <a:lnTo>
                    <a:pt x="118466" y="37284"/>
                  </a:lnTo>
                  <a:lnTo>
                    <a:pt x="116416" y="37446"/>
                  </a:lnTo>
                  <a:lnTo>
                    <a:pt x="111015" y="379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4694468" y="3410993"/>
              <a:ext cx="95399" cy="48572"/>
            </a:xfrm>
            <a:custGeom>
              <a:avLst/>
              <a:pathLst>
                <a:path w="95399" h="48572">
                  <a:moveTo>
                    <a:pt x="57139" y="4057"/>
                  </a:moveTo>
                  <a:lnTo>
                    <a:pt x="58186" y="4152"/>
                  </a:lnTo>
                  <a:lnTo>
                    <a:pt x="59382" y="4152"/>
                  </a:lnTo>
                  <a:lnTo>
                    <a:pt x="60658" y="4152"/>
                  </a:lnTo>
                  <a:lnTo>
                    <a:pt x="61177" y="4117"/>
                  </a:lnTo>
                  <a:lnTo>
                    <a:pt x="63229" y="3982"/>
                  </a:lnTo>
                  <a:lnTo>
                    <a:pt x="64842" y="3876"/>
                  </a:lnTo>
                  <a:lnTo>
                    <a:pt x="65515" y="3832"/>
                  </a:lnTo>
                  <a:lnTo>
                    <a:pt x="67012" y="3741"/>
                  </a:lnTo>
                  <a:lnTo>
                    <a:pt x="67149" y="4145"/>
                  </a:lnTo>
                  <a:lnTo>
                    <a:pt x="67421" y="4948"/>
                  </a:lnTo>
                  <a:lnTo>
                    <a:pt x="67482" y="5222"/>
                  </a:lnTo>
                  <a:lnTo>
                    <a:pt x="67635" y="5908"/>
                  </a:lnTo>
                  <a:lnTo>
                    <a:pt x="68289" y="7856"/>
                  </a:lnTo>
                  <a:lnTo>
                    <a:pt x="68816" y="9065"/>
                  </a:lnTo>
                  <a:lnTo>
                    <a:pt x="69327" y="9705"/>
                  </a:lnTo>
                  <a:lnTo>
                    <a:pt x="69825" y="10274"/>
                  </a:lnTo>
                  <a:lnTo>
                    <a:pt x="70223" y="11080"/>
                  </a:lnTo>
                  <a:lnTo>
                    <a:pt x="70592" y="12246"/>
                  </a:lnTo>
                  <a:lnTo>
                    <a:pt x="70804" y="13152"/>
                  </a:lnTo>
                  <a:lnTo>
                    <a:pt x="70827" y="13758"/>
                  </a:lnTo>
                  <a:lnTo>
                    <a:pt x="72556" y="13090"/>
                  </a:lnTo>
                  <a:lnTo>
                    <a:pt x="73884" y="12196"/>
                  </a:lnTo>
                  <a:lnTo>
                    <a:pt x="74885" y="14245"/>
                  </a:lnTo>
                  <a:lnTo>
                    <a:pt x="76038" y="15397"/>
                  </a:lnTo>
                  <a:lnTo>
                    <a:pt x="78602" y="10337"/>
                  </a:lnTo>
                  <a:lnTo>
                    <a:pt x="92234" y="11578"/>
                  </a:lnTo>
                  <a:lnTo>
                    <a:pt x="92509" y="11520"/>
                  </a:lnTo>
                  <a:lnTo>
                    <a:pt x="92475" y="16966"/>
                  </a:lnTo>
                  <a:lnTo>
                    <a:pt x="95399" y="23134"/>
                  </a:lnTo>
                  <a:lnTo>
                    <a:pt x="94722" y="23634"/>
                  </a:lnTo>
                  <a:lnTo>
                    <a:pt x="93507" y="24268"/>
                  </a:lnTo>
                  <a:lnTo>
                    <a:pt x="92493" y="24796"/>
                  </a:lnTo>
                  <a:lnTo>
                    <a:pt x="91842" y="25135"/>
                  </a:lnTo>
                  <a:lnTo>
                    <a:pt x="90004" y="24962"/>
                  </a:lnTo>
                  <a:lnTo>
                    <a:pt x="85356" y="24597"/>
                  </a:lnTo>
                  <a:lnTo>
                    <a:pt x="84733" y="25522"/>
                  </a:lnTo>
                  <a:lnTo>
                    <a:pt x="84141" y="26219"/>
                  </a:lnTo>
                  <a:lnTo>
                    <a:pt x="83743" y="26687"/>
                  </a:lnTo>
                  <a:lnTo>
                    <a:pt x="83272" y="26632"/>
                  </a:lnTo>
                  <a:lnTo>
                    <a:pt x="82645" y="26558"/>
                  </a:lnTo>
                  <a:lnTo>
                    <a:pt x="82175" y="26559"/>
                  </a:lnTo>
                  <a:lnTo>
                    <a:pt x="81212" y="26560"/>
                  </a:lnTo>
                  <a:lnTo>
                    <a:pt x="80256" y="26904"/>
                  </a:lnTo>
                  <a:lnTo>
                    <a:pt x="79268" y="27619"/>
                  </a:lnTo>
                  <a:lnTo>
                    <a:pt x="78345" y="26643"/>
                  </a:lnTo>
                  <a:lnTo>
                    <a:pt x="76693" y="27797"/>
                  </a:lnTo>
                  <a:lnTo>
                    <a:pt x="75673" y="28564"/>
                  </a:lnTo>
                  <a:lnTo>
                    <a:pt x="73800" y="29971"/>
                  </a:lnTo>
                  <a:lnTo>
                    <a:pt x="73364" y="30347"/>
                  </a:lnTo>
                  <a:lnTo>
                    <a:pt x="72083" y="31449"/>
                  </a:lnTo>
                  <a:lnTo>
                    <a:pt x="71943" y="31570"/>
                  </a:lnTo>
                  <a:lnTo>
                    <a:pt x="70056" y="33195"/>
                  </a:lnTo>
                  <a:lnTo>
                    <a:pt x="69571" y="33572"/>
                  </a:lnTo>
                  <a:lnTo>
                    <a:pt x="66184" y="36203"/>
                  </a:lnTo>
                  <a:lnTo>
                    <a:pt x="65375" y="36909"/>
                  </a:lnTo>
                  <a:lnTo>
                    <a:pt x="64476" y="37693"/>
                  </a:lnTo>
                  <a:lnTo>
                    <a:pt x="61174" y="40572"/>
                  </a:lnTo>
                  <a:lnTo>
                    <a:pt x="60793" y="40862"/>
                  </a:lnTo>
                  <a:lnTo>
                    <a:pt x="60380" y="41174"/>
                  </a:lnTo>
                  <a:lnTo>
                    <a:pt x="60503" y="41366"/>
                  </a:lnTo>
                  <a:lnTo>
                    <a:pt x="60793" y="42087"/>
                  </a:lnTo>
                  <a:lnTo>
                    <a:pt x="61596" y="44085"/>
                  </a:lnTo>
                  <a:lnTo>
                    <a:pt x="61690" y="44320"/>
                  </a:lnTo>
                  <a:lnTo>
                    <a:pt x="61974" y="46098"/>
                  </a:lnTo>
                  <a:lnTo>
                    <a:pt x="61972" y="46270"/>
                  </a:lnTo>
                  <a:lnTo>
                    <a:pt x="61965" y="46923"/>
                  </a:lnTo>
                  <a:lnTo>
                    <a:pt x="61956" y="47729"/>
                  </a:lnTo>
                  <a:lnTo>
                    <a:pt x="61807" y="47728"/>
                  </a:lnTo>
                  <a:lnTo>
                    <a:pt x="60793" y="47719"/>
                  </a:lnTo>
                  <a:lnTo>
                    <a:pt x="58956" y="47703"/>
                  </a:lnTo>
                  <a:lnTo>
                    <a:pt x="58764" y="47702"/>
                  </a:lnTo>
                  <a:lnTo>
                    <a:pt x="58419" y="47699"/>
                  </a:lnTo>
                  <a:lnTo>
                    <a:pt x="57990" y="47695"/>
                  </a:lnTo>
                  <a:lnTo>
                    <a:pt x="57399" y="47742"/>
                  </a:lnTo>
                  <a:lnTo>
                    <a:pt x="56008" y="47853"/>
                  </a:lnTo>
                  <a:lnTo>
                    <a:pt x="53516" y="48051"/>
                  </a:lnTo>
                  <a:lnTo>
                    <a:pt x="53070" y="48087"/>
                  </a:lnTo>
                  <a:lnTo>
                    <a:pt x="52096" y="48164"/>
                  </a:lnTo>
                  <a:lnTo>
                    <a:pt x="51725" y="48193"/>
                  </a:lnTo>
                  <a:lnTo>
                    <a:pt x="49538" y="48359"/>
                  </a:lnTo>
                  <a:lnTo>
                    <a:pt x="48470" y="48441"/>
                  </a:lnTo>
                  <a:lnTo>
                    <a:pt x="48144" y="48465"/>
                  </a:lnTo>
                  <a:lnTo>
                    <a:pt x="47874" y="48486"/>
                  </a:lnTo>
                  <a:lnTo>
                    <a:pt x="47271" y="48532"/>
                  </a:lnTo>
                  <a:lnTo>
                    <a:pt x="46749" y="48572"/>
                  </a:lnTo>
                  <a:lnTo>
                    <a:pt x="45851" y="48568"/>
                  </a:lnTo>
                  <a:lnTo>
                    <a:pt x="45466" y="48566"/>
                  </a:lnTo>
                  <a:lnTo>
                    <a:pt x="43884" y="48537"/>
                  </a:lnTo>
                  <a:lnTo>
                    <a:pt x="43932" y="47878"/>
                  </a:lnTo>
                  <a:lnTo>
                    <a:pt x="44021" y="46671"/>
                  </a:lnTo>
                  <a:lnTo>
                    <a:pt x="43788" y="45661"/>
                  </a:lnTo>
                  <a:lnTo>
                    <a:pt x="43654" y="45078"/>
                  </a:lnTo>
                  <a:lnTo>
                    <a:pt x="42852" y="43575"/>
                  </a:lnTo>
                  <a:lnTo>
                    <a:pt x="41475" y="42050"/>
                  </a:lnTo>
                  <a:lnTo>
                    <a:pt x="41106" y="41803"/>
                  </a:lnTo>
                  <a:lnTo>
                    <a:pt x="39296" y="40591"/>
                  </a:lnTo>
                  <a:lnTo>
                    <a:pt x="38757" y="40217"/>
                  </a:lnTo>
                  <a:lnTo>
                    <a:pt x="38203" y="39831"/>
                  </a:lnTo>
                  <a:lnTo>
                    <a:pt x="35745" y="38124"/>
                  </a:lnTo>
                  <a:lnTo>
                    <a:pt x="34882" y="37524"/>
                  </a:lnTo>
                  <a:lnTo>
                    <a:pt x="32756" y="36615"/>
                  </a:lnTo>
                  <a:lnTo>
                    <a:pt x="32527" y="36517"/>
                  </a:lnTo>
                  <a:lnTo>
                    <a:pt x="32107" y="36337"/>
                  </a:lnTo>
                  <a:lnTo>
                    <a:pt x="31893" y="36245"/>
                  </a:lnTo>
                  <a:lnTo>
                    <a:pt x="28723" y="36025"/>
                  </a:lnTo>
                  <a:lnTo>
                    <a:pt x="27959" y="35972"/>
                  </a:lnTo>
                  <a:lnTo>
                    <a:pt x="27700" y="35954"/>
                  </a:lnTo>
                  <a:lnTo>
                    <a:pt x="25332" y="35789"/>
                  </a:lnTo>
                  <a:lnTo>
                    <a:pt x="20426" y="35675"/>
                  </a:lnTo>
                  <a:lnTo>
                    <a:pt x="18534" y="35282"/>
                  </a:lnTo>
                  <a:lnTo>
                    <a:pt x="17320" y="35030"/>
                  </a:lnTo>
                  <a:lnTo>
                    <a:pt x="11792" y="32772"/>
                  </a:lnTo>
                  <a:lnTo>
                    <a:pt x="11151" y="32509"/>
                  </a:lnTo>
                  <a:lnTo>
                    <a:pt x="9253" y="31712"/>
                  </a:lnTo>
                  <a:lnTo>
                    <a:pt x="7446" y="30377"/>
                  </a:lnTo>
                  <a:lnTo>
                    <a:pt x="7093" y="30115"/>
                  </a:lnTo>
                  <a:lnTo>
                    <a:pt x="6165" y="29430"/>
                  </a:lnTo>
                  <a:lnTo>
                    <a:pt x="3943" y="26296"/>
                  </a:lnTo>
                  <a:lnTo>
                    <a:pt x="1604" y="22018"/>
                  </a:lnTo>
                  <a:lnTo>
                    <a:pt x="0" y="18804"/>
                  </a:lnTo>
                  <a:lnTo>
                    <a:pt x="475" y="18599"/>
                  </a:lnTo>
                  <a:lnTo>
                    <a:pt x="705" y="18499"/>
                  </a:lnTo>
                  <a:lnTo>
                    <a:pt x="4261" y="16962"/>
                  </a:lnTo>
                  <a:lnTo>
                    <a:pt x="5453" y="16414"/>
                  </a:lnTo>
                  <a:lnTo>
                    <a:pt x="9239" y="14671"/>
                  </a:lnTo>
                  <a:lnTo>
                    <a:pt x="12310" y="13257"/>
                  </a:lnTo>
                  <a:lnTo>
                    <a:pt x="12642" y="13104"/>
                  </a:lnTo>
                  <a:lnTo>
                    <a:pt x="13140" y="12875"/>
                  </a:lnTo>
                  <a:lnTo>
                    <a:pt x="14237" y="12370"/>
                  </a:lnTo>
                  <a:lnTo>
                    <a:pt x="14779" y="12120"/>
                  </a:lnTo>
                  <a:lnTo>
                    <a:pt x="19640" y="9902"/>
                  </a:lnTo>
                  <a:lnTo>
                    <a:pt x="19842" y="9810"/>
                  </a:lnTo>
                  <a:lnTo>
                    <a:pt x="20432" y="9541"/>
                  </a:lnTo>
                  <a:lnTo>
                    <a:pt x="21500" y="9054"/>
                  </a:lnTo>
                  <a:lnTo>
                    <a:pt x="23462" y="8159"/>
                  </a:lnTo>
                  <a:lnTo>
                    <a:pt x="24585" y="7646"/>
                  </a:lnTo>
                  <a:lnTo>
                    <a:pt x="24897" y="7504"/>
                  </a:lnTo>
                  <a:lnTo>
                    <a:pt x="26543" y="6753"/>
                  </a:lnTo>
                  <a:lnTo>
                    <a:pt x="29180" y="5551"/>
                  </a:lnTo>
                  <a:lnTo>
                    <a:pt x="32280" y="4137"/>
                  </a:lnTo>
                  <a:lnTo>
                    <a:pt x="32843" y="3880"/>
                  </a:lnTo>
                  <a:lnTo>
                    <a:pt x="34488" y="3130"/>
                  </a:lnTo>
                  <a:lnTo>
                    <a:pt x="35139" y="2833"/>
                  </a:lnTo>
                  <a:lnTo>
                    <a:pt x="36978" y="1995"/>
                  </a:lnTo>
                  <a:lnTo>
                    <a:pt x="38483" y="1310"/>
                  </a:lnTo>
                  <a:lnTo>
                    <a:pt x="38704" y="1209"/>
                  </a:lnTo>
                  <a:lnTo>
                    <a:pt x="40528" y="604"/>
                  </a:lnTo>
                  <a:lnTo>
                    <a:pt x="41665" y="242"/>
                  </a:lnTo>
                  <a:lnTo>
                    <a:pt x="42007" y="133"/>
                  </a:lnTo>
                  <a:lnTo>
                    <a:pt x="43365" y="33"/>
                  </a:lnTo>
                  <a:lnTo>
                    <a:pt x="44354" y="13"/>
                  </a:lnTo>
                  <a:lnTo>
                    <a:pt x="44998" y="0"/>
                  </a:lnTo>
                  <a:lnTo>
                    <a:pt x="45842" y="145"/>
                  </a:lnTo>
                  <a:lnTo>
                    <a:pt x="47141" y="370"/>
                  </a:lnTo>
                  <a:lnTo>
                    <a:pt x="47711" y="558"/>
                  </a:lnTo>
                  <a:lnTo>
                    <a:pt x="48119" y="693"/>
                  </a:lnTo>
                  <a:lnTo>
                    <a:pt x="48464" y="807"/>
                  </a:lnTo>
                  <a:lnTo>
                    <a:pt x="52689" y="2751"/>
                  </a:lnTo>
                  <a:lnTo>
                    <a:pt x="54857" y="3749"/>
                  </a:lnTo>
                  <a:lnTo>
                    <a:pt x="55913" y="3909"/>
                  </a:lnTo>
                  <a:lnTo>
                    <a:pt x="56520" y="40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4736113" y="3432784"/>
              <a:ext cx="82354" cy="68259"/>
            </a:xfrm>
            <a:custGeom>
              <a:avLst/>
              <a:pathLst>
                <a:path w="82354" h="68259">
                  <a:moveTo>
                    <a:pt x="70910" y="0"/>
                  </a:moveTo>
                  <a:lnTo>
                    <a:pt x="82354" y="5771"/>
                  </a:lnTo>
                  <a:lnTo>
                    <a:pt x="82114" y="15269"/>
                  </a:lnTo>
                  <a:lnTo>
                    <a:pt x="80641" y="21305"/>
                  </a:lnTo>
                  <a:lnTo>
                    <a:pt x="76475" y="23308"/>
                  </a:lnTo>
                  <a:lnTo>
                    <a:pt x="75054" y="26230"/>
                  </a:lnTo>
                  <a:lnTo>
                    <a:pt x="73452" y="32724"/>
                  </a:lnTo>
                  <a:lnTo>
                    <a:pt x="72341" y="33023"/>
                  </a:lnTo>
                  <a:lnTo>
                    <a:pt x="72128" y="33728"/>
                  </a:lnTo>
                  <a:lnTo>
                    <a:pt x="71743" y="35666"/>
                  </a:lnTo>
                  <a:lnTo>
                    <a:pt x="72640" y="35737"/>
                  </a:lnTo>
                  <a:lnTo>
                    <a:pt x="73217" y="35946"/>
                  </a:lnTo>
                  <a:lnTo>
                    <a:pt x="72519" y="36379"/>
                  </a:lnTo>
                  <a:lnTo>
                    <a:pt x="69004" y="38229"/>
                  </a:lnTo>
                  <a:lnTo>
                    <a:pt x="65416" y="39869"/>
                  </a:lnTo>
                  <a:lnTo>
                    <a:pt x="63429" y="40777"/>
                  </a:lnTo>
                  <a:lnTo>
                    <a:pt x="62702" y="41127"/>
                  </a:lnTo>
                  <a:lnTo>
                    <a:pt x="60388" y="42242"/>
                  </a:lnTo>
                  <a:lnTo>
                    <a:pt x="59711" y="42568"/>
                  </a:lnTo>
                  <a:lnTo>
                    <a:pt x="57820" y="43435"/>
                  </a:lnTo>
                  <a:lnTo>
                    <a:pt x="56884" y="43864"/>
                  </a:lnTo>
                  <a:lnTo>
                    <a:pt x="56356" y="44231"/>
                  </a:lnTo>
                  <a:lnTo>
                    <a:pt x="55775" y="44635"/>
                  </a:lnTo>
                  <a:lnTo>
                    <a:pt x="55266" y="44989"/>
                  </a:lnTo>
                  <a:lnTo>
                    <a:pt x="53386" y="46393"/>
                  </a:lnTo>
                  <a:lnTo>
                    <a:pt x="51749" y="47615"/>
                  </a:lnTo>
                  <a:lnTo>
                    <a:pt x="51565" y="47753"/>
                  </a:lnTo>
                  <a:lnTo>
                    <a:pt x="51136" y="48102"/>
                  </a:lnTo>
                  <a:lnTo>
                    <a:pt x="48538" y="50212"/>
                  </a:lnTo>
                  <a:lnTo>
                    <a:pt x="46212" y="52102"/>
                  </a:lnTo>
                  <a:lnTo>
                    <a:pt x="45802" y="52434"/>
                  </a:lnTo>
                  <a:lnTo>
                    <a:pt x="45198" y="52957"/>
                  </a:lnTo>
                  <a:lnTo>
                    <a:pt x="43150" y="54729"/>
                  </a:lnTo>
                  <a:lnTo>
                    <a:pt x="42671" y="55290"/>
                  </a:lnTo>
                  <a:lnTo>
                    <a:pt x="41868" y="56230"/>
                  </a:lnTo>
                  <a:lnTo>
                    <a:pt x="40502" y="58144"/>
                  </a:lnTo>
                  <a:lnTo>
                    <a:pt x="40396" y="58293"/>
                  </a:lnTo>
                  <a:lnTo>
                    <a:pt x="39845" y="58008"/>
                  </a:lnTo>
                  <a:lnTo>
                    <a:pt x="38519" y="57874"/>
                  </a:lnTo>
                  <a:lnTo>
                    <a:pt x="36875" y="58053"/>
                  </a:lnTo>
                  <a:lnTo>
                    <a:pt x="35115" y="58746"/>
                  </a:lnTo>
                  <a:lnTo>
                    <a:pt x="34262" y="59358"/>
                  </a:lnTo>
                  <a:lnTo>
                    <a:pt x="31290" y="61488"/>
                  </a:lnTo>
                  <a:lnTo>
                    <a:pt x="29789" y="62563"/>
                  </a:lnTo>
                  <a:lnTo>
                    <a:pt x="29644" y="62667"/>
                  </a:lnTo>
                  <a:lnTo>
                    <a:pt x="27485" y="64276"/>
                  </a:lnTo>
                  <a:lnTo>
                    <a:pt x="23305" y="67392"/>
                  </a:lnTo>
                  <a:lnTo>
                    <a:pt x="22923" y="67677"/>
                  </a:lnTo>
                  <a:lnTo>
                    <a:pt x="21506" y="68236"/>
                  </a:lnTo>
                  <a:lnTo>
                    <a:pt x="19928" y="68259"/>
                  </a:lnTo>
                  <a:lnTo>
                    <a:pt x="19269" y="68221"/>
                  </a:lnTo>
                  <a:lnTo>
                    <a:pt x="18003" y="68147"/>
                  </a:lnTo>
                  <a:lnTo>
                    <a:pt x="17624" y="68125"/>
                  </a:lnTo>
                  <a:lnTo>
                    <a:pt x="17239" y="68103"/>
                  </a:lnTo>
                  <a:lnTo>
                    <a:pt x="15752" y="67844"/>
                  </a:lnTo>
                  <a:lnTo>
                    <a:pt x="15317" y="67768"/>
                  </a:lnTo>
                  <a:lnTo>
                    <a:pt x="14935" y="67609"/>
                  </a:lnTo>
                  <a:lnTo>
                    <a:pt x="11972" y="66381"/>
                  </a:lnTo>
                  <a:lnTo>
                    <a:pt x="8361" y="64681"/>
                  </a:lnTo>
                  <a:lnTo>
                    <a:pt x="4259" y="62749"/>
                  </a:lnTo>
                  <a:lnTo>
                    <a:pt x="4107" y="62606"/>
                  </a:lnTo>
                  <a:lnTo>
                    <a:pt x="3561" y="62095"/>
                  </a:lnTo>
                  <a:lnTo>
                    <a:pt x="2588" y="61183"/>
                  </a:lnTo>
                  <a:lnTo>
                    <a:pt x="2385" y="60723"/>
                  </a:lnTo>
                  <a:lnTo>
                    <a:pt x="1878" y="59575"/>
                  </a:lnTo>
                  <a:lnTo>
                    <a:pt x="1649" y="59057"/>
                  </a:lnTo>
                  <a:lnTo>
                    <a:pt x="790" y="56980"/>
                  </a:lnTo>
                  <a:lnTo>
                    <a:pt x="0" y="55070"/>
                  </a:lnTo>
                  <a:lnTo>
                    <a:pt x="45" y="53183"/>
                  </a:lnTo>
                  <a:lnTo>
                    <a:pt x="391" y="50132"/>
                  </a:lnTo>
                  <a:lnTo>
                    <a:pt x="1140" y="43533"/>
                  </a:lnTo>
                  <a:lnTo>
                    <a:pt x="1232" y="42096"/>
                  </a:lnTo>
                  <a:lnTo>
                    <a:pt x="1248" y="41842"/>
                  </a:lnTo>
                  <a:lnTo>
                    <a:pt x="1295" y="41102"/>
                  </a:lnTo>
                  <a:lnTo>
                    <a:pt x="1516" y="37638"/>
                  </a:lnTo>
                  <a:lnTo>
                    <a:pt x="1600" y="36323"/>
                  </a:lnTo>
                  <a:lnTo>
                    <a:pt x="1617" y="36066"/>
                  </a:lnTo>
                  <a:lnTo>
                    <a:pt x="1915" y="31387"/>
                  </a:lnTo>
                  <a:lnTo>
                    <a:pt x="2034" y="29524"/>
                  </a:lnTo>
                  <a:lnTo>
                    <a:pt x="2330" y="26769"/>
                  </a:lnTo>
                  <a:lnTo>
                    <a:pt x="3820" y="26776"/>
                  </a:lnTo>
                  <a:lnTo>
                    <a:pt x="4205" y="26777"/>
                  </a:lnTo>
                  <a:lnTo>
                    <a:pt x="5104" y="26781"/>
                  </a:lnTo>
                  <a:lnTo>
                    <a:pt x="5625" y="26741"/>
                  </a:lnTo>
                  <a:lnTo>
                    <a:pt x="6229" y="26695"/>
                  </a:lnTo>
                  <a:lnTo>
                    <a:pt x="6498" y="26675"/>
                  </a:lnTo>
                  <a:lnTo>
                    <a:pt x="6824" y="26650"/>
                  </a:lnTo>
                  <a:lnTo>
                    <a:pt x="7893" y="26569"/>
                  </a:lnTo>
                  <a:lnTo>
                    <a:pt x="10079" y="26402"/>
                  </a:lnTo>
                  <a:lnTo>
                    <a:pt x="10451" y="26374"/>
                  </a:lnTo>
                  <a:lnTo>
                    <a:pt x="11425" y="26296"/>
                  </a:lnTo>
                  <a:lnTo>
                    <a:pt x="11871" y="26261"/>
                  </a:lnTo>
                  <a:lnTo>
                    <a:pt x="14480" y="26053"/>
                  </a:lnTo>
                  <a:lnTo>
                    <a:pt x="15753" y="25952"/>
                  </a:lnTo>
                  <a:lnTo>
                    <a:pt x="16345" y="25905"/>
                  </a:lnTo>
                  <a:lnTo>
                    <a:pt x="16774" y="25908"/>
                  </a:lnTo>
                  <a:lnTo>
                    <a:pt x="17118" y="25911"/>
                  </a:lnTo>
                  <a:lnTo>
                    <a:pt x="17310" y="25913"/>
                  </a:lnTo>
                  <a:lnTo>
                    <a:pt x="19147" y="25929"/>
                  </a:lnTo>
                  <a:lnTo>
                    <a:pt x="20162" y="25937"/>
                  </a:lnTo>
                  <a:lnTo>
                    <a:pt x="20310" y="25938"/>
                  </a:lnTo>
                  <a:lnTo>
                    <a:pt x="20319" y="25132"/>
                  </a:lnTo>
                  <a:lnTo>
                    <a:pt x="20326" y="24480"/>
                  </a:lnTo>
                  <a:lnTo>
                    <a:pt x="20328" y="24307"/>
                  </a:lnTo>
                  <a:lnTo>
                    <a:pt x="20044" y="22529"/>
                  </a:lnTo>
                  <a:lnTo>
                    <a:pt x="19950" y="22295"/>
                  </a:lnTo>
                  <a:lnTo>
                    <a:pt x="19147" y="20297"/>
                  </a:lnTo>
                  <a:lnTo>
                    <a:pt x="18857" y="19576"/>
                  </a:lnTo>
                  <a:lnTo>
                    <a:pt x="18735" y="19384"/>
                  </a:lnTo>
                  <a:lnTo>
                    <a:pt x="19147" y="19071"/>
                  </a:lnTo>
                  <a:lnTo>
                    <a:pt x="19529" y="18782"/>
                  </a:lnTo>
                  <a:lnTo>
                    <a:pt x="22830" y="15902"/>
                  </a:lnTo>
                  <a:lnTo>
                    <a:pt x="23730" y="15118"/>
                  </a:lnTo>
                  <a:lnTo>
                    <a:pt x="24538" y="14413"/>
                  </a:lnTo>
                  <a:lnTo>
                    <a:pt x="27925" y="11782"/>
                  </a:lnTo>
                  <a:lnTo>
                    <a:pt x="28411" y="11404"/>
                  </a:lnTo>
                  <a:lnTo>
                    <a:pt x="30298" y="9779"/>
                  </a:lnTo>
                  <a:lnTo>
                    <a:pt x="30438" y="9659"/>
                  </a:lnTo>
                  <a:lnTo>
                    <a:pt x="31718" y="8556"/>
                  </a:lnTo>
                  <a:lnTo>
                    <a:pt x="32154" y="8180"/>
                  </a:lnTo>
                  <a:lnTo>
                    <a:pt x="34028" y="6773"/>
                  </a:lnTo>
                  <a:lnTo>
                    <a:pt x="35048" y="6007"/>
                  </a:lnTo>
                  <a:lnTo>
                    <a:pt x="36700" y="4853"/>
                  </a:lnTo>
                  <a:lnTo>
                    <a:pt x="37622" y="5828"/>
                  </a:lnTo>
                  <a:lnTo>
                    <a:pt x="38610" y="5114"/>
                  </a:lnTo>
                  <a:lnTo>
                    <a:pt x="39567" y="4769"/>
                  </a:lnTo>
                  <a:lnTo>
                    <a:pt x="40530" y="4768"/>
                  </a:lnTo>
                  <a:lnTo>
                    <a:pt x="40999" y="4768"/>
                  </a:lnTo>
                  <a:lnTo>
                    <a:pt x="41626" y="4842"/>
                  </a:lnTo>
                  <a:lnTo>
                    <a:pt x="42098" y="4897"/>
                  </a:lnTo>
                  <a:lnTo>
                    <a:pt x="42496" y="4428"/>
                  </a:lnTo>
                  <a:lnTo>
                    <a:pt x="43087" y="3732"/>
                  </a:lnTo>
                  <a:lnTo>
                    <a:pt x="43710" y="2807"/>
                  </a:lnTo>
                  <a:lnTo>
                    <a:pt x="48358" y="3171"/>
                  </a:lnTo>
                  <a:lnTo>
                    <a:pt x="50196" y="3345"/>
                  </a:lnTo>
                  <a:lnTo>
                    <a:pt x="50847" y="3005"/>
                  </a:lnTo>
                  <a:lnTo>
                    <a:pt x="51861" y="2477"/>
                  </a:lnTo>
                  <a:lnTo>
                    <a:pt x="53076" y="1844"/>
                  </a:lnTo>
                  <a:lnTo>
                    <a:pt x="53753" y="1344"/>
                  </a:lnTo>
                  <a:lnTo>
                    <a:pt x="58521" y="2990"/>
                  </a:lnTo>
                  <a:lnTo>
                    <a:pt x="59696" y="1068"/>
                  </a:lnTo>
                  <a:lnTo>
                    <a:pt x="68454" y="48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4786576" y="3492558"/>
              <a:ext cx="84513" cy="79818"/>
            </a:xfrm>
            <a:custGeom>
              <a:avLst/>
              <a:pathLst>
                <a:path w="84513" h="79818">
                  <a:moveTo>
                    <a:pt x="59490" y="1676"/>
                  </a:moveTo>
                  <a:lnTo>
                    <a:pt x="63701" y="9568"/>
                  </a:lnTo>
                  <a:lnTo>
                    <a:pt x="65653" y="13937"/>
                  </a:lnTo>
                  <a:lnTo>
                    <a:pt x="66738" y="24801"/>
                  </a:lnTo>
                  <a:lnTo>
                    <a:pt x="73769" y="25487"/>
                  </a:lnTo>
                  <a:lnTo>
                    <a:pt x="74019" y="29344"/>
                  </a:lnTo>
                  <a:lnTo>
                    <a:pt x="75802" y="29564"/>
                  </a:lnTo>
                  <a:lnTo>
                    <a:pt x="81789" y="30305"/>
                  </a:lnTo>
                  <a:lnTo>
                    <a:pt x="84513" y="38235"/>
                  </a:lnTo>
                  <a:lnTo>
                    <a:pt x="82270" y="41039"/>
                  </a:lnTo>
                  <a:lnTo>
                    <a:pt x="80317" y="41641"/>
                  </a:lnTo>
                  <a:lnTo>
                    <a:pt x="72657" y="44003"/>
                  </a:lnTo>
                  <a:lnTo>
                    <a:pt x="76422" y="63709"/>
                  </a:lnTo>
                  <a:lnTo>
                    <a:pt x="73694" y="70392"/>
                  </a:lnTo>
                  <a:lnTo>
                    <a:pt x="67969" y="69794"/>
                  </a:lnTo>
                  <a:lnTo>
                    <a:pt x="66055" y="72047"/>
                  </a:lnTo>
                  <a:lnTo>
                    <a:pt x="57484" y="73249"/>
                  </a:lnTo>
                  <a:lnTo>
                    <a:pt x="56353" y="76211"/>
                  </a:lnTo>
                  <a:lnTo>
                    <a:pt x="55731" y="76718"/>
                  </a:lnTo>
                  <a:lnTo>
                    <a:pt x="54000" y="78129"/>
                  </a:lnTo>
                  <a:lnTo>
                    <a:pt x="51520" y="79818"/>
                  </a:lnTo>
                  <a:lnTo>
                    <a:pt x="50073" y="78084"/>
                  </a:lnTo>
                  <a:lnTo>
                    <a:pt x="48662" y="76204"/>
                  </a:lnTo>
                  <a:lnTo>
                    <a:pt x="46049" y="72723"/>
                  </a:lnTo>
                  <a:lnTo>
                    <a:pt x="45239" y="71704"/>
                  </a:lnTo>
                  <a:lnTo>
                    <a:pt x="42912" y="68776"/>
                  </a:lnTo>
                  <a:lnTo>
                    <a:pt x="42668" y="68469"/>
                  </a:lnTo>
                  <a:lnTo>
                    <a:pt x="39834" y="64920"/>
                  </a:lnTo>
                  <a:lnTo>
                    <a:pt x="39613" y="64643"/>
                  </a:lnTo>
                  <a:lnTo>
                    <a:pt x="39447" y="64436"/>
                  </a:lnTo>
                  <a:lnTo>
                    <a:pt x="37402" y="61885"/>
                  </a:lnTo>
                  <a:lnTo>
                    <a:pt x="34318" y="58038"/>
                  </a:lnTo>
                  <a:lnTo>
                    <a:pt x="33686" y="57206"/>
                  </a:lnTo>
                  <a:lnTo>
                    <a:pt x="33004" y="56309"/>
                  </a:lnTo>
                  <a:lnTo>
                    <a:pt x="28517" y="50402"/>
                  </a:lnTo>
                  <a:lnTo>
                    <a:pt x="26439" y="47667"/>
                  </a:lnTo>
                  <a:lnTo>
                    <a:pt x="22384" y="42669"/>
                  </a:lnTo>
                  <a:lnTo>
                    <a:pt x="21316" y="41353"/>
                  </a:lnTo>
                  <a:lnTo>
                    <a:pt x="17011" y="36046"/>
                  </a:lnTo>
                  <a:lnTo>
                    <a:pt x="16721" y="35690"/>
                  </a:lnTo>
                  <a:lnTo>
                    <a:pt x="14731" y="33138"/>
                  </a:lnTo>
                  <a:lnTo>
                    <a:pt x="14021" y="32227"/>
                  </a:lnTo>
                  <a:lnTo>
                    <a:pt x="13704" y="31821"/>
                  </a:lnTo>
                  <a:lnTo>
                    <a:pt x="11564" y="29076"/>
                  </a:lnTo>
                  <a:lnTo>
                    <a:pt x="10509" y="27723"/>
                  </a:lnTo>
                  <a:lnTo>
                    <a:pt x="8919" y="25426"/>
                  </a:lnTo>
                  <a:lnTo>
                    <a:pt x="7105" y="23147"/>
                  </a:lnTo>
                  <a:lnTo>
                    <a:pt x="6471" y="22351"/>
                  </a:lnTo>
                  <a:lnTo>
                    <a:pt x="5218" y="20777"/>
                  </a:lnTo>
                  <a:lnTo>
                    <a:pt x="2831" y="17779"/>
                  </a:lnTo>
                  <a:lnTo>
                    <a:pt x="1208" y="15741"/>
                  </a:lnTo>
                  <a:lnTo>
                    <a:pt x="0" y="14047"/>
                  </a:lnTo>
                  <a:lnTo>
                    <a:pt x="1119" y="13468"/>
                  </a:lnTo>
                  <a:lnTo>
                    <a:pt x="3667" y="11822"/>
                  </a:lnTo>
                  <a:lnTo>
                    <a:pt x="5626" y="10624"/>
                  </a:lnTo>
                  <a:lnTo>
                    <a:pt x="6025" y="11478"/>
                  </a:lnTo>
                  <a:lnTo>
                    <a:pt x="9190" y="10535"/>
                  </a:lnTo>
                  <a:lnTo>
                    <a:pt x="11456" y="9723"/>
                  </a:lnTo>
                  <a:lnTo>
                    <a:pt x="13885" y="8853"/>
                  </a:lnTo>
                  <a:lnTo>
                    <a:pt x="15722" y="8127"/>
                  </a:lnTo>
                  <a:lnTo>
                    <a:pt x="16285" y="7904"/>
                  </a:lnTo>
                  <a:lnTo>
                    <a:pt x="17862" y="10055"/>
                  </a:lnTo>
                  <a:lnTo>
                    <a:pt x="19425" y="12057"/>
                  </a:lnTo>
                  <a:lnTo>
                    <a:pt x="20221" y="11676"/>
                  </a:lnTo>
                  <a:lnTo>
                    <a:pt x="21329" y="11189"/>
                  </a:lnTo>
                  <a:lnTo>
                    <a:pt x="23008" y="10067"/>
                  </a:lnTo>
                  <a:lnTo>
                    <a:pt x="23509" y="9699"/>
                  </a:lnTo>
                  <a:lnTo>
                    <a:pt x="23698" y="10305"/>
                  </a:lnTo>
                  <a:lnTo>
                    <a:pt x="23923" y="10932"/>
                  </a:lnTo>
                  <a:lnTo>
                    <a:pt x="24112" y="11461"/>
                  </a:lnTo>
                  <a:lnTo>
                    <a:pt x="24774" y="11217"/>
                  </a:lnTo>
                  <a:lnTo>
                    <a:pt x="27048" y="10375"/>
                  </a:lnTo>
                  <a:lnTo>
                    <a:pt x="29432" y="9449"/>
                  </a:lnTo>
                  <a:lnTo>
                    <a:pt x="30834" y="8904"/>
                  </a:lnTo>
                  <a:lnTo>
                    <a:pt x="32710" y="8175"/>
                  </a:lnTo>
                  <a:lnTo>
                    <a:pt x="34740" y="7322"/>
                  </a:lnTo>
                  <a:lnTo>
                    <a:pt x="37324" y="6238"/>
                  </a:lnTo>
                  <a:lnTo>
                    <a:pt x="37774" y="6049"/>
                  </a:lnTo>
                  <a:lnTo>
                    <a:pt x="39211" y="5444"/>
                  </a:lnTo>
                  <a:lnTo>
                    <a:pt x="41010" y="4688"/>
                  </a:lnTo>
                  <a:lnTo>
                    <a:pt x="42754" y="4161"/>
                  </a:lnTo>
                  <a:lnTo>
                    <a:pt x="43240" y="4241"/>
                  </a:lnTo>
                  <a:lnTo>
                    <a:pt x="44010" y="4769"/>
                  </a:lnTo>
                  <a:lnTo>
                    <a:pt x="44829" y="5374"/>
                  </a:lnTo>
                  <a:lnTo>
                    <a:pt x="44717" y="5089"/>
                  </a:lnTo>
                  <a:lnTo>
                    <a:pt x="44549" y="3935"/>
                  </a:lnTo>
                  <a:lnTo>
                    <a:pt x="44712" y="2417"/>
                  </a:lnTo>
                  <a:lnTo>
                    <a:pt x="45753" y="3226"/>
                  </a:lnTo>
                  <a:lnTo>
                    <a:pt x="47237" y="1405"/>
                  </a:lnTo>
                  <a:lnTo>
                    <a:pt x="48205" y="0"/>
                  </a:lnTo>
                  <a:lnTo>
                    <a:pt x="50269" y="1731"/>
                  </a:lnTo>
                  <a:lnTo>
                    <a:pt x="51424" y="2940"/>
                  </a:lnTo>
                  <a:lnTo>
                    <a:pt x="52774" y="4353"/>
                  </a:lnTo>
                  <a:lnTo>
                    <a:pt x="52896" y="4490"/>
                  </a:lnTo>
                  <a:lnTo>
                    <a:pt x="55562" y="351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4759419" y="3454089"/>
              <a:ext cx="125347" cy="155848"/>
            </a:xfrm>
            <a:custGeom>
              <a:avLst/>
              <a:pathLst>
                <a:path w="125347" h="155848">
                  <a:moveTo>
                    <a:pt x="83956" y="144684"/>
                  </a:moveTo>
                  <a:lnTo>
                    <a:pt x="83454" y="140949"/>
                  </a:lnTo>
                  <a:lnTo>
                    <a:pt x="83107" y="138369"/>
                  </a:lnTo>
                  <a:lnTo>
                    <a:pt x="78757" y="137246"/>
                  </a:lnTo>
                  <a:lnTo>
                    <a:pt x="78910" y="136380"/>
                  </a:lnTo>
                  <a:lnTo>
                    <a:pt x="78893" y="135925"/>
                  </a:lnTo>
                  <a:lnTo>
                    <a:pt x="78850" y="134743"/>
                  </a:lnTo>
                  <a:lnTo>
                    <a:pt x="79262" y="133247"/>
                  </a:lnTo>
                  <a:lnTo>
                    <a:pt x="79651" y="131674"/>
                  </a:lnTo>
                  <a:lnTo>
                    <a:pt x="80232" y="130336"/>
                  </a:lnTo>
                  <a:lnTo>
                    <a:pt x="79941" y="129225"/>
                  </a:lnTo>
                  <a:lnTo>
                    <a:pt x="79443" y="128489"/>
                  </a:lnTo>
                  <a:lnTo>
                    <a:pt x="78486" y="126844"/>
                  </a:lnTo>
                  <a:lnTo>
                    <a:pt x="77744" y="125926"/>
                  </a:lnTo>
                  <a:lnTo>
                    <a:pt x="77566" y="125707"/>
                  </a:lnTo>
                  <a:lnTo>
                    <a:pt x="73760" y="121047"/>
                  </a:lnTo>
                  <a:lnTo>
                    <a:pt x="73477" y="120782"/>
                  </a:lnTo>
                  <a:lnTo>
                    <a:pt x="72788" y="120782"/>
                  </a:lnTo>
                  <a:lnTo>
                    <a:pt x="72131" y="120782"/>
                  </a:lnTo>
                  <a:lnTo>
                    <a:pt x="71796" y="120726"/>
                  </a:lnTo>
                  <a:lnTo>
                    <a:pt x="71492" y="120674"/>
                  </a:lnTo>
                  <a:lnTo>
                    <a:pt x="70992" y="120581"/>
                  </a:lnTo>
                  <a:lnTo>
                    <a:pt x="70331" y="120334"/>
                  </a:lnTo>
                  <a:lnTo>
                    <a:pt x="69777" y="120047"/>
                  </a:lnTo>
                  <a:lnTo>
                    <a:pt x="68835" y="119432"/>
                  </a:lnTo>
                  <a:lnTo>
                    <a:pt x="67981" y="119012"/>
                  </a:lnTo>
                  <a:lnTo>
                    <a:pt x="67100" y="118551"/>
                  </a:lnTo>
                  <a:lnTo>
                    <a:pt x="66552" y="118352"/>
                  </a:lnTo>
                  <a:lnTo>
                    <a:pt x="65851" y="118348"/>
                  </a:lnTo>
                  <a:lnTo>
                    <a:pt x="65344" y="118431"/>
                  </a:lnTo>
                  <a:lnTo>
                    <a:pt x="63981" y="115857"/>
                  </a:lnTo>
                  <a:lnTo>
                    <a:pt x="57608" y="105471"/>
                  </a:lnTo>
                  <a:lnTo>
                    <a:pt x="57157" y="104406"/>
                  </a:lnTo>
                  <a:lnTo>
                    <a:pt x="57042" y="104193"/>
                  </a:lnTo>
                  <a:lnTo>
                    <a:pt x="56702" y="103566"/>
                  </a:lnTo>
                  <a:lnTo>
                    <a:pt x="56265" y="102959"/>
                  </a:lnTo>
                  <a:lnTo>
                    <a:pt x="55661" y="102122"/>
                  </a:lnTo>
                  <a:lnTo>
                    <a:pt x="54479" y="100631"/>
                  </a:lnTo>
                  <a:lnTo>
                    <a:pt x="52965" y="97220"/>
                  </a:lnTo>
                  <a:lnTo>
                    <a:pt x="52268" y="97525"/>
                  </a:lnTo>
                  <a:lnTo>
                    <a:pt x="52112" y="97593"/>
                  </a:lnTo>
                  <a:lnTo>
                    <a:pt x="51770" y="96778"/>
                  </a:lnTo>
                  <a:lnTo>
                    <a:pt x="51320" y="96035"/>
                  </a:lnTo>
                  <a:lnTo>
                    <a:pt x="50819" y="95208"/>
                  </a:lnTo>
                  <a:lnTo>
                    <a:pt x="49525" y="93882"/>
                  </a:lnTo>
                  <a:lnTo>
                    <a:pt x="48185" y="92503"/>
                  </a:lnTo>
                  <a:lnTo>
                    <a:pt x="47704" y="92211"/>
                  </a:lnTo>
                  <a:lnTo>
                    <a:pt x="47530" y="92105"/>
                  </a:lnTo>
                  <a:lnTo>
                    <a:pt x="46794" y="91643"/>
                  </a:lnTo>
                  <a:lnTo>
                    <a:pt x="46359" y="91437"/>
                  </a:lnTo>
                  <a:lnTo>
                    <a:pt x="45382" y="90757"/>
                  </a:lnTo>
                  <a:lnTo>
                    <a:pt x="44238" y="89922"/>
                  </a:lnTo>
                  <a:lnTo>
                    <a:pt x="45773" y="88691"/>
                  </a:lnTo>
                  <a:lnTo>
                    <a:pt x="43342" y="85364"/>
                  </a:lnTo>
                  <a:lnTo>
                    <a:pt x="42532" y="84339"/>
                  </a:lnTo>
                  <a:lnTo>
                    <a:pt x="41703" y="83290"/>
                  </a:lnTo>
                  <a:lnTo>
                    <a:pt x="40732" y="81964"/>
                  </a:lnTo>
                  <a:lnTo>
                    <a:pt x="39675" y="80519"/>
                  </a:lnTo>
                  <a:lnTo>
                    <a:pt x="38995" y="81114"/>
                  </a:lnTo>
                  <a:lnTo>
                    <a:pt x="37485" y="79366"/>
                  </a:lnTo>
                  <a:lnTo>
                    <a:pt x="38045" y="78939"/>
                  </a:lnTo>
                  <a:lnTo>
                    <a:pt x="36854" y="77274"/>
                  </a:lnTo>
                  <a:lnTo>
                    <a:pt x="36241" y="76413"/>
                  </a:lnTo>
                  <a:lnTo>
                    <a:pt x="35934" y="75891"/>
                  </a:lnTo>
                  <a:lnTo>
                    <a:pt x="34824" y="73027"/>
                  </a:lnTo>
                  <a:lnTo>
                    <a:pt x="34278" y="71709"/>
                  </a:lnTo>
                  <a:lnTo>
                    <a:pt x="34033" y="71414"/>
                  </a:lnTo>
                  <a:lnTo>
                    <a:pt x="32442" y="69495"/>
                  </a:lnTo>
                  <a:lnTo>
                    <a:pt x="31805" y="68801"/>
                  </a:lnTo>
                  <a:lnTo>
                    <a:pt x="31546" y="68231"/>
                  </a:lnTo>
                  <a:lnTo>
                    <a:pt x="31378" y="67445"/>
                  </a:lnTo>
                  <a:lnTo>
                    <a:pt x="30549" y="67188"/>
                  </a:lnTo>
                  <a:lnTo>
                    <a:pt x="30137" y="67060"/>
                  </a:lnTo>
                  <a:lnTo>
                    <a:pt x="28611" y="66391"/>
                  </a:lnTo>
                  <a:lnTo>
                    <a:pt x="28082" y="66159"/>
                  </a:lnTo>
                  <a:lnTo>
                    <a:pt x="26848" y="65617"/>
                  </a:lnTo>
                  <a:lnTo>
                    <a:pt x="26445" y="65418"/>
                  </a:lnTo>
                  <a:lnTo>
                    <a:pt x="21641" y="63045"/>
                  </a:lnTo>
                  <a:lnTo>
                    <a:pt x="21399" y="62926"/>
                  </a:lnTo>
                  <a:lnTo>
                    <a:pt x="17291" y="61044"/>
                  </a:lnTo>
                  <a:lnTo>
                    <a:pt x="16964" y="60856"/>
                  </a:lnTo>
                  <a:lnTo>
                    <a:pt x="15082" y="59775"/>
                  </a:lnTo>
                  <a:lnTo>
                    <a:pt x="14550" y="61391"/>
                  </a:lnTo>
                  <a:lnTo>
                    <a:pt x="14016" y="60938"/>
                  </a:lnTo>
                  <a:lnTo>
                    <a:pt x="11674" y="58951"/>
                  </a:lnTo>
                  <a:lnTo>
                    <a:pt x="11198" y="58566"/>
                  </a:lnTo>
                  <a:lnTo>
                    <a:pt x="9158" y="56913"/>
                  </a:lnTo>
                  <a:lnTo>
                    <a:pt x="8657" y="56529"/>
                  </a:lnTo>
                  <a:lnTo>
                    <a:pt x="6667" y="55006"/>
                  </a:lnTo>
                  <a:lnTo>
                    <a:pt x="5969" y="54344"/>
                  </a:lnTo>
                  <a:lnTo>
                    <a:pt x="5729" y="54117"/>
                  </a:lnTo>
                  <a:lnTo>
                    <a:pt x="4656" y="52839"/>
                  </a:lnTo>
                  <a:lnTo>
                    <a:pt x="4149" y="52236"/>
                  </a:lnTo>
                  <a:lnTo>
                    <a:pt x="2741" y="50428"/>
                  </a:lnTo>
                  <a:lnTo>
                    <a:pt x="2160" y="49699"/>
                  </a:lnTo>
                  <a:lnTo>
                    <a:pt x="1566" y="49368"/>
                  </a:lnTo>
                  <a:lnTo>
                    <a:pt x="1280" y="49130"/>
                  </a:lnTo>
                  <a:lnTo>
                    <a:pt x="803" y="48298"/>
                  </a:lnTo>
                  <a:lnTo>
                    <a:pt x="0" y="46086"/>
                  </a:lnTo>
                  <a:lnTo>
                    <a:pt x="4179" y="42971"/>
                  </a:lnTo>
                  <a:lnTo>
                    <a:pt x="6339" y="41361"/>
                  </a:lnTo>
                  <a:lnTo>
                    <a:pt x="6484" y="41257"/>
                  </a:lnTo>
                  <a:lnTo>
                    <a:pt x="7984" y="40182"/>
                  </a:lnTo>
                  <a:lnTo>
                    <a:pt x="10956" y="38052"/>
                  </a:lnTo>
                  <a:lnTo>
                    <a:pt x="11810" y="37441"/>
                  </a:lnTo>
                  <a:lnTo>
                    <a:pt x="13569" y="36748"/>
                  </a:lnTo>
                  <a:lnTo>
                    <a:pt x="15214" y="36569"/>
                  </a:lnTo>
                  <a:lnTo>
                    <a:pt x="16539" y="36703"/>
                  </a:lnTo>
                  <a:lnTo>
                    <a:pt x="17090" y="36988"/>
                  </a:lnTo>
                  <a:lnTo>
                    <a:pt x="17196" y="36839"/>
                  </a:lnTo>
                  <a:lnTo>
                    <a:pt x="18562" y="34924"/>
                  </a:lnTo>
                  <a:lnTo>
                    <a:pt x="19365" y="33984"/>
                  </a:lnTo>
                  <a:lnTo>
                    <a:pt x="19844" y="33423"/>
                  </a:lnTo>
                  <a:lnTo>
                    <a:pt x="21893" y="31651"/>
                  </a:lnTo>
                  <a:lnTo>
                    <a:pt x="22497" y="31129"/>
                  </a:lnTo>
                  <a:lnTo>
                    <a:pt x="22906" y="30796"/>
                  </a:lnTo>
                  <a:lnTo>
                    <a:pt x="25232" y="28907"/>
                  </a:lnTo>
                  <a:lnTo>
                    <a:pt x="27830" y="26796"/>
                  </a:lnTo>
                  <a:lnTo>
                    <a:pt x="28260" y="26447"/>
                  </a:lnTo>
                  <a:lnTo>
                    <a:pt x="28443" y="26310"/>
                  </a:lnTo>
                  <a:lnTo>
                    <a:pt x="30081" y="25087"/>
                  </a:lnTo>
                  <a:lnTo>
                    <a:pt x="31960" y="23684"/>
                  </a:lnTo>
                  <a:lnTo>
                    <a:pt x="32469" y="23330"/>
                  </a:lnTo>
                  <a:lnTo>
                    <a:pt x="33051" y="22925"/>
                  </a:lnTo>
                  <a:lnTo>
                    <a:pt x="33579" y="22558"/>
                  </a:lnTo>
                  <a:lnTo>
                    <a:pt x="34514" y="22129"/>
                  </a:lnTo>
                  <a:lnTo>
                    <a:pt x="36406" y="21263"/>
                  </a:lnTo>
                  <a:lnTo>
                    <a:pt x="37082" y="20937"/>
                  </a:lnTo>
                  <a:lnTo>
                    <a:pt x="39396" y="19822"/>
                  </a:lnTo>
                  <a:lnTo>
                    <a:pt x="40123" y="19472"/>
                  </a:lnTo>
                  <a:lnTo>
                    <a:pt x="42110" y="18563"/>
                  </a:lnTo>
                  <a:lnTo>
                    <a:pt x="45698" y="16923"/>
                  </a:lnTo>
                  <a:lnTo>
                    <a:pt x="49213" y="15073"/>
                  </a:lnTo>
                  <a:lnTo>
                    <a:pt x="49870" y="14605"/>
                  </a:lnTo>
                  <a:lnTo>
                    <a:pt x="49334" y="14431"/>
                  </a:lnTo>
                  <a:lnTo>
                    <a:pt x="48437" y="14360"/>
                  </a:lnTo>
                  <a:lnTo>
                    <a:pt x="48822" y="12422"/>
                  </a:lnTo>
                  <a:lnTo>
                    <a:pt x="49036" y="11717"/>
                  </a:lnTo>
                  <a:lnTo>
                    <a:pt x="50146" y="11418"/>
                  </a:lnTo>
                  <a:lnTo>
                    <a:pt x="51749" y="4924"/>
                  </a:lnTo>
                  <a:lnTo>
                    <a:pt x="53170" y="2002"/>
                  </a:lnTo>
                  <a:lnTo>
                    <a:pt x="57335" y="0"/>
                  </a:lnTo>
                  <a:lnTo>
                    <a:pt x="70073" y="2119"/>
                  </a:lnTo>
                  <a:lnTo>
                    <a:pt x="73346" y="2761"/>
                  </a:lnTo>
                  <a:lnTo>
                    <a:pt x="76796" y="5078"/>
                  </a:lnTo>
                  <a:lnTo>
                    <a:pt x="76802" y="7039"/>
                  </a:lnTo>
                  <a:lnTo>
                    <a:pt x="72766" y="12100"/>
                  </a:lnTo>
                  <a:lnTo>
                    <a:pt x="62665" y="15244"/>
                  </a:lnTo>
                  <a:lnTo>
                    <a:pt x="65736" y="24256"/>
                  </a:lnTo>
                  <a:lnTo>
                    <a:pt x="71944" y="23321"/>
                  </a:lnTo>
                  <a:lnTo>
                    <a:pt x="81994" y="31249"/>
                  </a:lnTo>
                  <a:lnTo>
                    <a:pt x="84805" y="33466"/>
                  </a:lnTo>
                  <a:lnTo>
                    <a:pt x="84650" y="35262"/>
                  </a:lnTo>
                  <a:lnTo>
                    <a:pt x="84565" y="36243"/>
                  </a:lnTo>
                  <a:lnTo>
                    <a:pt x="86647" y="40145"/>
                  </a:lnTo>
                  <a:lnTo>
                    <a:pt x="82719" y="41980"/>
                  </a:lnTo>
                  <a:lnTo>
                    <a:pt x="80053" y="42958"/>
                  </a:lnTo>
                  <a:lnTo>
                    <a:pt x="79932" y="42821"/>
                  </a:lnTo>
                  <a:lnTo>
                    <a:pt x="78581" y="41409"/>
                  </a:lnTo>
                  <a:lnTo>
                    <a:pt x="77426" y="40200"/>
                  </a:lnTo>
                  <a:lnTo>
                    <a:pt x="75362" y="38468"/>
                  </a:lnTo>
                  <a:lnTo>
                    <a:pt x="74394" y="39874"/>
                  </a:lnTo>
                  <a:lnTo>
                    <a:pt x="72910" y="41695"/>
                  </a:lnTo>
                  <a:lnTo>
                    <a:pt x="71869" y="40886"/>
                  </a:lnTo>
                  <a:lnTo>
                    <a:pt x="71706" y="42404"/>
                  </a:lnTo>
                  <a:lnTo>
                    <a:pt x="71874" y="43558"/>
                  </a:lnTo>
                  <a:lnTo>
                    <a:pt x="71986" y="43842"/>
                  </a:lnTo>
                  <a:lnTo>
                    <a:pt x="71167" y="43238"/>
                  </a:lnTo>
                  <a:lnTo>
                    <a:pt x="70397" y="42709"/>
                  </a:lnTo>
                  <a:lnTo>
                    <a:pt x="69911" y="42630"/>
                  </a:lnTo>
                  <a:lnTo>
                    <a:pt x="68167" y="43157"/>
                  </a:lnTo>
                  <a:lnTo>
                    <a:pt x="66368" y="43913"/>
                  </a:lnTo>
                  <a:lnTo>
                    <a:pt x="64931" y="44517"/>
                  </a:lnTo>
                  <a:lnTo>
                    <a:pt x="64481" y="44707"/>
                  </a:lnTo>
                  <a:lnTo>
                    <a:pt x="61897" y="45791"/>
                  </a:lnTo>
                  <a:lnTo>
                    <a:pt x="59867" y="46644"/>
                  </a:lnTo>
                  <a:lnTo>
                    <a:pt x="57991" y="47373"/>
                  </a:lnTo>
                  <a:lnTo>
                    <a:pt x="56589" y="47918"/>
                  </a:lnTo>
                  <a:lnTo>
                    <a:pt x="54205" y="48844"/>
                  </a:lnTo>
                  <a:lnTo>
                    <a:pt x="51931" y="49685"/>
                  </a:lnTo>
                  <a:lnTo>
                    <a:pt x="51269" y="49930"/>
                  </a:lnTo>
                  <a:lnTo>
                    <a:pt x="51080" y="49401"/>
                  </a:lnTo>
                  <a:lnTo>
                    <a:pt x="50855" y="48774"/>
                  </a:lnTo>
                  <a:lnTo>
                    <a:pt x="50666" y="48167"/>
                  </a:lnTo>
                  <a:lnTo>
                    <a:pt x="50165" y="48536"/>
                  </a:lnTo>
                  <a:lnTo>
                    <a:pt x="48486" y="49658"/>
                  </a:lnTo>
                  <a:lnTo>
                    <a:pt x="47378" y="50145"/>
                  </a:lnTo>
                  <a:lnTo>
                    <a:pt x="46582" y="50525"/>
                  </a:lnTo>
                  <a:lnTo>
                    <a:pt x="45019" y="48524"/>
                  </a:lnTo>
                  <a:lnTo>
                    <a:pt x="43442" y="46373"/>
                  </a:lnTo>
                  <a:lnTo>
                    <a:pt x="42879" y="46596"/>
                  </a:lnTo>
                  <a:lnTo>
                    <a:pt x="41042" y="47321"/>
                  </a:lnTo>
                  <a:lnTo>
                    <a:pt x="38613" y="48192"/>
                  </a:lnTo>
                  <a:lnTo>
                    <a:pt x="36347" y="49004"/>
                  </a:lnTo>
                  <a:lnTo>
                    <a:pt x="33182" y="49946"/>
                  </a:lnTo>
                  <a:lnTo>
                    <a:pt x="32783" y="49093"/>
                  </a:lnTo>
                  <a:lnTo>
                    <a:pt x="30824" y="50290"/>
                  </a:lnTo>
                  <a:lnTo>
                    <a:pt x="28276" y="51936"/>
                  </a:lnTo>
                  <a:lnTo>
                    <a:pt x="27157" y="52516"/>
                  </a:lnTo>
                  <a:lnTo>
                    <a:pt x="28365" y="54210"/>
                  </a:lnTo>
                  <a:lnTo>
                    <a:pt x="29988" y="56247"/>
                  </a:lnTo>
                  <a:lnTo>
                    <a:pt x="32375" y="59246"/>
                  </a:lnTo>
                  <a:lnTo>
                    <a:pt x="33628" y="60820"/>
                  </a:lnTo>
                  <a:lnTo>
                    <a:pt x="34262" y="61616"/>
                  </a:lnTo>
                  <a:lnTo>
                    <a:pt x="36076" y="63895"/>
                  </a:lnTo>
                  <a:lnTo>
                    <a:pt x="37666" y="66192"/>
                  </a:lnTo>
                  <a:lnTo>
                    <a:pt x="38721" y="67545"/>
                  </a:lnTo>
                  <a:lnTo>
                    <a:pt x="40861" y="70290"/>
                  </a:lnTo>
                  <a:lnTo>
                    <a:pt x="41178" y="70696"/>
                  </a:lnTo>
                  <a:lnTo>
                    <a:pt x="41888" y="71607"/>
                  </a:lnTo>
                  <a:lnTo>
                    <a:pt x="43878" y="74158"/>
                  </a:lnTo>
                  <a:lnTo>
                    <a:pt x="44168" y="74515"/>
                  </a:lnTo>
                  <a:lnTo>
                    <a:pt x="48473" y="79822"/>
                  </a:lnTo>
                  <a:lnTo>
                    <a:pt x="49541" y="81137"/>
                  </a:lnTo>
                  <a:lnTo>
                    <a:pt x="53688" y="86257"/>
                  </a:lnTo>
                  <a:lnTo>
                    <a:pt x="55674" y="88871"/>
                  </a:lnTo>
                  <a:lnTo>
                    <a:pt x="60161" y="94777"/>
                  </a:lnTo>
                  <a:lnTo>
                    <a:pt x="60843" y="95674"/>
                  </a:lnTo>
                  <a:lnTo>
                    <a:pt x="61475" y="96507"/>
                  </a:lnTo>
                  <a:lnTo>
                    <a:pt x="64559" y="100354"/>
                  </a:lnTo>
                  <a:lnTo>
                    <a:pt x="66604" y="102904"/>
                  </a:lnTo>
                  <a:lnTo>
                    <a:pt x="66770" y="103112"/>
                  </a:lnTo>
                  <a:lnTo>
                    <a:pt x="66991" y="103388"/>
                  </a:lnTo>
                  <a:lnTo>
                    <a:pt x="69825" y="106938"/>
                  </a:lnTo>
                  <a:lnTo>
                    <a:pt x="70069" y="107244"/>
                  </a:lnTo>
                  <a:lnTo>
                    <a:pt x="72396" y="110173"/>
                  </a:lnTo>
                  <a:lnTo>
                    <a:pt x="73206" y="111192"/>
                  </a:lnTo>
                  <a:lnTo>
                    <a:pt x="75819" y="114673"/>
                  </a:lnTo>
                  <a:lnTo>
                    <a:pt x="77230" y="116553"/>
                  </a:lnTo>
                  <a:lnTo>
                    <a:pt x="78677" y="118287"/>
                  </a:lnTo>
                  <a:lnTo>
                    <a:pt x="81157" y="116597"/>
                  </a:lnTo>
                  <a:lnTo>
                    <a:pt x="82888" y="115187"/>
                  </a:lnTo>
                  <a:lnTo>
                    <a:pt x="83510" y="114680"/>
                  </a:lnTo>
                  <a:lnTo>
                    <a:pt x="84641" y="111718"/>
                  </a:lnTo>
                  <a:lnTo>
                    <a:pt x="93212" y="110516"/>
                  </a:lnTo>
                  <a:lnTo>
                    <a:pt x="95126" y="108262"/>
                  </a:lnTo>
                  <a:lnTo>
                    <a:pt x="100851" y="108861"/>
                  </a:lnTo>
                  <a:lnTo>
                    <a:pt x="103579" y="102178"/>
                  </a:lnTo>
                  <a:lnTo>
                    <a:pt x="115990" y="102890"/>
                  </a:lnTo>
                  <a:lnTo>
                    <a:pt x="116476" y="103786"/>
                  </a:lnTo>
                  <a:lnTo>
                    <a:pt x="118379" y="107295"/>
                  </a:lnTo>
                  <a:lnTo>
                    <a:pt x="120596" y="111384"/>
                  </a:lnTo>
                  <a:lnTo>
                    <a:pt x="125347" y="120144"/>
                  </a:lnTo>
                  <a:lnTo>
                    <a:pt x="125295" y="125693"/>
                  </a:lnTo>
                  <a:lnTo>
                    <a:pt x="125233" y="132299"/>
                  </a:lnTo>
                  <a:lnTo>
                    <a:pt x="125155" y="140598"/>
                  </a:lnTo>
                  <a:lnTo>
                    <a:pt x="122324" y="155848"/>
                  </a:lnTo>
                  <a:lnTo>
                    <a:pt x="110635" y="151526"/>
                  </a:lnTo>
                  <a:lnTo>
                    <a:pt x="100401" y="147741"/>
                  </a:lnTo>
                  <a:lnTo>
                    <a:pt x="97652" y="152964"/>
                  </a:lnTo>
                  <a:lnTo>
                    <a:pt x="86249" y="150733"/>
                  </a:lnTo>
                  <a:lnTo>
                    <a:pt x="85568" y="148977"/>
                  </a:lnTo>
                  <a:lnTo>
                    <a:pt x="85205" y="14828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4715621" y="3492480"/>
              <a:ext cx="109063" cy="95039"/>
            </a:xfrm>
            <a:custGeom>
              <a:avLst/>
              <a:pathLst>
                <a:path w="109063" h="95039">
                  <a:moveTo>
                    <a:pt x="39761" y="8525"/>
                  </a:moveTo>
                  <a:lnTo>
                    <a:pt x="40420" y="8563"/>
                  </a:lnTo>
                  <a:lnTo>
                    <a:pt x="41998" y="8540"/>
                  </a:lnTo>
                  <a:lnTo>
                    <a:pt x="43415" y="7981"/>
                  </a:lnTo>
                  <a:lnTo>
                    <a:pt x="43797" y="7696"/>
                  </a:lnTo>
                  <a:lnTo>
                    <a:pt x="44601" y="9908"/>
                  </a:lnTo>
                  <a:lnTo>
                    <a:pt x="45078" y="10740"/>
                  </a:lnTo>
                  <a:lnTo>
                    <a:pt x="45480" y="11075"/>
                  </a:lnTo>
                  <a:lnTo>
                    <a:pt x="45957" y="11309"/>
                  </a:lnTo>
                  <a:lnTo>
                    <a:pt x="46539" y="12038"/>
                  </a:lnTo>
                  <a:lnTo>
                    <a:pt x="47947" y="13846"/>
                  </a:lnTo>
                  <a:lnTo>
                    <a:pt x="48454" y="14449"/>
                  </a:lnTo>
                  <a:lnTo>
                    <a:pt x="49527" y="15726"/>
                  </a:lnTo>
                  <a:lnTo>
                    <a:pt x="49767" y="15954"/>
                  </a:lnTo>
                  <a:lnTo>
                    <a:pt x="50465" y="16615"/>
                  </a:lnTo>
                  <a:lnTo>
                    <a:pt x="52455" y="18138"/>
                  </a:lnTo>
                  <a:lnTo>
                    <a:pt x="52956" y="18522"/>
                  </a:lnTo>
                  <a:lnTo>
                    <a:pt x="54996" y="20175"/>
                  </a:lnTo>
                  <a:lnTo>
                    <a:pt x="55472" y="20561"/>
                  </a:lnTo>
                  <a:lnTo>
                    <a:pt x="57814" y="22547"/>
                  </a:lnTo>
                  <a:lnTo>
                    <a:pt x="58348" y="23000"/>
                  </a:lnTo>
                  <a:lnTo>
                    <a:pt x="58880" y="21384"/>
                  </a:lnTo>
                  <a:lnTo>
                    <a:pt x="60762" y="22466"/>
                  </a:lnTo>
                  <a:lnTo>
                    <a:pt x="61088" y="22653"/>
                  </a:lnTo>
                  <a:lnTo>
                    <a:pt x="65197" y="24535"/>
                  </a:lnTo>
                  <a:lnTo>
                    <a:pt x="65439" y="24655"/>
                  </a:lnTo>
                  <a:lnTo>
                    <a:pt x="70243" y="27028"/>
                  </a:lnTo>
                  <a:lnTo>
                    <a:pt x="70646" y="27227"/>
                  </a:lnTo>
                  <a:lnTo>
                    <a:pt x="71880" y="27768"/>
                  </a:lnTo>
                  <a:lnTo>
                    <a:pt x="72409" y="28000"/>
                  </a:lnTo>
                  <a:lnTo>
                    <a:pt x="73934" y="28669"/>
                  </a:lnTo>
                  <a:lnTo>
                    <a:pt x="74346" y="28797"/>
                  </a:lnTo>
                  <a:lnTo>
                    <a:pt x="75176" y="29055"/>
                  </a:lnTo>
                  <a:lnTo>
                    <a:pt x="75343" y="29841"/>
                  </a:lnTo>
                  <a:lnTo>
                    <a:pt x="75602" y="30411"/>
                  </a:lnTo>
                  <a:lnTo>
                    <a:pt x="76252" y="31117"/>
                  </a:lnTo>
                  <a:lnTo>
                    <a:pt x="77831" y="33023"/>
                  </a:lnTo>
                  <a:lnTo>
                    <a:pt x="78075" y="33318"/>
                  </a:lnTo>
                  <a:lnTo>
                    <a:pt x="78622" y="34636"/>
                  </a:lnTo>
                  <a:lnTo>
                    <a:pt x="79732" y="37500"/>
                  </a:lnTo>
                  <a:lnTo>
                    <a:pt x="80039" y="38023"/>
                  </a:lnTo>
                  <a:lnTo>
                    <a:pt x="80652" y="38884"/>
                  </a:lnTo>
                  <a:lnTo>
                    <a:pt x="81843" y="40549"/>
                  </a:lnTo>
                  <a:lnTo>
                    <a:pt x="81283" y="40975"/>
                  </a:lnTo>
                  <a:lnTo>
                    <a:pt x="82793" y="42723"/>
                  </a:lnTo>
                  <a:lnTo>
                    <a:pt x="83473" y="42129"/>
                  </a:lnTo>
                  <a:lnTo>
                    <a:pt x="84530" y="43573"/>
                  </a:lnTo>
                  <a:lnTo>
                    <a:pt x="85501" y="44900"/>
                  </a:lnTo>
                  <a:lnTo>
                    <a:pt x="86329" y="45948"/>
                  </a:lnTo>
                  <a:lnTo>
                    <a:pt x="87140" y="46974"/>
                  </a:lnTo>
                  <a:lnTo>
                    <a:pt x="89571" y="50300"/>
                  </a:lnTo>
                  <a:lnTo>
                    <a:pt x="88036" y="51532"/>
                  </a:lnTo>
                  <a:lnTo>
                    <a:pt x="89180" y="52366"/>
                  </a:lnTo>
                  <a:lnTo>
                    <a:pt x="90156" y="53046"/>
                  </a:lnTo>
                  <a:lnTo>
                    <a:pt x="90592" y="53252"/>
                  </a:lnTo>
                  <a:lnTo>
                    <a:pt x="91328" y="53715"/>
                  </a:lnTo>
                  <a:lnTo>
                    <a:pt x="91502" y="53821"/>
                  </a:lnTo>
                  <a:lnTo>
                    <a:pt x="91983" y="54113"/>
                  </a:lnTo>
                  <a:lnTo>
                    <a:pt x="93323" y="55491"/>
                  </a:lnTo>
                  <a:lnTo>
                    <a:pt x="94617" y="56818"/>
                  </a:lnTo>
                  <a:lnTo>
                    <a:pt x="95118" y="57645"/>
                  </a:lnTo>
                  <a:lnTo>
                    <a:pt x="95568" y="58388"/>
                  </a:lnTo>
                  <a:lnTo>
                    <a:pt x="95910" y="59202"/>
                  </a:lnTo>
                  <a:lnTo>
                    <a:pt x="96066" y="59135"/>
                  </a:lnTo>
                  <a:lnTo>
                    <a:pt x="96763" y="58830"/>
                  </a:lnTo>
                  <a:lnTo>
                    <a:pt x="98277" y="62240"/>
                  </a:lnTo>
                  <a:lnTo>
                    <a:pt x="99459" y="63731"/>
                  </a:lnTo>
                  <a:lnTo>
                    <a:pt x="100062" y="64568"/>
                  </a:lnTo>
                  <a:lnTo>
                    <a:pt x="100500" y="65176"/>
                  </a:lnTo>
                  <a:lnTo>
                    <a:pt x="100839" y="65803"/>
                  </a:lnTo>
                  <a:lnTo>
                    <a:pt x="100955" y="66016"/>
                  </a:lnTo>
                  <a:lnTo>
                    <a:pt x="101405" y="67080"/>
                  </a:lnTo>
                  <a:lnTo>
                    <a:pt x="107779" y="77466"/>
                  </a:lnTo>
                  <a:lnTo>
                    <a:pt x="109063" y="80053"/>
                  </a:lnTo>
                  <a:lnTo>
                    <a:pt x="107832" y="80647"/>
                  </a:lnTo>
                  <a:lnTo>
                    <a:pt x="106744" y="81546"/>
                  </a:lnTo>
                  <a:lnTo>
                    <a:pt x="106221" y="82141"/>
                  </a:lnTo>
                  <a:lnTo>
                    <a:pt x="105845" y="82568"/>
                  </a:lnTo>
                  <a:lnTo>
                    <a:pt x="106701" y="87970"/>
                  </a:lnTo>
                  <a:lnTo>
                    <a:pt x="106628" y="91556"/>
                  </a:lnTo>
                  <a:lnTo>
                    <a:pt x="106421" y="91561"/>
                  </a:lnTo>
                  <a:lnTo>
                    <a:pt x="102805" y="91655"/>
                  </a:lnTo>
                  <a:lnTo>
                    <a:pt x="102641" y="92167"/>
                  </a:lnTo>
                  <a:lnTo>
                    <a:pt x="102587" y="92335"/>
                  </a:lnTo>
                  <a:lnTo>
                    <a:pt x="102223" y="93469"/>
                  </a:lnTo>
                  <a:lnTo>
                    <a:pt x="101230" y="95039"/>
                  </a:lnTo>
                  <a:lnTo>
                    <a:pt x="100464" y="95016"/>
                  </a:lnTo>
                  <a:lnTo>
                    <a:pt x="96036" y="94994"/>
                  </a:lnTo>
                  <a:lnTo>
                    <a:pt x="95701" y="94899"/>
                  </a:lnTo>
                  <a:lnTo>
                    <a:pt x="95894" y="93814"/>
                  </a:lnTo>
                  <a:lnTo>
                    <a:pt x="95917" y="92976"/>
                  </a:lnTo>
                  <a:lnTo>
                    <a:pt x="89307" y="93094"/>
                  </a:lnTo>
                  <a:lnTo>
                    <a:pt x="89368" y="88418"/>
                  </a:lnTo>
                  <a:lnTo>
                    <a:pt x="76074" y="83343"/>
                  </a:lnTo>
                  <a:lnTo>
                    <a:pt x="72038" y="69549"/>
                  </a:lnTo>
                  <a:lnTo>
                    <a:pt x="71824" y="61432"/>
                  </a:lnTo>
                  <a:lnTo>
                    <a:pt x="67125" y="60684"/>
                  </a:lnTo>
                  <a:lnTo>
                    <a:pt x="65630" y="68588"/>
                  </a:lnTo>
                  <a:lnTo>
                    <a:pt x="63600" y="71151"/>
                  </a:lnTo>
                  <a:lnTo>
                    <a:pt x="52357" y="74257"/>
                  </a:lnTo>
                  <a:lnTo>
                    <a:pt x="35723" y="69606"/>
                  </a:lnTo>
                  <a:lnTo>
                    <a:pt x="33640" y="67684"/>
                  </a:lnTo>
                  <a:lnTo>
                    <a:pt x="33329" y="62426"/>
                  </a:lnTo>
                  <a:lnTo>
                    <a:pt x="31083" y="65564"/>
                  </a:lnTo>
                  <a:lnTo>
                    <a:pt x="27349" y="67988"/>
                  </a:lnTo>
                  <a:lnTo>
                    <a:pt x="25075" y="66418"/>
                  </a:lnTo>
                  <a:lnTo>
                    <a:pt x="23762" y="64184"/>
                  </a:lnTo>
                  <a:lnTo>
                    <a:pt x="22866" y="63297"/>
                  </a:lnTo>
                  <a:lnTo>
                    <a:pt x="22607" y="62114"/>
                  </a:lnTo>
                  <a:lnTo>
                    <a:pt x="21071" y="58128"/>
                  </a:lnTo>
                  <a:lnTo>
                    <a:pt x="22470" y="58192"/>
                  </a:lnTo>
                  <a:lnTo>
                    <a:pt x="22532" y="57595"/>
                  </a:lnTo>
                  <a:lnTo>
                    <a:pt x="22816" y="55284"/>
                  </a:lnTo>
                  <a:lnTo>
                    <a:pt x="23194" y="53824"/>
                  </a:lnTo>
                  <a:lnTo>
                    <a:pt x="22072" y="54226"/>
                  </a:lnTo>
                  <a:lnTo>
                    <a:pt x="21308" y="53776"/>
                  </a:lnTo>
                  <a:lnTo>
                    <a:pt x="20456" y="52837"/>
                  </a:lnTo>
                  <a:lnTo>
                    <a:pt x="19283" y="51543"/>
                  </a:lnTo>
                  <a:lnTo>
                    <a:pt x="17890" y="50296"/>
                  </a:lnTo>
                  <a:lnTo>
                    <a:pt x="17310" y="49989"/>
                  </a:lnTo>
                  <a:lnTo>
                    <a:pt x="16562" y="49593"/>
                  </a:lnTo>
                  <a:lnTo>
                    <a:pt x="15056" y="49061"/>
                  </a:lnTo>
                  <a:lnTo>
                    <a:pt x="13983" y="48954"/>
                  </a:lnTo>
                  <a:lnTo>
                    <a:pt x="13517" y="49015"/>
                  </a:lnTo>
                  <a:lnTo>
                    <a:pt x="13359" y="48689"/>
                  </a:lnTo>
                  <a:lnTo>
                    <a:pt x="12691" y="47260"/>
                  </a:lnTo>
                  <a:lnTo>
                    <a:pt x="12324" y="46429"/>
                  </a:lnTo>
                  <a:lnTo>
                    <a:pt x="12081" y="45879"/>
                  </a:lnTo>
                  <a:lnTo>
                    <a:pt x="11149" y="44372"/>
                  </a:lnTo>
                  <a:lnTo>
                    <a:pt x="9963" y="42990"/>
                  </a:lnTo>
                  <a:lnTo>
                    <a:pt x="9512" y="42460"/>
                  </a:lnTo>
                  <a:lnTo>
                    <a:pt x="9263" y="42168"/>
                  </a:lnTo>
                  <a:lnTo>
                    <a:pt x="7013" y="39093"/>
                  </a:lnTo>
                  <a:lnTo>
                    <a:pt x="6398" y="38364"/>
                  </a:lnTo>
                  <a:lnTo>
                    <a:pt x="6119" y="38195"/>
                  </a:lnTo>
                  <a:lnTo>
                    <a:pt x="5822" y="38015"/>
                  </a:lnTo>
                  <a:lnTo>
                    <a:pt x="5247" y="37488"/>
                  </a:lnTo>
                  <a:lnTo>
                    <a:pt x="4590" y="36964"/>
                  </a:lnTo>
                  <a:lnTo>
                    <a:pt x="4201" y="36472"/>
                  </a:lnTo>
                  <a:lnTo>
                    <a:pt x="3918" y="35899"/>
                  </a:lnTo>
                  <a:lnTo>
                    <a:pt x="3312" y="34761"/>
                  </a:lnTo>
                  <a:lnTo>
                    <a:pt x="2669" y="34108"/>
                  </a:lnTo>
                  <a:lnTo>
                    <a:pt x="2308" y="33473"/>
                  </a:lnTo>
                  <a:lnTo>
                    <a:pt x="1970" y="31571"/>
                  </a:lnTo>
                  <a:lnTo>
                    <a:pt x="1932" y="31361"/>
                  </a:lnTo>
                  <a:lnTo>
                    <a:pt x="1726" y="30898"/>
                  </a:lnTo>
                  <a:lnTo>
                    <a:pt x="1474" y="30534"/>
                  </a:lnTo>
                  <a:lnTo>
                    <a:pt x="1216" y="30162"/>
                  </a:lnTo>
                  <a:lnTo>
                    <a:pt x="985" y="29473"/>
                  </a:lnTo>
                  <a:lnTo>
                    <a:pt x="1040" y="28939"/>
                  </a:lnTo>
                  <a:lnTo>
                    <a:pt x="1357" y="28749"/>
                  </a:lnTo>
                  <a:lnTo>
                    <a:pt x="954" y="27216"/>
                  </a:lnTo>
                  <a:lnTo>
                    <a:pt x="390" y="25014"/>
                  </a:lnTo>
                  <a:lnTo>
                    <a:pt x="1175" y="24113"/>
                  </a:lnTo>
                  <a:lnTo>
                    <a:pt x="1706" y="23572"/>
                  </a:lnTo>
                  <a:lnTo>
                    <a:pt x="2797" y="23874"/>
                  </a:lnTo>
                  <a:lnTo>
                    <a:pt x="4551" y="24439"/>
                  </a:lnTo>
                  <a:lnTo>
                    <a:pt x="4720" y="23106"/>
                  </a:lnTo>
                  <a:lnTo>
                    <a:pt x="4953" y="21956"/>
                  </a:lnTo>
                  <a:lnTo>
                    <a:pt x="557" y="20789"/>
                  </a:lnTo>
                  <a:lnTo>
                    <a:pt x="0" y="20836"/>
                  </a:lnTo>
                  <a:lnTo>
                    <a:pt x="1191" y="18331"/>
                  </a:lnTo>
                  <a:lnTo>
                    <a:pt x="1468" y="17245"/>
                  </a:lnTo>
                  <a:lnTo>
                    <a:pt x="1681" y="16124"/>
                  </a:lnTo>
                  <a:lnTo>
                    <a:pt x="1735" y="15599"/>
                  </a:lnTo>
                  <a:lnTo>
                    <a:pt x="2062" y="12403"/>
                  </a:lnTo>
                  <a:lnTo>
                    <a:pt x="2086" y="12169"/>
                  </a:lnTo>
                  <a:lnTo>
                    <a:pt x="2111" y="11921"/>
                  </a:lnTo>
                  <a:lnTo>
                    <a:pt x="2260" y="11044"/>
                  </a:lnTo>
                  <a:lnTo>
                    <a:pt x="2405" y="9828"/>
                  </a:lnTo>
                  <a:lnTo>
                    <a:pt x="2469" y="8886"/>
                  </a:lnTo>
                  <a:lnTo>
                    <a:pt x="2476" y="8567"/>
                  </a:lnTo>
                  <a:lnTo>
                    <a:pt x="2568" y="7011"/>
                  </a:lnTo>
                  <a:lnTo>
                    <a:pt x="2495" y="5893"/>
                  </a:lnTo>
                  <a:lnTo>
                    <a:pt x="2660" y="5868"/>
                  </a:lnTo>
                  <a:lnTo>
                    <a:pt x="2830" y="5842"/>
                  </a:lnTo>
                  <a:lnTo>
                    <a:pt x="3136" y="5818"/>
                  </a:lnTo>
                  <a:lnTo>
                    <a:pt x="3751" y="5771"/>
                  </a:lnTo>
                  <a:lnTo>
                    <a:pt x="6537" y="5556"/>
                  </a:lnTo>
                  <a:lnTo>
                    <a:pt x="7160" y="5508"/>
                  </a:lnTo>
                  <a:lnTo>
                    <a:pt x="8470" y="5324"/>
                  </a:lnTo>
                  <a:lnTo>
                    <a:pt x="11096" y="4955"/>
                  </a:lnTo>
                  <a:lnTo>
                    <a:pt x="11977" y="4831"/>
                  </a:lnTo>
                  <a:lnTo>
                    <a:pt x="12342" y="4704"/>
                  </a:lnTo>
                  <a:lnTo>
                    <a:pt x="13738" y="4048"/>
                  </a:lnTo>
                  <a:lnTo>
                    <a:pt x="16459" y="2815"/>
                  </a:lnTo>
                  <a:lnTo>
                    <a:pt x="17658" y="2271"/>
                  </a:lnTo>
                  <a:lnTo>
                    <a:pt x="19944" y="1181"/>
                  </a:lnTo>
                  <a:lnTo>
                    <a:pt x="22423" y="0"/>
                  </a:lnTo>
                  <a:lnTo>
                    <a:pt x="22877" y="1027"/>
                  </a:lnTo>
                  <a:lnTo>
                    <a:pt x="23080" y="1487"/>
                  </a:lnTo>
                  <a:lnTo>
                    <a:pt x="24053" y="2399"/>
                  </a:lnTo>
                  <a:lnTo>
                    <a:pt x="24599" y="2910"/>
                  </a:lnTo>
                  <a:lnTo>
                    <a:pt x="24751" y="3054"/>
                  </a:lnTo>
                  <a:lnTo>
                    <a:pt x="28853" y="4985"/>
                  </a:lnTo>
                  <a:lnTo>
                    <a:pt x="32464" y="6685"/>
                  </a:lnTo>
                  <a:lnTo>
                    <a:pt x="35427" y="7913"/>
                  </a:lnTo>
                  <a:lnTo>
                    <a:pt x="35809" y="8072"/>
                  </a:lnTo>
                  <a:lnTo>
                    <a:pt x="36243" y="8148"/>
                  </a:lnTo>
                  <a:lnTo>
                    <a:pt x="37731" y="8407"/>
                  </a:lnTo>
                  <a:lnTo>
                    <a:pt x="38116" y="8429"/>
                  </a:lnTo>
                  <a:lnTo>
                    <a:pt x="38495" y="8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4798498" y="3572438"/>
              <a:ext cx="41153" cy="49745"/>
            </a:xfrm>
            <a:custGeom>
              <a:avLst/>
              <a:pathLst>
                <a:path w="41153" h="49745">
                  <a:moveTo>
                    <a:pt x="32717" y="2377"/>
                  </a:moveTo>
                  <a:lnTo>
                    <a:pt x="33052" y="2434"/>
                  </a:lnTo>
                  <a:lnTo>
                    <a:pt x="33709" y="2434"/>
                  </a:lnTo>
                  <a:lnTo>
                    <a:pt x="34398" y="2434"/>
                  </a:lnTo>
                  <a:lnTo>
                    <a:pt x="34681" y="2699"/>
                  </a:lnTo>
                  <a:lnTo>
                    <a:pt x="38509" y="7386"/>
                  </a:lnTo>
                  <a:lnTo>
                    <a:pt x="38666" y="7577"/>
                  </a:lnTo>
                  <a:lnTo>
                    <a:pt x="39408" y="8496"/>
                  </a:lnTo>
                  <a:lnTo>
                    <a:pt x="40364" y="10140"/>
                  </a:lnTo>
                  <a:lnTo>
                    <a:pt x="40862" y="10877"/>
                  </a:lnTo>
                  <a:lnTo>
                    <a:pt x="41153" y="11988"/>
                  </a:lnTo>
                  <a:lnTo>
                    <a:pt x="40572" y="13326"/>
                  </a:lnTo>
                  <a:lnTo>
                    <a:pt x="40184" y="14899"/>
                  </a:lnTo>
                  <a:lnTo>
                    <a:pt x="39771" y="16395"/>
                  </a:lnTo>
                  <a:lnTo>
                    <a:pt x="39814" y="17577"/>
                  </a:lnTo>
                  <a:lnTo>
                    <a:pt x="39831" y="18031"/>
                  </a:lnTo>
                  <a:lnTo>
                    <a:pt x="39665" y="18974"/>
                  </a:lnTo>
                  <a:lnTo>
                    <a:pt x="39699" y="20174"/>
                  </a:lnTo>
                  <a:lnTo>
                    <a:pt x="39505" y="21040"/>
                  </a:lnTo>
                  <a:lnTo>
                    <a:pt x="38901" y="22054"/>
                  </a:lnTo>
                  <a:lnTo>
                    <a:pt x="38344" y="22464"/>
                  </a:lnTo>
                  <a:lnTo>
                    <a:pt x="37841" y="22644"/>
                  </a:lnTo>
                  <a:lnTo>
                    <a:pt x="37440" y="22836"/>
                  </a:lnTo>
                  <a:lnTo>
                    <a:pt x="36953" y="23068"/>
                  </a:lnTo>
                  <a:lnTo>
                    <a:pt x="36487" y="24150"/>
                  </a:lnTo>
                  <a:lnTo>
                    <a:pt x="36319" y="25485"/>
                  </a:lnTo>
                  <a:lnTo>
                    <a:pt x="36186" y="26409"/>
                  </a:lnTo>
                  <a:lnTo>
                    <a:pt x="36120" y="27340"/>
                  </a:lnTo>
                  <a:lnTo>
                    <a:pt x="35835" y="28020"/>
                  </a:lnTo>
                  <a:lnTo>
                    <a:pt x="35104" y="29139"/>
                  </a:lnTo>
                  <a:lnTo>
                    <a:pt x="34887" y="29370"/>
                  </a:lnTo>
                  <a:lnTo>
                    <a:pt x="34366" y="29924"/>
                  </a:lnTo>
                  <a:lnTo>
                    <a:pt x="33858" y="30180"/>
                  </a:lnTo>
                  <a:lnTo>
                    <a:pt x="33011" y="30608"/>
                  </a:lnTo>
                  <a:lnTo>
                    <a:pt x="31230" y="31141"/>
                  </a:lnTo>
                  <a:lnTo>
                    <a:pt x="29218" y="31916"/>
                  </a:lnTo>
                  <a:lnTo>
                    <a:pt x="27150" y="32363"/>
                  </a:lnTo>
                  <a:lnTo>
                    <a:pt x="26382" y="32226"/>
                  </a:lnTo>
                  <a:lnTo>
                    <a:pt x="24733" y="31697"/>
                  </a:lnTo>
                  <a:lnTo>
                    <a:pt x="23108" y="31371"/>
                  </a:lnTo>
                  <a:lnTo>
                    <a:pt x="22143" y="31305"/>
                  </a:lnTo>
                  <a:lnTo>
                    <a:pt x="21245" y="31412"/>
                  </a:lnTo>
                  <a:lnTo>
                    <a:pt x="20406" y="31962"/>
                  </a:lnTo>
                  <a:lnTo>
                    <a:pt x="19723" y="32691"/>
                  </a:lnTo>
                  <a:lnTo>
                    <a:pt x="19189" y="34160"/>
                  </a:lnTo>
                  <a:lnTo>
                    <a:pt x="18816" y="35989"/>
                  </a:lnTo>
                  <a:lnTo>
                    <a:pt x="18682" y="37110"/>
                  </a:lnTo>
                  <a:lnTo>
                    <a:pt x="18428" y="37724"/>
                  </a:lnTo>
                  <a:lnTo>
                    <a:pt x="17894" y="38378"/>
                  </a:lnTo>
                  <a:lnTo>
                    <a:pt x="16973" y="38872"/>
                  </a:lnTo>
                  <a:lnTo>
                    <a:pt x="16410" y="39049"/>
                  </a:lnTo>
                  <a:lnTo>
                    <a:pt x="15626" y="39205"/>
                  </a:lnTo>
                  <a:lnTo>
                    <a:pt x="15337" y="39445"/>
                  </a:lnTo>
                  <a:lnTo>
                    <a:pt x="15081" y="40054"/>
                  </a:lnTo>
                  <a:lnTo>
                    <a:pt x="15097" y="42393"/>
                  </a:lnTo>
                  <a:lnTo>
                    <a:pt x="15145" y="45774"/>
                  </a:lnTo>
                  <a:lnTo>
                    <a:pt x="15161" y="47167"/>
                  </a:lnTo>
                  <a:lnTo>
                    <a:pt x="14999" y="49490"/>
                  </a:lnTo>
                  <a:lnTo>
                    <a:pt x="9145" y="49745"/>
                  </a:lnTo>
                  <a:lnTo>
                    <a:pt x="8210" y="46474"/>
                  </a:lnTo>
                  <a:lnTo>
                    <a:pt x="5206" y="40399"/>
                  </a:lnTo>
                  <a:lnTo>
                    <a:pt x="1468" y="36060"/>
                  </a:lnTo>
                  <a:lnTo>
                    <a:pt x="0" y="22776"/>
                  </a:lnTo>
                  <a:lnTo>
                    <a:pt x="6430" y="13136"/>
                  </a:lnTo>
                  <a:lnTo>
                    <a:pt x="13041" y="13018"/>
                  </a:lnTo>
                  <a:lnTo>
                    <a:pt x="13017" y="13856"/>
                  </a:lnTo>
                  <a:lnTo>
                    <a:pt x="12808" y="15034"/>
                  </a:lnTo>
                  <a:lnTo>
                    <a:pt x="13160" y="15036"/>
                  </a:lnTo>
                  <a:lnTo>
                    <a:pt x="17588" y="15058"/>
                  </a:lnTo>
                  <a:lnTo>
                    <a:pt x="18354" y="15081"/>
                  </a:lnTo>
                  <a:lnTo>
                    <a:pt x="19347" y="13511"/>
                  </a:lnTo>
                  <a:lnTo>
                    <a:pt x="19711" y="12377"/>
                  </a:lnTo>
                  <a:lnTo>
                    <a:pt x="19765" y="12209"/>
                  </a:lnTo>
                  <a:lnTo>
                    <a:pt x="19929" y="11697"/>
                  </a:lnTo>
                  <a:lnTo>
                    <a:pt x="23544" y="11603"/>
                  </a:lnTo>
                  <a:lnTo>
                    <a:pt x="23752" y="11598"/>
                  </a:lnTo>
                  <a:lnTo>
                    <a:pt x="23825" y="8012"/>
                  </a:lnTo>
                  <a:lnTo>
                    <a:pt x="22969" y="2610"/>
                  </a:lnTo>
                  <a:lnTo>
                    <a:pt x="23344" y="2183"/>
                  </a:lnTo>
                  <a:lnTo>
                    <a:pt x="23867" y="1588"/>
                  </a:lnTo>
                  <a:lnTo>
                    <a:pt x="24955" y="689"/>
                  </a:lnTo>
                  <a:lnTo>
                    <a:pt x="26265" y="83"/>
                  </a:lnTo>
                  <a:lnTo>
                    <a:pt x="26773" y="0"/>
                  </a:lnTo>
                  <a:lnTo>
                    <a:pt x="27474" y="4"/>
                  </a:lnTo>
                  <a:lnTo>
                    <a:pt x="28021" y="203"/>
                  </a:lnTo>
                  <a:lnTo>
                    <a:pt x="28902" y="664"/>
                  </a:lnTo>
                  <a:lnTo>
                    <a:pt x="29757" y="1084"/>
                  </a:lnTo>
                  <a:lnTo>
                    <a:pt x="30698" y="1698"/>
                  </a:lnTo>
                  <a:lnTo>
                    <a:pt x="31252" y="1985"/>
                  </a:lnTo>
                  <a:lnTo>
                    <a:pt x="31913" y="2232"/>
                  </a:lnTo>
                  <a:lnTo>
                    <a:pt x="32414" y="232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4692450" y="3447019"/>
              <a:ext cx="46365" cy="116053"/>
            </a:xfrm>
            <a:custGeom>
              <a:avLst/>
              <a:pathLst>
                <a:path w="46365" h="116053">
                  <a:moveTo>
                    <a:pt x="45806" y="9635"/>
                  </a:moveTo>
                  <a:lnTo>
                    <a:pt x="46039" y="10646"/>
                  </a:lnTo>
                  <a:lnTo>
                    <a:pt x="45950" y="11852"/>
                  </a:lnTo>
                  <a:lnTo>
                    <a:pt x="45900" y="12534"/>
                  </a:lnTo>
                  <a:lnTo>
                    <a:pt x="45698" y="15289"/>
                  </a:lnTo>
                  <a:lnTo>
                    <a:pt x="45579" y="17152"/>
                  </a:lnTo>
                  <a:lnTo>
                    <a:pt x="45280" y="21831"/>
                  </a:lnTo>
                  <a:lnTo>
                    <a:pt x="45264" y="22088"/>
                  </a:lnTo>
                  <a:lnTo>
                    <a:pt x="45180" y="23403"/>
                  </a:lnTo>
                  <a:lnTo>
                    <a:pt x="44959" y="26867"/>
                  </a:lnTo>
                  <a:lnTo>
                    <a:pt x="44911" y="27607"/>
                  </a:lnTo>
                  <a:lnTo>
                    <a:pt x="44894" y="27888"/>
                  </a:lnTo>
                  <a:lnTo>
                    <a:pt x="44803" y="29298"/>
                  </a:lnTo>
                  <a:lnTo>
                    <a:pt x="44038" y="36045"/>
                  </a:lnTo>
                  <a:lnTo>
                    <a:pt x="43708" y="38948"/>
                  </a:lnTo>
                  <a:lnTo>
                    <a:pt x="43663" y="40835"/>
                  </a:lnTo>
                  <a:lnTo>
                    <a:pt x="44454" y="42745"/>
                  </a:lnTo>
                  <a:lnTo>
                    <a:pt x="45313" y="44822"/>
                  </a:lnTo>
                  <a:lnTo>
                    <a:pt x="45595" y="45461"/>
                  </a:lnTo>
                  <a:lnTo>
                    <a:pt x="43116" y="46642"/>
                  </a:lnTo>
                  <a:lnTo>
                    <a:pt x="40830" y="47732"/>
                  </a:lnTo>
                  <a:lnTo>
                    <a:pt x="39630" y="48276"/>
                  </a:lnTo>
                  <a:lnTo>
                    <a:pt x="36909" y="49509"/>
                  </a:lnTo>
                  <a:lnTo>
                    <a:pt x="35513" y="50165"/>
                  </a:lnTo>
                  <a:lnTo>
                    <a:pt x="35149" y="50292"/>
                  </a:lnTo>
                  <a:lnTo>
                    <a:pt x="34267" y="50416"/>
                  </a:lnTo>
                  <a:lnTo>
                    <a:pt x="31642" y="50785"/>
                  </a:lnTo>
                  <a:lnTo>
                    <a:pt x="30331" y="50969"/>
                  </a:lnTo>
                  <a:lnTo>
                    <a:pt x="29709" y="51017"/>
                  </a:lnTo>
                  <a:lnTo>
                    <a:pt x="26923" y="51232"/>
                  </a:lnTo>
                  <a:lnTo>
                    <a:pt x="26308" y="51279"/>
                  </a:lnTo>
                  <a:lnTo>
                    <a:pt x="26002" y="51303"/>
                  </a:lnTo>
                  <a:lnTo>
                    <a:pt x="25831" y="51329"/>
                  </a:lnTo>
                  <a:lnTo>
                    <a:pt x="25667" y="51354"/>
                  </a:lnTo>
                  <a:lnTo>
                    <a:pt x="25739" y="52473"/>
                  </a:lnTo>
                  <a:lnTo>
                    <a:pt x="25647" y="54028"/>
                  </a:lnTo>
                  <a:lnTo>
                    <a:pt x="25641" y="54347"/>
                  </a:lnTo>
                  <a:lnTo>
                    <a:pt x="25571" y="55351"/>
                  </a:lnTo>
                  <a:lnTo>
                    <a:pt x="25432" y="56505"/>
                  </a:lnTo>
                  <a:lnTo>
                    <a:pt x="25283" y="57382"/>
                  </a:lnTo>
                  <a:lnTo>
                    <a:pt x="25257" y="57630"/>
                  </a:lnTo>
                  <a:lnTo>
                    <a:pt x="25233" y="57864"/>
                  </a:lnTo>
                  <a:lnTo>
                    <a:pt x="24906" y="61060"/>
                  </a:lnTo>
                  <a:lnTo>
                    <a:pt x="24853" y="61585"/>
                  </a:lnTo>
                  <a:lnTo>
                    <a:pt x="24639" y="62706"/>
                  </a:lnTo>
                  <a:lnTo>
                    <a:pt x="24362" y="63792"/>
                  </a:lnTo>
                  <a:lnTo>
                    <a:pt x="23171" y="66297"/>
                  </a:lnTo>
                  <a:lnTo>
                    <a:pt x="23728" y="66250"/>
                  </a:lnTo>
                  <a:lnTo>
                    <a:pt x="28113" y="67473"/>
                  </a:lnTo>
                  <a:lnTo>
                    <a:pt x="27892" y="68567"/>
                  </a:lnTo>
                  <a:lnTo>
                    <a:pt x="27723" y="69900"/>
                  </a:lnTo>
                  <a:lnTo>
                    <a:pt x="25968" y="69335"/>
                  </a:lnTo>
                  <a:lnTo>
                    <a:pt x="24878" y="69033"/>
                  </a:lnTo>
                  <a:lnTo>
                    <a:pt x="24347" y="69574"/>
                  </a:lnTo>
                  <a:lnTo>
                    <a:pt x="23562" y="70475"/>
                  </a:lnTo>
                  <a:lnTo>
                    <a:pt x="24125" y="72677"/>
                  </a:lnTo>
                  <a:lnTo>
                    <a:pt x="24529" y="74210"/>
                  </a:lnTo>
                  <a:lnTo>
                    <a:pt x="24211" y="74400"/>
                  </a:lnTo>
                  <a:lnTo>
                    <a:pt x="24157" y="74934"/>
                  </a:lnTo>
                  <a:lnTo>
                    <a:pt x="24387" y="75623"/>
                  </a:lnTo>
                  <a:lnTo>
                    <a:pt x="24645" y="75995"/>
                  </a:lnTo>
                  <a:lnTo>
                    <a:pt x="24897" y="76359"/>
                  </a:lnTo>
                  <a:lnTo>
                    <a:pt x="25104" y="76822"/>
                  </a:lnTo>
                  <a:lnTo>
                    <a:pt x="25141" y="77032"/>
                  </a:lnTo>
                  <a:lnTo>
                    <a:pt x="25480" y="78934"/>
                  </a:lnTo>
                  <a:lnTo>
                    <a:pt x="25841" y="79569"/>
                  </a:lnTo>
                  <a:lnTo>
                    <a:pt x="26483" y="80222"/>
                  </a:lnTo>
                  <a:lnTo>
                    <a:pt x="27089" y="81360"/>
                  </a:lnTo>
                  <a:lnTo>
                    <a:pt x="27373" y="81933"/>
                  </a:lnTo>
                  <a:lnTo>
                    <a:pt x="27762" y="82425"/>
                  </a:lnTo>
                  <a:lnTo>
                    <a:pt x="28418" y="82949"/>
                  </a:lnTo>
                  <a:lnTo>
                    <a:pt x="28994" y="83476"/>
                  </a:lnTo>
                  <a:lnTo>
                    <a:pt x="29290" y="83656"/>
                  </a:lnTo>
                  <a:lnTo>
                    <a:pt x="29569" y="83825"/>
                  </a:lnTo>
                  <a:lnTo>
                    <a:pt x="30184" y="84554"/>
                  </a:lnTo>
                  <a:lnTo>
                    <a:pt x="32435" y="87629"/>
                  </a:lnTo>
                  <a:lnTo>
                    <a:pt x="32684" y="87921"/>
                  </a:lnTo>
                  <a:lnTo>
                    <a:pt x="33135" y="88451"/>
                  </a:lnTo>
                  <a:lnTo>
                    <a:pt x="34320" y="89833"/>
                  </a:lnTo>
                  <a:lnTo>
                    <a:pt x="35252" y="91340"/>
                  </a:lnTo>
                  <a:lnTo>
                    <a:pt x="35495" y="91890"/>
                  </a:lnTo>
                  <a:lnTo>
                    <a:pt x="35862" y="92721"/>
                  </a:lnTo>
                  <a:lnTo>
                    <a:pt x="36530" y="94150"/>
                  </a:lnTo>
                  <a:lnTo>
                    <a:pt x="36689" y="94477"/>
                  </a:lnTo>
                  <a:lnTo>
                    <a:pt x="37154" y="94415"/>
                  </a:lnTo>
                  <a:lnTo>
                    <a:pt x="38227" y="94522"/>
                  </a:lnTo>
                  <a:lnTo>
                    <a:pt x="39733" y="95054"/>
                  </a:lnTo>
                  <a:lnTo>
                    <a:pt x="40482" y="95450"/>
                  </a:lnTo>
                  <a:lnTo>
                    <a:pt x="41061" y="95757"/>
                  </a:lnTo>
                  <a:lnTo>
                    <a:pt x="42454" y="97004"/>
                  </a:lnTo>
                  <a:lnTo>
                    <a:pt x="43628" y="98298"/>
                  </a:lnTo>
                  <a:lnTo>
                    <a:pt x="44479" y="99237"/>
                  </a:lnTo>
                  <a:lnTo>
                    <a:pt x="45243" y="99687"/>
                  </a:lnTo>
                  <a:lnTo>
                    <a:pt x="46365" y="99285"/>
                  </a:lnTo>
                  <a:lnTo>
                    <a:pt x="45987" y="100745"/>
                  </a:lnTo>
                  <a:lnTo>
                    <a:pt x="45703" y="103056"/>
                  </a:lnTo>
                  <a:lnTo>
                    <a:pt x="45641" y="103653"/>
                  </a:lnTo>
                  <a:lnTo>
                    <a:pt x="44242" y="103589"/>
                  </a:lnTo>
                  <a:lnTo>
                    <a:pt x="45779" y="107575"/>
                  </a:lnTo>
                  <a:lnTo>
                    <a:pt x="46037" y="108758"/>
                  </a:lnTo>
                  <a:lnTo>
                    <a:pt x="44643" y="112364"/>
                  </a:lnTo>
                  <a:lnTo>
                    <a:pt x="43449" y="115451"/>
                  </a:lnTo>
                  <a:lnTo>
                    <a:pt x="43200" y="116053"/>
                  </a:lnTo>
                  <a:lnTo>
                    <a:pt x="41020" y="115977"/>
                  </a:lnTo>
                  <a:lnTo>
                    <a:pt x="40139" y="115946"/>
                  </a:lnTo>
                  <a:lnTo>
                    <a:pt x="34994" y="115369"/>
                  </a:lnTo>
                  <a:lnTo>
                    <a:pt x="31641" y="114427"/>
                  </a:lnTo>
                  <a:lnTo>
                    <a:pt x="29346" y="113701"/>
                  </a:lnTo>
                  <a:lnTo>
                    <a:pt x="29437" y="113142"/>
                  </a:lnTo>
                  <a:lnTo>
                    <a:pt x="27932" y="112554"/>
                  </a:lnTo>
                  <a:lnTo>
                    <a:pt x="25877" y="111751"/>
                  </a:lnTo>
                  <a:lnTo>
                    <a:pt x="24355" y="111479"/>
                  </a:lnTo>
                  <a:lnTo>
                    <a:pt x="23610" y="111347"/>
                  </a:lnTo>
                  <a:lnTo>
                    <a:pt x="22505" y="110815"/>
                  </a:lnTo>
                  <a:lnTo>
                    <a:pt x="22995" y="109452"/>
                  </a:lnTo>
                  <a:lnTo>
                    <a:pt x="22265" y="109216"/>
                  </a:lnTo>
                  <a:lnTo>
                    <a:pt x="18703" y="108063"/>
                  </a:lnTo>
                  <a:lnTo>
                    <a:pt x="18362" y="108256"/>
                  </a:lnTo>
                  <a:lnTo>
                    <a:pt x="17752" y="108655"/>
                  </a:lnTo>
                  <a:lnTo>
                    <a:pt x="17325" y="109171"/>
                  </a:lnTo>
                  <a:lnTo>
                    <a:pt x="17117" y="109061"/>
                  </a:lnTo>
                  <a:lnTo>
                    <a:pt x="15471" y="108145"/>
                  </a:lnTo>
                  <a:lnTo>
                    <a:pt x="13916" y="107279"/>
                  </a:lnTo>
                  <a:lnTo>
                    <a:pt x="12854" y="107928"/>
                  </a:lnTo>
                  <a:lnTo>
                    <a:pt x="12566" y="108061"/>
                  </a:lnTo>
                  <a:lnTo>
                    <a:pt x="11418" y="108560"/>
                  </a:lnTo>
                  <a:lnTo>
                    <a:pt x="10849" y="108638"/>
                  </a:lnTo>
                  <a:lnTo>
                    <a:pt x="10154" y="108733"/>
                  </a:lnTo>
                  <a:lnTo>
                    <a:pt x="9991" y="108784"/>
                  </a:lnTo>
                  <a:lnTo>
                    <a:pt x="9740" y="108824"/>
                  </a:lnTo>
                  <a:lnTo>
                    <a:pt x="8891" y="108958"/>
                  </a:lnTo>
                  <a:lnTo>
                    <a:pt x="6155" y="109389"/>
                  </a:lnTo>
                  <a:lnTo>
                    <a:pt x="5397" y="108471"/>
                  </a:lnTo>
                  <a:lnTo>
                    <a:pt x="5227" y="108266"/>
                  </a:lnTo>
                  <a:lnTo>
                    <a:pt x="3376" y="102836"/>
                  </a:lnTo>
                  <a:lnTo>
                    <a:pt x="2997" y="100023"/>
                  </a:lnTo>
                  <a:lnTo>
                    <a:pt x="2962" y="99762"/>
                  </a:lnTo>
                  <a:lnTo>
                    <a:pt x="2855" y="98967"/>
                  </a:lnTo>
                  <a:lnTo>
                    <a:pt x="2811" y="98760"/>
                  </a:lnTo>
                  <a:lnTo>
                    <a:pt x="1972" y="94833"/>
                  </a:lnTo>
                  <a:lnTo>
                    <a:pt x="1863" y="94321"/>
                  </a:lnTo>
                  <a:lnTo>
                    <a:pt x="1835" y="94107"/>
                  </a:lnTo>
                  <a:lnTo>
                    <a:pt x="1785" y="93724"/>
                  </a:lnTo>
                  <a:lnTo>
                    <a:pt x="1278" y="89875"/>
                  </a:lnTo>
                  <a:lnTo>
                    <a:pt x="1220" y="89479"/>
                  </a:lnTo>
                  <a:lnTo>
                    <a:pt x="1037" y="88211"/>
                  </a:lnTo>
                  <a:lnTo>
                    <a:pt x="827" y="86774"/>
                  </a:lnTo>
                  <a:lnTo>
                    <a:pt x="653" y="85681"/>
                  </a:lnTo>
                  <a:lnTo>
                    <a:pt x="459" y="84620"/>
                  </a:lnTo>
                  <a:lnTo>
                    <a:pt x="88" y="83565"/>
                  </a:lnTo>
                  <a:lnTo>
                    <a:pt x="11" y="82171"/>
                  </a:lnTo>
                  <a:lnTo>
                    <a:pt x="0" y="81970"/>
                  </a:lnTo>
                  <a:lnTo>
                    <a:pt x="719" y="78500"/>
                  </a:lnTo>
                  <a:lnTo>
                    <a:pt x="1043" y="77549"/>
                  </a:lnTo>
                  <a:lnTo>
                    <a:pt x="1604" y="75903"/>
                  </a:lnTo>
                  <a:lnTo>
                    <a:pt x="1699" y="75517"/>
                  </a:lnTo>
                  <a:lnTo>
                    <a:pt x="1771" y="75221"/>
                  </a:lnTo>
                  <a:lnTo>
                    <a:pt x="1825" y="75004"/>
                  </a:lnTo>
                  <a:lnTo>
                    <a:pt x="2347" y="72885"/>
                  </a:lnTo>
                  <a:lnTo>
                    <a:pt x="2397" y="72748"/>
                  </a:lnTo>
                  <a:lnTo>
                    <a:pt x="2737" y="71822"/>
                  </a:lnTo>
                  <a:lnTo>
                    <a:pt x="3185" y="70600"/>
                  </a:lnTo>
                  <a:lnTo>
                    <a:pt x="4025" y="69339"/>
                  </a:lnTo>
                  <a:lnTo>
                    <a:pt x="4643" y="68811"/>
                  </a:lnTo>
                  <a:lnTo>
                    <a:pt x="5382" y="68377"/>
                  </a:lnTo>
                  <a:lnTo>
                    <a:pt x="5775" y="67938"/>
                  </a:lnTo>
                  <a:lnTo>
                    <a:pt x="5773" y="67376"/>
                  </a:lnTo>
                  <a:lnTo>
                    <a:pt x="5897" y="66679"/>
                  </a:lnTo>
                  <a:lnTo>
                    <a:pt x="6273" y="66075"/>
                  </a:lnTo>
                  <a:lnTo>
                    <a:pt x="6654" y="65704"/>
                  </a:lnTo>
                  <a:lnTo>
                    <a:pt x="6841" y="65149"/>
                  </a:lnTo>
                  <a:lnTo>
                    <a:pt x="6826" y="64872"/>
                  </a:lnTo>
                  <a:lnTo>
                    <a:pt x="6805" y="64484"/>
                  </a:lnTo>
                  <a:lnTo>
                    <a:pt x="7496" y="63754"/>
                  </a:lnTo>
                  <a:lnTo>
                    <a:pt x="7615" y="63239"/>
                  </a:lnTo>
                  <a:lnTo>
                    <a:pt x="7660" y="63046"/>
                  </a:lnTo>
                  <a:lnTo>
                    <a:pt x="7532" y="61292"/>
                  </a:lnTo>
                  <a:lnTo>
                    <a:pt x="7515" y="61062"/>
                  </a:lnTo>
                  <a:lnTo>
                    <a:pt x="7489" y="60709"/>
                  </a:lnTo>
                  <a:lnTo>
                    <a:pt x="7439" y="60458"/>
                  </a:lnTo>
                  <a:lnTo>
                    <a:pt x="7158" y="58629"/>
                  </a:lnTo>
                  <a:lnTo>
                    <a:pt x="7089" y="58015"/>
                  </a:lnTo>
                  <a:lnTo>
                    <a:pt x="7342" y="57548"/>
                  </a:lnTo>
                  <a:lnTo>
                    <a:pt x="7427" y="57392"/>
                  </a:lnTo>
                  <a:lnTo>
                    <a:pt x="7688" y="57142"/>
                  </a:lnTo>
                  <a:lnTo>
                    <a:pt x="8681" y="56189"/>
                  </a:lnTo>
                  <a:lnTo>
                    <a:pt x="9925" y="54579"/>
                  </a:lnTo>
                  <a:lnTo>
                    <a:pt x="11566" y="53737"/>
                  </a:lnTo>
                  <a:lnTo>
                    <a:pt x="11781" y="53577"/>
                  </a:lnTo>
                  <a:lnTo>
                    <a:pt x="12396" y="53117"/>
                  </a:lnTo>
                  <a:lnTo>
                    <a:pt x="13385" y="52378"/>
                  </a:lnTo>
                  <a:lnTo>
                    <a:pt x="15367" y="51619"/>
                  </a:lnTo>
                  <a:lnTo>
                    <a:pt x="17775" y="49981"/>
                  </a:lnTo>
                  <a:lnTo>
                    <a:pt x="18656" y="49312"/>
                  </a:lnTo>
                  <a:lnTo>
                    <a:pt x="18838" y="49173"/>
                  </a:lnTo>
                  <a:lnTo>
                    <a:pt x="19625" y="48718"/>
                  </a:lnTo>
                  <a:lnTo>
                    <a:pt x="24335" y="46614"/>
                  </a:lnTo>
                  <a:lnTo>
                    <a:pt x="27660" y="45445"/>
                  </a:lnTo>
                  <a:lnTo>
                    <a:pt x="28202" y="45109"/>
                  </a:lnTo>
                  <a:lnTo>
                    <a:pt x="29224" y="44477"/>
                  </a:lnTo>
                  <a:lnTo>
                    <a:pt x="29742" y="44100"/>
                  </a:lnTo>
                  <a:lnTo>
                    <a:pt x="31008" y="43177"/>
                  </a:lnTo>
                  <a:lnTo>
                    <a:pt x="32322" y="41525"/>
                  </a:lnTo>
                  <a:lnTo>
                    <a:pt x="33529" y="39321"/>
                  </a:lnTo>
                  <a:lnTo>
                    <a:pt x="33776" y="38869"/>
                  </a:lnTo>
                  <a:lnTo>
                    <a:pt x="34184" y="37180"/>
                  </a:lnTo>
                  <a:lnTo>
                    <a:pt x="34129" y="36044"/>
                  </a:lnTo>
                  <a:lnTo>
                    <a:pt x="33913" y="32864"/>
                  </a:lnTo>
                  <a:lnTo>
                    <a:pt x="33058" y="31854"/>
                  </a:lnTo>
                  <a:lnTo>
                    <a:pt x="31201" y="30004"/>
                  </a:lnTo>
                  <a:lnTo>
                    <a:pt x="30091" y="30582"/>
                  </a:lnTo>
                  <a:lnTo>
                    <a:pt x="28529" y="31394"/>
                  </a:lnTo>
                  <a:lnTo>
                    <a:pt x="27997" y="31016"/>
                  </a:lnTo>
                  <a:lnTo>
                    <a:pt x="28303" y="29621"/>
                  </a:lnTo>
                  <a:lnTo>
                    <a:pt x="28947" y="29572"/>
                  </a:lnTo>
                  <a:lnTo>
                    <a:pt x="28878" y="28431"/>
                  </a:lnTo>
                  <a:lnTo>
                    <a:pt x="28803" y="27177"/>
                  </a:lnTo>
                  <a:lnTo>
                    <a:pt x="28238" y="26781"/>
                  </a:lnTo>
                  <a:lnTo>
                    <a:pt x="27617" y="26345"/>
                  </a:lnTo>
                  <a:lnTo>
                    <a:pt x="27853" y="25788"/>
                  </a:lnTo>
                  <a:lnTo>
                    <a:pt x="28225" y="24909"/>
                  </a:lnTo>
                  <a:lnTo>
                    <a:pt x="26142" y="20974"/>
                  </a:lnTo>
                  <a:lnTo>
                    <a:pt x="25584" y="19047"/>
                  </a:lnTo>
                  <a:lnTo>
                    <a:pt x="25163" y="17595"/>
                  </a:lnTo>
                  <a:lnTo>
                    <a:pt x="24161" y="14605"/>
                  </a:lnTo>
                  <a:lnTo>
                    <a:pt x="23701" y="14295"/>
                  </a:lnTo>
                  <a:lnTo>
                    <a:pt x="23377" y="14077"/>
                  </a:lnTo>
                  <a:lnTo>
                    <a:pt x="22907" y="13855"/>
                  </a:lnTo>
                  <a:lnTo>
                    <a:pt x="22490" y="13659"/>
                  </a:lnTo>
                  <a:lnTo>
                    <a:pt x="22962" y="13456"/>
                  </a:lnTo>
                  <a:lnTo>
                    <a:pt x="24783" y="12671"/>
                  </a:lnTo>
                  <a:lnTo>
                    <a:pt x="25045" y="12558"/>
                  </a:lnTo>
                  <a:lnTo>
                    <a:pt x="24343" y="11179"/>
                  </a:lnTo>
                  <a:lnTo>
                    <a:pt x="26845" y="9940"/>
                  </a:lnTo>
                  <a:lnTo>
                    <a:pt x="27346" y="9693"/>
                  </a:lnTo>
                  <a:lnTo>
                    <a:pt x="27202" y="9418"/>
                  </a:lnTo>
                  <a:lnTo>
                    <a:pt x="27030" y="9091"/>
                  </a:lnTo>
                  <a:lnTo>
                    <a:pt x="27630" y="9203"/>
                  </a:lnTo>
                  <a:lnTo>
                    <a:pt x="29847" y="9617"/>
                  </a:lnTo>
                  <a:lnTo>
                    <a:pt x="30439" y="9945"/>
                  </a:lnTo>
                  <a:lnTo>
                    <a:pt x="30422" y="8841"/>
                  </a:lnTo>
                  <a:lnTo>
                    <a:pt x="30401" y="7504"/>
                  </a:lnTo>
                  <a:lnTo>
                    <a:pt x="30546" y="4333"/>
                  </a:lnTo>
                  <a:lnTo>
                    <a:pt x="30741" y="0"/>
                  </a:lnTo>
                  <a:lnTo>
                    <a:pt x="33911" y="220"/>
                  </a:lnTo>
                  <a:lnTo>
                    <a:pt x="34125" y="312"/>
                  </a:lnTo>
                  <a:lnTo>
                    <a:pt x="34594" y="512"/>
                  </a:lnTo>
                  <a:lnTo>
                    <a:pt x="34774" y="589"/>
                  </a:lnTo>
                  <a:lnTo>
                    <a:pt x="36900" y="1499"/>
                  </a:lnTo>
                  <a:lnTo>
                    <a:pt x="37763" y="2098"/>
                  </a:lnTo>
                  <a:lnTo>
                    <a:pt x="40221" y="3806"/>
                  </a:lnTo>
                  <a:lnTo>
                    <a:pt x="40775" y="4191"/>
                  </a:lnTo>
                  <a:lnTo>
                    <a:pt x="41314" y="4565"/>
                  </a:lnTo>
                  <a:lnTo>
                    <a:pt x="43124" y="5777"/>
                  </a:lnTo>
                  <a:lnTo>
                    <a:pt x="43493" y="6024"/>
                  </a:lnTo>
                  <a:lnTo>
                    <a:pt x="44869" y="7550"/>
                  </a:lnTo>
                  <a:lnTo>
                    <a:pt x="45672" y="90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4663293" y="3429798"/>
              <a:ext cx="59898" cy="59998"/>
            </a:xfrm>
            <a:custGeom>
              <a:avLst/>
              <a:pathLst>
                <a:path w="59898" h="59998">
                  <a:moveTo>
                    <a:pt x="35118" y="7491"/>
                  </a:moveTo>
                  <a:lnTo>
                    <a:pt x="37340" y="10625"/>
                  </a:lnTo>
                  <a:lnTo>
                    <a:pt x="38268" y="11311"/>
                  </a:lnTo>
                  <a:lnTo>
                    <a:pt x="38621" y="11572"/>
                  </a:lnTo>
                  <a:lnTo>
                    <a:pt x="40496" y="12957"/>
                  </a:lnTo>
                  <a:lnTo>
                    <a:pt x="42326" y="13705"/>
                  </a:lnTo>
                  <a:lnTo>
                    <a:pt x="42967" y="13967"/>
                  </a:lnTo>
                  <a:lnTo>
                    <a:pt x="48495" y="16225"/>
                  </a:lnTo>
                  <a:lnTo>
                    <a:pt x="49709" y="16477"/>
                  </a:lnTo>
                  <a:lnTo>
                    <a:pt x="51601" y="16871"/>
                  </a:lnTo>
                  <a:lnTo>
                    <a:pt x="56507" y="16984"/>
                  </a:lnTo>
                  <a:lnTo>
                    <a:pt x="58876" y="17149"/>
                  </a:lnTo>
                  <a:lnTo>
                    <a:pt x="59134" y="17167"/>
                  </a:lnTo>
                  <a:lnTo>
                    <a:pt x="59898" y="17220"/>
                  </a:lnTo>
                  <a:lnTo>
                    <a:pt x="59703" y="21554"/>
                  </a:lnTo>
                  <a:lnTo>
                    <a:pt x="59558" y="24725"/>
                  </a:lnTo>
                  <a:lnTo>
                    <a:pt x="59579" y="26062"/>
                  </a:lnTo>
                  <a:lnTo>
                    <a:pt x="59597" y="27166"/>
                  </a:lnTo>
                  <a:lnTo>
                    <a:pt x="59004" y="26837"/>
                  </a:lnTo>
                  <a:lnTo>
                    <a:pt x="56787" y="26423"/>
                  </a:lnTo>
                  <a:lnTo>
                    <a:pt x="56188" y="26311"/>
                  </a:lnTo>
                  <a:lnTo>
                    <a:pt x="56359" y="26639"/>
                  </a:lnTo>
                  <a:lnTo>
                    <a:pt x="56503" y="26914"/>
                  </a:lnTo>
                  <a:lnTo>
                    <a:pt x="56003" y="27161"/>
                  </a:lnTo>
                  <a:lnTo>
                    <a:pt x="53500" y="28400"/>
                  </a:lnTo>
                  <a:lnTo>
                    <a:pt x="54203" y="29779"/>
                  </a:lnTo>
                  <a:lnTo>
                    <a:pt x="53941" y="29892"/>
                  </a:lnTo>
                  <a:lnTo>
                    <a:pt x="52119" y="30677"/>
                  </a:lnTo>
                  <a:lnTo>
                    <a:pt x="51647" y="30880"/>
                  </a:lnTo>
                  <a:lnTo>
                    <a:pt x="52064" y="31076"/>
                  </a:lnTo>
                  <a:lnTo>
                    <a:pt x="52534" y="31297"/>
                  </a:lnTo>
                  <a:lnTo>
                    <a:pt x="52858" y="31516"/>
                  </a:lnTo>
                  <a:lnTo>
                    <a:pt x="53318" y="31826"/>
                  </a:lnTo>
                  <a:lnTo>
                    <a:pt x="54320" y="34815"/>
                  </a:lnTo>
                  <a:lnTo>
                    <a:pt x="51764" y="33953"/>
                  </a:lnTo>
                  <a:lnTo>
                    <a:pt x="50146" y="33156"/>
                  </a:lnTo>
                  <a:lnTo>
                    <a:pt x="47948" y="30972"/>
                  </a:lnTo>
                  <a:lnTo>
                    <a:pt x="45706" y="33408"/>
                  </a:lnTo>
                  <a:lnTo>
                    <a:pt x="44786" y="34459"/>
                  </a:lnTo>
                  <a:lnTo>
                    <a:pt x="44635" y="36083"/>
                  </a:lnTo>
                  <a:lnTo>
                    <a:pt x="44402" y="38578"/>
                  </a:lnTo>
                  <a:lnTo>
                    <a:pt x="43835" y="44673"/>
                  </a:lnTo>
                  <a:lnTo>
                    <a:pt x="43692" y="46213"/>
                  </a:lnTo>
                  <a:lnTo>
                    <a:pt x="36825" y="46853"/>
                  </a:lnTo>
                  <a:lnTo>
                    <a:pt x="36656" y="42807"/>
                  </a:lnTo>
                  <a:lnTo>
                    <a:pt x="36193" y="39215"/>
                  </a:lnTo>
                  <a:lnTo>
                    <a:pt x="35894" y="38190"/>
                  </a:lnTo>
                  <a:lnTo>
                    <a:pt x="35317" y="36209"/>
                  </a:lnTo>
                  <a:lnTo>
                    <a:pt x="35462" y="34339"/>
                  </a:lnTo>
                  <a:lnTo>
                    <a:pt x="32810" y="35273"/>
                  </a:lnTo>
                  <a:lnTo>
                    <a:pt x="25997" y="38166"/>
                  </a:lnTo>
                  <a:lnTo>
                    <a:pt x="23768" y="38914"/>
                  </a:lnTo>
                  <a:lnTo>
                    <a:pt x="23790" y="41266"/>
                  </a:lnTo>
                  <a:lnTo>
                    <a:pt x="23096" y="49170"/>
                  </a:lnTo>
                  <a:lnTo>
                    <a:pt x="22348" y="51519"/>
                  </a:lnTo>
                  <a:lnTo>
                    <a:pt x="21453" y="52895"/>
                  </a:lnTo>
                  <a:lnTo>
                    <a:pt x="21133" y="53126"/>
                  </a:lnTo>
                  <a:lnTo>
                    <a:pt x="19517" y="54296"/>
                  </a:lnTo>
                  <a:lnTo>
                    <a:pt x="17648" y="55529"/>
                  </a:lnTo>
                  <a:lnTo>
                    <a:pt x="16871" y="55564"/>
                  </a:lnTo>
                  <a:lnTo>
                    <a:pt x="16296" y="55883"/>
                  </a:lnTo>
                  <a:lnTo>
                    <a:pt x="16007" y="56283"/>
                  </a:lnTo>
                  <a:lnTo>
                    <a:pt x="15758" y="56765"/>
                  </a:lnTo>
                  <a:lnTo>
                    <a:pt x="15466" y="57608"/>
                  </a:lnTo>
                  <a:lnTo>
                    <a:pt x="15421" y="58252"/>
                  </a:lnTo>
                  <a:lnTo>
                    <a:pt x="15679" y="59893"/>
                  </a:lnTo>
                  <a:lnTo>
                    <a:pt x="13229" y="59998"/>
                  </a:lnTo>
                  <a:lnTo>
                    <a:pt x="9930" y="59998"/>
                  </a:lnTo>
                  <a:lnTo>
                    <a:pt x="9939" y="56478"/>
                  </a:lnTo>
                  <a:lnTo>
                    <a:pt x="9822" y="55605"/>
                  </a:lnTo>
                  <a:lnTo>
                    <a:pt x="9194" y="53700"/>
                  </a:lnTo>
                  <a:lnTo>
                    <a:pt x="8414" y="51757"/>
                  </a:lnTo>
                  <a:lnTo>
                    <a:pt x="7480" y="49431"/>
                  </a:lnTo>
                  <a:lnTo>
                    <a:pt x="7301" y="49006"/>
                  </a:lnTo>
                  <a:lnTo>
                    <a:pt x="7177" y="48709"/>
                  </a:lnTo>
                  <a:lnTo>
                    <a:pt x="5028" y="43588"/>
                  </a:lnTo>
                  <a:lnTo>
                    <a:pt x="4903" y="43141"/>
                  </a:lnTo>
                  <a:lnTo>
                    <a:pt x="4736" y="42521"/>
                  </a:lnTo>
                  <a:lnTo>
                    <a:pt x="4553" y="41839"/>
                  </a:lnTo>
                  <a:lnTo>
                    <a:pt x="4476" y="41473"/>
                  </a:lnTo>
                  <a:lnTo>
                    <a:pt x="4301" y="40632"/>
                  </a:lnTo>
                  <a:lnTo>
                    <a:pt x="3949" y="38948"/>
                  </a:lnTo>
                  <a:lnTo>
                    <a:pt x="3518" y="36670"/>
                  </a:lnTo>
                  <a:lnTo>
                    <a:pt x="2840" y="33525"/>
                  </a:lnTo>
                  <a:lnTo>
                    <a:pt x="2381" y="31475"/>
                  </a:lnTo>
                  <a:lnTo>
                    <a:pt x="2069" y="30080"/>
                  </a:lnTo>
                  <a:lnTo>
                    <a:pt x="1881" y="28803"/>
                  </a:lnTo>
                  <a:lnTo>
                    <a:pt x="1775" y="28082"/>
                  </a:lnTo>
                  <a:lnTo>
                    <a:pt x="1566" y="26881"/>
                  </a:lnTo>
                  <a:lnTo>
                    <a:pt x="1221" y="25731"/>
                  </a:lnTo>
                  <a:lnTo>
                    <a:pt x="799" y="24767"/>
                  </a:lnTo>
                  <a:lnTo>
                    <a:pt x="667" y="24465"/>
                  </a:lnTo>
                  <a:lnTo>
                    <a:pt x="511" y="24237"/>
                  </a:lnTo>
                  <a:lnTo>
                    <a:pt x="246" y="23888"/>
                  </a:lnTo>
                  <a:lnTo>
                    <a:pt x="0" y="23562"/>
                  </a:lnTo>
                  <a:lnTo>
                    <a:pt x="701" y="22511"/>
                  </a:lnTo>
                  <a:lnTo>
                    <a:pt x="1391" y="21475"/>
                  </a:lnTo>
                  <a:lnTo>
                    <a:pt x="1331" y="20706"/>
                  </a:lnTo>
                  <a:lnTo>
                    <a:pt x="1554" y="19809"/>
                  </a:lnTo>
                  <a:lnTo>
                    <a:pt x="1637" y="19474"/>
                  </a:lnTo>
                  <a:lnTo>
                    <a:pt x="3486" y="14490"/>
                  </a:lnTo>
                  <a:lnTo>
                    <a:pt x="6148" y="7251"/>
                  </a:lnTo>
                  <a:lnTo>
                    <a:pt x="8639" y="7555"/>
                  </a:lnTo>
                  <a:lnTo>
                    <a:pt x="10291" y="7490"/>
                  </a:lnTo>
                  <a:lnTo>
                    <a:pt x="11216" y="7454"/>
                  </a:lnTo>
                  <a:lnTo>
                    <a:pt x="14704" y="6777"/>
                  </a:lnTo>
                  <a:lnTo>
                    <a:pt x="16796" y="6084"/>
                  </a:lnTo>
                  <a:lnTo>
                    <a:pt x="20141" y="4684"/>
                  </a:lnTo>
                  <a:lnTo>
                    <a:pt x="22294" y="3784"/>
                  </a:lnTo>
                  <a:lnTo>
                    <a:pt x="23138" y="3431"/>
                  </a:lnTo>
                  <a:lnTo>
                    <a:pt x="26223" y="2140"/>
                  </a:lnTo>
                  <a:lnTo>
                    <a:pt x="29974" y="518"/>
                  </a:lnTo>
                  <a:lnTo>
                    <a:pt x="30229" y="408"/>
                  </a:lnTo>
                  <a:lnTo>
                    <a:pt x="31175" y="0"/>
                  </a:lnTo>
                  <a:lnTo>
                    <a:pt x="32779" y="32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4678714" y="3460770"/>
              <a:ext cx="47920" cy="49487"/>
            </a:xfrm>
            <a:custGeom>
              <a:avLst/>
              <a:pathLst>
                <a:path w="47920" h="49487">
                  <a:moveTo>
                    <a:pt x="42039" y="15869"/>
                  </a:moveTo>
                  <a:lnTo>
                    <a:pt x="41733" y="17264"/>
                  </a:lnTo>
                  <a:lnTo>
                    <a:pt x="42265" y="17642"/>
                  </a:lnTo>
                  <a:lnTo>
                    <a:pt x="43827" y="16830"/>
                  </a:lnTo>
                  <a:lnTo>
                    <a:pt x="44937" y="16252"/>
                  </a:lnTo>
                  <a:lnTo>
                    <a:pt x="46794" y="18102"/>
                  </a:lnTo>
                  <a:lnTo>
                    <a:pt x="47648" y="19112"/>
                  </a:lnTo>
                  <a:lnTo>
                    <a:pt x="47865" y="22292"/>
                  </a:lnTo>
                  <a:lnTo>
                    <a:pt x="47920" y="23428"/>
                  </a:lnTo>
                  <a:lnTo>
                    <a:pt x="47512" y="25117"/>
                  </a:lnTo>
                  <a:lnTo>
                    <a:pt x="47265" y="25569"/>
                  </a:lnTo>
                  <a:lnTo>
                    <a:pt x="46058" y="27774"/>
                  </a:lnTo>
                  <a:lnTo>
                    <a:pt x="44744" y="29425"/>
                  </a:lnTo>
                  <a:lnTo>
                    <a:pt x="43478" y="30348"/>
                  </a:lnTo>
                  <a:lnTo>
                    <a:pt x="42959" y="30725"/>
                  </a:lnTo>
                  <a:lnTo>
                    <a:pt x="41938" y="31357"/>
                  </a:lnTo>
                  <a:lnTo>
                    <a:pt x="41396" y="31693"/>
                  </a:lnTo>
                  <a:lnTo>
                    <a:pt x="38071" y="32862"/>
                  </a:lnTo>
                  <a:lnTo>
                    <a:pt x="33361" y="34966"/>
                  </a:lnTo>
                  <a:lnTo>
                    <a:pt x="32574" y="35421"/>
                  </a:lnTo>
                  <a:lnTo>
                    <a:pt x="32391" y="35560"/>
                  </a:lnTo>
                  <a:lnTo>
                    <a:pt x="31511" y="36230"/>
                  </a:lnTo>
                  <a:lnTo>
                    <a:pt x="29103" y="37867"/>
                  </a:lnTo>
                  <a:lnTo>
                    <a:pt x="27121" y="38626"/>
                  </a:lnTo>
                  <a:lnTo>
                    <a:pt x="26132" y="39365"/>
                  </a:lnTo>
                  <a:lnTo>
                    <a:pt x="25517" y="39825"/>
                  </a:lnTo>
                  <a:lnTo>
                    <a:pt x="25302" y="39985"/>
                  </a:lnTo>
                  <a:lnTo>
                    <a:pt x="23661" y="40828"/>
                  </a:lnTo>
                  <a:lnTo>
                    <a:pt x="22416" y="42438"/>
                  </a:lnTo>
                  <a:lnTo>
                    <a:pt x="21423" y="43390"/>
                  </a:lnTo>
                  <a:lnTo>
                    <a:pt x="21162" y="43640"/>
                  </a:lnTo>
                  <a:lnTo>
                    <a:pt x="21078" y="43796"/>
                  </a:lnTo>
                  <a:lnTo>
                    <a:pt x="20825" y="44264"/>
                  </a:lnTo>
                  <a:lnTo>
                    <a:pt x="20894" y="44877"/>
                  </a:lnTo>
                  <a:lnTo>
                    <a:pt x="21174" y="46706"/>
                  </a:lnTo>
                  <a:lnTo>
                    <a:pt x="21225" y="46957"/>
                  </a:lnTo>
                  <a:lnTo>
                    <a:pt x="21251" y="47310"/>
                  </a:lnTo>
                  <a:lnTo>
                    <a:pt x="21268" y="47540"/>
                  </a:lnTo>
                  <a:lnTo>
                    <a:pt x="21396" y="49294"/>
                  </a:lnTo>
                  <a:lnTo>
                    <a:pt x="21351" y="49487"/>
                  </a:lnTo>
                  <a:lnTo>
                    <a:pt x="20633" y="49015"/>
                  </a:lnTo>
                  <a:lnTo>
                    <a:pt x="18818" y="48551"/>
                  </a:lnTo>
                  <a:lnTo>
                    <a:pt x="17439" y="48109"/>
                  </a:lnTo>
                  <a:lnTo>
                    <a:pt x="16383" y="47524"/>
                  </a:lnTo>
                  <a:lnTo>
                    <a:pt x="15490" y="46387"/>
                  </a:lnTo>
                  <a:lnTo>
                    <a:pt x="15064" y="45664"/>
                  </a:lnTo>
                  <a:lnTo>
                    <a:pt x="14270" y="44966"/>
                  </a:lnTo>
                  <a:lnTo>
                    <a:pt x="13247" y="44313"/>
                  </a:lnTo>
                  <a:lnTo>
                    <a:pt x="11996" y="43651"/>
                  </a:lnTo>
                  <a:lnTo>
                    <a:pt x="10560" y="42935"/>
                  </a:lnTo>
                  <a:lnTo>
                    <a:pt x="9721" y="42244"/>
                  </a:lnTo>
                  <a:lnTo>
                    <a:pt x="9316" y="41509"/>
                  </a:lnTo>
                  <a:lnTo>
                    <a:pt x="9205" y="40973"/>
                  </a:lnTo>
                  <a:lnTo>
                    <a:pt x="9206" y="39794"/>
                  </a:lnTo>
                  <a:lnTo>
                    <a:pt x="8907" y="38894"/>
                  </a:lnTo>
                  <a:lnTo>
                    <a:pt x="7916" y="38252"/>
                  </a:lnTo>
                  <a:lnTo>
                    <a:pt x="6835" y="37601"/>
                  </a:lnTo>
                  <a:lnTo>
                    <a:pt x="6250" y="36959"/>
                  </a:lnTo>
                  <a:lnTo>
                    <a:pt x="5819" y="36355"/>
                  </a:lnTo>
                  <a:lnTo>
                    <a:pt x="5350" y="35379"/>
                  </a:lnTo>
                  <a:lnTo>
                    <a:pt x="5117" y="34670"/>
                  </a:lnTo>
                  <a:lnTo>
                    <a:pt x="4873" y="33538"/>
                  </a:lnTo>
                  <a:lnTo>
                    <a:pt x="4437" y="31938"/>
                  </a:lnTo>
                  <a:lnTo>
                    <a:pt x="3310" y="30615"/>
                  </a:lnTo>
                  <a:lnTo>
                    <a:pt x="1614" y="29454"/>
                  </a:lnTo>
                  <a:lnTo>
                    <a:pt x="994" y="29204"/>
                  </a:lnTo>
                  <a:lnTo>
                    <a:pt x="257" y="28921"/>
                  </a:lnTo>
                  <a:lnTo>
                    <a:pt x="0" y="27280"/>
                  </a:lnTo>
                  <a:lnTo>
                    <a:pt x="45" y="26636"/>
                  </a:lnTo>
                  <a:lnTo>
                    <a:pt x="337" y="25792"/>
                  </a:lnTo>
                  <a:lnTo>
                    <a:pt x="585" y="25311"/>
                  </a:lnTo>
                  <a:lnTo>
                    <a:pt x="874" y="24910"/>
                  </a:lnTo>
                  <a:lnTo>
                    <a:pt x="1449" y="24592"/>
                  </a:lnTo>
                  <a:lnTo>
                    <a:pt x="2226" y="24557"/>
                  </a:lnTo>
                  <a:lnTo>
                    <a:pt x="4096" y="23324"/>
                  </a:lnTo>
                  <a:lnTo>
                    <a:pt x="5712" y="22154"/>
                  </a:lnTo>
                  <a:lnTo>
                    <a:pt x="6032" y="21922"/>
                  </a:lnTo>
                  <a:lnTo>
                    <a:pt x="6926" y="20547"/>
                  </a:lnTo>
                  <a:lnTo>
                    <a:pt x="7674" y="18197"/>
                  </a:lnTo>
                  <a:lnTo>
                    <a:pt x="8368" y="10293"/>
                  </a:lnTo>
                  <a:lnTo>
                    <a:pt x="8346" y="7942"/>
                  </a:lnTo>
                  <a:lnTo>
                    <a:pt x="10575" y="7194"/>
                  </a:lnTo>
                  <a:lnTo>
                    <a:pt x="17388" y="4301"/>
                  </a:lnTo>
                  <a:lnTo>
                    <a:pt x="20040" y="3366"/>
                  </a:lnTo>
                  <a:lnTo>
                    <a:pt x="19895" y="5236"/>
                  </a:lnTo>
                  <a:lnTo>
                    <a:pt x="20472" y="7218"/>
                  </a:lnTo>
                  <a:lnTo>
                    <a:pt x="20771" y="8243"/>
                  </a:lnTo>
                  <a:lnTo>
                    <a:pt x="21234" y="11834"/>
                  </a:lnTo>
                  <a:lnTo>
                    <a:pt x="21403" y="15881"/>
                  </a:lnTo>
                  <a:lnTo>
                    <a:pt x="28270" y="15240"/>
                  </a:lnTo>
                  <a:lnTo>
                    <a:pt x="28413" y="13700"/>
                  </a:lnTo>
                  <a:lnTo>
                    <a:pt x="28981" y="7606"/>
                  </a:lnTo>
                  <a:lnTo>
                    <a:pt x="29213" y="5111"/>
                  </a:lnTo>
                  <a:lnTo>
                    <a:pt x="29364" y="3486"/>
                  </a:lnTo>
                  <a:lnTo>
                    <a:pt x="30284" y="2436"/>
                  </a:lnTo>
                  <a:lnTo>
                    <a:pt x="32526" y="0"/>
                  </a:lnTo>
                  <a:lnTo>
                    <a:pt x="34724" y="2184"/>
                  </a:lnTo>
                  <a:lnTo>
                    <a:pt x="36342" y="2981"/>
                  </a:lnTo>
                  <a:lnTo>
                    <a:pt x="38899" y="3843"/>
                  </a:lnTo>
                  <a:lnTo>
                    <a:pt x="39319" y="5296"/>
                  </a:lnTo>
                  <a:lnTo>
                    <a:pt x="39877" y="7222"/>
                  </a:lnTo>
                  <a:lnTo>
                    <a:pt x="41961" y="11157"/>
                  </a:lnTo>
                  <a:lnTo>
                    <a:pt x="41589" y="12036"/>
                  </a:lnTo>
                  <a:lnTo>
                    <a:pt x="41353" y="12593"/>
                  </a:lnTo>
                  <a:lnTo>
                    <a:pt x="41974" y="13029"/>
                  </a:lnTo>
                  <a:lnTo>
                    <a:pt x="42538" y="13426"/>
                  </a:lnTo>
                  <a:lnTo>
                    <a:pt x="42614" y="14679"/>
                  </a:lnTo>
                  <a:lnTo>
                    <a:pt x="42683" y="158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4618533" y="3408597"/>
              <a:ext cx="50908" cy="53445"/>
            </a:xfrm>
            <a:custGeom>
              <a:avLst/>
              <a:pathLst>
                <a:path w="50908" h="53445">
                  <a:moveTo>
                    <a:pt x="48246" y="35691"/>
                  </a:moveTo>
                  <a:lnTo>
                    <a:pt x="46397" y="40675"/>
                  </a:lnTo>
                  <a:lnTo>
                    <a:pt x="46314" y="41010"/>
                  </a:lnTo>
                  <a:lnTo>
                    <a:pt x="46091" y="41907"/>
                  </a:lnTo>
                  <a:lnTo>
                    <a:pt x="46151" y="42676"/>
                  </a:lnTo>
                  <a:lnTo>
                    <a:pt x="45460" y="43712"/>
                  </a:lnTo>
                  <a:lnTo>
                    <a:pt x="44759" y="44763"/>
                  </a:lnTo>
                  <a:lnTo>
                    <a:pt x="44601" y="44554"/>
                  </a:lnTo>
                  <a:lnTo>
                    <a:pt x="43731" y="43736"/>
                  </a:lnTo>
                  <a:lnTo>
                    <a:pt x="41656" y="42590"/>
                  </a:lnTo>
                  <a:lnTo>
                    <a:pt x="39581" y="41478"/>
                  </a:lnTo>
                  <a:lnTo>
                    <a:pt x="38035" y="40755"/>
                  </a:lnTo>
                  <a:lnTo>
                    <a:pt x="37133" y="40343"/>
                  </a:lnTo>
                  <a:lnTo>
                    <a:pt x="36680" y="43011"/>
                  </a:lnTo>
                  <a:lnTo>
                    <a:pt x="36550" y="43618"/>
                  </a:lnTo>
                  <a:lnTo>
                    <a:pt x="36160" y="44635"/>
                  </a:lnTo>
                  <a:lnTo>
                    <a:pt x="35857" y="45101"/>
                  </a:lnTo>
                  <a:lnTo>
                    <a:pt x="35322" y="45680"/>
                  </a:lnTo>
                  <a:lnTo>
                    <a:pt x="34687" y="46216"/>
                  </a:lnTo>
                  <a:lnTo>
                    <a:pt x="33951" y="46654"/>
                  </a:lnTo>
                  <a:lnTo>
                    <a:pt x="32698" y="47226"/>
                  </a:lnTo>
                  <a:lnTo>
                    <a:pt x="30356" y="48193"/>
                  </a:lnTo>
                  <a:lnTo>
                    <a:pt x="26745" y="49672"/>
                  </a:lnTo>
                  <a:lnTo>
                    <a:pt x="25018" y="50426"/>
                  </a:lnTo>
                  <a:lnTo>
                    <a:pt x="22690" y="51443"/>
                  </a:lnTo>
                  <a:lnTo>
                    <a:pt x="20256" y="52503"/>
                  </a:lnTo>
                  <a:lnTo>
                    <a:pt x="19321" y="52807"/>
                  </a:lnTo>
                  <a:lnTo>
                    <a:pt x="17607" y="53112"/>
                  </a:lnTo>
                  <a:lnTo>
                    <a:pt x="16173" y="53217"/>
                  </a:lnTo>
                  <a:lnTo>
                    <a:pt x="13049" y="53445"/>
                  </a:lnTo>
                  <a:lnTo>
                    <a:pt x="13036" y="52725"/>
                  </a:lnTo>
                  <a:lnTo>
                    <a:pt x="12376" y="49141"/>
                  </a:lnTo>
                  <a:lnTo>
                    <a:pt x="11772" y="47460"/>
                  </a:lnTo>
                  <a:lnTo>
                    <a:pt x="11129" y="45632"/>
                  </a:lnTo>
                  <a:lnTo>
                    <a:pt x="9763" y="42589"/>
                  </a:lnTo>
                  <a:lnTo>
                    <a:pt x="7514" y="37582"/>
                  </a:lnTo>
                  <a:lnTo>
                    <a:pt x="7231" y="36950"/>
                  </a:lnTo>
                  <a:lnTo>
                    <a:pt x="6053" y="34182"/>
                  </a:lnTo>
                  <a:lnTo>
                    <a:pt x="5853" y="33712"/>
                  </a:lnTo>
                  <a:lnTo>
                    <a:pt x="4399" y="30423"/>
                  </a:lnTo>
                  <a:lnTo>
                    <a:pt x="2921" y="27076"/>
                  </a:lnTo>
                  <a:lnTo>
                    <a:pt x="2280" y="25262"/>
                  </a:lnTo>
                  <a:lnTo>
                    <a:pt x="2087" y="24715"/>
                  </a:lnTo>
                  <a:lnTo>
                    <a:pt x="1165" y="22101"/>
                  </a:lnTo>
                  <a:lnTo>
                    <a:pt x="1001" y="21638"/>
                  </a:lnTo>
                  <a:lnTo>
                    <a:pt x="28" y="16951"/>
                  </a:lnTo>
                  <a:lnTo>
                    <a:pt x="0" y="16815"/>
                  </a:lnTo>
                  <a:lnTo>
                    <a:pt x="172" y="12799"/>
                  </a:lnTo>
                  <a:lnTo>
                    <a:pt x="826" y="10248"/>
                  </a:lnTo>
                  <a:lnTo>
                    <a:pt x="1117" y="9112"/>
                  </a:lnTo>
                  <a:lnTo>
                    <a:pt x="1668" y="8016"/>
                  </a:lnTo>
                  <a:lnTo>
                    <a:pt x="2351" y="6654"/>
                  </a:lnTo>
                  <a:lnTo>
                    <a:pt x="2736" y="5887"/>
                  </a:lnTo>
                  <a:lnTo>
                    <a:pt x="3523" y="4716"/>
                  </a:lnTo>
                  <a:lnTo>
                    <a:pt x="3863" y="4209"/>
                  </a:lnTo>
                  <a:lnTo>
                    <a:pt x="4118" y="3829"/>
                  </a:lnTo>
                  <a:lnTo>
                    <a:pt x="4437" y="3354"/>
                  </a:lnTo>
                  <a:lnTo>
                    <a:pt x="6713" y="0"/>
                  </a:lnTo>
                  <a:lnTo>
                    <a:pt x="8780" y="1307"/>
                  </a:lnTo>
                  <a:lnTo>
                    <a:pt x="10059" y="2164"/>
                  </a:lnTo>
                  <a:lnTo>
                    <a:pt x="11889" y="3392"/>
                  </a:lnTo>
                  <a:lnTo>
                    <a:pt x="12351" y="3719"/>
                  </a:lnTo>
                  <a:lnTo>
                    <a:pt x="14792" y="5445"/>
                  </a:lnTo>
                  <a:lnTo>
                    <a:pt x="17802" y="7573"/>
                  </a:lnTo>
                  <a:lnTo>
                    <a:pt x="21569" y="10236"/>
                  </a:lnTo>
                  <a:lnTo>
                    <a:pt x="24934" y="12590"/>
                  </a:lnTo>
                  <a:lnTo>
                    <a:pt x="26768" y="13872"/>
                  </a:lnTo>
                  <a:lnTo>
                    <a:pt x="28257" y="14914"/>
                  </a:lnTo>
                  <a:lnTo>
                    <a:pt x="30577" y="16537"/>
                  </a:lnTo>
                  <a:lnTo>
                    <a:pt x="30734" y="16651"/>
                  </a:lnTo>
                  <a:lnTo>
                    <a:pt x="36769" y="21034"/>
                  </a:lnTo>
                  <a:lnTo>
                    <a:pt x="42409" y="24946"/>
                  </a:lnTo>
                  <a:lnTo>
                    <a:pt x="46802" y="27285"/>
                  </a:lnTo>
                  <a:lnTo>
                    <a:pt x="47558" y="27500"/>
                  </a:lnTo>
                  <a:lnTo>
                    <a:pt x="48805" y="27854"/>
                  </a:lnTo>
                  <a:lnTo>
                    <a:pt x="49751" y="28123"/>
                  </a:lnTo>
                  <a:lnTo>
                    <a:pt x="50908" y="28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4572729" y="3387703"/>
              <a:ext cx="58894" cy="123899"/>
            </a:xfrm>
            <a:custGeom>
              <a:avLst/>
              <a:pathLst>
                <a:path w="58894" h="123899">
                  <a:moveTo>
                    <a:pt x="58194" y="70110"/>
                  </a:moveTo>
                  <a:lnTo>
                    <a:pt x="58840" y="73619"/>
                  </a:lnTo>
                  <a:lnTo>
                    <a:pt x="58853" y="74339"/>
                  </a:lnTo>
                  <a:lnTo>
                    <a:pt x="58863" y="74878"/>
                  </a:lnTo>
                  <a:lnTo>
                    <a:pt x="58894" y="76635"/>
                  </a:lnTo>
                  <a:lnTo>
                    <a:pt x="58571" y="81227"/>
                  </a:lnTo>
                  <a:lnTo>
                    <a:pt x="58361" y="82078"/>
                  </a:lnTo>
                  <a:lnTo>
                    <a:pt x="58131" y="83010"/>
                  </a:lnTo>
                  <a:lnTo>
                    <a:pt x="57094" y="85582"/>
                  </a:lnTo>
                  <a:lnTo>
                    <a:pt x="56786" y="86066"/>
                  </a:lnTo>
                  <a:lnTo>
                    <a:pt x="56578" y="86358"/>
                  </a:lnTo>
                  <a:lnTo>
                    <a:pt x="55981" y="87194"/>
                  </a:lnTo>
                  <a:lnTo>
                    <a:pt x="51257" y="92781"/>
                  </a:lnTo>
                  <a:lnTo>
                    <a:pt x="49180" y="95113"/>
                  </a:lnTo>
                  <a:lnTo>
                    <a:pt x="43726" y="101237"/>
                  </a:lnTo>
                  <a:lnTo>
                    <a:pt x="42592" y="102844"/>
                  </a:lnTo>
                  <a:lnTo>
                    <a:pt x="41904" y="103818"/>
                  </a:lnTo>
                  <a:lnTo>
                    <a:pt x="41453" y="104457"/>
                  </a:lnTo>
                  <a:lnTo>
                    <a:pt x="40674" y="106880"/>
                  </a:lnTo>
                  <a:lnTo>
                    <a:pt x="40605" y="109200"/>
                  </a:lnTo>
                  <a:lnTo>
                    <a:pt x="40939" y="111978"/>
                  </a:lnTo>
                  <a:lnTo>
                    <a:pt x="41600" y="114160"/>
                  </a:lnTo>
                  <a:lnTo>
                    <a:pt x="42248" y="115270"/>
                  </a:lnTo>
                  <a:lnTo>
                    <a:pt x="42812" y="116237"/>
                  </a:lnTo>
                  <a:lnTo>
                    <a:pt x="44459" y="118087"/>
                  </a:lnTo>
                  <a:lnTo>
                    <a:pt x="45915" y="119104"/>
                  </a:lnTo>
                  <a:lnTo>
                    <a:pt x="46477" y="119497"/>
                  </a:lnTo>
                  <a:lnTo>
                    <a:pt x="46960" y="119764"/>
                  </a:lnTo>
                  <a:lnTo>
                    <a:pt x="46664" y="120280"/>
                  </a:lnTo>
                  <a:lnTo>
                    <a:pt x="46466" y="120626"/>
                  </a:lnTo>
                  <a:lnTo>
                    <a:pt x="45452" y="122396"/>
                  </a:lnTo>
                  <a:lnTo>
                    <a:pt x="44592" y="123899"/>
                  </a:lnTo>
                  <a:lnTo>
                    <a:pt x="43289" y="122868"/>
                  </a:lnTo>
                  <a:lnTo>
                    <a:pt x="41643" y="121566"/>
                  </a:lnTo>
                  <a:lnTo>
                    <a:pt x="39546" y="120009"/>
                  </a:lnTo>
                  <a:lnTo>
                    <a:pt x="39674" y="119745"/>
                  </a:lnTo>
                  <a:lnTo>
                    <a:pt x="40152" y="118969"/>
                  </a:lnTo>
                  <a:lnTo>
                    <a:pt x="40954" y="117882"/>
                  </a:lnTo>
                  <a:lnTo>
                    <a:pt x="40377" y="117063"/>
                  </a:lnTo>
                  <a:lnTo>
                    <a:pt x="40230" y="116828"/>
                  </a:lnTo>
                  <a:lnTo>
                    <a:pt x="40065" y="116519"/>
                  </a:lnTo>
                  <a:lnTo>
                    <a:pt x="38751" y="113829"/>
                  </a:lnTo>
                  <a:lnTo>
                    <a:pt x="38315" y="112782"/>
                  </a:lnTo>
                  <a:lnTo>
                    <a:pt x="38439" y="112345"/>
                  </a:lnTo>
                  <a:lnTo>
                    <a:pt x="38356" y="111834"/>
                  </a:lnTo>
                  <a:lnTo>
                    <a:pt x="38027" y="110721"/>
                  </a:lnTo>
                  <a:lnTo>
                    <a:pt x="37966" y="109932"/>
                  </a:lnTo>
                  <a:lnTo>
                    <a:pt x="37911" y="107476"/>
                  </a:lnTo>
                  <a:lnTo>
                    <a:pt x="38095" y="106706"/>
                  </a:lnTo>
                  <a:lnTo>
                    <a:pt x="37833" y="105764"/>
                  </a:lnTo>
                  <a:lnTo>
                    <a:pt x="37596" y="105536"/>
                  </a:lnTo>
                  <a:lnTo>
                    <a:pt x="37040" y="104553"/>
                  </a:lnTo>
                  <a:lnTo>
                    <a:pt x="36593" y="103602"/>
                  </a:lnTo>
                  <a:lnTo>
                    <a:pt x="36091" y="102640"/>
                  </a:lnTo>
                  <a:lnTo>
                    <a:pt x="32961" y="101768"/>
                  </a:lnTo>
                  <a:lnTo>
                    <a:pt x="31070" y="100754"/>
                  </a:lnTo>
                  <a:lnTo>
                    <a:pt x="29132" y="100302"/>
                  </a:lnTo>
                  <a:lnTo>
                    <a:pt x="28931" y="100068"/>
                  </a:lnTo>
                  <a:lnTo>
                    <a:pt x="27290" y="98446"/>
                  </a:lnTo>
                  <a:lnTo>
                    <a:pt x="26243" y="97863"/>
                  </a:lnTo>
                  <a:lnTo>
                    <a:pt x="25070" y="97550"/>
                  </a:lnTo>
                  <a:lnTo>
                    <a:pt x="24907" y="97456"/>
                  </a:lnTo>
                  <a:lnTo>
                    <a:pt x="24392" y="97157"/>
                  </a:lnTo>
                  <a:lnTo>
                    <a:pt x="23986" y="96623"/>
                  </a:lnTo>
                  <a:lnTo>
                    <a:pt x="23737" y="95991"/>
                  </a:lnTo>
                  <a:lnTo>
                    <a:pt x="23422" y="94453"/>
                  </a:lnTo>
                  <a:lnTo>
                    <a:pt x="22233" y="93803"/>
                  </a:lnTo>
                  <a:lnTo>
                    <a:pt x="21917" y="93407"/>
                  </a:lnTo>
                  <a:lnTo>
                    <a:pt x="21743" y="93189"/>
                  </a:lnTo>
                  <a:lnTo>
                    <a:pt x="21090" y="92369"/>
                  </a:lnTo>
                  <a:lnTo>
                    <a:pt x="20599" y="90966"/>
                  </a:lnTo>
                  <a:lnTo>
                    <a:pt x="20580" y="90778"/>
                  </a:lnTo>
                  <a:lnTo>
                    <a:pt x="20166" y="88868"/>
                  </a:lnTo>
                  <a:lnTo>
                    <a:pt x="20151" y="88723"/>
                  </a:lnTo>
                  <a:lnTo>
                    <a:pt x="20493" y="87073"/>
                  </a:lnTo>
                  <a:lnTo>
                    <a:pt x="21013" y="85498"/>
                  </a:lnTo>
                  <a:lnTo>
                    <a:pt x="21814" y="84122"/>
                  </a:lnTo>
                  <a:lnTo>
                    <a:pt x="22651" y="83535"/>
                  </a:lnTo>
                  <a:lnTo>
                    <a:pt x="22521" y="81978"/>
                  </a:lnTo>
                  <a:lnTo>
                    <a:pt x="21058" y="79081"/>
                  </a:lnTo>
                  <a:lnTo>
                    <a:pt x="20517" y="78394"/>
                  </a:lnTo>
                  <a:lnTo>
                    <a:pt x="20214" y="78009"/>
                  </a:lnTo>
                  <a:lnTo>
                    <a:pt x="18687" y="76007"/>
                  </a:lnTo>
                  <a:lnTo>
                    <a:pt x="16636" y="73618"/>
                  </a:lnTo>
                  <a:lnTo>
                    <a:pt x="15297" y="72559"/>
                  </a:lnTo>
                  <a:lnTo>
                    <a:pt x="13811" y="72155"/>
                  </a:lnTo>
                  <a:lnTo>
                    <a:pt x="12659" y="72233"/>
                  </a:lnTo>
                  <a:lnTo>
                    <a:pt x="11688" y="72313"/>
                  </a:lnTo>
                  <a:lnTo>
                    <a:pt x="11501" y="72263"/>
                  </a:lnTo>
                  <a:lnTo>
                    <a:pt x="10370" y="70803"/>
                  </a:lnTo>
                  <a:lnTo>
                    <a:pt x="9301" y="69269"/>
                  </a:lnTo>
                  <a:lnTo>
                    <a:pt x="8733" y="68065"/>
                  </a:lnTo>
                  <a:lnTo>
                    <a:pt x="7577" y="66429"/>
                  </a:lnTo>
                  <a:lnTo>
                    <a:pt x="7891" y="65561"/>
                  </a:lnTo>
                  <a:lnTo>
                    <a:pt x="14172" y="60931"/>
                  </a:lnTo>
                  <a:lnTo>
                    <a:pt x="17005" y="58877"/>
                  </a:lnTo>
                  <a:lnTo>
                    <a:pt x="17273" y="58611"/>
                  </a:lnTo>
                  <a:lnTo>
                    <a:pt x="16313" y="57124"/>
                  </a:lnTo>
                  <a:lnTo>
                    <a:pt x="15363" y="56021"/>
                  </a:lnTo>
                  <a:lnTo>
                    <a:pt x="14251" y="54109"/>
                  </a:lnTo>
                  <a:lnTo>
                    <a:pt x="10417" y="50317"/>
                  </a:lnTo>
                  <a:lnTo>
                    <a:pt x="8196" y="48701"/>
                  </a:lnTo>
                  <a:lnTo>
                    <a:pt x="6918" y="46627"/>
                  </a:lnTo>
                  <a:lnTo>
                    <a:pt x="6004" y="45439"/>
                  </a:lnTo>
                  <a:lnTo>
                    <a:pt x="4729" y="44141"/>
                  </a:lnTo>
                  <a:lnTo>
                    <a:pt x="3838" y="42520"/>
                  </a:lnTo>
                  <a:lnTo>
                    <a:pt x="3588" y="40966"/>
                  </a:lnTo>
                  <a:lnTo>
                    <a:pt x="3190" y="39241"/>
                  </a:lnTo>
                  <a:lnTo>
                    <a:pt x="3135" y="39102"/>
                  </a:lnTo>
                  <a:lnTo>
                    <a:pt x="2467" y="37938"/>
                  </a:lnTo>
                  <a:lnTo>
                    <a:pt x="911" y="34933"/>
                  </a:lnTo>
                  <a:lnTo>
                    <a:pt x="848" y="34739"/>
                  </a:lnTo>
                  <a:lnTo>
                    <a:pt x="0" y="31976"/>
                  </a:lnTo>
                  <a:lnTo>
                    <a:pt x="426" y="28569"/>
                  </a:lnTo>
                  <a:lnTo>
                    <a:pt x="1307" y="26798"/>
                  </a:lnTo>
                  <a:lnTo>
                    <a:pt x="4389" y="24287"/>
                  </a:lnTo>
                  <a:lnTo>
                    <a:pt x="4853" y="23937"/>
                  </a:lnTo>
                  <a:lnTo>
                    <a:pt x="6233" y="21271"/>
                  </a:lnTo>
                  <a:lnTo>
                    <a:pt x="6382" y="21088"/>
                  </a:lnTo>
                  <a:lnTo>
                    <a:pt x="7087" y="19221"/>
                  </a:lnTo>
                  <a:lnTo>
                    <a:pt x="7143" y="18984"/>
                  </a:lnTo>
                  <a:lnTo>
                    <a:pt x="8186" y="17752"/>
                  </a:lnTo>
                  <a:lnTo>
                    <a:pt x="12094" y="13395"/>
                  </a:lnTo>
                  <a:lnTo>
                    <a:pt x="14593" y="11320"/>
                  </a:lnTo>
                  <a:lnTo>
                    <a:pt x="16730" y="8050"/>
                  </a:lnTo>
                  <a:lnTo>
                    <a:pt x="21838" y="922"/>
                  </a:lnTo>
                  <a:lnTo>
                    <a:pt x="22408" y="127"/>
                  </a:lnTo>
                  <a:lnTo>
                    <a:pt x="22499" y="0"/>
                  </a:lnTo>
                  <a:lnTo>
                    <a:pt x="22715" y="155"/>
                  </a:lnTo>
                  <a:lnTo>
                    <a:pt x="24889" y="1717"/>
                  </a:lnTo>
                  <a:lnTo>
                    <a:pt x="25990" y="2475"/>
                  </a:lnTo>
                  <a:lnTo>
                    <a:pt x="26550" y="2861"/>
                  </a:lnTo>
                  <a:lnTo>
                    <a:pt x="26926" y="3121"/>
                  </a:lnTo>
                  <a:lnTo>
                    <a:pt x="29698" y="5035"/>
                  </a:lnTo>
                  <a:lnTo>
                    <a:pt x="30339" y="5478"/>
                  </a:lnTo>
                  <a:lnTo>
                    <a:pt x="31298" y="6140"/>
                  </a:lnTo>
                  <a:lnTo>
                    <a:pt x="33334" y="7547"/>
                  </a:lnTo>
                  <a:lnTo>
                    <a:pt x="34302" y="8243"/>
                  </a:lnTo>
                  <a:lnTo>
                    <a:pt x="35280" y="8947"/>
                  </a:lnTo>
                  <a:lnTo>
                    <a:pt x="37478" y="10528"/>
                  </a:lnTo>
                  <a:lnTo>
                    <a:pt x="38635" y="11361"/>
                  </a:lnTo>
                  <a:lnTo>
                    <a:pt x="39849" y="12234"/>
                  </a:lnTo>
                  <a:lnTo>
                    <a:pt x="40171" y="12461"/>
                  </a:lnTo>
                  <a:lnTo>
                    <a:pt x="42158" y="13863"/>
                  </a:lnTo>
                  <a:lnTo>
                    <a:pt x="42765" y="14291"/>
                  </a:lnTo>
                  <a:lnTo>
                    <a:pt x="46721" y="17083"/>
                  </a:lnTo>
                  <a:lnTo>
                    <a:pt x="48714" y="18490"/>
                  </a:lnTo>
                  <a:lnTo>
                    <a:pt x="49682" y="19102"/>
                  </a:lnTo>
                  <a:lnTo>
                    <a:pt x="50763" y="19785"/>
                  </a:lnTo>
                  <a:lnTo>
                    <a:pt x="52517" y="20894"/>
                  </a:lnTo>
                  <a:lnTo>
                    <a:pt x="50241" y="24248"/>
                  </a:lnTo>
                  <a:lnTo>
                    <a:pt x="49922" y="24723"/>
                  </a:lnTo>
                  <a:lnTo>
                    <a:pt x="49667" y="25103"/>
                  </a:lnTo>
                  <a:lnTo>
                    <a:pt x="49327" y="25610"/>
                  </a:lnTo>
                  <a:lnTo>
                    <a:pt x="48540" y="26781"/>
                  </a:lnTo>
                  <a:lnTo>
                    <a:pt x="48155" y="27549"/>
                  </a:lnTo>
                  <a:lnTo>
                    <a:pt x="47472" y="28910"/>
                  </a:lnTo>
                  <a:lnTo>
                    <a:pt x="46921" y="30007"/>
                  </a:lnTo>
                  <a:lnTo>
                    <a:pt x="46630" y="31142"/>
                  </a:lnTo>
                  <a:lnTo>
                    <a:pt x="45976" y="33693"/>
                  </a:lnTo>
                  <a:lnTo>
                    <a:pt x="45804" y="37710"/>
                  </a:lnTo>
                  <a:lnTo>
                    <a:pt x="45832" y="37845"/>
                  </a:lnTo>
                  <a:lnTo>
                    <a:pt x="46805" y="42532"/>
                  </a:lnTo>
                  <a:lnTo>
                    <a:pt x="46969" y="42996"/>
                  </a:lnTo>
                  <a:lnTo>
                    <a:pt x="47891" y="45609"/>
                  </a:lnTo>
                  <a:lnTo>
                    <a:pt x="48084" y="46156"/>
                  </a:lnTo>
                  <a:lnTo>
                    <a:pt x="48725" y="47971"/>
                  </a:lnTo>
                  <a:lnTo>
                    <a:pt x="50203" y="51317"/>
                  </a:lnTo>
                  <a:lnTo>
                    <a:pt x="51657" y="54606"/>
                  </a:lnTo>
                  <a:lnTo>
                    <a:pt x="51857" y="55076"/>
                  </a:lnTo>
                  <a:lnTo>
                    <a:pt x="53035" y="57845"/>
                  </a:lnTo>
                  <a:lnTo>
                    <a:pt x="53318" y="58476"/>
                  </a:lnTo>
                  <a:lnTo>
                    <a:pt x="55567" y="63484"/>
                  </a:lnTo>
                  <a:lnTo>
                    <a:pt x="56933" y="66526"/>
                  </a:lnTo>
                  <a:lnTo>
                    <a:pt x="57576" y="683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4613334" y="3448941"/>
              <a:ext cx="57260" cy="61692"/>
            </a:xfrm>
            <a:custGeom>
              <a:avLst/>
              <a:pathLst>
                <a:path w="57260" h="61692">
                  <a:moveTo>
                    <a:pt x="26821" y="51336"/>
                  </a:moveTo>
                  <a:lnTo>
                    <a:pt x="26577" y="52688"/>
                  </a:lnTo>
                  <a:lnTo>
                    <a:pt x="26036" y="52683"/>
                  </a:lnTo>
                  <a:lnTo>
                    <a:pt x="23650" y="52663"/>
                  </a:lnTo>
                  <a:lnTo>
                    <a:pt x="21223" y="52042"/>
                  </a:lnTo>
                  <a:lnTo>
                    <a:pt x="19157" y="51370"/>
                  </a:lnTo>
                  <a:lnTo>
                    <a:pt x="17620" y="54135"/>
                  </a:lnTo>
                  <a:lnTo>
                    <a:pt x="16602" y="57308"/>
                  </a:lnTo>
                  <a:lnTo>
                    <a:pt x="15288" y="61692"/>
                  </a:lnTo>
                  <a:lnTo>
                    <a:pt x="13780" y="61202"/>
                  </a:lnTo>
                  <a:lnTo>
                    <a:pt x="9866" y="59930"/>
                  </a:lnTo>
                  <a:lnTo>
                    <a:pt x="8144" y="59364"/>
                  </a:lnTo>
                  <a:lnTo>
                    <a:pt x="7474" y="59144"/>
                  </a:lnTo>
                  <a:lnTo>
                    <a:pt x="6354" y="58526"/>
                  </a:lnTo>
                  <a:lnTo>
                    <a:pt x="5817" y="58221"/>
                  </a:lnTo>
                  <a:lnTo>
                    <a:pt x="5310" y="57866"/>
                  </a:lnTo>
                  <a:lnTo>
                    <a:pt x="3853" y="56849"/>
                  </a:lnTo>
                  <a:lnTo>
                    <a:pt x="2207" y="54999"/>
                  </a:lnTo>
                  <a:lnTo>
                    <a:pt x="1643" y="54032"/>
                  </a:lnTo>
                  <a:lnTo>
                    <a:pt x="995" y="52922"/>
                  </a:lnTo>
                  <a:lnTo>
                    <a:pt x="334" y="50740"/>
                  </a:lnTo>
                  <a:lnTo>
                    <a:pt x="0" y="47962"/>
                  </a:lnTo>
                  <a:lnTo>
                    <a:pt x="68" y="45642"/>
                  </a:lnTo>
                  <a:lnTo>
                    <a:pt x="847" y="43219"/>
                  </a:lnTo>
                  <a:lnTo>
                    <a:pt x="1299" y="42580"/>
                  </a:lnTo>
                  <a:lnTo>
                    <a:pt x="1987" y="41606"/>
                  </a:lnTo>
                  <a:lnTo>
                    <a:pt x="3121" y="39999"/>
                  </a:lnTo>
                  <a:lnTo>
                    <a:pt x="8575" y="33875"/>
                  </a:lnTo>
                  <a:lnTo>
                    <a:pt x="10652" y="31543"/>
                  </a:lnTo>
                  <a:lnTo>
                    <a:pt x="15376" y="25956"/>
                  </a:lnTo>
                  <a:lnTo>
                    <a:pt x="15972" y="25120"/>
                  </a:lnTo>
                  <a:lnTo>
                    <a:pt x="16181" y="24828"/>
                  </a:lnTo>
                  <a:lnTo>
                    <a:pt x="16488" y="24344"/>
                  </a:lnTo>
                  <a:lnTo>
                    <a:pt x="17526" y="21772"/>
                  </a:lnTo>
                  <a:lnTo>
                    <a:pt x="17756" y="20841"/>
                  </a:lnTo>
                  <a:lnTo>
                    <a:pt x="17966" y="19989"/>
                  </a:lnTo>
                  <a:lnTo>
                    <a:pt x="18288" y="15397"/>
                  </a:lnTo>
                  <a:lnTo>
                    <a:pt x="18257" y="13640"/>
                  </a:lnTo>
                  <a:lnTo>
                    <a:pt x="18248" y="13101"/>
                  </a:lnTo>
                  <a:lnTo>
                    <a:pt x="21371" y="12873"/>
                  </a:lnTo>
                  <a:lnTo>
                    <a:pt x="22806" y="12769"/>
                  </a:lnTo>
                  <a:lnTo>
                    <a:pt x="24520" y="12464"/>
                  </a:lnTo>
                  <a:lnTo>
                    <a:pt x="25455" y="12159"/>
                  </a:lnTo>
                  <a:lnTo>
                    <a:pt x="27889" y="11100"/>
                  </a:lnTo>
                  <a:lnTo>
                    <a:pt x="30217" y="10083"/>
                  </a:lnTo>
                  <a:lnTo>
                    <a:pt x="31944" y="9328"/>
                  </a:lnTo>
                  <a:lnTo>
                    <a:pt x="35555" y="7850"/>
                  </a:lnTo>
                  <a:lnTo>
                    <a:pt x="37897" y="6883"/>
                  </a:lnTo>
                  <a:lnTo>
                    <a:pt x="39150" y="6310"/>
                  </a:lnTo>
                  <a:lnTo>
                    <a:pt x="39886" y="5873"/>
                  </a:lnTo>
                  <a:lnTo>
                    <a:pt x="40590" y="5262"/>
                  </a:lnTo>
                  <a:lnTo>
                    <a:pt x="41055" y="4757"/>
                  </a:lnTo>
                  <a:lnTo>
                    <a:pt x="41359" y="4291"/>
                  </a:lnTo>
                  <a:lnTo>
                    <a:pt x="41749" y="3274"/>
                  </a:lnTo>
                  <a:lnTo>
                    <a:pt x="41879" y="2667"/>
                  </a:lnTo>
                  <a:lnTo>
                    <a:pt x="42332" y="0"/>
                  </a:lnTo>
                  <a:lnTo>
                    <a:pt x="43234" y="411"/>
                  </a:lnTo>
                  <a:lnTo>
                    <a:pt x="44780" y="1134"/>
                  </a:lnTo>
                  <a:lnTo>
                    <a:pt x="46855" y="2247"/>
                  </a:lnTo>
                  <a:lnTo>
                    <a:pt x="48930" y="3392"/>
                  </a:lnTo>
                  <a:lnTo>
                    <a:pt x="49800" y="4211"/>
                  </a:lnTo>
                  <a:lnTo>
                    <a:pt x="49958" y="4419"/>
                  </a:lnTo>
                  <a:lnTo>
                    <a:pt x="50205" y="4745"/>
                  </a:lnTo>
                  <a:lnTo>
                    <a:pt x="50469" y="5094"/>
                  </a:lnTo>
                  <a:lnTo>
                    <a:pt x="50626" y="5323"/>
                  </a:lnTo>
                  <a:lnTo>
                    <a:pt x="50757" y="5624"/>
                  </a:lnTo>
                  <a:lnTo>
                    <a:pt x="51180" y="6588"/>
                  </a:lnTo>
                  <a:lnTo>
                    <a:pt x="51524" y="7738"/>
                  </a:lnTo>
                  <a:lnTo>
                    <a:pt x="51734" y="8939"/>
                  </a:lnTo>
                  <a:lnTo>
                    <a:pt x="51840" y="9660"/>
                  </a:lnTo>
                  <a:lnTo>
                    <a:pt x="52027" y="10937"/>
                  </a:lnTo>
                  <a:lnTo>
                    <a:pt x="52340" y="12332"/>
                  </a:lnTo>
                  <a:lnTo>
                    <a:pt x="52799" y="14382"/>
                  </a:lnTo>
                  <a:lnTo>
                    <a:pt x="53477" y="17528"/>
                  </a:lnTo>
                  <a:lnTo>
                    <a:pt x="53908" y="19805"/>
                  </a:lnTo>
                  <a:lnTo>
                    <a:pt x="54259" y="21489"/>
                  </a:lnTo>
                  <a:lnTo>
                    <a:pt x="54435" y="22330"/>
                  </a:lnTo>
                  <a:lnTo>
                    <a:pt x="54511" y="22696"/>
                  </a:lnTo>
                  <a:lnTo>
                    <a:pt x="54695" y="23378"/>
                  </a:lnTo>
                  <a:lnTo>
                    <a:pt x="54862" y="23998"/>
                  </a:lnTo>
                  <a:lnTo>
                    <a:pt x="54986" y="24445"/>
                  </a:lnTo>
                  <a:lnTo>
                    <a:pt x="57135" y="29566"/>
                  </a:lnTo>
                  <a:lnTo>
                    <a:pt x="57260" y="29863"/>
                  </a:lnTo>
                  <a:lnTo>
                    <a:pt x="55321" y="30696"/>
                  </a:lnTo>
                  <a:lnTo>
                    <a:pt x="51552" y="32291"/>
                  </a:lnTo>
                  <a:lnTo>
                    <a:pt x="47548" y="33985"/>
                  </a:lnTo>
                  <a:lnTo>
                    <a:pt x="44583" y="35239"/>
                  </a:lnTo>
                  <a:lnTo>
                    <a:pt x="40128" y="37122"/>
                  </a:lnTo>
                  <a:lnTo>
                    <a:pt x="38668" y="37739"/>
                  </a:lnTo>
                  <a:lnTo>
                    <a:pt x="36461" y="38673"/>
                  </a:lnTo>
                  <a:lnTo>
                    <a:pt x="33275" y="40019"/>
                  </a:lnTo>
                  <a:lnTo>
                    <a:pt x="33130" y="40081"/>
                  </a:lnTo>
                  <a:lnTo>
                    <a:pt x="29118" y="41792"/>
                  </a:lnTo>
                  <a:lnTo>
                    <a:pt x="28025" y="41888"/>
                  </a:lnTo>
                  <a:lnTo>
                    <a:pt x="27910" y="46029"/>
                  </a:lnTo>
                  <a:lnTo>
                    <a:pt x="27811" y="46619"/>
                  </a:lnTo>
                  <a:lnTo>
                    <a:pt x="27535" y="48012"/>
                  </a:lnTo>
                  <a:lnTo>
                    <a:pt x="27183" y="49803"/>
                  </a:lnTo>
                  <a:lnTo>
                    <a:pt x="26888" y="509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4573008" y="3480909"/>
              <a:ext cx="86434" cy="67396"/>
            </a:xfrm>
            <a:custGeom>
              <a:avLst/>
              <a:pathLst>
                <a:path w="86434" h="67396">
                  <a:moveTo>
                    <a:pt x="53731" y="57769"/>
                  </a:moveTo>
                  <a:lnTo>
                    <a:pt x="53034" y="57433"/>
                  </a:lnTo>
                  <a:lnTo>
                    <a:pt x="52716" y="57281"/>
                  </a:lnTo>
                  <a:lnTo>
                    <a:pt x="49463" y="55715"/>
                  </a:lnTo>
                  <a:lnTo>
                    <a:pt x="48267" y="58371"/>
                  </a:lnTo>
                  <a:lnTo>
                    <a:pt x="48425" y="58763"/>
                  </a:lnTo>
                  <a:lnTo>
                    <a:pt x="48817" y="59732"/>
                  </a:lnTo>
                  <a:lnTo>
                    <a:pt x="48734" y="59954"/>
                  </a:lnTo>
                  <a:lnTo>
                    <a:pt x="47990" y="61923"/>
                  </a:lnTo>
                  <a:lnTo>
                    <a:pt x="46696" y="65345"/>
                  </a:lnTo>
                  <a:lnTo>
                    <a:pt x="44643" y="64451"/>
                  </a:lnTo>
                  <a:lnTo>
                    <a:pt x="44876" y="63787"/>
                  </a:lnTo>
                  <a:lnTo>
                    <a:pt x="44351" y="63615"/>
                  </a:lnTo>
                  <a:lnTo>
                    <a:pt x="42650" y="63059"/>
                  </a:lnTo>
                  <a:lnTo>
                    <a:pt x="41344" y="62632"/>
                  </a:lnTo>
                  <a:lnTo>
                    <a:pt x="39210" y="61569"/>
                  </a:lnTo>
                  <a:lnTo>
                    <a:pt x="36210" y="60127"/>
                  </a:lnTo>
                  <a:lnTo>
                    <a:pt x="35324" y="59701"/>
                  </a:lnTo>
                  <a:lnTo>
                    <a:pt x="36343" y="57447"/>
                  </a:lnTo>
                  <a:lnTo>
                    <a:pt x="36452" y="57207"/>
                  </a:lnTo>
                  <a:lnTo>
                    <a:pt x="37370" y="55176"/>
                  </a:lnTo>
                  <a:lnTo>
                    <a:pt x="37834" y="54144"/>
                  </a:lnTo>
                  <a:lnTo>
                    <a:pt x="38244" y="53231"/>
                  </a:lnTo>
                  <a:lnTo>
                    <a:pt x="37440" y="52802"/>
                  </a:lnTo>
                  <a:lnTo>
                    <a:pt x="35786" y="52011"/>
                  </a:lnTo>
                  <a:lnTo>
                    <a:pt x="35648" y="51945"/>
                  </a:lnTo>
                  <a:lnTo>
                    <a:pt x="33788" y="50902"/>
                  </a:lnTo>
                  <a:lnTo>
                    <a:pt x="33525" y="50754"/>
                  </a:lnTo>
                  <a:lnTo>
                    <a:pt x="32196" y="49597"/>
                  </a:lnTo>
                  <a:lnTo>
                    <a:pt x="31544" y="49029"/>
                  </a:lnTo>
                  <a:lnTo>
                    <a:pt x="30998" y="48553"/>
                  </a:lnTo>
                  <a:lnTo>
                    <a:pt x="29914" y="47383"/>
                  </a:lnTo>
                  <a:lnTo>
                    <a:pt x="28396" y="45598"/>
                  </a:lnTo>
                  <a:lnTo>
                    <a:pt x="26318" y="44279"/>
                  </a:lnTo>
                  <a:lnTo>
                    <a:pt x="23981" y="43262"/>
                  </a:lnTo>
                  <a:lnTo>
                    <a:pt x="22463" y="42845"/>
                  </a:lnTo>
                  <a:lnTo>
                    <a:pt x="20983" y="42163"/>
                  </a:lnTo>
                  <a:lnTo>
                    <a:pt x="19892" y="41540"/>
                  </a:lnTo>
                  <a:lnTo>
                    <a:pt x="19132" y="41093"/>
                  </a:lnTo>
                  <a:lnTo>
                    <a:pt x="18222" y="40589"/>
                  </a:lnTo>
                  <a:lnTo>
                    <a:pt x="17266" y="39958"/>
                  </a:lnTo>
                  <a:lnTo>
                    <a:pt x="16709" y="39314"/>
                  </a:lnTo>
                  <a:lnTo>
                    <a:pt x="15738" y="38448"/>
                  </a:lnTo>
                  <a:lnTo>
                    <a:pt x="14393" y="37440"/>
                  </a:lnTo>
                  <a:lnTo>
                    <a:pt x="13278" y="36908"/>
                  </a:lnTo>
                  <a:lnTo>
                    <a:pt x="10610" y="36721"/>
                  </a:lnTo>
                  <a:lnTo>
                    <a:pt x="9207" y="36209"/>
                  </a:lnTo>
                  <a:lnTo>
                    <a:pt x="8044" y="35607"/>
                  </a:lnTo>
                  <a:lnTo>
                    <a:pt x="5965" y="34280"/>
                  </a:lnTo>
                  <a:lnTo>
                    <a:pt x="3878" y="32949"/>
                  </a:lnTo>
                  <a:lnTo>
                    <a:pt x="1799" y="31628"/>
                  </a:lnTo>
                  <a:lnTo>
                    <a:pt x="13" y="30445"/>
                  </a:lnTo>
                  <a:lnTo>
                    <a:pt x="0" y="29110"/>
                  </a:lnTo>
                  <a:lnTo>
                    <a:pt x="700" y="28622"/>
                  </a:lnTo>
                  <a:lnTo>
                    <a:pt x="1592" y="28144"/>
                  </a:lnTo>
                  <a:lnTo>
                    <a:pt x="2973" y="27626"/>
                  </a:lnTo>
                  <a:lnTo>
                    <a:pt x="5236" y="27127"/>
                  </a:lnTo>
                  <a:lnTo>
                    <a:pt x="6797" y="26849"/>
                  </a:lnTo>
                  <a:lnTo>
                    <a:pt x="7895" y="26248"/>
                  </a:lnTo>
                  <a:lnTo>
                    <a:pt x="8786" y="25533"/>
                  </a:lnTo>
                  <a:lnTo>
                    <a:pt x="9146" y="24582"/>
                  </a:lnTo>
                  <a:lnTo>
                    <a:pt x="9356" y="23402"/>
                  </a:lnTo>
                  <a:lnTo>
                    <a:pt x="9569" y="22457"/>
                  </a:lnTo>
                  <a:lnTo>
                    <a:pt x="10134" y="21835"/>
                  </a:lnTo>
                  <a:lnTo>
                    <a:pt x="10937" y="21286"/>
                  </a:lnTo>
                  <a:lnTo>
                    <a:pt x="11597" y="20495"/>
                  </a:lnTo>
                  <a:lnTo>
                    <a:pt x="11702" y="19268"/>
                  </a:lnTo>
                  <a:lnTo>
                    <a:pt x="11706" y="18218"/>
                  </a:lnTo>
                  <a:lnTo>
                    <a:pt x="11474" y="16693"/>
                  </a:lnTo>
                  <a:lnTo>
                    <a:pt x="15531" y="16236"/>
                  </a:lnTo>
                  <a:lnTo>
                    <a:pt x="16343" y="14806"/>
                  </a:lnTo>
                  <a:lnTo>
                    <a:pt x="17229" y="13350"/>
                  </a:lnTo>
                  <a:lnTo>
                    <a:pt x="17777" y="11785"/>
                  </a:lnTo>
                  <a:lnTo>
                    <a:pt x="18481" y="10924"/>
                  </a:lnTo>
                  <a:lnTo>
                    <a:pt x="19609" y="9695"/>
                  </a:lnTo>
                  <a:lnTo>
                    <a:pt x="20155" y="8876"/>
                  </a:lnTo>
                  <a:lnTo>
                    <a:pt x="20418" y="7727"/>
                  </a:lnTo>
                  <a:lnTo>
                    <a:pt x="20738" y="6736"/>
                  </a:lnTo>
                  <a:lnTo>
                    <a:pt x="21126" y="5616"/>
                  </a:lnTo>
                  <a:lnTo>
                    <a:pt x="21132" y="5402"/>
                  </a:lnTo>
                  <a:lnTo>
                    <a:pt x="21154" y="4627"/>
                  </a:lnTo>
                  <a:lnTo>
                    <a:pt x="20947" y="3420"/>
                  </a:lnTo>
                  <a:lnTo>
                    <a:pt x="20895" y="1955"/>
                  </a:lnTo>
                  <a:lnTo>
                    <a:pt x="21198" y="469"/>
                  </a:lnTo>
                  <a:lnTo>
                    <a:pt x="21476" y="0"/>
                  </a:lnTo>
                  <a:lnTo>
                    <a:pt x="21637" y="201"/>
                  </a:lnTo>
                  <a:lnTo>
                    <a:pt x="21953" y="597"/>
                  </a:lnTo>
                  <a:lnTo>
                    <a:pt x="23142" y="1247"/>
                  </a:lnTo>
                  <a:lnTo>
                    <a:pt x="23457" y="2785"/>
                  </a:lnTo>
                  <a:lnTo>
                    <a:pt x="23706" y="3417"/>
                  </a:lnTo>
                  <a:lnTo>
                    <a:pt x="24112" y="3951"/>
                  </a:lnTo>
                  <a:lnTo>
                    <a:pt x="24627" y="4250"/>
                  </a:lnTo>
                  <a:lnTo>
                    <a:pt x="24790" y="4344"/>
                  </a:lnTo>
                  <a:lnTo>
                    <a:pt x="25963" y="4657"/>
                  </a:lnTo>
                  <a:lnTo>
                    <a:pt x="27010" y="5240"/>
                  </a:lnTo>
                  <a:lnTo>
                    <a:pt x="28651" y="6862"/>
                  </a:lnTo>
                  <a:lnTo>
                    <a:pt x="28852" y="7096"/>
                  </a:lnTo>
                  <a:lnTo>
                    <a:pt x="30790" y="7548"/>
                  </a:lnTo>
                  <a:lnTo>
                    <a:pt x="32681" y="8562"/>
                  </a:lnTo>
                  <a:lnTo>
                    <a:pt x="35811" y="9434"/>
                  </a:lnTo>
                  <a:lnTo>
                    <a:pt x="36313" y="10397"/>
                  </a:lnTo>
                  <a:lnTo>
                    <a:pt x="36760" y="11347"/>
                  </a:lnTo>
                  <a:lnTo>
                    <a:pt x="37316" y="12330"/>
                  </a:lnTo>
                  <a:lnTo>
                    <a:pt x="37553" y="12558"/>
                  </a:lnTo>
                  <a:lnTo>
                    <a:pt x="37815" y="13500"/>
                  </a:lnTo>
                  <a:lnTo>
                    <a:pt x="37631" y="14270"/>
                  </a:lnTo>
                  <a:lnTo>
                    <a:pt x="37686" y="16726"/>
                  </a:lnTo>
                  <a:lnTo>
                    <a:pt x="37747" y="17515"/>
                  </a:lnTo>
                  <a:lnTo>
                    <a:pt x="38076" y="18628"/>
                  </a:lnTo>
                  <a:lnTo>
                    <a:pt x="38159" y="19139"/>
                  </a:lnTo>
                  <a:lnTo>
                    <a:pt x="38035" y="19576"/>
                  </a:lnTo>
                  <a:lnTo>
                    <a:pt x="38471" y="20623"/>
                  </a:lnTo>
                  <a:lnTo>
                    <a:pt x="39785" y="23313"/>
                  </a:lnTo>
                  <a:lnTo>
                    <a:pt x="39950" y="23622"/>
                  </a:lnTo>
                  <a:lnTo>
                    <a:pt x="40097" y="23857"/>
                  </a:lnTo>
                  <a:lnTo>
                    <a:pt x="40674" y="24676"/>
                  </a:lnTo>
                  <a:lnTo>
                    <a:pt x="39872" y="25763"/>
                  </a:lnTo>
                  <a:lnTo>
                    <a:pt x="39394" y="26539"/>
                  </a:lnTo>
                  <a:lnTo>
                    <a:pt x="39266" y="26803"/>
                  </a:lnTo>
                  <a:lnTo>
                    <a:pt x="41364" y="28360"/>
                  </a:lnTo>
                  <a:lnTo>
                    <a:pt x="43009" y="29662"/>
                  </a:lnTo>
                  <a:lnTo>
                    <a:pt x="44312" y="30693"/>
                  </a:lnTo>
                  <a:lnTo>
                    <a:pt x="45173" y="29191"/>
                  </a:lnTo>
                  <a:lnTo>
                    <a:pt x="46186" y="27420"/>
                  </a:lnTo>
                  <a:lnTo>
                    <a:pt x="46384" y="27074"/>
                  </a:lnTo>
                  <a:lnTo>
                    <a:pt x="46680" y="26558"/>
                  </a:lnTo>
                  <a:lnTo>
                    <a:pt x="47799" y="27176"/>
                  </a:lnTo>
                  <a:lnTo>
                    <a:pt x="48469" y="27396"/>
                  </a:lnTo>
                  <a:lnTo>
                    <a:pt x="50191" y="27962"/>
                  </a:lnTo>
                  <a:lnTo>
                    <a:pt x="54106" y="29234"/>
                  </a:lnTo>
                  <a:lnTo>
                    <a:pt x="55613" y="29724"/>
                  </a:lnTo>
                  <a:lnTo>
                    <a:pt x="57436" y="30296"/>
                  </a:lnTo>
                  <a:lnTo>
                    <a:pt x="61782" y="31660"/>
                  </a:lnTo>
                  <a:lnTo>
                    <a:pt x="68375" y="33729"/>
                  </a:lnTo>
                  <a:lnTo>
                    <a:pt x="70583" y="34389"/>
                  </a:lnTo>
                  <a:lnTo>
                    <a:pt x="73510" y="35262"/>
                  </a:lnTo>
                  <a:lnTo>
                    <a:pt x="76164" y="36055"/>
                  </a:lnTo>
                  <a:lnTo>
                    <a:pt x="76681" y="36294"/>
                  </a:lnTo>
                  <a:lnTo>
                    <a:pt x="76904" y="36397"/>
                  </a:lnTo>
                  <a:lnTo>
                    <a:pt x="78131" y="36965"/>
                  </a:lnTo>
                  <a:lnTo>
                    <a:pt x="78708" y="37232"/>
                  </a:lnTo>
                  <a:lnTo>
                    <a:pt x="79243" y="37612"/>
                  </a:lnTo>
                  <a:lnTo>
                    <a:pt x="80272" y="38343"/>
                  </a:lnTo>
                  <a:lnTo>
                    <a:pt x="81305" y="39414"/>
                  </a:lnTo>
                  <a:lnTo>
                    <a:pt x="81499" y="39676"/>
                  </a:lnTo>
                  <a:lnTo>
                    <a:pt x="83650" y="42595"/>
                  </a:lnTo>
                  <a:lnTo>
                    <a:pt x="84024" y="43308"/>
                  </a:lnTo>
                  <a:lnTo>
                    <a:pt x="84739" y="44676"/>
                  </a:lnTo>
                  <a:lnTo>
                    <a:pt x="85084" y="45336"/>
                  </a:lnTo>
                  <a:lnTo>
                    <a:pt x="85860" y="47658"/>
                  </a:lnTo>
                  <a:lnTo>
                    <a:pt x="85943" y="48040"/>
                  </a:lnTo>
                  <a:lnTo>
                    <a:pt x="86304" y="49710"/>
                  </a:lnTo>
                  <a:lnTo>
                    <a:pt x="86434" y="52655"/>
                  </a:lnTo>
                  <a:lnTo>
                    <a:pt x="85927" y="55013"/>
                  </a:lnTo>
                  <a:lnTo>
                    <a:pt x="85800" y="55603"/>
                  </a:lnTo>
                  <a:lnTo>
                    <a:pt x="85547" y="56119"/>
                  </a:lnTo>
                  <a:lnTo>
                    <a:pt x="85334" y="56553"/>
                  </a:lnTo>
                  <a:lnTo>
                    <a:pt x="84907" y="57051"/>
                  </a:lnTo>
                  <a:lnTo>
                    <a:pt x="84607" y="57401"/>
                  </a:lnTo>
                  <a:lnTo>
                    <a:pt x="83252" y="58573"/>
                  </a:lnTo>
                  <a:lnTo>
                    <a:pt x="82426" y="59533"/>
                  </a:lnTo>
                  <a:lnTo>
                    <a:pt x="79765" y="62626"/>
                  </a:lnTo>
                  <a:lnTo>
                    <a:pt x="79201" y="63648"/>
                  </a:lnTo>
                  <a:lnTo>
                    <a:pt x="78777" y="64414"/>
                  </a:lnTo>
                  <a:lnTo>
                    <a:pt x="78181" y="67396"/>
                  </a:lnTo>
                  <a:lnTo>
                    <a:pt x="77985" y="67395"/>
                  </a:lnTo>
                  <a:lnTo>
                    <a:pt x="75511" y="67375"/>
                  </a:lnTo>
                  <a:lnTo>
                    <a:pt x="74825" y="67373"/>
                  </a:lnTo>
                  <a:lnTo>
                    <a:pt x="73551" y="67370"/>
                  </a:lnTo>
                  <a:lnTo>
                    <a:pt x="73586" y="66310"/>
                  </a:lnTo>
                  <a:lnTo>
                    <a:pt x="67355" y="64264"/>
                  </a:lnTo>
                  <a:lnTo>
                    <a:pt x="66095" y="63480"/>
                  </a:lnTo>
                  <a:lnTo>
                    <a:pt x="65357" y="62904"/>
                  </a:lnTo>
                  <a:lnTo>
                    <a:pt x="64621" y="62328"/>
                  </a:lnTo>
                  <a:lnTo>
                    <a:pt x="64321" y="61770"/>
                  </a:lnTo>
                  <a:lnTo>
                    <a:pt x="63808" y="60815"/>
                  </a:lnTo>
                  <a:lnTo>
                    <a:pt x="60501" y="63886"/>
                  </a:lnTo>
                  <a:lnTo>
                    <a:pt x="59776" y="63094"/>
                  </a:lnTo>
                  <a:lnTo>
                    <a:pt x="58787" y="62015"/>
                  </a:lnTo>
                  <a:lnTo>
                    <a:pt x="57386" y="60484"/>
                  </a:lnTo>
                  <a:lnTo>
                    <a:pt x="57075" y="60093"/>
                  </a:lnTo>
                  <a:lnTo>
                    <a:pt x="58714" y="57393"/>
                  </a:lnTo>
                  <a:lnTo>
                    <a:pt x="55572" y="56050"/>
                  </a:lnTo>
                  <a:lnTo>
                    <a:pt x="55042" y="567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4628622" y="3478804"/>
              <a:ext cx="71436" cy="62644"/>
            </a:xfrm>
            <a:custGeom>
              <a:avLst/>
              <a:pathLst>
                <a:path w="71436" h="62644">
                  <a:moveTo>
                    <a:pt x="64857" y="45804"/>
                  </a:moveTo>
                  <a:lnTo>
                    <a:pt x="64547" y="46714"/>
                  </a:lnTo>
                  <a:lnTo>
                    <a:pt x="63827" y="50185"/>
                  </a:lnTo>
                  <a:lnTo>
                    <a:pt x="63347" y="50043"/>
                  </a:lnTo>
                  <a:lnTo>
                    <a:pt x="62540" y="49808"/>
                  </a:lnTo>
                  <a:lnTo>
                    <a:pt x="61079" y="49383"/>
                  </a:lnTo>
                  <a:lnTo>
                    <a:pt x="59112" y="48075"/>
                  </a:lnTo>
                  <a:lnTo>
                    <a:pt x="57530" y="51302"/>
                  </a:lnTo>
                  <a:lnTo>
                    <a:pt x="57359" y="51626"/>
                  </a:lnTo>
                  <a:lnTo>
                    <a:pt x="57247" y="53367"/>
                  </a:lnTo>
                  <a:lnTo>
                    <a:pt x="52170" y="53695"/>
                  </a:lnTo>
                  <a:lnTo>
                    <a:pt x="48992" y="53639"/>
                  </a:lnTo>
                  <a:lnTo>
                    <a:pt x="48942" y="55031"/>
                  </a:lnTo>
                  <a:lnTo>
                    <a:pt x="49067" y="55665"/>
                  </a:lnTo>
                  <a:lnTo>
                    <a:pt x="49108" y="55834"/>
                  </a:lnTo>
                  <a:lnTo>
                    <a:pt x="49214" y="56265"/>
                  </a:lnTo>
                  <a:lnTo>
                    <a:pt x="47833" y="56060"/>
                  </a:lnTo>
                  <a:lnTo>
                    <a:pt x="44088" y="55507"/>
                  </a:lnTo>
                  <a:lnTo>
                    <a:pt x="43910" y="56758"/>
                  </a:lnTo>
                  <a:lnTo>
                    <a:pt x="43578" y="59086"/>
                  </a:lnTo>
                  <a:lnTo>
                    <a:pt x="39970" y="58701"/>
                  </a:lnTo>
                  <a:lnTo>
                    <a:pt x="39874" y="59889"/>
                  </a:lnTo>
                  <a:lnTo>
                    <a:pt x="37689" y="59634"/>
                  </a:lnTo>
                  <a:lnTo>
                    <a:pt x="37065" y="59562"/>
                  </a:lnTo>
                  <a:lnTo>
                    <a:pt x="35656" y="62644"/>
                  </a:lnTo>
                  <a:lnTo>
                    <a:pt x="30171" y="59929"/>
                  </a:lnTo>
                  <a:lnTo>
                    <a:pt x="29089" y="59393"/>
                  </a:lnTo>
                  <a:lnTo>
                    <a:pt x="29293" y="59156"/>
                  </a:lnTo>
                  <a:lnTo>
                    <a:pt x="29720" y="58658"/>
                  </a:lnTo>
                  <a:lnTo>
                    <a:pt x="29933" y="58223"/>
                  </a:lnTo>
                  <a:lnTo>
                    <a:pt x="30186" y="57708"/>
                  </a:lnTo>
                  <a:lnTo>
                    <a:pt x="30313" y="57118"/>
                  </a:lnTo>
                  <a:lnTo>
                    <a:pt x="30820" y="54759"/>
                  </a:lnTo>
                  <a:lnTo>
                    <a:pt x="30690" y="51814"/>
                  </a:lnTo>
                  <a:lnTo>
                    <a:pt x="30329" y="50145"/>
                  </a:lnTo>
                  <a:lnTo>
                    <a:pt x="30247" y="49763"/>
                  </a:lnTo>
                  <a:lnTo>
                    <a:pt x="29471" y="47440"/>
                  </a:lnTo>
                  <a:lnTo>
                    <a:pt x="29125" y="46781"/>
                  </a:lnTo>
                  <a:lnTo>
                    <a:pt x="28410" y="45413"/>
                  </a:lnTo>
                  <a:lnTo>
                    <a:pt x="28037" y="44699"/>
                  </a:lnTo>
                  <a:lnTo>
                    <a:pt x="25885" y="41781"/>
                  </a:lnTo>
                  <a:lnTo>
                    <a:pt x="25692" y="41518"/>
                  </a:lnTo>
                  <a:lnTo>
                    <a:pt x="24658" y="40447"/>
                  </a:lnTo>
                  <a:lnTo>
                    <a:pt x="23629" y="39717"/>
                  </a:lnTo>
                  <a:lnTo>
                    <a:pt x="23094" y="39336"/>
                  </a:lnTo>
                  <a:lnTo>
                    <a:pt x="22518" y="39070"/>
                  </a:lnTo>
                  <a:lnTo>
                    <a:pt x="21291" y="38502"/>
                  </a:lnTo>
                  <a:lnTo>
                    <a:pt x="21067" y="38399"/>
                  </a:lnTo>
                  <a:lnTo>
                    <a:pt x="20551" y="38160"/>
                  </a:lnTo>
                  <a:lnTo>
                    <a:pt x="17896" y="37367"/>
                  </a:lnTo>
                  <a:lnTo>
                    <a:pt x="14969" y="36493"/>
                  </a:lnTo>
                  <a:lnTo>
                    <a:pt x="12762" y="35834"/>
                  </a:lnTo>
                  <a:lnTo>
                    <a:pt x="6168" y="33765"/>
                  </a:lnTo>
                  <a:lnTo>
                    <a:pt x="1822" y="32401"/>
                  </a:lnTo>
                  <a:lnTo>
                    <a:pt x="0" y="31829"/>
                  </a:lnTo>
                  <a:lnTo>
                    <a:pt x="1314" y="27444"/>
                  </a:lnTo>
                  <a:lnTo>
                    <a:pt x="2332" y="24271"/>
                  </a:lnTo>
                  <a:lnTo>
                    <a:pt x="3869" y="21507"/>
                  </a:lnTo>
                  <a:lnTo>
                    <a:pt x="5935" y="22179"/>
                  </a:lnTo>
                  <a:lnTo>
                    <a:pt x="8361" y="22800"/>
                  </a:lnTo>
                  <a:lnTo>
                    <a:pt x="10747" y="22820"/>
                  </a:lnTo>
                  <a:lnTo>
                    <a:pt x="11289" y="22824"/>
                  </a:lnTo>
                  <a:lnTo>
                    <a:pt x="11533" y="21473"/>
                  </a:lnTo>
                  <a:lnTo>
                    <a:pt x="11600" y="21100"/>
                  </a:lnTo>
                  <a:lnTo>
                    <a:pt x="11895" y="19940"/>
                  </a:lnTo>
                  <a:lnTo>
                    <a:pt x="12246" y="18149"/>
                  </a:lnTo>
                  <a:lnTo>
                    <a:pt x="12522" y="16756"/>
                  </a:lnTo>
                  <a:lnTo>
                    <a:pt x="12621" y="16165"/>
                  </a:lnTo>
                  <a:lnTo>
                    <a:pt x="12737" y="12025"/>
                  </a:lnTo>
                  <a:lnTo>
                    <a:pt x="13829" y="11928"/>
                  </a:lnTo>
                  <a:lnTo>
                    <a:pt x="17842" y="10217"/>
                  </a:lnTo>
                  <a:lnTo>
                    <a:pt x="17987" y="10156"/>
                  </a:lnTo>
                  <a:lnTo>
                    <a:pt x="21173" y="8809"/>
                  </a:lnTo>
                  <a:lnTo>
                    <a:pt x="23380" y="7876"/>
                  </a:lnTo>
                  <a:lnTo>
                    <a:pt x="24840" y="7259"/>
                  </a:lnTo>
                  <a:lnTo>
                    <a:pt x="29294" y="5376"/>
                  </a:lnTo>
                  <a:lnTo>
                    <a:pt x="32260" y="4122"/>
                  </a:lnTo>
                  <a:lnTo>
                    <a:pt x="36264" y="2427"/>
                  </a:lnTo>
                  <a:lnTo>
                    <a:pt x="40032" y="832"/>
                  </a:lnTo>
                  <a:lnTo>
                    <a:pt x="41972" y="0"/>
                  </a:lnTo>
                  <a:lnTo>
                    <a:pt x="42150" y="424"/>
                  </a:lnTo>
                  <a:lnTo>
                    <a:pt x="43084" y="2751"/>
                  </a:lnTo>
                  <a:lnTo>
                    <a:pt x="43865" y="4694"/>
                  </a:lnTo>
                  <a:lnTo>
                    <a:pt x="44500" y="6622"/>
                  </a:lnTo>
                  <a:lnTo>
                    <a:pt x="44609" y="7471"/>
                  </a:lnTo>
                  <a:lnTo>
                    <a:pt x="44600" y="10992"/>
                  </a:lnTo>
                  <a:lnTo>
                    <a:pt x="47899" y="10992"/>
                  </a:lnTo>
                  <a:lnTo>
                    <a:pt x="50349" y="10887"/>
                  </a:lnTo>
                  <a:lnTo>
                    <a:pt x="51086" y="11171"/>
                  </a:lnTo>
                  <a:lnTo>
                    <a:pt x="51706" y="11420"/>
                  </a:lnTo>
                  <a:lnTo>
                    <a:pt x="53402" y="12582"/>
                  </a:lnTo>
                  <a:lnTo>
                    <a:pt x="54529" y="13905"/>
                  </a:lnTo>
                  <a:lnTo>
                    <a:pt x="54989" y="15615"/>
                  </a:lnTo>
                  <a:lnTo>
                    <a:pt x="55209" y="16636"/>
                  </a:lnTo>
                  <a:lnTo>
                    <a:pt x="55442" y="17346"/>
                  </a:lnTo>
                  <a:lnTo>
                    <a:pt x="55911" y="18322"/>
                  </a:lnTo>
                  <a:lnTo>
                    <a:pt x="56342" y="18926"/>
                  </a:lnTo>
                  <a:lnTo>
                    <a:pt x="56927" y="19568"/>
                  </a:lnTo>
                  <a:lnTo>
                    <a:pt x="58008" y="20218"/>
                  </a:lnTo>
                  <a:lnTo>
                    <a:pt x="58999" y="20860"/>
                  </a:lnTo>
                  <a:lnTo>
                    <a:pt x="59298" y="21760"/>
                  </a:lnTo>
                  <a:lnTo>
                    <a:pt x="59297" y="22940"/>
                  </a:lnTo>
                  <a:lnTo>
                    <a:pt x="59409" y="23475"/>
                  </a:lnTo>
                  <a:lnTo>
                    <a:pt x="59813" y="24210"/>
                  </a:lnTo>
                  <a:lnTo>
                    <a:pt x="60652" y="24902"/>
                  </a:lnTo>
                  <a:lnTo>
                    <a:pt x="62088" y="25618"/>
                  </a:lnTo>
                  <a:lnTo>
                    <a:pt x="63340" y="26279"/>
                  </a:lnTo>
                  <a:lnTo>
                    <a:pt x="64363" y="26932"/>
                  </a:lnTo>
                  <a:lnTo>
                    <a:pt x="65156" y="27630"/>
                  </a:lnTo>
                  <a:lnTo>
                    <a:pt x="65582" y="28353"/>
                  </a:lnTo>
                  <a:lnTo>
                    <a:pt x="66475" y="29491"/>
                  </a:lnTo>
                  <a:lnTo>
                    <a:pt x="67531" y="30075"/>
                  </a:lnTo>
                  <a:lnTo>
                    <a:pt x="68910" y="30517"/>
                  </a:lnTo>
                  <a:lnTo>
                    <a:pt x="70725" y="30982"/>
                  </a:lnTo>
                  <a:lnTo>
                    <a:pt x="71436" y="31483"/>
                  </a:lnTo>
                  <a:lnTo>
                    <a:pt x="71324" y="31968"/>
                  </a:lnTo>
                  <a:lnTo>
                    <a:pt x="70633" y="32698"/>
                  </a:lnTo>
                  <a:lnTo>
                    <a:pt x="70653" y="33086"/>
                  </a:lnTo>
                  <a:lnTo>
                    <a:pt x="70668" y="33364"/>
                  </a:lnTo>
                  <a:lnTo>
                    <a:pt x="70481" y="33919"/>
                  </a:lnTo>
                  <a:lnTo>
                    <a:pt x="70100" y="34290"/>
                  </a:lnTo>
                  <a:lnTo>
                    <a:pt x="69709" y="34982"/>
                  </a:lnTo>
                  <a:lnTo>
                    <a:pt x="69601" y="35591"/>
                  </a:lnTo>
                  <a:lnTo>
                    <a:pt x="69603" y="36153"/>
                  </a:lnTo>
                  <a:lnTo>
                    <a:pt x="69199" y="36604"/>
                  </a:lnTo>
                  <a:lnTo>
                    <a:pt x="68471" y="37026"/>
                  </a:lnTo>
                  <a:lnTo>
                    <a:pt x="67853" y="37553"/>
                  </a:lnTo>
                  <a:lnTo>
                    <a:pt x="67013" y="38814"/>
                  </a:lnTo>
                  <a:lnTo>
                    <a:pt x="66565" y="40036"/>
                  </a:lnTo>
                  <a:lnTo>
                    <a:pt x="66225" y="40963"/>
                  </a:lnTo>
                  <a:lnTo>
                    <a:pt x="66175" y="41099"/>
                  </a:lnTo>
                  <a:lnTo>
                    <a:pt x="65653" y="43219"/>
                  </a:lnTo>
                  <a:lnTo>
                    <a:pt x="65599" y="43436"/>
                  </a:lnTo>
                  <a:lnTo>
                    <a:pt x="65526" y="43732"/>
                  </a:lnTo>
                  <a:lnTo>
                    <a:pt x="65431" y="4411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4650937" y="3526880"/>
              <a:ext cx="44324" cy="48730"/>
            </a:xfrm>
            <a:custGeom>
              <a:avLst/>
              <a:pathLst>
                <a:path w="44324" h="48730">
                  <a:moveTo>
                    <a:pt x="41972" y="4759"/>
                  </a:moveTo>
                  <a:lnTo>
                    <a:pt x="42166" y="5820"/>
                  </a:lnTo>
                  <a:lnTo>
                    <a:pt x="42360" y="7040"/>
                  </a:lnTo>
                  <a:lnTo>
                    <a:pt x="42550" y="8350"/>
                  </a:lnTo>
                  <a:lnTo>
                    <a:pt x="42733" y="9618"/>
                  </a:lnTo>
                  <a:lnTo>
                    <a:pt x="42791" y="10013"/>
                  </a:lnTo>
                  <a:lnTo>
                    <a:pt x="43298" y="13863"/>
                  </a:lnTo>
                  <a:lnTo>
                    <a:pt x="43348" y="14246"/>
                  </a:lnTo>
                  <a:lnTo>
                    <a:pt x="43376" y="14460"/>
                  </a:lnTo>
                  <a:lnTo>
                    <a:pt x="43485" y="14971"/>
                  </a:lnTo>
                  <a:lnTo>
                    <a:pt x="44324" y="18899"/>
                  </a:lnTo>
                  <a:lnTo>
                    <a:pt x="42355" y="19148"/>
                  </a:lnTo>
                  <a:lnTo>
                    <a:pt x="42383" y="20395"/>
                  </a:lnTo>
                  <a:lnTo>
                    <a:pt x="42410" y="21595"/>
                  </a:lnTo>
                  <a:lnTo>
                    <a:pt x="42443" y="23060"/>
                  </a:lnTo>
                  <a:lnTo>
                    <a:pt x="41707" y="23016"/>
                  </a:lnTo>
                  <a:lnTo>
                    <a:pt x="41609" y="24484"/>
                  </a:lnTo>
                  <a:lnTo>
                    <a:pt x="41758" y="25228"/>
                  </a:lnTo>
                  <a:lnTo>
                    <a:pt x="39549" y="25268"/>
                  </a:lnTo>
                  <a:lnTo>
                    <a:pt x="38915" y="25275"/>
                  </a:lnTo>
                  <a:lnTo>
                    <a:pt x="37189" y="25209"/>
                  </a:lnTo>
                  <a:lnTo>
                    <a:pt x="36935" y="25199"/>
                  </a:lnTo>
                  <a:lnTo>
                    <a:pt x="36422" y="25179"/>
                  </a:lnTo>
                  <a:lnTo>
                    <a:pt x="35691" y="25151"/>
                  </a:lnTo>
                  <a:lnTo>
                    <a:pt x="35558" y="25297"/>
                  </a:lnTo>
                  <a:lnTo>
                    <a:pt x="35208" y="25679"/>
                  </a:lnTo>
                  <a:lnTo>
                    <a:pt x="31433" y="27964"/>
                  </a:lnTo>
                  <a:lnTo>
                    <a:pt x="31058" y="28192"/>
                  </a:lnTo>
                  <a:lnTo>
                    <a:pt x="28813" y="29558"/>
                  </a:lnTo>
                  <a:lnTo>
                    <a:pt x="28494" y="29752"/>
                  </a:lnTo>
                  <a:lnTo>
                    <a:pt x="32143" y="35265"/>
                  </a:lnTo>
                  <a:lnTo>
                    <a:pt x="31402" y="35804"/>
                  </a:lnTo>
                  <a:lnTo>
                    <a:pt x="31057" y="36055"/>
                  </a:lnTo>
                  <a:lnTo>
                    <a:pt x="29917" y="36885"/>
                  </a:lnTo>
                  <a:lnTo>
                    <a:pt x="29329" y="37313"/>
                  </a:lnTo>
                  <a:lnTo>
                    <a:pt x="28106" y="38172"/>
                  </a:lnTo>
                  <a:lnTo>
                    <a:pt x="27356" y="38701"/>
                  </a:lnTo>
                  <a:lnTo>
                    <a:pt x="27082" y="38894"/>
                  </a:lnTo>
                  <a:lnTo>
                    <a:pt x="26887" y="39017"/>
                  </a:lnTo>
                  <a:lnTo>
                    <a:pt x="25334" y="39722"/>
                  </a:lnTo>
                  <a:lnTo>
                    <a:pt x="25092" y="39826"/>
                  </a:lnTo>
                  <a:lnTo>
                    <a:pt x="23128" y="40675"/>
                  </a:lnTo>
                  <a:lnTo>
                    <a:pt x="22108" y="41116"/>
                  </a:lnTo>
                  <a:lnTo>
                    <a:pt x="21462" y="41374"/>
                  </a:lnTo>
                  <a:lnTo>
                    <a:pt x="20362" y="41812"/>
                  </a:lnTo>
                  <a:lnTo>
                    <a:pt x="19905" y="42062"/>
                  </a:lnTo>
                  <a:lnTo>
                    <a:pt x="19481" y="42294"/>
                  </a:lnTo>
                  <a:lnTo>
                    <a:pt x="19215" y="42439"/>
                  </a:lnTo>
                  <a:lnTo>
                    <a:pt x="17944" y="43278"/>
                  </a:lnTo>
                  <a:lnTo>
                    <a:pt x="17463" y="43602"/>
                  </a:lnTo>
                  <a:lnTo>
                    <a:pt x="10283" y="48451"/>
                  </a:lnTo>
                  <a:lnTo>
                    <a:pt x="9870" y="48730"/>
                  </a:lnTo>
                  <a:lnTo>
                    <a:pt x="9636" y="48337"/>
                  </a:lnTo>
                  <a:lnTo>
                    <a:pt x="9472" y="48062"/>
                  </a:lnTo>
                  <a:lnTo>
                    <a:pt x="9021" y="47304"/>
                  </a:lnTo>
                  <a:lnTo>
                    <a:pt x="8826" y="46975"/>
                  </a:lnTo>
                  <a:lnTo>
                    <a:pt x="5907" y="42069"/>
                  </a:lnTo>
                  <a:lnTo>
                    <a:pt x="3611" y="38547"/>
                  </a:lnTo>
                  <a:lnTo>
                    <a:pt x="2848" y="37377"/>
                  </a:lnTo>
                  <a:lnTo>
                    <a:pt x="2381" y="36659"/>
                  </a:lnTo>
                  <a:lnTo>
                    <a:pt x="1155" y="34765"/>
                  </a:lnTo>
                  <a:lnTo>
                    <a:pt x="833" y="34001"/>
                  </a:lnTo>
                  <a:lnTo>
                    <a:pt x="392" y="32528"/>
                  </a:lnTo>
                  <a:lnTo>
                    <a:pt x="196" y="31551"/>
                  </a:lnTo>
                  <a:lnTo>
                    <a:pt x="96" y="31052"/>
                  </a:lnTo>
                  <a:lnTo>
                    <a:pt x="0" y="28579"/>
                  </a:lnTo>
                  <a:lnTo>
                    <a:pt x="20" y="28016"/>
                  </a:lnTo>
                  <a:lnTo>
                    <a:pt x="182" y="23472"/>
                  </a:lnTo>
                  <a:lnTo>
                    <a:pt x="238" y="21899"/>
                  </a:lnTo>
                  <a:lnTo>
                    <a:pt x="335" y="21426"/>
                  </a:lnTo>
                  <a:lnTo>
                    <a:pt x="849" y="18443"/>
                  </a:lnTo>
                  <a:lnTo>
                    <a:pt x="1272" y="17677"/>
                  </a:lnTo>
                  <a:lnTo>
                    <a:pt x="1837" y="16655"/>
                  </a:lnTo>
                  <a:lnTo>
                    <a:pt x="4498" y="13562"/>
                  </a:lnTo>
                  <a:lnTo>
                    <a:pt x="5324" y="12602"/>
                  </a:lnTo>
                  <a:lnTo>
                    <a:pt x="6775" y="11318"/>
                  </a:lnTo>
                  <a:lnTo>
                    <a:pt x="7856" y="11853"/>
                  </a:lnTo>
                  <a:lnTo>
                    <a:pt x="13341" y="14568"/>
                  </a:lnTo>
                  <a:lnTo>
                    <a:pt x="14750" y="11487"/>
                  </a:lnTo>
                  <a:lnTo>
                    <a:pt x="15374" y="11558"/>
                  </a:lnTo>
                  <a:lnTo>
                    <a:pt x="17559" y="11813"/>
                  </a:lnTo>
                  <a:lnTo>
                    <a:pt x="17655" y="10625"/>
                  </a:lnTo>
                  <a:lnTo>
                    <a:pt x="21263" y="11010"/>
                  </a:lnTo>
                  <a:lnTo>
                    <a:pt x="21595" y="8682"/>
                  </a:lnTo>
                  <a:lnTo>
                    <a:pt x="21774" y="7431"/>
                  </a:lnTo>
                  <a:lnTo>
                    <a:pt x="25518" y="7985"/>
                  </a:lnTo>
                  <a:lnTo>
                    <a:pt x="26899" y="8189"/>
                  </a:lnTo>
                  <a:lnTo>
                    <a:pt x="26794" y="7758"/>
                  </a:lnTo>
                  <a:lnTo>
                    <a:pt x="26752" y="7589"/>
                  </a:lnTo>
                  <a:lnTo>
                    <a:pt x="26627" y="6955"/>
                  </a:lnTo>
                  <a:lnTo>
                    <a:pt x="26678" y="5563"/>
                  </a:lnTo>
                  <a:lnTo>
                    <a:pt x="29855" y="5619"/>
                  </a:lnTo>
                  <a:lnTo>
                    <a:pt x="34932" y="5292"/>
                  </a:lnTo>
                  <a:lnTo>
                    <a:pt x="35044" y="3551"/>
                  </a:lnTo>
                  <a:lnTo>
                    <a:pt x="35216" y="3226"/>
                  </a:lnTo>
                  <a:lnTo>
                    <a:pt x="36798" y="0"/>
                  </a:lnTo>
                  <a:lnTo>
                    <a:pt x="38764" y="1307"/>
                  </a:lnTo>
                  <a:lnTo>
                    <a:pt x="40225" y="1732"/>
                  </a:lnTo>
                  <a:lnTo>
                    <a:pt x="41033" y="1967"/>
                  </a:lnTo>
                  <a:lnTo>
                    <a:pt x="41512" y="2109"/>
                  </a:lnTo>
                  <a:lnTo>
                    <a:pt x="41524" y="2310"/>
                  </a:lnTo>
                  <a:lnTo>
                    <a:pt x="41601" y="37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4583148" y="3536624"/>
              <a:ext cx="70712" cy="73881"/>
            </a:xfrm>
            <a:custGeom>
              <a:avLst/>
              <a:pathLst>
                <a:path w="70712" h="73881">
                  <a:moveTo>
                    <a:pt x="8905" y="17501"/>
                  </a:moveTo>
                  <a:lnTo>
                    <a:pt x="9906" y="15631"/>
                  </a:lnTo>
                  <a:lnTo>
                    <a:pt x="12843" y="15364"/>
                  </a:lnTo>
                  <a:lnTo>
                    <a:pt x="16848" y="5885"/>
                  </a:lnTo>
                  <a:lnTo>
                    <a:pt x="18384" y="3816"/>
                  </a:lnTo>
                  <a:lnTo>
                    <a:pt x="20709" y="1803"/>
                  </a:lnTo>
                  <a:lnTo>
                    <a:pt x="22852" y="2848"/>
                  </a:lnTo>
                  <a:lnTo>
                    <a:pt x="25184" y="3986"/>
                  </a:lnTo>
                  <a:lnTo>
                    <a:pt x="26070" y="4412"/>
                  </a:lnTo>
                  <a:lnTo>
                    <a:pt x="29071" y="5854"/>
                  </a:lnTo>
                  <a:lnTo>
                    <a:pt x="31205" y="6917"/>
                  </a:lnTo>
                  <a:lnTo>
                    <a:pt x="32511" y="7344"/>
                  </a:lnTo>
                  <a:lnTo>
                    <a:pt x="34212" y="7900"/>
                  </a:lnTo>
                  <a:lnTo>
                    <a:pt x="34737" y="8072"/>
                  </a:lnTo>
                  <a:lnTo>
                    <a:pt x="34503" y="8736"/>
                  </a:lnTo>
                  <a:lnTo>
                    <a:pt x="36557" y="9630"/>
                  </a:lnTo>
                  <a:lnTo>
                    <a:pt x="37850" y="6207"/>
                  </a:lnTo>
                  <a:lnTo>
                    <a:pt x="38594" y="4239"/>
                  </a:lnTo>
                  <a:lnTo>
                    <a:pt x="38678" y="4017"/>
                  </a:lnTo>
                  <a:lnTo>
                    <a:pt x="38286" y="3048"/>
                  </a:lnTo>
                  <a:lnTo>
                    <a:pt x="38127" y="2656"/>
                  </a:lnTo>
                  <a:lnTo>
                    <a:pt x="39324" y="0"/>
                  </a:lnTo>
                  <a:lnTo>
                    <a:pt x="42577" y="1565"/>
                  </a:lnTo>
                  <a:lnTo>
                    <a:pt x="42894" y="1718"/>
                  </a:lnTo>
                  <a:lnTo>
                    <a:pt x="43591" y="2054"/>
                  </a:lnTo>
                  <a:lnTo>
                    <a:pt x="44902" y="1040"/>
                  </a:lnTo>
                  <a:lnTo>
                    <a:pt x="45433" y="334"/>
                  </a:lnTo>
                  <a:lnTo>
                    <a:pt x="48574" y="1678"/>
                  </a:lnTo>
                  <a:lnTo>
                    <a:pt x="46925" y="4417"/>
                  </a:lnTo>
                  <a:lnTo>
                    <a:pt x="47246" y="4768"/>
                  </a:lnTo>
                  <a:lnTo>
                    <a:pt x="48743" y="6404"/>
                  </a:lnTo>
                  <a:lnTo>
                    <a:pt x="49636" y="7379"/>
                  </a:lnTo>
                  <a:lnTo>
                    <a:pt x="50361" y="8171"/>
                  </a:lnTo>
                  <a:lnTo>
                    <a:pt x="53669" y="5100"/>
                  </a:lnTo>
                  <a:lnTo>
                    <a:pt x="54182" y="6055"/>
                  </a:lnTo>
                  <a:lnTo>
                    <a:pt x="54481" y="6613"/>
                  </a:lnTo>
                  <a:lnTo>
                    <a:pt x="55220" y="7191"/>
                  </a:lnTo>
                  <a:lnTo>
                    <a:pt x="55955" y="7765"/>
                  </a:lnTo>
                  <a:lnTo>
                    <a:pt x="57307" y="8577"/>
                  </a:lnTo>
                  <a:lnTo>
                    <a:pt x="63446" y="10595"/>
                  </a:lnTo>
                  <a:lnTo>
                    <a:pt x="63411" y="11654"/>
                  </a:lnTo>
                  <a:lnTo>
                    <a:pt x="64685" y="11658"/>
                  </a:lnTo>
                  <a:lnTo>
                    <a:pt x="65384" y="11660"/>
                  </a:lnTo>
                  <a:lnTo>
                    <a:pt x="67845" y="11680"/>
                  </a:lnTo>
                  <a:lnTo>
                    <a:pt x="68124" y="11682"/>
                  </a:lnTo>
                  <a:lnTo>
                    <a:pt x="68027" y="12155"/>
                  </a:lnTo>
                  <a:lnTo>
                    <a:pt x="67971" y="13728"/>
                  </a:lnTo>
                  <a:lnTo>
                    <a:pt x="67809" y="18272"/>
                  </a:lnTo>
                  <a:lnTo>
                    <a:pt x="67788" y="18835"/>
                  </a:lnTo>
                  <a:lnTo>
                    <a:pt x="67885" y="21308"/>
                  </a:lnTo>
                  <a:lnTo>
                    <a:pt x="67985" y="21807"/>
                  </a:lnTo>
                  <a:lnTo>
                    <a:pt x="68181" y="22784"/>
                  </a:lnTo>
                  <a:lnTo>
                    <a:pt x="68622" y="24257"/>
                  </a:lnTo>
                  <a:lnTo>
                    <a:pt x="68944" y="25021"/>
                  </a:lnTo>
                  <a:lnTo>
                    <a:pt x="70170" y="26915"/>
                  </a:lnTo>
                  <a:lnTo>
                    <a:pt x="70712" y="27748"/>
                  </a:lnTo>
                  <a:lnTo>
                    <a:pt x="70543" y="27847"/>
                  </a:lnTo>
                  <a:lnTo>
                    <a:pt x="66916" y="29973"/>
                  </a:lnTo>
                  <a:lnTo>
                    <a:pt x="67530" y="30832"/>
                  </a:lnTo>
                  <a:lnTo>
                    <a:pt x="67857" y="31345"/>
                  </a:lnTo>
                  <a:lnTo>
                    <a:pt x="68535" y="32409"/>
                  </a:lnTo>
                  <a:lnTo>
                    <a:pt x="70045" y="34777"/>
                  </a:lnTo>
                  <a:lnTo>
                    <a:pt x="69180" y="35307"/>
                  </a:lnTo>
                  <a:lnTo>
                    <a:pt x="68170" y="35926"/>
                  </a:lnTo>
                  <a:lnTo>
                    <a:pt x="67808" y="36148"/>
                  </a:lnTo>
                  <a:lnTo>
                    <a:pt x="67446" y="36370"/>
                  </a:lnTo>
                  <a:lnTo>
                    <a:pt x="64403" y="38235"/>
                  </a:lnTo>
                  <a:lnTo>
                    <a:pt x="61946" y="39741"/>
                  </a:lnTo>
                  <a:lnTo>
                    <a:pt x="61817" y="39819"/>
                  </a:lnTo>
                  <a:lnTo>
                    <a:pt x="60803" y="40441"/>
                  </a:lnTo>
                  <a:lnTo>
                    <a:pt x="59868" y="41014"/>
                  </a:lnTo>
                  <a:lnTo>
                    <a:pt x="59715" y="41108"/>
                  </a:lnTo>
                  <a:lnTo>
                    <a:pt x="59228" y="41426"/>
                  </a:lnTo>
                  <a:lnTo>
                    <a:pt x="56512" y="43203"/>
                  </a:lnTo>
                  <a:lnTo>
                    <a:pt x="56350" y="43308"/>
                  </a:lnTo>
                  <a:lnTo>
                    <a:pt x="56104" y="42914"/>
                  </a:lnTo>
                  <a:lnTo>
                    <a:pt x="55819" y="42457"/>
                  </a:lnTo>
                  <a:lnTo>
                    <a:pt x="54903" y="42032"/>
                  </a:lnTo>
                  <a:lnTo>
                    <a:pt x="54410" y="42274"/>
                  </a:lnTo>
                  <a:lnTo>
                    <a:pt x="54186" y="42384"/>
                  </a:lnTo>
                  <a:lnTo>
                    <a:pt x="53566" y="42735"/>
                  </a:lnTo>
                  <a:lnTo>
                    <a:pt x="53054" y="43006"/>
                  </a:lnTo>
                  <a:lnTo>
                    <a:pt x="52566" y="43264"/>
                  </a:lnTo>
                  <a:lnTo>
                    <a:pt x="52331" y="43389"/>
                  </a:lnTo>
                  <a:lnTo>
                    <a:pt x="51830" y="43478"/>
                  </a:lnTo>
                  <a:lnTo>
                    <a:pt x="52285" y="42015"/>
                  </a:lnTo>
                  <a:lnTo>
                    <a:pt x="52294" y="41765"/>
                  </a:lnTo>
                  <a:lnTo>
                    <a:pt x="52348" y="40281"/>
                  </a:lnTo>
                  <a:lnTo>
                    <a:pt x="52372" y="40091"/>
                  </a:lnTo>
                  <a:lnTo>
                    <a:pt x="50298" y="39566"/>
                  </a:lnTo>
                  <a:lnTo>
                    <a:pt x="44395" y="38070"/>
                  </a:lnTo>
                  <a:lnTo>
                    <a:pt x="43206" y="38136"/>
                  </a:lnTo>
                  <a:lnTo>
                    <a:pt x="43051" y="37530"/>
                  </a:lnTo>
                  <a:lnTo>
                    <a:pt x="42209" y="38120"/>
                  </a:lnTo>
                  <a:lnTo>
                    <a:pt x="41082" y="38655"/>
                  </a:lnTo>
                  <a:lnTo>
                    <a:pt x="40541" y="38911"/>
                  </a:lnTo>
                  <a:lnTo>
                    <a:pt x="39940" y="39295"/>
                  </a:lnTo>
                  <a:lnTo>
                    <a:pt x="39287" y="40369"/>
                  </a:lnTo>
                  <a:lnTo>
                    <a:pt x="39232" y="40586"/>
                  </a:lnTo>
                  <a:lnTo>
                    <a:pt x="38948" y="41724"/>
                  </a:lnTo>
                  <a:lnTo>
                    <a:pt x="38792" y="42874"/>
                  </a:lnTo>
                  <a:lnTo>
                    <a:pt x="38773" y="43836"/>
                  </a:lnTo>
                  <a:lnTo>
                    <a:pt x="38757" y="44698"/>
                  </a:lnTo>
                  <a:lnTo>
                    <a:pt x="38743" y="45414"/>
                  </a:lnTo>
                  <a:lnTo>
                    <a:pt x="38134" y="45847"/>
                  </a:lnTo>
                  <a:lnTo>
                    <a:pt x="37585" y="46354"/>
                  </a:lnTo>
                  <a:lnTo>
                    <a:pt x="36070" y="44999"/>
                  </a:lnTo>
                  <a:lnTo>
                    <a:pt x="35293" y="43717"/>
                  </a:lnTo>
                  <a:lnTo>
                    <a:pt x="33643" y="45120"/>
                  </a:lnTo>
                  <a:lnTo>
                    <a:pt x="31929" y="46655"/>
                  </a:lnTo>
                  <a:lnTo>
                    <a:pt x="31548" y="47449"/>
                  </a:lnTo>
                  <a:lnTo>
                    <a:pt x="30503" y="49237"/>
                  </a:lnTo>
                  <a:lnTo>
                    <a:pt x="29705" y="50723"/>
                  </a:lnTo>
                  <a:lnTo>
                    <a:pt x="29292" y="51905"/>
                  </a:lnTo>
                  <a:lnTo>
                    <a:pt x="28958" y="52861"/>
                  </a:lnTo>
                  <a:lnTo>
                    <a:pt x="28310" y="54109"/>
                  </a:lnTo>
                  <a:lnTo>
                    <a:pt x="28156" y="54405"/>
                  </a:lnTo>
                  <a:lnTo>
                    <a:pt x="28029" y="54833"/>
                  </a:lnTo>
                  <a:lnTo>
                    <a:pt x="27778" y="55681"/>
                  </a:lnTo>
                  <a:lnTo>
                    <a:pt x="27327" y="56536"/>
                  </a:lnTo>
                  <a:lnTo>
                    <a:pt x="27086" y="56995"/>
                  </a:lnTo>
                  <a:lnTo>
                    <a:pt x="26084" y="58622"/>
                  </a:lnTo>
                  <a:lnTo>
                    <a:pt x="25628" y="59859"/>
                  </a:lnTo>
                  <a:lnTo>
                    <a:pt x="25351" y="60167"/>
                  </a:lnTo>
                  <a:lnTo>
                    <a:pt x="25170" y="60368"/>
                  </a:lnTo>
                  <a:lnTo>
                    <a:pt x="25910" y="62415"/>
                  </a:lnTo>
                  <a:lnTo>
                    <a:pt x="26059" y="62826"/>
                  </a:lnTo>
                  <a:lnTo>
                    <a:pt x="26110" y="62969"/>
                  </a:lnTo>
                  <a:lnTo>
                    <a:pt x="26358" y="63655"/>
                  </a:lnTo>
                  <a:lnTo>
                    <a:pt x="27764" y="64048"/>
                  </a:lnTo>
                  <a:lnTo>
                    <a:pt x="26757" y="65154"/>
                  </a:lnTo>
                  <a:lnTo>
                    <a:pt x="26502" y="66093"/>
                  </a:lnTo>
                  <a:lnTo>
                    <a:pt x="26764" y="66667"/>
                  </a:lnTo>
                  <a:lnTo>
                    <a:pt x="26822" y="66794"/>
                  </a:lnTo>
                  <a:lnTo>
                    <a:pt x="26876" y="66956"/>
                  </a:lnTo>
                  <a:lnTo>
                    <a:pt x="28100" y="67495"/>
                  </a:lnTo>
                  <a:lnTo>
                    <a:pt x="28458" y="67652"/>
                  </a:lnTo>
                  <a:lnTo>
                    <a:pt x="28280" y="68270"/>
                  </a:lnTo>
                  <a:lnTo>
                    <a:pt x="28395" y="68624"/>
                  </a:lnTo>
                  <a:lnTo>
                    <a:pt x="28649" y="69406"/>
                  </a:lnTo>
                  <a:lnTo>
                    <a:pt x="28612" y="70821"/>
                  </a:lnTo>
                  <a:lnTo>
                    <a:pt x="28346" y="71236"/>
                  </a:lnTo>
                  <a:lnTo>
                    <a:pt x="27694" y="72253"/>
                  </a:lnTo>
                  <a:lnTo>
                    <a:pt x="27058" y="73059"/>
                  </a:lnTo>
                  <a:lnTo>
                    <a:pt x="26828" y="73226"/>
                  </a:lnTo>
                  <a:lnTo>
                    <a:pt x="26338" y="73005"/>
                  </a:lnTo>
                  <a:lnTo>
                    <a:pt x="26061" y="72784"/>
                  </a:lnTo>
                  <a:lnTo>
                    <a:pt x="26083" y="72338"/>
                  </a:lnTo>
                  <a:lnTo>
                    <a:pt x="26186" y="71746"/>
                  </a:lnTo>
                  <a:lnTo>
                    <a:pt x="26055" y="71399"/>
                  </a:lnTo>
                  <a:lnTo>
                    <a:pt x="25891" y="71211"/>
                  </a:lnTo>
                  <a:lnTo>
                    <a:pt x="25273" y="71165"/>
                  </a:lnTo>
                  <a:lnTo>
                    <a:pt x="24529" y="71188"/>
                  </a:lnTo>
                  <a:lnTo>
                    <a:pt x="23513" y="71212"/>
                  </a:lnTo>
                  <a:lnTo>
                    <a:pt x="22796" y="71305"/>
                  </a:lnTo>
                  <a:lnTo>
                    <a:pt x="22163" y="71677"/>
                  </a:lnTo>
                  <a:lnTo>
                    <a:pt x="21554" y="71792"/>
                  </a:lnTo>
                  <a:lnTo>
                    <a:pt x="19941" y="71815"/>
                  </a:lnTo>
                  <a:lnTo>
                    <a:pt x="19134" y="71815"/>
                  </a:lnTo>
                  <a:lnTo>
                    <a:pt x="18538" y="71417"/>
                  </a:lnTo>
                  <a:lnTo>
                    <a:pt x="18365" y="71301"/>
                  </a:lnTo>
                  <a:lnTo>
                    <a:pt x="17201" y="70524"/>
                  </a:lnTo>
                  <a:lnTo>
                    <a:pt x="15882" y="70826"/>
                  </a:lnTo>
                  <a:lnTo>
                    <a:pt x="2536" y="73881"/>
                  </a:lnTo>
                  <a:lnTo>
                    <a:pt x="600" y="66538"/>
                  </a:lnTo>
                  <a:lnTo>
                    <a:pt x="0" y="62733"/>
                  </a:lnTo>
                  <a:lnTo>
                    <a:pt x="5632" y="61474"/>
                  </a:lnTo>
                  <a:lnTo>
                    <a:pt x="5432" y="53063"/>
                  </a:lnTo>
                  <a:lnTo>
                    <a:pt x="4297" y="45119"/>
                  </a:lnTo>
                  <a:lnTo>
                    <a:pt x="6900" y="44545"/>
                  </a:lnTo>
                  <a:lnTo>
                    <a:pt x="6420" y="41661"/>
                  </a:lnTo>
                  <a:lnTo>
                    <a:pt x="10425" y="40660"/>
                  </a:lnTo>
                  <a:lnTo>
                    <a:pt x="10786" y="39498"/>
                  </a:lnTo>
                  <a:lnTo>
                    <a:pt x="12027" y="38176"/>
                  </a:lnTo>
                  <a:lnTo>
                    <a:pt x="15712" y="35613"/>
                  </a:lnTo>
                  <a:lnTo>
                    <a:pt x="11356" y="35218"/>
                  </a:lnTo>
                  <a:lnTo>
                    <a:pt x="11908" y="32654"/>
                  </a:lnTo>
                  <a:lnTo>
                    <a:pt x="11207" y="29445"/>
                  </a:lnTo>
                  <a:lnTo>
                    <a:pt x="11096" y="27225"/>
                  </a:lnTo>
                  <a:lnTo>
                    <a:pt x="11087" y="27048"/>
                  </a:lnTo>
                  <a:lnTo>
                    <a:pt x="10997" y="26434"/>
                  </a:lnTo>
                  <a:lnTo>
                    <a:pt x="10576" y="24919"/>
                  </a:lnTo>
                  <a:lnTo>
                    <a:pt x="10440" y="24430"/>
                  </a:lnTo>
                  <a:lnTo>
                    <a:pt x="10343" y="24083"/>
                  </a:lnTo>
                  <a:lnTo>
                    <a:pt x="9343" y="217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4660807" y="3545779"/>
              <a:ext cx="61134" cy="45665"/>
            </a:xfrm>
            <a:custGeom>
              <a:avLst/>
              <a:pathLst>
                <a:path w="61134" h="45665">
                  <a:moveTo>
                    <a:pt x="35018" y="4076"/>
                  </a:moveTo>
                  <a:lnTo>
                    <a:pt x="36870" y="9506"/>
                  </a:lnTo>
                  <a:lnTo>
                    <a:pt x="37039" y="9711"/>
                  </a:lnTo>
                  <a:lnTo>
                    <a:pt x="37898" y="10613"/>
                  </a:lnTo>
                  <a:lnTo>
                    <a:pt x="40534" y="10197"/>
                  </a:lnTo>
                  <a:lnTo>
                    <a:pt x="41383" y="10064"/>
                  </a:lnTo>
                  <a:lnTo>
                    <a:pt x="41634" y="10024"/>
                  </a:lnTo>
                  <a:lnTo>
                    <a:pt x="41797" y="9973"/>
                  </a:lnTo>
                  <a:lnTo>
                    <a:pt x="42491" y="9878"/>
                  </a:lnTo>
                  <a:lnTo>
                    <a:pt x="43160" y="9786"/>
                  </a:lnTo>
                  <a:lnTo>
                    <a:pt x="44209" y="9301"/>
                  </a:lnTo>
                  <a:lnTo>
                    <a:pt x="44496" y="9168"/>
                  </a:lnTo>
                  <a:lnTo>
                    <a:pt x="45558" y="8519"/>
                  </a:lnTo>
                  <a:lnTo>
                    <a:pt x="47114" y="9385"/>
                  </a:lnTo>
                  <a:lnTo>
                    <a:pt x="48760" y="10301"/>
                  </a:lnTo>
                  <a:lnTo>
                    <a:pt x="48967" y="10411"/>
                  </a:lnTo>
                  <a:lnTo>
                    <a:pt x="49479" y="9793"/>
                  </a:lnTo>
                  <a:lnTo>
                    <a:pt x="50112" y="9435"/>
                  </a:lnTo>
                  <a:lnTo>
                    <a:pt x="50363" y="9308"/>
                  </a:lnTo>
                  <a:lnTo>
                    <a:pt x="53907" y="10455"/>
                  </a:lnTo>
                  <a:lnTo>
                    <a:pt x="54638" y="10692"/>
                  </a:lnTo>
                  <a:lnTo>
                    <a:pt x="54133" y="12095"/>
                  </a:lnTo>
                  <a:lnTo>
                    <a:pt x="55253" y="12586"/>
                  </a:lnTo>
                  <a:lnTo>
                    <a:pt x="55998" y="12719"/>
                  </a:lnTo>
                  <a:lnTo>
                    <a:pt x="57519" y="12991"/>
                  </a:lnTo>
                  <a:lnTo>
                    <a:pt x="59575" y="13794"/>
                  </a:lnTo>
                  <a:lnTo>
                    <a:pt x="61080" y="14382"/>
                  </a:lnTo>
                  <a:lnTo>
                    <a:pt x="60988" y="14941"/>
                  </a:lnTo>
                  <a:lnTo>
                    <a:pt x="59869" y="16448"/>
                  </a:lnTo>
                  <a:lnTo>
                    <a:pt x="58918" y="17728"/>
                  </a:lnTo>
                  <a:lnTo>
                    <a:pt x="55594" y="16767"/>
                  </a:lnTo>
                  <a:lnTo>
                    <a:pt x="54617" y="19819"/>
                  </a:lnTo>
                  <a:lnTo>
                    <a:pt x="54168" y="19562"/>
                  </a:lnTo>
                  <a:lnTo>
                    <a:pt x="53650" y="20609"/>
                  </a:lnTo>
                  <a:lnTo>
                    <a:pt x="53523" y="20939"/>
                  </a:lnTo>
                  <a:lnTo>
                    <a:pt x="52824" y="22750"/>
                  </a:lnTo>
                  <a:lnTo>
                    <a:pt x="51933" y="23183"/>
                  </a:lnTo>
                  <a:lnTo>
                    <a:pt x="50836" y="23950"/>
                  </a:lnTo>
                  <a:lnTo>
                    <a:pt x="50369" y="24611"/>
                  </a:lnTo>
                  <a:lnTo>
                    <a:pt x="50080" y="24837"/>
                  </a:lnTo>
                  <a:lnTo>
                    <a:pt x="51011" y="25215"/>
                  </a:lnTo>
                  <a:lnTo>
                    <a:pt x="53246" y="26202"/>
                  </a:lnTo>
                  <a:lnTo>
                    <a:pt x="54583" y="27124"/>
                  </a:lnTo>
                  <a:lnTo>
                    <a:pt x="55784" y="27871"/>
                  </a:lnTo>
                  <a:lnTo>
                    <a:pt x="56292" y="28806"/>
                  </a:lnTo>
                  <a:lnTo>
                    <a:pt x="55879" y="29726"/>
                  </a:lnTo>
                  <a:lnTo>
                    <a:pt x="56052" y="29808"/>
                  </a:lnTo>
                  <a:lnTo>
                    <a:pt x="56478" y="30889"/>
                  </a:lnTo>
                  <a:lnTo>
                    <a:pt x="56692" y="30974"/>
                  </a:lnTo>
                  <a:lnTo>
                    <a:pt x="61134" y="33066"/>
                  </a:lnTo>
                  <a:lnTo>
                    <a:pt x="60326" y="34642"/>
                  </a:lnTo>
                  <a:lnTo>
                    <a:pt x="58861" y="37486"/>
                  </a:lnTo>
                  <a:lnTo>
                    <a:pt x="57107" y="36523"/>
                  </a:lnTo>
                  <a:lnTo>
                    <a:pt x="56926" y="38071"/>
                  </a:lnTo>
                  <a:lnTo>
                    <a:pt x="56657" y="40364"/>
                  </a:lnTo>
                  <a:lnTo>
                    <a:pt x="57332" y="42584"/>
                  </a:lnTo>
                  <a:lnTo>
                    <a:pt x="57703" y="45665"/>
                  </a:lnTo>
                  <a:lnTo>
                    <a:pt x="56766" y="45644"/>
                  </a:lnTo>
                  <a:lnTo>
                    <a:pt x="55157" y="45608"/>
                  </a:lnTo>
                  <a:lnTo>
                    <a:pt x="55138" y="45387"/>
                  </a:lnTo>
                  <a:lnTo>
                    <a:pt x="55107" y="44806"/>
                  </a:lnTo>
                  <a:lnTo>
                    <a:pt x="53436" y="44437"/>
                  </a:lnTo>
                  <a:lnTo>
                    <a:pt x="53169" y="43567"/>
                  </a:lnTo>
                  <a:lnTo>
                    <a:pt x="52377" y="40988"/>
                  </a:lnTo>
                  <a:lnTo>
                    <a:pt x="52300" y="40453"/>
                  </a:lnTo>
                  <a:lnTo>
                    <a:pt x="52258" y="40157"/>
                  </a:lnTo>
                  <a:lnTo>
                    <a:pt x="52036" y="39258"/>
                  </a:lnTo>
                  <a:lnTo>
                    <a:pt x="50571" y="37240"/>
                  </a:lnTo>
                  <a:lnTo>
                    <a:pt x="49887" y="36093"/>
                  </a:lnTo>
                  <a:lnTo>
                    <a:pt x="47925" y="37388"/>
                  </a:lnTo>
                  <a:lnTo>
                    <a:pt x="47084" y="37887"/>
                  </a:lnTo>
                  <a:lnTo>
                    <a:pt x="46815" y="38047"/>
                  </a:lnTo>
                  <a:lnTo>
                    <a:pt x="46512" y="38227"/>
                  </a:lnTo>
                  <a:lnTo>
                    <a:pt x="45329" y="38630"/>
                  </a:lnTo>
                  <a:lnTo>
                    <a:pt x="44757" y="38899"/>
                  </a:lnTo>
                  <a:lnTo>
                    <a:pt x="44123" y="39198"/>
                  </a:lnTo>
                  <a:lnTo>
                    <a:pt x="43471" y="39578"/>
                  </a:lnTo>
                  <a:lnTo>
                    <a:pt x="43322" y="39665"/>
                  </a:lnTo>
                  <a:lnTo>
                    <a:pt x="42300" y="40262"/>
                  </a:lnTo>
                  <a:lnTo>
                    <a:pt x="42054" y="40365"/>
                  </a:lnTo>
                  <a:lnTo>
                    <a:pt x="41542" y="40579"/>
                  </a:lnTo>
                  <a:lnTo>
                    <a:pt x="41383" y="40313"/>
                  </a:lnTo>
                  <a:lnTo>
                    <a:pt x="38987" y="36831"/>
                  </a:lnTo>
                  <a:lnTo>
                    <a:pt x="38590" y="36910"/>
                  </a:lnTo>
                  <a:lnTo>
                    <a:pt x="37520" y="36720"/>
                  </a:lnTo>
                  <a:lnTo>
                    <a:pt x="37271" y="36656"/>
                  </a:lnTo>
                  <a:lnTo>
                    <a:pt x="36661" y="36500"/>
                  </a:lnTo>
                  <a:lnTo>
                    <a:pt x="36000" y="36510"/>
                  </a:lnTo>
                  <a:lnTo>
                    <a:pt x="35125" y="36695"/>
                  </a:lnTo>
                  <a:lnTo>
                    <a:pt x="34806" y="36791"/>
                  </a:lnTo>
                  <a:lnTo>
                    <a:pt x="34547" y="36869"/>
                  </a:lnTo>
                  <a:lnTo>
                    <a:pt x="33653" y="37158"/>
                  </a:lnTo>
                  <a:lnTo>
                    <a:pt x="32107" y="38037"/>
                  </a:lnTo>
                  <a:lnTo>
                    <a:pt x="32026" y="37879"/>
                  </a:lnTo>
                  <a:lnTo>
                    <a:pt x="31819" y="37562"/>
                  </a:lnTo>
                  <a:lnTo>
                    <a:pt x="30437" y="37190"/>
                  </a:lnTo>
                  <a:lnTo>
                    <a:pt x="28837" y="36821"/>
                  </a:lnTo>
                  <a:lnTo>
                    <a:pt x="28373" y="36688"/>
                  </a:lnTo>
                  <a:lnTo>
                    <a:pt x="28121" y="36462"/>
                  </a:lnTo>
                  <a:lnTo>
                    <a:pt x="27982" y="36351"/>
                  </a:lnTo>
                  <a:lnTo>
                    <a:pt x="27513" y="35978"/>
                  </a:lnTo>
                  <a:lnTo>
                    <a:pt x="26663" y="35503"/>
                  </a:lnTo>
                  <a:lnTo>
                    <a:pt x="25571" y="34894"/>
                  </a:lnTo>
                  <a:lnTo>
                    <a:pt x="25349" y="34770"/>
                  </a:lnTo>
                  <a:lnTo>
                    <a:pt x="24014" y="33226"/>
                  </a:lnTo>
                  <a:lnTo>
                    <a:pt x="23884" y="33327"/>
                  </a:lnTo>
                  <a:lnTo>
                    <a:pt x="23572" y="33517"/>
                  </a:lnTo>
                  <a:lnTo>
                    <a:pt x="23023" y="33851"/>
                  </a:lnTo>
                  <a:lnTo>
                    <a:pt x="22146" y="34357"/>
                  </a:lnTo>
                  <a:lnTo>
                    <a:pt x="21046" y="34980"/>
                  </a:lnTo>
                  <a:lnTo>
                    <a:pt x="19964" y="35637"/>
                  </a:lnTo>
                  <a:lnTo>
                    <a:pt x="18747" y="36376"/>
                  </a:lnTo>
                  <a:lnTo>
                    <a:pt x="18533" y="36500"/>
                  </a:lnTo>
                  <a:lnTo>
                    <a:pt x="16762" y="37520"/>
                  </a:lnTo>
                  <a:lnTo>
                    <a:pt x="14800" y="38654"/>
                  </a:lnTo>
                  <a:lnTo>
                    <a:pt x="14163" y="39022"/>
                  </a:lnTo>
                  <a:lnTo>
                    <a:pt x="11815" y="40371"/>
                  </a:lnTo>
                  <a:lnTo>
                    <a:pt x="9147" y="41796"/>
                  </a:lnTo>
                  <a:lnTo>
                    <a:pt x="7988" y="42415"/>
                  </a:lnTo>
                  <a:lnTo>
                    <a:pt x="7756" y="42539"/>
                  </a:lnTo>
                  <a:lnTo>
                    <a:pt x="6888" y="41134"/>
                  </a:lnTo>
                  <a:lnTo>
                    <a:pt x="6680" y="40797"/>
                  </a:lnTo>
                  <a:lnTo>
                    <a:pt x="6483" y="40478"/>
                  </a:lnTo>
                  <a:lnTo>
                    <a:pt x="6177" y="39976"/>
                  </a:lnTo>
                  <a:lnTo>
                    <a:pt x="5022" y="38080"/>
                  </a:lnTo>
                  <a:lnTo>
                    <a:pt x="3795" y="36067"/>
                  </a:lnTo>
                  <a:lnTo>
                    <a:pt x="2061" y="33222"/>
                  </a:lnTo>
                  <a:lnTo>
                    <a:pt x="251" y="30254"/>
                  </a:lnTo>
                  <a:lnTo>
                    <a:pt x="0" y="29830"/>
                  </a:lnTo>
                  <a:lnTo>
                    <a:pt x="413" y="29551"/>
                  </a:lnTo>
                  <a:lnTo>
                    <a:pt x="7593" y="24703"/>
                  </a:lnTo>
                  <a:lnTo>
                    <a:pt x="8074" y="24379"/>
                  </a:lnTo>
                  <a:lnTo>
                    <a:pt x="9345" y="23540"/>
                  </a:lnTo>
                  <a:lnTo>
                    <a:pt x="9611" y="23395"/>
                  </a:lnTo>
                  <a:lnTo>
                    <a:pt x="10035" y="23163"/>
                  </a:lnTo>
                  <a:lnTo>
                    <a:pt x="10491" y="22913"/>
                  </a:lnTo>
                  <a:lnTo>
                    <a:pt x="11592" y="22474"/>
                  </a:lnTo>
                  <a:lnTo>
                    <a:pt x="12238" y="22217"/>
                  </a:lnTo>
                  <a:lnTo>
                    <a:pt x="13258" y="21776"/>
                  </a:lnTo>
                  <a:lnTo>
                    <a:pt x="15222" y="20927"/>
                  </a:lnTo>
                  <a:lnTo>
                    <a:pt x="15464" y="20822"/>
                  </a:lnTo>
                  <a:lnTo>
                    <a:pt x="17074" y="20092"/>
                  </a:lnTo>
                  <a:lnTo>
                    <a:pt x="17212" y="19995"/>
                  </a:lnTo>
                  <a:lnTo>
                    <a:pt x="17485" y="19802"/>
                  </a:lnTo>
                  <a:lnTo>
                    <a:pt x="18236" y="19273"/>
                  </a:lnTo>
                  <a:lnTo>
                    <a:pt x="19459" y="18413"/>
                  </a:lnTo>
                  <a:lnTo>
                    <a:pt x="20047" y="17986"/>
                  </a:lnTo>
                  <a:lnTo>
                    <a:pt x="21187" y="17156"/>
                  </a:lnTo>
                  <a:lnTo>
                    <a:pt x="21531" y="16905"/>
                  </a:lnTo>
                  <a:lnTo>
                    <a:pt x="22303" y="16177"/>
                  </a:lnTo>
                  <a:lnTo>
                    <a:pt x="18624" y="10853"/>
                  </a:lnTo>
                  <a:lnTo>
                    <a:pt x="18943" y="10659"/>
                  </a:lnTo>
                  <a:lnTo>
                    <a:pt x="21188" y="9293"/>
                  </a:lnTo>
                  <a:lnTo>
                    <a:pt x="21563" y="9065"/>
                  </a:lnTo>
                  <a:lnTo>
                    <a:pt x="25338" y="6780"/>
                  </a:lnTo>
                  <a:lnTo>
                    <a:pt x="25688" y="6398"/>
                  </a:lnTo>
                  <a:lnTo>
                    <a:pt x="25820" y="6252"/>
                  </a:lnTo>
                  <a:lnTo>
                    <a:pt x="26552" y="6280"/>
                  </a:lnTo>
                  <a:lnTo>
                    <a:pt x="27065" y="6300"/>
                  </a:lnTo>
                  <a:lnTo>
                    <a:pt x="27318" y="6309"/>
                  </a:lnTo>
                  <a:lnTo>
                    <a:pt x="29126" y="6378"/>
                  </a:lnTo>
                  <a:lnTo>
                    <a:pt x="29679" y="6368"/>
                  </a:lnTo>
                  <a:lnTo>
                    <a:pt x="31888" y="6329"/>
                  </a:lnTo>
                  <a:lnTo>
                    <a:pt x="31739" y="5585"/>
                  </a:lnTo>
                  <a:lnTo>
                    <a:pt x="31837" y="4117"/>
                  </a:lnTo>
                  <a:lnTo>
                    <a:pt x="32573" y="4161"/>
                  </a:lnTo>
                  <a:lnTo>
                    <a:pt x="32540" y="2696"/>
                  </a:lnTo>
                  <a:lnTo>
                    <a:pt x="32513" y="1496"/>
                  </a:lnTo>
                  <a:lnTo>
                    <a:pt x="32485" y="249"/>
                  </a:lnTo>
                  <a:lnTo>
                    <a:pt x="34454" y="0"/>
                  </a:lnTo>
                  <a:lnTo>
                    <a:pt x="34498" y="207"/>
                  </a:lnTo>
                  <a:lnTo>
                    <a:pt x="34605" y="1001"/>
                  </a:lnTo>
                  <a:lnTo>
                    <a:pt x="34640" y="12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4685792" y="3580679"/>
              <a:ext cx="28665" cy="22644"/>
            </a:xfrm>
            <a:custGeom>
              <a:avLst/>
              <a:pathLst>
                <a:path w="28665" h="22644">
                  <a:moveTo>
                    <a:pt x="7040" y="2979"/>
                  </a:moveTo>
                  <a:lnTo>
                    <a:pt x="7122" y="3137"/>
                  </a:lnTo>
                  <a:lnTo>
                    <a:pt x="8668" y="2258"/>
                  </a:lnTo>
                  <a:lnTo>
                    <a:pt x="9562" y="1969"/>
                  </a:lnTo>
                  <a:lnTo>
                    <a:pt x="9821" y="1891"/>
                  </a:lnTo>
                  <a:lnTo>
                    <a:pt x="10140" y="1795"/>
                  </a:lnTo>
                  <a:lnTo>
                    <a:pt x="11015" y="1610"/>
                  </a:lnTo>
                  <a:lnTo>
                    <a:pt x="11676" y="1601"/>
                  </a:lnTo>
                  <a:lnTo>
                    <a:pt x="12285" y="1756"/>
                  </a:lnTo>
                  <a:lnTo>
                    <a:pt x="12602" y="1837"/>
                  </a:lnTo>
                  <a:lnTo>
                    <a:pt x="13605" y="2010"/>
                  </a:lnTo>
                  <a:lnTo>
                    <a:pt x="14002" y="1931"/>
                  </a:lnTo>
                  <a:lnTo>
                    <a:pt x="16398" y="5413"/>
                  </a:lnTo>
                  <a:lnTo>
                    <a:pt x="16557" y="5679"/>
                  </a:lnTo>
                  <a:lnTo>
                    <a:pt x="17068" y="5465"/>
                  </a:lnTo>
                  <a:lnTo>
                    <a:pt x="17314" y="5362"/>
                  </a:lnTo>
                  <a:lnTo>
                    <a:pt x="18337" y="4765"/>
                  </a:lnTo>
                  <a:lnTo>
                    <a:pt x="18486" y="4678"/>
                  </a:lnTo>
                  <a:lnTo>
                    <a:pt x="19138" y="4298"/>
                  </a:lnTo>
                  <a:lnTo>
                    <a:pt x="19772" y="4000"/>
                  </a:lnTo>
                  <a:lnTo>
                    <a:pt x="20344" y="3730"/>
                  </a:lnTo>
                  <a:lnTo>
                    <a:pt x="21527" y="3327"/>
                  </a:lnTo>
                  <a:lnTo>
                    <a:pt x="21830" y="3147"/>
                  </a:lnTo>
                  <a:lnTo>
                    <a:pt x="22102" y="2985"/>
                  </a:lnTo>
                  <a:lnTo>
                    <a:pt x="22940" y="2488"/>
                  </a:lnTo>
                  <a:lnTo>
                    <a:pt x="24902" y="1194"/>
                  </a:lnTo>
                  <a:lnTo>
                    <a:pt x="25586" y="2340"/>
                  </a:lnTo>
                  <a:lnTo>
                    <a:pt x="27051" y="4358"/>
                  </a:lnTo>
                  <a:lnTo>
                    <a:pt x="27273" y="5257"/>
                  </a:lnTo>
                  <a:lnTo>
                    <a:pt x="27315" y="5553"/>
                  </a:lnTo>
                  <a:lnTo>
                    <a:pt x="27392" y="6088"/>
                  </a:lnTo>
                  <a:lnTo>
                    <a:pt x="28183" y="8667"/>
                  </a:lnTo>
                  <a:lnTo>
                    <a:pt x="28450" y="9537"/>
                  </a:lnTo>
                  <a:lnTo>
                    <a:pt x="28665" y="10238"/>
                  </a:lnTo>
                  <a:lnTo>
                    <a:pt x="27518" y="11485"/>
                  </a:lnTo>
                  <a:lnTo>
                    <a:pt x="25851" y="11371"/>
                  </a:lnTo>
                  <a:lnTo>
                    <a:pt x="24446" y="9049"/>
                  </a:lnTo>
                  <a:lnTo>
                    <a:pt x="22416" y="9328"/>
                  </a:lnTo>
                  <a:lnTo>
                    <a:pt x="22150" y="9405"/>
                  </a:lnTo>
                  <a:lnTo>
                    <a:pt x="21011" y="10246"/>
                  </a:lnTo>
                  <a:lnTo>
                    <a:pt x="20868" y="10359"/>
                  </a:lnTo>
                  <a:lnTo>
                    <a:pt x="19855" y="11162"/>
                  </a:lnTo>
                  <a:lnTo>
                    <a:pt x="19244" y="11533"/>
                  </a:lnTo>
                  <a:lnTo>
                    <a:pt x="17082" y="11321"/>
                  </a:lnTo>
                  <a:lnTo>
                    <a:pt x="16032" y="11664"/>
                  </a:lnTo>
                  <a:lnTo>
                    <a:pt x="15444" y="11551"/>
                  </a:lnTo>
                  <a:lnTo>
                    <a:pt x="14269" y="10347"/>
                  </a:lnTo>
                  <a:lnTo>
                    <a:pt x="13631" y="9426"/>
                  </a:lnTo>
                  <a:lnTo>
                    <a:pt x="12595" y="10226"/>
                  </a:lnTo>
                  <a:lnTo>
                    <a:pt x="12191" y="10243"/>
                  </a:lnTo>
                  <a:lnTo>
                    <a:pt x="12013" y="10277"/>
                  </a:lnTo>
                  <a:lnTo>
                    <a:pt x="11560" y="13142"/>
                  </a:lnTo>
                  <a:lnTo>
                    <a:pt x="10629" y="13178"/>
                  </a:lnTo>
                  <a:lnTo>
                    <a:pt x="10291" y="14552"/>
                  </a:lnTo>
                  <a:lnTo>
                    <a:pt x="9853" y="16079"/>
                  </a:lnTo>
                  <a:lnTo>
                    <a:pt x="9490" y="18995"/>
                  </a:lnTo>
                  <a:lnTo>
                    <a:pt x="9356" y="20094"/>
                  </a:lnTo>
                  <a:lnTo>
                    <a:pt x="8825" y="20369"/>
                  </a:lnTo>
                  <a:lnTo>
                    <a:pt x="6916" y="21148"/>
                  </a:lnTo>
                  <a:lnTo>
                    <a:pt x="4007" y="22484"/>
                  </a:lnTo>
                  <a:lnTo>
                    <a:pt x="3658" y="22644"/>
                  </a:lnTo>
                  <a:lnTo>
                    <a:pt x="3355" y="20606"/>
                  </a:lnTo>
                  <a:lnTo>
                    <a:pt x="3213" y="19651"/>
                  </a:lnTo>
                  <a:lnTo>
                    <a:pt x="2995" y="19103"/>
                  </a:lnTo>
                  <a:lnTo>
                    <a:pt x="2938" y="18961"/>
                  </a:lnTo>
                  <a:lnTo>
                    <a:pt x="2791" y="18592"/>
                  </a:lnTo>
                  <a:lnTo>
                    <a:pt x="2610" y="18138"/>
                  </a:lnTo>
                  <a:lnTo>
                    <a:pt x="2393" y="17805"/>
                  </a:lnTo>
                  <a:lnTo>
                    <a:pt x="1935" y="16768"/>
                  </a:lnTo>
                  <a:lnTo>
                    <a:pt x="2099" y="16759"/>
                  </a:lnTo>
                  <a:lnTo>
                    <a:pt x="2820" y="16721"/>
                  </a:lnTo>
                  <a:lnTo>
                    <a:pt x="2832" y="16108"/>
                  </a:lnTo>
                  <a:lnTo>
                    <a:pt x="2856" y="15852"/>
                  </a:lnTo>
                  <a:lnTo>
                    <a:pt x="2907" y="15315"/>
                  </a:lnTo>
                  <a:lnTo>
                    <a:pt x="2541" y="15407"/>
                  </a:lnTo>
                  <a:lnTo>
                    <a:pt x="2341" y="14854"/>
                  </a:lnTo>
                  <a:lnTo>
                    <a:pt x="1340" y="12090"/>
                  </a:lnTo>
                  <a:lnTo>
                    <a:pt x="1254" y="11918"/>
                  </a:lnTo>
                  <a:lnTo>
                    <a:pt x="997" y="11398"/>
                  </a:lnTo>
                  <a:lnTo>
                    <a:pt x="24" y="9435"/>
                  </a:lnTo>
                  <a:lnTo>
                    <a:pt x="0" y="9169"/>
                  </a:lnTo>
                  <a:lnTo>
                    <a:pt x="885" y="8981"/>
                  </a:lnTo>
                  <a:lnTo>
                    <a:pt x="2089" y="8726"/>
                  </a:lnTo>
                  <a:lnTo>
                    <a:pt x="1873" y="7736"/>
                  </a:lnTo>
                  <a:lnTo>
                    <a:pt x="1376" y="6721"/>
                  </a:lnTo>
                  <a:lnTo>
                    <a:pt x="469" y="4868"/>
                  </a:lnTo>
                  <a:lnTo>
                    <a:pt x="324" y="4527"/>
                  </a:lnTo>
                  <a:lnTo>
                    <a:pt x="223" y="4291"/>
                  </a:lnTo>
                  <a:lnTo>
                    <a:pt x="339" y="4028"/>
                  </a:lnTo>
                  <a:lnTo>
                    <a:pt x="650" y="3319"/>
                  </a:lnTo>
                  <a:lnTo>
                    <a:pt x="399" y="2385"/>
                  </a:lnTo>
                  <a:lnTo>
                    <a:pt x="202" y="1653"/>
                  </a:lnTo>
                  <a:lnTo>
                    <a:pt x="463" y="1284"/>
                  </a:lnTo>
                  <a:lnTo>
                    <a:pt x="499" y="900"/>
                  </a:lnTo>
                  <a:lnTo>
                    <a:pt x="595" y="0"/>
                  </a:lnTo>
                  <a:lnTo>
                    <a:pt x="1677" y="603"/>
                  </a:lnTo>
                  <a:lnTo>
                    <a:pt x="2528" y="1078"/>
                  </a:lnTo>
                  <a:lnTo>
                    <a:pt x="2997" y="1451"/>
                  </a:lnTo>
                  <a:lnTo>
                    <a:pt x="3136" y="1562"/>
                  </a:lnTo>
                  <a:lnTo>
                    <a:pt x="3387" y="1788"/>
                  </a:lnTo>
                  <a:lnTo>
                    <a:pt x="3852" y="1921"/>
                  </a:lnTo>
                  <a:lnTo>
                    <a:pt x="5452" y="2290"/>
                  </a:lnTo>
                  <a:lnTo>
                    <a:pt x="6834" y="26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4586320" y="3564372"/>
              <a:ext cx="73442" cy="95410"/>
            </a:xfrm>
            <a:custGeom>
              <a:avLst/>
              <a:pathLst>
                <a:path w="73442" h="95410">
                  <a:moveTo>
                    <a:pt x="68085" y="15067"/>
                  </a:moveTo>
                  <a:lnTo>
                    <a:pt x="62882" y="18214"/>
                  </a:lnTo>
                  <a:lnTo>
                    <a:pt x="63630" y="19513"/>
                  </a:lnTo>
                  <a:lnTo>
                    <a:pt x="63745" y="19712"/>
                  </a:lnTo>
                  <a:lnTo>
                    <a:pt x="64584" y="21167"/>
                  </a:lnTo>
                  <a:lnTo>
                    <a:pt x="64690" y="21351"/>
                  </a:lnTo>
                  <a:lnTo>
                    <a:pt x="65140" y="22109"/>
                  </a:lnTo>
                  <a:lnTo>
                    <a:pt x="65278" y="22342"/>
                  </a:lnTo>
                  <a:lnTo>
                    <a:pt x="64834" y="24355"/>
                  </a:lnTo>
                  <a:lnTo>
                    <a:pt x="64481" y="27411"/>
                  </a:lnTo>
                  <a:lnTo>
                    <a:pt x="64449" y="27684"/>
                  </a:lnTo>
                  <a:lnTo>
                    <a:pt x="64415" y="27982"/>
                  </a:lnTo>
                  <a:lnTo>
                    <a:pt x="64210" y="29748"/>
                  </a:lnTo>
                  <a:lnTo>
                    <a:pt x="64049" y="31144"/>
                  </a:lnTo>
                  <a:lnTo>
                    <a:pt x="63794" y="31129"/>
                  </a:lnTo>
                  <a:lnTo>
                    <a:pt x="63406" y="31859"/>
                  </a:lnTo>
                  <a:lnTo>
                    <a:pt x="63147" y="32344"/>
                  </a:lnTo>
                  <a:lnTo>
                    <a:pt x="62382" y="33606"/>
                  </a:lnTo>
                  <a:lnTo>
                    <a:pt x="62050" y="34153"/>
                  </a:lnTo>
                  <a:lnTo>
                    <a:pt x="59933" y="37643"/>
                  </a:lnTo>
                  <a:lnTo>
                    <a:pt x="59432" y="38470"/>
                  </a:lnTo>
                  <a:lnTo>
                    <a:pt x="58639" y="39901"/>
                  </a:lnTo>
                  <a:lnTo>
                    <a:pt x="57413" y="42116"/>
                  </a:lnTo>
                  <a:lnTo>
                    <a:pt x="56996" y="42692"/>
                  </a:lnTo>
                  <a:lnTo>
                    <a:pt x="56800" y="45494"/>
                  </a:lnTo>
                  <a:lnTo>
                    <a:pt x="56766" y="45978"/>
                  </a:lnTo>
                  <a:lnTo>
                    <a:pt x="56741" y="46339"/>
                  </a:lnTo>
                  <a:lnTo>
                    <a:pt x="54874" y="46290"/>
                  </a:lnTo>
                  <a:lnTo>
                    <a:pt x="53681" y="46352"/>
                  </a:lnTo>
                  <a:lnTo>
                    <a:pt x="53574" y="45872"/>
                  </a:lnTo>
                  <a:lnTo>
                    <a:pt x="53537" y="45705"/>
                  </a:lnTo>
                  <a:lnTo>
                    <a:pt x="53373" y="45698"/>
                  </a:lnTo>
                  <a:lnTo>
                    <a:pt x="52471" y="45657"/>
                  </a:lnTo>
                  <a:lnTo>
                    <a:pt x="49857" y="45499"/>
                  </a:lnTo>
                  <a:lnTo>
                    <a:pt x="49450" y="45344"/>
                  </a:lnTo>
                  <a:lnTo>
                    <a:pt x="47817" y="44853"/>
                  </a:lnTo>
                  <a:lnTo>
                    <a:pt x="45916" y="44351"/>
                  </a:lnTo>
                  <a:lnTo>
                    <a:pt x="45296" y="45943"/>
                  </a:lnTo>
                  <a:lnTo>
                    <a:pt x="41441" y="51379"/>
                  </a:lnTo>
                  <a:lnTo>
                    <a:pt x="41125" y="51952"/>
                  </a:lnTo>
                  <a:lnTo>
                    <a:pt x="38720" y="56310"/>
                  </a:lnTo>
                  <a:lnTo>
                    <a:pt x="38023" y="57574"/>
                  </a:lnTo>
                  <a:lnTo>
                    <a:pt x="37275" y="62167"/>
                  </a:lnTo>
                  <a:lnTo>
                    <a:pt x="37383" y="62761"/>
                  </a:lnTo>
                  <a:lnTo>
                    <a:pt x="38557" y="69216"/>
                  </a:lnTo>
                  <a:lnTo>
                    <a:pt x="38450" y="74450"/>
                  </a:lnTo>
                  <a:lnTo>
                    <a:pt x="35032" y="79363"/>
                  </a:lnTo>
                  <a:lnTo>
                    <a:pt x="32210" y="81137"/>
                  </a:lnTo>
                  <a:lnTo>
                    <a:pt x="28195" y="83663"/>
                  </a:lnTo>
                  <a:lnTo>
                    <a:pt x="15287" y="91781"/>
                  </a:lnTo>
                  <a:lnTo>
                    <a:pt x="13769" y="92735"/>
                  </a:lnTo>
                  <a:lnTo>
                    <a:pt x="13437" y="92944"/>
                  </a:lnTo>
                  <a:lnTo>
                    <a:pt x="12104" y="93783"/>
                  </a:lnTo>
                  <a:lnTo>
                    <a:pt x="7722" y="95043"/>
                  </a:lnTo>
                  <a:lnTo>
                    <a:pt x="384" y="95410"/>
                  </a:lnTo>
                  <a:lnTo>
                    <a:pt x="0" y="91677"/>
                  </a:lnTo>
                  <a:lnTo>
                    <a:pt x="7810" y="90956"/>
                  </a:lnTo>
                  <a:lnTo>
                    <a:pt x="9237" y="90543"/>
                  </a:lnTo>
                  <a:lnTo>
                    <a:pt x="10346" y="90222"/>
                  </a:lnTo>
                  <a:lnTo>
                    <a:pt x="11414" y="85749"/>
                  </a:lnTo>
                  <a:lnTo>
                    <a:pt x="13334" y="85554"/>
                  </a:lnTo>
                  <a:lnTo>
                    <a:pt x="14210" y="85092"/>
                  </a:lnTo>
                  <a:lnTo>
                    <a:pt x="15366" y="84540"/>
                  </a:lnTo>
                  <a:lnTo>
                    <a:pt x="16366" y="83915"/>
                  </a:lnTo>
                  <a:lnTo>
                    <a:pt x="17153" y="83321"/>
                  </a:lnTo>
                  <a:lnTo>
                    <a:pt x="17879" y="82638"/>
                  </a:lnTo>
                  <a:lnTo>
                    <a:pt x="18984" y="81923"/>
                  </a:lnTo>
                  <a:lnTo>
                    <a:pt x="19727" y="81436"/>
                  </a:lnTo>
                  <a:lnTo>
                    <a:pt x="20359" y="80587"/>
                  </a:lnTo>
                  <a:lnTo>
                    <a:pt x="20867" y="79705"/>
                  </a:lnTo>
                  <a:lnTo>
                    <a:pt x="21321" y="78924"/>
                  </a:lnTo>
                  <a:lnTo>
                    <a:pt x="21808" y="78471"/>
                  </a:lnTo>
                  <a:lnTo>
                    <a:pt x="22799" y="77941"/>
                  </a:lnTo>
                  <a:lnTo>
                    <a:pt x="23067" y="77836"/>
                  </a:lnTo>
                  <a:lnTo>
                    <a:pt x="22165" y="74483"/>
                  </a:lnTo>
                  <a:lnTo>
                    <a:pt x="20964" y="65138"/>
                  </a:lnTo>
                  <a:lnTo>
                    <a:pt x="21385" y="62761"/>
                  </a:lnTo>
                  <a:lnTo>
                    <a:pt x="21698" y="60999"/>
                  </a:lnTo>
                  <a:lnTo>
                    <a:pt x="13853" y="60541"/>
                  </a:lnTo>
                  <a:lnTo>
                    <a:pt x="11418" y="60398"/>
                  </a:lnTo>
                  <a:lnTo>
                    <a:pt x="10974" y="58765"/>
                  </a:lnTo>
                  <a:lnTo>
                    <a:pt x="10004" y="56347"/>
                  </a:lnTo>
                  <a:lnTo>
                    <a:pt x="8240" y="54123"/>
                  </a:lnTo>
                  <a:lnTo>
                    <a:pt x="7065" y="52565"/>
                  </a:lnTo>
                  <a:lnTo>
                    <a:pt x="9500" y="51043"/>
                  </a:lnTo>
                  <a:lnTo>
                    <a:pt x="13127" y="50879"/>
                  </a:lnTo>
                  <a:lnTo>
                    <a:pt x="14729" y="50278"/>
                  </a:lnTo>
                  <a:lnTo>
                    <a:pt x="14393" y="49079"/>
                  </a:lnTo>
                  <a:lnTo>
                    <a:pt x="12710" y="43077"/>
                  </a:lnTo>
                  <a:lnTo>
                    <a:pt x="14028" y="42776"/>
                  </a:lnTo>
                  <a:lnTo>
                    <a:pt x="15193" y="43553"/>
                  </a:lnTo>
                  <a:lnTo>
                    <a:pt x="15366" y="43669"/>
                  </a:lnTo>
                  <a:lnTo>
                    <a:pt x="16062" y="44067"/>
                  </a:lnTo>
                  <a:lnTo>
                    <a:pt x="16769" y="44067"/>
                  </a:lnTo>
                  <a:lnTo>
                    <a:pt x="18382" y="44044"/>
                  </a:lnTo>
                  <a:lnTo>
                    <a:pt x="18991" y="43929"/>
                  </a:lnTo>
                  <a:lnTo>
                    <a:pt x="19624" y="43557"/>
                  </a:lnTo>
                  <a:lnTo>
                    <a:pt x="20341" y="43463"/>
                  </a:lnTo>
                  <a:lnTo>
                    <a:pt x="21356" y="43440"/>
                  </a:lnTo>
                  <a:lnTo>
                    <a:pt x="22101" y="43416"/>
                  </a:lnTo>
                  <a:lnTo>
                    <a:pt x="22718" y="43463"/>
                  </a:lnTo>
                  <a:lnTo>
                    <a:pt x="22883" y="43651"/>
                  </a:lnTo>
                  <a:lnTo>
                    <a:pt x="23013" y="43998"/>
                  </a:lnTo>
                  <a:lnTo>
                    <a:pt x="22911" y="44590"/>
                  </a:lnTo>
                  <a:lnTo>
                    <a:pt x="22889" y="45036"/>
                  </a:lnTo>
                  <a:lnTo>
                    <a:pt x="23165" y="45257"/>
                  </a:lnTo>
                  <a:lnTo>
                    <a:pt x="23655" y="45478"/>
                  </a:lnTo>
                  <a:lnTo>
                    <a:pt x="23886" y="45311"/>
                  </a:lnTo>
                  <a:lnTo>
                    <a:pt x="24522" y="44504"/>
                  </a:lnTo>
                  <a:lnTo>
                    <a:pt x="25173" y="43488"/>
                  </a:lnTo>
                  <a:lnTo>
                    <a:pt x="25439" y="43073"/>
                  </a:lnTo>
                  <a:lnTo>
                    <a:pt x="25477" y="41658"/>
                  </a:lnTo>
                  <a:lnTo>
                    <a:pt x="25223" y="40876"/>
                  </a:lnTo>
                  <a:lnTo>
                    <a:pt x="25117" y="40491"/>
                  </a:lnTo>
                  <a:lnTo>
                    <a:pt x="25285" y="39904"/>
                  </a:lnTo>
                  <a:lnTo>
                    <a:pt x="24927" y="39746"/>
                  </a:lnTo>
                  <a:lnTo>
                    <a:pt x="23703" y="39208"/>
                  </a:lnTo>
                  <a:lnTo>
                    <a:pt x="23649" y="39046"/>
                  </a:lnTo>
                  <a:lnTo>
                    <a:pt x="23591" y="38918"/>
                  </a:lnTo>
                  <a:lnTo>
                    <a:pt x="23329" y="38345"/>
                  </a:lnTo>
                  <a:lnTo>
                    <a:pt x="23585" y="37406"/>
                  </a:lnTo>
                  <a:lnTo>
                    <a:pt x="24592" y="36299"/>
                  </a:lnTo>
                  <a:lnTo>
                    <a:pt x="23186" y="35907"/>
                  </a:lnTo>
                  <a:lnTo>
                    <a:pt x="22938" y="35221"/>
                  </a:lnTo>
                  <a:lnTo>
                    <a:pt x="22867" y="35025"/>
                  </a:lnTo>
                  <a:lnTo>
                    <a:pt x="22738" y="34667"/>
                  </a:lnTo>
                  <a:lnTo>
                    <a:pt x="21998" y="32620"/>
                  </a:lnTo>
                  <a:lnTo>
                    <a:pt x="22179" y="32419"/>
                  </a:lnTo>
                  <a:lnTo>
                    <a:pt x="22458" y="32108"/>
                  </a:lnTo>
                  <a:lnTo>
                    <a:pt x="22912" y="30874"/>
                  </a:lnTo>
                  <a:lnTo>
                    <a:pt x="23914" y="29246"/>
                  </a:lnTo>
                  <a:lnTo>
                    <a:pt x="24155" y="28788"/>
                  </a:lnTo>
                  <a:lnTo>
                    <a:pt x="24605" y="27932"/>
                  </a:lnTo>
                  <a:lnTo>
                    <a:pt x="24857" y="27085"/>
                  </a:lnTo>
                  <a:lnTo>
                    <a:pt x="24984" y="26657"/>
                  </a:lnTo>
                  <a:lnTo>
                    <a:pt x="25138" y="26361"/>
                  </a:lnTo>
                  <a:lnTo>
                    <a:pt x="25786" y="25113"/>
                  </a:lnTo>
                  <a:lnTo>
                    <a:pt x="26119" y="24157"/>
                  </a:lnTo>
                  <a:lnTo>
                    <a:pt x="26532" y="22974"/>
                  </a:lnTo>
                  <a:lnTo>
                    <a:pt x="27353" y="21449"/>
                  </a:lnTo>
                  <a:lnTo>
                    <a:pt x="28375" y="19700"/>
                  </a:lnTo>
                  <a:lnTo>
                    <a:pt x="28778" y="18863"/>
                  </a:lnTo>
                  <a:lnTo>
                    <a:pt x="30472" y="17370"/>
                  </a:lnTo>
                  <a:lnTo>
                    <a:pt x="32120" y="15969"/>
                  </a:lnTo>
                  <a:lnTo>
                    <a:pt x="32897" y="17251"/>
                  </a:lnTo>
                  <a:lnTo>
                    <a:pt x="34413" y="18605"/>
                  </a:lnTo>
                  <a:lnTo>
                    <a:pt x="34962" y="18099"/>
                  </a:lnTo>
                  <a:lnTo>
                    <a:pt x="35571" y="17666"/>
                  </a:lnTo>
                  <a:lnTo>
                    <a:pt x="35584" y="16950"/>
                  </a:lnTo>
                  <a:lnTo>
                    <a:pt x="35601" y="16088"/>
                  </a:lnTo>
                  <a:lnTo>
                    <a:pt x="35619" y="15126"/>
                  </a:lnTo>
                  <a:lnTo>
                    <a:pt x="35775" y="13976"/>
                  </a:lnTo>
                  <a:lnTo>
                    <a:pt x="36060" y="12838"/>
                  </a:lnTo>
                  <a:lnTo>
                    <a:pt x="36114" y="12621"/>
                  </a:lnTo>
                  <a:lnTo>
                    <a:pt x="36767" y="11547"/>
                  </a:lnTo>
                  <a:lnTo>
                    <a:pt x="37369" y="11163"/>
                  </a:lnTo>
                  <a:lnTo>
                    <a:pt x="37909" y="10906"/>
                  </a:lnTo>
                  <a:lnTo>
                    <a:pt x="39094" y="10344"/>
                  </a:lnTo>
                  <a:lnTo>
                    <a:pt x="39890" y="9757"/>
                  </a:lnTo>
                  <a:lnTo>
                    <a:pt x="40034" y="10387"/>
                  </a:lnTo>
                  <a:lnTo>
                    <a:pt x="41223" y="10322"/>
                  </a:lnTo>
                  <a:lnTo>
                    <a:pt x="47126" y="11818"/>
                  </a:lnTo>
                  <a:lnTo>
                    <a:pt x="49200" y="12343"/>
                  </a:lnTo>
                  <a:lnTo>
                    <a:pt x="49176" y="12533"/>
                  </a:lnTo>
                  <a:lnTo>
                    <a:pt x="49122" y="14016"/>
                  </a:lnTo>
                  <a:lnTo>
                    <a:pt x="49113" y="14267"/>
                  </a:lnTo>
                  <a:lnTo>
                    <a:pt x="48658" y="15730"/>
                  </a:lnTo>
                  <a:lnTo>
                    <a:pt x="49158" y="15641"/>
                  </a:lnTo>
                  <a:lnTo>
                    <a:pt x="49394" y="15516"/>
                  </a:lnTo>
                  <a:lnTo>
                    <a:pt x="49881" y="15258"/>
                  </a:lnTo>
                  <a:lnTo>
                    <a:pt x="50393" y="14987"/>
                  </a:lnTo>
                  <a:lnTo>
                    <a:pt x="51013" y="14636"/>
                  </a:lnTo>
                  <a:lnTo>
                    <a:pt x="51238" y="14526"/>
                  </a:lnTo>
                  <a:lnTo>
                    <a:pt x="51730" y="14284"/>
                  </a:lnTo>
                  <a:lnTo>
                    <a:pt x="52671" y="14749"/>
                  </a:lnTo>
                  <a:lnTo>
                    <a:pt x="52936" y="15173"/>
                  </a:lnTo>
                  <a:lnTo>
                    <a:pt x="53178" y="15560"/>
                  </a:lnTo>
                  <a:lnTo>
                    <a:pt x="53339" y="15454"/>
                  </a:lnTo>
                  <a:lnTo>
                    <a:pt x="56055" y="13678"/>
                  </a:lnTo>
                  <a:lnTo>
                    <a:pt x="56543" y="13359"/>
                  </a:lnTo>
                  <a:lnTo>
                    <a:pt x="56696" y="13265"/>
                  </a:lnTo>
                  <a:lnTo>
                    <a:pt x="57630" y="12693"/>
                  </a:lnTo>
                  <a:lnTo>
                    <a:pt x="58645" y="12071"/>
                  </a:lnTo>
                  <a:lnTo>
                    <a:pt x="58773" y="11992"/>
                  </a:lnTo>
                  <a:lnTo>
                    <a:pt x="61231" y="10487"/>
                  </a:lnTo>
                  <a:lnTo>
                    <a:pt x="64274" y="8622"/>
                  </a:lnTo>
                  <a:lnTo>
                    <a:pt x="64636" y="8400"/>
                  </a:lnTo>
                  <a:lnTo>
                    <a:pt x="64998" y="8178"/>
                  </a:lnTo>
                  <a:lnTo>
                    <a:pt x="66008" y="7559"/>
                  </a:lnTo>
                  <a:lnTo>
                    <a:pt x="66873" y="7029"/>
                  </a:lnTo>
                  <a:lnTo>
                    <a:pt x="65363" y="4661"/>
                  </a:lnTo>
                  <a:lnTo>
                    <a:pt x="64685" y="3597"/>
                  </a:lnTo>
                  <a:lnTo>
                    <a:pt x="64357" y="3084"/>
                  </a:lnTo>
                  <a:lnTo>
                    <a:pt x="63857" y="2158"/>
                  </a:lnTo>
                  <a:lnTo>
                    <a:pt x="67371" y="98"/>
                  </a:lnTo>
                  <a:lnTo>
                    <a:pt x="67540" y="0"/>
                  </a:lnTo>
                  <a:lnTo>
                    <a:pt x="68228" y="1055"/>
                  </a:lnTo>
                  <a:lnTo>
                    <a:pt x="70523" y="4577"/>
                  </a:lnTo>
                  <a:lnTo>
                    <a:pt x="73442" y="9483"/>
                  </a:lnTo>
                  <a:lnTo>
                    <a:pt x="69869" y="11727"/>
                  </a:lnTo>
                  <a:lnTo>
                    <a:pt x="67208" y="13397"/>
                  </a:lnTo>
                  <a:lnTo>
                    <a:pt x="68019" y="147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4568617" y="3586714"/>
              <a:ext cx="105834" cy="158502"/>
            </a:xfrm>
            <a:custGeom>
              <a:avLst/>
              <a:pathLst>
                <a:path w="105834" h="158502">
                  <a:moveTo>
                    <a:pt x="87285" y="7078"/>
                  </a:moveTo>
                  <a:lnTo>
                    <a:pt x="90267" y="11867"/>
                  </a:lnTo>
                  <a:lnTo>
                    <a:pt x="91694" y="14159"/>
                  </a:lnTo>
                  <a:lnTo>
                    <a:pt x="92939" y="16159"/>
                  </a:lnTo>
                  <a:lnTo>
                    <a:pt x="93155" y="16493"/>
                  </a:lnTo>
                  <a:lnTo>
                    <a:pt x="93361" y="16813"/>
                  </a:lnTo>
                  <a:lnTo>
                    <a:pt x="93496" y="17022"/>
                  </a:lnTo>
                  <a:lnTo>
                    <a:pt x="93072" y="17277"/>
                  </a:lnTo>
                  <a:lnTo>
                    <a:pt x="95492" y="21826"/>
                  </a:lnTo>
                  <a:lnTo>
                    <a:pt x="95750" y="21660"/>
                  </a:lnTo>
                  <a:lnTo>
                    <a:pt x="99704" y="19476"/>
                  </a:lnTo>
                  <a:lnTo>
                    <a:pt x="100162" y="19223"/>
                  </a:lnTo>
                  <a:lnTo>
                    <a:pt x="100858" y="18839"/>
                  </a:lnTo>
                  <a:lnTo>
                    <a:pt x="101153" y="18676"/>
                  </a:lnTo>
                  <a:lnTo>
                    <a:pt x="101274" y="18877"/>
                  </a:lnTo>
                  <a:lnTo>
                    <a:pt x="103087" y="21878"/>
                  </a:lnTo>
                  <a:lnTo>
                    <a:pt x="103430" y="22447"/>
                  </a:lnTo>
                  <a:lnTo>
                    <a:pt x="105597" y="25348"/>
                  </a:lnTo>
                  <a:lnTo>
                    <a:pt x="105834" y="25664"/>
                  </a:lnTo>
                  <a:lnTo>
                    <a:pt x="103574" y="26964"/>
                  </a:lnTo>
                  <a:lnTo>
                    <a:pt x="103278" y="27227"/>
                  </a:lnTo>
                  <a:lnTo>
                    <a:pt x="103385" y="28178"/>
                  </a:lnTo>
                  <a:lnTo>
                    <a:pt x="101784" y="29226"/>
                  </a:lnTo>
                  <a:lnTo>
                    <a:pt x="101014" y="29287"/>
                  </a:lnTo>
                  <a:lnTo>
                    <a:pt x="100174" y="29354"/>
                  </a:lnTo>
                  <a:lnTo>
                    <a:pt x="97521" y="29934"/>
                  </a:lnTo>
                  <a:lnTo>
                    <a:pt x="97895" y="30490"/>
                  </a:lnTo>
                  <a:lnTo>
                    <a:pt x="98045" y="30559"/>
                  </a:lnTo>
                  <a:lnTo>
                    <a:pt x="100141" y="30600"/>
                  </a:lnTo>
                  <a:lnTo>
                    <a:pt x="100501" y="31978"/>
                  </a:lnTo>
                  <a:lnTo>
                    <a:pt x="100962" y="33745"/>
                  </a:lnTo>
                  <a:lnTo>
                    <a:pt x="101121" y="34070"/>
                  </a:lnTo>
                  <a:lnTo>
                    <a:pt x="101192" y="35283"/>
                  </a:lnTo>
                  <a:lnTo>
                    <a:pt x="100703" y="35415"/>
                  </a:lnTo>
                  <a:lnTo>
                    <a:pt x="100003" y="36007"/>
                  </a:lnTo>
                  <a:lnTo>
                    <a:pt x="98341" y="38630"/>
                  </a:lnTo>
                  <a:lnTo>
                    <a:pt x="98154" y="38925"/>
                  </a:lnTo>
                  <a:lnTo>
                    <a:pt x="95345" y="38150"/>
                  </a:lnTo>
                  <a:lnTo>
                    <a:pt x="94497" y="37916"/>
                  </a:lnTo>
                  <a:lnTo>
                    <a:pt x="94277" y="37856"/>
                  </a:lnTo>
                  <a:lnTo>
                    <a:pt x="92527" y="37528"/>
                  </a:lnTo>
                  <a:lnTo>
                    <a:pt x="91962" y="37422"/>
                  </a:lnTo>
                  <a:lnTo>
                    <a:pt x="91673" y="37367"/>
                  </a:lnTo>
                  <a:lnTo>
                    <a:pt x="91029" y="37327"/>
                  </a:lnTo>
                  <a:lnTo>
                    <a:pt x="88633" y="37176"/>
                  </a:lnTo>
                  <a:lnTo>
                    <a:pt x="88020" y="37130"/>
                  </a:lnTo>
                  <a:lnTo>
                    <a:pt x="85160" y="36912"/>
                  </a:lnTo>
                  <a:lnTo>
                    <a:pt x="84058" y="36829"/>
                  </a:lnTo>
                  <a:lnTo>
                    <a:pt x="82800" y="36733"/>
                  </a:lnTo>
                  <a:lnTo>
                    <a:pt x="82588" y="36716"/>
                  </a:lnTo>
                  <a:lnTo>
                    <a:pt x="80377" y="36535"/>
                  </a:lnTo>
                  <a:lnTo>
                    <a:pt x="79946" y="36500"/>
                  </a:lnTo>
                  <a:lnTo>
                    <a:pt x="79414" y="36456"/>
                  </a:lnTo>
                  <a:lnTo>
                    <a:pt x="79261" y="36442"/>
                  </a:lnTo>
                  <a:lnTo>
                    <a:pt x="76556" y="36190"/>
                  </a:lnTo>
                  <a:lnTo>
                    <a:pt x="75014" y="36047"/>
                  </a:lnTo>
                  <a:lnTo>
                    <a:pt x="74438" y="35993"/>
                  </a:lnTo>
                  <a:lnTo>
                    <a:pt x="72658" y="35830"/>
                  </a:lnTo>
                  <a:lnTo>
                    <a:pt x="72473" y="35813"/>
                  </a:lnTo>
                  <a:lnTo>
                    <a:pt x="71411" y="35716"/>
                  </a:lnTo>
                  <a:lnTo>
                    <a:pt x="70866" y="35666"/>
                  </a:lnTo>
                  <a:lnTo>
                    <a:pt x="69311" y="35524"/>
                  </a:lnTo>
                  <a:lnTo>
                    <a:pt x="67974" y="35401"/>
                  </a:lnTo>
                  <a:lnTo>
                    <a:pt x="64835" y="35114"/>
                  </a:lnTo>
                  <a:lnTo>
                    <a:pt x="63884" y="35039"/>
                  </a:lnTo>
                  <a:lnTo>
                    <a:pt x="63396" y="35001"/>
                  </a:lnTo>
                  <a:lnTo>
                    <a:pt x="62881" y="34960"/>
                  </a:lnTo>
                  <a:lnTo>
                    <a:pt x="62494" y="34930"/>
                  </a:lnTo>
                  <a:lnTo>
                    <a:pt x="61850" y="34772"/>
                  </a:lnTo>
                  <a:lnTo>
                    <a:pt x="61549" y="34699"/>
                  </a:lnTo>
                  <a:lnTo>
                    <a:pt x="60510" y="34169"/>
                  </a:lnTo>
                  <a:lnTo>
                    <a:pt x="60203" y="34541"/>
                  </a:lnTo>
                  <a:lnTo>
                    <a:pt x="59311" y="35777"/>
                  </a:lnTo>
                  <a:lnTo>
                    <a:pt x="59158" y="35989"/>
                  </a:lnTo>
                  <a:lnTo>
                    <a:pt x="58750" y="36865"/>
                  </a:lnTo>
                  <a:lnTo>
                    <a:pt x="58673" y="37429"/>
                  </a:lnTo>
                  <a:lnTo>
                    <a:pt x="58661" y="37775"/>
                  </a:lnTo>
                  <a:lnTo>
                    <a:pt x="58655" y="37970"/>
                  </a:lnTo>
                  <a:lnTo>
                    <a:pt x="58713" y="38613"/>
                  </a:lnTo>
                  <a:lnTo>
                    <a:pt x="58725" y="38743"/>
                  </a:lnTo>
                  <a:lnTo>
                    <a:pt x="58916" y="40090"/>
                  </a:lnTo>
                  <a:lnTo>
                    <a:pt x="59009" y="40904"/>
                  </a:lnTo>
                  <a:lnTo>
                    <a:pt x="59186" y="42455"/>
                  </a:lnTo>
                  <a:lnTo>
                    <a:pt x="59324" y="43667"/>
                  </a:lnTo>
                  <a:lnTo>
                    <a:pt x="59624" y="46299"/>
                  </a:lnTo>
                  <a:lnTo>
                    <a:pt x="59981" y="48480"/>
                  </a:lnTo>
                  <a:lnTo>
                    <a:pt x="60030" y="48779"/>
                  </a:lnTo>
                  <a:lnTo>
                    <a:pt x="60264" y="50206"/>
                  </a:lnTo>
                  <a:lnTo>
                    <a:pt x="60603" y="51154"/>
                  </a:lnTo>
                  <a:lnTo>
                    <a:pt x="60878" y="51977"/>
                  </a:lnTo>
                  <a:lnTo>
                    <a:pt x="60936" y="52126"/>
                  </a:lnTo>
                  <a:lnTo>
                    <a:pt x="61387" y="53293"/>
                  </a:lnTo>
                  <a:lnTo>
                    <a:pt x="61840" y="54464"/>
                  </a:lnTo>
                  <a:lnTo>
                    <a:pt x="62498" y="56544"/>
                  </a:lnTo>
                  <a:lnTo>
                    <a:pt x="63561" y="59898"/>
                  </a:lnTo>
                  <a:lnTo>
                    <a:pt x="63922" y="61241"/>
                  </a:lnTo>
                  <a:lnTo>
                    <a:pt x="65015" y="65300"/>
                  </a:lnTo>
                  <a:lnTo>
                    <a:pt x="65184" y="65927"/>
                  </a:lnTo>
                  <a:lnTo>
                    <a:pt x="65243" y="66148"/>
                  </a:lnTo>
                  <a:lnTo>
                    <a:pt x="65335" y="66490"/>
                  </a:lnTo>
                  <a:lnTo>
                    <a:pt x="66828" y="70689"/>
                  </a:lnTo>
                  <a:lnTo>
                    <a:pt x="66914" y="70939"/>
                  </a:lnTo>
                  <a:lnTo>
                    <a:pt x="67228" y="71853"/>
                  </a:lnTo>
                  <a:lnTo>
                    <a:pt x="67800" y="73515"/>
                  </a:lnTo>
                  <a:lnTo>
                    <a:pt x="68459" y="75431"/>
                  </a:lnTo>
                  <a:lnTo>
                    <a:pt x="68718" y="76183"/>
                  </a:lnTo>
                  <a:lnTo>
                    <a:pt x="68787" y="76385"/>
                  </a:lnTo>
                  <a:lnTo>
                    <a:pt x="69093" y="77561"/>
                  </a:lnTo>
                  <a:lnTo>
                    <a:pt x="69583" y="80487"/>
                  </a:lnTo>
                  <a:lnTo>
                    <a:pt x="69783" y="81310"/>
                  </a:lnTo>
                  <a:lnTo>
                    <a:pt x="69920" y="81874"/>
                  </a:lnTo>
                  <a:lnTo>
                    <a:pt x="70989" y="85457"/>
                  </a:lnTo>
                  <a:lnTo>
                    <a:pt x="71182" y="86084"/>
                  </a:lnTo>
                  <a:lnTo>
                    <a:pt x="71343" y="86608"/>
                  </a:lnTo>
                  <a:lnTo>
                    <a:pt x="71596" y="87433"/>
                  </a:lnTo>
                  <a:lnTo>
                    <a:pt x="72110" y="89310"/>
                  </a:lnTo>
                  <a:lnTo>
                    <a:pt x="72178" y="89556"/>
                  </a:lnTo>
                  <a:lnTo>
                    <a:pt x="72612" y="90882"/>
                  </a:lnTo>
                  <a:lnTo>
                    <a:pt x="72658" y="91025"/>
                  </a:lnTo>
                  <a:lnTo>
                    <a:pt x="72949" y="92675"/>
                  </a:lnTo>
                  <a:lnTo>
                    <a:pt x="73128" y="93853"/>
                  </a:lnTo>
                  <a:lnTo>
                    <a:pt x="73177" y="94176"/>
                  </a:lnTo>
                  <a:lnTo>
                    <a:pt x="73212" y="94407"/>
                  </a:lnTo>
                  <a:lnTo>
                    <a:pt x="73286" y="94896"/>
                  </a:lnTo>
                  <a:lnTo>
                    <a:pt x="73343" y="95186"/>
                  </a:lnTo>
                  <a:lnTo>
                    <a:pt x="73686" y="96926"/>
                  </a:lnTo>
                  <a:lnTo>
                    <a:pt x="73700" y="97820"/>
                  </a:lnTo>
                  <a:lnTo>
                    <a:pt x="73743" y="98770"/>
                  </a:lnTo>
                  <a:lnTo>
                    <a:pt x="73753" y="98907"/>
                  </a:lnTo>
                  <a:lnTo>
                    <a:pt x="73769" y="99112"/>
                  </a:lnTo>
                  <a:lnTo>
                    <a:pt x="73784" y="99314"/>
                  </a:lnTo>
                  <a:lnTo>
                    <a:pt x="73858" y="100299"/>
                  </a:lnTo>
                  <a:lnTo>
                    <a:pt x="74446" y="100765"/>
                  </a:lnTo>
                  <a:lnTo>
                    <a:pt x="74712" y="100975"/>
                  </a:lnTo>
                  <a:lnTo>
                    <a:pt x="74948" y="101163"/>
                  </a:lnTo>
                  <a:lnTo>
                    <a:pt x="75536" y="101505"/>
                  </a:lnTo>
                  <a:lnTo>
                    <a:pt x="75697" y="101599"/>
                  </a:lnTo>
                  <a:lnTo>
                    <a:pt x="76072" y="101817"/>
                  </a:lnTo>
                  <a:lnTo>
                    <a:pt x="76220" y="101903"/>
                  </a:lnTo>
                  <a:lnTo>
                    <a:pt x="77885" y="102872"/>
                  </a:lnTo>
                  <a:lnTo>
                    <a:pt x="78181" y="103178"/>
                  </a:lnTo>
                  <a:lnTo>
                    <a:pt x="78675" y="103689"/>
                  </a:lnTo>
                  <a:lnTo>
                    <a:pt x="78045" y="106610"/>
                  </a:lnTo>
                  <a:lnTo>
                    <a:pt x="77993" y="121459"/>
                  </a:lnTo>
                  <a:lnTo>
                    <a:pt x="77799" y="121576"/>
                  </a:lnTo>
                  <a:lnTo>
                    <a:pt x="77465" y="121810"/>
                  </a:lnTo>
                  <a:lnTo>
                    <a:pt x="77198" y="122911"/>
                  </a:lnTo>
                  <a:lnTo>
                    <a:pt x="77098" y="124179"/>
                  </a:lnTo>
                  <a:lnTo>
                    <a:pt x="76864" y="126816"/>
                  </a:lnTo>
                  <a:lnTo>
                    <a:pt x="76924" y="129947"/>
                  </a:lnTo>
                  <a:lnTo>
                    <a:pt x="74800" y="129825"/>
                  </a:lnTo>
                  <a:lnTo>
                    <a:pt x="72800" y="129710"/>
                  </a:lnTo>
                  <a:lnTo>
                    <a:pt x="72088" y="125208"/>
                  </a:lnTo>
                  <a:lnTo>
                    <a:pt x="72198" y="121082"/>
                  </a:lnTo>
                  <a:lnTo>
                    <a:pt x="72221" y="120235"/>
                  </a:lnTo>
                  <a:lnTo>
                    <a:pt x="72482" y="118966"/>
                  </a:lnTo>
                  <a:lnTo>
                    <a:pt x="72722" y="113479"/>
                  </a:lnTo>
                  <a:lnTo>
                    <a:pt x="70547" y="108753"/>
                  </a:lnTo>
                  <a:lnTo>
                    <a:pt x="69650" y="109105"/>
                  </a:lnTo>
                  <a:lnTo>
                    <a:pt x="68140" y="109293"/>
                  </a:lnTo>
                  <a:lnTo>
                    <a:pt x="67535" y="109368"/>
                  </a:lnTo>
                  <a:lnTo>
                    <a:pt x="67140" y="109146"/>
                  </a:lnTo>
                  <a:lnTo>
                    <a:pt x="66748" y="108657"/>
                  </a:lnTo>
                  <a:lnTo>
                    <a:pt x="65926" y="107143"/>
                  </a:lnTo>
                  <a:lnTo>
                    <a:pt x="63274" y="101742"/>
                  </a:lnTo>
                  <a:lnTo>
                    <a:pt x="63022" y="101543"/>
                  </a:lnTo>
                  <a:lnTo>
                    <a:pt x="62715" y="101797"/>
                  </a:lnTo>
                  <a:lnTo>
                    <a:pt x="61552" y="103727"/>
                  </a:lnTo>
                  <a:lnTo>
                    <a:pt x="60600" y="104279"/>
                  </a:lnTo>
                  <a:lnTo>
                    <a:pt x="59960" y="104604"/>
                  </a:lnTo>
                  <a:lnTo>
                    <a:pt x="59640" y="104338"/>
                  </a:lnTo>
                  <a:lnTo>
                    <a:pt x="59164" y="103614"/>
                  </a:lnTo>
                  <a:lnTo>
                    <a:pt x="57982" y="102773"/>
                  </a:lnTo>
                  <a:lnTo>
                    <a:pt x="57166" y="102384"/>
                  </a:lnTo>
                  <a:lnTo>
                    <a:pt x="56354" y="102104"/>
                  </a:lnTo>
                  <a:lnTo>
                    <a:pt x="55741" y="101741"/>
                  </a:lnTo>
                  <a:lnTo>
                    <a:pt x="55299" y="101251"/>
                  </a:lnTo>
                  <a:lnTo>
                    <a:pt x="54875" y="100227"/>
                  </a:lnTo>
                  <a:lnTo>
                    <a:pt x="54600" y="99573"/>
                  </a:lnTo>
                  <a:lnTo>
                    <a:pt x="54525" y="98282"/>
                  </a:lnTo>
                  <a:lnTo>
                    <a:pt x="54406" y="96771"/>
                  </a:lnTo>
                  <a:lnTo>
                    <a:pt x="54648" y="95970"/>
                  </a:lnTo>
                  <a:lnTo>
                    <a:pt x="54543" y="94831"/>
                  </a:lnTo>
                  <a:lnTo>
                    <a:pt x="52491" y="92742"/>
                  </a:lnTo>
                  <a:lnTo>
                    <a:pt x="51685" y="92062"/>
                  </a:lnTo>
                  <a:lnTo>
                    <a:pt x="52111" y="90467"/>
                  </a:lnTo>
                  <a:lnTo>
                    <a:pt x="51591" y="89139"/>
                  </a:lnTo>
                  <a:lnTo>
                    <a:pt x="50661" y="88667"/>
                  </a:lnTo>
                  <a:lnTo>
                    <a:pt x="51939" y="87707"/>
                  </a:lnTo>
                  <a:lnTo>
                    <a:pt x="52191" y="86422"/>
                  </a:lnTo>
                  <a:lnTo>
                    <a:pt x="50600" y="83404"/>
                  </a:lnTo>
                  <a:lnTo>
                    <a:pt x="49848" y="83769"/>
                  </a:lnTo>
                  <a:lnTo>
                    <a:pt x="48668" y="84439"/>
                  </a:lnTo>
                  <a:lnTo>
                    <a:pt x="47443" y="84914"/>
                  </a:lnTo>
                  <a:lnTo>
                    <a:pt x="46407" y="85638"/>
                  </a:lnTo>
                  <a:lnTo>
                    <a:pt x="43461" y="87949"/>
                  </a:lnTo>
                  <a:lnTo>
                    <a:pt x="42425" y="89599"/>
                  </a:lnTo>
                  <a:lnTo>
                    <a:pt x="41950" y="91201"/>
                  </a:lnTo>
                  <a:lnTo>
                    <a:pt x="36970" y="101183"/>
                  </a:lnTo>
                  <a:lnTo>
                    <a:pt x="36909" y="101327"/>
                  </a:lnTo>
                  <a:lnTo>
                    <a:pt x="34635" y="106699"/>
                  </a:lnTo>
                  <a:lnTo>
                    <a:pt x="33072" y="109760"/>
                  </a:lnTo>
                  <a:lnTo>
                    <a:pt x="32178" y="110899"/>
                  </a:lnTo>
                  <a:lnTo>
                    <a:pt x="31221" y="112177"/>
                  </a:lnTo>
                  <a:lnTo>
                    <a:pt x="29893" y="113635"/>
                  </a:lnTo>
                  <a:lnTo>
                    <a:pt x="30578" y="116197"/>
                  </a:lnTo>
                  <a:lnTo>
                    <a:pt x="31052" y="119907"/>
                  </a:lnTo>
                  <a:lnTo>
                    <a:pt x="31281" y="121696"/>
                  </a:lnTo>
                  <a:lnTo>
                    <a:pt x="28462" y="122868"/>
                  </a:lnTo>
                  <a:lnTo>
                    <a:pt x="29664" y="124537"/>
                  </a:lnTo>
                  <a:lnTo>
                    <a:pt x="30432" y="126306"/>
                  </a:lnTo>
                  <a:lnTo>
                    <a:pt x="30365" y="127908"/>
                  </a:lnTo>
                  <a:lnTo>
                    <a:pt x="31399" y="131980"/>
                  </a:lnTo>
                  <a:lnTo>
                    <a:pt x="31233" y="134384"/>
                  </a:lnTo>
                  <a:lnTo>
                    <a:pt x="31366" y="137421"/>
                  </a:lnTo>
                  <a:lnTo>
                    <a:pt x="30411" y="141056"/>
                  </a:lnTo>
                  <a:lnTo>
                    <a:pt x="28436" y="140867"/>
                  </a:lnTo>
                  <a:lnTo>
                    <a:pt x="28596" y="139564"/>
                  </a:lnTo>
                  <a:lnTo>
                    <a:pt x="28265" y="139606"/>
                  </a:lnTo>
                  <a:lnTo>
                    <a:pt x="27656" y="140119"/>
                  </a:lnTo>
                  <a:lnTo>
                    <a:pt x="26780" y="140621"/>
                  </a:lnTo>
                  <a:lnTo>
                    <a:pt x="26246" y="140974"/>
                  </a:lnTo>
                  <a:lnTo>
                    <a:pt x="25616" y="141273"/>
                  </a:lnTo>
                  <a:lnTo>
                    <a:pt x="25247" y="141059"/>
                  </a:lnTo>
                  <a:lnTo>
                    <a:pt x="24809" y="140685"/>
                  </a:lnTo>
                  <a:lnTo>
                    <a:pt x="24243" y="138752"/>
                  </a:lnTo>
                  <a:lnTo>
                    <a:pt x="23870" y="138805"/>
                  </a:lnTo>
                  <a:lnTo>
                    <a:pt x="23703" y="140529"/>
                  </a:lnTo>
                  <a:lnTo>
                    <a:pt x="23745" y="142401"/>
                  </a:lnTo>
                  <a:lnTo>
                    <a:pt x="23625" y="144043"/>
                  </a:lnTo>
                  <a:lnTo>
                    <a:pt x="23185" y="145525"/>
                  </a:lnTo>
                  <a:lnTo>
                    <a:pt x="22824" y="146846"/>
                  </a:lnTo>
                  <a:lnTo>
                    <a:pt x="22424" y="148328"/>
                  </a:lnTo>
                  <a:lnTo>
                    <a:pt x="22183" y="149370"/>
                  </a:lnTo>
                  <a:lnTo>
                    <a:pt x="22063" y="150571"/>
                  </a:lnTo>
                  <a:lnTo>
                    <a:pt x="22063" y="151292"/>
                  </a:lnTo>
                  <a:lnTo>
                    <a:pt x="22103" y="151853"/>
                  </a:lnTo>
                  <a:lnTo>
                    <a:pt x="21823" y="152614"/>
                  </a:lnTo>
                  <a:lnTo>
                    <a:pt x="21542" y="153415"/>
                  </a:lnTo>
                  <a:lnTo>
                    <a:pt x="21182" y="153655"/>
                  </a:lnTo>
                  <a:lnTo>
                    <a:pt x="19420" y="153655"/>
                  </a:lnTo>
                  <a:lnTo>
                    <a:pt x="18018" y="158342"/>
                  </a:lnTo>
                  <a:lnTo>
                    <a:pt x="17337" y="158502"/>
                  </a:lnTo>
                  <a:lnTo>
                    <a:pt x="16336" y="157741"/>
                  </a:lnTo>
                  <a:lnTo>
                    <a:pt x="14814" y="156299"/>
                  </a:lnTo>
                  <a:lnTo>
                    <a:pt x="14093" y="155458"/>
                  </a:lnTo>
                  <a:lnTo>
                    <a:pt x="13011" y="153175"/>
                  </a:lnTo>
                  <a:lnTo>
                    <a:pt x="12611" y="151613"/>
                  </a:lnTo>
                  <a:lnTo>
                    <a:pt x="11757" y="148674"/>
                  </a:lnTo>
                  <a:lnTo>
                    <a:pt x="11603" y="148716"/>
                  </a:lnTo>
                  <a:lnTo>
                    <a:pt x="10542" y="148889"/>
                  </a:lnTo>
                  <a:lnTo>
                    <a:pt x="9854" y="148876"/>
                  </a:lnTo>
                  <a:lnTo>
                    <a:pt x="9561" y="148829"/>
                  </a:lnTo>
                  <a:lnTo>
                    <a:pt x="9380" y="148716"/>
                  </a:lnTo>
                  <a:lnTo>
                    <a:pt x="9300" y="148415"/>
                  </a:lnTo>
                  <a:lnTo>
                    <a:pt x="9447" y="147207"/>
                  </a:lnTo>
                  <a:lnTo>
                    <a:pt x="9507" y="146526"/>
                  </a:lnTo>
                  <a:lnTo>
                    <a:pt x="9420" y="146072"/>
                  </a:lnTo>
                  <a:lnTo>
                    <a:pt x="9143" y="145142"/>
                  </a:lnTo>
                  <a:lnTo>
                    <a:pt x="8830" y="143413"/>
                  </a:lnTo>
                  <a:lnTo>
                    <a:pt x="8649" y="142516"/>
                  </a:lnTo>
                  <a:lnTo>
                    <a:pt x="8286" y="142088"/>
                  </a:lnTo>
                  <a:lnTo>
                    <a:pt x="7694" y="141849"/>
                  </a:lnTo>
                  <a:lnTo>
                    <a:pt x="6845" y="141593"/>
                  </a:lnTo>
                  <a:lnTo>
                    <a:pt x="6380" y="141465"/>
                  </a:lnTo>
                  <a:lnTo>
                    <a:pt x="6236" y="141241"/>
                  </a:lnTo>
                  <a:lnTo>
                    <a:pt x="6075" y="140840"/>
                  </a:lnTo>
                  <a:lnTo>
                    <a:pt x="6253" y="139801"/>
                  </a:lnTo>
                  <a:lnTo>
                    <a:pt x="6112" y="139232"/>
                  </a:lnTo>
                  <a:lnTo>
                    <a:pt x="5002" y="137672"/>
                  </a:lnTo>
                  <a:lnTo>
                    <a:pt x="3335" y="138612"/>
                  </a:lnTo>
                  <a:lnTo>
                    <a:pt x="0" y="133389"/>
                  </a:lnTo>
                  <a:lnTo>
                    <a:pt x="6301" y="130826"/>
                  </a:lnTo>
                  <a:lnTo>
                    <a:pt x="9025" y="130666"/>
                  </a:lnTo>
                  <a:lnTo>
                    <a:pt x="14472" y="131307"/>
                  </a:lnTo>
                  <a:lnTo>
                    <a:pt x="15147" y="131874"/>
                  </a:lnTo>
                  <a:lnTo>
                    <a:pt x="16822" y="133283"/>
                  </a:lnTo>
                  <a:lnTo>
                    <a:pt x="19438" y="124685"/>
                  </a:lnTo>
                  <a:lnTo>
                    <a:pt x="18904" y="123029"/>
                  </a:lnTo>
                  <a:lnTo>
                    <a:pt x="11290" y="122868"/>
                  </a:lnTo>
                  <a:lnTo>
                    <a:pt x="11316" y="118873"/>
                  </a:lnTo>
                  <a:lnTo>
                    <a:pt x="11321" y="118063"/>
                  </a:lnTo>
                  <a:lnTo>
                    <a:pt x="14475" y="117962"/>
                  </a:lnTo>
                  <a:lnTo>
                    <a:pt x="18050" y="117849"/>
                  </a:lnTo>
                  <a:lnTo>
                    <a:pt x="19941" y="112815"/>
                  </a:lnTo>
                  <a:lnTo>
                    <a:pt x="26594" y="105299"/>
                  </a:lnTo>
                  <a:lnTo>
                    <a:pt x="25646" y="104558"/>
                  </a:lnTo>
                  <a:lnTo>
                    <a:pt x="23177" y="102629"/>
                  </a:lnTo>
                  <a:lnTo>
                    <a:pt x="15380" y="108931"/>
                  </a:lnTo>
                  <a:lnTo>
                    <a:pt x="9399" y="110479"/>
                  </a:lnTo>
                  <a:lnTo>
                    <a:pt x="5073" y="110319"/>
                  </a:lnTo>
                  <a:lnTo>
                    <a:pt x="4485" y="100493"/>
                  </a:lnTo>
                  <a:lnTo>
                    <a:pt x="5233" y="92322"/>
                  </a:lnTo>
                  <a:lnTo>
                    <a:pt x="11935" y="83591"/>
                  </a:lnTo>
                  <a:lnTo>
                    <a:pt x="14045" y="83964"/>
                  </a:lnTo>
                  <a:lnTo>
                    <a:pt x="17409" y="80814"/>
                  </a:lnTo>
                  <a:lnTo>
                    <a:pt x="23706" y="82615"/>
                  </a:lnTo>
                  <a:lnTo>
                    <a:pt x="26430" y="83336"/>
                  </a:lnTo>
                  <a:lnTo>
                    <a:pt x="27231" y="82455"/>
                  </a:lnTo>
                  <a:lnTo>
                    <a:pt x="27231" y="81544"/>
                  </a:lnTo>
                  <a:lnTo>
                    <a:pt x="27231" y="79972"/>
                  </a:lnTo>
                  <a:lnTo>
                    <a:pt x="26866" y="78501"/>
                  </a:lnTo>
                  <a:lnTo>
                    <a:pt x="26612" y="77480"/>
                  </a:lnTo>
                  <a:lnTo>
                    <a:pt x="25747" y="73994"/>
                  </a:lnTo>
                  <a:lnTo>
                    <a:pt x="25426" y="72701"/>
                  </a:lnTo>
                  <a:lnTo>
                    <a:pt x="29808" y="71441"/>
                  </a:lnTo>
                  <a:lnTo>
                    <a:pt x="31141" y="70602"/>
                  </a:lnTo>
                  <a:lnTo>
                    <a:pt x="31473" y="70393"/>
                  </a:lnTo>
                  <a:lnTo>
                    <a:pt x="32990" y="69439"/>
                  </a:lnTo>
                  <a:lnTo>
                    <a:pt x="45899" y="61321"/>
                  </a:lnTo>
                  <a:lnTo>
                    <a:pt x="49914" y="58795"/>
                  </a:lnTo>
                  <a:lnTo>
                    <a:pt x="52736" y="57021"/>
                  </a:lnTo>
                  <a:lnTo>
                    <a:pt x="56154" y="52108"/>
                  </a:lnTo>
                  <a:lnTo>
                    <a:pt x="56261" y="46874"/>
                  </a:lnTo>
                  <a:lnTo>
                    <a:pt x="55087" y="40418"/>
                  </a:lnTo>
                  <a:lnTo>
                    <a:pt x="54979" y="39825"/>
                  </a:lnTo>
                  <a:lnTo>
                    <a:pt x="55727" y="35232"/>
                  </a:lnTo>
                  <a:lnTo>
                    <a:pt x="56424" y="33968"/>
                  </a:lnTo>
                  <a:lnTo>
                    <a:pt x="58829" y="29610"/>
                  </a:lnTo>
                  <a:lnTo>
                    <a:pt x="59145" y="29037"/>
                  </a:lnTo>
                  <a:lnTo>
                    <a:pt x="63000" y="23601"/>
                  </a:lnTo>
                  <a:lnTo>
                    <a:pt x="63620" y="22009"/>
                  </a:lnTo>
                  <a:lnTo>
                    <a:pt x="65521" y="22511"/>
                  </a:lnTo>
                  <a:lnTo>
                    <a:pt x="67154" y="23001"/>
                  </a:lnTo>
                  <a:lnTo>
                    <a:pt x="67676" y="23201"/>
                  </a:lnTo>
                  <a:lnTo>
                    <a:pt x="70175" y="23315"/>
                  </a:lnTo>
                  <a:lnTo>
                    <a:pt x="71077" y="23356"/>
                  </a:lnTo>
                  <a:lnTo>
                    <a:pt x="71242" y="23369"/>
                  </a:lnTo>
                  <a:lnTo>
                    <a:pt x="71278" y="23530"/>
                  </a:lnTo>
                  <a:lnTo>
                    <a:pt x="71385" y="24009"/>
                  </a:lnTo>
                  <a:lnTo>
                    <a:pt x="72578" y="23948"/>
                  </a:lnTo>
                  <a:lnTo>
                    <a:pt x="74445" y="23997"/>
                  </a:lnTo>
                  <a:lnTo>
                    <a:pt x="74470" y="23636"/>
                  </a:lnTo>
                  <a:lnTo>
                    <a:pt x="74504" y="23151"/>
                  </a:lnTo>
                  <a:lnTo>
                    <a:pt x="74700" y="20350"/>
                  </a:lnTo>
                  <a:lnTo>
                    <a:pt x="75117" y="19774"/>
                  </a:lnTo>
                  <a:lnTo>
                    <a:pt x="76343" y="17559"/>
                  </a:lnTo>
                  <a:lnTo>
                    <a:pt x="77135" y="16128"/>
                  </a:lnTo>
                  <a:lnTo>
                    <a:pt x="77637" y="15301"/>
                  </a:lnTo>
                  <a:lnTo>
                    <a:pt x="79754" y="11810"/>
                  </a:lnTo>
                  <a:lnTo>
                    <a:pt x="80086" y="11264"/>
                  </a:lnTo>
                  <a:lnTo>
                    <a:pt x="80851" y="10002"/>
                  </a:lnTo>
                  <a:lnTo>
                    <a:pt x="81109" y="9517"/>
                  </a:lnTo>
                  <a:lnTo>
                    <a:pt x="81498" y="8787"/>
                  </a:lnTo>
                  <a:lnTo>
                    <a:pt x="81753" y="8802"/>
                  </a:lnTo>
                  <a:lnTo>
                    <a:pt x="81914" y="7406"/>
                  </a:lnTo>
                  <a:lnTo>
                    <a:pt x="82118" y="5640"/>
                  </a:lnTo>
                  <a:lnTo>
                    <a:pt x="82153" y="5342"/>
                  </a:lnTo>
                  <a:lnTo>
                    <a:pt x="82185" y="5069"/>
                  </a:lnTo>
                  <a:lnTo>
                    <a:pt x="82538" y="2013"/>
                  </a:lnTo>
                  <a:lnTo>
                    <a:pt x="82982" y="0"/>
                  </a:lnTo>
                  <a:lnTo>
                    <a:pt x="83074" y="137"/>
                  </a:lnTo>
                  <a:lnTo>
                    <a:pt x="83531" y="817"/>
                  </a:lnTo>
                  <a:lnTo>
                    <a:pt x="85264" y="3393"/>
                  </a:lnTo>
                  <a:lnTo>
                    <a:pt x="85433" y="3645"/>
                  </a:lnTo>
                  <a:lnTo>
                    <a:pt x="86898" y="6389"/>
                  </a:lnTo>
                  <a:lnTo>
                    <a:pt x="87150" y="68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4598510" y="3670118"/>
              <a:ext cx="42829" cy="37956"/>
            </a:xfrm>
            <a:custGeom>
              <a:avLst/>
              <a:pathLst>
                <a:path w="42829" h="37956">
                  <a:moveTo>
                    <a:pt x="685" y="32793"/>
                  </a:moveTo>
                  <a:lnTo>
                    <a:pt x="0" y="30231"/>
                  </a:lnTo>
                  <a:lnTo>
                    <a:pt x="1328" y="28773"/>
                  </a:lnTo>
                  <a:lnTo>
                    <a:pt x="2284" y="27495"/>
                  </a:lnTo>
                  <a:lnTo>
                    <a:pt x="3179" y="26356"/>
                  </a:lnTo>
                  <a:lnTo>
                    <a:pt x="4742" y="23295"/>
                  </a:lnTo>
                  <a:lnTo>
                    <a:pt x="7016" y="17922"/>
                  </a:lnTo>
                  <a:lnTo>
                    <a:pt x="7077" y="17778"/>
                  </a:lnTo>
                  <a:lnTo>
                    <a:pt x="12057" y="7796"/>
                  </a:lnTo>
                  <a:lnTo>
                    <a:pt x="12532" y="6195"/>
                  </a:lnTo>
                  <a:lnTo>
                    <a:pt x="13568" y="4545"/>
                  </a:lnTo>
                  <a:lnTo>
                    <a:pt x="16514" y="2234"/>
                  </a:lnTo>
                  <a:lnTo>
                    <a:pt x="17550" y="1510"/>
                  </a:lnTo>
                  <a:lnTo>
                    <a:pt x="18775" y="1035"/>
                  </a:lnTo>
                  <a:lnTo>
                    <a:pt x="19955" y="364"/>
                  </a:lnTo>
                  <a:lnTo>
                    <a:pt x="20707" y="0"/>
                  </a:lnTo>
                  <a:lnTo>
                    <a:pt x="22298" y="3017"/>
                  </a:lnTo>
                  <a:lnTo>
                    <a:pt x="22046" y="4303"/>
                  </a:lnTo>
                  <a:lnTo>
                    <a:pt x="20768" y="5263"/>
                  </a:lnTo>
                  <a:lnTo>
                    <a:pt x="21698" y="5735"/>
                  </a:lnTo>
                  <a:lnTo>
                    <a:pt x="22218" y="7063"/>
                  </a:lnTo>
                  <a:lnTo>
                    <a:pt x="21792" y="8658"/>
                  </a:lnTo>
                  <a:lnTo>
                    <a:pt x="22598" y="9337"/>
                  </a:lnTo>
                  <a:lnTo>
                    <a:pt x="24650" y="11426"/>
                  </a:lnTo>
                  <a:lnTo>
                    <a:pt x="24755" y="12566"/>
                  </a:lnTo>
                  <a:lnTo>
                    <a:pt x="24513" y="13367"/>
                  </a:lnTo>
                  <a:lnTo>
                    <a:pt x="24632" y="14877"/>
                  </a:lnTo>
                  <a:lnTo>
                    <a:pt x="24707" y="16168"/>
                  </a:lnTo>
                  <a:lnTo>
                    <a:pt x="24982" y="16822"/>
                  </a:lnTo>
                  <a:lnTo>
                    <a:pt x="25406" y="17846"/>
                  </a:lnTo>
                  <a:lnTo>
                    <a:pt x="25848" y="18336"/>
                  </a:lnTo>
                  <a:lnTo>
                    <a:pt x="26461" y="18699"/>
                  </a:lnTo>
                  <a:lnTo>
                    <a:pt x="27273" y="18980"/>
                  </a:lnTo>
                  <a:lnTo>
                    <a:pt x="28089" y="19369"/>
                  </a:lnTo>
                  <a:lnTo>
                    <a:pt x="29271" y="20210"/>
                  </a:lnTo>
                  <a:lnTo>
                    <a:pt x="29747" y="20934"/>
                  </a:lnTo>
                  <a:lnTo>
                    <a:pt x="30067" y="21200"/>
                  </a:lnTo>
                  <a:lnTo>
                    <a:pt x="30707" y="20874"/>
                  </a:lnTo>
                  <a:lnTo>
                    <a:pt x="31659" y="20322"/>
                  </a:lnTo>
                  <a:lnTo>
                    <a:pt x="32822" y="18392"/>
                  </a:lnTo>
                  <a:lnTo>
                    <a:pt x="33129" y="18138"/>
                  </a:lnTo>
                  <a:lnTo>
                    <a:pt x="33380" y="18338"/>
                  </a:lnTo>
                  <a:lnTo>
                    <a:pt x="36033" y="23739"/>
                  </a:lnTo>
                  <a:lnTo>
                    <a:pt x="36855" y="25253"/>
                  </a:lnTo>
                  <a:lnTo>
                    <a:pt x="37247" y="25742"/>
                  </a:lnTo>
                  <a:lnTo>
                    <a:pt x="37642" y="25964"/>
                  </a:lnTo>
                  <a:lnTo>
                    <a:pt x="38247" y="25889"/>
                  </a:lnTo>
                  <a:lnTo>
                    <a:pt x="39757" y="25701"/>
                  </a:lnTo>
                  <a:lnTo>
                    <a:pt x="40654" y="25348"/>
                  </a:lnTo>
                  <a:lnTo>
                    <a:pt x="42829" y="30075"/>
                  </a:lnTo>
                  <a:lnTo>
                    <a:pt x="42588" y="35562"/>
                  </a:lnTo>
                  <a:lnTo>
                    <a:pt x="42328" y="36830"/>
                  </a:lnTo>
                  <a:lnTo>
                    <a:pt x="42305" y="37678"/>
                  </a:lnTo>
                  <a:lnTo>
                    <a:pt x="37542" y="37956"/>
                  </a:lnTo>
                  <a:lnTo>
                    <a:pt x="36196" y="34751"/>
                  </a:lnTo>
                  <a:lnTo>
                    <a:pt x="35891" y="32818"/>
                  </a:lnTo>
                  <a:lnTo>
                    <a:pt x="32487" y="33819"/>
                  </a:lnTo>
                  <a:lnTo>
                    <a:pt x="32353" y="28479"/>
                  </a:lnTo>
                  <a:lnTo>
                    <a:pt x="28815" y="28546"/>
                  </a:lnTo>
                  <a:lnTo>
                    <a:pt x="18936" y="19133"/>
                  </a:lnTo>
                  <a:lnTo>
                    <a:pt x="19470" y="17732"/>
                  </a:lnTo>
                  <a:lnTo>
                    <a:pt x="17334" y="16931"/>
                  </a:lnTo>
                  <a:lnTo>
                    <a:pt x="10518" y="30212"/>
                  </a:lnTo>
                  <a:lnTo>
                    <a:pt x="9290" y="29892"/>
                  </a:lnTo>
                  <a:lnTo>
                    <a:pt x="7901" y="31815"/>
                  </a:lnTo>
                  <a:lnTo>
                    <a:pt x="6509" y="33390"/>
                  </a:lnTo>
                  <a:lnTo>
                    <a:pt x="5658" y="34351"/>
                  </a:lnTo>
                  <a:lnTo>
                    <a:pt x="1159" y="365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4627272" y="3620884"/>
              <a:ext cx="53739" cy="95908"/>
            </a:xfrm>
            <a:custGeom>
              <a:avLst/>
              <a:pathLst>
                <a:path w="53739" h="95908">
                  <a:moveTo>
                    <a:pt x="42327" y="14033"/>
                  </a:moveTo>
                  <a:lnTo>
                    <a:pt x="39028" y="17988"/>
                  </a:lnTo>
                  <a:lnTo>
                    <a:pt x="37483" y="17503"/>
                  </a:lnTo>
                  <a:lnTo>
                    <a:pt x="37378" y="17821"/>
                  </a:lnTo>
                  <a:lnTo>
                    <a:pt x="35322" y="21519"/>
                  </a:lnTo>
                  <a:lnTo>
                    <a:pt x="35564" y="21670"/>
                  </a:lnTo>
                  <a:lnTo>
                    <a:pt x="36176" y="22014"/>
                  </a:lnTo>
                  <a:lnTo>
                    <a:pt x="37680" y="22860"/>
                  </a:lnTo>
                  <a:lnTo>
                    <a:pt x="36796" y="24300"/>
                  </a:lnTo>
                  <a:lnTo>
                    <a:pt x="36397" y="25299"/>
                  </a:lnTo>
                  <a:lnTo>
                    <a:pt x="36075" y="26102"/>
                  </a:lnTo>
                  <a:lnTo>
                    <a:pt x="35835" y="27130"/>
                  </a:lnTo>
                  <a:lnTo>
                    <a:pt x="35539" y="27071"/>
                  </a:lnTo>
                  <a:lnTo>
                    <a:pt x="34930" y="28369"/>
                  </a:lnTo>
                  <a:lnTo>
                    <a:pt x="34465" y="28674"/>
                  </a:lnTo>
                  <a:lnTo>
                    <a:pt x="34201" y="30019"/>
                  </a:lnTo>
                  <a:lnTo>
                    <a:pt x="33510" y="29883"/>
                  </a:lnTo>
                  <a:lnTo>
                    <a:pt x="33501" y="30096"/>
                  </a:lnTo>
                  <a:lnTo>
                    <a:pt x="32820" y="30670"/>
                  </a:lnTo>
                  <a:lnTo>
                    <a:pt x="32714" y="31070"/>
                  </a:lnTo>
                  <a:lnTo>
                    <a:pt x="32927" y="31685"/>
                  </a:lnTo>
                  <a:lnTo>
                    <a:pt x="32886" y="32035"/>
                  </a:lnTo>
                  <a:lnTo>
                    <a:pt x="34182" y="32045"/>
                  </a:lnTo>
                  <a:lnTo>
                    <a:pt x="34308" y="33789"/>
                  </a:lnTo>
                  <a:lnTo>
                    <a:pt x="32589" y="33951"/>
                  </a:lnTo>
                  <a:lnTo>
                    <a:pt x="31248" y="34077"/>
                  </a:lnTo>
                  <a:lnTo>
                    <a:pt x="30383" y="34846"/>
                  </a:lnTo>
                  <a:lnTo>
                    <a:pt x="28745" y="35346"/>
                  </a:lnTo>
                  <a:lnTo>
                    <a:pt x="29511" y="38058"/>
                  </a:lnTo>
                  <a:lnTo>
                    <a:pt x="30056" y="37994"/>
                  </a:lnTo>
                  <a:lnTo>
                    <a:pt x="31380" y="38275"/>
                  </a:lnTo>
                  <a:lnTo>
                    <a:pt x="32748" y="38154"/>
                  </a:lnTo>
                  <a:lnTo>
                    <a:pt x="34254" y="37626"/>
                  </a:lnTo>
                  <a:lnTo>
                    <a:pt x="35648" y="37385"/>
                  </a:lnTo>
                  <a:lnTo>
                    <a:pt x="35840" y="39805"/>
                  </a:lnTo>
                  <a:lnTo>
                    <a:pt x="34638" y="39997"/>
                  </a:lnTo>
                  <a:lnTo>
                    <a:pt x="33757" y="40782"/>
                  </a:lnTo>
                  <a:lnTo>
                    <a:pt x="32882" y="40736"/>
                  </a:lnTo>
                  <a:lnTo>
                    <a:pt x="32439" y="40899"/>
                  </a:lnTo>
                  <a:lnTo>
                    <a:pt x="32221" y="41146"/>
                  </a:lnTo>
                  <a:lnTo>
                    <a:pt x="32267" y="41305"/>
                  </a:lnTo>
                  <a:lnTo>
                    <a:pt x="30775" y="41505"/>
                  </a:lnTo>
                  <a:lnTo>
                    <a:pt x="34855" y="54098"/>
                  </a:lnTo>
                  <a:lnTo>
                    <a:pt x="40334" y="59208"/>
                  </a:lnTo>
                  <a:lnTo>
                    <a:pt x="41456" y="60810"/>
                  </a:lnTo>
                  <a:lnTo>
                    <a:pt x="48018" y="66453"/>
                  </a:lnTo>
                  <a:lnTo>
                    <a:pt x="48454" y="67126"/>
                  </a:lnTo>
                  <a:lnTo>
                    <a:pt x="48078" y="68928"/>
                  </a:lnTo>
                  <a:lnTo>
                    <a:pt x="48398" y="70530"/>
                  </a:lnTo>
                  <a:lnTo>
                    <a:pt x="53739" y="77739"/>
                  </a:lnTo>
                  <a:lnTo>
                    <a:pt x="48185" y="80944"/>
                  </a:lnTo>
                  <a:lnTo>
                    <a:pt x="48839" y="82274"/>
                  </a:lnTo>
                  <a:lnTo>
                    <a:pt x="48361" y="82605"/>
                  </a:lnTo>
                  <a:lnTo>
                    <a:pt x="46230" y="83169"/>
                  </a:lnTo>
                  <a:lnTo>
                    <a:pt x="47627" y="86647"/>
                  </a:lnTo>
                  <a:lnTo>
                    <a:pt x="48160" y="87972"/>
                  </a:lnTo>
                  <a:lnTo>
                    <a:pt x="44657" y="89428"/>
                  </a:lnTo>
                  <a:lnTo>
                    <a:pt x="44889" y="91049"/>
                  </a:lnTo>
                  <a:lnTo>
                    <a:pt x="40103" y="91899"/>
                  </a:lnTo>
                  <a:lnTo>
                    <a:pt x="36919" y="92464"/>
                  </a:lnTo>
                  <a:lnTo>
                    <a:pt x="35747" y="90666"/>
                  </a:lnTo>
                  <a:lnTo>
                    <a:pt x="28793" y="91723"/>
                  </a:lnTo>
                  <a:lnTo>
                    <a:pt x="24842" y="95908"/>
                  </a:lnTo>
                  <a:lnTo>
                    <a:pt x="18269" y="95777"/>
                  </a:lnTo>
                  <a:lnTo>
                    <a:pt x="18209" y="92646"/>
                  </a:lnTo>
                  <a:lnTo>
                    <a:pt x="18443" y="90009"/>
                  </a:lnTo>
                  <a:lnTo>
                    <a:pt x="18543" y="88741"/>
                  </a:lnTo>
                  <a:lnTo>
                    <a:pt x="18810" y="87640"/>
                  </a:lnTo>
                  <a:lnTo>
                    <a:pt x="19144" y="87406"/>
                  </a:lnTo>
                  <a:lnTo>
                    <a:pt x="19338" y="87289"/>
                  </a:lnTo>
                  <a:lnTo>
                    <a:pt x="19390" y="72440"/>
                  </a:lnTo>
                  <a:lnTo>
                    <a:pt x="20020" y="69519"/>
                  </a:lnTo>
                  <a:lnTo>
                    <a:pt x="19526" y="69008"/>
                  </a:lnTo>
                  <a:lnTo>
                    <a:pt x="19230" y="68702"/>
                  </a:lnTo>
                  <a:lnTo>
                    <a:pt x="17565" y="67733"/>
                  </a:lnTo>
                  <a:lnTo>
                    <a:pt x="17417" y="67647"/>
                  </a:lnTo>
                  <a:lnTo>
                    <a:pt x="17042" y="67429"/>
                  </a:lnTo>
                  <a:lnTo>
                    <a:pt x="16881" y="67335"/>
                  </a:lnTo>
                  <a:lnTo>
                    <a:pt x="16293" y="66993"/>
                  </a:lnTo>
                  <a:lnTo>
                    <a:pt x="16056" y="66805"/>
                  </a:lnTo>
                  <a:lnTo>
                    <a:pt x="15791" y="66595"/>
                  </a:lnTo>
                  <a:lnTo>
                    <a:pt x="15203" y="66129"/>
                  </a:lnTo>
                  <a:lnTo>
                    <a:pt x="15129" y="65144"/>
                  </a:lnTo>
                  <a:lnTo>
                    <a:pt x="15114" y="64942"/>
                  </a:lnTo>
                  <a:lnTo>
                    <a:pt x="15098" y="64737"/>
                  </a:lnTo>
                  <a:lnTo>
                    <a:pt x="15088" y="64600"/>
                  </a:lnTo>
                  <a:lnTo>
                    <a:pt x="15045" y="63650"/>
                  </a:lnTo>
                  <a:lnTo>
                    <a:pt x="15031" y="62756"/>
                  </a:lnTo>
                  <a:lnTo>
                    <a:pt x="14688" y="61016"/>
                  </a:lnTo>
                  <a:lnTo>
                    <a:pt x="14631" y="60726"/>
                  </a:lnTo>
                  <a:lnTo>
                    <a:pt x="14547" y="60175"/>
                  </a:lnTo>
                  <a:lnTo>
                    <a:pt x="14522" y="60006"/>
                  </a:lnTo>
                  <a:lnTo>
                    <a:pt x="14473" y="59683"/>
                  </a:lnTo>
                  <a:lnTo>
                    <a:pt x="14294" y="58505"/>
                  </a:lnTo>
                  <a:lnTo>
                    <a:pt x="14003" y="56855"/>
                  </a:lnTo>
                  <a:lnTo>
                    <a:pt x="13957" y="56712"/>
                  </a:lnTo>
                  <a:lnTo>
                    <a:pt x="13523" y="55386"/>
                  </a:lnTo>
                  <a:lnTo>
                    <a:pt x="13455" y="55140"/>
                  </a:lnTo>
                  <a:lnTo>
                    <a:pt x="12941" y="53263"/>
                  </a:lnTo>
                  <a:lnTo>
                    <a:pt x="12688" y="52438"/>
                  </a:lnTo>
                  <a:lnTo>
                    <a:pt x="12527" y="51914"/>
                  </a:lnTo>
                  <a:lnTo>
                    <a:pt x="12334" y="51287"/>
                  </a:lnTo>
                  <a:lnTo>
                    <a:pt x="11265" y="47704"/>
                  </a:lnTo>
                  <a:lnTo>
                    <a:pt x="11128" y="47140"/>
                  </a:lnTo>
                  <a:lnTo>
                    <a:pt x="10919" y="46281"/>
                  </a:lnTo>
                  <a:lnTo>
                    <a:pt x="10438" y="43391"/>
                  </a:lnTo>
                  <a:lnTo>
                    <a:pt x="10132" y="42215"/>
                  </a:lnTo>
                  <a:lnTo>
                    <a:pt x="10063" y="42013"/>
                  </a:lnTo>
                  <a:lnTo>
                    <a:pt x="9804" y="41261"/>
                  </a:lnTo>
                  <a:lnTo>
                    <a:pt x="9145" y="39345"/>
                  </a:lnTo>
                  <a:lnTo>
                    <a:pt x="8573" y="37683"/>
                  </a:lnTo>
                  <a:lnTo>
                    <a:pt x="8259" y="36769"/>
                  </a:lnTo>
                  <a:lnTo>
                    <a:pt x="8173" y="36519"/>
                  </a:lnTo>
                  <a:lnTo>
                    <a:pt x="6680" y="32320"/>
                  </a:lnTo>
                  <a:lnTo>
                    <a:pt x="6588" y="31978"/>
                  </a:lnTo>
                  <a:lnTo>
                    <a:pt x="6529" y="31757"/>
                  </a:lnTo>
                  <a:lnTo>
                    <a:pt x="6360" y="31130"/>
                  </a:lnTo>
                  <a:lnTo>
                    <a:pt x="5267" y="27072"/>
                  </a:lnTo>
                  <a:lnTo>
                    <a:pt x="4906" y="25728"/>
                  </a:lnTo>
                  <a:lnTo>
                    <a:pt x="3843" y="22374"/>
                  </a:lnTo>
                  <a:lnTo>
                    <a:pt x="3185" y="20294"/>
                  </a:lnTo>
                  <a:lnTo>
                    <a:pt x="2706" y="19057"/>
                  </a:lnTo>
                  <a:lnTo>
                    <a:pt x="2280" y="17956"/>
                  </a:lnTo>
                  <a:lnTo>
                    <a:pt x="2223" y="17807"/>
                  </a:lnTo>
                  <a:lnTo>
                    <a:pt x="1948" y="16985"/>
                  </a:lnTo>
                  <a:lnTo>
                    <a:pt x="1609" y="16036"/>
                  </a:lnTo>
                  <a:lnTo>
                    <a:pt x="1375" y="14609"/>
                  </a:lnTo>
                  <a:lnTo>
                    <a:pt x="1326" y="14310"/>
                  </a:lnTo>
                  <a:lnTo>
                    <a:pt x="969" y="12129"/>
                  </a:lnTo>
                  <a:lnTo>
                    <a:pt x="669" y="9497"/>
                  </a:lnTo>
                  <a:lnTo>
                    <a:pt x="531" y="8285"/>
                  </a:lnTo>
                  <a:lnTo>
                    <a:pt x="354" y="6734"/>
                  </a:lnTo>
                  <a:lnTo>
                    <a:pt x="261" y="5920"/>
                  </a:lnTo>
                  <a:lnTo>
                    <a:pt x="70" y="4573"/>
                  </a:lnTo>
                  <a:lnTo>
                    <a:pt x="58" y="4443"/>
                  </a:lnTo>
                  <a:lnTo>
                    <a:pt x="0" y="3800"/>
                  </a:lnTo>
                  <a:lnTo>
                    <a:pt x="6" y="3605"/>
                  </a:lnTo>
                  <a:lnTo>
                    <a:pt x="18" y="3259"/>
                  </a:lnTo>
                  <a:lnTo>
                    <a:pt x="95" y="2695"/>
                  </a:lnTo>
                  <a:lnTo>
                    <a:pt x="503" y="1820"/>
                  </a:lnTo>
                  <a:lnTo>
                    <a:pt x="656" y="1607"/>
                  </a:lnTo>
                  <a:lnTo>
                    <a:pt x="1548" y="371"/>
                  </a:lnTo>
                  <a:lnTo>
                    <a:pt x="1855" y="0"/>
                  </a:lnTo>
                  <a:lnTo>
                    <a:pt x="2893" y="529"/>
                  </a:lnTo>
                  <a:lnTo>
                    <a:pt x="3195" y="602"/>
                  </a:lnTo>
                  <a:lnTo>
                    <a:pt x="3839" y="760"/>
                  </a:lnTo>
                  <a:lnTo>
                    <a:pt x="4226" y="790"/>
                  </a:lnTo>
                  <a:lnTo>
                    <a:pt x="4741" y="831"/>
                  </a:lnTo>
                  <a:lnTo>
                    <a:pt x="5229" y="869"/>
                  </a:lnTo>
                  <a:lnTo>
                    <a:pt x="6180" y="944"/>
                  </a:lnTo>
                  <a:lnTo>
                    <a:pt x="9319" y="1231"/>
                  </a:lnTo>
                  <a:lnTo>
                    <a:pt x="10656" y="1354"/>
                  </a:lnTo>
                  <a:lnTo>
                    <a:pt x="12211" y="1496"/>
                  </a:lnTo>
                  <a:lnTo>
                    <a:pt x="12756" y="1546"/>
                  </a:lnTo>
                  <a:lnTo>
                    <a:pt x="13817" y="1643"/>
                  </a:lnTo>
                  <a:lnTo>
                    <a:pt x="14003" y="1660"/>
                  </a:lnTo>
                  <a:lnTo>
                    <a:pt x="15783" y="1823"/>
                  </a:lnTo>
                  <a:lnTo>
                    <a:pt x="16359" y="1877"/>
                  </a:lnTo>
                  <a:lnTo>
                    <a:pt x="17901" y="2020"/>
                  </a:lnTo>
                  <a:lnTo>
                    <a:pt x="20606" y="2272"/>
                  </a:lnTo>
                  <a:lnTo>
                    <a:pt x="20759" y="2286"/>
                  </a:lnTo>
                  <a:lnTo>
                    <a:pt x="21291" y="2330"/>
                  </a:lnTo>
                  <a:lnTo>
                    <a:pt x="21722" y="2365"/>
                  </a:lnTo>
                  <a:lnTo>
                    <a:pt x="23933" y="2546"/>
                  </a:lnTo>
                  <a:lnTo>
                    <a:pt x="24145" y="2563"/>
                  </a:lnTo>
                  <a:lnTo>
                    <a:pt x="25403" y="2659"/>
                  </a:lnTo>
                  <a:lnTo>
                    <a:pt x="26505" y="2742"/>
                  </a:lnTo>
                  <a:lnTo>
                    <a:pt x="29365" y="2960"/>
                  </a:lnTo>
                  <a:lnTo>
                    <a:pt x="29977" y="3006"/>
                  </a:lnTo>
                  <a:lnTo>
                    <a:pt x="32373" y="3157"/>
                  </a:lnTo>
                  <a:lnTo>
                    <a:pt x="33018" y="3198"/>
                  </a:lnTo>
                  <a:lnTo>
                    <a:pt x="33307" y="3252"/>
                  </a:lnTo>
                  <a:lnTo>
                    <a:pt x="33872" y="3358"/>
                  </a:lnTo>
                  <a:lnTo>
                    <a:pt x="35622" y="3686"/>
                  </a:lnTo>
                  <a:lnTo>
                    <a:pt x="35841" y="3746"/>
                  </a:lnTo>
                  <a:lnTo>
                    <a:pt x="36690" y="3980"/>
                  </a:lnTo>
                  <a:lnTo>
                    <a:pt x="39499" y="4755"/>
                  </a:lnTo>
                  <a:lnTo>
                    <a:pt x="39071" y="5429"/>
                  </a:lnTo>
                  <a:lnTo>
                    <a:pt x="41593" y="6495"/>
                  </a:lnTo>
                  <a:lnTo>
                    <a:pt x="42628" y="6933"/>
                  </a:lnTo>
                  <a:lnTo>
                    <a:pt x="43384" y="7402"/>
                  </a:lnTo>
                  <a:lnTo>
                    <a:pt x="43617" y="7547"/>
                  </a:lnTo>
                  <a:lnTo>
                    <a:pt x="43770" y="9542"/>
                  </a:lnTo>
                  <a:lnTo>
                    <a:pt x="43911" y="11385"/>
                  </a:lnTo>
                  <a:lnTo>
                    <a:pt x="44105" y="118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4649233" y="3573855"/>
              <a:ext cx="98565" cy="86054"/>
            </a:xfrm>
            <a:custGeom>
              <a:avLst/>
              <a:pathLst>
                <a:path w="98565" h="86054">
                  <a:moveTo>
                    <a:pt x="94852" y="65225"/>
                  </a:moveTo>
                  <a:lnTo>
                    <a:pt x="93505" y="66472"/>
                  </a:lnTo>
                  <a:lnTo>
                    <a:pt x="91173" y="71715"/>
                  </a:lnTo>
                  <a:lnTo>
                    <a:pt x="92591" y="72449"/>
                  </a:lnTo>
                  <a:lnTo>
                    <a:pt x="91497" y="75760"/>
                  </a:lnTo>
                  <a:lnTo>
                    <a:pt x="92271" y="76240"/>
                  </a:lnTo>
                  <a:lnTo>
                    <a:pt x="92031" y="76855"/>
                  </a:lnTo>
                  <a:lnTo>
                    <a:pt x="91684" y="77629"/>
                  </a:lnTo>
                  <a:lnTo>
                    <a:pt x="90055" y="78991"/>
                  </a:lnTo>
                  <a:lnTo>
                    <a:pt x="87967" y="78809"/>
                  </a:lnTo>
                  <a:lnTo>
                    <a:pt x="86845" y="77656"/>
                  </a:lnTo>
                  <a:lnTo>
                    <a:pt x="85451" y="76614"/>
                  </a:lnTo>
                  <a:lnTo>
                    <a:pt x="85708" y="76021"/>
                  </a:lnTo>
                  <a:lnTo>
                    <a:pt x="83657" y="74996"/>
                  </a:lnTo>
                  <a:lnTo>
                    <a:pt x="83401" y="74403"/>
                  </a:lnTo>
                  <a:lnTo>
                    <a:pt x="82504" y="70911"/>
                  </a:lnTo>
                  <a:lnTo>
                    <a:pt x="81927" y="70943"/>
                  </a:lnTo>
                  <a:lnTo>
                    <a:pt x="81598" y="70792"/>
                  </a:lnTo>
                  <a:lnTo>
                    <a:pt x="78306" y="69823"/>
                  </a:lnTo>
                  <a:lnTo>
                    <a:pt x="76875" y="74146"/>
                  </a:lnTo>
                  <a:lnTo>
                    <a:pt x="76866" y="74333"/>
                  </a:lnTo>
                  <a:lnTo>
                    <a:pt x="77785" y="75440"/>
                  </a:lnTo>
                  <a:lnTo>
                    <a:pt x="78104" y="75643"/>
                  </a:lnTo>
                  <a:lnTo>
                    <a:pt x="76048" y="78046"/>
                  </a:lnTo>
                  <a:lnTo>
                    <a:pt x="74900" y="78767"/>
                  </a:lnTo>
                  <a:lnTo>
                    <a:pt x="72680" y="79602"/>
                  </a:lnTo>
                  <a:lnTo>
                    <a:pt x="70227" y="79047"/>
                  </a:lnTo>
                  <a:lnTo>
                    <a:pt x="68425" y="79087"/>
                  </a:lnTo>
                  <a:lnTo>
                    <a:pt x="67371" y="79812"/>
                  </a:lnTo>
                  <a:lnTo>
                    <a:pt x="66502" y="80409"/>
                  </a:lnTo>
                  <a:lnTo>
                    <a:pt x="65627" y="79881"/>
                  </a:lnTo>
                  <a:lnTo>
                    <a:pt x="64379" y="79127"/>
                  </a:lnTo>
                  <a:lnTo>
                    <a:pt x="64208" y="79937"/>
                  </a:lnTo>
                  <a:lnTo>
                    <a:pt x="63338" y="84054"/>
                  </a:lnTo>
                  <a:lnTo>
                    <a:pt x="59393" y="83923"/>
                  </a:lnTo>
                  <a:lnTo>
                    <a:pt x="56889" y="76724"/>
                  </a:lnTo>
                  <a:lnTo>
                    <a:pt x="60681" y="74215"/>
                  </a:lnTo>
                  <a:lnTo>
                    <a:pt x="58291" y="66551"/>
                  </a:lnTo>
                  <a:lnTo>
                    <a:pt x="54006" y="57178"/>
                  </a:lnTo>
                  <a:lnTo>
                    <a:pt x="53738" y="57044"/>
                  </a:lnTo>
                  <a:lnTo>
                    <a:pt x="51198" y="62057"/>
                  </a:lnTo>
                  <a:lnTo>
                    <a:pt x="49008" y="63526"/>
                  </a:lnTo>
                  <a:lnTo>
                    <a:pt x="46546" y="60334"/>
                  </a:lnTo>
                  <a:lnTo>
                    <a:pt x="39095" y="71822"/>
                  </a:lnTo>
                  <a:lnTo>
                    <a:pt x="40404" y="74278"/>
                  </a:lnTo>
                  <a:lnTo>
                    <a:pt x="40724" y="76521"/>
                  </a:lnTo>
                  <a:lnTo>
                    <a:pt x="40751" y="77028"/>
                  </a:lnTo>
                  <a:lnTo>
                    <a:pt x="41312" y="83570"/>
                  </a:lnTo>
                  <a:lnTo>
                    <a:pt x="36585" y="86054"/>
                  </a:lnTo>
                  <a:lnTo>
                    <a:pt x="34922" y="82794"/>
                  </a:lnTo>
                  <a:lnTo>
                    <a:pt x="34583" y="82128"/>
                  </a:lnTo>
                  <a:lnTo>
                    <a:pt x="32858" y="82018"/>
                  </a:lnTo>
                  <a:lnTo>
                    <a:pt x="30417" y="81861"/>
                  </a:lnTo>
                  <a:lnTo>
                    <a:pt x="29750" y="80019"/>
                  </a:lnTo>
                  <a:lnTo>
                    <a:pt x="31929" y="78844"/>
                  </a:lnTo>
                  <a:lnTo>
                    <a:pt x="26874" y="64129"/>
                  </a:lnTo>
                  <a:lnTo>
                    <a:pt x="23726" y="63215"/>
                  </a:lnTo>
                  <a:lnTo>
                    <a:pt x="22437" y="59660"/>
                  </a:lnTo>
                  <a:lnTo>
                    <a:pt x="22143" y="58850"/>
                  </a:lnTo>
                  <a:lnTo>
                    <a:pt x="21949" y="58414"/>
                  </a:lnTo>
                  <a:lnTo>
                    <a:pt x="21808" y="56570"/>
                  </a:lnTo>
                  <a:lnTo>
                    <a:pt x="21655" y="54575"/>
                  </a:lnTo>
                  <a:lnTo>
                    <a:pt x="21422" y="54431"/>
                  </a:lnTo>
                  <a:lnTo>
                    <a:pt x="20666" y="53962"/>
                  </a:lnTo>
                  <a:lnTo>
                    <a:pt x="19632" y="53524"/>
                  </a:lnTo>
                  <a:lnTo>
                    <a:pt x="17110" y="52458"/>
                  </a:lnTo>
                  <a:lnTo>
                    <a:pt x="17537" y="51784"/>
                  </a:lnTo>
                  <a:lnTo>
                    <a:pt x="17724" y="51488"/>
                  </a:lnTo>
                  <a:lnTo>
                    <a:pt x="19419" y="48815"/>
                  </a:lnTo>
                  <a:lnTo>
                    <a:pt x="20086" y="48274"/>
                  </a:lnTo>
                  <a:lnTo>
                    <a:pt x="20575" y="48142"/>
                  </a:lnTo>
                  <a:lnTo>
                    <a:pt x="20504" y="46928"/>
                  </a:lnTo>
                  <a:lnTo>
                    <a:pt x="20345" y="46604"/>
                  </a:lnTo>
                  <a:lnTo>
                    <a:pt x="19884" y="44837"/>
                  </a:lnTo>
                  <a:lnTo>
                    <a:pt x="19524" y="43459"/>
                  </a:lnTo>
                  <a:lnTo>
                    <a:pt x="17428" y="43418"/>
                  </a:lnTo>
                  <a:lnTo>
                    <a:pt x="17278" y="43348"/>
                  </a:lnTo>
                  <a:lnTo>
                    <a:pt x="16905" y="42793"/>
                  </a:lnTo>
                  <a:lnTo>
                    <a:pt x="19557" y="42213"/>
                  </a:lnTo>
                  <a:lnTo>
                    <a:pt x="20397" y="42146"/>
                  </a:lnTo>
                  <a:lnTo>
                    <a:pt x="21167" y="42085"/>
                  </a:lnTo>
                  <a:lnTo>
                    <a:pt x="22768" y="41037"/>
                  </a:lnTo>
                  <a:lnTo>
                    <a:pt x="22651" y="39999"/>
                  </a:lnTo>
                  <a:lnTo>
                    <a:pt x="22957" y="39823"/>
                  </a:lnTo>
                  <a:lnTo>
                    <a:pt x="25217" y="38523"/>
                  </a:lnTo>
                  <a:lnTo>
                    <a:pt x="24980" y="38206"/>
                  </a:lnTo>
                  <a:lnTo>
                    <a:pt x="22813" y="35306"/>
                  </a:lnTo>
                  <a:lnTo>
                    <a:pt x="22470" y="34737"/>
                  </a:lnTo>
                  <a:lnTo>
                    <a:pt x="20658" y="31736"/>
                  </a:lnTo>
                  <a:lnTo>
                    <a:pt x="20536" y="31535"/>
                  </a:lnTo>
                  <a:lnTo>
                    <a:pt x="20242" y="31698"/>
                  </a:lnTo>
                  <a:lnTo>
                    <a:pt x="19545" y="32082"/>
                  </a:lnTo>
                  <a:lnTo>
                    <a:pt x="19087" y="32335"/>
                  </a:lnTo>
                  <a:lnTo>
                    <a:pt x="15133" y="34519"/>
                  </a:lnTo>
                  <a:lnTo>
                    <a:pt x="14818" y="34577"/>
                  </a:lnTo>
                  <a:lnTo>
                    <a:pt x="12455" y="30136"/>
                  </a:lnTo>
                  <a:lnTo>
                    <a:pt x="12879" y="29881"/>
                  </a:lnTo>
                  <a:lnTo>
                    <a:pt x="12744" y="29672"/>
                  </a:lnTo>
                  <a:lnTo>
                    <a:pt x="12538" y="29352"/>
                  </a:lnTo>
                  <a:lnTo>
                    <a:pt x="12323" y="29018"/>
                  </a:lnTo>
                  <a:lnTo>
                    <a:pt x="11077" y="27018"/>
                  </a:lnTo>
                  <a:lnTo>
                    <a:pt x="9650" y="24726"/>
                  </a:lnTo>
                  <a:lnTo>
                    <a:pt x="6669" y="19937"/>
                  </a:lnTo>
                  <a:lnTo>
                    <a:pt x="6533" y="19720"/>
                  </a:lnTo>
                  <a:lnTo>
                    <a:pt x="6281" y="19248"/>
                  </a:lnTo>
                  <a:lnTo>
                    <a:pt x="4817" y="16504"/>
                  </a:lnTo>
                  <a:lnTo>
                    <a:pt x="4647" y="16252"/>
                  </a:lnTo>
                  <a:lnTo>
                    <a:pt x="2915" y="13676"/>
                  </a:lnTo>
                  <a:lnTo>
                    <a:pt x="2458" y="12996"/>
                  </a:lnTo>
                  <a:lnTo>
                    <a:pt x="2365" y="12858"/>
                  </a:lnTo>
                  <a:lnTo>
                    <a:pt x="2227" y="12626"/>
                  </a:lnTo>
                  <a:lnTo>
                    <a:pt x="1777" y="11868"/>
                  </a:lnTo>
                  <a:lnTo>
                    <a:pt x="1671" y="11684"/>
                  </a:lnTo>
                  <a:lnTo>
                    <a:pt x="832" y="10228"/>
                  </a:lnTo>
                  <a:lnTo>
                    <a:pt x="717" y="10029"/>
                  </a:lnTo>
                  <a:lnTo>
                    <a:pt x="0" y="8713"/>
                  </a:lnTo>
                  <a:lnTo>
                    <a:pt x="5172" y="5584"/>
                  </a:lnTo>
                  <a:lnTo>
                    <a:pt x="5106" y="5233"/>
                  </a:lnTo>
                  <a:lnTo>
                    <a:pt x="4295" y="3914"/>
                  </a:lnTo>
                  <a:lnTo>
                    <a:pt x="6956" y="2243"/>
                  </a:lnTo>
                  <a:lnTo>
                    <a:pt x="10529" y="0"/>
                  </a:lnTo>
                  <a:lnTo>
                    <a:pt x="10725" y="329"/>
                  </a:lnTo>
                  <a:lnTo>
                    <a:pt x="11176" y="1087"/>
                  </a:lnTo>
                  <a:lnTo>
                    <a:pt x="11340" y="1361"/>
                  </a:lnTo>
                  <a:lnTo>
                    <a:pt x="11573" y="1754"/>
                  </a:lnTo>
                  <a:lnTo>
                    <a:pt x="11825" y="2177"/>
                  </a:lnTo>
                  <a:lnTo>
                    <a:pt x="13634" y="5146"/>
                  </a:lnTo>
                  <a:lnTo>
                    <a:pt x="15368" y="7991"/>
                  </a:lnTo>
                  <a:lnTo>
                    <a:pt x="16595" y="10004"/>
                  </a:lnTo>
                  <a:lnTo>
                    <a:pt x="17750" y="11900"/>
                  </a:lnTo>
                  <a:lnTo>
                    <a:pt x="18057" y="12402"/>
                  </a:lnTo>
                  <a:lnTo>
                    <a:pt x="18253" y="12721"/>
                  </a:lnTo>
                  <a:lnTo>
                    <a:pt x="18462" y="13058"/>
                  </a:lnTo>
                  <a:lnTo>
                    <a:pt x="19329" y="14463"/>
                  </a:lnTo>
                  <a:lnTo>
                    <a:pt x="19562" y="14339"/>
                  </a:lnTo>
                  <a:lnTo>
                    <a:pt x="20721" y="13720"/>
                  </a:lnTo>
                  <a:lnTo>
                    <a:pt x="23403" y="12288"/>
                  </a:lnTo>
                  <a:lnTo>
                    <a:pt x="25737" y="10946"/>
                  </a:lnTo>
                  <a:lnTo>
                    <a:pt x="26374" y="10578"/>
                  </a:lnTo>
                  <a:lnTo>
                    <a:pt x="28396" y="9408"/>
                  </a:lnTo>
                  <a:lnTo>
                    <a:pt x="30107" y="8424"/>
                  </a:lnTo>
                  <a:lnTo>
                    <a:pt x="30321" y="8300"/>
                  </a:lnTo>
                  <a:lnTo>
                    <a:pt x="31630" y="7505"/>
                  </a:lnTo>
                  <a:lnTo>
                    <a:pt x="32620" y="6904"/>
                  </a:lnTo>
                  <a:lnTo>
                    <a:pt x="33719" y="6280"/>
                  </a:lnTo>
                  <a:lnTo>
                    <a:pt x="34597" y="5775"/>
                  </a:lnTo>
                  <a:lnTo>
                    <a:pt x="35146" y="5441"/>
                  </a:lnTo>
                  <a:lnTo>
                    <a:pt x="35458" y="5251"/>
                  </a:lnTo>
                  <a:lnTo>
                    <a:pt x="35588" y="5149"/>
                  </a:lnTo>
                  <a:lnTo>
                    <a:pt x="36923" y="6694"/>
                  </a:lnTo>
                  <a:lnTo>
                    <a:pt x="37145" y="6818"/>
                  </a:lnTo>
                  <a:lnTo>
                    <a:pt x="37058" y="7724"/>
                  </a:lnTo>
                  <a:lnTo>
                    <a:pt x="37022" y="8108"/>
                  </a:lnTo>
                  <a:lnTo>
                    <a:pt x="36761" y="8477"/>
                  </a:lnTo>
                  <a:lnTo>
                    <a:pt x="36958" y="9209"/>
                  </a:lnTo>
                  <a:lnTo>
                    <a:pt x="37210" y="10143"/>
                  </a:lnTo>
                  <a:lnTo>
                    <a:pt x="36898" y="10852"/>
                  </a:lnTo>
                  <a:lnTo>
                    <a:pt x="36782" y="11115"/>
                  </a:lnTo>
                  <a:lnTo>
                    <a:pt x="36883" y="11351"/>
                  </a:lnTo>
                  <a:lnTo>
                    <a:pt x="37028" y="11692"/>
                  </a:lnTo>
                  <a:lnTo>
                    <a:pt x="37935" y="13545"/>
                  </a:lnTo>
                  <a:lnTo>
                    <a:pt x="38432" y="14559"/>
                  </a:lnTo>
                  <a:lnTo>
                    <a:pt x="38648" y="15550"/>
                  </a:lnTo>
                  <a:lnTo>
                    <a:pt x="37444" y="15805"/>
                  </a:lnTo>
                  <a:lnTo>
                    <a:pt x="36559" y="15993"/>
                  </a:lnTo>
                  <a:lnTo>
                    <a:pt x="36584" y="16259"/>
                  </a:lnTo>
                  <a:lnTo>
                    <a:pt x="37556" y="18222"/>
                  </a:lnTo>
                  <a:lnTo>
                    <a:pt x="37814" y="18742"/>
                  </a:lnTo>
                  <a:lnTo>
                    <a:pt x="37899" y="18914"/>
                  </a:lnTo>
                  <a:lnTo>
                    <a:pt x="38900" y="21678"/>
                  </a:lnTo>
                  <a:lnTo>
                    <a:pt x="39101" y="22231"/>
                  </a:lnTo>
                  <a:lnTo>
                    <a:pt x="39466" y="22139"/>
                  </a:lnTo>
                  <a:lnTo>
                    <a:pt x="39415" y="22676"/>
                  </a:lnTo>
                  <a:lnTo>
                    <a:pt x="39391" y="22931"/>
                  </a:lnTo>
                  <a:lnTo>
                    <a:pt x="39380" y="23545"/>
                  </a:lnTo>
                  <a:lnTo>
                    <a:pt x="38658" y="23583"/>
                  </a:lnTo>
                  <a:lnTo>
                    <a:pt x="38330" y="23676"/>
                  </a:lnTo>
                  <a:lnTo>
                    <a:pt x="38952" y="24629"/>
                  </a:lnTo>
                  <a:lnTo>
                    <a:pt x="39170" y="24962"/>
                  </a:lnTo>
                  <a:lnTo>
                    <a:pt x="39351" y="25416"/>
                  </a:lnTo>
                  <a:lnTo>
                    <a:pt x="39498" y="25785"/>
                  </a:lnTo>
                  <a:lnTo>
                    <a:pt x="39554" y="25927"/>
                  </a:lnTo>
                  <a:lnTo>
                    <a:pt x="39773" y="26475"/>
                  </a:lnTo>
                  <a:lnTo>
                    <a:pt x="39914" y="27429"/>
                  </a:lnTo>
                  <a:lnTo>
                    <a:pt x="40217" y="29468"/>
                  </a:lnTo>
                  <a:lnTo>
                    <a:pt x="40566" y="29308"/>
                  </a:lnTo>
                  <a:lnTo>
                    <a:pt x="43475" y="27972"/>
                  </a:lnTo>
                  <a:lnTo>
                    <a:pt x="45384" y="27193"/>
                  </a:lnTo>
                  <a:lnTo>
                    <a:pt x="45915" y="26918"/>
                  </a:lnTo>
                  <a:lnTo>
                    <a:pt x="46196" y="26773"/>
                  </a:lnTo>
                  <a:lnTo>
                    <a:pt x="50402" y="25327"/>
                  </a:lnTo>
                  <a:lnTo>
                    <a:pt x="51003" y="29733"/>
                  </a:lnTo>
                  <a:lnTo>
                    <a:pt x="52605" y="31802"/>
                  </a:lnTo>
                  <a:lnTo>
                    <a:pt x="57567" y="32874"/>
                  </a:lnTo>
                  <a:lnTo>
                    <a:pt x="69544" y="35837"/>
                  </a:lnTo>
                  <a:lnTo>
                    <a:pt x="70826" y="36205"/>
                  </a:lnTo>
                  <a:lnTo>
                    <a:pt x="73501" y="37340"/>
                  </a:lnTo>
                  <a:lnTo>
                    <a:pt x="75865" y="39213"/>
                  </a:lnTo>
                  <a:lnTo>
                    <a:pt x="76968" y="40807"/>
                  </a:lnTo>
                  <a:lnTo>
                    <a:pt x="79910" y="43179"/>
                  </a:lnTo>
                  <a:lnTo>
                    <a:pt x="81031" y="42618"/>
                  </a:lnTo>
                  <a:lnTo>
                    <a:pt x="85918" y="49147"/>
                  </a:lnTo>
                  <a:lnTo>
                    <a:pt x="86719" y="50468"/>
                  </a:lnTo>
                  <a:lnTo>
                    <a:pt x="84185" y="52436"/>
                  </a:lnTo>
                  <a:lnTo>
                    <a:pt x="84277" y="52973"/>
                  </a:lnTo>
                  <a:lnTo>
                    <a:pt x="92453" y="52441"/>
                  </a:lnTo>
                  <a:lnTo>
                    <a:pt x="95002" y="52317"/>
                  </a:lnTo>
                  <a:lnTo>
                    <a:pt x="97963" y="52232"/>
                  </a:lnTo>
                  <a:lnTo>
                    <a:pt x="98565" y="56050"/>
                  </a:lnTo>
                  <a:lnTo>
                    <a:pt x="96262" y="630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3679161" y="3644832"/>
              <a:ext cx="40077" cy="49557"/>
            </a:xfrm>
            <a:custGeom>
              <a:avLst/>
              <a:pathLst>
                <a:path w="40077" h="49557">
                  <a:moveTo>
                    <a:pt x="25354" y="2402"/>
                  </a:moveTo>
                  <a:lnTo>
                    <a:pt x="25109" y="4161"/>
                  </a:lnTo>
                  <a:lnTo>
                    <a:pt x="25177" y="4784"/>
                  </a:lnTo>
                  <a:lnTo>
                    <a:pt x="25199" y="4990"/>
                  </a:lnTo>
                  <a:lnTo>
                    <a:pt x="25186" y="5310"/>
                  </a:lnTo>
                  <a:lnTo>
                    <a:pt x="25324" y="6407"/>
                  </a:lnTo>
                  <a:lnTo>
                    <a:pt x="25451" y="7417"/>
                  </a:lnTo>
                  <a:lnTo>
                    <a:pt x="25702" y="9420"/>
                  </a:lnTo>
                  <a:lnTo>
                    <a:pt x="25907" y="10804"/>
                  </a:lnTo>
                  <a:lnTo>
                    <a:pt x="26308" y="11528"/>
                  </a:lnTo>
                  <a:lnTo>
                    <a:pt x="26607" y="12190"/>
                  </a:lnTo>
                  <a:lnTo>
                    <a:pt x="26857" y="11952"/>
                  </a:lnTo>
                  <a:lnTo>
                    <a:pt x="27663" y="11184"/>
                  </a:lnTo>
                  <a:lnTo>
                    <a:pt x="28657" y="9861"/>
                  </a:lnTo>
                  <a:lnTo>
                    <a:pt x="28792" y="9706"/>
                  </a:lnTo>
                  <a:lnTo>
                    <a:pt x="29015" y="9451"/>
                  </a:lnTo>
                  <a:lnTo>
                    <a:pt x="29152" y="9293"/>
                  </a:lnTo>
                  <a:lnTo>
                    <a:pt x="29746" y="8611"/>
                  </a:lnTo>
                  <a:lnTo>
                    <a:pt x="30457" y="9070"/>
                  </a:lnTo>
                  <a:lnTo>
                    <a:pt x="31027" y="9437"/>
                  </a:lnTo>
                  <a:lnTo>
                    <a:pt x="32947" y="10700"/>
                  </a:lnTo>
                  <a:lnTo>
                    <a:pt x="33203" y="10886"/>
                  </a:lnTo>
                  <a:lnTo>
                    <a:pt x="33540" y="11132"/>
                  </a:lnTo>
                  <a:lnTo>
                    <a:pt x="33275" y="12455"/>
                  </a:lnTo>
                  <a:lnTo>
                    <a:pt x="33051" y="13288"/>
                  </a:lnTo>
                  <a:lnTo>
                    <a:pt x="32827" y="14121"/>
                  </a:lnTo>
                  <a:lnTo>
                    <a:pt x="32573" y="15337"/>
                  </a:lnTo>
                  <a:lnTo>
                    <a:pt x="31657" y="17670"/>
                  </a:lnTo>
                  <a:lnTo>
                    <a:pt x="30137" y="20396"/>
                  </a:lnTo>
                  <a:lnTo>
                    <a:pt x="32669" y="21945"/>
                  </a:lnTo>
                  <a:lnTo>
                    <a:pt x="35473" y="18380"/>
                  </a:lnTo>
                  <a:lnTo>
                    <a:pt x="36047" y="16458"/>
                  </a:lnTo>
                  <a:lnTo>
                    <a:pt x="36604" y="12849"/>
                  </a:lnTo>
                  <a:lnTo>
                    <a:pt x="36632" y="12697"/>
                  </a:lnTo>
                  <a:lnTo>
                    <a:pt x="36761" y="11992"/>
                  </a:lnTo>
                  <a:lnTo>
                    <a:pt x="37267" y="10549"/>
                  </a:lnTo>
                  <a:lnTo>
                    <a:pt x="38129" y="8540"/>
                  </a:lnTo>
                  <a:lnTo>
                    <a:pt x="38877" y="6770"/>
                  </a:lnTo>
                  <a:lnTo>
                    <a:pt x="39575" y="7117"/>
                  </a:lnTo>
                  <a:lnTo>
                    <a:pt x="39900" y="7447"/>
                  </a:lnTo>
                  <a:lnTo>
                    <a:pt x="40077" y="8099"/>
                  </a:lnTo>
                  <a:lnTo>
                    <a:pt x="40059" y="8362"/>
                  </a:lnTo>
                  <a:lnTo>
                    <a:pt x="40031" y="8788"/>
                  </a:lnTo>
                  <a:lnTo>
                    <a:pt x="40013" y="9076"/>
                  </a:lnTo>
                  <a:lnTo>
                    <a:pt x="39511" y="10134"/>
                  </a:lnTo>
                  <a:lnTo>
                    <a:pt x="38889" y="11787"/>
                  </a:lnTo>
                  <a:lnTo>
                    <a:pt x="38514" y="12621"/>
                  </a:lnTo>
                  <a:lnTo>
                    <a:pt x="38354" y="13098"/>
                  </a:lnTo>
                  <a:lnTo>
                    <a:pt x="38211" y="13608"/>
                  </a:lnTo>
                  <a:lnTo>
                    <a:pt x="38011" y="14330"/>
                  </a:lnTo>
                  <a:lnTo>
                    <a:pt x="38039" y="15003"/>
                  </a:lnTo>
                  <a:lnTo>
                    <a:pt x="38031" y="15500"/>
                  </a:lnTo>
                  <a:lnTo>
                    <a:pt x="37803" y="16349"/>
                  </a:lnTo>
                  <a:lnTo>
                    <a:pt x="37540" y="16979"/>
                  </a:lnTo>
                  <a:lnTo>
                    <a:pt x="37036" y="18634"/>
                  </a:lnTo>
                  <a:lnTo>
                    <a:pt x="37153" y="19586"/>
                  </a:lnTo>
                  <a:lnTo>
                    <a:pt x="37186" y="19851"/>
                  </a:lnTo>
                  <a:lnTo>
                    <a:pt x="37292" y="21347"/>
                  </a:lnTo>
                  <a:lnTo>
                    <a:pt x="37057" y="22716"/>
                  </a:lnTo>
                  <a:lnTo>
                    <a:pt x="36673" y="24957"/>
                  </a:lnTo>
                  <a:lnTo>
                    <a:pt x="35281" y="27936"/>
                  </a:lnTo>
                  <a:lnTo>
                    <a:pt x="34743" y="29460"/>
                  </a:lnTo>
                  <a:lnTo>
                    <a:pt x="33665" y="31904"/>
                  </a:lnTo>
                  <a:lnTo>
                    <a:pt x="32403" y="34363"/>
                  </a:lnTo>
                  <a:lnTo>
                    <a:pt x="31614" y="36391"/>
                  </a:lnTo>
                  <a:lnTo>
                    <a:pt x="31498" y="36690"/>
                  </a:lnTo>
                  <a:lnTo>
                    <a:pt x="30020" y="40489"/>
                  </a:lnTo>
                  <a:lnTo>
                    <a:pt x="29942" y="40687"/>
                  </a:lnTo>
                  <a:lnTo>
                    <a:pt x="29788" y="41387"/>
                  </a:lnTo>
                  <a:lnTo>
                    <a:pt x="28226" y="42055"/>
                  </a:lnTo>
                  <a:lnTo>
                    <a:pt x="27652" y="44939"/>
                  </a:lnTo>
                  <a:lnTo>
                    <a:pt x="27372" y="45713"/>
                  </a:lnTo>
                  <a:lnTo>
                    <a:pt x="26771" y="46982"/>
                  </a:lnTo>
                  <a:lnTo>
                    <a:pt x="26296" y="48544"/>
                  </a:lnTo>
                  <a:lnTo>
                    <a:pt x="26185" y="48675"/>
                  </a:lnTo>
                  <a:lnTo>
                    <a:pt x="25147" y="49350"/>
                  </a:lnTo>
                  <a:lnTo>
                    <a:pt x="24827" y="49557"/>
                  </a:lnTo>
                  <a:lnTo>
                    <a:pt x="23551" y="48972"/>
                  </a:lnTo>
                  <a:lnTo>
                    <a:pt x="21417" y="47474"/>
                  </a:lnTo>
                  <a:lnTo>
                    <a:pt x="20471" y="47614"/>
                  </a:lnTo>
                  <a:lnTo>
                    <a:pt x="20256" y="47701"/>
                  </a:lnTo>
                  <a:lnTo>
                    <a:pt x="18714" y="48354"/>
                  </a:lnTo>
                  <a:lnTo>
                    <a:pt x="16954" y="48843"/>
                  </a:lnTo>
                  <a:lnTo>
                    <a:pt x="14695" y="47609"/>
                  </a:lnTo>
                  <a:lnTo>
                    <a:pt x="14381" y="47518"/>
                  </a:lnTo>
                  <a:lnTo>
                    <a:pt x="12444" y="46952"/>
                  </a:lnTo>
                  <a:lnTo>
                    <a:pt x="9846" y="46145"/>
                  </a:lnTo>
                  <a:lnTo>
                    <a:pt x="9685" y="45964"/>
                  </a:lnTo>
                  <a:lnTo>
                    <a:pt x="7655" y="43686"/>
                  </a:lnTo>
                  <a:lnTo>
                    <a:pt x="5158" y="43437"/>
                  </a:lnTo>
                  <a:lnTo>
                    <a:pt x="3942" y="43316"/>
                  </a:lnTo>
                  <a:lnTo>
                    <a:pt x="0" y="41980"/>
                  </a:lnTo>
                  <a:lnTo>
                    <a:pt x="1561" y="38920"/>
                  </a:lnTo>
                  <a:lnTo>
                    <a:pt x="1928" y="38201"/>
                  </a:lnTo>
                  <a:lnTo>
                    <a:pt x="3362" y="36031"/>
                  </a:lnTo>
                  <a:lnTo>
                    <a:pt x="3807" y="34001"/>
                  </a:lnTo>
                  <a:lnTo>
                    <a:pt x="3079" y="31312"/>
                  </a:lnTo>
                  <a:lnTo>
                    <a:pt x="4041" y="29206"/>
                  </a:lnTo>
                  <a:lnTo>
                    <a:pt x="7992" y="27706"/>
                  </a:lnTo>
                  <a:lnTo>
                    <a:pt x="8659" y="27422"/>
                  </a:lnTo>
                  <a:lnTo>
                    <a:pt x="7891" y="26120"/>
                  </a:lnTo>
                  <a:lnTo>
                    <a:pt x="6965" y="25632"/>
                  </a:lnTo>
                  <a:lnTo>
                    <a:pt x="5989" y="25119"/>
                  </a:lnTo>
                  <a:lnTo>
                    <a:pt x="5321" y="23583"/>
                  </a:lnTo>
                  <a:lnTo>
                    <a:pt x="4136" y="19568"/>
                  </a:lnTo>
                  <a:lnTo>
                    <a:pt x="5284" y="16311"/>
                  </a:lnTo>
                  <a:lnTo>
                    <a:pt x="7187" y="16176"/>
                  </a:lnTo>
                  <a:lnTo>
                    <a:pt x="10143" y="7501"/>
                  </a:lnTo>
                  <a:lnTo>
                    <a:pt x="13638" y="8154"/>
                  </a:lnTo>
                  <a:lnTo>
                    <a:pt x="13971" y="8133"/>
                  </a:lnTo>
                  <a:lnTo>
                    <a:pt x="14701" y="8088"/>
                  </a:lnTo>
                  <a:lnTo>
                    <a:pt x="16673" y="8125"/>
                  </a:lnTo>
                  <a:lnTo>
                    <a:pt x="17871" y="8263"/>
                  </a:lnTo>
                  <a:lnTo>
                    <a:pt x="21097" y="8760"/>
                  </a:lnTo>
                  <a:lnTo>
                    <a:pt x="21190" y="7088"/>
                  </a:lnTo>
                  <a:lnTo>
                    <a:pt x="21210" y="6741"/>
                  </a:lnTo>
                  <a:lnTo>
                    <a:pt x="21229" y="6394"/>
                  </a:lnTo>
                  <a:lnTo>
                    <a:pt x="21296" y="4484"/>
                  </a:lnTo>
                  <a:lnTo>
                    <a:pt x="21550" y="4097"/>
                  </a:lnTo>
                  <a:lnTo>
                    <a:pt x="21610" y="3677"/>
                  </a:lnTo>
                  <a:lnTo>
                    <a:pt x="21639" y="3469"/>
                  </a:lnTo>
                  <a:lnTo>
                    <a:pt x="21763" y="2602"/>
                  </a:lnTo>
                  <a:lnTo>
                    <a:pt x="23130" y="3146"/>
                  </a:lnTo>
                  <a:lnTo>
                    <a:pt x="23358" y="2831"/>
                  </a:lnTo>
                  <a:lnTo>
                    <a:pt x="23839" y="1302"/>
                  </a:lnTo>
                  <a:lnTo>
                    <a:pt x="23097" y="601"/>
                  </a:lnTo>
                  <a:lnTo>
                    <a:pt x="22895" y="410"/>
                  </a:lnTo>
                  <a:lnTo>
                    <a:pt x="23102" y="321"/>
                  </a:lnTo>
                  <a:lnTo>
                    <a:pt x="24290" y="199"/>
                  </a:lnTo>
                  <a:lnTo>
                    <a:pt x="24527" y="175"/>
                  </a:lnTo>
                  <a:lnTo>
                    <a:pt x="26044" y="18"/>
                  </a:lnTo>
                  <a:lnTo>
                    <a:pt x="26227" y="0"/>
                  </a:lnTo>
                  <a:lnTo>
                    <a:pt x="26160" y="159"/>
                  </a:lnTo>
                  <a:lnTo>
                    <a:pt x="26061" y="396"/>
                  </a:lnTo>
                  <a:lnTo>
                    <a:pt x="25706" y="12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3851566" y="3664017"/>
              <a:ext cx="60747" cy="87062"/>
            </a:xfrm>
            <a:custGeom>
              <a:avLst/>
              <a:pathLst>
                <a:path w="60747" h="87062">
                  <a:moveTo>
                    <a:pt x="21725" y="85996"/>
                  </a:moveTo>
                  <a:lnTo>
                    <a:pt x="19653" y="87062"/>
                  </a:lnTo>
                  <a:lnTo>
                    <a:pt x="18355" y="85067"/>
                  </a:lnTo>
                  <a:lnTo>
                    <a:pt x="18255" y="84914"/>
                  </a:lnTo>
                  <a:lnTo>
                    <a:pt x="16113" y="86321"/>
                  </a:lnTo>
                  <a:lnTo>
                    <a:pt x="14927" y="85616"/>
                  </a:lnTo>
                  <a:lnTo>
                    <a:pt x="13888" y="86509"/>
                  </a:lnTo>
                  <a:lnTo>
                    <a:pt x="13614" y="86116"/>
                  </a:lnTo>
                  <a:lnTo>
                    <a:pt x="13408" y="85820"/>
                  </a:lnTo>
                  <a:lnTo>
                    <a:pt x="13183" y="84282"/>
                  </a:lnTo>
                  <a:lnTo>
                    <a:pt x="12288" y="76548"/>
                  </a:lnTo>
                  <a:lnTo>
                    <a:pt x="12213" y="75874"/>
                  </a:lnTo>
                  <a:lnTo>
                    <a:pt x="11921" y="73277"/>
                  </a:lnTo>
                  <a:lnTo>
                    <a:pt x="11069" y="64905"/>
                  </a:lnTo>
                  <a:lnTo>
                    <a:pt x="10898" y="63922"/>
                  </a:lnTo>
                  <a:lnTo>
                    <a:pt x="10755" y="63658"/>
                  </a:lnTo>
                  <a:lnTo>
                    <a:pt x="9858" y="61994"/>
                  </a:lnTo>
                  <a:lnTo>
                    <a:pt x="7501" y="57621"/>
                  </a:lnTo>
                  <a:lnTo>
                    <a:pt x="5689" y="54351"/>
                  </a:lnTo>
                  <a:lnTo>
                    <a:pt x="3380" y="50187"/>
                  </a:lnTo>
                  <a:lnTo>
                    <a:pt x="1425" y="46662"/>
                  </a:lnTo>
                  <a:lnTo>
                    <a:pt x="897" y="45461"/>
                  </a:lnTo>
                  <a:lnTo>
                    <a:pt x="400" y="43362"/>
                  </a:lnTo>
                  <a:lnTo>
                    <a:pt x="0" y="41792"/>
                  </a:lnTo>
                  <a:lnTo>
                    <a:pt x="64" y="40879"/>
                  </a:lnTo>
                  <a:lnTo>
                    <a:pt x="235" y="40423"/>
                  </a:lnTo>
                  <a:lnTo>
                    <a:pt x="369" y="40212"/>
                  </a:lnTo>
                  <a:lnTo>
                    <a:pt x="1101" y="39449"/>
                  </a:lnTo>
                  <a:lnTo>
                    <a:pt x="1624" y="38903"/>
                  </a:lnTo>
                  <a:lnTo>
                    <a:pt x="2825" y="37141"/>
                  </a:lnTo>
                  <a:lnTo>
                    <a:pt x="3600" y="35619"/>
                  </a:lnTo>
                  <a:lnTo>
                    <a:pt x="4534" y="33243"/>
                  </a:lnTo>
                  <a:lnTo>
                    <a:pt x="5736" y="30626"/>
                  </a:lnTo>
                  <a:lnTo>
                    <a:pt x="6063" y="29213"/>
                  </a:lnTo>
                  <a:lnTo>
                    <a:pt x="6182" y="26177"/>
                  </a:lnTo>
                  <a:lnTo>
                    <a:pt x="6374" y="25077"/>
                  </a:lnTo>
                  <a:lnTo>
                    <a:pt x="6648" y="24586"/>
                  </a:lnTo>
                  <a:lnTo>
                    <a:pt x="11425" y="17873"/>
                  </a:lnTo>
                  <a:lnTo>
                    <a:pt x="12888" y="15830"/>
                  </a:lnTo>
                  <a:lnTo>
                    <a:pt x="15889" y="11645"/>
                  </a:lnTo>
                  <a:lnTo>
                    <a:pt x="16797" y="10480"/>
                  </a:lnTo>
                  <a:lnTo>
                    <a:pt x="18353" y="9158"/>
                  </a:lnTo>
                  <a:lnTo>
                    <a:pt x="19098" y="8525"/>
                  </a:lnTo>
                  <a:lnTo>
                    <a:pt x="25028" y="3485"/>
                  </a:lnTo>
                  <a:lnTo>
                    <a:pt x="27825" y="1108"/>
                  </a:lnTo>
                  <a:lnTo>
                    <a:pt x="29040" y="0"/>
                  </a:lnTo>
                  <a:lnTo>
                    <a:pt x="30199" y="915"/>
                  </a:lnTo>
                  <a:lnTo>
                    <a:pt x="30006" y="1146"/>
                  </a:lnTo>
                  <a:lnTo>
                    <a:pt x="29585" y="1650"/>
                  </a:lnTo>
                  <a:lnTo>
                    <a:pt x="33247" y="4067"/>
                  </a:lnTo>
                  <a:lnTo>
                    <a:pt x="33085" y="4318"/>
                  </a:lnTo>
                  <a:lnTo>
                    <a:pt x="32031" y="5613"/>
                  </a:lnTo>
                  <a:lnTo>
                    <a:pt x="31470" y="6241"/>
                  </a:lnTo>
                  <a:lnTo>
                    <a:pt x="30573" y="7082"/>
                  </a:lnTo>
                  <a:lnTo>
                    <a:pt x="29840" y="7675"/>
                  </a:lnTo>
                  <a:lnTo>
                    <a:pt x="32755" y="10527"/>
                  </a:lnTo>
                  <a:lnTo>
                    <a:pt x="33041" y="10807"/>
                  </a:lnTo>
                  <a:lnTo>
                    <a:pt x="33683" y="11435"/>
                  </a:lnTo>
                  <a:lnTo>
                    <a:pt x="35648" y="13358"/>
                  </a:lnTo>
                  <a:lnTo>
                    <a:pt x="36246" y="13850"/>
                  </a:lnTo>
                  <a:lnTo>
                    <a:pt x="39016" y="14250"/>
                  </a:lnTo>
                  <a:lnTo>
                    <a:pt x="41719" y="12081"/>
                  </a:lnTo>
                  <a:lnTo>
                    <a:pt x="43021" y="10679"/>
                  </a:lnTo>
                  <a:lnTo>
                    <a:pt x="46793" y="13282"/>
                  </a:lnTo>
                  <a:lnTo>
                    <a:pt x="47394" y="13616"/>
                  </a:lnTo>
                  <a:lnTo>
                    <a:pt x="49062" y="11613"/>
                  </a:lnTo>
                  <a:lnTo>
                    <a:pt x="50898" y="13015"/>
                  </a:lnTo>
                  <a:lnTo>
                    <a:pt x="51933" y="14651"/>
                  </a:lnTo>
                  <a:lnTo>
                    <a:pt x="51499" y="16920"/>
                  </a:lnTo>
                  <a:lnTo>
                    <a:pt x="50498" y="19057"/>
                  </a:lnTo>
                  <a:lnTo>
                    <a:pt x="48528" y="21326"/>
                  </a:lnTo>
                  <a:lnTo>
                    <a:pt x="48028" y="21960"/>
                  </a:lnTo>
                  <a:lnTo>
                    <a:pt x="45524" y="22795"/>
                  </a:lnTo>
                  <a:lnTo>
                    <a:pt x="42988" y="23696"/>
                  </a:lnTo>
                  <a:lnTo>
                    <a:pt x="41486" y="24530"/>
                  </a:lnTo>
                  <a:lnTo>
                    <a:pt x="38782" y="25365"/>
                  </a:lnTo>
                  <a:lnTo>
                    <a:pt x="37712" y="25619"/>
                  </a:lnTo>
                  <a:lnTo>
                    <a:pt x="37478" y="26753"/>
                  </a:lnTo>
                  <a:lnTo>
                    <a:pt x="37812" y="27855"/>
                  </a:lnTo>
                  <a:lnTo>
                    <a:pt x="39915" y="30926"/>
                  </a:lnTo>
                  <a:lnTo>
                    <a:pt x="40849" y="31960"/>
                  </a:lnTo>
                  <a:lnTo>
                    <a:pt x="44321" y="32561"/>
                  </a:lnTo>
                  <a:lnTo>
                    <a:pt x="46624" y="34397"/>
                  </a:lnTo>
                  <a:lnTo>
                    <a:pt x="48192" y="36099"/>
                  </a:lnTo>
                  <a:lnTo>
                    <a:pt x="49394" y="37534"/>
                  </a:lnTo>
                  <a:lnTo>
                    <a:pt x="49694" y="37935"/>
                  </a:lnTo>
                  <a:lnTo>
                    <a:pt x="51096" y="38235"/>
                  </a:lnTo>
                  <a:lnTo>
                    <a:pt x="52450" y="38345"/>
                  </a:lnTo>
                  <a:lnTo>
                    <a:pt x="53075" y="38396"/>
                  </a:lnTo>
                  <a:lnTo>
                    <a:pt x="54999" y="38067"/>
                  </a:lnTo>
                  <a:lnTo>
                    <a:pt x="55973" y="37900"/>
                  </a:lnTo>
                  <a:lnTo>
                    <a:pt x="56688" y="39917"/>
                  </a:lnTo>
                  <a:lnTo>
                    <a:pt x="56747" y="40083"/>
                  </a:lnTo>
                  <a:lnTo>
                    <a:pt x="58466" y="39456"/>
                  </a:lnTo>
                  <a:lnTo>
                    <a:pt x="59362" y="39130"/>
                  </a:lnTo>
                  <a:lnTo>
                    <a:pt x="60747" y="43749"/>
                  </a:lnTo>
                  <a:lnTo>
                    <a:pt x="52416" y="46846"/>
                  </a:lnTo>
                  <a:lnTo>
                    <a:pt x="46302" y="46446"/>
                  </a:lnTo>
                  <a:lnTo>
                    <a:pt x="31732" y="44644"/>
                  </a:lnTo>
                  <a:lnTo>
                    <a:pt x="31075" y="45730"/>
                  </a:lnTo>
                  <a:lnTo>
                    <a:pt x="31876" y="47653"/>
                  </a:lnTo>
                  <a:lnTo>
                    <a:pt x="36522" y="50056"/>
                  </a:lnTo>
                  <a:lnTo>
                    <a:pt x="43878" y="54158"/>
                  </a:lnTo>
                  <a:lnTo>
                    <a:pt x="48745" y="57112"/>
                  </a:lnTo>
                  <a:lnTo>
                    <a:pt x="48785" y="61718"/>
                  </a:lnTo>
                  <a:lnTo>
                    <a:pt x="42339" y="62957"/>
                  </a:lnTo>
                  <a:lnTo>
                    <a:pt x="42913" y="66224"/>
                  </a:lnTo>
                  <a:lnTo>
                    <a:pt x="43568" y="69953"/>
                  </a:lnTo>
                  <a:lnTo>
                    <a:pt x="43316" y="75026"/>
                  </a:lnTo>
                  <a:lnTo>
                    <a:pt x="43247" y="76415"/>
                  </a:lnTo>
                  <a:lnTo>
                    <a:pt x="43337" y="77149"/>
                  </a:lnTo>
                  <a:lnTo>
                    <a:pt x="39696" y="78651"/>
                  </a:lnTo>
                  <a:lnTo>
                    <a:pt x="40531" y="80772"/>
                  </a:lnTo>
                  <a:lnTo>
                    <a:pt x="40600" y="80945"/>
                  </a:lnTo>
                  <a:lnTo>
                    <a:pt x="35205" y="83487"/>
                  </a:lnTo>
                  <a:lnTo>
                    <a:pt x="33670" y="80504"/>
                  </a:lnTo>
                  <a:lnTo>
                    <a:pt x="35354" y="79655"/>
                  </a:lnTo>
                  <a:lnTo>
                    <a:pt x="34421" y="78050"/>
                  </a:lnTo>
                  <a:lnTo>
                    <a:pt x="29815" y="80766"/>
                  </a:lnTo>
                  <a:lnTo>
                    <a:pt x="26061" y="82879"/>
                  </a:lnTo>
                  <a:lnTo>
                    <a:pt x="26357" y="83375"/>
                  </a:lnTo>
                  <a:lnTo>
                    <a:pt x="26498" y="836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3980483" y="3662240"/>
              <a:ext cx="123319" cy="116972"/>
            </a:xfrm>
            <a:custGeom>
              <a:avLst/>
              <a:pathLst>
                <a:path w="123319" h="116972">
                  <a:moveTo>
                    <a:pt x="69281" y="65784"/>
                  </a:moveTo>
                  <a:lnTo>
                    <a:pt x="67785" y="76892"/>
                  </a:lnTo>
                  <a:lnTo>
                    <a:pt x="58440" y="76304"/>
                  </a:lnTo>
                  <a:lnTo>
                    <a:pt x="58701" y="73940"/>
                  </a:lnTo>
                  <a:lnTo>
                    <a:pt x="56822" y="73947"/>
                  </a:lnTo>
                  <a:lnTo>
                    <a:pt x="54648" y="73955"/>
                  </a:lnTo>
                  <a:lnTo>
                    <a:pt x="52886" y="74115"/>
                  </a:lnTo>
                  <a:lnTo>
                    <a:pt x="51497" y="75236"/>
                  </a:lnTo>
                  <a:lnTo>
                    <a:pt x="47118" y="75984"/>
                  </a:lnTo>
                  <a:lnTo>
                    <a:pt x="45035" y="76945"/>
                  </a:lnTo>
                  <a:lnTo>
                    <a:pt x="44448" y="77853"/>
                  </a:lnTo>
                  <a:lnTo>
                    <a:pt x="44768" y="80149"/>
                  </a:lnTo>
                  <a:lnTo>
                    <a:pt x="44608" y="84155"/>
                  </a:lnTo>
                  <a:lnTo>
                    <a:pt x="41137" y="88801"/>
                  </a:lnTo>
                  <a:lnTo>
                    <a:pt x="38947" y="87306"/>
                  </a:lnTo>
                  <a:lnTo>
                    <a:pt x="36651" y="89228"/>
                  </a:lnTo>
                  <a:lnTo>
                    <a:pt x="35327" y="89148"/>
                  </a:lnTo>
                  <a:lnTo>
                    <a:pt x="25821" y="86745"/>
                  </a:lnTo>
                  <a:lnTo>
                    <a:pt x="26729" y="80283"/>
                  </a:lnTo>
                  <a:lnTo>
                    <a:pt x="23792" y="78948"/>
                  </a:lnTo>
                  <a:lnTo>
                    <a:pt x="24330" y="77939"/>
                  </a:lnTo>
                  <a:lnTo>
                    <a:pt x="24646" y="77346"/>
                  </a:lnTo>
                  <a:lnTo>
                    <a:pt x="24242" y="77160"/>
                  </a:lnTo>
                  <a:lnTo>
                    <a:pt x="18611" y="74569"/>
                  </a:lnTo>
                  <a:lnTo>
                    <a:pt x="17462" y="72960"/>
                  </a:lnTo>
                  <a:lnTo>
                    <a:pt x="17009" y="72326"/>
                  </a:lnTo>
                  <a:lnTo>
                    <a:pt x="15280" y="73287"/>
                  </a:lnTo>
                  <a:lnTo>
                    <a:pt x="11722" y="75263"/>
                  </a:lnTo>
                  <a:lnTo>
                    <a:pt x="8037" y="77239"/>
                  </a:lnTo>
                  <a:lnTo>
                    <a:pt x="6596" y="76438"/>
                  </a:lnTo>
                  <a:lnTo>
                    <a:pt x="3765" y="77132"/>
                  </a:lnTo>
                  <a:lnTo>
                    <a:pt x="2483" y="74515"/>
                  </a:lnTo>
                  <a:lnTo>
                    <a:pt x="6489" y="72753"/>
                  </a:lnTo>
                  <a:lnTo>
                    <a:pt x="8625" y="69762"/>
                  </a:lnTo>
                  <a:lnTo>
                    <a:pt x="11034" y="68760"/>
                  </a:lnTo>
                  <a:lnTo>
                    <a:pt x="17859" y="63886"/>
                  </a:lnTo>
                  <a:lnTo>
                    <a:pt x="17659" y="61684"/>
                  </a:lnTo>
                  <a:lnTo>
                    <a:pt x="13858" y="57319"/>
                  </a:lnTo>
                  <a:lnTo>
                    <a:pt x="10494" y="55771"/>
                  </a:lnTo>
                  <a:lnTo>
                    <a:pt x="7378" y="53606"/>
                  </a:lnTo>
                  <a:lnTo>
                    <a:pt x="3106" y="48733"/>
                  </a:lnTo>
                  <a:lnTo>
                    <a:pt x="0" y="43255"/>
                  </a:lnTo>
                  <a:lnTo>
                    <a:pt x="2776" y="39632"/>
                  </a:lnTo>
                  <a:lnTo>
                    <a:pt x="3587" y="38458"/>
                  </a:lnTo>
                  <a:lnTo>
                    <a:pt x="6752" y="33872"/>
                  </a:lnTo>
                  <a:lnTo>
                    <a:pt x="9511" y="30439"/>
                  </a:lnTo>
                  <a:lnTo>
                    <a:pt x="10283" y="29477"/>
                  </a:lnTo>
                  <a:lnTo>
                    <a:pt x="10649" y="29019"/>
                  </a:lnTo>
                  <a:lnTo>
                    <a:pt x="8098" y="24763"/>
                  </a:lnTo>
                  <a:lnTo>
                    <a:pt x="8908" y="24232"/>
                  </a:lnTo>
                  <a:lnTo>
                    <a:pt x="9749" y="23680"/>
                  </a:lnTo>
                  <a:lnTo>
                    <a:pt x="15976" y="19596"/>
                  </a:lnTo>
                  <a:lnTo>
                    <a:pt x="18369" y="18096"/>
                  </a:lnTo>
                  <a:lnTo>
                    <a:pt x="19014" y="17677"/>
                  </a:lnTo>
                  <a:lnTo>
                    <a:pt x="20310" y="16929"/>
                  </a:lnTo>
                  <a:lnTo>
                    <a:pt x="22549" y="16618"/>
                  </a:lnTo>
                  <a:lnTo>
                    <a:pt x="25010" y="16404"/>
                  </a:lnTo>
                  <a:lnTo>
                    <a:pt x="27471" y="15951"/>
                  </a:lnTo>
                  <a:lnTo>
                    <a:pt x="29874" y="12560"/>
                  </a:lnTo>
                  <a:lnTo>
                    <a:pt x="33133" y="7484"/>
                  </a:lnTo>
                  <a:lnTo>
                    <a:pt x="33736" y="6616"/>
                  </a:lnTo>
                  <a:lnTo>
                    <a:pt x="35178" y="6162"/>
                  </a:lnTo>
                  <a:lnTo>
                    <a:pt x="38756" y="5548"/>
                  </a:lnTo>
                  <a:lnTo>
                    <a:pt x="39317" y="5388"/>
                  </a:lnTo>
                  <a:lnTo>
                    <a:pt x="40837" y="924"/>
                  </a:lnTo>
                  <a:lnTo>
                    <a:pt x="48588" y="0"/>
                  </a:lnTo>
                  <a:lnTo>
                    <a:pt x="51867" y="1254"/>
                  </a:lnTo>
                  <a:lnTo>
                    <a:pt x="55054" y="4717"/>
                  </a:lnTo>
                  <a:lnTo>
                    <a:pt x="55680" y="6867"/>
                  </a:lnTo>
                  <a:lnTo>
                    <a:pt x="53399" y="11107"/>
                  </a:lnTo>
                  <a:lnTo>
                    <a:pt x="52118" y="15352"/>
                  </a:lnTo>
                  <a:lnTo>
                    <a:pt x="54481" y="16554"/>
                  </a:lnTo>
                  <a:lnTo>
                    <a:pt x="58806" y="18597"/>
                  </a:lnTo>
                  <a:lnTo>
                    <a:pt x="64173" y="19518"/>
                  </a:lnTo>
                  <a:lnTo>
                    <a:pt x="66977" y="20199"/>
                  </a:lnTo>
                  <a:lnTo>
                    <a:pt x="69305" y="20182"/>
                  </a:lnTo>
                  <a:lnTo>
                    <a:pt x="73786" y="19318"/>
                  </a:lnTo>
                  <a:lnTo>
                    <a:pt x="79393" y="17755"/>
                  </a:lnTo>
                  <a:lnTo>
                    <a:pt x="89887" y="14031"/>
                  </a:lnTo>
                  <a:lnTo>
                    <a:pt x="96913" y="10479"/>
                  </a:lnTo>
                  <a:lnTo>
                    <a:pt x="102080" y="9077"/>
                  </a:lnTo>
                  <a:lnTo>
                    <a:pt x="103460" y="13650"/>
                  </a:lnTo>
                  <a:lnTo>
                    <a:pt x="104122" y="15846"/>
                  </a:lnTo>
                  <a:lnTo>
                    <a:pt x="113455" y="15205"/>
                  </a:lnTo>
                  <a:lnTo>
                    <a:pt x="114216" y="19210"/>
                  </a:lnTo>
                  <a:lnTo>
                    <a:pt x="112868" y="19250"/>
                  </a:lnTo>
                  <a:lnTo>
                    <a:pt x="105019" y="20249"/>
                  </a:lnTo>
                  <a:lnTo>
                    <a:pt x="104270" y="20770"/>
                  </a:lnTo>
                  <a:lnTo>
                    <a:pt x="103648" y="21625"/>
                  </a:lnTo>
                  <a:lnTo>
                    <a:pt x="103024" y="23214"/>
                  </a:lnTo>
                  <a:lnTo>
                    <a:pt x="102563" y="24005"/>
                  </a:lnTo>
                  <a:lnTo>
                    <a:pt x="102431" y="24231"/>
                  </a:lnTo>
                  <a:lnTo>
                    <a:pt x="101416" y="24987"/>
                  </a:lnTo>
                  <a:lnTo>
                    <a:pt x="100981" y="25442"/>
                  </a:lnTo>
                  <a:lnTo>
                    <a:pt x="101243" y="26616"/>
                  </a:lnTo>
                  <a:lnTo>
                    <a:pt x="102377" y="30446"/>
                  </a:lnTo>
                  <a:lnTo>
                    <a:pt x="104065" y="35954"/>
                  </a:lnTo>
                  <a:lnTo>
                    <a:pt x="105049" y="38709"/>
                  </a:lnTo>
                  <a:lnTo>
                    <a:pt x="103733" y="42812"/>
                  </a:lnTo>
                  <a:lnTo>
                    <a:pt x="102517" y="46602"/>
                  </a:lnTo>
                  <a:lnTo>
                    <a:pt x="104145" y="47857"/>
                  </a:lnTo>
                  <a:lnTo>
                    <a:pt x="103219" y="49933"/>
                  </a:lnTo>
                  <a:lnTo>
                    <a:pt x="103987" y="50989"/>
                  </a:lnTo>
                  <a:lnTo>
                    <a:pt x="104981" y="52356"/>
                  </a:lnTo>
                  <a:lnTo>
                    <a:pt x="104060" y="53562"/>
                  </a:lnTo>
                  <a:lnTo>
                    <a:pt x="121750" y="65311"/>
                  </a:lnTo>
                  <a:lnTo>
                    <a:pt x="122418" y="67046"/>
                  </a:lnTo>
                  <a:lnTo>
                    <a:pt x="117478" y="75925"/>
                  </a:lnTo>
                  <a:lnTo>
                    <a:pt x="115416" y="74719"/>
                  </a:lnTo>
                  <a:lnTo>
                    <a:pt x="111203" y="72253"/>
                  </a:lnTo>
                  <a:lnTo>
                    <a:pt x="109734" y="74056"/>
                  </a:lnTo>
                  <a:lnTo>
                    <a:pt x="110268" y="75191"/>
                  </a:lnTo>
                  <a:lnTo>
                    <a:pt x="110802" y="77260"/>
                  </a:lnTo>
                  <a:lnTo>
                    <a:pt x="110948" y="79391"/>
                  </a:lnTo>
                  <a:lnTo>
                    <a:pt x="109096" y="82151"/>
                  </a:lnTo>
                  <a:lnTo>
                    <a:pt x="104494" y="84209"/>
                  </a:lnTo>
                  <a:lnTo>
                    <a:pt x="102892" y="85731"/>
                  </a:lnTo>
                  <a:lnTo>
                    <a:pt x="103533" y="88855"/>
                  </a:lnTo>
                  <a:lnTo>
                    <a:pt x="107298" y="92139"/>
                  </a:lnTo>
                  <a:lnTo>
                    <a:pt x="112505" y="95824"/>
                  </a:lnTo>
                  <a:lnTo>
                    <a:pt x="116510" y="100230"/>
                  </a:lnTo>
                  <a:lnTo>
                    <a:pt x="118833" y="104396"/>
                  </a:lnTo>
                  <a:lnTo>
                    <a:pt x="122037" y="109122"/>
                  </a:lnTo>
                  <a:lnTo>
                    <a:pt x="123319" y="114168"/>
                  </a:lnTo>
                  <a:lnTo>
                    <a:pt x="119794" y="116972"/>
                  </a:lnTo>
                  <a:lnTo>
                    <a:pt x="118365" y="115352"/>
                  </a:lnTo>
                  <a:lnTo>
                    <a:pt x="117391" y="114249"/>
                  </a:lnTo>
                  <a:lnTo>
                    <a:pt x="113306" y="110964"/>
                  </a:lnTo>
                  <a:lnTo>
                    <a:pt x="112344" y="112006"/>
                  </a:lnTo>
                  <a:lnTo>
                    <a:pt x="111670" y="111620"/>
                  </a:lnTo>
                  <a:lnTo>
                    <a:pt x="109541" y="110403"/>
                  </a:lnTo>
                  <a:lnTo>
                    <a:pt x="108499" y="111845"/>
                  </a:lnTo>
                  <a:lnTo>
                    <a:pt x="106016" y="110644"/>
                  </a:lnTo>
                  <a:lnTo>
                    <a:pt x="101050" y="107600"/>
                  </a:lnTo>
                  <a:lnTo>
                    <a:pt x="93920" y="102954"/>
                  </a:lnTo>
                  <a:lnTo>
                    <a:pt x="95292" y="101277"/>
                  </a:lnTo>
                  <a:lnTo>
                    <a:pt x="96083" y="100310"/>
                  </a:lnTo>
                  <a:lnTo>
                    <a:pt x="91277" y="96545"/>
                  </a:lnTo>
                  <a:lnTo>
                    <a:pt x="90420" y="97259"/>
                  </a:lnTo>
                  <a:lnTo>
                    <a:pt x="87912" y="99349"/>
                  </a:lnTo>
                  <a:lnTo>
                    <a:pt x="86550" y="97827"/>
                  </a:lnTo>
                  <a:lnTo>
                    <a:pt x="79021" y="88294"/>
                  </a:lnTo>
                  <a:lnTo>
                    <a:pt x="78001" y="84596"/>
                  </a:lnTo>
                  <a:lnTo>
                    <a:pt x="77307" y="82082"/>
                  </a:lnTo>
                  <a:lnTo>
                    <a:pt x="78175" y="79278"/>
                  </a:lnTo>
                  <a:lnTo>
                    <a:pt x="79310" y="76007"/>
                  </a:lnTo>
                  <a:lnTo>
                    <a:pt x="80963" y="74123"/>
                  </a:lnTo>
                  <a:lnTo>
                    <a:pt x="70054" y="651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4078147" y="3406631"/>
              <a:ext cx="54164" cy="51332"/>
            </a:xfrm>
            <a:custGeom>
              <a:avLst/>
              <a:pathLst>
                <a:path w="54164" h="51332">
                  <a:moveTo>
                    <a:pt x="13372" y="9226"/>
                  </a:moveTo>
                  <a:lnTo>
                    <a:pt x="13294" y="9994"/>
                  </a:lnTo>
                  <a:lnTo>
                    <a:pt x="13199" y="10923"/>
                  </a:lnTo>
                  <a:lnTo>
                    <a:pt x="13166" y="11240"/>
                  </a:lnTo>
                  <a:lnTo>
                    <a:pt x="13117" y="11722"/>
                  </a:lnTo>
                  <a:lnTo>
                    <a:pt x="13302" y="11744"/>
                  </a:lnTo>
                  <a:lnTo>
                    <a:pt x="13871" y="11812"/>
                  </a:lnTo>
                  <a:lnTo>
                    <a:pt x="17389" y="11775"/>
                  </a:lnTo>
                  <a:lnTo>
                    <a:pt x="17622" y="11772"/>
                  </a:lnTo>
                  <a:lnTo>
                    <a:pt x="20941" y="11506"/>
                  </a:lnTo>
                  <a:lnTo>
                    <a:pt x="21450" y="11465"/>
                  </a:lnTo>
                  <a:lnTo>
                    <a:pt x="22243" y="11402"/>
                  </a:lnTo>
                  <a:lnTo>
                    <a:pt x="23546" y="11297"/>
                  </a:lnTo>
                  <a:lnTo>
                    <a:pt x="24917" y="11206"/>
                  </a:lnTo>
                  <a:lnTo>
                    <a:pt x="25425" y="11147"/>
                  </a:lnTo>
                  <a:lnTo>
                    <a:pt x="28226" y="10820"/>
                  </a:lnTo>
                  <a:lnTo>
                    <a:pt x="28962" y="10734"/>
                  </a:lnTo>
                  <a:lnTo>
                    <a:pt x="29750" y="10642"/>
                  </a:lnTo>
                  <a:lnTo>
                    <a:pt x="40389" y="9399"/>
                  </a:lnTo>
                  <a:lnTo>
                    <a:pt x="43605" y="9024"/>
                  </a:lnTo>
                  <a:lnTo>
                    <a:pt x="43961" y="9096"/>
                  </a:lnTo>
                  <a:lnTo>
                    <a:pt x="43887" y="12420"/>
                  </a:lnTo>
                  <a:lnTo>
                    <a:pt x="43857" y="13734"/>
                  </a:lnTo>
                  <a:lnTo>
                    <a:pt x="43825" y="14447"/>
                  </a:lnTo>
                  <a:lnTo>
                    <a:pt x="43849" y="16585"/>
                  </a:lnTo>
                  <a:lnTo>
                    <a:pt x="43859" y="17507"/>
                  </a:lnTo>
                  <a:lnTo>
                    <a:pt x="43865" y="18035"/>
                  </a:lnTo>
                  <a:lnTo>
                    <a:pt x="45604" y="18123"/>
                  </a:lnTo>
                  <a:lnTo>
                    <a:pt x="46022" y="18144"/>
                  </a:lnTo>
                  <a:lnTo>
                    <a:pt x="46226" y="18154"/>
                  </a:lnTo>
                  <a:lnTo>
                    <a:pt x="48563" y="18273"/>
                  </a:lnTo>
                  <a:lnTo>
                    <a:pt x="49570" y="18339"/>
                  </a:lnTo>
                  <a:lnTo>
                    <a:pt x="51933" y="18493"/>
                  </a:lnTo>
                  <a:lnTo>
                    <a:pt x="52401" y="18529"/>
                  </a:lnTo>
                  <a:lnTo>
                    <a:pt x="52558" y="18913"/>
                  </a:lnTo>
                  <a:lnTo>
                    <a:pt x="54164" y="22861"/>
                  </a:lnTo>
                  <a:lnTo>
                    <a:pt x="53245" y="23213"/>
                  </a:lnTo>
                  <a:lnTo>
                    <a:pt x="49898" y="24496"/>
                  </a:lnTo>
                  <a:lnTo>
                    <a:pt x="47896" y="26819"/>
                  </a:lnTo>
                  <a:lnTo>
                    <a:pt x="47591" y="31609"/>
                  </a:lnTo>
                  <a:lnTo>
                    <a:pt x="46990" y="36148"/>
                  </a:lnTo>
                  <a:lnTo>
                    <a:pt x="46716" y="43285"/>
                  </a:lnTo>
                  <a:lnTo>
                    <a:pt x="48508" y="47596"/>
                  </a:lnTo>
                  <a:lnTo>
                    <a:pt x="47676" y="49738"/>
                  </a:lnTo>
                  <a:lnTo>
                    <a:pt x="44932" y="49970"/>
                  </a:lnTo>
                  <a:lnTo>
                    <a:pt x="41247" y="51332"/>
                  </a:lnTo>
                  <a:lnTo>
                    <a:pt x="34438" y="51171"/>
                  </a:lnTo>
                  <a:lnTo>
                    <a:pt x="29231" y="49329"/>
                  </a:lnTo>
                  <a:lnTo>
                    <a:pt x="26267" y="46525"/>
                  </a:lnTo>
                  <a:lnTo>
                    <a:pt x="21701" y="43161"/>
                  </a:lnTo>
                  <a:lnTo>
                    <a:pt x="19859" y="41646"/>
                  </a:lnTo>
                  <a:lnTo>
                    <a:pt x="16712" y="39056"/>
                  </a:lnTo>
                  <a:lnTo>
                    <a:pt x="15660" y="39449"/>
                  </a:lnTo>
                  <a:lnTo>
                    <a:pt x="15312" y="39579"/>
                  </a:lnTo>
                  <a:lnTo>
                    <a:pt x="14741" y="39793"/>
                  </a:lnTo>
                  <a:lnTo>
                    <a:pt x="10960" y="41118"/>
                  </a:lnTo>
                  <a:lnTo>
                    <a:pt x="10643" y="40789"/>
                  </a:lnTo>
                  <a:lnTo>
                    <a:pt x="10115" y="40163"/>
                  </a:lnTo>
                  <a:lnTo>
                    <a:pt x="9725" y="39701"/>
                  </a:lnTo>
                  <a:lnTo>
                    <a:pt x="9246" y="39133"/>
                  </a:lnTo>
                  <a:lnTo>
                    <a:pt x="7275" y="36797"/>
                  </a:lnTo>
                  <a:lnTo>
                    <a:pt x="6181" y="35500"/>
                  </a:lnTo>
                  <a:lnTo>
                    <a:pt x="6718" y="35376"/>
                  </a:lnTo>
                  <a:lnTo>
                    <a:pt x="8967" y="35311"/>
                  </a:lnTo>
                  <a:lnTo>
                    <a:pt x="9836" y="35347"/>
                  </a:lnTo>
                  <a:lnTo>
                    <a:pt x="10537" y="35375"/>
                  </a:lnTo>
                  <a:lnTo>
                    <a:pt x="11509" y="35250"/>
                  </a:lnTo>
                  <a:lnTo>
                    <a:pt x="12035" y="35182"/>
                  </a:lnTo>
                  <a:lnTo>
                    <a:pt x="13489" y="34852"/>
                  </a:lnTo>
                  <a:lnTo>
                    <a:pt x="14114" y="34711"/>
                  </a:lnTo>
                  <a:lnTo>
                    <a:pt x="15287" y="34445"/>
                  </a:lnTo>
                  <a:lnTo>
                    <a:pt x="16079" y="34282"/>
                  </a:lnTo>
                  <a:lnTo>
                    <a:pt x="16245" y="34252"/>
                  </a:lnTo>
                  <a:lnTo>
                    <a:pt x="16531" y="34200"/>
                  </a:lnTo>
                  <a:lnTo>
                    <a:pt x="16916" y="33981"/>
                  </a:lnTo>
                  <a:lnTo>
                    <a:pt x="15968" y="32572"/>
                  </a:lnTo>
                  <a:lnTo>
                    <a:pt x="15194" y="30749"/>
                  </a:lnTo>
                  <a:lnTo>
                    <a:pt x="14926" y="30120"/>
                  </a:lnTo>
                  <a:lnTo>
                    <a:pt x="14510" y="28974"/>
                  </a:lnTo>
                  <a:lnTo>
                    <a:pt x="14205" y="28134"/>
                  </a:lnTo>
                  <a:lnTo>
                    <a:pt x="13869" y="27031"/>
                  </a:lnTo>
                  <a:lnTo>
                    <a:pt x="13359" y="26994"/>
                  </a:lnTo>
                  <a:lnTo>
                    <a:pt x="12624" y="26941"/>
                  </a:lnTo>
                  <a:lnTo>
                    <a:pt x="11908" y="26700"/>
                  </a:lnTo>
                  <a:lnTo>
                    <a:pt x="10333" y="26172"/>
                  </a:lnTo>
                  <a:lnTo>
                    <a:pt x="10015" y="25942"/>
                  </a:lnTo>
                  <a:lnTo>
                    <a:pt x="9519" y="25583"/>
                  </a:lnTo>
                  <a:lnTo>
                    <a:pt x="8501" y="24847"/>
                  </a:lnTo>
                  <a:lnTo>
                    <a:pt x="7208" y="24054"/>
                  </a:lnTo>
                  <a:lnTo>
                    <a:pt x="6640" y="23694"/>
                  </a:lnTo>
                  <a:lnTo>
                    <a:pt x="8248" y="23174"/>
                  </a:lnTo>
                  <a:lnTo>
                    <a:pt x="8779" y="23003"/>
                  </a:lnTo>
                  <a:lnTo>
                    <a:pt x="8932" y="23010"/>
                  </a:lnTo>
                  <a:lnTo>
                    <a:pt x="9132" y="23019"/>
                  </a:lnTo>
                  <a:lnTo>
                    <a:pt x="9167" y="22591"/>
                  </a:lnTo>
                  <a:lnTo>
                    <a:pt x="9272" y="21326"/>
                  </a:lnTo>
                  <a:lnTo>
                    <a:pt x="9395" y="19838"/>
                  </a:lnTo>
                  <a:lnTo>
                    <a:pt x="9436" y="19350"/>
                  </a:lnTo>
                  <a:lnTo>
                    <a:pt x="9292" y="18901"/>
                  </a:lnTo>
                  <a:lnTo>
                    <a:pt x="8715" y="18661"/>
                  </a:lnTo>
                  <a:lnTo>
                    <a:pt x="8122" y="18533"/>
                  </a:lnTo>
                  <a:lnTo>
                    <a:pt x="7049" y="17940"/>
                  </a:lnTo>
                  <a:lnTo>
                    <a:pt x="6498" y="17578"/>
                  </a:lnTo>
                  <a:lnTo>
                    <a:pt x="4758" y="16434"/>
                  </a:lnTo>
                  <a:lnTo>
                    <a:pt x="3368" y="15438"/>
                  </a:lnTo>
                  <a:lnTo>
                    <a:pt x="2723" y="14976"/>
                  </a:lnTo>
                  <a:lnTo>
                    <a:pt x="972" y="13411"/>
                  </a:lnTo>
                  <a:lnTo>
                    <a:pt x="0" y="12541"/>
                  </a:lnTo>
                  <a:lnTo>
                    <a:pt x="1122" y="10984"/>
                  </a:lnTo>
                  <a:lnTo>
                    <a:pt x="1430" y="10556"/>
                  </a:lnTo>
                  <a:lnTo>
                    <a:pt x="3016" y="8356"/>
                  </a:lnTo>
                  <a:lnTo>
                    <a:pt x="3737" y="7688"/>
                  </a:lnTo>
                  <a:lnTo>
                    <a:pt x="4331" y="7972"/>
                  </a:lnTo>
                  <a:lnTo>
                    <a:pt x="4564" y="8108"/>
                  </a:lnTo>
                  <a:lnTo>
                    <a:pt x="4976" y="8347"/>
                  </a:lnTo>
                  <a:lnTo>
                    <a:pt x="5803" y="8828"/>
                  </a:lnTo>
                  <a:lnTo>
                    <a:pt x="6949" y="9600"/>
                  </a:lnTo>
                  <a:lnTo>
                    <a:pt x="7288" y="9326"/>
                  </a:lnTo>
                  <a:lnTo>
                    <a:pt x="7540" y="9179"/>
                  </a:lnTo>
                  <a:lnTo>
                    <a:pt x="8116" y="8845"/>
                  </a:lnTo>
                  <a:lnTo>
                    <a:pt x="8255" y="8764"/>
                  </a:lnTo>
                  <a:lnTo>
                    <a:pt x="8391" y="8270"/>
                  </a:lnTo>
                  <a:lnTo>
                    <a:pt x="8449" y="8060"/>
                  </a:lnTo>
                  <a:lnTo>
                    <a:pt x="8600" y="7515"/>
                  </a:lnTo>
                  <a:lnTo>
                    <a:pt x="9818" y="1044"/>
                  </a:lnTo>
                  <a:lnTo>
                    <a:pt x="14958" y="0"/>
                  </a:lnTo>
                  <a:lnTo>
                    <a:pt x="13452" y="8443"/>
                  </a:lnTo>
                  <a:lnTo>
                    <a:pt x="13403" y="89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4166710" y="3356878"/>
              <a:ext cx="117014" cy="51611"/>
            </a:xfrm>
            <a:custGeom>
              <a:avLst/>
              <a:pathLst>
                <a:path w="117014" h="51611">
                  <a:moveTo>
                    <a:pt x="116804" y="0"/>
                  </a:moveTo>
                  <a:lnTo>
                    <a:pt x="117014" y="64"/>
                  </a:lnTo>
                  <a:lnTo>
                    <a:pt x="116943" y="396"/>
                  </a:lnTo>
                  <a:lnTo>
                    <a:pt x="116712" y="1478"/>
                  </a:lnTo>
                  <a:lnTo>
                    <a:pt x="116118" y="3048"/>
                  </a:lnTo>
                  <a:lnTo>
                    <a:pt x="115931" y="3504"/>
                  </a:lnTo>
                  <a:lnTo>
                    <a:pt x="115235" y="5090"/>
                  </a:lnTo>
                  <a:lnTo>
                    <a:pt x="114974" y="5685"/>
                  </a:lnTo>
                  <a:lnTo>
                    <a:pt x="114719" y="6238"/>
                  </a:lnTo>
                  <a:lnTo>
                    <a:pt x="114643" y="6404"/>
                  </a:lnTo>
                  <a:lnTo>
                    <a:pt x="114364" y="7009"/>
                  </a:lnTo>
                  <a:lnTo>
                    <a:pt x="114079" y="7528"/>
                  </a:lnTo>
                  <a:lnTo>
                    <a:pt x="113434" y="8605"/>
                  </a:lnTo>
                  <a:lnTo>
                    <a:pt x="112889" y="9436"/>
                  </a:lnTo>
                  <a:lnTo>
                    <a:pt x="112792" y="9693"/>
                  </a:lnTo>
                  <a:lnTo>
                    <a:pt x="112706" y="9919"/>
                  </a:lnTo>
                  <a:lnTo>
                    <a:pt x="112698" y="10095"/>
                  </a:lnTo>
                  <a:lnTo>
                    <a:pt x="112672" y="10614"/>
                  </a:lnTo>
                  <a:lnTo>
                    <a:pt x="112613" y="11827"/>
                  </a:lnTo>
                  <a:lnTo>
                    <a:pt x="112595" y="12328"/>
                  </a:lnTo>
                  <a:lnTo>
                    <a:pt x="112591" y="12533"/>
                  </a:lnTo>
                  <a:lnTo>
                    <a:pt x="112543" y="14945"/>
                  </a:lnTo>
                  <a:lnTo>
                    <a:pt x="112533" y="15399"/>
                  </a:lnTo>
                  <a:lnTo>
                    <a:pt x="112529" y="15631"/>
                  </a:lnTo>
                  <a:lnTo>
                    <a:pt x="112519" y="16101"/>
                  </a:lnTo>
                  <a:lnTo>
                    <a:pt x="112528" y="16799"/>
                  </a:lnTo>
                  <a:lnTo>
                    <a:pt x="112163" y="16805"/>
                  </a:lnTo>
                  <a:lnTo>
                    <a:pt x="111863" y="16811"/>
                  </a:lnTo>
                  <a:lnTo>
                    <a:pt x="104852" y="16936"/>
                  </a:lnTo>
                  <a:lnTo>
                    <a:pt x="104495" y="16942"/>
                  </a:lnTo>
                  <a:lnTo>
                    <a:pt x="104785" y="17186"/>
                  </a:lnTo>
                  <a:lnTo>
                    <a:pt x="105449" y="17660"/>
                  </a:lnTo>
                  <a:lnTo>
                    <a:pt x="105848" y="17945"/>
                  </a:lnTo>
                  <a:lnTo>
                    <a:pt x="106974" y="18709"/>
                  </a:lnTo>
                  <a:lnTo>
                    <a:pt x="107125" y="18792"/>
                  </a:lnTo>
                  <a:lnTo>
                    <a:pt x="108329" y="19450"/>
                  </a:lnTo>
                  <a:lnTo>
                    <a:pt x="110406" y="21492"/>
                  </a:lnTo>
                  <a:lnTo>
                    <a:pt x="110853" y="21865"/>
                  </a:lnTo>
                  <a:lnTo>
                    <a:pt x="111183" y="22157"/>
                  </a:lnTo>
                  <a:lnTo>
                    <a:pt x="111016" y="22423"/>
                  </a:lnTo>
                  <a:lnTo>
                    <a:pt x="110846" y="22691"/>
                  </a:lnTo>
                  <a:lnTo>
                    <a:pt x="109954" y="24103"/>
                  </a:lnTo>
                  <a:lnTo>
                    <a:pt x="110355" y="24434"/>
                  </a:lnTo>
                  <a:lnTo>
                    <a:pt x="110224" y="24589"/>
                  </a:lnTo>
                  <a:lnTo>
                    <a:pt x="110106" y="24728"/>
                  </a:lnTo>
                  <a:lnTo>
                    <a:pt x="109651" y="25264"/>
                  </a:lnTo>
                  <a:lnTo>
                    <a:pt x="109436" y="25518"/>
                  </a:lnTo>
                  <a:lnTo>
                    <a:pt x="109045" y="25979"/>
                  </a:lnTo>
                  <a:lnTo>
                    <a:pt x="107831" y="27412"/>
                  </a:lnTo>
                  <a:lnTo>
                    <a:pt x="107375" y="27950"/>
                  </a:lnTo>
                  <a:lnTo>
                    <a:pt x="107256" y="28091"/>
                  </a:lnTo>
                  <a:lnTo>
                    <a:pt x="106579" y="28890"/>
                  </a:lnTo>
                  <a:lnTo>
                    <a:pt x="106448" y="29044"/>
                  </a:lnTo>
                  <a:lnTo>
                    <a:pt x="100668" y="24621"/>
                  </a:lnTo>
                  <a:lnTo>
                    <a:pt x="98443" y="25906"/>
                  </a:lnTo>
                  <a:lnTo>
                    <a:pt x="96625" y="26955"/>
                  </a:lnTo>
                  <a:lnTo>
                    <a:pt x="93283" y="27209"/>
                  </a:lnTo>
                  <a:lnTo>
                    <a:pt x="90947" y="26096"/>
                  </a:lnTo>
                  <a:lnTo>
                    <a:pt x="87086" y="28129"/>
                  </a:lnTo>
                  <a:lnTo>
                    <a:pt x="86013" y="30655"/>
                  </a:lnTo>
                  <a:lnTo>
                    <a:pt x="79502" y="36361"/>
                  </a:lnTo>
                  <a:lnTo>
                    <a:pt x="73545" y="38034"/>
                  </a:lnTo>
                  <a:lnTo>
                    <a:pt x="73268" y="38112"/>
                  </a:lnTo>
                  <a:lnTo>
                    <a:pt x="67304" y="38264"/>
                  </a:lnTo>
                  <a:lnTo>
                    <a:pt x="60085" y="51611"/>
                  </a:lnTo>
                  <a:lnTo>
                    <a:pt x="55660" y="49554"/>
                  </a:lnTo>
                  <a:lnTo>
                    <a:pt x="54463" y="28461"/>
                  </a:lnTo>
                  <a:lnTo>
                    <a:pt x="53103" y="23363"/>
                  </a:lnTo>
                  <a:lnTo>
                    <a:pt x="52768" y="22110"/>
                  </a:lnTo>
                  <a:lnTo>
                    <a:pt x="52455" y="22065"/>
                  </a:lnTo>
                  <a:lnTo>
                    <a:pt x="51785" y="21967"/>
                  </a:lnTo>
                  <a:lnTo>
                    <a:pt x="48774" y="22265"/>
                  </a:lnTo>
                  <a:lnTo>
                    <a:pt x="45678" y="22352"/>
                  </a:lnTo>
                  <a:lnTo>
                    <a:pt x="42928" y="21850"/>
                  </a:lnTo>
                  <a:lnTo>
                    <a:pt x="40698" y="21018"/>
                  </a:lnTo>
                  <a:lnTo>
                    <a:pt x="37676" y="19562"/>
                  </a:lnTo>
                  <a:lnTo>
                    <a:pt x="35087" y="18643"/>
                  </a:lnTo>
                  <a:lnTo>
                    <a:pt x="33519" y="18452"/>
                  </a:lnTo>
                  <a:lnTo>
                    <a:pt x="31561" y="19820"/>
                  </a:lnTo>
                  <a:lnTo>
                    <a:pt x="29905" y="23680"/>
                  </a:lnTo>
                  <a:lnTo>
                    <a:pt x="28410" y="27205"/>
                  </a:lnTo>
                  <a:lnTo>
                    <a:pt x="27022" y="28646"/>
                  </a:lnTo>
                  <a:lnTo>
                    <a:pt x="24832" y="29715"/>
                  </a:lnTo>
                  <a:lnTo>
                    <a:pt x="23817" y="30249"/>
                  </a:lnTo>
                  <a:lnTo>
                    <a:pt x="21788" y="30569"/>
                  </a:lnTo>
                  <a:lnTo>
                    <a:pt x="20667" y="30516"/>
                  </a:lnTo>
                  <a:lnTo>
                    <a:pt x="20613" y="28700"/>
                  </a:lnTo>
                  <a:lnTo>
                    <a:pt x="18370" y="28059"/>
                  </a:lnTo>
                  <a:lnTo>
                    <a:pt x="18424" y="26190"/>
                  </a:lnTo>
                  <a:lnTo>
                    <a:pt x="14739" y="25335"/>
                  </a:lnTo>
                  <a:lnTo>
                    <a:pt x="10680" y="23306"/>
                  </a:lnTo>
                  <a:lnTo>
                    <a:pt x="7895" y="21121"/>
                  </a:lnTo>
                  <a:lnTo>
                    <a:pt x="5393" y="18874"/>
                  </a:lnTo>
                  <a:lnTo>
                    <a:pt x="4112" y="17966"/>
                  </a:lnTo>
                  <a:lnTo>
                    <a:pt x="480" y="17271"/>
                  </a:lnTo>
                  <a:lnTo>
                    <a:pt x="0" y="17218"/>
                  </a:lnTo>
                  <a:lnTo>
                    <a:pt x="338" y="14904"/>
                  </a:lnTo>
                  <a:lnTo>
                    <a:pt x="872" y="14717"/>
                  </a:lnTo>
                  <a:lnTo>
                    <a:pt x="1373" y="14463"/>
                  </a:lnTo>
                  <a:lnTo>
                    <a:pt x="1827" y="14176"/>
                  </a:lnTo>
                  <a:lnTo>
                    <a:pt x="3008" y="13367"/>
                  </a:lnTo>
                  <a:lnTo>
                    <a:pt x="4440" y="12416"/>
                  </a:lnTo>
                  <a:lnTo>
                    <a:pt x="5357" y="11737"/>
                  </a:lnTo>
                  <a:lnTo>
                    <a:pt x="6185" y="11023"/>
                  </a:lnTo>
                  <a:lnTo>
                    <a:pt x="7199" y="10082"/>
                  </a:lnTo>
                  <a:lnTo>
                    <a:pt x="7610" y="9825"/>
                  </a:lnTo>
                  <a:lnTo>
                    <a:pt x="8221" y="9598"/>
                  </a:lnTo>
                  <a:lnTo>
                    <a:pt x="8821" y="9354"/>
                  </a:lnTo>
                  <a:lnTo>
                    <a:pt x="9389" y="9107"/>
                  </a:lnTo>
                  <a:lnTo>
                    <a:pt x="10216" y="8765"/>
                  </a:lnTo>
                  <a:lnTo>
                    <a:pt x="10802" y="8474"/>
                  </a:lnTo>
                  <a:lnTo>
                    <a:pt x="11447" y="8001"/>
                  </a:lnTo>
                  <a:lnTo>
                    <a:pt x="11917" y="7403"/>
                  </a:lnTo>
                  <a:lnTo>
                    <a:pt x="12052" y="7220"/>
                  </a:lnTo>
                  <a:lnTo>
                    <a:pt x="12230" y="7197"/>
                  </a:lnTo>
                  <a:lnTo>
                    <a:pt x="13521" y="7300"/>
                  </a:lnTo>
                  <a:lnTo>
                    <a:pt x="14514" y="7379"/>
                  </a:lnTo>
                  <a:lnTo>
                    <a:pt x="18709" y="7460"/>
                  </a:lnTo>
                  <a:lnTo>
                    <a:pt x="20511" y="7494"/>
                  </a:lnTo>
                  <a:lnTo>
                    <a:pt x="23900" y="7617"/>
                  </a:lnTo>
                  <a:lnTo>
                    <a:pt x="25108" y="7621"/>
                  </a:lnTo>
                  <a:lnTo>
                    <a:pt x="27023" y="7626"/>
                  </a:lnTo>
                  <a:lnTo>
                    <a:pt x="27272" y="7623"/>
                  </a:lnTo>
                  <a:lnTo>
                    <a:pt x="27768" y="7633"/>
                  </a:lnTo>
                  <a:lnTo>
                    <a:pt x="36426" y="7779"/>
                  </a:lnTo>
                  <a:lnTo>
                    <a:pt x="37710" y="7807"/>
                  </a:lnTo>
                  <a:lnTo>
                    <a:pt x="38119" y="7816"/>
                  </a:lnTo>
                  <a:lnTo>
                    <a:pt x="45402" y="7973"/>
                  </a:lnTo>
                  <a:lnTo>
                    <a:pt x="48396" y="7767"/>
                  </a:lnTo>
                  <a:lnTo>
                    <a:pt x="48979" y="7727"/>
                  </a:lnTo>
                  <a:lnTo>
                    <a:pt x="50880" y="7481"/>
                  </a:lnTo>
                  <a:lnTo>
                    <a:pt x="52426" y="7467"/>
                  </a:lnTo>
                  <a:lnTo>
                    <a:pt x="57906" y="8207"/>
                  </a:lnTo>
                  <a:lnTo>
                    <a:pt x="58285" y="8251"/>
                  </a:lnTo>
                  <a:lnTo>
                    <a:pt x="63352" y="8365"/>
                  </a:lnTo>
                  <a:lnTo>
                    <a:pt x="66302" y="8460"/>
                  </a:lnTo>
                  <a:lnTo>
                    <a:pt x="68440" y="8572"/>
                  </a:lnTo>
                  <a:lnTo>
                    <a:pt x="69498" y="8628"/>
                  </a:lnTo>
                  <a:lnTo>
                    <a:pt x="70645" y="8785"/>
                  </a:lnTo>
                  <a:lnTo>
                    <a:pt x="70773" y="8802"/>
                  </a:lnTo>
                  <a:lnTo>
                    <a:pt x="73149" y="9127"/>
                  </a:lnTo>
                  <a:lnTo>
                    <a:pt x="73994" y="9243"/>
                  </a:lnTo>
                  <a:lnTo>
                    <a:pt x="78874" y="10277"/>
                  </a:lnTo>
                  <a:lnTo>
                    <a:pt x="79383" y="10361"/>
                  </a:lnTo>
                  <a:lnTo>
                    <a:pt x="81537" y="10349"/>
                  </a:lnTo>
                  <a:lnTo>
                    <a:pt x="83203" y="10128"/>
                  </a:lnTo>
                  <a:lnTo>
                    <a:pt x="84060" y="9843"/>
                  </a:lnTo>
                  <a:lnTo>
                    <a:pt x="84623" y="9657"/>
                  </a:lnTo>
                  <a:lnTo>
                    <a:pt x="84790" y="9616"/>
                  </a:lnTo>
                  <a:lnTo>
                    <a:pt x="85328" y="9485"/>
                  </a:lnTo>
                  <a:lnTo>
                    <a:pt x="86681" y="9156"/>
                  </a:lnTo>
                  <a:lnTo>
                    <a:pt x="87664" y="9006"/>
                  </a:lnTo>
                  <a:lnTo>
                    <a:pt x="88874" y="8830"/>
                  </a:lnTo>
                  <a:lnTo>
                    <a:pt x="89381" y="8847"/>
                  </a:lnTo>
                  <a:lnTo>
                    <a:pt x="89521" y="8896"/>
                  </a:lnTo>
                  <a:lnTo>
                    <a:pt x="90389" y="8896"/>
                  </a:lnTo>
                  <a:lnTo>
                    <a:pt x="90560" y="8887"/>
                  </a:lnTo>
                  <a:lnTo>
                    <a:pt x="90874" y="8897"/>
                  </a:lnTo>
                  <a:lnTo>
                    <a:pt x="94566" y="9194"/>
                  </a:lnTo>
                  <a:lnTo>
                    <a:pt x="102093" y="9981"/>
                  </a:lnTo>
                  <a:lnTo>
                    <a:pt x="102159" y="9443"/>
                  </a:lnTo>
                  <a:lnTo>
                    <a:pt x="101888" y="7095"/>
                  </a:lnTo>
                  <a:lnTo>
                    <a:pt x="101736" y="5776"/>
                  </a:lnTo>
                  <a:lnTo>
                    <a:pt x="99981" y="618"/>
                  </a:lnTo>
                  <a:lnTo>
                    <a:pt x="100427" y="580"/>
                  </a:lnTo>
                  <a:lnTo>
                    <a:pt x="106922" y="337"/>
                  </a:lnTo>
                  <a:lnTo>
                    <a:pt x="109790" y="183"/>
                  </a:lnTo>
                  <a:lnTo>
                    <a:pt x="111280" y="1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4027568" y="3591183"/>
              <a:ext cx="183150" cy="57563"/>
            </a:xfrm>
            <a:custGeom>
              <a:avLst/>
              <a:pathLst>
                <a:path w="183150" h="57563">
                  <a:moveTo>
                    <a:pt x="157051" y="16876"/>
                  </a:moveTo>
                  <a:lnTo>
                    <a:pt x="147153" y="20178"/>
                  </a:lnTo>
                  <a:lnTo>
                    <a:pt x="143270" y="18792"/>
                  </a:lnTo>
                  <a:lnTo>
                    <a:pt x="142663" y="19054"/>
                  </a:lnTo>
                  <a:lnTo>
                    <a:pt x="138750" y="20739"/>
                  </a:lnTo>
                  <a:lnTo>
                    <a:pt x="136769" y="24170"/>
                  </a:lnTo>
                  <a:lnTo>
                    <a:pt x="135664" y="24583"/>
                  </a:lnTo>
                  <a:lnTo>
                    <a:pt x="132265" y="23075"/>
                  </a:lnTo>
                  <a:lnTo>
                    <a:pt x="128019" y="28322"/>
                  </a:lnTo>
                  <a:lnTo>
                    <a:pt x="125977" y="31326"/>
                  </a:lnTo>
                  <a:lnTo>
                    <a:pt x="127379" y="32327"/>
                  </a:lnTo>
                  <a:lnTo>
                    <a:pt x="132806" y="36595"/>
                  </a:lnTo>
                  <a:lnTo>
                    <a:pt x="135910" y="37975"/>
                  </a:lnTo>
                  <a:lnTo>
                    <a:pt x="134744" y="41856"/>
                  </a:lnTo>
                  <a:lnTo>
                    <a:pt x="126639" y="46339"/>
                  </a:lnTo>
                  <a:lnTo>
                    <a:pt x="117747" y="47060"/>
                  </a:lnTo>
                  <a:lnTo>
                    <a:pt x="112498" y="42172"/>
                  </a:lnTo>
                  <a:lnTo>
                    <a:pt x="105091" y="45698"/>
                  </a:lnTo>
                  <a:lnTo>
                    <a:pt x="102820" y="48538"/>
                  </a:lnTo>
                  <a:lnTo>
                    <a:pt x="85464" y="57563"/>
                  </a:lnTo>
                  <a:lnTo>
                    <a:pt x="84716" y="56442"/>
                  </a:lnTo>
                  <a:lnTo>
                    <a:pt x="81411" y="55935"/>
                  </a:lnTo>
                  <a:lnTo>
                    <a:pt x="73460" y="56137"/>
                  </a:lnTo>
                  <a:lnTo>
                    <a:pt x="66838" y="54908"/>
                  </a:lnTo>
                  <a:lnTo>
                    <a:pt x="54127" y="52131"/>
                  </a:lnTo>
                  <a:lnTo>
                    <a:pt x="37081" y="49824"/>
                  </a:lnTo>
                  <a:lnTo>
                    <a:pt x="24852" y="48382"/>
                  </a:lnTo>
                  <a:lnTo>
                    <a:pt x="24371" y="49878"/>
                  </a:lnTo>
                  <a:lnTo>
                    <a:pt x="20366" y="52174"/>
                  </a:lnTo>
                  <a:lnTo>
                    <a:pt x="14758" y="54097"/>
                  </a:lnTo>
                  <a:lnTo>
                    <a:pt x="0" y="48770"/>
                  </a:lnTo>
                  <a:lnTo>
                    <a:pt x="923" y="45628"/>
                  </a:lnTo>
                  <a:lnTo>
                    <a:pt x="1603" y="44064"/>
                  </a:lnTo>
                  <a:lnTo>
                    <a:pt x="4184" y="38130"/>
                  </a:lnTo>
                  <a:lnTo>
                    <a:pt x="6331" y="33191"/>
                  </a:lnTo>
                  <a:lnTo>
                    <a:pt x="8420" y="28387"/>
                  </a:lnTo>
                  <a:lnTo>
                    <a:pt x="7262" y="27794"/>
                  </a:lnTo>
                  <a:lnTo>
                    <a:pt x="9086" y="23486"/>
                  </a:lnTo>
                  <a:lnTo>
                    <a:pt x="10017" y="23100"/>
                  </a:lnTo>
                  <a:lnTo>
                    <a:pt x="12431" y="23323"/>
                  </a:lnTo>
                  <a:lnTo>
                    <a:pt x="13872" y="23743"/>
                  </a:lnTo>
                  <a:lnTo>
                    <a:pt x="15354" y="24665"/>
                  </a:lnTo>
                  <a:lnTo>
                    <a:pt x="16716" y="25466"/>
                  </a:lnTo>
                  <a:lnTo>
                    <a:pt x="19680" y="26467"/>
                  </a:lnTo>
                  <a:lnTo>
                    <a:pt x="31693" y="29793"/>
                  </a:lnTo>
                  <a:lnTo>
                    <a:pt x="40184" y="31715"/>
                  </a:lnTo>
                  <a:lnTo>
                    <a:pt x="44777" y="32890"/>
                  </a:lnTo>
                  <a:lnTo>
                    <a:pt x="48248" y="34172"/>
                  </a:lnTo>
                  <a:lnTo>
                    <a:pt x="50545" y="35293"/>
                  </a:lnTo>
                  <a:lnTo>
                    <a:pt x="53047" y="35854"/>
                  </a:lnTo>
                  <a:lnTo>
                    <a:pt x="54102" y="36222"/>
                  </a:lnTo>
                  <a:lnTo>
                    <a:pt x="54691" y="36479"/>
                  </a:lnTo>
                  <a:lnTo>
                    <a:pt x="55248" y="36699"/>
                  </a:lnTo>
                  <a:lnTo>
                    <a:pt x="55794" y="36838"/>
                  </a:lnTo>
                  <a:lnTo>
                    <a:pt x="56367" y="36994"/>
                  </a:lnTo>
                  <a:lnTo>
                    <a:pt x="56725" y="37178"/>
                  </a:lnTo>
                  <a:lnTo>
                    <a:pt x="56970" y="37432"/>
                  </a:lnTo>
                  <a:lnTo>
                    <a:pt x="57321" y="37630"/>
                  </a:lnTo>
                  <a:lnTo>
                    <a:pt x="57539" y="37655"/>
                  </a:lnTo>
                  <a:lnTo>
                    <a:pt x="57754" y="37605"/>
                  </a:lnTo>
                  <a:lnTo>
                    <a:pt x="60189" y="38324"/>
                  </a:lnTo>
                  <a:lnTo>
                    <a:pt x="63393" y="39092"/>
                  </a:lnTo>
                  <a:lnTo>
                    <a:pt x="66231" y="39726"/>
                  </a:lnTo>
                  <a:lnTo>
                    <a:pt x="68737" y="40137"/>
                  </a:lnTo>
                  <a:lnTo>
                    <a:pt x="70703" y="40460"/>
                  </a:lnTo>
                  <a:lnTo>
                    <a:pt x="92291" y="28671"/>
                  </a:lnTo>
                  <a:lnTo>
                    <a:pt x="91023" y="24732"/>
                  </a:lnTo>
                  <a:lnTo>
                    <a:pt x="98566" y="20326"/>
                  </a:lnTo>
                  <a:lnTo>
                    <a:pt x="110743" y="16224"/>
                  </a:lnTo>
                  <a:lnTo>
                    <a:pt x="116492" y="13496"/>
                  </a:lnTo>
                  <a:lnTo>
                    <a:pt x="123944" y="11551"/>
                  </a:lnTo>
                  <a:lnTo>
                    <a:pt x="127785" y="10549"/>
                  </a:lnTo>
                  <a:lnTo>
                    <a:pt x="140466" y="6475"/>
                  </a:lnTo>
                  <a:lnTo>
                    <a:pt x="141209" y="6301"/>
                  </a:lnTo>
                  <a:lnTo>
                    <a:pt x="150021" y="4237"/>
                  </a:lnTo>
                  <a:lnTo>
                    <a:pt x="152888" y="3913"/>
                  </a:lnTo>
                  <a:lnTo>
                    <a:pt x="158252" y="1472"/>
                  </a:lnTo>
                  <a:lnTo>
                    <a:pt x="178823" y="0"/>
                  </a:lnTo>
                  <a:lnTo>
                    <a:pt x="182684" y="1533"/>
                  </a:lnTo>
                  <a:lnTo>
                    <a:pt x="183150" y="8643"/>
                  </a:lnTo>
                  <a:lnTo>
                    <a:pt x="182232" y="10454"/>
                  </a:lnTo>
                  <a:lnTo>
                    <a:pt x="178874" y="10619"/>
                  </a:lnTo>
                  <a:lnTo>
                    <a:pt x="175777" y="11580"/>
                  </a:lnTo>
                  <a:lnTo>
                    <a:pt x="173000" y="11954"/>
                  </a:lnTo>
                  <a:lnTo>
                    <a:pt x="168395" y="1321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4047248" y="3596304"/>
              <a:ext cx="52502" cy="35016"/>
            </a:xfrm>
            <a:custGeom>
              <a:avLst/>
              <a:pathLst>
                <a:path w="52502" h="35016">
                  <a:moveTo>
                    <a:pt x="41268" y="5823"/>
                  </a:moveTo>
                  <a:lnTo>
                    <a:pt x="40244" y="8972"/>
                  </a:lnTo>
                  <a:lnTo>
                    <a:pt x="41099" y="9613"/>
                  </a:lnTo>
                  <a:lnTo>
                    <a:pt x="49062" y="8864"/>
                  </a:lnTo>
                  <a:lnTo>
                    <a:pt x="51053" y="13664"/>
                  </a:lnTo>
                  <a:lnTo>
                    <a:pt x="52244" y="16535"/>
                  </a:lnTo>
                  <a:lnTo>
                    <a:pt x="51060" y="17965"/>
                  </a:lnTo>
                  <a:lnTo>
                    <a:pt x="52502" y="21330"/>
                  </a:lnTo>
                  <a:lnTo>
                    <a:pt x="49057" y="35016"/>
                  </a:lnTo>
                  <a:lnTo>
                    <a:pt x="46550" y="34605"/>
                  </a:lnTo>
                  <a:lnTo>
                    <a:pt x="43713" y="33971"/>
                  </a:lnTo>
                  <a:lnTo>
                    <a:pt x="40509" y="33203"/>
                  </a:lnTo>
                  <a:lnTo>
                    <a:pt x="38074" y="32484"/>
                  </a:lnTo>
                  <a:lnTo>
                    <a:pt x="37859" y="32534"/>
                  </a:lnTo>
                  <a:lnTo>
                    <a:pt x="37641" y="32509"/>
                  </a:lnTo>
                  <a:lnTo>
                    <a:pt x="37289" y="32311"/>
                  </a:lnTo>
                  <a:lnTo>
                    <a:pt x="37045" y="32057"/>
                  </a:lnTo>
                  <a:lnTo>
                    <a:pt x="36687" y="31873"/>
                  </a:lnTo>
                  <a:lnTo>
                    <a:pt x="36113" y="31717"/>
                  </a:lnTo>
                  <a:lnTo>
                    <a:pt x="35567" y="31578"/>
                  </a:lnTo>
                  <a:lnTo>
                    <a:pt x="35010" y="31358"/>
                  </a:lnTo>
                  <a:lnTo>
                    <a:pt x="34421" y="31101"/>
                  </a:lnTo>
                  <a:lnTo>
                    <a:pt x="33366" y="30733"/>
                  </a:lnTo>
                  <a:lnTo>
                    <a:pt x="30864" y="30172"/>
                  </a:lnTo>
                  <a:lnTo>
                    <a:pt x="28568" y="29051"/>
                  </a:lnTo>
                  <a:lnTo>
                    <a:pt x="25097" y="27769"/>
                  </a:lnTo>
                  <a:lnTo>
                    <a:pt x="20504" y="26594"/>
                  </a:lnTo>
                  <a:lnTo>
                    <a:pt x="12013" y="24672"/>
                  </a:lnTo>
                  <a:lnTo>
                    <a:pt x="0" y="21346"/>
                  </a:lnTo>
                  <a:lnTo>
                    <a:pt x="4214" y="11960"/>
                  </a:lnTo>
                  <a:lnTo>
                    <a:pt x="9383" y="10880"/>
                  </a:lnTo>
                  <a:lnTo>
                    <a:pt x="9116" y="7810"/>
                  </a:lnTo>
                  <a:lnTo>
                    <a:pt x="14523" y="6141"/>
                  </a:lnTo>
                  <a:lnTo>
                    <a:pt x="15391" y="2336"/>
                  </a:lnTo>
                  <a:lnTo>
                    <a:pt x="20198" y="0"/>
                  </a:lnTo>
                  <a:lnTo>
                    <a:pt x="29679" y="13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3487890" y="3740549"/>
              <a:ext cx="81684" cy="81603"/>
            </a:xfrm>
            <a:custGeom>
              <a:avLst/>
              <a:pathLst>
                <a:path w="81684" h="81603">
                  <a:moveTo>
                    <a:pt x="79407" y="33975"/>
                  </a:moveTo>
                  <a:lnTo>
                    <a:pt x="77019" y="35564"/>
                  </a:lnTo>
                  <a:lnTo>
                    <a:pt x="74523" y="34737"/>
                  </a:lnTo>
                  <a:lnTo>
                    <a:pt x="71945" y="35579"/>
                  </a:lnTo>
                  <a:lnTo>
                    <a:pt x="67779" y="40679"/>
                  </a:lnTo>
                  <a:lnTo>
                    <a:pt x="67482" y="41043"/>
                  </a:lnTo>
                  <a:lnTo>
                    <a:pt x="65615" y="45808"/>
                  </a:lnTo>
                  <a:lnTo>
                    <a:pt x="62550" y="47277"/>
                  </a:lnTo>
                  <a:lnTo>
                    <a:pt x="60618" y="48166"/>
                  </a:lnTo>
                  <a:lnTo>
                    <a:pt x="56789" y="49722"/>
                  </a:lnTo>
                  <a:lnTo>
                    <a:pt x="55855" y="50750"/>
                  </a:lnTo>
                  <a:lnTo>
                    <a:pt x="54742" y="52919"/>
                  </a:lnTo>
                  <a:lnTo>
                    <a:pt x="53755" y="55175"/>
                  </a:lnTo>
                  <a:lnTo>
                    <a:pt x="53684" y="55405"/>
                  </a:lnTo>
                  <a:lnTo>
                    <a:pt x="53283" y="56169"/>
                  </a:lnTo>
                  <a:lnTo>
                    <a:pt x="53183" y="56360"/>
                  </a:lnTo>
                  <a:lnTo>
                    <a:pt x="53072" y="56618"/>
                  </a:lnTo>
                  <a:lnTo>
                    <a:pt x="51419" y="58877"/>
                  </a:lnTo>
                  <a:lnTo>
                    <a:pt x="51347" y="59106"/>
                  </a:lnTo>
                  <a:lnTo>
                    <a:pt x="51316" y="59308"/>
                  </a:lnTo>
                  <a:lnTo>
                    <a:pt x="49950" y="61300"/>
                  </a:lnTo>
                  <a:lnTo>
                    <a:pt x="49810" y="61519"/>
                  </a:lnTo>
                  <a:lnTo>
                    <a:pt x="49750" y="61681"/>
                  </a:lnTo>
                  <a:lnTo>
                    <a:pt x="48590" y="63704"/>
                  </a:lnTo>
                  <a:lnTo>
                    <a:pt x="46881" y="65644"/>
                  </a:lnTo>
                  <a:lnTo>
                    <a:pt x="46082" y="66932"/>
                  </a:lnTo>
                  <a:lnTo>
                    <a:pt x="45700" y="67801"/>
                  </a:lnTo>
                  <a:lnTo>
                    <a:pt x="45629" y="68031"/>
                  </a:lnTo>
                  <a:lnTo>
                    <a:pt x="45350" y="69362"/>
                  </a:lnTo>
                  <a:lnTo>
                    <a:pt x="45413" y="70448"/>
                  </a:lnTo>
                  <a:lnTo>
                    <a:pt x="44273" y="71217"/>
                  </a:lnTo>
                  <a:lnTo>
                    <a:pt x="37495" y="73532"/>
                  </a:lnTo>
                  <a:lnTo>
                    <a:pt x="35390" y="74272"/>
                  </a:lnTo>
                  <a:lnTo>
                    <a:pt x="30607" y="75954"/>
                  </a:lnTo>
                  <a:lnTo>
                    <a:pt x="24771" y="79242"/>
                  </a:lnTo>
                  <a:lnTo>
                    <a:pt x="20873" y="80767"/>
                  </a:lnTo>
                  <a:lnTo>
                    <a:pt x="18737" y="81603"/>
                  </a:lnTo>
                  <a:lnTo>
                    <a:pt x="17394" y="78202"/>
                  </a:lnTo>
                  <a:lnTo>
                    <a:pt x="14924" y="76099"/>
                  </a:lnTo>
                  <a:lnTo>
                    <a:pt x="14919" y="75523"/>
                  </a:lnTo>
                  <a:lnTo>
                    <a:pt x="14845" y="74645"/>
                  </a:lnTo>
                  <a:lnTo>
                    <a:pt x="13064" y="74793"/>
                  </a:lnTo>
                  <a:lnTo>
                    <a:pt x="11117" y="74753"/>
                  </a:lnTo>
                  <a:lnTo>
                    <a:pt x="10393" y="74738"/>
                  </a:lnTo>
                  <a:lnTo>
                    <a:pt x="10005" y="72589"/>
                  </a:lnTo>
                  <a:lnTo>
                    <a:pt x="7355" y="72030"/>
                  </a:lnTo>
                  <a:lnTo>
                    <a:pt x="7388" y="72956"/>
                  </a:lnTo>
                  <a:lnTo>
                    <a:pt x="6798" y="73554"/>
                  </a:lnTo>
                  <a:lnTo>
                    <a:pt x="5509" y="74294"/>
                  </a:lnTo>
                  <a:lnTo>
                    <a:pt x="3267" y="74930"/>
                  </a:lnTo>
                  <a:lnTo>
                    <a:pt x="2951" y="75020"/>
                  </a:lnTo>
                  <a:lnTo>
                    <a:pt x="2739" y="75090"/>
                  </a:lnTo>
                  <a:lnTo>
                    <a:pt x="2227" y="72718"/>
                  </a:lnTo>
                  <a:lnTo>
                    <a:pt x="0" y="65819"/>
                  </a:lnTo>
                  <a:lnTo>
                    <a:pt x="814" y="65779"/>
                  </a:lnTo>
                  <a:lnTo>
                    <a:pt x="1858" y="65093"/>
                  </a:lnTo>
                  <a:lnTo>
                    <a:pt x="2103" y="63561"/>
                  </a:lnTo>
                  <a:lnTo>
                    <a:pt x="2869" y="61276"/>
                  </a:lnTo>
                  <a:lnTo>
                    <a:pt x="6665" y="58501"/>
                  </a:lnTo>
                  <a:lnTo>
                    <a:pt x="6800" y="58491"/>
                  </a:lnTo>
                  <a:lnTo>
                    <a:pt x="9506" y="57190"/>
                  </a:lnTo>
                  <a:lnTo>
                    <a:pt x="19204" y="52565"/>
                  </a:lnTo>
                  <a:lnTo>
                    <a:pt x="20134" y="52602"/>
                  </a:lnTo>
                  <a:lnTo>
                    <a:pt x="21098" y="52455"/>
                  </a:lnTo>
                  <a:lnTo>
                    <a:pt x="34625" y="45880"/>
                  </a:lnTo>
                  <a:lnTo>
                    <a:pt x="41622" y="39689"/>
                  </a:lnTo>
                  <a:lnTo>
                    <a:pt x="43485" y="36421"/>
                  </a:lnTo>
                  <a:lnTo>
                    <a:pt x="44686" y="34939"/>
                  </a:lnTo>
                  <a:lnTo>
                    <a:pt x="52031" y="21644"/>
                  </a:lnTo>
                  <a:lnTo>
                    <a:pt x="51625" y="17270"/>
                  </a:lnTo>
                  <a:lnTo>
                    <a:pt x="46222" y="13893"/>
                  </a:lnTo>
                  <a:lnTo>
                    <a:pt x="47510" y="11794"/>
                  </a:lnTo>
                  <a:lnTo>
                    <a:pt x="48200" y="10672"/>
                  </a:lnTo>
                  <a:lnTo>
                    <a:pt x="49678" y="8264"/>
                  </a:lnTo>
                  <a:lnTo>
                    <a:pt x="50112" y="7557"/>
                  </a:lnTo>
                  <a:lnTo>
                    <a:pt x="50418" y="7059"/>
                  </a:lnTo>
                  <a:lnTo>
                    <a:pt x="51157" y="5855"/>
                  </a:lnTo>
                  <a:lnTo>
                    <a:pt x="51094" y="3442"/>
                  </a:lnTo>
                  <a:lnTo>
                    <a:pt x="49449" y="1248"/>
                  </a:lnTo>
                  <a:lnTo>
                    <a:pt x="52470" y="0"/>
                  </a:lnTo>
                  <a:lnTo>
                    <a:pt x="57402" y="2862"/>
                  </a:lnTo>
                  <a:lnTo>
                    <a:pt x="70816" y="3879"/>
                  </a:lnTo>
                  <a:lnTo>
                    <a:pt x="73529" y="8136"/>
                  </a:lnTo>
                  <a:lnTo>
                    <a:pt x="73197" y="12312"/>
                  </a:lnTo>
                  <a:lnTo>
                    <a:pt x="75564" y="14406"/>
                  </a:lnTo>
                  <a:lnTo>
                    <a:pt x="79243" y="17660"/>
                  </a:lnTo>
                  <a:lnTo>
                    <a:pt x="78439" y="21473"/>
                  </a:lnTo>
                  <a:lnTo>
                    <a:pt x="81431" y="25390"/>
                  </a:lnTo>
                  <a:lnTo>
                    <a:pt x="81684" y="29269"/>
                  </a:lnTo>
                  <a:lnTo>
                    <a:pt x="79740" y="31150"/>
                  </a:lnTo>
                  <a:lnTo>
                    <a:pt x="79702" y="314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2350509" y="4993361"/>
              <a:ext cx="99988" cy="109256"/>
            </a:xfrm>
            <a:custGeom>
              <a:avLst/>
              <a:pathLst>
                <a:path w="99988" h="109256">
                  <a:moveTo>
                    <a:pt x="90785" y="87522"/>
                  </a:moveTo>
                  <a:lnTo>
                    <a:pt x="90072" y="88199"/>
                  </a:lnTo>
                  <a:lnTo>
                    <a:pt x="87738" y="90419"/>
                  </a:lnTo>
                  <a:lnTo>
                    <a:pt x="85430" y="92614"/>
                  </a:lnTo>
                  <a:lnTo>
                    <a:pt x="83701" y="94257"/>
                  </a:lnTo>
                  <a:lnTo>
                    <a:pt x="82840" y="95076"/>
                  </a:lnTo>
                  <a:lnTo>
                    <a:pt x="77838" y="99832"/>
                  </a:lnTo>
                  <a:lnTo>
                    <a:pt x="75759" y="101809"/>
                  </a:lnTo>
                  <a:lnTo>
                    <a:pt x="74055" y="103429"/>
                  </a:lnTo>
                  <a:lnTo>
                    <a:pt x="72401" y="105002"/>
                  </a:lnTo>
                  <a:lnTo>
                    <a:pt x="71026" y="106310"/>
                  </a:lnTo>
                  <a:lnTo>
                    <a:pt x="70589" y="106725"/>
                  </a:lnTo>
                  <a:lnTo>
                    <a:pt x="69792" y="107483"/>
                  </a:lnTo>
                  <a:lnTo>
                    <a:pt x="69124" y="108118"/>
                  </a:lnTo>
                  <a:lnTo>
                    <a:pt x="68859" y="108370"/>
                  </a:lnTo>
                  <a:lnTo>
                    <a:pt x="68562" y="108653"/>
                  </a:lnTo>
                  <a:lnTo>
                    <a:pt x="67900" y="109256"/>
                  </a:lnTo>
                  <a:lnTo>
                    <a:pt x="67619" y="108985"/>
                  </a:lnTo>
                  <a:lnTo>
                    <a:pt x="66227" y="107647"/>
                  </a:lnTo>
                  <a:lnTo>
                    <a:pt x="64021" y="105701"/>
                  </a:lnTo>
                  <a:lnTo>
                    <a:pt x="62270" y="104922"/>
                  </a:lnTo>
                  <a:lnTo>
                    <a:pt x="61032" y="104704"/>
                  </a:lnTo>
                  <a:lnTo>
                    <a:pt x="60064" y="104533"/>
                  </a:lnTo>
                  <a:lnTo>
                    <a:pt x="58673" y="104227"/>
                  </a:lnTo>
                  <a:lnTo>
                    <a:pt x="58228" y="104130"/>
                  </a:lnTo>
                  <a:lnTo>
                    <a:pt x="50917" y="102522"/>
                  </a:lnTo>
                  <a:lnTo>
                    <a:pt x="50768" y="102489"/>
                  </a:lnTo>
                  <a:lnTo>
                    <a:pt x="48606" y="102005"/>
                  </a:lnTo>
                  <a:lnTo>
                    <a:pt x="42688" y="100680"/>
                  </a:lnTo>
                  <a:lnTo>
                    <a:pt x="42109" y="100541"/>
                  </a:lnTo>
                  <a:lnTo>
                    <a:pt x="41768" y="100437"/>
                  </a:lnTo>
                  <a:lnTo>
                    <a:pt x="41559" y="100374"/>
                  </a:lnTo>
                  <a:lnTo>
                    <a:pt x="40276" y="99983"/>
                  </a:lnTo>
                  <a:lnTo>
                    <a:pt x="37197" y="99047"/>
                  </a:lnTo>
                  <a:lnTo>
                    <a:pt x="36281" y="98768"/>
                  </a:lnTo>
                  <a:lnTo>
                    <a:pt x="32572" y="97641"/>
                  </a:lnTo>
                  <a:lnTo>
                    <a:pt x="31655" y="97362"/>
                  </a:lnTo>
                  <a:lnTo>
                    <a:pt x="30486" y="97006"/>
                  </a:lnTo>
                  <a:lnTo>
                    <a:pt x="29639" y="96757"/>
                  </a:lnTo>
                  <a:lnTo>
                    <a:pt x="29525" y="97784"/>
                  </a:lnTo>
                  <a:lnTo>
                    <a:pt x="29375" y="99134"/>
                  </a:lnTo>
                  <a:lnTo>
                    <a:pt x="29234" y="100403"/>
                  </a:lnTo>
                  <a:lnTo>
                    <a:pt x="29125" y="101380"/>
                  </a:lnTo>
                  <a:lnTo>
                    <a:pt x="29030" y="101999"/>
                  </a:lnTo>
                  <a:lnTo>
                    <a:pt x="28418" y="101900"/>
                  </a:lnTo>
                  <a:lnTo>
                    <a:pt x="22247" y="100855"/>
                  </a:lnTo>
                  <a:lnTo>
                    <a:pt x="21306" y="100696"/>
                  </a:lnTo>
                  <a:lnTo>
                    <a:pt x="20697" y="100593"/>
                  </a:lnTo>
                  <a:lnTo>
                    <a:pt x="17265" y="100013"/>
                  </a:lnTo>
                  <a:lnTo>
                    <a:pt x="16485" y="99881"/>
                  </a:lnTo>
                  <a:lnTo>
                    <a:pt x="10050" y="98792"/>
                  </a:lnTo>
                  <a:lnTo>
                    <a:pt x="7452" y="98352"/>
                  </a:lnTo>
                  <a:lnTo>
                    <a:pt x="4816" y="97759"/>
                  </a:lnTo>
                  <a:lnTo>
                    <a:pt x="4847" y="96467"/>
                  </a:lnTo>
                  <a:lnTo>
                    <a:pt x="4981" y="94466"/>
                  </a:lnTo>
                  <a:lnTo>
                    <a:pt x="5203" y="93087"/>
                  </a:lnTo>
                  <a:lnTo>
                    <a:pt x="5336" y="92242"/>
                  </a:lnTo>
                  <a:lnTo>
                    <a:pt x="5915" y="91397"/>
                  </a:lnTo>
                  <a:lnTo>
                    <a:pt x="5870" y="90196"/>
                  </a:lnTo>
                  <a:lnTo>
                    <a:pt x="6270" y="88773"/>
                  </a:lnTo>
                  <a:lnTo>
                    <a:pt x="6404" y="87750"/>
                  </a:lnTo>
                  <a:lnTo>
                    <a:pt x="6493" y="85838"/>
                  </a:lnTo>
                  <a:lnTo>
                    <a:pt x="6493" y="84504"/>
                  </a:lnTo>
                  <a:lnTo>
                    <a:pt x="6804" y="82992"/>
                  </a:lnTo>
                  <a:lnTo>
                    <a:pt x="6626" y="81524"/>
                  </a:lnTo>
                  <a:lnTo>
                    <a:pt x="6448" y="80012"/>
                  </a:lnTo>
                  <a:lnTo>
                    <a:pt x="7071" y="78500"/>
                  </a:lnTo>
                  <a:lnTo>
                    <a:pt x="6804" y="76854"/>
                  </a:lnTo>
                  <a:lnTo>
                    <a:pt x="6848" y="74541"/>
                  </a:lnTo>
                  <a:lnTo>
                    <a:pt x="6537" y="72985"/>
                  </a:lnTo>
                  <a:lnTo>
                    <a:pt x="6359" y="71473"/>
                  </a:lnTo>
                  <a:lnTo>
                    <a:pt x="5959" y="69249"/>
                  </a:lnTo>
                  <a:lnTo>
                    <a:pt x="5961" y="66921"/>
                  </a:lnTo>
                  <a:lnTo>
                    <a:pt x="5470" y="64891"/>
                  </a:lnTo>
                  <a:lnTo>
                    <a:pt x="5203" y="63334"/>
                  </a:lnTo>
                  <a:lnTo>
                    <a:pt x="4847" y="61911"/>
                  </a:lnTo>
                  <a:lnTo>
                    <a:pt x="4669" y="59954"/>
                  </a:lnTo>
                  <a:lnTo>
                    <a:pt x="4669" y="58575"/>
                  </a:lnTo>
                  <a:lnTo>
                    <a:pt x="4936" y="56885"/>
                  </a:lnTo>
                  <a:lnTo>
                    <a:pt x="4669" y="55685"/>
                  </a:lnTo>
                  <a:lnTo>
                    <a:pt x="4580" y="54839"/>
                  </a:lnTo>
                  <a:lnTo>
                    <a:pt x="4047" y="53772"/>
                  </a:lnTo>
                  <a:lnTo>
                    <a:pt x="4002" y="52749"/>
                  </a:lnTo>
                  <a:lnTo>
                    <a:pt x="3202" y="52038"/>
                  </a:lnTo>
                  <a:lnTo>
                    <a:pt x="1315" y="51668"/>
                  </a:lnTo>
                  <a:lnTo>
                    <a:pt x="373" y="51251"/>
                  </a:lnTo>
                  <a:lnTo>
                    <a:pt x="44" y="50659"/>
                  </a:lnTo>
                  <a:lnTo>
                    <a:pt x="0" y="49992"/>
                  </a:lnTo>
                  <a:lnTo>
                    <a:pt x="311" y="49636"/>
                  </a:lnTo>
                  <a:lnTo>
                    <a:pt x="933" y="49414"/>
                  </a:lnTo>
                  <a:lnTo>
                    <a:pt x="1867" y="49369"/>
                  </a:lnTo>
                  <a:lnTo>
                    <a:pt x="2979" y="49547"/>
                  </a:lnTo>
                  <a:lnTo>
                    <a:pt x="3913" y="49547"/>
                  </a:lnTo>
                  <a:lnTo>
                    <a:pt x="4936" y="49636"/>
                  </a:lnTo>
                  <a:lnTo>
                    <a:pt x="6226" y="49681"/>
                  </a:lnTo>
                  <a:lnTo>
                    <a:pt x="6937" y="49681"/>
                  </a:lnTo>
                  <a:lnTo>
                    <a:pt x="7649" y="49547"/>
                  </a:lnTo>
                  <a:lnTo>
                    <a:pt x="8538" y="49102"/>
                  </a:lnTo>
                  <a:lnTo>
                    <a:pt x="9384" y="48702"/>
                  </a:lnTo>
                  <a:lnTo>
                    <a:pt x="10673" y="48168"/>
                  </a:lnTo>
                  <a:lnTo>
                    <a:pt x="11759" y="47641"/>
                  </a:lnTo>
                  <a:lnTo>
                    <a:pt x="12230" y="47412"/>
                  </a:lnTo>
                  <a:lnTo>
                    <a:pt x="12601" y="47258"/>
                  </a:lnTo>
                  <a:lnTo>
                    <a:pt x="13297" y="46968"/>
                  </a:lnTo>
                  <a:lnTo>
                    <a:pt x="14231" y="46034"/>
                  </a:lnTo>
                  <a:lnTo>
                    <a:pt x="14809" y="44877"/>
                  </a:lnTo>
                  <a:lnTo>
                    <a:pt x="15432" y="43543"/>
                  </a:lnTo>
                  <a:lnTo>
                    <a:pt x="16010" y="41275"/>
                  </a:lnTo>
                  <a:lnTo>
                    <a:pt x="16719" y="39622"/>
                  </a:lnTo>
                  <a:lnTo>
                    <a:pt x="16680" y="39153"/>
                  </a:lnTo>
                  <a:lnTo>
                    <a:pt x="16636" y="38342"/>
                  </a:lnTo>
                  <a:lnTo>
                    <a:pt x="16329" y="37224"/>
                  </a:lnTo>
                  <a:lnTo>
                    <a:pt x="15846" y="35712"/>
                  </a:lnTo>
                  <a:lnTo>
                    <a:pt x="15935" y="33476"/>
                  </a:lnTo>
                  <a:lnTo>
                    <a:pt x="15764" y="29728"/>
                  </a:lnTo>
                  <a:lnTo>
                    <a:pt x="22264" y="27277"/>
                  </a:lnTo>
                  <a:lnTo>
                    <a:pt x="22037" y="25252"/>
                  </a:lnTo>
                  <a:lnTo>
                    <a:pt x="22053" y="24882"/>
                  </a:lnTo>
                  <a:lnTo>
                    <a:pt x="23675" y="24596"/>
                  </a:lnTo>
                  <a:lnTo>
                    <a:pt x="25347" y="24301"/>
                  </a:lnTo>
                  <a:lnTo>
                    <a:pt x="27837" y="23862"/>
                  </a:lnTo>
                  <a:lnTo>
                    <a:pt x="29215" y="23615"/>
                  </a:lnTo>
                  <a:lnTo>
                    <a:pt x="29262" y="24569"/>
                  </a:lnTo>
                  <a:lnTo>
                    <a:pt x="29277" y="24888"/>
                  </a:lnTo>
                  <a:lnTo>
                    <a:pt x="30675" y="24816"/>
                  </a:lnTo>
                  <a:lnTo>
                    <a:pt x="35120" y="24587"/>
                  </a:lnTo>
                  <a:lnTo>
                    <a:pt x="36339" y="24523"/>
                  </a:lnTo>
                  <a:lnTo>
                    <a:pt x="37527" y="24057"/>
                  </a:lnTo>
                  <a:lnTo>
                    <a:pt x="38369" y="23727"/>
                  </a:lnTo>
                  <a:lnTo>
                    <a:pt x="39309" y="23358"/>
                  </a:lnTo>
                  <a:lnTo>
                    <a:pt x="41428" y="22526"/>
                  </a:lnTo>
                  <a:lnTo>
                    <a:pt x="41719" y="22406"/>
                  </a:lnTo>
                  <a:lnTo>
                    <a:pt x="43435" y="21697"/>
                  </a:lnTo>
                  <a:lnTo>
                    <a:pt x="44927" y="21078"/>
                  </a:lnTo>
                  <a:lnTo>
                    <a:pt x="45260" y="20940"/>
                  </a:lnTo>
                  <a:lnTo>
                    <a:pt x="45555" y="20818"/>
                  </a:lnTo>
                  <a:lnTo>
                    <a:pt x="46176" y="20560"/>
                  </a:lnTo>
                  <a:lnTo>
                    <a:pt x="46326" y="20498"/>
                  </a:lnTo>
                  <a:lnTo>
                    <a:pt x="47427" y="20041"/>
                  </a:lnTo>
                  <a:lnTo>
                    <a:pt x="51559" y="18328"/>
                  </a:lnTo>
                  <a:lnTo>
                    <a:pt x="53277" y="17615"/>
                  </a:lnTo>
                  <a:lnTo>
                    <a:pt x="53461" y="17539"/>
                  </a:lnTo>
                  <a:lnTo>
                    <a:pt x="53729" y="17428"/>
                  </a:lnTo>
                  <a:lnTo>
                    <a:pt x="54161" y="17249"/>
                  </a:lnTo>
                  <a:lnTo>
                    <a:pt x="54408" y="17146"/>
                  </a:lnTo>
                  <a:lnTo>
                    <a:pt x="54974" y="16891"/>
                  </a:lnTo>
                  <a:lnTo>
                    <a:pt x="55925" y="16461"/>
                  </a:lnTo>
                  <a:lnTo>
                    <a:pt x="56668" y="16125"/>
                  </a:lnTo>
                  <a:lnTo>
                    <a:pt x="59177" y="14992"/>
                  </a:lnTo>
                  <a:lnTo>
                    <a:pt x="61589" y="13903"/>
                  </a:lnTo>
                  <a:lnTo>
                    <a:pt x="62419" y="13528"/>
                  </a:lnTo>
                  <a:lnTo>
                    <a:pt x="62822" y="13346"/>
                  </a:lnTo>
                  <a:lnTo>
                    <a:pt x="64514" y="12582"/>
                  </a:lnTo>
                  <a:lnTo>
                    <a:pt x="64768" y="12467"/>
                  </a:lnTo>
                  <a:lnTo>
                    <a:pt x="65491" y="12141"/>
                  </a:lnTo>
                  <a:lnTo>
                    <a:pt x="65731" y="12032"/>
                  </a:lnTo>
                  <a:lnTo>
                    <a:pt x="66637" y="11623"/>
                  </a:lnTo>
                  <a:lnTo>
                    <a:pt x="72152" y="9132"/>
                  </a:lnTo>
                  <a:lnTo>
                    <a:pt x="72518" y="8967"/>
                  </a:lnTo>
                  <a:lnTo>
                    <a:pt x="73801" y="8387"/>
                  </a:lnTo>
                  <a:lnTo>
                    <a:pt x="74216" y="8200"/>
                  </a:lnTo>
                  <a:lnTo>
                    <a:pt x="74740" y="7965"/>
                  </a:lnTo>
                  <a:lnTo>
                    <a:pt x="77534" y="6711"/>
                  </a:lnTo>
                  <a:lnTo>
                    <a:pt x="77792" y="6595"/>
                  </a:lnTo>
                  <a:lnTo>
                    <a:pt x="78598" y="6233"/>
                  </a:lnTo>
                  <a:lnTo>
                    <a:pt x="78961" y="6070"/>
                  </a:lnTo>
                  <a:lnTo>
                    <a:pt x="79927" y="5637"/>
                  </a:lnTo>
                  <a:lnTo>
                    <a:pt x="81196" y="5067"/>
                  </a:lnTo>
                  <a:lnTo>
                    <a:pt x="82630" y="4412"/>
                  </a:lnTo>
                  <a:lnTo>
                    <a:pt x="83956" y="3816"/>
                  </a:lnTo>
                  <a:lnTo>
                    <a:pt x="86419" y="2711"/>
                  </a:lnTo>
                  <a:lnTo>
                    <a:pt x="87560" y="2199"/>
                  </a:lnTo>
                  <a:lnTo>
                    <a:pt x="88970" y="1567"/>
                  </a:lnTo>
                  <a:lnTo>
                    <a:pt x="91894" y="254"/>
                  </a:lnTo>
                  <a:lnTo>
                    <a:pt x="92488" y="0"/>
                  </a:lnTo>
                  <a:lnTo>
                    <a:pt x="92810" y="1744"/>
                  </a:lnTo>
                  <a:lnTo>
                    <a:pt x="93381" y="4845"/>
                  </a:lnTo>
                  <a:lnTo>
                    <a:pt x="94345" y="10083"/>
                  </a:lnTo>
                  <a:lnTo>
                    <a:pt x="94540" y="11139"/>
                  </a:lnTo>
                  <a:lnTo>
                    <a:pt x="94849" y="12822"/>
                  </a:lnTo>
                  <a:lnTo>
                    <a:pt x="95000" y="13642"/>
                  </a:lnTo>
                  <a:lnTo>
                    <a:pt x="95126" y="14322"/>
                  </a:lnTo>
                  <a:lnTo>
                    <a:pt x="95195" y="14698"/>
                  </a:lnTo>
                  <a:lnTo>
                    <a:pt x="95451" y="16090"/>
                  </a:lnTo>
                  <a:lnTo>
                    <a:pt x="95878" y="18407"/>
                  </a:lnTo>
                  <a:lnTo>
                    <a:pt x="96061" y="19403"/>
                  </a:lnTo>
                  <a:lnTo>
                    <a:pt x="96415" y="21322"/>
                  </a:lnTo>
                  <a:lnTo>
                    <a:pt x="96496" y="21762"/>
                  </a:lnTo>
                  <a:lnTo>
                    <a:pt x="96602" y="22338"/>
                  </a:lnTo>
                  <a:lnTo>
                    <a:pt x="96913" y="24032"/>
                  </a:lnTo>
                  <a:lnTo>
                    <a:pt x="98085" y="31873"/>
                  </a:lnTo>
                  <a:lnTo>
                    <a:pt x="98113" y="32013"/>
                  </a:lnTo>
                  <a:lnTo>
                    <a:pt x="99116" y="36884"/>
                  </a:lnTo>
                  <a:lnTo>
                    <a:pt x="99486" y="38678"/>
                  </a:lnTo>
                  <a:lnTo>
                    <a:pt x="99988" y="41113"/>
                  </a:lnTo>
                  <a:lnTo>
                    <a:pt x="99408" y="45863"/>
                  </a:lnTo>
                  <a:lnTo>
                    <a:pt x="99242" y="47218"/>
                  </a:lnTo>
                  <a:lnTo>
                    <a:pt x="98676" y="51861"/>
                  </a:lnTo>
                  <a:lnTo>
                    <a:pt x="98610" y="52401"/>
                  </a:lnTo>
                  <a:lnTo>
                    <a:pt x="98576" y="52680"/>
                  </a:lnTo>
                  <a:lnTo>
                    <a:pt x="98172" y="55988"/>
                  </a:lnTo>
                  <a:lnTo>
                    <a:pt x="97995" y="57740"/>
                  </a:lnTo>
                  <a:lnTo>
                    <a:pt x="97766" y="60017"/>
                  </a:lnTo>
                  <a:lnTo>
                    <a:pt x="97717" y="60496"/>
                  </a:lnTo>
                  <a:lnTo>
                    <a:pt x="97686" y="60806"/>
                  </a:lnTo>
                  <a:lnTo>
                    <a:pt x="97651" y="61148"/>
                  </a:lnTo>
                  <a:lnTo>
                    <a:pt x="97607" y="61591"/>
                  </a:lnTo>
                  <a:lnTo>
                    <a:pt x="97462" y="63025"/>
                  </a:lnTo>
                  <a:lnTo>
                    <a:pt x="96119" y="72049"/>
                  </a:lnTo>
                  <a:lnTo>
                    <a:pt x="95669" y="75075"/>
                  </a:lnTo>
                  <a:lnTo>
                    <a:pt x="95412" y="76799"/>
                  </a:lnTo>
                  <a:lnTo>
                    <a:pt x="95002" y="79554"/>
                  </a:lnTo>
                  <a:lnTo>
                    <a:pt x="94611" y="82178"/>
                  </a:lnTo>
                  <a:lnTo>
                    <a:pt x="94337" y="84018"/>
                  </a:lnTo>
                  <a:lnTo>
                    <a:pt x="94261" y="84216"/>
                  </a:lnTo>
                  <a:lnTo>
                    <a:pt x="93813" y="84643"/>
                  </a:lnTo>
                  <a:lnTo>
                    <a:pt x="93612" y="848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441663" y="4984122"/>
              <a:ext cx="72133" cy="53691"/>
            </a:xfrm>
            <a:custGeom>
              <a:avLst/>
              <a:pathLst>
                <a:path w="72133" h="53691">
                  <a:moveTo>
                    <a:pt x="39897" y="20139"/>
                  </a:moveTo>
                  <a:lnTo>
                    <a:pt x="41553" y="21048"/>
                  </a:lnTo>
                  <a:lnTo>
                    <a:pt x="42064" y="21325"/>
                  </a:lnTo>
                  <a:lnTo>
                    <a:pt x="44388" y="22589"/>
                  </a:lnTo>
                  <a:lnTo>
                    <a:pt x="47508" y="24285"/>
                  </a:lnTo>
                  <a:lnTo>
                    <a:pt x="49341" y="25297"/>
                  </a:lnTo>
                  <a:lnTo>
                    <a:pt x="53819" y="27771"/>
                  </a:lnTo>
                  <a:lnTo>
                    <a:pt x="53971" y="27856"/>
                  </a:lnTo>
                  <a:lnTo>
                    <a:pt x="55516" y="28703"/>
                  </a:lnTo>
                  <a:lnTo>
                    <a:pt x="66135" y="34524"/>
                  </a:lnTo>
                  <a:lnTo>
                    <a:pt x="67147" y="35079"/>
                  </a:lnTo>
                  <a:lnTo>
                    <a:pt x="69336" y="36279"/>
                  </a:lnTo>
                  <a:lnTo>
                    <a:pt x="71157" y="37277"/>
                  </a:lnTo>
                  <a:lnTo>
                    <a:pt x="71487" y="37458"/>
                  </a:lnTo>
                  <a:lnTo>
                    <a:pt x="72133" y="37817"/>
                  </a:lnTo>
                  <a:lnTo>
                    <a:pt x="71707" y="41759"/>
                  </a:lnTo>
                  <a:lnTo>
                    <a:pt x="71182" y="46631"/>
                  </a:lnTo>
                  <a:lnTo>
                    <a:pt x="70647" y="51583"/>
                  </a:lnTo>
                  <a:lnTo>
                    <a:pt x="41793" y="47885"/>
                  </a:lnTo>
                  <a:lnTo>
                    <a:pt x="42060" y="44980"/>
                  </a:lnTo>
                  <a:lnTo>
                    <a:pt x="25108" y="42173"/>
                  </a:lnTo>
                  <a:lnTo>
                    <a:pt x="23577" y="53691"/>
                  </a:lnTo>
                  <a:lnTo>
                    <a:pt x="16304" y="52665"/>
                  </a:lnTo>
                  <a:lnTo>
                    <a:pt x="16750" y="49422"/>
                  </a:lnTo>
                  <a:lnTo>
                    <a:pt x="14499" y="49117"/>
                  </a:lnTo>
                  <a:lnTo>
                    <a:pt x="15657" y="40188"/>
                  </a:lnTo>
                  <a:lnTo>
                    <a:pt x="16215" y="36834"/>
                  </a:lnTo>
                  <a:lnTo>
                    <a:pt x="10981" y="36148"/>
                  </a:lnTo>
                  <a:lnTo>
                    <a:pt x="10491" y="33477"/>
                  </a:lnTo>
                  <a:lnTo>
                    <a:pt x="5738" y="33153"/>
                  </a:lnTo>
                  <a:lnTo>
                    <a:pt x="5448" y="31577"/>
                  </a:lnTo>
                  <a:lnTo>
                    <a:pt x="5342" y="31001"/>
                  </a:lnTo>
                  <a:lnTo>
                    <a:pt x="5261" y="30561"/>
                  </a:lnTo>
                  <a:lnTo>
                    <a:pt x="4907" y="28642"/>
                  </a:lnTo>
                  <a:lnTo>
                    <a:pt x="4724" y="27646"/>
                  </a:lnTo>
                  <a:lnTo>
                    <a:pt x="4297" y="25329"/>
                  </a:lnTo>
                  <a:lnTo>
                    <a:pt x="3972" y="23561"/>
                  </a:lnTo>
                  <a:lnTo>
                    <a:pt x="3847" y="22881"/>
                  </a:lnTo>
                  <a:lnTo>
                    <a:pt x="3386" y="20378"/>
                  </a:lnTo>
                  <a:lnTo>
                    <a:pt x="3191" y="19322"/>
                  </a:lnTo>
                  <a:lnTo>
                    <a:pt x="2227" y="14084"/>
                  </a:lnTo>
                  <a:lnTo>
                    <a:pt x="1656" y="10983"/>
                  </a:lnTo>
                  <a:lnTo>
                    <a:pt x="1335" y="9238"/>
                  </a:lnTo>
                  <a:lnTo>
                    <a:pt x="970" y="7367"/>
                  </a:lnTo>
                  <a:lnTo>
                    <a:pt x="106" y="2937"/>
                  </a:lnTo>
                  <a:lnTo>
                    <a:pt x="0" y="1869"/>
                  </a:lnTo>
                  <a:lnTo>
                    <a:pt x="241" y="1699"/>
                  </a:lnTo>
                  <a:lnTo>
                    <a:pt x="1234" y="1000"/>
                  </a:lnTo>
                  <a:lnTo>
                    <a:pt x="2728" y="149"/>
                  </a:lnTo>
                  <a:lnTo>
                    <a:pt x="2990" y="0"/>
                  </a:lnTo>
                  <a:lnTo>
                    <a:pt x="9469" y="3535"/>
                  </a:lnTo>
                  <a:lnTo>
                    <a:pt x="19598" y="9061"/>
                  </a:lnTo>
                  <a:lnTo>
                    <a:pt x="20359" y="9477"/>
                  </a:lnTo>
                  <a:lnTo>
                    <a:pt x="38653" y="19458"/>
                  </a:lnTo>
                  <a:lnTo>
                    <a:pt x="39721" y="200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2441454" y="5017378"/>
              <a:ext cx="135743" cy="227661"/>
            </a:xfrm>
            <a:custGeom>
              <a:avLst/>
              <a:pathLst>
                <a:path w="135743" h="227661">
                  <a:moveTo>
                    <a:pt x="3863" y="126452"/>
                  </a:moveTo>
                  <a:lnTo>
                    <a:pt x="2515" y="126160"/>
                  </a:lnTo>
                  <a:lnTo>
                    <a:pt x="1628" y="125967"/>
                  </a:lnTo>
                  <a:lnTo>
                    <a:pt x="548" y="125705"/>
                  </a:lnTo>
                  <a:lnTo>
                    <a:pt x="0" y="125572"/>
                  </a:lnTo>
                  <a:lnTo>
                    <a:pt x="34" y="123478"/>
                  </a:lnTo>
                  <a:lnTo>
                    <a:pt x="191" y="113856"/>
                  </a:lnTo>
                  <a:lnTo>
                    <a:pt x="309" y="109456"/>
                  </a:lnTo>
                  <a:lnTo>
                    <a:pt x="384" y="106619"/>
                  </a:lnTo>
                  <a:lnTo>
                    <a:pt x="519" y="102184"/>
                  </a:lnTo>
                  <a:lnTo>
                    <a:pt x="530" y="101802"/>
                  </a:lnTo>
                  <a:lnTo>
                    <a:pt x="1100" y="79447"/>
                  </a:lnTo>
                  <a:lnTo>
                    <a:pt x="1107" y="79277"/>
                  </a:lnTo>
                  <a:lnTo>
                    <a:pt x="1285" y="74863"/>
                  </a:lnTo>
                  <a:lnTo>
                    <a:pt x="1659" y="72226"/>
                  </a:lnTo>
                  <a:lnTo>
                    <a:pt x="3373" y="60133"/>
                  </a:lnTo>
                  <a:lnTo>
                    <a:pt x="3392" y="60001"/>
                  </a:lnTo>
                  <a:lnTo>
                    <a:pt x="3666" y="58161"/>
                  </a:lnTo>
                  <a:lnTo>
                    <a:pt x="4057" y="55537"/>
                  </a:lnTo>
                  <a:lnTo>
                    <a:pt x="4467" y="52782"/>
                  </a:lnTo>
                  <a:lnTo>
                    <a:pt x="4723" y="51058"/>
                  </a:lnTo>
                  <a:lnTo>
                    <a:pt x="5174" y="48032"/>
                  </a:lnTo>
                  <a:lnTo>
                    <a:pt x="5491" y="45900"/>
                  </a:lnTo>
                  <a:lnTo>
                    <a:pt x="6517" y="39008"/>
                  </a:lnTo>
                  <a:lnTo>
                    <a:pt x="6662" y="37574"/>
                  </a:lnTo>
                  <a:lnTo>
                    <a:pt x="6706" y="37132"/>
                  </a:lnTo>
                  <a:lnTo>
                    <a:pt x="6741" y="36789"/>
                  </a:lnTo>
                  <a:lnTo>
                    <a:pt x="6772" y="36479"/>
                  </a:lnTo>
                  <a:lnTo>
                    <a:pt x="6821" y="36000"/>
                  </a:lnTo>
                  <a:lnTo>
                    <a:pt x="7061" y="33618"/>
                  </a:lnTo>
                  <a:lnTo>
                    <a:pt x="7227" y="31971"/>
                  </a:lnTo>
                  <a:lnTo>
                    <a:pt x="7631" y="28663"/>
                  </a:lnTo>
                  <a:lnTo>
                    <a:pt x="7665" y="28385"/>
                  </a:lnTo>
                  <a:lnTo>
                    <a:pt x="7731" y="27845"/>
                  </a:lnTo>
                  <a:lnTo>
                    <a:pt x="8297" y="23201"/>
                  </a:lnTo>
                  <a:lnTo>
                    <a:pt x="8463" y="21847"/>
                  </a:lnTo>
                  <a:lnTo>
                    <a:pt x="9042" y="17097"/>
                  </a:lnTo>
                  <a:lnTo>
                    <a:pt x="8541" y="14661"/>
                  </a:lnTo>
                  <a:lnTo>
                    <a:pt x="8171" y="12867"/>
                  </a:lnTo>
                  <a:lnTo>
                    <a:pt x="7276" y="8517"/>
                  </a:lnTo>
                  <a:lnTo>
                    <a:pt x="7168" y="7996"/>
                  </a:lnTo>
                  <a:lnTo>
                    <a:pt x="7140" y="7857"/>
                  </a:lnTo>
                  <a:lnTo>
                    <a:pt x="5965" y="0"/>
                  </a:lnTo>
                  <a:lnTo>
                    <a:pt x="10700" y="221"/>
                  </a:lnTo>
                  <a:lnTo>
                    <a:pt x="11190" y="2892"/>
                  </a:lnTo>
                  <a:lnTo>
                    <a:pt x="16424" y="3579"/>
                  </a:lnTo>
                  <a:lnTo>
                    <a:pt x="15866" y="6932"/>
                  </a:lnTo>
                  <a:lnTo>
                    <a:pt x="14707" y="15862"/>
                  </a:lnTo>
                  <a:lnTo>
                    <a:pt x="16958" y="16167"/>
                  </a:lnTo>
                  <a:lnTo>
                    <a:pt x="16512" y="19410"/>
                  </a:lnTo>
                  <a:lnTo>
                    <a:pt x="23786" y="20436"/>
                  </a:lnTo>
                  <a:lnTo>
                    <a:pt x="25317" y="8918"/>
                  </a:lnTo>
                  <a:lnTo>
                    <a:pt x="42269" y="11725"/>
                  </a:lnTo>
                  <a:lnTo>
                    <a:pt x="42002" y="14630"/>
                  </a:lnTo>
                  <a:lnTo>
                    <a:pt x="70856" y="18328"/>
                  </a:lnTo>
                  <a:lnTo>
                    <a:pt x="71390" y="13376"/>
                  </a:lnTo>
                  <a:lnTo>
                    <a:pt x="71916" y="8504"/>
                  </a:lnTo>
                  <a:lnTo>
                    <a:pt x="72343" y="4559"/>
                  </a:lnTo>
                  <a:lnTo>
                    <a:pt x="75034" y="6056"/>
                  </a:lnTo>
                  <a:lnTo>
                    <a:pt x="80647" y="9180"/>
                  </a:lnTo>
                  <a:lnTo>
                    <a:pt x="82883" y="10425"/>
                  </a:lnTo>
                  <a:lnTo>
                    <a:pt x="89350" y="14024"/>
                  </a:lnTo>
                  <a:lnTo>
                    <a:pt x="89960" y="14364"/>
                  </a:lnTo>
                  <a:lnTo>
                    <a:pt x="96630" y="18076"/>
                  </a:lnTo>
                  <a:lnTo>
                    <a:pt x="98204" y="18952"/>
                  </a:lnTo>
                  <a:lnTo>
                    <a:pt x="107217" y="23968"/>
                  </a:lnTo>
                  <a:lnTo>
                    <a:pt x="107447" y="24096"/>
                  </a:lnTo>
                  <a:lnTo>
                    <a:pt x="129528" y="36386"/>
                  </a:lnTo>
                  <a:lnTo>
                    <a:pt x="130976" y="37192"/>
                  </a:lnTo>
                  <a:lnTo>
                    <a:pt x="135743" y="39845"/>
                  </a:lnTo>
                  <a:lnTo>
                    <a:pt x="135643" y="40163"/>
                  </a:lnTo>
                  <a:lnTo>
                    <a:pt x="135550" y="40458"/>
                  </a:lnTo>
                  <a:lnTo>
                    <a:pt x="135443" y="40799"/>
                  </a:lnTo>
                  <a:lnTo>
                    <a:pt x="135157" y="41705"/>
                  </a:lnTo>
                  <a:lnTo>
                    <a:pt x="134948" y="42370"/>
                  </a:lnTo>
                  <a:lnTo>
                    <a:pt x="134863" y="42642"/>
                  </a:lnTo>
                  <a:lnTo>
                    <a:pt x="134405" y="44095"/>
                  </a:lnTo>
                  <a:lnTo>
                    <a:pt x="134308" y="44403"/>
                  </a:lnTo>
                  <a:lnTo>
                    <a:pt x="133812" y="45981"/>
                  </a:lnTo>
                  <a:lnTo>
                    <a:pt x="133724" y="46261"/>
                  </a:lnTo>
                  <a:lnTo>
                    <a:pt x="133582" y="46711"/>
                  </a:lnTo>
                  <a:lnTo>
                    <a:pt x="133004" y="48549"/>
                  </a:lnTo>
                  <a:lnTo>
                    <a:pt x="132318" y="50728"/>
                  </a:lnTo>
                  <a:lnTo>
                    <a:pt x="132064" y="51535"/>
                  </a:lnTo>
                  <a:lnTo>
                    <a:pt x="131752" y="52526"/>
                  </a:lnTo>
                  <a:lnTo>
                    <a:pt x="130740" y="52345"/>
                  </a:lnTo>
                  <a:lnTo>
                    <a:pt x="127541" y="51840"/>
                  </a:lnTo>
                  <a:lnTo>
                    <a:pt x="126782" y="51728"/>
                  </a:lnTo>
                  <a:lnTo>
                    <a:pt x="122375" y="51074"/>
                  </a:lnTo>
                  <a:lnTo>
                    <a:pt x="122242" y="51054"/>
                  </a:lnTo>
                  <a:lnTo>
                    <a:pt x="118920" y="50546"/>
                  </a:lnTo>
                  <a:lnTo>
                    <a:pt x="112203" y="49523"/>
                  </a:lnTo>
                  <a:lnTo>
                    <a:pt x="111714" y="49451"/>
                  </a:lnTo>
                  <a:lnTo>
                    <a:pt x="111564" y="49701"/>
                  </a:lnTo>
                  <a:lnTo>
                    <a:pt x="111310" y="50045"/>
                  </a:lnTo>
                  <a:lnTo>
                    <a:pt x="110765" y="50785"/>
                  </a:lnTo>
                  <a:lnTo>
                    <a:pt x="107736" y="54640"/>
                  </a:lnTo>
                  <a:lnTo>
                    <a:pt x="105388" y="57630"/>
                  </a:lnTo>
                  <a:lnTo>
                    <a:pt x="101548" y="62496"/>
                  </a:lnTo>
                  <a:lnTo>
                    <a:pt x="98759" y="66136"/>
                  </a:lnTo>
                  <a:lnTo>
                    <a:pt x="97609" y="67636"/>
                  </a:lnTo>
                  <a:lnTo>
                    <a:pt x="95607" y="70115"/>
                  </a:lnTo>
                  <a:lnTo>
                    <a:pt x="94870" y="69683"/>
                  </a:lnTo>
                  <a:lnTo>
                    <a:pt x="92178" y="67936"/>
                  </a:lnTo>
                  <a:lnTo>
                    <a:pt x="88487" y="73329"/>
                  </a:lnTo>
                  <a:lnTo>
                    <a:pt x="88153" y="73817"/>
                  </a:lnTo>
                  <a:lnTo>
                    <a:pt x="87819" y="74305"/>
                  </a:lnTo>
                  <a:lnTo>
                    <a:pt x="86234" y="76620"/>
                  </a:lnTo>
                  <a:lnTo>
                    <a:pt x="86410" y="77149"/>
                  </a:lnTo>
                  <a:lnTo>
                    <a:pt x="86475" y="77581"/>
                  </a:lnTo>
                  <a:lnTo>
                    <a:pt x="86268" y="80221"/>
                  </a:lnTo>
                  <a:lnTo>
                    <a:pt x="85892" y="80829"/>
                  </a:lnTo>
                  <a:lnTo>
                    <a:pt x="85516" y="81436"/>
                  </a:lnTo>
                  <a:lnTo>
                    <a:pt x="85306" y="81744"/>
                  </a:lnTo>
                  <a:lnTo>
                    <a:pt x="85161" y="81953"/>
                  </a:lnTo>
                  <a:lnTo>
                    <a:pt x="83264" y="84685"/>
                  </a:lnTo>
                  <a:lnTo>
                    <a:pt x="81971" y="85317"/>
                  </a:lnTo>
                  <a:lnTo>
                    <a:pt x="81652" y="85504"/>
                  </a:lnTo>
                  <a:lnTo>
                    <a:pt x="79213" y="86938"/>
                  </a:lnTo>
                  <a:lnTo>
                    <a:pt x="77921" y="87698"/>
                  </a:lnTo>
                  <a:lnTo>
                    <a:pt x="76017" y="88817"/>
                  </a:lnTo>
                  <a:lnTo>
                    <a:pt x="72747" y="90739"/>
                  </a:lnTo>
                  <a:lnTo>
                    <a:pt x="67794" y="94515"/>
                  </a:lnTo>
                  <a:lnTo>
                    <a:pt x="63818" y="96234"/>
                  </a:lnTo>
                  <a:lnTo>
                    <a:pt x="63716" y="97062"/>
                  </a:lnTo>
                  <a:lnTo>
                    <a:pt x="63535" y="98328"/>
                  </a:lnTo>
                  <a:lnTo>
                    <a:pt x="63413" y="99477"/>
                  </a:lnTo>
                  <a:lnTo>
                    <a:pt x="63356" y="100013"/>
                  </a:lnTo>
                  <a:lnTo>
                    <a:pt x="63094" y="102478"/>
                  </a:lnTo>
                  <a:lnTo>
                    <a:pt x="63067" y="102978"/>
                  </a:lnTo>
                  <a:lnTo>
                    <a:pt x="61059" y="104954"/>
                  </a:lnTo>
                  <a:lnTo>
                    <a:pt x="60334" y="105607"/>
                  </a:lnTo>
                  <a:lnTo>
                    <a:pt x="59753" y="106607"/>
                  </a:lnTo>
                  <a:lnTo>
                    <a:pt x="59714" y="107058"/>
                  </a:lnTo>
                  <a:lnTo>
                    <a:pt x="59634" y="107933"/>
                  </a:lnTo>
                  <a:lnTo>
                    <a:pt x="60565" y="108579"/>
                  </a:lnTo>
                  <a:lnTo>
                    <a:pt x="63816" y="109207"/>
                  </a:lnTo>
                  <a:lnTo>
                    <a:pt x="65216" y="109478"/>
                  </a:lnTo>
                  <a:lnTo>
                    <a:pt x="65643" y="109560"/>
                  </a:lnTo>
                  <a:lnTo>
                    <a:pt x="68766" y="110080"/>
                  </a:lnTo>
                  <a:lnTo>
                    <a:pt x="71037" y="110380"/>
                  </a:lnTo>
                  <a:lnTo>
                    <a:pt x="71858" y="110496"/>
                  </a:lnTo>
                  <a:lnTo>
                    <a:pt x="72295" y="110567"/>
                  </a:lnTo>
                  <a:lnTo>
                    <a:pt x="73533" y="110767"/>
                  </a:lnTo>
                  <a:lnTo>
                    <a:pt x="75154" y="111029"/>
                  </a:lnTo>
                  <a:lnTo>
                    <a:pt x="81363" y="111892"/>
                  </a:lnTo>
                  <a:lnTo>
                    <a:pt x="82326" y="112026"/>
                  </a:lnTo>
                  <a:lnTo>
                    <a:pt x="82880" y="112119"/>
                  </a:lnTo>
                  <a:lnTo>
                    <a:pt x="87944" y="112970"/>
                  </a:lnTo>
                  <a:lnTo>
                    <a:pt x="92932" y="113681"/>
                  </a:lnTo>
                  <a:lnTo>
                    <a:pt x="95890" y="114290"/>
                  </a:lnTo>
                  <a:lnTo>
                    <a:pt x="97097" y="115465"/>
                  </a:lnTo>
                  <a:lnTo>
                    <a:pt x="98913" y="116689"/>
                  </a:lnTo>
                  <a:lnTo>
                    <a:pt x="99276" y="116933"/>
                  </a:lnTo>
                  <a:lnTo>
                    <a:pt x="99554" y="117121"/>
                  </a:lnTo>
                  <a:lnTo>
                    <a:pt x="99886" y="117351"/>
                  </a:lnTo>
                  <a:lnTo>
                    <a:pt x="102215" y="118961"/>
                  </a:lnTo>
                  <a:lnTo>
                    <a:pt x="102427" y="119107"/>
                  </a:lnTo>
                  <a:lnTo>
                    <a:pt x="102907" y="119438"/>
                  </a:lnTo>
                  <a:lnTo>
                    <a:pt x="103773" y="120207"/>
                  </a:lnTo>
                  <a:lnTo>
                    <a:pt x="104353" y="120651"/>
                  </a:lnTo>
                  <a:lnTo>
                    <a:pt x="106843" y="122170"/>
                  </a:lnTo>
                  <a:lnTo>
                    <a:pt x="108314" y="123110"/>
                  </a:lnTo>
                  <a:lnTo>
                    <a:pt x="108664" y="123305"/>
                  </a:lnTo>
                  <a:lnTo>
                    <a:pt x="109011" y="123465"/>
                  </a:lnTo>
                  <a:lnTo>
                    <a:pt x="109252" y="123596"/>
                  </a:lnTo>
                  <a:lnTo>
                    <a:pt x="109887" y="124598"/>
                  </a:lnTo>
                  <a:lnTo>
                    <a:pt x="109976" y="124802"/>
                  </a:lnTo>
                  <a:lnTo>
                    <a:pt x="109804" y="124965"/>
                  </a:lnTo>
                  <a:lnTo>
                    <a:pt x="109545" y="125228"/>
                  </a:lnTo>
                  <a:lnTo>
                    <a:pt x="108730" y="126055"/>
                  </a:lnTo>
                  <a:lnTo>
                    <a:pt x="104845" y="129998"/>
                  </a:lnTo>
                  <a:lnTo>
                    <a:pt x="103322" y="131543"/>
                  </a:lnTo>
                  <a:lnTo>
                    <a:pt x="102412" y="132467"/>
                  </a:lnTo>
                  <a:lnTo>
                    <a:pt x="100144" y="134693"/>
                  </a:lnTo>
                  <a:lnTo>
                    <a:pt x="99093" y="135725"/>
                  </a:lnTo>
                  <a:lnTo>
                    <a:pt x="95908" y="138852"/>
                  </a:lnTo>
                  <a:lnTo>
                    <a:pt x="95472" y="139280"/>
                  </a:lnTo>
                  <a:lnTo>
                    <a:pt x="91947" y="142740"/>
                  </a:lnTo>
                  <a:lnTo>
                    <a:pt x="89219" y="145418"/>
                  </a:lnTo>
                  <a:lnTo>
                    <a:pt x="87899" y="146713"/>
                  </a:lnTo>
                  <a:lnTo>
                    <a:pt x="88258" y="147094"/>
                  </a:lnTo>
                  <a:lnTo>
                    <a:pt x="90887" y="149903"/>
                  </a:lnTo>
                  <a:lnTo>
                    <a:pt x="91884" y="151023"/>
                  </a:lnTo>
                  <a:lnTo>
                    <a:pt x="92316" y="151509"/>
                  </a:lnTo>
                  <a:lnTo>
                    <a:pt x="93366" y="152686"/>
                  </a:lnTo>
                  <a:lnTo>
                    <a:pt x="93824" y="153183"/>
                  </a:lnTo>
                  <a:lnTo>
                    <a:pt x="96852" y="156445"/>
                  </a:lnTo>
                  <a:lnTo>
                    <a:pt x="98824" y="154760"/>
                  </a:lnTo>
                  <a:lnTo>
                    <a:pt x="100123" y="153650"/>
                  </a:lnTo>
                  <a:lnTo>
                    <a:pt x="102326" y="151768"/>
                  </a:lnTo>
                  <a:lnTo>
                    <a:pt x="104730" y="149714"/>
                  </a:lnTo>
                  <a:lnTo>
                    <a:pt x="108300" y="146385"/>
                  </a:lnTo>
                  <a:lnTo>
                    <a:pt x="108437" y="146540"/>
                  </a:lnTo>
                  <a:lnTo>
                    <a:pt x="114771" y="153681"/>
                  </a:lnTo>
                  <a:lnTo>
                    <a:pt x="115046" y="153986"/>
                  </a:lnTo>
                  <a:lnTo>
                    <a:pt x="115245" y="154206"/>
                  </a:lnTo>
                  <a:lnTo>
                    <a:pt x="115992" y="155032"/>
                  </a:lnTo>
                  <a:lnTo>
                    <a:pt x="116894" y="156030"/>
                  </a:lnTo>
                  <a:lnTo>
                    <a:pt x="117543" y="156748"/>
                  </a:lnTo>
                  <a:lnTo>
                    <a:pt x="118150" y="157420"/>
                  </a:lnTo>
                  <a:lnTo>
                    <a:pt x="116060" y="161934"/>
                  </a:lnTo>
                  <a:lnTo>
                    <a:pt x="115605" y="162915"/>
                  </a:lnTo>
                  <a:lnTo>
                    <a:pt x="113571" y="167309"/>
                  </a:lnTo>
                  <a:lnTo>
                    <a:pt x="112444" y="170088"/>
                  </a:lnTo>
                  <a:lnTo>
                    <a:pt x="112218" y="170647"/>
                  </a:lnTo>
                  <a:lnTo>
                    <a:pt x="111068" y="173484"/>
                  </a:lnTo>
                  <a:lnTo>
                    <a:pt x="110026" y="176174"/>
                  </a:lnTo>
                  <a:lnTo>
                    <a:pt x="110729" y="176655"/>
                  </a:lnTo>
                  <a:lnTo>
                    <a:pt x="111378" y="177362"/>
                  </a:lnTo>
                  <a:lnTo>
                    <a:pt x="119487" y="186199"/>
                  </a:lnTo>
                  <a:lnTo>
                    <a:pt x="119704" y="186436"/>
                  </a:lnTo>
                  <a:lnTo>
                    <a:pt x="126923" y="194307"/>
                  </a:lnTo>
                  <a:lnTo>
                    <a:pt x="124290" y="196635"/>
                  </a:lnTo>
                  <a:lnTo>
                    <a:pt x="122136" y="198539"/>
                  </a:lnTo>
                  <a:lnTo>
                    <a:pt x="117728" y="202435"/>
                  </a:lnTo>
                  <a:lnTo>
                    <a:pt x="100207" y="217922"/>
                  </a:lnTo>
                  <a:lnTo>
                    <a:pt x="95069" y="222464"/>
                  </a:lnTo>
                  <a:lnTo>
                    <a:pt x="90548" y="226460"/>
                  </a:lnTo>
                  <a:lnTo>
                    <a:pt x="88947" y="227661"/>
                  </a:lnTo>
                  <a:lnTo>
                    <a:pt x="88830" y="227526"/>
                  </a:lnTo>
                  <a:lnTo>
                    <a:pt x="87717" y="226237"/>
                  </a:lnTo>
                  <a:lnTo>
                    <a:pt x="84040" y="222075"/>
                  </a:lnTo>
                  <a:lnTo>
                    <a:pt x="76691" y="213698"/>
                  </a:lnTo>
                  <a:lnTo>
                    <a:pt x="72983" y="209748"/>
                  </a:lnTo>
                  <a:lnTo>
                    <a:pt x="66783" y="202654"/>
                  </a:lnTo>
                  <a:lnTo>
                    <a:pt x="66441" y="202283"/>
                  </a:lnTo>
                  <a:lnTo>
                    <a:pt x="63562" y="199162"/>
                  </a:lnTo>
                  <a:lnTo>
                    <a:pt x="55667" y="190249"/>
                  </a:lnTo>
                  <a:lnTo>
                    <a:pt x="33043" y="164831"/>
                  </a:lnTo>
                  <a:lnTo>
                    <a:pt x="27273" y="157373"/>
                  </a:lnTo>
                  <a:lnTo>
                    <a:pt x="23936" y="152967"/>
                  </a:lnTo>
                  <a:lnTo>
                    <a:pt x="20665" y="148962"/>
                  </a:lnTo>
                  <a:lnTo>
                    <a:pt x="16125" y="143321"/>
                  </a:lnTo>
                  <a:lnTo>
                    <a:pt x="13540" y="139563"/>
                  </a:lnTo>
                  <a:lnTo>
                    <a:pt x="11430" y="135931"/>
                  </a:lnTo>
                  <a:lnTo>
                    <a:pt x="7986" y="128989"/>
                  </a:lnTo>
                  <a:lnTo>
                    <a:pt x="7167" y="127981"/>
                  </a:lnTo>
                  <a:lnTo>
                    <a:pt x="6341" y="127356"/>
                  </a:lnTo>
                  <a:lnTo>
                    <a:pt x="5327" y="1268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2529354" y="5142180"/>
              <a:ext cx="47905" cy="32618"/>
            </a:xfrm>
            <a:custGeom>
              <a:avLst/>
              <a:pathLst>
                <a:path w="47905" h="32618">
                  <a:moveTo>
                    <a:pt x="43675" y="20726"/>
                  </a:moveTo>
                  <a:lnTo>
                    <a:pt x="42541" y="21711"/>
                  </a:lnTo>
                  <a:lnTo>
                    <a:pt x="42204" y="22005"/>
                  </a:lnTo>
                  <a:lnTo>
                    <a:pt x="41987" y="22193"/>
                  </a:lnTo>
                  <a:lnTo>
                    <a:pt x="41117" y="22940"/>
                  </a:lnTo>
                  <a:lnTo>
                    <a:pt x="32191" y="30603"/>
                  </a:lnTo>
                  <a:lnTo>
                    <a:pt x="31250" y="31559"/>
                  </a:lnTo>
                  <a:lnTo>
                    <a:pt x="30688" y="32129"/>
                  </a:lnTo>
                  <a:lnTo>
                    <a:pt x="30250" y="32618"/>
                  </a:lnTo>
                  <a:lnTo>
                    <a:pt x="29643" y="31946"/>
                  </a:lnTo>
                  <a:lnTo>
                    <a:pt x="28994" y="31228"/>
                  </a:lnTo>
                  <a:lnTo>
                    <a:pt x="28092" y="30230"/>
                  </a:lnTo>
                  <a:lnTo>
                    <a:pt x="27345" y="29404"/>
                  </a:lnTo>
                  <a:lnTo>
                    <a:pt x="27146" y="29184"/>
                  </a:lnTo>
                  <a:lnTo>
                    <a:pt x="26871" y="28879"/>
                  </a:lnTo>
                  <a:lnTo>
                    <a:pt x="20537" y="21738"/>
                  </a:lnTo>
                  <a:lnTo>
                    <a:pt x="20400" y="21583"/>
                  </a:lnTo>
                  <a:lnTo>
                    <a:pt x="16830" y="24912"/>
                  </a:lnTo>
                  <a:lnTo>
                    <a:pt x="14426" y="26966"/>
                  </a:lnTo>
                  <a:lnTo>
                    <a:pt x="12223" y="28848"/>
                  </a:lnTo>
                  <a:lnTo>
                    <a:pt x="10924" y="29958"/>
                  </a:lnTo>
                  <a:lnTo>
                    <a:pt x="8952" y="31643"/>
                  </a:lnTo>
                  <a:lnTo>
                    <a:pt x="5911" y="28366"/>
                  </a:lnTo>
                  <a:lnTo>
                    <a:pt x="5466" y="27884"/>
                  </a:lnTo>
                  <a:lnTo>
                    <a:pt x="4416" y="26706"/>
                  </a:lnTo>
                  <a:lnTo>
                    <a:pt x="3984" y="26221"/>
                  </a:lnTo>
                  <a:lnTo>
                    <a:pt x="2940" y="25048"/>
                  </a:lnTo>
                  <a:lnTo>
                    <a:pt x="356" y="22290"/>
                  </a:lnTo>
                  <a:lnTo>
                    <a:pt x="0" y="21911"/>
                  </a:lnTo>
                  <a:lnTo>
                    <a:pt x="1319" y="20616"/>
                  </a:lnTo>
                  <a:lnTo>
                    <a:pt x="4047" y="17938"/>
                  </a:lnTo>
                  <a:lnTo>
                    <a:pt x="7572" y="14478"/>
                  </a:lnTo>
                  <a:lnTo>
                    <a:pt x="8008" y="14050"/>
                  </a:lnTo>
                  <a:lnTo>
                    <a:pt x="11193" y="10923"/>
                  </a:lnTo>
                  <a:lnTo>
                    <a:pt x="12244" y="9891"/>
                  </a:lnTo>
                  <a:lnTo>
                    <a:pt x="14699" y="7475"/>
                  </a:lnTo>
                  <a:lnTo>
                    <a:pt x="15423" y="6741"/>
                  </a:lnTo>
                  <a:lnTo>
                    <a:pt x="16945" y="5196"/>
                  </a:lnTo>
                  <a:lnTo>
                    <a:pt x="20830" y="1253"/>
                  </a:lnTo>
                  <a:lnTo>
                    <a:pt x="21645" y="426"/>
                  </a:lnTo>
                  <a:lnTo>
                    <a:pt x="21904" y="163"/>
                  </a:lnTo>
                  <a:lnTo>
                    <a:pt x="22076" y="0"/>
                  </a:lnTo>
                  <a:lnTo>
                    <a:pt x="23514" y="1366"/>
                  </a:lnTo>
                  <a:lnTo>
                    <a:pt x="23898" y="1601"/>
                  </a:lnTo>
                  <a:lnTo>
                    <a:pt x="24281" y="1836"/>
                  </a:lnTo>
                  <a:lnTo>
                    <a:pt x="28231" y="4260"/>
                  </a:lnTo>
                  <a:lnTo>
                    <a:pt x="29643" y="5127"/>
                  </a:lnTo>
                  <a:lnTo>
                    <a:pt x="32182" y="6685"/>
                  </a:lnTo>
                  <a:lnTo>
                    <a:pt x="36348" y="9328"/>
                  </a:lnTo>
                  <a:lnTo>
                    <a:pt x="38081" y="10428"/>
                  </a:lnTo>
                  <a:lnTo>
                    <a:pt x="43950" y="14152"/>
                  </a:lnTo>
                  <a:lnTo>
                    <a:pt x="46861" y="16181"/>
                  </a:lnTo>
                  <a:lnTo>
                    <a:pt x="47905" y="17087"/>
                  </a:lnTo>
                  <a:lnTo>
                    <a:pt x="47505" y="17401"/>
                  </a:lnTo>
                  <a:lnTo>
                    <a:pt x="47179" y="176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347896" y="5077526"/>
              <a:ext cx="96929" cy="99958"/>
            </a:xfrm>
            <a:custGeom>
              <a:avLst/>
              <a:pathLst>
                <a:path w="96929" h="99958">
                  <a:moveTo>
                    <a:pt x="92538" y="72941"/>
                  </a:moveTo>
                  <a:lnTo>
                    <a:pt x="89084" y="76164"/>
                  </a:lnTo>
                  <a:lnTo>
                    <a:pt x="85603" y="79411"/>
                  </a:lnTo>
                  <a:lnTo>
                    <a:pt x="84339" y="80590"/>
                  </a:lnTo>
                  <a:lnTo>
                    <a:pt x="83927" y="80975"/>
                  </a:lnTo>
                  <a:lnTo>
                    <a:pt x="79507" y="85098"/>
                  </a:lnTo>
                  <a:lnTo>
                    <a:pt x="79356" y="85239"/>
                  </a:lnTo>
                  <a:lnTo>
                    <a:pt x="78501" y="86037"/>
                  </a:lnTo>
                  <a:lnTo>
                    <a:pt x="75094" y="89215"/>
                  </a:lnTo>
                  <a:lnTo>
                    <a:pt x="74911" y="89385"/>
                  </a:lnTo>
                  <a:lnTo>
                    <a:pt x="70224" y="93758"/>
                  </a:lnTo>
                  <a:lnTo>
                    <a:pt x="65136" y="98504"/>
                  </a:lnTo>
                  <a:lnTo>
                    <a:pt x="63578" y="99958"/>
                  </a:lnTo>
                  <a:lnTo>
                    <a:pt x="60850" y="97049"/>
                  </a:lnTo>
                  <a:lnTo>
                    <a:pt x="60296" y="96458"/>
                  </a:lnTo>
                  <a:lnTo>
                    <a:pt x="59893" y="96029"/>
                  </a:lnTo>
                  <a:lnTo>
                    <a:pt x="56325" y="92322"/>
                  </a:lnTo>
                  <a:lnTo>
                    <a:pt x="55527" y="91494"/>
                  </a:lnTo>
                  <a:lnTo>
                    <a:pt x="53188" y="89064"/>
                  </a:lnTo>
                  <a:lnTo>
                    <a:pt x="52643" y="88465"/>
                  </a:lnTo>
                  <a:lnTo>
                    <a:pt x="50931" y="86587"/>
                  </a:lnTo>
                  <a:lnTo>
                    <a:pt x="49133" y="84855"/>
                  </a:lnTo>
                  <a:lnTo>
                    <a:pt x="48814" y="84518"/>
                  </a:lnTo>
                  <a:lnTo>
                    <a:pt x="48633" y="84326"/>
                  </a:lnTo>
                  <a:lnTo>
                    <a:pt x="46906" y="82498"/>
                  </a:lnTo>
                  <a:lnTo>
                    <a:pt x="46164" y="81712"/>
                  </a:lnTo>
                  <a:lnTo>
                    <a:pt x="44389" y="79833"/>
                  </a:lnTo>
                  <a:lnTo>
                    <a:pt x="38976" y="74104"/>
                  </a:lnTo>
                  <a:lnTo>
                    <a:pt x="37890" y="72954"/>
                  </a:lnTo>
                  <a:lnTo>
                    <a:pt x="37535" y="72581"/>
                  </a:lnTo>
                  <a:lnTo>
                    <a:pt x="37386" y="72424"/>
                  </a:lnTo>
                  <a:lnTo>
                    <a:pt x="36690" y="71691"/>
                  </a:lnTo>
                  <a:lnTo>
                    <a:pt x="30963" y="65662"/>
                  </a:lnTo>
                  <a:lnTo>
                    <a:pt x="29583" y="64209"/>
                  </a:lnTo>
                  <a:lnTo>
                    <a:pt x="29313" y="63930"/>
                  </a:lnTo>
                  <a:lnTo>
                    <a:pt x="28997" y="63603"/>
                  </a:lnTo>
                  <a:lnTo>
                    <a:pt x="23380" y="57787"/>
                  </a:lnTo>
                  <a:lnTo>
                    <a:pt x="23133" y="57538"/>
                  </a:lnTo>
                  <a:lnTo>
                    <a:pt x="22935" y="57339"/>
                  </a:lnTo>
                  <a:lnTo>
                    <a:pt x="19691" y="54069"/>
                  </a:lnTo>
                  <a:lnTo>
                    <a:pt x="18155" y="52521"/>
                  </a:lnTo>
                  <a:lnTo>
                    <a:pt x="17726" y="52080"/>
                  </a:lnTo>
                  <a:lnTo>
                    <a:pt x="13621" y="47765"/>
                  </a:lnTo>
                  <a:lnTo>
                    <a:pt x="13179" y="47264"/>
                  </a:lnTo>
                  <a:lnTo>
                    <a:pt x="12260" y="46222"/>
                  </a:lnTo>
                  <a:lnTo>
                    <a:pt x="11589" y="45461"/>
                  </a:lnTo>
                  <a:lnTo>
                    <a:pt x="8712" y="42198"/>
                  </a:lnTo>
                  <a:lnTo>
                    <a:pt x="8111" y="41553"/>
                  </a:lnTo>
                  <a:lnTo>
                    <a:pt x="7610" y="41014"/>
                  </a:lnTo>
                  <a:lnTo>
                    <a:pt x="6951" y="40306"/>
                  </a:lnTo>
                  <a:lnTo>
                    <a:pt x="6521" y="39843"/>
                  </a:lnTo>
                  <a:lnTo>
                    <a:pt x="6372" y="39683"/>
                  </a:lnTo>
                  <a:lnTo>
                    <a:pt x="5539" y="38675"/>
                  </a:lnTo>
                  <a:lnTo>
                    <a:pt x="5139" y="38223"/>
                  </a:lnTo>
                  <a:lnTo>
                    <a:pt x="4808" y="37850"/>
                  </a:lnTo>
                  <a:lnTo>
                    <a:pt x="4233" y="37201"/>
                  </a:lnTo>
                  <a:lnTo>
                    <a:pt x="4005" y="36944"/>
                  </a:lnTo>
                  <a:lnTo>
                    <a:pt x="2361" y="34971"/>
                  </a:lnTo>
                  <a:lnTo>
                    <a:pt x="0" y="33723"/>
                  </a:lnTo>
                  <a:lnTo>
                    <a:pt x="371" y="33116"/>
                  </a:lnTo>
                  <a:lnTo>
                    <a:pt x="905" y="32627"/>
                  </a:lnTo>
                  <a:lnTo>
                    <a:pt x="1394" y="31026"/>
                  </a:lnTo>
                  <a:lnTo>
                    <a:pt x="2106" y="29558"/>
                  </a:lnTo>
                  <a:lnTo>
                    <a:pt x="3218" y="28491"/>
                  </a:lnTo>
                  <a:lnTo>
                    <a:pt x="3440" y="27735"/>
                  </a:lnTo>
                  <a:lnTo>
                    <a:pt x="3529" y="26401"/>
                  </a:lnTo>
                  <a:lnTo>
                    <a:pt x="4374" y="25244"/>
                  </a:lnTo>
                  <a:lnTo>
                    <a:pt x="4774" y="24622"/>
                  </a:lnTo>
                  <a:lnTo>
                    <a:pt x="4863" y="24088"/>
                  </a:lnTo>
                  <a:lnTo>
                    <a:pt x="4908" y="23021"/>
                  </a:lnTo>
                  <a:lnTo>
                    <a:pt x="5130" y="21864"/>
                  </a:lnTo>
                  <a:lnTo>
                    <a:pt x="6064" y="20575"/>
                  </a:lnTo>
                  <a:lnTo>
                    <a:pt x="6286" y="19507"/>
                  </a:lnTo>
                  <a:lnTo>
                    <a:pt x="6464" y="17728"/>
                  </a:lnTo>
                  <a:lnTo>
                    <a:pt x="6865" y="16794"/>
                  </a:lnTo>
                  <a:lnTo>
                    <a:pt x="6865" y="15282"/>
                  </a:lnTo>
                  <a:lnTo>
                    <a:pt x="7443" y="14126"/>
                  </a:lnTo>
                  <a:lnTo>
                    <a:pt x="7455" y="13601"/>
                  </a:lnTo>
                  <a:lnTo>
                    <a:pt x="10066" y="14187"/>
                  </a:lnTo>
                  <a:lnTo>
                    <a:pt x="12663" y="14627"/>
                  </a:lnTo>
                  <a:lnTo>
                    <a:pt x="19099" y="15716"/>
                  </a:lnTo>
                  <a:lnTo>
                    <a:pt x="19904" y="15852"/>
                  </a:lnTo>
                  <a:lnTo>
                    <a:pt x="23336" y="16433"/>
                  </a:lnTo>
                  <a:lnTo>
                    <a:pt x="23919" y="16532"/>
                  </a:lnTo>
                  <a:lnTo>
                    <a:pt x="24886" y="16695"/>
                  </a:lnTo>
                  <a:lnTo>
                    <a:pt x="31057" y="17739"/>
                  </a:lnTo>
                  <a:lnTo>
                    <a:pt x="31669" y="17838"/>
                  </a:lnTo>
                  <a:lnTo>
                    <a:pt x="31738" y="17215"/>
                  </a:lnTo>
                  <a:lnTo>
                    <a:pt x="31847" y="16238"/>
                  </a:lnTo>
                  <a:lnTo>
                    <a:pt x="31996" y="14894"/>
                  </a:lnTo>
                  <a:lnTo>
                    <a:pt x="32138" y="13619"/>
                  </a:lnTo>
                  <a:lnTo>
                    <a:pt x="32253" y="12584"/>
                  </a:lnTo>
                  <a:lnTo>
                    <a:pt x="33100" y="12841"/>
                  </a:lnTo>
                  <a:lnTo>
                    <a:pt x="34268" y="13197"/>
                  </a:lnTo>
                  <a:lnTo>
                    <a:pt x="35185" y="13476"/>
                  </a:lnTo>
                  <a:lnTo>
                    <a:pt x="38894" y="14604"/>
                  </a:lnTo>
                  <a:lnTo>
                    <a:pt x="39810" y="14882"/>
                  </a:lnTo>
                  <a:lnTo>
                    <a:pt x="42889" y="15819"/>
                  </a:lnTo>
                  <a:lnTo>
                    <a:pt x="44173" y="16209"/>
                  </a:lnTo>
                  <a:lnTo>
                    <a:pt x="44382" y="16272"/>
                  </a:lnTo>
                  <a:lnTo>
                    <a:pt x="44838" y="16411"/>
                  </a:lnTo>
                  <a:lnTo>
                    <a:pt x="45304" y="16516"/>
                  </a:lnTo>
                  <a:lnTo>
                    <a:pt x="51219" y="17840"/>
                  </a:lnTo>
                  <a:lnTo>
                    <a:pt x="53382" y="18324"/>
                  </a:lnTo>
                  <a:lnTo>
                    <a:pt x="53531" y="18357"/>
                  </a:lnTo>
                  <a:lnTo>
                    <a:pt x="60842" y="19965"/>
                  </a:lnTo>
                  <a:lnTo>
                    <a:pt x="61286" y="20063"/>
                  </a:lnTo>
                  <a:lnTo>
                    <a:pt x="62678" y="20368"/>
                  </a:lnTo>
                  <a:lnTo>
                    <a:pt x="63646" y="20539"/>
                  </a:lnTo>
                  <a:lnTo>
                    <a:pt x="64883" y="20758"/>
                  </a:lnTo>
                  <a:lnTo>
                    <a:pt x="66635" y="21536"/>
                  </a:lnTo>
                  <a:lnTo>
                    <a:pt x="68840" y="23482"/>
                  </a:lnTo>
                  <a:lnTo>
                    <a:pt x="70232" y="24820"/>
                  </a:lnTo>
                  <a:lnTo>
                    <a:pt x="70527" y="25104"/>
                  </a:lnTo>
                  <a:lnTo>
                    <a:pt x="71313" y="24357"/>
                  </a:lnTo>
                  <a:lnTo>
                    <a:pt x="71472" y="24205"/>
                  </a:lnTo>
                  <a:lnTo>
                    <a:pt x="71737" y="23953"/>
                  </a:lnTo>
                  <a:lnTo>
                    <a:pt x="72406" y="23318"/>
                  </a:lnTo>
                  <a:lnTo>
                    <a:pt x="73202" y="22560"/>
                  </a:lnTo>
                  <a:lnTo>
                    <a:pt x="73639" y="22145"/>
                  </a:lnTo>
                  <a:lnTo>
                    <a:pt x="75014" y="20838"/>
                  </a:lnTo>
                  <a:lnTo>
                    <a:pt x="76669" y="19264"/>
                  </a:lnTo>
                  <a:lnTo>
                    <a:pt x="78372" y="17644"/>
                  </a:lnTo>
                  <a:lnTo>
                    <a:pt x="80452" y="15667"/>
                  </a:lnTo>
                  <a:lnTo>
                    <a:pt x="85453" y="10911"/>
                  </a:lnTo>
                  <a:lnTo>
                    <a:pt x="86314" y="10092"/>
                  </a:lnTo>
                  <a:lnTo>
                    <a:pt x="88043" y="8449"/>
                  </a:lnTo>
                  <a:lnTo>
                    <a:pt x="90351" y="6254"/>
                  </a:lnTo>
                  <a:lnTo>
                    <a:pt x="93398" y="3357"/>
                  </a:lnTo>
                  <a:lnTo>
                    <a:pt x="96426" y="478"/>
                  </a:lnTo>
                  <a:lnTo>
                    <a:pt x="96929" y="0"/>
                  </a:lnTo>
                  <a:lnTo>
                    <a:pt x="95217" y="12078"/>
                  </a:lnTo>
                  <a:lnTo>
                    <a:pt x="94844" y="14715"/>
                  </a:lnTo>
                  <a:lnTo>
                    <a:pt x="94665" y="19129"/>
                  </a:lnTo>
                  <a:lnTo>
                    <a:pt x="94658" y="19299"/>
                  </a:lnTo>
                  <a:lnTo>
                    <a:pt x="94089" y="41654"/>
                  </a:lnTo>
                  <a:lnTo>
                    <a:pt x="94077" y="42035"/>
                  </a:lnTo>
                  <a:lnTo>
                    <a:pt x="93943" y="46471"/>
                  </a:lnTo>
                  <a:lnTo>
                    <a:pt x="93867" y="49308"/>
                  </a:lnTo>
                  <a:lnTo>
                    <a:pt x="93748" y="53764"/>
                  </a:lnTo>
                  <a:lnTo>
                    <a:pt x="93592" y="63330"/>
                  </a:lnTo>
                  <a:lnTo>
                    <a:pt x="93558" y="65423"/>
                  </a:lnTo>
                  <a:lnTo>
                    <a:pt x="95751" y="69954"/>
                  </a:lnTo>
                  <a:lnTo>
                    <a:pt x="94773" y="70861"/>
                  </a:lnTo>
                  <a:lnTo>
                    <a:pt x="94244" y="71350"/>
                  </a:lnTo>
                  <a:lnTo>
                    <a:pt x="94107" y="714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242633" y="5098161"/>
              <a:ext cx="165156" cy="106156"/>
            </a:xfrm>
            <a:custGeom>
              <a:avLst/>
              <a:pathLst>
                <a:path w="165156" h="106156">
                  <a:moveTo>
                    <a:pt x="63410" y="5109"/>
                  </a:moveTo>
                  <a:lnTo>
                    <a:pt x="70870" y="17543"/>
                  </a:lnTo>
                  <a:lnTo>
                    <a:pt x="73237" y="21906"/>
                  </a:lnTo>
                  <a:lnTo>
                    <a:pt x="80456" y="20388"/>
                  </a:lnTo>
                  <a:lnTo>
                    <a:pt x="80156" y="18886"/>
                  </a:lnTo>
                  <a:lnTo>
                    <a:pt x="83226" y="17851"/>
                  </a:lnTo>
                  <a:lnTo>
                    <a:pt x="86170" y="17197"/>
                  </a:lnTo>
                  <a:lnTo>
                    <a:pt x="86564" y="19587"/>
                  </a:lnTo>
                  <a:lnTo>
                    <a:pt x="89201" y="19554"/>
                  </a:lnTo>
                  <a:lnTo>
                    <a:pt x="92004" y="19320"/>
                  </a:lnTo>
                  <a:lnTo>
                    <a:pt x="92541" y="21227"/>
                  </a:lnTo>
                  <a:lnTo>
                    <a:pt x="93077" y="21182"/>
                  </a:lnTo>
                  <a:lnTo>
                    <a:pt x="95256" y="20604"/>
                  </a:lnTo>
                  <a:lnTo>
                    <a:pt x="96279" y="20115"/>
                  </a:lnTo>
                  <a:lnTo>
                    <a:pt x="97302" y="19537"/>
                  </a:lnTo>
                  <a:lnTo>
                    <a:pt x="97969" y="19225"/>
                  </a:lnTo>
                  <a:lnTo>
                    <a:pt x="98814" y="18914"/>
                  </a:lnTo>
                  <a:lnTo>
                    <a:pt x="99659" y="18514"/>
                  </a:lnTo>
                  <a:lnTo>
                    <a:pt x="100637" y="18202"/>
                  </a:lnTo>
                  <a:lnTo>
                    <a:pt x="101304" y="17402"/>
                  </a:lnTo>
                  <a:lnTo>
                    <a:pt x="102105" y="16512"/>
                  </a:lnTo>
                  <a:lnTo>
                    <a:pt x="103217" y="15845"/>
                  </a:lnTo>
                  <a:lnTo>
                    <a:pt x="104329" y="14556"/>
                  </a:lnTo>
                  <a:lnTo>
                    <a:pt x="104907" y="13933"/>
                  </a:lnTo>
                  <a:lnTo>
                    <a:pt x="105263" y="13088"/>
                  </a:lnTo>
                  <a:lnTo>
                    <a:pt x="107624" y="14336"/>
                  </a:lnTo>
                  <a:lnTo>
                    <a:pt x="109268" y="16309"/>
                  </a:lnTo>
                  <a:lnTo>
                    <a:pt x="109604" y="16688"/>
                  </a:lnTo>
                  <a:lnTo>
                    <a:pt x="110071" y="17215"/>
                  </a:lnTo>
                  <a:lnTo>
                    <a:pt x="110402" y="17588"/>
                  </a:lnTo>
                  <a:lnTo>
                    <a:pt x="110802" y="18040"/>
                  </a:lnTo>
                  <a:lnTo>
                    <a:pt x="111635" y="19048"/>
                  </a:lnTo>
                  <a:lnTo>
                    <a:pt x="111784" y="19208"/>
                  </a:lnTo>
                  <a:lnTo>
                    <a:pt x="112214" y="19671"/>
                  </a:lnTo>
                  <a:lnTo>
                    <a:pt x="112873" y="20379"/>
                  </a:lnTo>
                  <a:lnTo>
                    <a:pt x="113374" y="20918"/>
                  </a:lnTo>
                  <a:lnTo>
                    <a:pt x="113975" y="21563"/>
                  </a:lnTo>
                  <a:lnTo>
                    <a:pt x="116852" y="24826"/>
                  </a:lnTo>
                  <a:lnTo>
                    <a:pt x="117523" y="25586"/>
                  </a:lnTo>
                  <a:lnTo>
                    <a:pt x="118442" y="26629"/>
                  </a:lnTo>
                  <a:lnTo>
                    <a:pt x="118884" y="27130"/>
                  </a:lnTo>
                  <a:lnTo>
                    <a:pt x="123158" y="31623"/>
                  </a:lnTo>
                  <a:lnTo>
                    <a:pt x="123418" y="31886"/>
                  </a:lnTo>
                  <a:lnTo>
                    <a:pt x="124954" y="33434"/>
                  </a:lnTo>
                  <a:lnTo>
                    <a:pt x="128256" y="36762"/>
                  </a:lnTo>
                  <a:lnTo>
                    <a:pt x="128396" y="36903"/>
                  </a:lnTo>
                  <a:lnTo>
                    <a:pt x="128643" y="37152"/>
                  </a:lnTo>
                  <a:lnTo>
                    <a:pt x="134260" y="42968"/>
                  </a:lnTo>
                  <a:lnTo>
                    <a:pt x="134576" y="43295"/>
                  </a:lnTo>
                  <a:lnTo>
                    <a:pt x="134846" y="43574"/>
                  </a:lnTo>
                  <a:lnTo>
                    <a:pt x="136226" y="45027"/>
                  </a:lnTo>
                  <a:lnTo>
                    <a:pt x="141953" y="51056"/>
                  </a:lnTo>
                  <a:lnTo>
                    <a:pt x="142649" y="51789"/>
                  </a:lnTo>
                  <a:lnTo>
                    <a:pt x="143016" y="52175"/>
                  </a:lnTo>
                  <a:lnTo>
                    <a:pt x="143153" y="52319"/>
                  </a:lnTo>
                  <a:lnTo>
                    <a:pt x="144239" y="53469"/>
                  </a:lnTo>
                  <a:lnTo>
                    <a:pt x="149652" y="59198"/>
                  </a:lnTo>
                  <a:lnTo>
                    <a:pt x="151427" y="61077"/>
                  </a:lnTo>
                  <a:lnTo>
                    <a:pt x="152169" y="61863"/>
                  </a:lnTo>
                  <a:lnTo>
                    <a:pt x="153896" y="63691"/>
                  </a:lnTo>
                  <a:lnTo>
                    <a:pt x="154077" y="63883"/>
                  </a:lnTo>
                  <a:lnTo>
                    <a:pt x="154406" y="64230"/>
                  </a:lnTo>
                  <a:lnTo>
                    <a:pt x="156198" y="65957"/>
                  </a:lnTo>
                  <a:lnTo>
                    <a:pt x="157906" y="67830"/>
                  </a:lnTo>
                  <a:lnTo>
                    <a:pt x="158451" y="68429"/>
                  </a:lnTo>
                  <a:lnTo>
                    <a:pt x="160790" y="70859"/>
                  </a:lnTo>
                  <a:lnTo>
                    <a:pt x="161588" y="71687"/>
                  </a:lnTo>
                  <a:lnTo>
                    <a:pt x="165156" y="75394"/>
                  </a:lnTo>
                  <a:lnTo>
                    <a:pt x="164401" y="76094"/>
                  </a:lnTo>
                  <a:lnTo>
                    <a:pt x="164259" y="76225"/>
                  </a:lnTo>
                  <a:lnTo>
                    <a:pt x="159569" y="80566"/>
                  </a:lnTo>
                  <a:lnTo>
                    <a:pt x="159028" y="81067"/>
                  </a:lnTo>
                  <a:lnTo>
                    <a:pt x="156223" y="83663"/>
                  </a:lnTo>
                  <a:lnTo>
                    <a:pt x="155950" y="83915"/>
                  </a:lnTo>
                  <a:lnTo>
                    <a:pt x="149953" y="89466"/>
                  </a:lnTo>
                  <a:lnTo>
                    <a:pt x="149091" y="90264"/>
                  </a:lnTo>
                  <a:lnTo>
                    <a:pt x="146402" y="92753"/>
                  </a:lnTo>
                  <a:lnTo>
                    <a:pt x="143976" y="94998"/>
                  </a:lnTo>
                  <a:lnTo>
                    <a:pt x="142674" y="96203"/>
                  </a:lnTo>
                  <a:lnTo>
                    <a:pt x="141794" y="97017"/>
                  </a:lnTo>
                  <a:lnTo>
                    <a:pt x="140620" y="98104"/>
                  </a:lnTo>
                  <a:lnTo>
                    <a:pt x="137480" y="101037"/>
                  </a:lnTo>
                  <a:lnTo>
                    <a:pt x="134667" y="103663"/>
                  </a:lnTo>
                  <a:lnTo>
                    <a:pt x="132382" y="105797"/>
                  </a:lnTo>
                  <a:lnTo>
                    <a:pt x="132205" y="105963"/>
                  </a:lnTo>
                  <a:lnTo>
                    <a:pt x="131998" y="106156"/>
                  </a:lnTo>
                  <a:lnTo>
                    <a:pt x="132072" y="104302"/>
                  </a:lnTo>
                  <a:lnTo>
                    <a:pt x="132211" y="100778"/>
                  </a:lnTo>
                  <a:lnTo>
                    <a:pt x="131239" y="99801"/>
                  </a:lnTo>
                  <a:lnTo>
                    <a:pt x="125797" y="94330"/>
                  </a:lnTo>
                  <a:lnTo>
                    <a:pt x="114726" y="83201"/>
                  </a:lnTo>
                  <a:lnTo>
                    <a:pt x="112121" y="80730"/>
                  </a:lnTo>
                  <a:lnTo>
                    <a:pt x="111842" y="80466"/>
                  </a:lnTo>
                  <a:lnTo>
                    <a:pt x="109321" y="77041"/>
                  </a:lnTo>
                  <a:lnTo>
                    <a:pt x="104590" y="71085"/>
                  </a:lnTo>
                  <a:lnTo>
                    <a:pt x="100419" y="66362"/>
                  </a:lnTo>
                  <a:lnTo>
                    <a:pt x="99419" y="65229"/>
                  </a:lnTo>
                  <a:lnTo>
                    <a:pt x="98803" y="64608"/>
                  </a:lnTo>
                  <a:lnTo>
                    <a:pt x="91186" y="56922"/>
                  </a:lnTo>
                  <a:lnTo>
                    <a:pt x="90890" y="56605"/>
                  </a:lnTo>
                  <a:lnTo>
                    <a:pt x="90065" y="55724"/>
                  </a:lnTo>
                  <a:lnTo>
                    <a:pt x="88944" y="54526"/>
                  </a:lnTo>
                  <a:lnTo>
                    <a:pt x="87679" y="53174"/>
                  </a:lnTo>
                  <a:lnTo>
                    <a:pt x="87240" y="52729"/>
                  </a:lnTo>
                  <a:lnTo>
                    <a:pt x="82391" y="47820"/>
                  </a:lnTo>
                  <a:lnTo>
                    <a:pt x="82117" y="47517"/>
                  </a:lnTo>
                  <a:lnTo>
                    <a:pt x="81958" y="47341"/>
                  </a:lnTo>
                  <a:lnTo>
                    <a:pt x="75578" y="40287"/>
                  </a:lnTo>
                  <a:lnTo>
                    <a:pt x="73745" y="40532"/>
                  </a:lnTo>
                  <a:lnTo>
                    <a:pt x="71829" y="40788"/>
                  </a:lnTo>
                  <a:lnTo>
                    <a:pt x="63134" y="41951"/>
                  </a:lnTo>
                  <a:lnTo>
                    <a:pt x="57399" y="41610"/>
                  </a:lnTo>
                  <a:lnTo>
                    <a:pt x="46610" y="37468"/>
                  </a:lnTo>
                  <a:lnTo>
                    <a:pt x="42406" y="35683"/>
                  </a:lnTo>
                  <a:lnTo>
                    <a:pt x="40655" y="35070"/>
                  </a:lnTo>
                  <a:lnTo>
                    <a:pt x="35895" y="34087"/>
                  </a:lnTo>
                  <a:lnTo>
                    <a:pt x="34460" y="33887"/>
                  </a:lnTo>
                  <a:lnTo>
                    <a:pt x="32958" y="33820"/>
                  </a:lnTo>
                  <a:lnTo>
                    <a:pt x="32123" y="33920"/>
                  </a:lnTo>
                  <a:lnTo>
                    <a:pt x="30955" y="34187"/>
                  </a:lnTo>
                  <a:lnTo>
                    <a:pt x="28218" y="35022"/>
                  </a:lnTo>
                  <a:lnTo>
                    <a:pt x="24614" y="36190"/>
                  </a:lnTo>
                  <a:lnTo>
                    <a:pt x="22711" y="36824"/>
                  </a:lnTo>
                  <a:lnTo>
                    <a:pt x="19989" y="37992"/>
                  </a:lnTo>
                  <a:lnTo>
                    <a:pt x="13857" y="40620"/>
                  </a:lnTo>
                  <a:lnTo>
                    <a:pt x="11117" y="41732"/>
                  </a:lnTo>
                  <a:lnTo>
                    <a:pt x="9398" y="42282"/>
                  </a:lnTo>
                  <a:lnTo>
                    <a:pt x="7762" y="42716"/>
                  </a:lnTo>
                  <a:lnTo>
                    <a:pt x="6712" y="42867"/>
                  </a:lnTo>
                  <a:lnTo>
                    <a:pt x="5443" y="42934"/>
                  </a:lnTo>
                  <a:lnTo>
                    <a:pt x="3441" y="42900"/>
                  </a:lnTo>
                  <a:lnTo>
                    <a:pt x="2072" y="42967"/>
                  </a:lnTo>
                  <a:lnTo>
                    <a:pt x="756" y="43183"/>
                  </a:lnTo>
                  <a:lnTo>
                    <a:pt x="341" y="42194"/>
                  </a:lnTo>
                  <a:lnTo>
                    <a:pt x="85" y="41404"/>
                  </a:lnTo>
                  <a:lnTo>
                    <a:pt x="0" y="40314"/>
                  </a:lnTo>
                  <a:lnTo>
                    <a:pt x="81" y="39579"/>
                  </a:lnTo>
                  <a:lnTo>
                    <a:pt x="162" y="38844"/>
                  </a:lnTo>
                  <a:lnTo>
                    <a:pt x="1297" y="38958"/>
                  </a:lnTo>
                  <a:lnTo>
                    <a:pt x="1892" y="39089"/>
                  </a:lnTo>
                  <a:lnTo>
                    <a:pt x="2329" y="39187"/>
                  </a:lnTo>
                  <a:lnTo>
                    <a:pt x="4154" y="39015"/>
                  </a:lnTo>
                  <a:lnTo>
                    <a:pt x="5352" y="38787"/>
                  </a:lnTo>
                  <a:lnTo>
                    <a:pt x="6493" y="38673"/>
                  </a:lnTo>
                  <a:lnTo>
                    <a:pt x="8033" y="38274"/>
                  </a:lnTo>
                  <a:lnTo>
                    <a:pt x="9288" y="37875"/>
                  </a:lnTo>
                  <a:lnTo>
                    <a:pt x="10200" y="37076"/>
                  </a:lnTo>
                  <a:lnTo>
                    <a:pt x="10942" y="36106"/>
                  </a:lnTo>
                  <a:lnTo>
                    <a:pt x="11398" y="35365"/>
                  </a:lnTo>
                  <a:lnTo>
                    <a:pt x="11349" y="35018"/>
                  </a:lnTo>
                  <a:lnTo>
                    <a:pt x="9326" y="33490"/>
                  </a:lnTo>
                  <a:lnTo>
                    <a:pt x="10100" y="32609"/>
                  </a:lnTo>
                  <a:lnTo>
                    <a:pt x="12397" y="33730"/>
                  </a:lnTo>
                  <a:lnTo>
                    <a:pt x="12771" y="33597"/>
                  </a:lnTo>
                  <a:lnTo>
                    <a:pt x="13945" y="33143"/>
                  </a:lnTo>
                  <a:lnTo>
                    <a:pt x="15307" y="32556"/>
                  </a:lnTo>
                  <a:lnTo>
                    <a:pt x="16646" y="31772"/>
                  </a:lnTo>
                  <a:lnTo>
                    <a:pt x="17901" y="31144"/>
                  </a:lnTo>
                  <a:lnTo>
                    <a:pt x="18062" y="31052"/>
                  </a:lnTo>
                  <a:lnTo>
                    <a:pt x="18351" y="30660"/>
                  </a:lnTo>
                  <a:lnTo>
                    <a:pt x="18885" y="29832"/>
                  </a:lnTo>
                  <a:lnTo>
                    <a:pt x="19206" y="29058"/>
                  </a:lnTo>
                  <a:lnTo>
                    <a:pt x="19441" y="27859"/>
                  </a:lnTo>
                  <a:lnTo>
                    <a:pt x="18271" y="27585"/>
                  </a:lnTo>
                  <a:lnTo>
                    <a:pt x="17558" y="27265"/>
                  </a:lnTo>
                  <a:lnTo>
                    <a:pt x="17929" y="26133"/>
                  </a:lnTo>
                  <a:lnTo>
                    <a:pt x="20318" y="26768"/>
                  </a:lnTo>
                  <a:lnTo>
                    <a:pt x="20578" y="26837"/>
                  </a:lnTo>
                  <a:lnTo>
                    <a:pt x="23461" y="26695"/>
                  </a:lnTo>
                  <a:lnTo>
                    <a:pt x="23607" y="26688"/>
                  </a:lnTo>
                  <a:lnTo>
                    <a:pt x="24038" y="26667"/>
                  </a:lnTo>
                  <a:lnTo>
                    <a:pt x="24631" y="24699"/>
                  </a:lnTo>
                  <a:lnTo>
                    <a:pt x="24688" y="23786"/>
                  </a:lnTo>
                  <a:lnTo>
                    <a:pt x="24859" y="22931"/>
                  </a:lnTo>
                  <a:lnTo>
                    <a:pt x="25030" y="22075"/>
                  </a:lnTo>
                  <a:lnTo>
                    <a:pt x="24859" y="21390"/>
                  </a:lnTo>
                  <a:lnTo>
                    <a:pt x="25202" y="19907"/>
                  </a:lnTo>
                  <a:lnTo>
                    <a:pt x="24802" y="19052"/>
                  </a:lnTo>
                  <a:lnTo>
                    <a:pt x="24688" y="18082"/>
                  </a:lnTo>
                  <a:lnTo>
                    <a:pt x="24802" y="16941"/>
                  </a:lnTo>
                  <a:lnTo>
                    <a:pt x="25039" y="16089"/>
                  </a:lnTo>
                  <a:lnTo>
                    <a:pt x="13883" y="16177"/>
                  </a:lnTo>
                  <a:lnTo>
                    <a:pt x="12754" y="16011"/>
                  </a:lnTo>
                  <a:lnTo>
                    <a:pt x="10942" y="15744"/>
                  </a:lnTo>
                  <a:lnTo>
                    <a:pt x="8845" y="16094"/>
                  </a:lnTo>
                  <a:lnTo>
                    <a:pt x="8277" y="16161"/>
                  </a:lnTo>
                  <a:lnTo>
                    <a:pt x="7276" y="15894"/>
                  </a:lnTo>
                  <a:lnTo>
                    <a:pt x="7476" y="14091"/>
                  </a:lnTo>
                  <a:lnTo>
                    <a:pt x="30909" y="13936"/>
                  </a:lnTo>
                  <a:lnTo>
                    <a:pt x="32349" y="14274"/>
                  </a:lnTo>
                  <a:lnTo>
                    <a:pt x="33683" y="14848"/>
                  </a:lnTo>
                  <a:lnTo>
                    <a:pt x="38164" y="16204"/>
                  </a:lnTo>
                  <a:lnTo>
                    <a:pt x="39871" y="16699"/>
                  </a:lnTo>
                  <a:lnTo>
                    <a:pt x="41172" y="17181"/>
                  </a:lnTo>
                  <a:lnTo>
                    <a:pt x="42816" y="18784"/>
                  </a:lnTo>
                  <a:lnTo>
                    <a:pt x="43951" y="17583"/>
                  </a:lnTo>
                  <a:lnTo>
                    <a:pt x="44852" y="16448"/>
                  </a:lnTo>
                  <a:lnTo>
                    <a:pt x="45787" y="14846"/>
                  </a:lnTo>
                  <a:lnTo>
                    <a:pt x="46621" y="13811"/>
                  </a:lnTo>
                  <a:lnTo>
                    <a:pt x="47703" y="12890"/>
                  </a:lnTo>
                  <a:lnTo>
                    <a:pt x="47479" y="12682"/>
                  </a:lnTo>
                  <a:lnTo>
                    <a:pt x="43284" y="10967"/>
                  </a:lnTo>
                  <a:lnTo>
                    <a:pt x="43844" y="9165"/>
                  </a:lnTo>
                  <a:lnTo>
                    <a:pt x="46568" y="9806"/>
                  </a:lnTo>
                  <a:lnTo>
                    <a:pt x="48811" y="10967"/>
                  </a:lnTo>
                  <a:lnTo>
                    <a:pt x="49051" y="11608"/>
                  </a:lnTo>
                  <a:lnTo>
                    <a:pt x="53297" y="14492"/>
                  </a:lnTo>
                  <a:lnTo>
                    <a:pt x="54058" y="14452"/>
                  </a:lnTo>
                  <a:lnTo>
                    <a:pt x="54819" y="14612"/>
                  </a:lnTo>
                  <a:lnTo>
                    <a:pt x="56184" y="17296"/>
                  </a:lnTo>
                  <a:lnTo>
                    <a:pt x="56781" y="17336"/>
                  </a:lnTo>
                  <a:lnTo>
                    <a:pt x="57942" y="17135"/>
                  </a:lnTo>
                  <a:lnTo>
                    <a:pt x="58832" y="16423"/>
                  </a:lnTo>
                  <a:lnTo>
                    <a:pt x="59944" y="16068"/>
                  </a:lnTo>
                  <a:lnTo>
                    <a:pt x="60878" y="15534"/>
                  </a:lnTo>
                  <a:lnTo>
                    <a:pt x="61811" y="14556"/>
                  </a:lnTo>
                  <a:lnTo>
                    <a:pt x="62479" y="14200"/>
                  </a:lnTo>
                  <a:lnTo>
                    <a:pt x="63501" y="13977"/>
                  </a:lnTo>
                  <a:lnTo>
                    <a:pt x="64035" y="14022"/>
                  </a:lnTo>
                  <a:lnTo>
                    <a:pt x="64658" y="13132"/>
                  </a:lnTo>
                  <a:lnTo>
                    <a:pt x="65103" y="12020"/>
                  </a:lnTo>
                  <a:lnTo>
                    <a:pt x="64253" y="10464"/>
                  </a:lnTo>
                  <a:lnTo>
                    <a:pt x="55197" y="5967"/>
                  </a:lnTo>
                  <a:lnTo>
                    <a:pt x="54676" y="4926"/>
                  </a:lnTo>
                  <a:lnTo>
                    <a:pt x="52713" y="3885"/>
                  </a:lnTo>
                  <a:lnTo>
                    <a:pt x="55036" y="0"/>
                  </a:lnTo>
                  <a:lnTo>
                    <a:pt x="60608" y="3399"/>
                  </a:lnTo>
                  <a:lnTo>
                    <a:pt x="62652" y="46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230049" y="5130459"/>
              <a:ext cx="124426" cy="123198"/>
            </a:xfrm>
            <a:custGeom>
              <a:avLst/>
              <a:pathLst>
                <a:path w="124426" h="123198">
                  <a:moveTo>
                    <a:pt x="6017" y="7143"/>
                  </a:moveTo>
                  <a:lnTo>
                    <a:pt x="8390" y="7196"/>
                  </a:lnTo>
                  <a:lnTo>
                    <a:pt x="8991" y="7153"/>
                  </a:lnTo>
                  <a:lnTo>
                    <a:pt x="9234" y="6997"/>
                  </a:lnTo>
                  <a:lnTo>
                    <a:pt x="10308" y="6799"/>
                  </a:lnTo>
                  <a:lnTo>
                    <a:pt x="11534" y="6865"/>
                  </a:lnTo>
                  <a:lnTo>
                    <a:pt x="12745" y="6546"/>
                  </a:lnTo>
                  <a:lnTo>
                    <a:pt x="12664" y="7281"/>
                  </a:lnTo>
                  <a:lnTo>
                    <a:pt x="12583" y="8016"/>
                  </a:lnTo>
                  <a:lnTo>
                    <a:pt x="12669" y="9106"/>
                  </a:lnTo>
                  <a:lnTo>
                    <a:pt x="12925" y="9896"/>
                  </a:lnTo>
                  <a:lnTo>
                    <a:pt x="13340" y="10885"/>
                  </a:lnTo>
                  <a:lnTo>
                    <a:pt x="14656" y="10669"/>
                  </a:lnTo>
                  <a:lnTo>
                    <a:pt x="16024" y="10602"/>
                  </a:lnTo>
                  <a:lnTo>
                    <a:pt x="18027" y="10636"/>
                  </a:lnTo>
                  <a:lnTo>
                    <a:pt x="19295" y="10569"/>
                  </a:lnTo>
                  <a:lnTo>
                    <a:pt x="20346" y="10418"/>
                  </a:lnTo>
                  <a:lnTo>
                    <a:pt x="21982" y="9984"/>
                  </a:lnTo>
                  <a:lnTo>
                    <a:pt x="23701" y="9434"/>
                  </a:lnTo>
                  <a:lnTo>
                    <a:pt x="26441" y="8322"/>
                  </a:lnTo>
                  <a:lnTo>
                    <a:pt x="32573" y="5694"/>
                  </a:lnTo>
                  <a:lnTo>
                    <a:pt x="35295" y="4526"/>
                  </a:lnTo>
                  <a:lnTo>
                    <a:pt x="37197" y="3892"/>
                  </a:lnTo>
                  <a:lnTo>
                    <a:pt x="40802" y="2724"/>
                  </a:lnTo>
                  <a:lnTo>
                    <a:pt x="43539" y="1889"/>
                  </a:lnTo>
                  <a:lnTo>
                    <a:pt x="44707" y="1622"/>
                  </a:lnTo>
                  <a:lnTo>
                    <a:pt x="45542" y="1522"/>
                  </a:lnTo>
                  <a:lnTo>
                    <a:pt x="47044" y="1589"/>
                  </a:lnTo>
                  <a:lnTo>
                    <a:pt x="48479" y="1789"/>
                  </a:lnTo>
                  <a:lnTo>
                    <a:pt x="53312" y="2798"/>
                  </a:lnTo>
                  <a:lnTo>
                    <a:pt x="54990" y="3385"/>
                  </a:lnTo>
                  <a:lnTo>
                    <a:pt x="59194" y="5170"/>
                  </a:lnTo>
                  <a:lnTo>
                    <a:pt x="69983" y="9312"/>
                  </a:lnTo>
                  <a:lnTo>
                    <a:pt x="75718" y="9653"/>
                  </a:lnTo>
                  <a:lnTo>
                    <a:pt x="84413" y="8490"/>
                  </a:lnTo>
                  <a:lnTo>
                    <a:pt x="86328" y="8234"/>
                  </a:lnTo>
                  <a:lnTo>
                    <a:pt x="88177" y="8006"/>
                  </a:lnTo>
                  <a:lnTo>
                    <a:pt x="94564" y="15068"/>
                  </a:lnTo>
                  <a:lnTo>
                    <a:pt x="94770" y="15295"/>
                  </a:lnTo>
                  <a:lnTo>
                    <a:pt x="94975" y="15522"/>
                  </a:lnTo>
                  <a:lnTo>
                    <a:pt x="99824" y="20431"/>
                  </a:lnTo>
                  <a:lnTo>
                    <a:pt x="100263" y="20876"/>
                  </a:lnTo>
                  <a:lnTo>
                    <a:pt x="101528" y="22228"/>
                  </a:lnTo>
                  <a:lnTo>
                    <a:pt x="102649" y="23426"/>
                  </a:lnTo>
                  <a:lnTo>
                    <a:pt x="103473" y="24307"/>
                  </a:lnTo>
                  <a:lnTo>
                    <a:pt x="103786" y="24640"/>
                  </a:lnTo>
                  <a:lnTo>
                    <a:pt x="111387" y="32310"/>
                  </a:lnTo>
                  <a:lnTo>
                    <a:pt x="112002" y="32931"/>
                  </a:lnTo>
                  <a:lnTo>
                    <a:pt x="113003" y="34064"/>
                  </a:lnTo>
                  <a:lnTo>
                    <a:pt x="117173" y="38787"/>
                  </a:lnTo>
                  <a:lnTo>
                    <a:pt x="121905" y="44743"/>
                  </a:lnTo>
                  <a:lnTo>
                    <a:pt x="124426" y="48168"/>
                  </a:lnTo>
                  <a:lnTo>
                    <a:pt x="108404" y="60030"/>
                  </a:lnTo>
                  <a:lnTo>
                    <a:pt x="105683" y="62105"/>
                  </a:lnTo>
                  <a:lnTo>
                    <a:pt x="102174" y="64879"/>
                  </a:lnTo>
                  <a:lnTo>
                    <a:pt x="100083" y="66729"/>
                  </a:lnTo>
                  <a:lnTo>
                    <a:pt x="98236" y="68486"/>
                  </a:lnTo>
                  <a:lnTo>
                    <a:pt x="94120" y="72398"/>
                  </a:lnTo>
                  <a:lnTo>
                    <a:pt x="90416" y="64354"/>
                  </a:lnTo>
                  <a:lnTo>
                    <a:pt x="88227" y="64313"/>
                  </a:lnTo>
                  <a:lnTo>
                    <a:pt x="87107" y="63587"/>
                  </a:lnTo>
                  <a:lnTo>
                    <a:pt x="86946" y="63560"/>
                  </a:lnTo>
                  <a:lnTo>
                    <a:pt x="84889" y="63211"/>
                  </a:lnTo>
                  <a:lnTo>
                    <a:pt x="83622" y="62996"/>
                  </a:lnTo>
                  <a:lnTo>
                    <a:pt x="79896" y="61111"/>
                  </a:lnTo>
                  <a:lnTo>
                    <a:pt x="79041" y="60870"/>
                  </a:lnTo>
                  <a:lnTo>
                    <a:pt x="76915" y="60256"/>
                  </a:lnTo>
                  <a:lnTo>
                    <a:pt x="75907" y="59401"/>
                  </a:lnTo>
                  <a:lnTo>
                    <a:pt x="73934" y="56924"/>
                  </a:lnTo>
                  <a:lnTo>
                    <a:pt x="73562" y="55412"/>
                  </a:lnTo>
                  <a:lnTo>
                    <a:pt x="74504" y="54009"/>
                  </a:lnTo>
                  <a:lnTo>
                    <a:pt x="76368" y="53168"/>
                  </a:lnTo>
                  <a:lnTo>
                    <a:pt x="78581" y="52168"/>
                  </a:lnTo>
                  <a:lnTo>
                    <a:pt x="80816" y="51336"/>
                  </a:lnTo>
                  <a:lnTo>
                    <a:pt x="80005" y="48881"/>
                  </a:lnTo>
                  <a:lnTo>
                    <a:pt x="77770" y="45440"/>
                  </a:lnTo>
                  <a:lnTo>
                    <a:pt x="75381" y="42919"/>
                  </a:lnTo>
                  <a:lnTo>
                    <a:pt x="75025" y="42508"/>
                  </a:lnTo>
                  <a:lnTo>
                    <a:pt x="74526" y="41933"/>
                  </a:lnTo>
                  <a:lnTo>
                    <a:pt x="74229" y="41612"/>
                  </a:lnTo>
                  <a:lnTo>
                    <a:pt x="72619" y="39873"/>
                  </a:lnTo>
                  <a:lnTo>
                    <a:pt x="71093" y="38807"/>
                  </a:lnTo>
                  <a:lnTo>
                    <a:pt x="65277" y="34744"/>
                  </a:lnTo>
                  <a:lnTo>
                    <a:pt x="54932" y="28563"/>
                  </a:lnTo>
                  <a:lnTo>
                    <a:pt x="47655" y="24202"/>
                  </a:lnTo>
                  <a:lnTo>
                    <a:pt x="44521" y="23150"/>
                  </a:lnTo>
                  <a:lnTo>
                    <a:pt x="42066" y="22339"/>
                  </a:lnTo>
                  <a:lnTo>
                    <a:pt x="41102" y="22076"/>
                  </a:lnTo>
                  <a:lnTo>
                    <a:pt x="38143" y="21308"/>
                  </a:lnTo>
                  <a:lnTo>
                    <a:pt x="36324" y="24662"/>
                  </a:lnTo>
                  <a:lnTo>
                    <a:pt x="36850" y="33254"/>
                  </a:lnTo>
                  <a:lnTo>
                    <a:pt x="34702" y="41604"/>
                  </a:lnTo>
                  <a:lnTo>
                    <a:pt x="56992" y="64508"/>
                  </a:lnTo>
                  <a:lnTo>
                    <a:pt x="60302" y="72661"/>
                  </a:lnTo>
                  <a:lnTo>
                    <a:pt x="60411" y="73319"/>
                  </a:lnTo>
                  <a:lnTo>
                    <a:pt x="60565" y="74196"/>
                  </a:lnTo>
                  <a:lnTo>
                    <a:pt x="60718" y="74853"/>
                  </a:lnTo>
                  <a:lnTo>
                    <a:pt x="60981" y="75686"/>
                  </a:lnTo>
                  <a:lnTo>
                    <a:pt x="61419" y="76694"/>
                  </a:lnTo>
                  <a:lnTo>
                    <a:pt x="61639" y="77724"/>
                  </a:lnTo>
                  <a:lnTo>
                    <a:pt x="61945" y="79302"/>
                  </a:lnTo>
                  <a:lnTo>
                    <a:pt x="62559" y="84343"/>
                  </a:lnTo>
                  <a:lnTo>
                    <a:pt x="63019" y="88091"/>
                  </a:lnTo>
                  <a:lnTo>
                    <a:pt x="63238" y="93351"/>
                  </a:lnTo>
                  <a:lnTo>
                    <a:pt x="63151" y="97450"/>
                  </a:lnTo>
                  <a:lnTo>
                    <a:pt x="63173" y="98151"/>
                  </a:lnTo>
                  <a:lnTo>
                    <a:pt x="62808" y="100372"/>
                  </a:lnTo>
                  <a:lnTo>
                    <a:pt x="63774" y="103758"/>
                  </a:lnTo>
                  <a:lnTo>
                    <a:pt x="62975" y="112935"/>
                  </a:lnTo>
                  <a:lnTo>
                    <a:pt x="60327" y="117332"/>
                  </a:lnTo>
                  <a:lnTo>
                    <a:pt x="58342" y="115923"/>
                  </a:lnTo>
                  <a:lnTo>
                    <a:pt x="54879" y="122562"/>
                  </a:lnTo>
                  <a:lnTo>
                    <a:pt x="53635" y="123198"/>
                  </a:lnTo>
                  <a:lnTo>
                    <a:pt x="53637" y="120173"/>
                  </a:lnTo>
                  <a:lnTo>
                    <a:pt x="53727" y="119915"/>
                  </a:lnTo>
                  <a:lnTo>
                    <a:pt x="53857" y="117241"/>
                  </a:lnTo>
                  <a:lnTo>
                    <a:pt x="53867" y="115656"/>
                  </a:lnTo>
                  <a:lnTo>
                    <a:pt x="54005" y="115087"/>
                  </a:lnTo>
                  <a:lnTo>
                    <a:pt x="54052" y="114750"/>
                  </a:lnTo>
                  <a:lnTo>
                    <a:pt x="54536" y="113533"/>
                  </a:lnTo>
                  <a:lnTo>
                    <a:pt x="55061" y="112507"/>
                  </a:lnTo>
                  <a:lnTo>
                    <a:pt x="55676" y="111493"/>
                  </a:lnTo>
                  <a:lnTo>
                    <a:pt x="56086" y="110868"/>
                  </a:lnTo>
                  <a:lnTo>
                    <a:pt x="56283" y="110187"/>
                  </a:lnTo>
                  <a:lnTo>
                    <a:pt x="56380" y="107434"/>
                  </a:lnTo>
                  <a:lnTo>
                    <a:pt x="56045" y="103485"/>
                  </a:lnTo>
                  <a:lnTo>
                    <a:pt x="55577" y="99070"/>
                  </a:lnTo>
                  <a:lnTo>
                    <a:pt x="55363" y="96097"/>
                  </a:lnTo>
                  <a:lnTo>
                    <a:pt x="55097" y="93438"/>
                  </a:lnTo>
                  <a:lnTo>
                    <a:pt x="54883" y="91848"/>
                  </a:lnTo>
                  <a:lnTo>
                    <a:pt x="54083" y="89840"/>
                  </a:lnTo>
                  <a:lnTo>
                    <a:pt x="53354" y="88376"/>
                  </a:lnTo>
                  <a:lnTo>
                    <a:pt x="52411" y="84804"/>
                  </a:lnTo>
                  <a:lnTo>
                    <a:pt x="51135" y="80805"/>
                  </a:lnTo>
                  <a:lnTo>
                    <a:pt x="49471" y="76926"/>
                  </a:lnTo>
                  <a:lnTo>
                    <a:pt x="47742" y="73641"/>
                  </a:lnTo>
                  <a:lnTo>
                    <a:pt x="47179" y="72113"/>
                  </a:lnTo>
                  <a:lnTo>
                    <a:pt x="46750" y="70950"/>
                  </a:lnTo>
                  <a:lnTo>
                    <a:pt x="45950" y="68791"/>
                  </a:lnTo>
                  <a:lnTo>
                    <a:pt x="45367" y="67780"/>
                  </a:lnTo>
                  <a:lnTo>
                    <a:pt x="44990" y="66789"/>
                  </a:lnTo>
                  <a:lnTo>
                    <a:pt x="43997" y="66226"/>
                  </a:lnTo>
                  <a:lnTo>
                    <a:pt x="42269" y="66226"/>
                  </a:lnTo>
                  <a:lnTo>
                    <a:pt x="41053" y="66351"/>
                  </a:lnTo>
                  <a:lnTo>
                    <a:pt x="40189" y="66163"/>
                  </a:lnTo>
                  <a:lnTo>
                    <a:pt x="39293" y="65193"/>
                  </a:lnTo>
                  <a:lnTo>
                    <a:pt x="38492" y="64098"/>
                  </a:lnTo>
                  <a:lnTo>
                    <a:pt x="38140" y="63347"/>
                  </a:lnTo>
                  <a:lnTo>
                    <a:pt x="38162" y="63147"/>
                  </a:lnTo>
                  <a:lnTo>
                    <a:pt x="38204" y="62753"/>
                  </a:lnTo>
                  <a:lnTo>
                    <a:pt x="38844" y="61314"/>
                  </a:lnTo>
                  <a:lnTo>
                    <a:pt x="39100" y="59593"/>
                  </a:lnTo>
                  <a:lnTo>
                    <a:pt x="38844" y="58060"/>
                  </a:lnTo>
                  <a:lnTo>
                    <a:pt x="38603" y="56924"/>
                  </a:lnTo>
                  <a:lnTo>
                    <a:pt x="38406" y="56289"/>
                  </a:lnTo>
                  <a:lnTo>
                    <a:pt x="37442" y="52957"/>
                  </a:lnTo>
                  <a:lnTo>
                    <a:pt x="37113" y="51927"/>
                  </a:lnTo>
                  <a:lnTo>
                    <a:pt x="35688" y="49494"/>
                  </a:lnTo>
                  <a:lnTo>
                    <a:pt x="33382" y="47454"/>
                  </a:lnTo>
                  <a:lnTo>
                    <a:pt x="32182" y="46333"/>
                  </a:lnTo>
                  <a:lnTo>
                    <a:pt x="30715" y="45368"/>
                  </a:lnTo>
                  <a:lnTo>
                    <a:pt x="29675" y="44716"/>
                  </a:lnTo>
                  <a:lnTo>
                    <a:pt x="28581" y="44325"/>
                  </a:lnTo>
                  <a:lnTo>
                    <a:pt x="27754" y="44169"/>
                  </a:lnTo>
                  <a:lnTo>
                    <a:pt x="26954" y="44273"/>
                  </a:lnTo>
                  <a:lnTo>
                    <a:pt x="26474" y="44690"/>
                  </a:lnTo>
                  <a:lnTo>
                    <a:pt x="25941" y="45498"/>
                  </a:lnTo>
                  <a:lnTo>
                    <a:pt x="25380" y="45707"/>
                  </a:lnTo>
                  <a:lnTo>
                    <a:pt x="24714" y="45915"/>
                  </a:lnTo>
                  <a:lnTo>
                    <a:pt x="24074" y="45733"/>
                  </a:lnTo>
                  <a:lnTo>
                    <a:pt x="23327" y="45659"/>
                  </a:lnTo>
                  <a:lnTo>
                    <a:pt x="23218" y="45046"/>
                  </a:lnTo>
                  <a:lnTo>
                    <a:pt x="22692" y="42700"/>
                  </a:lnTo>
                  <a:lnTo>
                    <a:pt x="22166" y="40574"/>
                  </a:lnTo>
                  <a:lnTo>
                    <a:pt x="22626" y="40070"/>
                  </a:lnTo>
                  <a:lnTo>
                    <a:pt x="23261" y="39763"/>
                  </a:lnTo>
                  <a:lnTo>
                    <a:pt x="23897" y="39369"/>
                  </a:lnTo>
                  <a:lnTo>
                    <a:pt x="25037" y="38864"/>
                  </a:lnTo>
                  <a:lnTo>
                    <a:pt x="25409" y="38360"/>
                  </a:lnTo>
                  <a:lnTo>
                    <a:pt x="25475" y="37659"/>
                  </a:lnTo>
                  <a:lnTo>
                    <a:pt x="25394" y="37454"/>
                  </a:lnTo>
                  <a:lnTo>
                    <a:pt x="24949" y="36322"/>
                  </a:lnTo>
                  <a:lnTo>
                    <a:pt x="24532" y="35817"/>
                  </a:lnTo>
                  <a:lnTo>
                    <a:pt x="23831" y="35708"/>
                  </a:lnTo>
                  <a:lnTo>
                    <a:pt x="23663" y="35596"/>
                  </a:lnTo>
                  <a:lnTo>
                    <a:pt x="23239" y="35314"/>
                  </a:lnTo>
                  <a:lnTo>
                    <a:pt x="22647" y="34897"/>
                  </a:lnTo>
                  <a:lnTo>
                    <a:pt x="22275" y="33889"/>
                  </a:lnTo>
                  <a:lnTo>
                    <a:pt x="21705" y="32947"/>
                  </a:lnTo>
                  <a:lnTo>
                    <a:pt x="21201" y="31851"/>
                  </a:lnTo>
                  <a:lnTo>
                    <a:pt x="20522" y="30930"/>
                  </a:lnTo>
                  <a:lnTo>
                    <a:pt x="19907" y="29797"/>
                  </a:lnTo>
                  <a:lnTo>
                    <a:pt x="19206" y="29199"/>
                  </a:lnTo>
                  <a:lnTo>
                    <a:pt x="18614" y="28848"/>
                  </a:lnTo>
                  <a:lnTo>
                    <a:pt x="17957" y="28848"/>
                  </a:lnTo>
                  <a:lnTo>
                    <a:pt x="16817" y="29199"/>
                  </a:lnTo>
                  <a:lnTo>
                    <a:pt x="16247" y="29571"/>
                  </a:lnTo>
                  <a:lnTo>
                    <a:pt x="15546" y="29659"/>
                  </a:lnTo>
                  <a:lnTo>
                    <a:pt x="15108" y="29155"/>
                  </a:lnTo>
                  <a:lnTo>
                    <a:pt x="15480" y="28344"/>
                  </a:lnTo>
                  <a:lnTo>
                    <a:pt x="14823" y="28344"/>
                  </a:lnTo>
                  <a:lnTo>
                    <a:pt x="13968" y="28695"/>
                  </a:lnTo>
                  <a:lnTo>
                    <a:pt x="13179" y="28629"/>
                  </a:lnTo>
                  <a:lnTo>
                    <a:pt x="12499" y="28519"/>
                  </a:lnTo>
                  <a:lnTo>
                    <a:pt x="11842" y="28629"/>
                  </a:lnTo>
                  <a:lnTo>
                    <a:pt x="11316" y="28234"/>
                  </a:lnTo>
                  <a:lnTo>
                    <a:pt x="11557" y="27358"/>
                  </a:lnTo>
                  <a:lnTo>
                    <a:pt x="11776" y="26393"/>
                  </a:lnTo>
                  <a:lnTo>
                    <a:pt x="12236" y="25758"/>
                  </a:lnTo>
                  <a:lnTo>
                    <a:pt x="11732" y="25276"/>
                  </a:lnTo>
                  <a:lnTo>
                    <a:pt x="11097" y="25276"/>
                  </a:lnTo>
                  <a:lnTo>
                    <a:pt x="10220" y="25013"/>
                  </a:lnTo>
                  <a:lnTo>
                    <a:pt x="9343" y="24552"/>
                  </a:lnTo>
                  <a:lnTo>
                    <a:pt x="8642" y="23741"/>
                  </a:lnTo>
                  <a:lnTo>
                    <a:pt x="8489" y="23062"/>
                  </a:lnTo>
                  <a:lnTo>
                    <a:pt x="8445" y="21813"/>
                  </a:lnTo>
                  <a:lnTo>
                    <a:pt x="8513" y="20881"/>
                  </a:lnTo>
                  <a:lnTo>
                    <a:pt x="8385" y="20036"/>
                  </a:lnTo>
                  <a:lnTo>
                    <a:pt x="7777" y="19754"/>
                  </a:lnTo>
                  <a:lnTo>
                    <a:pt x="7201" y="19817"/>
                  </a:lnTo>
                  <a:lnTo>
                    <a:pt x="6945" y="20411"/>
                  </a:lnTo>
                  <a:lnTo>
                    <a:pt x="6657" y="20693"/>
                  </a:lnTo>
                  <a:lnTo>
                    <a:pt x="5889" y="20505"/>
                  </a:lnTo>
                  <a:lnTo>
                    <a:pt x="5249" y="20161"/>
                  </a:lnTo>
                  <a:lnTo>
                    <a:pt x="5473" y="19692"/>
                  </a:lnTo>
                  <a:lnTo>
                    <a:pt x="5569" y="19160"/>
                  </a:lnTo>
                  <a:lnTo>
                    <a:pt x="5024" y="19222"/>
                  </a:lnTo>
                  <a:lnTo>
                    <a:pt x="4544" y="19348"/>
                  </a:lnTo>
                  <a:lnTo>
                    <a:pt x="4288" y="18847"/>
                  </a:lnTo>
                  <a:lnTo>
                    <a:pt x="3872" y="18597"/>
                  </a:lnTo>
                  <a:lnTo>
                    <a:pt x="3168" y="18784"/>
                  </a:lnTo>
                  <a:lnTo>
                    <a:pt x="2656" y="18753"/>
                  </a:lnTo>
                  <a:lnTo>
                    <a:pt x="2944" y="18346"/>
                  </a:lnTo>
                  <a:lnTo>
                    <a:pt x="4864" y="18002"/>
                  </a:lnTo>
                  <a:lnTo>
                    <a:pt x="5825" y="17689"/>
                  </a:lnTo>
                  <a:lnTo>
                    <a:pt x="6337" y="17189"/>
                  </a:lnTo>
                  <a:lnTo>
                    <a:pt x="6113" y="16626"/>
                  </a:lnTo>
                  <a:lnTo>
                    <a:pt x="5377" y="16438"/>
                  </a:lnTo>
                  <a:lnTo>
                    <a:pt x="4064" y="16688"/>
                  </a:lnTo>
                  <a:lnTo>
                    <a:pt x="2592" y="17064"/>
                  </a:lnTo>
                  <a:lnTo>
                    <a:pt x="1504" y="17376"/>
                  </a:lnTo>
                  <a:lnTo>
                    <a:pt x="617" y="17756"/>
                  </a:lnTo>
                  <a:lnTo>
                    <a:pt x="480" y="17814"/>
                  </a:lnTo>
                  <a:lnTo>
                    <a:pt x="0" y="17470"/>
                  </a:lnTo>
                  <a:lnTo>
                    <a:pt x="64" y="16970"/>
                  </a:lnTo>
                  <a:lnTo>
                    <a:pt x="1002" y="16680"/>
                  </a:lnTo>
                  <a:lnTo>
                    <a:pt x="1280" y="16594"/>
                  </a:lnTo>
                  <a:lnTo>
                    <a:pt x="1856" y="16188"/>
                  </a:lnTo>
                  <a:lnTo>
                    <a:pt x="1600" y="15812"/>
                  </a:lnTo>
                  <a:lnTo>
                    <a:pt x="928" y="15624"/>
                  </a:lnTo>
                  <a:lnTo>
                    <a:pt x="2276" y="15105"/>
                  </a:lnTo>
                  <a:lnTo>
                    <a:pt x="3200" y="14748"/>
                  </a:lnTo>
                  <a:lnTo>
                    <a:pt x="4224" y="14404"/>
                  </a:lnTo>
                  <a:lnTo>
                    <a:pt x="4434" y="14119"/>
                  </a:lnTo>
                  <a:lnTo>
                    <a:pt x="4938" y="13462"/>
                  </a:lnTo>
                  <a:lnTo>
                    <a:pt x="4434" y="12454"/>
                  </a:lnTo>
                  <a:lnTo>
                    <a:pt x="4324" y="11730"/>
                  </a:lnTo>
                  <a:lnTo>
                    <a:pt x="4697" y="10415"/>
                  </a:lnTo>
                  <a:lnTo>
                    <a:pt x="4039" y="9298"/>
                  </a:lnTo>
                  <a:lnTo>
                    <a:pt x="3974" y="8487"/>
                  </a:lnTo>
                  <a:lnTo>
                    <a:pt x="1322" y="6309"/>
                  </a:lnTo>
                  <a:lnTo>
                    <a:pt x="6550" y="0"/>
                  </a:lnTo>
                  <a:lnTo>
                    <a:pt x="7084" y="104"/>
                  </a:lnTo>
                  <a:lnTo>
                    <a:pt x="7297" y="338"/>
                  </a:lnTo>
                  <a:lnTo>
                    <a:pt x="7270" y="808"/>
                  </a:lnTo>
                  <a:lnTo>
                    <a:pt x="4016" y="4979"/>
                  </a:lnTo>
                  <a:lnTo>
                    <a:pt x="3856" y="5527"/>
                  </a:lnTo>
                  <a:lnTo>
                    <a:pt x="4230" y="6179"/>
                  </a:lnTo>
                  <a:lnTo>
                    <a:pt x="5083" y="683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328285" y="5173577"/>
              <a:ext cx="105115" cy="79935"/>
            </a:xfrm>
            <a:custGeom>
              <a:avLst/>
              <a:pathLst>
                <a:path w="105115" h="79935">
                  <a:moveTo>
                    <a:pt x="105115" y="26879"/>
                  </a:moveTo>
                  <a:lnTo>
                    <a:pt x="100727" y="30957"/>
                  </a:lnTo>
                  <a:lnTo>
                    <a:pt x="100588" y="31087"/>
                  </a:lnTo>
                  <a:lnTo>
                    <a:pt x="100459" y="31206"/>
                  </a:lnTo>
                  <a:lnTo>
                    <a:pt x="98045" y="33450"/>
                  </a:lnTo>
                  <a:lnTo>
                    <a:pt x="92433" y="38666"/>
                  </a:lnTo>
                  <a:lnTo>
                    <a:pt x="88228" y="42575"/>
                  </a:lnTo>
                  <a:lnTo>
                    <a:pt x="87977" y="42807"/>
                  </a:lnTo>
                  <a:lnTo>
                    <a:pt x="84481" y="46057"/>
                  </a:lnTo>
                  <a:lnTo>
                    <a:pt x="84242" y="46279"/>
                  </a:lnTo>
                  <a:lnTo>
                    <a:pt x="81586" y="48747"/>
                  </a:lnTo>
                  <a:lnTo>
                    <a:pt x="80555" y="49705"/>
                  </a:lnTo>
                  <a:lnTo>
                    <a:pt x="76466" y="53505"/>
                  </a:lnTo>
                  <a:lnTo>
                    <a:pt x="75201" y="55111"/>
                  </a:lnTo>
                  <a:lnTo>
                    <a:pt x="74715" y="55728"/>
                  </a:lnTo>
                  <a:lnTo>
                    <a:pt x="73248" y="57131"/>
                  </a:lnTo>
                  <a:lnTo>
                    <a:pt x="71840" y="58478"/>
                  </a:lnTo>
                  <a:lnTo>
                    <a:pt x="70060" y="60180"/>
                  </a:lnTo>
                  <a:lnTo>
                    <a:pt x="69393" y="60818"/>
                  </a:lnTo>
                  <a:lnTo>
                    <a:pt x="69171" y="61017"/>
                  </a:lnTo>
                  <a:lnTo>
                    <a:pt x="66558" y="63363"/>
                  </a:lnTo>
                  <a:lnTo>
                    <a:pt x="65420" y="64385"/>
                  </a:lnTo>
                  <a:lnTo>
                    <a:pt x="64440" y="65247"/>
                  </a:lnTo>
                  <a:lnTo>
                    <a:pt x="64085" y="65560"/>
                  </a:lnTo>
                  <a:lnTo>
                    <a:pt x="63721" y="65574"/>
                  </a:lnTo>
                  <a:lnTo>
                    <a:pt x="63068" y="65599"/>
                  </a:lnTo>
                  <a:lnTo>
                    <a:pt x="61430" y="65304"/>
                  </a:lnTo>
                  <a:lnTo>
                    <a:pt x="56511" y="64422"/>
                  </a:lnTo>
                  <a:lnTo>
                    <a:pt x="56357" y="65055"/>
                  </a:lnTo>
                  <a:lnTo>
                    <a:pt x="56247" y="65508"/>
                  </a:lnTo>
                  <a:lnTo>
                    <a:pt x="56205" y="65678"/>
                  </a:lnTo>
                  <a:lnTo>
                    <a:pt x="55722" y="67667"/>
                  </a:lnTo>
                  <a:lnTo>
                    <a:pt x="55624" y="68072"/>
                  </a:lnTo>
                  <a:lnTo>
                    <a:pt x="55342" y="69229"/>
                  </a:lnTo>
                  <a:lnTo>
                    <a:pt x="55089" y="69751"/>
                  </a:lnTo>
                  <a:lnTo>
                    <a:pt x="54340" y="70167"/>
                  </a:lnTo>
                  <a:lnTo>
                    <a:pt x="53498" y="70482"/>
                  </a:lnTo>
                  <a:lnTo>
                    <a:pt x="51371" y="71278"/>
                  </a:lnTo>
                  <a:lnTo>
                    <a:pt x="51184" y="71317"/>
                  </a:lnTo>
                  <a:lnTo>
                    <a:pt x="50792" y="71397"/>
                  </a:lnTo>
                  <a:lnTo>
                    <a:pt x="50484" y="71461"/>
                  </a:lnTo>
                  <a:lnTo>
                    <a:pt x="50230" y="71513"/>
                  </a:lnTo>
                  <a:lnTo>
                    <a:pt x="49052" y="71319"/>
                  </a:lnTo>
                  <a:lnTo>
                    <a:pt x="48625" y="71102"/>
                  </a:lnTo>
                  <a:lnTo>
                    <a:pt x="47795" y="70680"/>
                  </a:lnTo>
                  <a:lnTo>
                    <a:pt x="47261" y="71321"/>
                  </a:lnTo>
                  <a:lnTo>
                    <a:pt x="41608" y="78253"/>
                  </a:lnTo>
                  <a:lnTo>
                    <a:pt x="39247" y="79935"/>
                  </a:lnTo>
                  <a:lnTo>
                    <a:pt x="33583" y="71516"/>
                  </a:lnTo>
                  <a:lnTo>
                    <a:pt x="32008" y="69101"/>
                  </a:lnTo>
                  <a:lnTo>
                    <a:pt x="31281" y="67987"/>
                  </a:lnTo>
                  <a:lnTo>
                    <a:pt x="28980" y="64590"/>
                  </a:lnTo>
                  <a:lnTo>
                    <a:pt x="30141" y="59680"/>
                  </a:lnTo>
                  <a:lnTo>
                    <a:pt x="28585" y="56787"/>
                  </a:lnTo>
                  <a:lnTo>
                    <a:pt x="21813" y="51768"/>
                  </a:lnTo>
                  <a:lnTo>
                    <a:pt x="21585" y="48185"/>
                  </a:lnTo>
                  <a:lnTo>
                    <a:pt x="21962" y="47383"/>
                  </a:lnTo>
                  <a:lnTo>
                    <a:pt x="24976" y="47485"/>
                  </a:lnTo>
                  <a:lnTo>
                    <a:pt x="26567" y="47196"/>
                  </a:lnTo>
                  <a:lnTo>
                    <a:pt x="29205" y="46421"/>
                  </a:lnTo>
                  <a:lnTo>
                    <a:pt x="29738" y="44626"/>
                  </a:lnTo>
                  <a:lnTo>
                    <a:pt x="29951" y="43451"/>
                  </a:lnTo>
                  <a:lnTo>
                    <a:pt x="29844" y="42191"/>
                  </a:lnTo>
                  <a:lnTo>
                    <a:pt x="29674" y="40824"/>
                  </a:lnTo>
                  <a:lnTo>
                    <a:pt x="29439" y="39713"/>
                  </a:lnTo>
                  <a:lnTo>
                    <a:pt x="29268" y="38837"/>
                  </a:lnTo>
                  <a:lnTo>
                    <a:pt x="28926" y="37876"/>
                  </a:lnTo>
                  <a:lnTo>
                    <a:pt x="28392" y="36979"/>
                  </a:lnTo>
                  <a:lnTo>
                    <a:pt x="25508" y="37705"/>
                  </a:lnTo>
                  <a:lnTo>
                    <a:pt x="24078" y="35143"/>
                  </a:lnTo>
                  <a:lnTo>
                    <a:pt x="20632" y="37019"/>
                  </a:lnTo>
                  <a:lnTo>
                    <a:pt x="19490" y="35966"/>
                  </a:lnTo>
                  <a:lnTo>
                    <a:pt x="16437" y="28529"/>
                  </a:lnTo>
                  <a:lnTo>
                    <a:pt x="13578" y="28508"/>
                  </a:lnTo>
                  <a:lnTo>
                    <a:pt x="10321" y="28481"/>
                  </a:lnTo>
                  <a:lnTo>
                    <a:pt x="7330" y="28294"/>
                  </a:lnTo>
                  <a:lnTo>
                    <a:pt x="4633" y="27733"/>
                  </a:lnTo>
                  <a:lnTo>
                    <a:pt x="1589" y="26291"/>
                  </a:lnTo>
                  <a:lnTo>
                    <a:pt x="0" y="25369"/>
                  </a:lnTo>
                  <a:lnTo>
                    <a:pt x="1847" y="23612"/>
                  </a:lnTo>
                  <a:lnTo>
                    <a:pt x="3938" y="21762"/>
                  </a:lnTo>
                  <a:lnTo>
                    <a:pt x="7447" y="18988"/>
                  </a:lnTo>
                  <a:lnTo>
                    <a:pt x="10168" y="16913"/>
                  </a:lnTo>
                  <a:lnTo>
                    <a:pt x="26204" y="5063"/>
                  </a:lnTo>
                  <a:lnTo>
                    <a:pt x="26469" y="5315"/>
                  </a:lnTo>
                  <a:lnTo>
                    <a:pt x="29073" y="7785"/>
                  </a:lnTo>
                  <a:lnTo>
                    <a:pt x="40144" y="18915"/>
                  </a:lnTo>
                  <a:lnTo>
                    <a:pt x="45587" y="24385"/>
                  </a:lnTo>
                  <a:lnTo>
                    <a:pt x="46559" y="25363"/>
                  </a:lnTo>
                  <a:lnTo>
                    <a:pt x="46419" y="28886"/>
                  </a:lnTo>
                  <a:lnTo>
                    <a:pt x="46363" y="30724"/>
                  </a:lnTo>
                  <a:lnTo>
                    <a:pt x="46552" y="30547"/>
                  </a:lnTo>
                  <a:lnTo>
                    <a:pt x="46730" y="30382"/>
                  </a:lnTo>
                  <a:lnTo>
                    <a:pt x="49015" y="28248"/>
                  </a:lnTo>
                  <a:lnTo>
                    <a:pt x="51827" y="25621"/>
                  </a:lnTo>
                  <a:lnTo>
                    <a:pt x="54968" y="22688"/>
                  </a:lnTo>
                  <a:lnTo>
                    <a:pt x="56141" y="21602"/>
                  </a:lnTo>
                  <a:lnTo>
                    <a:pt x="57022" y="20787"/>
                  </a:lnTo>
                  <a:lnTo>
                    <a:pt x="58324" y="19582"/>
                  </a:lnTo>
                  <a:lnTo>
                    <a:pt x="60750" y="17337"/>
                  </a:lnTo>
                  <a:lnTo>
                    <a:pt x="63439" y="14848"/>
                  </a:lnTo>
                  <a:lnTo>
                    <a:pt x="64300" y="14051"/>
                  </a:lnTo>
                  <a:lnTo>
                    <a:pt x="70298" y="8500"/>
                  </a:lnTo>
                  <a:lnTo>
                    <a:pt x="70571" y="8247"/>
                  </a:lnTo>
                  <a:lnTo>
                    <a:pt x="73376" y="5651"/>
                  </a:lnTo>
                  <a:lnTo>
                    <a:pt x="73917" y="5150"/>
                  </a:lnTo>
                  <a:lnTo>
                    <a:pt x="78606" y="810"/>
                  </a:lnTo>
                  <a:lnTo>
                    <a:pt x="78749" y="678"/>
                  </a:lnTo>
                  <a:lnTo>
                    <a:pt x="79524" y="0"/>
                  </a:lnTo>
                  <a:lnTo>
                    <a:pt x="79958" y="462"/>
                  </a:lnTo>
                  <a:lnTo>
                    <a:pt x="80461" y="998"/>
                  </a:lnTo>
                  <a:lnTo>
                    <a:pt x="83189" y="3908"/>
                  </a:lnTo>
                  <a:lnTo>
                    <a:pt x="89132" y="10073"/>
                  </a:lnTo>
                  <a:lnTo>
                    <a:pt x="91051" y="12064"/>
                  </a:lnTo>
                  <a:lnTo>
                    <a:pt x="91401" y="12426"/>
                  </a:lnTo>
                  <a:lnTo>
                    <a:pt x="92239" y="13274"/>
                  </a:lnTo>
                  <a:lnTo>
                    <a:pt x="93220" y="14267"/>
                  </a:lnTo>
                  <a:lnTo>
                    <a:pt x="94574" y="15710"/>
                  </a:lnTo>
                  <a:lnTo>
                    <a:pt x="94726" y="15872"/>
                  </a:lnTo>
                  <a:lnTo>
                    <a:pt x="95236" y="16415"/>
                  </a:lnTo>
                  <a:lnTo>
                    <a:pt x="98722" y="201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367533" y="5229305"/>
              <a:ext cx="75949" cy="94621"/>
            </a:xfrm>
            <a:custGeom>
              <a:avLst/>
              <a:pathLst>
                <a:path w="75949" h="94621">
                  <a:moveTo>
                    <a:pt x="12994" y="42208"/>
                  </a:moveTo>
                  <a:lnTo>
                    <a:pt x="10088" y="41438"/>
                  </a:lnTo>
                  <a:lnTo>
                    <a:pt x="9127" y="38026"/>
                  </a:lnTo>
                  <a:lnTo>
                    <a:pt x="10836" y="36560"/>
                  </a:lnTo>
                  <a:lnTo>
                    <a:pt x="14433" y="33474"/>
                  </a:lnTo>
                  <a:lnTo>
                    <a:pt x="12570" y="30165"/>
                  </a:lnTo>
                  <a:lnTo>
                    <a:pt x="9962" y="30165"/>
                  </a:lnTo>
                  <a:lnTo>
                    <a:pt x="8779" y="28959"/>
                  </a:lnTo>
                  <a:lnTo>
                    <a:pt x="8822" y="28061"/>
                  </a:lnTo>
                  <a:lnTo>
                    <a:pt x="8450" y="23546"/>
                  </a:lnTo>
                  <a:lnTo>
                    <a:pt x="6455" y="22209"/>
                  </a:lnTo>
                  <a:lnTo>
                    <a:pt x="2488" y="24970"/>
                  </a:lnTo>
                  <a:lnTo>
                    <a:pt x="1305" y="25781"/>
                  </a:lnTo>
                  <a:lnTo>
                    <a:pt x="0" y="24206"/>
                  </a:lnTo>
                  <a:lnTo>
                    <a:pt x="2361" y="22524"/>
                  </a:lnTo>
                  <a:lnTo>
                    <a:pt x="8014" y="15592"/>
                  </a:lnTo>
                  <a:lnTo>
                    <a:pt x="8548" y="14951"/>
                  </a:lnTo>
                  <a:lnTo>
                    <a:pt x="9428" y="15398"/>
                  </a:lnTo>
                  <a:lnTo>
                    <a:pt x="9805" y="15590"/>
                  </a:lnTo>
                  <a:lnTo>
                    <a:pt x="10983" y="15784"/>
                  </a:lnTo>
                  <a:lnTo>
                    <a:pt x="11237" y="15732"/>
                  </a:lnTo>
                  <a:lnTo>
                    <a:pt x="11545" y="15668"/>
                  </a:lnTo>
                  <a:lnTo>
                    <a:pt x="11936" y="15588"/>
                  </a:lnTo>
                  <a:lnTo>
                    <a:pt x="12123" y="15549"/>
                  </a:lnTo>
                  <a:lnTo>
                    <a:pt x="14250" y="14754"/>
                  </a:lnTo>
                  <a:lnTo>
                    <a:pt x="15092" y="14438"/>
                  </a:lnTo>
                  <a:lnTo>
                    <a:pt x="15894" y="13941"/>
                  </a:lnTo>
                  <a:lnTo>
                    <a:pt x="16095" y="13500"/>
                  </a:lnTo>
                  <a:lnTo>
                    <a:pt x="16376" y="12344"/>
                  </a:lnTo>
                  <a:lnTo>
                    <a:pt x="16475" y="11938"/>
                  </a:lnTo>
                  <a:lnTo>
                    <a:pt x="16958" y="9949"/>
                  </a:lnTo>
                  <a:lnTo>
                    <a:pt x="16999" y="9779"/>
                  </a:lnTo>
                  <a:lnTo>
                    <a:pt x="17110" y="9326"/>
                  </a:lnTo>
                  <a:lnTo>
                    <a:pt x="17263" y="8694"/>
                  </a:lnTo>
                  <a:lnTo>
                    <a:pt x="22218" y="9582"/>
                  </a:lnTo>
                  <a:lnTo>
                    <a:pt x="23820" y="9870"/>
                  </a:lnTo>
                  <a:lnTo>
                    <a:pt x="24474" y="9845"/>
                  </a:lnTo>
                  <a:lnTo>
                    <a:pt x="24837" y="9831"/>
                  </a:lnTo>
                  <a:lnTo>
                    <a:pt x="25193" y="9518"/>
                  </a:lnTo>
                  <a:lnTo>
                    <a:pt x="26172" y="8656"/>
                  </a:lnTo>
                  <a:lnTo>
                    <a:pt x="27310" y="7634"/>
                  </a:lnTo>
                  <a:lnTo>
                    <a:pt x="29924" y="5288"/>
                  </a:lnTo>
                  <a:lnTo>
                    <a:pt x="30145" y="5089"/>
                  </a:lnTo>
                  <a:lnTo>
                    <a:pt x="30813" y="4451"/>
                  </a:lnTo>
                  <a:lnTo>
                    <a:pt x="32592" y="2749"/>
                  </a:lnTo>
                  <a:lnTo>
                    <a:pt x="34001" y="1402"/>
                  </a:lnTo>
                  <a:lnTo>
                    <a:pt x="35467" y="0"/>
                  </a:lnTo>
                  <a:lnTo>
                    <a:pt x="36931" y="1253"/>
                  </a:lnTo>
                  <a:lnTo>
                    <a:pt x="37789" y="2114"/>
                  </a:lnTo>
                  <a:lnTo>
                    <a:pt x="38128" y="2471"/>
                  </a:lnTo>
                  <a:lnTo>
                    <a:pt x="38663" y="3035"/>
                  </a:lnTo>
                  <a:lnTo>
                    <a:pt x="38873" y="3210"/>
                  </a:lnTo>
                  <a:lnTo>
                    <a:pt x="39247" y="3521"/>
                  </a:lnTo>
                  <a:lnTo>
                    <a:pt x="39685" y="3813"/>
                  </a:lnTo>
                  <a:lnTo>
                    <a:pt x="43029" y="5492"/>
                  </a:lnTo>
                  <a:lnTo>
                    <a:pt x="43981" y="5970"/>
                  </a:lnTo>
                  <a:lnTo>
                    <a:pt x="44311" y="6158"/>
                  </a:lnTo>
                  <a:lnTo>
                    <a:pt x="44976" y="6540"/>
                  </a:lnTo>
                  <a:lnTo>
                    <a:pt x="48176" y="8374"/>
                  </a:lnTo>
                  <a:lnTo>
                    <a:pt x="49677" y="9161"/>
                  </a:lnTo>
                  <a:lnTo>
                    <a:pt x="51277" y="10839"/>
                  </a:lnTo>
                  <a:lnTo>
                    <a:pt x="52112" y="11715"/>
                  </a:lnTo>
                  <a:lnTo>
                    <a:pt x="52249" y="11897"/>
                  </a:lnTo>
                  <a:lnTo>
                    <a:pt x="52591" y="12352"/>
                  </a:lnTo>
                  <a:lnTo>
                    <a:pt x="52842" y="12686"/>
                  </a:lnTo>
                  <a:lnTo>
                    <a:pt x="55814" y="17032"/>
                  </a:lnTo>
                  <a:lnTo>
                    <a:pt x="60267" y="22758"/>
                  </a:lnTo>
                  <a:lnTo>
                    <a:pt x="60416" y="22950"/>
                  </a:lnTo>
                  <a:lnTo>
                    <a:pt x="66268" y="30183"/>
                  </a:lnTo>
                  <a:lnTo>
                    <a:pt x="68013" y="33150"/>
                  </a:lnTo>
                  <a:lnTo>
                    <a:pt x="70734" y="39671"/>
                  </a:lnTo>
                  <a:lnTo>
                    <a:pt x="66812" y="41767"/>
                  </a:lnTo>
                  <a:lnTo>
                    <a:pt x="66141" y="42126"/>
                  </a:lnTo>
                  <a:lnTo>
                    <a:pt x="59855" y="45491"/>
                  </a:lnTo>
                  <a:lnTo>
                    <a:pt x="61629" y="49808"/>
                  </a:lnTo>
                  <a:lnTo>
                    <a:pt x="61733" y="50061"/>
                  </a:lnTo>
                  <a:lnTo>
                    <a:pt x="62877" y="52844"/>
                  </a:lnTo>
                  <a:lnTo>
                    <a:pt x="63178" y="53577"/>
                  </a:lnTo>
                  <a:lnTo>
                    <a:pt x="63549" y="54480"/>
                  </a:lnTo>
                  <a:lnTo>
                    <a:pt x="63623" y="54660"/>
                  </a:lnTo>
                  <a:lnTo>
                    <a:pt x="63728" y="54878"/>
                  </a:lnTo>
                  <a:lnTo>
                    <a:pt x="67260" y="62239"/>
                  </a:lnTo>
                  <a:lnTo>
                    <a:pt x="69600" y="67114"/>
                  </a:lnTo>
                  <a:lnTo>
                    <a:pt x="75949" y="79760"/>
                  </a:lnTo>
                  <a:lnTo>
                    <a:pt x="71662" y="81663"/>
                  </a:lnTo>
                  <a:lnTo>
                    <a:pt x="72707" y="83915"/>
                  </a:lnTo>
                  <a:lnTo>
                    <a:pt x="73353" y="85308"/>
                  </a:lnTo>
                  <a:lnTo>
                    <a:pt x="73461" y="85539"/>
                  </a:lnTo>
                  <a:lnTo>
                    <a:pt x="73677" y="86009"/>
                  </a:lnTo>
                  <a:lnTo>
                    <a:pt x="71209" y="86846"/>
                  </a:lnTo>
                  <a:lnTo>
                    <a:pt x="68928" y="87620"/>
                  </a:lnTo>
                  <a:lnTo>
                    <a:pt x="68385" y="87804"/>
                  </a:lnTo>
                  <a:lnTo>
                    <a:pt x="66894" y="88310"/>
                  </a:lnTo>
                  <a:lnTo>
                    <a:pt x="66553" y="88426"/>
                  </a:lnTo>
                  <a:lnTo>
                    <a:pt x="66109" y="86758"/>
                  </a:lnTo>
                  <a:lnTo>
                    <a:pt x="65597" y="86174"/>
                  </a:lnTo>
                  <a:lnTo>
                    <a:pt x="65179" y="86266"/>
                  </a:lnTo>
                  <a:lnTo>
                    <a:pt x="64634" y="86424"/>
                  </a:lnTo>
                  <a:lnTo>
                    <a:pt x="62441" y="87059"/>
                  </a:lnTo>
                  <a:lnTo>
                    <a:pt x="61821" y="87225"/>
                  </a:lnTo>
                  <a:lnTo>
                    <a:pt x="61632" y="87276"/>
                  </a:lnTo>
                  <a:lnTo>
                    <a:pt x="61323" y="87359"/>
                  </a:lnTo>
                  <a:lnTo>
                    <a:pt x="60757" y="87511"/>
                  </a:lnTo>
                  <a:lnTo>
                    <a:pt x="60100" y="87687"/>
                  </a:lnTo>
                  <a:lnTo>
                    <a:pt x="59259" y="87912"/>
                  </a:lnTo>
                  <a:lnTo>
                    <a:pt x="57759" y="88315"/>
                  </a:lnTo>
                  <a:lnTo>
                    <a:pt x="57423" y="88404"/>
                  </a:lnTo>
                  <a:lnTo>
                    <a:pt x="56992" y="88519"/>
                  </a:lnTo>
                  <a:lnTo>
                    <a:pt x="54944" y="89064"/>
                  </a:lnTo>
                  <a:lnTo>
                    <a:pt x="53033" y="89572"/>
                  </a:lnTo>
                  <a:lnTo>
                    <a:pt x="52292" y="89769"/>
                  </a:lnTo>
                  <a:lnTo>
                    <a:pt x="51999" y="89847"/>
                  </a:lnTo>
                  <a:lnTo>
                    <a:pt x="51271" y="90041"/>
                  </a:lnTo>
                  <a:lnTo>
                    <a:pt x="51112" y="89126"/>
                  </a:lnTo>
                  <a:lnTo>
                    <a:pt x="51056" y="88800"/>
                  </a:lnTo>
                  <a:lnTo>
                    <a:pt x="48814" y="89471"/>
                  </a:lnTo>
                  <a:lnTo>
                    <a:pt x="46798" y="90074"/>
                  </a:lnTo>
                  <a:lnTo>
                    <a:pt x="46407" y="90191"/>
                  </a:lnTo>
                  <a:lnTo>
                    <a:pt x="45413" y="90488"/>
                  </a:lnTo>
                  <a:lnTo>
                    <a:pt x="44358" y="90842"/>
                  </a:lnTo>
                  <a:lnTo>
                    <a:pt x="42554" y="91448"/>
                  </a:lnTo>
                  <a:lnTo>
                    <a:pt x="40359" y="92185"/>
                  </a:lnTo>
                  <a:lnTo>
                    <a:pt x="40061" y="92285"/>
                  </a:lnTo>
                  <a:lnTo>
                    <a:pt x="39785" y="92378"/>
                  </a:lnTo>
                  <a:lnTo>
                    <a:pt x="39427" y="92498"/>
                  </a:lnTo>
                  <a:lnTo>
                    <a:pt x="36557" y="93646"/>
                  </a:lnTo>
                  <a:lnTo>
                    <a:pt x="36310" y="93906"/>
                  </a:lnTo>
                  <a:lnTo>
                    <a:pt x="36150" y="94621"/>
                  </a:lnTo>
                  <a:lnTo>
                    <a:pt x="35493" y="92235"/>
                  </a:lnTo>
                  <a:lnTo>
                    <a:pt x="34653" y="89185"/>
                  </a:lnTo>
                  <a:lnTo>
                    <a:pt x="35814" y="86942"/>
                  </a:lnTo>
                  <a:lnTo>
                    <a:pt x="36856" y="84979"/>
                  </a:lnTo>
                  <a:lnTo>
                    <a:pt x="37296" y="82296"/>
                  </a:lnTo>
                  <a:lnTo>
                    <a:pt x="36615" y="79292"/>
                  </a:lnTo>
                  <a:lnTo>
                    <a:pt x="35534" y="79892"/>
                  </a:lnTo>
                  <a:lnTo>
                    <a:pt x="34893" y="79051"/>
                  </a:lnTo>
                  <a:lnTo>
                    <a:pt x="34613" y="76808"/>
                  </a:lnTo>
                  <a:lnTo>
                    <a:pt x="33812" y="72843"/>
                  </a:lnTo>
                  <a:lnTo>
                    <a:pt x="31649" y="71361"/>
                  </a:lnTo>
                  <a:lnTo>
                    <a:pt x="27644" y="63351"/>
                  </a:lnTo>
                  <a:lnTo>
                    <a:pt x="25881" y="58104"/>
                  </a:lnTo>
                  <a:lnTo>
                    <a:pt x="22344" y="56226"/>
                  </a:lnTo>
                  <a:lnTo>
                    <a:pt x="20088" y="55348"/>
                  </a:lnTo>
                  <a:lnTo>
                    <a:pt x="18992" y="50307"/>
                  </a:lnTo>
                  <a:lnTo>
                    <a:pt x="16537" y="49934"/>
                  </a:lnTo>
                  <a:lnTo>
                    <a:pt x="14675" y="47787"/>
                  </a:lnTo>
                  <a:lnTo>
                    <a:pt x="14390" y="439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403093" y="5147484"/>
              <a:ext cx="129658" cy="202527"/>
            </a:xfrm>
            <a:custGeom>
              <a:avLst/>
              <a:pathLst>
                <a:path w="129658" h="202527">
                  <a:moveTo>
                    <a:pt x="82361" y="86058"/>
                  </a:moveTo>
                  <a:lnTo>
                    <a:pt x="88601" y="92327"/>
                  </a:lnTo>
                  <a:lnTo>
                    <a:pt x="89277" y="93038"/>
                  </a:lnTo>
                  <a:lnTo>
                    <a:pt x="95987" y="100087"/>
                  </a:lnTo>
                  <a:lnTo>
                    <a:pt x="96135" y="100258"/>
                  </a:lnTo>
                  <a:lnTo>
                    <a:pt x="97851" y="102250"/>
                  </a:lnTo>
                  <a:lnTo>
                    <a:pt x="98899" y="103345"/>
                  </a:lnTo>
                  <a:lnTo>
                    <a:pt x="103695" y="108356"/>
                  </a:lnTo>
                  <a:lnTo>
                    <a:pt x="104238" y="108940"/>
                  </a:lnTo>
                  <a:lnTo>
                    <a:pt x="107426" y="112436"/>
                  </a:lnTo>
                  <a:lnTo>
                    <a:pt x="108096" y="113170"/>
                  </a:lnTo>
                  <a:lnTo>
                    <a:pt x="111887" y="117225"/>
                  </a:lnTo>
                  <a:lnTo>
                    <a:pt x="121079" y="127348"/>
                  </a:lnTo>
                  <a:lnTo>
                    <a:pt x="124873" y="131400"/>
                  </a:lnTo>
                  <a:lnTo>
                    <a:pt x="125543" y="132111"/>
                  </a:lnTo>
                  <a:lnTo>
                    <a:pt x="129658" y="136519"/>
                  </a:lnTo>
                  <a:lnTo>
                    <a:pt x="120157" y="144999"/>
                  </a:lnTo>
                  <a:lnTo>
                    <a:pt x="119790" y="145326"/>
                  </a:lnTo>
                  <a:lnTo>
                    <a:pt x="119401" y="145673"/>
                  </a:lnTo>
                  <a:lnTo>
                    <a:pt x="119270" y="145788"/>
                  </a:lnTo>
                  <a:lnTo>
                    <a:pt x="119000" y="146025"/>
                  </a:lnTo>
                  <a:lnTo>
                    <a:pt x="118680" y="146306"/>
                  </a:lnTo>
                  <a:lnTo>
                    <a:pt x="110148" y="153791"/>
                  </a:lnTo>
                  <a:lnTo>
                    <a:pt x="107953" y="155717"/>
                  </a:lnTo>
                  <a:lnTo>
                    <a:pt x="98946" y="163618"/>
                  </a:lnTo>
                  <a:lnTo>
                    <a:pt x="95617" y="167017"/>
                  </a:lnTo>
                  <a:lnTo>
                    <a:pt x="95133" y="167511"/>
                  </a:lnTo>
                  <a:lnTo>
                    <a:pt x="94830" y="167833"/>
                  </a:lnTo>
                  <a:lnTo>
                    <a:pt x="93013" y="169769"/>
                  </a:lnTo>
                  <a:lnTo>
                    <a:pt x="92557" y="170255"/>
                  </a:lnTo>
                  <a:lnTo>
                    <a:pt x="92149" y="170878"/>
                  </a:lnTo>
                  <a:lnTo>
                    <a:pt x="90959" y="172704"/>
                  </a:lnTo>
                  <a:lnTo>
                    <a:pt x="90874" y="172853"/>
                  </a:lnTo>
                  <a:lnTo>
                    <a:pt x="90092" y="174221"/>
                  </a:lnTo>
                  <a:lnTo>
                    <a:pt x="88187" y="177556"/>
                  </a:lnTo>
                  <a:lnTo>
                    <a:pt x="87808" y="178220"/>
                  </a:lnTo>
                  <a:lnTo>
                    <a:pt x="87388" y="178955"/>
                  </a:lnTo>
                  <a:lnTo>
                    <a:pt x="87120" y="179425"/>
                  </a:lnTo>
                  <a:lnTo>
                    <a:pt x="83584" y="183085"/>
                  </a:lnTo>
                  <a:lnTo>
                    <a:pt x="82055" y="184669"/>
                  </a:lnTo>
                  <a:lnTo>
                    <a:pt x="80295" y="186101"/>
                  </a:lnTo>
                  <a:lnTo>
                    <a:pt x="76743" y="188992"/>
                  </a:lnTo>
                  <a:lnTo>
                    <a:pt x="76309" y="189346"/>
                  </a:lnTo>
                  <a:lnTo>
                    <a:pt x="75927" y="189629"/>
                  </a:lnTo>
                  <a:lnTo>
                    <a:pt x="75116" y="190232"/>
                  </a:lnTo>
                  <a:lnTo>
                    <a:pt x="74966" y="190343"/>
                  </a:lnTo>
                  <a:lnTo>
                    <a:pt x="74724" y="190523"/>
                  </a:lnTo>
                  <a:lnTo>
                    <a:pt x="74569" y="190638"/>
                  </a:lnTo>
                  <a:lnTo>
                    <a:pt x="74228" y="190892"/>
                  </a:lnTo>
                  <a:lnTo>
                    <a:pt x="73866" y="191161"/>
                  </a:lnTo>
                  <a:lnTo>
                    <a:pt x="73543" y="191401"/>
                  </a:lnTo>
                  <a:lnTo>
                    <a:pt x="73400" y="191507"/>
                  </a:lnTo>
                  <a:lnTo>
                    <a:pt x="73125" y="191712"/>
                  </a:lnTo>
                  <a:lnTo>
                    <a:pt x="72906" y="191874"/>
                  </a:lnTo>
                  <a:lnTo>
                    <a:pt x="72705" y="192023"/>
                  </a:lnTo>
                  <a:lnTo>
                    <a:pt x="72499" y="192177"/>
                  </a:lnTo>
                  <a:lnTo>
                    <a:pt x="72283" y="192337"/>
                  </a:lnTo>
                  <a:lnTo>
                    <a:pt x="72073" y="192493"/>
                  </a:lnTo>
                  <a:lnTo>
                    <a:pt x="71836" y="192669"/>
                  </a:lnTo>
                  <a:lnTo>
                    <a:pt x="71687" y="192780"/>
                  </a:lnTo>
                  <a:lnTo>
                    <a:pt x="71345" y="193034"/>
                  </a:lnTo>
                  <a:lnTo>
                    <a:pt x="71126" y="193197"/>
                  </a:lnTo>
                  <a:lnTo>
                    <a:pt x="70880" y="193380"/>
                  </a:lnTo>
                  <a:lnTo>
                    <a:pt x="70689" y="193522"/>
                  </a:lnTo>
                  <a:lnTo>
                    <a:pt x="70440" y="193707"/>
                  </a:lnTo>
                  <a:lnTo>
                    <a:pt x="70277" y="193828"/>
                  </a:lnTo>
                  <a:lnTo>
                    <a:pt x="70120" y="193945"/>
                  </a:lnTo>
                  <a:lnTo>
                    <a:pt x="69848" y="194147"/>
                  </a:lnTo>
                  <a:lnTo>
                    <a:pt x="69687" y="194266"/>
                  </a:lnTo>
                  <a:lnTo>
                    <a:pt x="69456" y="194438"/>
                  </a:lnTo>
                  <a:lnTo>
                    <a:pt x="69059" y="194733"/>
                  </a:lnTo>
                  <a:lnTo>
                    <a:pt x="68620" y="195059"/>
                  </a:lnTo>
                  <a:lnTo>
                    <a:pt x="67924" y="195576"/>
                  </a:lnTo>
                  <a:lnTo>
                    <a:pt x="66699" y="196487"/>
                  </a:lnTo>
                  <a:lnTo>
                    <a:pt x="65494" y="197382"/>
                  </a:lnTo>
                  <a:lnTo>
                    <a:pt x="64748" y="197831"/>
                  </a:lnTo>
                  <a:lnTo>
                    <a:pt x="64046" y="198255"/>
                  </a:lnTo>
                  <a:lnTo>
                    <a:pt x="63813" y="198395"/>
                  </a:lnTo>
                  <a:lnTo>
                    <a:pt x="62955" y="198912"/>
                  </a:lnTo>
                  <a:lnTo>
                    <a:pt x="62816" y="198996"/>
                  </a:lnTo>
                  <a:lnTo>
                    <a:pt x="62025" y="199472"/>
                  </a:lnTo>
                  <a:lnTo>
                    <a:pt x="61811" y="199601"/>
                  </a:lnTo>
                  <a:lnTo>
                    <a:pt x="61168" y="199989"/>
                  </a:lnTo>
                  <a:lnTo>
                    <a:pt x="60802" y="200209"/>
                  </a:lnTo>
                  <a:lnTo>
                    <a:pt x="59913" y="200744"/>
                  </a:lnTo>
                  <a:lnTo>
                    <a:pt x="59139" y="201211"/>
                  </a:lnTo>
                  <a:lnTo>
                    <a:pt x="58932" y="201335"/>
                  </a:lnTo>
                  <a:lnTo>
                    <a:pt x="58315" y="201707"/>
                  </a:lnTo>
                  <a:lnTo>
                    <a:pt x="57965" y="201918"/>
                  </a:lnTo>
                  <a:lnTo>
                    <a:pt x="56954" y="202527"/>
                  </a:lnTo>
                  <a:lnTo>
                    <a:pt x="56834" y="202299"/>
                  </a:lnTo>
                  <a:lnTo>
                    <a:pt x="56640" y="201932"/>
                  </a:lnTo>
                  <a:lnTo>
                    <a:pt x="56503" y="201672"/>
                  </a:lnTo>
                  <a:lnTo>
                    <a:pt x="56076" y="200946"/>
                  </a:lnTo>
                  <a:lnTo>
                    <a:pt x="55789" y="200459"/>
                  </a:lnTo>
                  <a:lnTo>
                    <a:pt x="50810" y="192648"/>
                  </a:lnTo>
                  <a:lnTo>
                    <a:pt x="50179" y="191693"/>
                  </a:lnTo>
                  <a:lnTo>
                    <a:pt x="49296" y="189465"/>
                  </a:lnTo>
                  <a:lnTo>
                    <a:pt x="48528" y="186618"/>
                  </a:lnTo>
                  <a:lnTo>
                    <a:pt x="48444" y="185232"/>
                  </a:lnTo>
                  <a:lnTo>
                    <a:pt x="48435" y="185084"/>
                  </a:lnTo>
                  <a:lnTo>
                    <a:pt x="47958" y="174681"/>
                  </a:lnTo>
                  <a:lnTo>
                    <a:pt x="47908" y="173581"/>
                  </a:lnTo>
                  <a:lnTo>
                    <a:pt x="45302" y="172572"/>
                  </a:lnTo>
                  <a:lnTo>
                    <a:pt x="43685" y="171946"/>
                  </a:lnTo>
                  <a:lnTo>
                    <a:pt x="42672" y="171553"/>
                  </a:lnTo>
                  <a:lnTo>
                    <a:pt x="42166" y="171357"/>
                  </a:lnTo>
                  <a:lnTo>
                    <a:pt x="41646" y="171156"/>
                  </a:lnTo>
                  <a:lnTo>
                    <a:pt x="40367" y="170661"/>
                  </a:lnTo>
                  <a:lnTo>
                    <a:pt x="39985" y="170516"/>
                  </a:lnTo>
                  <a:lnTo>
                    <a:pt x="39088" y="170363"/>
                  </a:lnTo>
                  <a:lnTo>
                    <a:pt x="38916" y="170333"/>
                  </a:lnTo>
                  <a:lnTo>
                    <a:pt x="38458" y="168899"/>
                  </a:lnTo>
                  <a:lnTo>
                    <a:pt x="38406" y="168735"/>
                  </a:lnTo>
                  <a:lnTo>
                    <a:pt x="38119" y="167830"/>
                  </a:lnTo>
                  <a:lnTo>
                    <a:pt x="37901" y="167361"/>
                  </a:lnTo>
                  <a:lnTo>
                    <a:pt x="37754" y="167045"/>
                  </a:lnTo>
                  <a:lnTo>
                    <a:pt x="37147" y="165736"/>
                  </a:lnTo>
                  <a:lnTo>
                    <a:pt x="36101" y="163482"/>
                  </a:lnTo>
                  <a:lnTo>
                    <a:pt x="40389" y="161582"/>
                  </a:lnTo>
                  <a:lnTo>
                    <a:pt x="34040" y="148936"/>
                  </a:lnTo>
                  <a:lnTo>
                    <a:pt x="31700" y="144061"/>
                  </a:lnTo>
                  <a:lnTo>
                    <a:pt x="28168" y="136700"/>
                  </a:lnTo>
                  <a:lnTo>
                    <a:pt x="28063" y="136482"/>
                  </a:lnTo>
                  <a:lnTo>
                    <a:pt x="27989" y="136302"/>
                  </a:lnTo>
                  <a:lnTo>
                    <a:pt x="27618" y="135399"/>
                  </a:lnTo>
                  <a:lnTo>
                    <a:pt x="27317" y="134666"/>
                  </a:lnTo>
                  <a:lnTo>
                    <a:pt x="26173" y="131882"/>
                  </a:lnTo>
                  <a:lnTo>
                    <a:pt x="26069" y="131630"/>
                  </a:lnTo>
                  <a:lnTo>
                    <a:pt x="24294" y="127309"/>
                  </a:lnTo>
                  <a:lnTo>
                    <a:pt x="30581" y="123948"/>
                  </a:lnTo>
                  <a:lnTo>
                    <a:pt x="31252" y="123589"/>
                  </a:lnTo>
                  <a:lnTo>
                    <a:pt x="35175" y="121492"/>
                  </a:lnTo>
                  <a:lnTo>
                    <a:pt x="32453" y="114972"/>
                  </a:lnTo>
                  <a:lnTo>
                    <a:pt x="30709" y="112005"/>
                  </a:lnTo>
                  <a:lnTo>
                    <a:pt x="24856" y="104772"/>
                  </a:lnTo>
                  <a:lnTo>
                    <a:pt x="24707" y="104580"/>
                  </a:lnTo>
                  <a:lnTo>
                    <a:pt x="20247" y="98844"/>
                  </a:lnTo>
                  <a:lnTo>
                    <a:pt x="17282" y="94508"/>
                  </a:lnTo>
                  <a:lnTo>
                    <a:pt x="17030" y="94172"/>
                  </a:lnTo>
                  <a:lnTo>
                    <a:pt x="16689" y="93719"/>
                  </a:lnTo>
                  <a:lnTo>
                    <a:pt x="16454" y="93433"/>
                  </a:lnTo>
                  <a:lnTo>
                    <a:pt x="15717" y="92661"/>
                  </a:lnTo>
                  <a:lnTo>
                    <a:pt x="14029" y="90936"/>
                  </a:lnTo>
                  <a:lnTo>
                    <a:pt x="12616" y="90196"/>
                  </a:lnTo>
                  <a:lnTo>
                    <a:pt x="9416" y="88362"/>
                  </a:lnTo>
                  <a:lnTo>
                    <a:pt x="8751" y="87980"/>
                  </a:lnTo>
                  <a:lnTo>
                    <a:pt x="8421" y="87792"/>
                  </a:lnTo>
                  <a:lnTo>
                    <a:pt x="7470" y="87314"/>
                  </a:lnTo>
                  <a:lnTo>
                    <a:pt x="4126" y="85635"/>
                  </a:lnTo>
                  <a:lnTo>
                    <a:pt x="3687" y="85343"/>
                  </a:lnTo>
                  <a:lnTo>
                    <a:pt x="3261" y="84989"/>
                  </a:lnTo>
                  <a:lnTo>
                    <a:pt x="3103" y="84857"/>
                  </a:lnTo>
                  <a:lnTo>
                    <a:pt x="2568" y="84293"/>
                  </a:lnTo>
                  <a:lnTo>
                    <a:pt x="2229" y="83936"/>
                  </a:lnTo>
                  <a:lnTo>
                    <a:pt x="1292" y="83007"/>
                  </a:lnTo>
                  <a:lnTo>
                    <a:pt x="0" y="81704"/>
                  </a:lnTo>
                  <a:lnTo>
                    <a:pt x="394" y="81204"/>
                  </a:lnTo>
                  <a:lnTo>
                    <a:pt x="1659" y="79598"/>
                  </a:lnTo>
                  <a:lnTo>
                    <a:pt x="5755" y="75791"/>
                  </a:lnTo>
                  <a:lnTo>
                    <a:pt x="6779" y="74840"/>
                  </a:lnTo>
                  <a:lnTo>
                    <a:pt x="9522" y="72291"/>
                  </a:lnTo>
                  <a:lnTo>
                    <a:pt x="9673" y="72150"/>
                  </a:lnTo>
                  <a:lnTo>
                    <a:pt x="13170" y="68900"/>
                  </a:lnTo>
                  <a:lnTo>
                    <a:pt x="13515" y="68580"/>
                  </a:lnTo>
                  <a:lnTo>
                    <a:pt x="17733" y="64659"/>
                  </a:lnTo>
                  <a:lnTo>
                    <a:pt x="23238" y="59543"/>
                  </a:lnTo>
                  <a:lnTo>
                    <a:pt x="25652" y="57299"/>
                  </a:lnTo>
                  <a:lnTo>
                    <a:pt x="25781" y="57180"/>
                  </a:lnTo>
                  <a:lnTo>
                    <a:pt x="25920" y="57050"/>
                  </a:lnTo>
                  <a:lnTo>
                    <a:pt x="30306" y="52970"/>
                  </a:lnTo>
                  <a:lnTo>
                    <a:pt x="23915" y="46200"/>
                  </a:lnTo>
                  <a:lnTo>
                    <a:pt x="20429" y="42508"/>
                  </a:lnTo>
                  <a:lnTo>
                    <a:pt x="19919" y="41965"/>
                  </a:lnTo>
                  <a:lnTo>
                    <a:pt x="19767" y="41803"/>
                  </a:lnTo>
                  <a:lnTo>
                    <a:pt x="18413" y="40360"/>
                  </a:lnTo>
                  <a:lnTo>
                    <a:pt x="17431" y="39367"/>
                  </a:lnTo>
                  <a:lnTo>
                    <a:pt x="16594" y="38519"/>
                  </a:lnTo>
                  <a:lnTo>
                    <a:pt x="16158" y="38068"/>
                  </a:lnTo>
                  <a:lnTo>
                    <a:pt x="14325" y="36166"/>
                  </a:lnTo>
                  <a:lnTo>
                    <a:pt x="8383" y="29999"/>
                  </a:lnTo>
                  <a:lnTo>
                    <a:pt x="9940" y="28547"/>
                  </a:lnTo>
                  <a:lnTo>
                    <a:pt x="15113" y="23721"/>
                  </a:lnTo>
                  <a:lnTo>
                    <a:pt x="19715" y="19428"/>
                  </a:lnTo>
                  <a:lnTo>
                    <a:pt x="19898" y="19257"/>
                  </a:lnTo>
                  <a:lnTo>
                    <a:pt x="23345" y="16041"/>
                  </a:lnTo>
                  <a:lnTo>
                    <a:pt x="24160" y="15281"/>
                  </a:lnTo>
                  <a:lnTo>
                    <a:pt x="24310" y="15141"/>
                  </a:lnTo>
                  <a:lnTo>
                    <a:pt x="28730" y="11017"/>
                  </a:lnTo>
                  <a:lnTo>
                    <a:pt x="29142" y="10633"/>
                  </a:lnTo>
                  <a:lnTo>
                    <a:pt x="30407" y="9453"/>
                  </a:lnTo>
                  <a:lnTo>
                    <a:pt x="33946" y="6152"/>
                  </a:lnTo>
                  <a:lnTo>
                    <a:pt x="37342" y="2984"/>
                  </a:lnTo>
                  <a:lnTo>
                    <a:pt x="38911" y="1520"/>
                  </a:lnTo>
                  <a:lnTo>
                    <a:pt x="39151" y="1296"/>
                  </a:lnTo>
                  <a:lnTo>
                    <a:pt x="39576" y="903"/>
                  </a:lnTo>
                  <a:lnTo>
                    <a:pt x="40555" y="0"/>
                  </a:lnTo>
                  <a:lnTo>
                    <a:pt x="40827" y="765"/>
                  </a:lnTo>
                  <a:lnTo>
                    <a:pt x="41053" y="1402"/>
                  </a:lnTo>
                  <a:lnTo>
                    <a:pt x="41334" y="2195"/>
                  </a:lnTo>
                  <a:lnTo>
                    <a:pt x="41526" y="2734"/>
                  </a:lnTo>
                  <a:lnTo>
                    <a:pt x="42570" y="5676"/>
                  </a:lnTo>
                  <a:lnTo>
                    <a:pt x="43075" y="7101"/>
                  </a:lnTo>
                  <a:lnTo>
                    <a:pt x="43407" y="8044"/>
                  </a:lnTo>
                  <a:lnTo>
                    <a:pt x="45872" y="15286"/>
                  </a:lnTo>
                  <a:lnTo>
                    <a:pt x="46411" y="16892"/>
                  </a:lnTo>
                  <a:lnTo>
                    <a:pt x="46946" y="18487"/>
                  </a:lnTo>
                  <a:lnTo>
                    <a:pt x="49751" y="26837"/>
                  </a:lnTo>
                  <a:lnTo>
                    <a:pt x="49732" y="29870"/>
                  </a:lnTo>
                  <a:lnTo>
                    <a:pt x="49729" y="30388"/>
                  </a:lnTo>
                  <a:lnTo>
                    <a:pt x="49729" y="31396"/>
                  </a:lnTo>
                  <a:lnTo>
                    <a:pt x="49313" y="33982"/>
                  </a:lnTo>
                  <a:lnTo>
                    <a:pt x="48339" y="36075"/>
                  </a:lnTo>
                  <a:lnTo>
                    <a:pt x="49181" y="36769"/>
                  </a:lnTo>
                  <a:lnTo>
                    <a:pt x="50330" y="37717"/>
                  </a:lnTo>
                  <a:lnTo>
                    <a:pt x="52855" y="39794"/>
                  </a:lnTo>
                  <a:lnTo>
                    <a:pt x="52318" y="40593"/>
                  </a:lnTo>
                  <a:lnTo>
                    <a:pt x="52106" y="40907"/>
                  </a:lnTo>
                  <a:lnTo>
                    <a:pt x="51734" y="41552"/>
                  </a:lnTo>
                  <a:lnTo>
                    <a:pt x="51550" y="41872"/>
                  </a:lnTo>
                  <a:lnTo>
                    <a:pt x="51491" y="42172"/>
                  </a:lnTo>
                  <a:lnTo>
                    <a:pt x="51059" y="44393"/>
                  </a:lnTo>
                  <a:lnTo>
                    <a:pt x="50813" y="48173"/>
                  </a:lnTo>
                  <a:lnTo>
                    <a:pt x="50749" y="49028"/>
                  </a:lnTo>
                  <a:lnTo>
                    <a:pt x="50685" y="49885"/>
                  </a:lnTo>
                  <a:lnTo>
                    <a:pt x="50721" y="53425"/>
                  </a:lnTo>
                  <a:lnTo>
                    <a:pt x="51616" y="55807"/>
                  </a:lnTo>
                  <a:lnTo>
                    <a:pt x="53009" y="57400"/>
                  </a:lnTo>
                  <a:lnTo>
                    <a:pt x="53998" y="58333"/>
                  </a:lnTo>
                  <a:lnTo>
                    <a:pt x="55604" y="60170"/>
                  </a:lnTo>
                  <a:lnTo>
                    <a:pt x="59551" y="63714"/>
                  </a:lnTo>
                  <a:lnTo>
                    <a:pt x="59700" y="63859"/>
                  </a:lnTo>
                  <a:lnTo>
                    <a:pt x="68653" y="72603"/>
                  </a:lnTo>
                  <a:lnTo>
                    <a:pt x="70016" y="73954"/>
                  </a:lnTo>
                  <a:lnTo>
                    <a:pt x="71317" y="74611"/>
                  </a:lnTo>
                  <a:lnTo>
                    <a:pt x="74503" y="77956"/>
                  </a:lnTo>
                  <a:lnTo>
                    <a:pt x="78515" y="821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441454" y="5142950"/>
              <a:ext cx="132534" cy="179797"/>
            </a:xfrm>
            <a:custGeom>
              <a:avLst/>
              <a:pathLst>
                <a:path w="132534" h="179797">
                  <a:moveTo>
                    <a:pt x="2192" y="4530"/>
                  </a:moveTo>
                  <a:lnTo>
                    <a:pt x="0" y="0"/>
                  </a:lnTo>
                  <a:lnTo>
                    <a:pt x="548" y="133"/>
                  </a:lnTo>
                  <a:lnTo>
                    <a:pt x="1628" y="395"/>
                  </a:lnTo>
                  <a:lnTo>
                    <a:pt x="2515" y="587"/>
                  </a:lnTo>
                  <a:lnTo>
                    <a:pt x="3965" y="902"/>
                  </a:lnTo>
                  <a:lnTo>
                    <a:pt x="5327" y="1276"/>
                  </a:lnTo>
                  <a:lnTo>
                    <a:pt x="5568" y="1397"/>
                  </a:lnTo>
                  <a:lnTo>
                    <a:pt x="6341" y="1783"/>
                  </a:lnTo>
                  <a:lnTo>
                    <a:pt x="7222" y="2451"/>
                  </a:lnTo>
                  <a:lnTo>
                    <a:pt x="7986" y="3417"/>
                  </a:lnTo>
                  <a:lnTo>
                    <a:pt x="11430" y="10359"/>
                  </a:lnTo>
                  <a:lnTo>
                    <a:pt x="13540" y="13991"/>
                  </a:lnTo>
                  <a:lnTo>
                    <a:pt x="16125" y="17749"/>
                  </a:lnTo>
                  <a:lnTo>
                    <a:pt x="20665" y="23390"/>
                  </a:lnTo>
                  <a:lnTo>
                    <a:pt x="23936" y="27395"/>
                  </a:lnTo>
                  <a:lnTo>
                    <a:pt x="27273" y="31801"/>
                  </a:lnTo>
                  <a:lnTo>
                    <a:pt x="33043" y="39259"/>
                  </a:lnTo>
                  <a:lnTo>
                    <a:pt x="55667" y="64676"/>
                  </a:lnTo>
                  <a:lnTo>
                    <a:pt x="63562" y="73590"/>
                  </a:lnTo>
                  <a:lnTo>
                    <a:pt x="66441" y="76711"/>
                  </a:lnTo>
                  <a:lnTo>
                    <a:pt x="66783" y="77082"/>
                  </a:lnTo>
                  <a:lnTo>
                    <a:pt x="72983" y="84176"/>
                  </a:lnTo>
                  <a:lnTo>
                    <a:pt x="76691" y="88126"/>
                  </a:lnTo>
                  <a:lnTo>
                    <a:pt x="84040" y="96503"/>
                  </a:lnTo>
                  <a:lnTo>
                    <a:pt x="87717" y="100665"/>
                  </a:lnTo>
                  <a:lnTo>
                    <a:pt x="88830" y="101954"/>
                  </a:lnTo>
                  <a:lnTo>
                    <a:pt x="89052" y="102210"/>
                  </a:lnTo>
                  <a:lnTo>
                    <a:pt x="91362" y="104816"/>
                  </a:lnTo>
                  <a:lnTo>
                    <a:pt x="91586" y="105068"/>
                  </a:lnTo>
                  <a:lnTo>
                    <a:pt x="91781" y="105288"/>
                  </a:lnTo>
                  <a:lnTo>
                    <a:pt x="92595" y="106201"/>
                  </a:lnTo>
                  <a:lnTo>
                    <a:pt x="93290" y="106983"/>
                  </a:lnTo>
                  <a:lnTo>
                    <a:pt x="99478" y="113932"/>
                  </a:lnTo>
                  <a:lnTo>
                    <a:pt x="100005" y="114523"/>
                  </a:lnTo>
                  <a:lnTo>
                    <a:pt x="100815" y="115432"/>
                  </a:lnTo>
                  <a:lnTo>
                    <a:pt x="105929" y="121175"/>
                  </a:lnTo>
                  <a:lnTo>
                    <a:pt x="106450" y="121760"/>
                  </a:lnTo>
                  <a:lnTo>
                    <a:pt x="108820" y="124424"/>
                  </a:lnTo>
                  <a:lnTo>
                    <a:pt x="109085" y="124733"/>
                  </a:lnTo>
                  <a:lnTo>
                    <a:pt x="110790" y="126721"/>
                  </a:lnTo>
                  <a:lnTo>
                    <a:pt x="114344" y="130866"/>
                  </a:lnTo>
                  <a:lnTo>
                    <a:pt x="118453" y="135657"/>
                  </a:lnTo>
                  <a:lnTo>
                    <a:pt x="121810" y="139294"/>
                  </a:lnTo>
                  <a:lnTo>
                    <a:pt x="122606" y="140156"/>
                  </a:lnTo>
                  <a:lnTo>
                    <a:pt x="125168" y="142930"/>
                  </a:lnTo>
                  <a:lnTo>
                    <a:pt x="127348" y="145542"/>
                  </a:lnTo>
                  <a:lnTo>
                    <a:pt x="128071" y="146409"/>
                  </a:lnTo>
                  <a:lnTo>
                    <a:pt x="128674" y="147130"/>
                  </a:lnTo>
                  <a:lnTo>
                    <a:pt x="129528" y="148154"/>
                  </a:lnTo>
                  <a:lnTo>
                    <a:pt x="131256" y="150409"/>
                  </a:lnTo>
                  <a:lnTo>
                    <a:pt x="131914" y="151269"/>
                  </a:lnTo>
                  <a:lnTo>
                    <a:pt x="132277" y="152166"/>
                  </a:lnTo>
                  <a:lnTo>
                    <a:pt x="132534" y="154110"/>
                  </a:lnTo>
                  <a:lnTo>
                    <a:pt x="132421" y="156109"/>
                  </a:lnTo>
                  <a:lnTo>
                    <a:pt x="132178" y="159709"/>
                  </a:lnTo>
                  <a:lnTo>
                    <a:pt x="131765" y="163315"/>
                  </a:lnTo>
                  <a:lnTo>
                    <a:pt x="131619" y="164599"/>
                  </a:lnTo>
                  <a:lnTo>
                    <a:pt x="131129" y="168882"/>
                  </a:lnTo>
                  <a:lnTo>
                    <a:pt x="130909" y="170811"/>
                  </a:lnTo>
                  <a:lnTo>
                    <a:pt x="130457" y="174759"/>
                  </a:lnTo>
                  <a:lnTo>
                    <a:pt x="129687" y="178839"/>
                  </a:lnTo>
                  <a:lnTo>
                    <a:pt x="129393" y="179797"/>
                  </a:lnTo>
                  <a:lnTo>
                    <a:pt x="128691" y="179599"/>
                  </a:lnTo>
                  <a:lnTo>
                    <a:pt x="128393" y="179527"/>
                  </a:lnTo>
                  <a:lnTo>
                    <a:pt x="127802" y="179384"/>
                  </a:lnTo>
                  <a:lnTo>
                    <a:pt x="127275" y="179256"/>
                  </a:lnTo>
                  <a:lnTo>
                    <a:pt x="126693" y="179115"/>
                  </a:lnTo>
                  <a:lnTo>
                    <a:pt x="125644" y="178861"/>
                  </a:lnTo>
                  <a:lnTo>
                    <a:pt x="124925" y="178686"/>
                  </a:lnTo>
                  <a:lnTo>
                    <a:pt x="123885" y="178434"/>
                  </a:lnTo>
                  <a:lnTo>
                    <a:pt x="122362" y="178065"/>
                  </a:lnTo>
                  <a:lnTo>
                    <a:pt x="122219" y="178014"/>
                  </a:lnTo>
                  <a:lnTo>
                    <a:pt x="122061" y="177957"/>
                  </a:lnTo>
                  <a:lnTo>
                    <a:pt x="121855" y="177884"/>
                  </a:lnTo>
                  <a:lnTo>
                    <a:pt x="121270" y="177675"/>
                  </a:lnTo>
                  <a:lnTo>
                    <a:pt x="121141" y="177628"/>
                  </a:lnTo>
                  <a:lnTo>
                    <a:pt x="120996" y="177577"/>
                  </a:lnTo>
                  <a:lnTo>
                    <a:pt x="119922" y="177193"/>
                  </a:lnTo>
                  <a:lnTo>
                    <a:pt x="119471" y="177031"/>
                  </a:lnTo>
                  <a:lnTo>
                    <a:pt x="118438" y="176662"/>
                  </a:lnTo>
                  <a:lnTo>
                    <a:pt x="118197" y="176574"/>
                  </a:lnTo>
                  <a:lnTo>
                    <a:pt x="117849" y="176448"/>
                  </a:lnTo>
                  <a:lnTo>
                    <a:pt x="115541" y="175609"/>
                  </a:lnTo>
                  <a:lnTo>
                    <a:pt x="115182" y="175478"/>
                  </a:lnTo>
                  <a:lnTo>
                    <a:pt x="113138" y="174735"/>
                  </a:lnTo>
                  <a:lnTo>
                    <a:pt x="108822" y="173166"/>
                  </a:lnTo>
                  <a:lnTo>
                    <a:pt x="107429" y="172660"/>
                  </a:lnTo>
                  <a:lnTo>
                    <a:pt x="106593" y="172356"/>
                  </a:lnTo>
                  <a:lnTo>
                    <a:pt x="106000" y="172073"/>
                  </a:lnTo>
                  <a:lnTo>
                    <a:pt x="105527" y="171847"/>
                  </a:lnTo>
                  <a:lnTo>
                    <a:pt x="105050" y="171619"/>
                  </a:lnTo>
                  <a:lnTo>
                    <a:pt x="104566" y="171388"/>
                  </a:lnTo>
                  <a:lnTo>
                    <a:pt x="103907" y="171073"/>
                  </a:lnTo>
                  <a:lnTo>
                    <a:pt x="103542" y="170892"/>
                  </a:lnTo>
                  <a:lnTo>
                    <a:pt x="101833" y="170018"/>
                  </a:lnTo>
                  <a:lnTo>
                    <a:pt x="101535" y="169818"/>
                  </a:lnTo>
                  <a:lnTo>
                    <a:pt x="101380" y="169714"/>
                  </a:lnTo>
                  <a:lnTo>
                    <a:pt x="100628" y="169210"/>
                  </a:lnTo>
                  <a:lnTo>
                    <a:pt x="99867" y="168700"/>
                  </a:lnTo>
                  <a:lnTo>
                    <a:pt x="99604" y="168524"/>
                  </a:lnTo>
                  <a:lnTo>
                    <a:pt x="99055" y="168156"/>
                  </a:lnTo>
                  <a:lnTo>
                    <a:pt x="98833" y="167973"/>
                  </a:lnTo>
                  <a:lnTo>
                    <a:pt x="98703" y="167866"/>
                  </a:lnTo>
                  <a:lnTo>
                    <a:pt x="97975" y="167268"/>
                  </a:lnTo>
                  <a:lnTo>
                    <a:pt x="96814" y="166314"/>
                  </a:lnTo>
                  <a:lnTo>
                    <a:pt x="96564" y="166109"/>
                  </a:lnTo>
                  <a:lnTo>
                    <a:pt x="96224" y="165829"/>
                  </a:lnTo>
                  <a:lnTo>
                    <a:pt x="95775" y="165420"/>
                  </a:lnTo>
                  <a:lnTo>
                    <a:pt x="95316" y="165004"/>
                  </a:lnTo>
                  <a:lnTo>
                    <a:pt x="95140" y="164823"/>
                  </a:lnTo>
                  <a:lnTo>
                    <a:pt x="93365" y="162996"/>
                  </a:lnTo>
                  <a:lnTo>
                    <a:pt x="92781" y="162395"/>
                  </a:lnTo>
                  <a:lnTo>
                    <a:pt x="92559" y="162167"/>
                  </a:lnTo>
                  <a:lnTo>
                    <a:pt x="91315" y="160886"/>
                  </a:lnTo>
                  <a:lnTo>
                    <a:pt x="90388" y="159933"/>
                  </a:lnTo>
                  <a:lnTo>
                    <a:pt x="89586" y="159108"/>
                  </a:lnTo>
                  <a:lnTo>
                    <a:pt x="89091" y="158599"/>
                  </a:lnTo>
                  <a:lnTo>
                    <a:pt x="88862" y="158363"/>
                  </a:lnTo>
                  <a:lnTo>
                    <a:pt x="88450" y="157939"/>
                  </a:lnTo>
                  <a:lnTo>
                    <a:pt x="87483" y="156944"/>
                  </a:lnTo>
                  <a:lnTo>
                    <a:pt x="86984" y="156431"/>
                  </a:lnTo>
                  <a:lnTo>
                    <a:pt x="86185" y="155594"/>
                  </a:lnTo>
                  <a:lnTo>
                    <a:pt x="86062" y="155466"/>
                  </a:lnTo>
                  <a:lnTo>
                    <a:pt x="85298" y="154666"/>
                  </a:lnTo>
                  <a:lnTo>
                    <a:pt x="83416" y="152695"/>
                  </a:lnTo>
                  <a:lnTo>
                    <a:pt x="82097" y="151314"/>
                  </a:lnTo>
                  <a:lnTo>
                    <a:pt x="81609" y="150803"/>
                  </a:lnTo>
                  <a:lnTo>
                    <a:pt x="81157" y="150102"/>
                  </a:lnTo>
                  <a:lnTo>
                    <a:pt x="81429" y="149860"/>
                  </a:lnTo>
                  <a:lnTo>
                    <a:pt x="81795" y="149533"/>
                  </a:lnTo>
                  <a:lnTo>
                    <a:pt x="91301" y="141015"/>
                  </a:lnTo>
                  <a:lnTo>
                    <a:pt x="87181" y="136645"/>
                  </a:lnTo>
                  <a:lnTo>
                    <a:pt x="86511" y="135934"/>
                  </a:lnTo>
                  <a:lnTo>
                    <a:pt x="82717" y="131881"/>
                  </a:lnTo>
                  <a:lnTo>
                    <a:pt x="73525" y="121759"/>
                  </a:lnTo>
                  <a:lnTo>
                    <a:pt x="69734" y="117704"/>
                  </a:lnTo>
                  <a:lnTo>
                    <a:pt x="69028" y="116930"/>
                  </a:lnTo>
                  <a:lnTo>
                    <a:pt x="65876" y="113474"/>
                  </a:lnTo>
                  <a:lnTo>
                    <a:pt x="65314" y="112870"/>
                  </a:lnTo>
                  <a:lnTo>
                    <a:pt x="60537" y="107878"/>
                  </a:lnTo>
                  <a:lnTo>
                    <a:pt x="59489" y="106783"/>
                  </a:lnTo>
                  <a:lnTo>
                    <a:pt x="57773" y="104792"/>
                  </a:lnTo>
                  <a:lnTo>
                    <a:pt x="57607" y="104602"/>
                  </a:lnTo>
                  <a:lnTo>
                    <a:pt x="50916" y="97572"/>
                  </a:lnTo>
                  <a:lnTo>
                    <a:pt x="50201" y="96861"/>
                  </a:lnTo>
                  <a:lnTo>
                    <a:pt x="43906" y="90497"/>
                  </a:lnTo>
                  <a:lnTo>
                    <a:pt x="40153" y="86703"/>
                  </a:lnTo>
                  <a:lnTo>
                    <a:pt x="36113" y="82460"/>
                  </a:lnTo>
                  <a:lnTo>
                    <a:pt x="32956" y="79145"/>
                  </a:lnTo>
                  <a:lnTo>
                    <a:pt x="31642" y="78476"/>
                  </a:lnTo>
                  <a:lnTo>
                    <a:pt x="30291" y="77136"/>
                  </a:lnTo>
                  <a:lnTo>
                    <a:pt x="21338" y="68393"/>
                  </a:lnTo>
                  <a:lnTo>
                    <a:pt x="21071" y="68141"/>
                  </a:lnTo>
                  <a:lnTo>
                    <a:pt x="17011" y="64489"/>
                  </a:lnTo>
                  <a:lnTo>
                    <a:pt x="15636" y="62867"/>
                  </a:lnTo>
                  <a:lnTo>
                    <a:pt x="14647" y="61934"/>
                  </a:lnTo>
                  <a:lnTo>
                    <a:pt x="13254" y="60341"/>
                  </a:lnTo>
                  <a:lnTo>
                    <a:pt x="12359" y="57955"/>
                  </a:lnTo>
                  <a:lnTo>
                    <a:pt x="12323" y="54419"/>
                  </a:lnTo>
                  <a:lnTo>
                    <a:pt x="12387" y="53562"/>
                  </a:lnTo>
                  <a:lnTo>
                    <a:pt x="12451" y="52707"/>
                  </a:lnTo>
                  <a:lnTo>
                    <a:pt x="12697" y="48927"/>
                  </a:lnTo>
                  <a:lnTo>
                    <a:pt x="13129" y="46705"/>
                  </a:lnTo>
                  <a:lnTo>
                    <a:pt x="13188" y="46406"/>
                  </a:lnTo>
                  <a:lnTo>
                    <a:pt x="13373" y="46085"/>
                  </a:lnTo>
                  <a:lnTo>
                    <a:pt x="13745" y="45441"/>
                  </a:lnTo>
                  <a:lnTo>
                    <a:pt x="13956" y="45127"/>
                  </a:lnTo>
                  <a:lnTo>
                    <a:pt x="14491" y="44326"/>
                  </a:lnTo>
                  <a:lnTo>
                    <a:pt x="11968" y="42251"/>
                  </a:lnTo>
                  <a:lnTo>
                    <a:pt x="10819" y="41303"/>
                  </a:lnTo>
                  <a:lnTo>
                    <a:pt x="9979" y="40606"/>
                  </a:lnTo>
                  <a:lnTo>
                    <a:pt x="10951" y="38516"/>
                  </a:lnTo>
                  <a:lnTo>
                    <a:pt x="11367" y="35926"/>
                  </a:lnTo>
                  <a:lnTo>
                    <a:pt x="11367" y="34917"/>
                  </a:lnTo>
                  <a:lnTo>
                    <a:pt x="11371" y="34399"/>
                  </a:lnTo>
                  <a:lnTo>
                    <a:pt x="11389" y="31349"/>
                  </a:lnTo>
                  <a:lnTo>
                    <a:pt x="8584" y="23020"/>
                  </a:lnTo>
                  <a:lnTo>
                    <a:pt x="8027" y="21361"/>
                  </a:lnTo>
                  <a:lnTo>
                    <a:pt x="7510" y="19820"/>
                  </a:lnTo>
                  <a:lnTo>
                    <a:pt x="4989" y="12412"/>
                  </a:lnTo>
                  <a:lnTo>
                    <a:pt x="4713" y="11634"/>
                  </a:lnTo>
                  <a:lnTo>
                    <a:pt x="4195" y="10174"/>
                  </a:lnTo>
                  <a:lnTo>
                    <a:pt x="3164" y="7268"/>
                  </a:lnTo>
                  <a:lnTo>
                    <a:pt x="2972" y="6728"/>
                  </a:lnTo>
                  <a:lnTo>
                    <a:pt x="2659" y="5844"/>
                  </a:lnTo>
                  <a:lnTo>
                    <a:pt x="2465" y="52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530507" y="5159864"/>
              <a:ext cx="98831" cy="107430"/>
            </a:xfrm>
            <a:custGeom>
              <a:avLst/>
              <a:pathLst>
                <a:path w="98831" h="107430">
                  <a:moveTo>
                    <a:pt x="80565" y="72835"/>
                  </a:moveTo>
                  <a:lnTo>
                    <a:pt x="70149" y="85424"/>
                  </a:lnTo>
                  <a:lnTo>
                    <a:pt x="65165" y="91185"/>
                  </a:lnTo>
                  <a:lnTo>
                    <a:pt x="57395" y="82741"/>
                  </a:lnTo>
                  <a:lnTo>
                    <a:pt x="53166" y="78147"/>
                  </a:lnTo>
                  <a:lnTo>
                    <a:pt x="52327" y="78923"/>
                  </a:lnTo>
                  <a:lnTo>
                    <a:pt x="49303" y="81724"/>
                  </a:lnTo>
                  <a:lnTo>
                    <a:pt x="48798" y="82173"/>
                  </a:lnTo>
                  <a:lnTo>
                    <a:pt x="38292" y="91515"/>
                  </a:lnTo>
                  <a:lnTo>
                    <a:pt x="37826" y="91924"/>
                  </a:lnTo>
                  <a:lnTo>
                    <a:pt x="37561" y="92141"/>
                  </a:lnTo>
                  <a:lnTo>
                    <a:pt x="33677" y="95319"/>
                  </a:lnTo>
                  <a:lnTo>
                    <a:pt x="33216" y="95742"/>
                  </a:lnTo>
                  <a:lnTo>
                    <a:pt x="26520" y="101892"/>
                  </a:lnTo>
                  <a:lnTo>
                    <a:pt x="25952" y="102359"/>
                  </a:lnTo>
                  <a:lnTo>
                    <a:pt x="22027" y="105542"/>
                  </a:lnTo>
                  <a:lnTo>
                    <a:pt x="20862" y="106486"/>
                  </a:lnTo>
                  <a:lnTo>
                    <a:pt x="19698" y="107430"/>
                  </a:lnTo>
                  <a:lnTo>
                    <a:pt x="17398" y="104847"/>
                  </a:lnTo>
                  <a:lnTo>
                    <a:pt x="16876" y="104261"/>
                  </a:lnTo>
                  <a:lnTo>
                    <a:pt x="11763" y="98518"/>
                  </a:lnTo>
                  <a:lnTo>
                    <a:pt x="10953" y="97609"/>
                  </a:lnTo>
                  <a:lnTo>
                    <a:pt x="10426" y="97018"/>
                  </a:lnTo>
                  <a:lnTo>
                    <a:pt x="4238" y="90069"/>
                  </a:lnTo>
                  <a:lnTo>
                    <a:pt x="3542" y="89288"/>
                  </a:lnTo>
                  <a:lnTo>
                    <a:pt x="2729" y="88374"/>
                  </a:lnTo>
                  <a:lnTo>
                    <a:pt x="2533" y="88155"/>
                  </a:lnTo>
                  <a:lnTo>
                    <a:pt x="2310" y="87902"/>
                  </a:lnTo>
                  <a:lnTo>
                    <a:pt x="0" y="85296"/>
                  </a:lnTo>
                  <a:lnTo>
                    <a:pt x="1496" y="83974"/>
                  </a:lnTo>
                  <a:lnTo>
                    <a:pt x="6017" y="79978"/>
                  </a:lnTo>
                  <a:lnTo>
                    <a:pt x="11154" y="75436"/>
                  </a:lnTo>
                  <a:lnTo>
                    <a:pt x="28722" y="59908"/>
                  </a:lnTo>
                  <a:lnTo>
                    <a:pt x="33084" y="56053"/>
                  </a:lnTo>
                  <a:lnTo>
                    <a:pt x="35238" y="54149"/>
                  </a:lnTo>
                  <a:lnTo>
                    <a:pt x="37771" y="51709"/>
                  </a:lnTo>
                  <a:lnTo>
                    <a:pt x="30652" y="43950"/>
                  </a:lnTo>
                  <a:lnTo>
                    <a:pt x="30434" y="43713"/>
                  </a:lnTo>
                  <a:lnTo>
                    <a:pt x="22326" y="34876"/>
                  </a:lnTo>
                  <a:lnTo>
                    <a:pt x="21676" y="34169"/>
                  </a:lnTo>
                  <a:lnTo>
                    <a:pt x="20974" y="33688"/>
                  </a:lnTo>
                  <a:lnTo>
                    <a:pt x="22015" y="30997"/>
                  </a:lnTo>
                  <a:lnTo>
                    <a:pt x="23166" y="28160"/>
                  </a:lnTo>
                  <a:lnTo>
                    <a:pt x="23392" y="27602"/>
                  </a:lnTo>
                  <a:lnTo>
                    <a:pt x="24519" y="24823"/>
                  </a:lnTo>
                  <a:lnTo>
                    <a:pt x="26553" y="20429"/>
                  </a:lnTo>
                  <a:lnTo>
                    <a:pt x="27008" y="19447"/>
                  </a:lnTo>
                  <a:lnTo>
                    <a:pt x="29098" y="14934"/>
                  </a:lnTo>
                  <a:lnTo>
                    <a:pt x="29536" y="14445"/>
                  </a:lnTo>
                  <a:lnTo>
                    <a:pt x="30097" y="13875"/>
                  </a:lnTo>
                  <a:lnTo>
                    <a:pt x="31038" y="12919"/>
                  </a:lnTo>
                  <a:lnTo>
                    <a:pt x="39964" y="5256"/>
                  </a:lnTo>
                  <a:lnTo>
                    <a:pt x="40834" y="4509"/>
                  </a:lnTo>
                  <a:lnTo>
                    <a:pt x="41051" y="4321"/>
                  </a:lnTo>
                  <a:lnTo>
                    <a:pt x="41506" y="3925"/>
                  </a:lnTo>
                  <a:lnTo>
                    <a:pt x="42523" y="3042"/>
                  </a:lnTo>
                  <a:lnTo>
                    <a:pt x="46027" y="0"/>
                  </a:lnTo>
                  <a:lnTo>
                    <a:pt x="47445" y="1498"/>
                  </a:lnTo>
                  <a:lnTo>
                    <a:pt x="47649" y="1714"/>
                  </a:lnTo>
                  <a:lnTo>
                    <a:pt x="47985" y="2069"/>
                  </a:lnTo>
                  <a:lnTo>
                    <a:pt x="49271" y="3428"/>
                  </a:lnTo>
                  <a:lnTo>
                    <a:pt x="50560" y="4875"/>
                  </a:lnTo>
                  <a:lnTo>
                    <a:pt x="51849" y="6322"/>
                  </a:lnTo>
                  <a:lnTo>
                    <a:pt x="53947" y="8679"/>
                  </a:lnTo>
                  <a:lnTo>
                    <a:pt x="56078" y="11072"/>
                  </a:lnTo>
                  <a:lnTo>
                    <a:pt x="56744" y="11820"/>
                  </a:lnTo>
                  <a:lnTo>
                    <a:pt x="58652" y="13923"/>
                  </a:lnTo>
                  <a:lnTo>
                    <a:pt x="58905" y="14198"/>
                  </a:lnTo>
                  <a:lnTo>
                    <a:pt x="59396" y="14733"/>
                  </a:lnTo>
                  <a:lnTo>
                    <a:pt x="61419" y="16940"/>
                  </a:lnTo>
                  <a:lnTo>
                    <a:pt x="62692" y="18383"/>
                  </a:lnTo>
                  <a:lnTo>
                    <a:pt x="64083" y="19966"/>
                  </a:lnTo>
                  <a:lnTo>
                    <a:pt x="65498" y="21778"/>
                  </a:lnTo>
                  <a:lnTo>
                    <a:pt x="65615" y="21929"/>
                  </a:lnTo>
                  <a:lnTo>
                    <a:pt x="66960" y="23806"/>
                  </a:lnTo>
                  <a:lnTo>
                    <a:pt x="67807" y="25062"/>
                  </a:lnTo>
                  <a:lnTo>
                    <a:pt x="68654" y="26317"/>
                  </a:lnTo>
                  <a:lnTo>
                    <a:pt x="68756" y="26488"/>
                  </a:lnTo>
                  <a:lnTo>
                    <a:pt x="69486" y="27710"/>
                  </a:lnTo>
                  <a:lnTo>
                    <a:pt x="69741" y="28136"/>
                  </a:lnTo>
                  <a:lnTo>
                    <a:pt x="70088" y="28716"/>
                  </a:lnTo>
                  <a:lnTo>
                    <a:pt x="70618" y="29604"/>
                  </a:lnTo>
                  <a:lnTo>
                    <a:pt x="72583" y="32892"/>
                  </a:lnTo>
                  <a:lnTo>
                    <a:pt x="73750" y="34695"/>
                  </a:lnTo>
                  <a:lnTo>
                    <a:pt x="77071" y="39825"/>
                  </a:lnTo>
                  <a:lnTo>
                    <a:pt x="77541" y="40552"/>
                  </a:lnTo>
                  <a:lnTo>
                    <a:pt x="79448" y="43498"/>
                  </a:lnTo>
                  <a:lnTo>
                    <a:pt x="79546" y="43648"/>
                  </a:lnTo>
                  <a:lnTo>
                    <a:pt x="79695" y="43879"/>
                  </a:lnTo>
                  <a:lnTo>
                    <a:pt x="80407" y="44654"/>
                  </a:lnTo>
                  <a:lnTo>
                    <a:pt x="81461" y="45463"/>
                  </a:lnTo>
                  <a:lnTo>
                    <a:pt x="81901" y="45801"/>
                  </a:lnTo>
                  <a:lnTo>
                    <a:pt x="83261" y="46531"/>
                  </a:lnTo>
                  <a:lnTo>
                    <a:pt x="86593" y="47565"/>
                  </a:lnTo>
                  <a:lnTo>
                    <a:pt x="87075" y="47715"/>
                  </a:lnTo>
                  <a:lnTo>
                    <a:pt x="90569" y="48799"/>
                  </a:lnTo>
                  <a:lnTo>
                    <a:pt x="91357" y="49013"/>
                  </a:lnTo>
                  <a:lnTo>
                    <a:pt x="92585" y="49346"/>
                  </a:lnTo>
                  <a:lnTo>
                    <a:pt x="94604" y="49894"/>
                  </a:lnTo>
                  <a:lnTo>
                    <a:pt x="98831" y="51041"/>
                  </a:lnTo>
                  <a:lnTo>
                    <a:pt x="94507" y="56258"/>
                  </a:lnTo>
                  <a:lnTo>
                    <a:pt x="90226" y="61425"/>
                  </a:lnTo>
                  <a:lnTo>
                    <a:pt x="89344" y="62488"/>
                  </a:lnTo>
                  <a:lnTo>
                    <a:pt x="83956" y="68800"/>
                  </a:lnTo>
                  <a:lnTo>
                    <a:pt x="83285" y="69586"/>
                  </a:lnTo>
                  <a:lnTo>
                    <a:pt x="82235" y="708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550205" y="5127290"/>
              <a:ext cx="240425" cy="205652"/>
            </a:xfrm>
            <a:custGeom>
              <a:avLst/>
              <a:pathLst>
                <a:path w="240425" h="205652">
                  <a:moveTo>
                    <a:pt x="121912" y="3088"/>
                  </a:moveTo>
                  <a:lnTo>
                    <a:pt x="129140" y="8481"/>
                  </a:lnTo>
                  <a:lnTo>
                    <a:pt x="129541" y="7769"/>
                  </a:lnTo>
                  <a:lnTo>
                    <a:pt x="130736" y="5649"/>
                  </a:lnTo>
                  <a:lnTo>
                    <a:pt x="131431" y="4432"/>
                  </a:lnTo>
                  <a:lnTo>
                    <a:pt x="131559" y="4537"/>
                  </a:lnTo>
                  <a:lnTo>
                    <a:pt x="132181" y="5047"/>
                  </a:lnTo>
                  <a:lnTo>
                    <a:pt x="132569" y="5364"/>
                  </a:lnTo>
                  <a:lnTo>
                    <a:pt x="133326" y="5984"/>
                  </a:lnTo>
                  <a:lnTo>
                    <a:pt x="134084" y="6605"/>
                  </a:lnTo>
                  <a:lnTo>
                    <a:pt x="134904" y="7277"/>
                  </a:lnTo>
                  <a:lnTo>
                    <a:pt x="135815" y="8024"/>
                  </a:lnTo>
                  <a:lnTo>
                    <a:pt x="136888" y="8902"/>
                  </a:lnTo>
                  <a:lnTo>
                    <a:pt x="137572" y="9447"/>
                  </a:lnTo>
                  <a:lnTo>
                    <a:pt x="138406" y="10070"/>
                  </a:lnTo>
                  <a:lnTo>
                    <a:pt x="138658" y="10258"/>
                  </a:lnTo>
                  <a:lnTo>
                    <a:pt x="139150" y="10626"/>
                  </a:lnTo>
                  <a:lnTo>
                    <a:pt x="139692" y="11031"/>
                  </a:lnTo>
                  <a:lnTo>
                    <a:pt x="139820" y="11126"/>
                  </a:lnTo>
                  <a:lnTo>
                    <a:pt x="140145" y="11369"/>
                  </a:lnTo>
                  <a:lnTo>
                    <a:pt x="140891" y="11927"/>
                  </a:lnTo>
                  <a:lnTo>
                    <a:pt x="141585" y="12445"/>
                  </a:lnTo>
                  <a:lnTo>
                    <a:pt x="142030" y="12777"/>
                  </a:lnTo>
                  <a:lnTo>
                    <a:pt x="143420" y="13816"/>
                  </a:lnTo>
                  <a:lnTo>
                    <a:pt x="143671" y="14004"/>
                  </a:lnTo>
                  <a:lnTo>
                    <a:pt x="146750" y="16304"/>
                  </a:lnTo>
                  <a:lnTo>
                    <a:pt x="148474" y="17592"/>
                  </a:lnTo>
                  <a:lnTo>
                    <a:pt x="148834" y="17861"/>
                  </a:lnTo>
                  <a:lnTo>
                    <a:pt x="151150" y="19592"/>
                  </a:lnTo>
                  <a:lnTo>
                    <a:pt x="153550" y="21392"/>
                  </a:lnTo>
                  <a:lnTo>
                    <a:pt x="154682" y="22384"/>
                  </a:lnTo>
                  <a:lnTo>
                    <a:pt x="155050" y="22706"/>
                  </a:lnTo>
                  <a:lnTo>
                    <a:pt x="156122" y="23645"/>
                  </a:lnTo>
                  <a:lnTo>
                    <a:pt x="156868" y="24298"/>
                  </a:lnTo>
                  <a:lnTo>
                    <a:pt x="157406" y="24769"/>
                  </a:lnTo>
                  <a:lnTo>
                    <a:pt x="158460" y="25692"/>
                  </a:lnTo>
                  <a:lnTo>
                    <a:pt x="158902" y="26062"/>
                  </a:lnTo>
                  <a:lnTo>
                    <a:pt x="160288" y="27225"/>
                  </a:lnTo>
                  <a:lnTo>
                    <a:pt x="160901" y="27738"/>
                  </a:lnTo>
                  <a:lnTo>
                    <a:pt x="163604" y="30004"/>
                  </a:lnTo>
                  <a:lnTo>
                    <a:pt x="165017" y="31190"/>
                  </a:lnTo>
                  <a:lnTo>
                    <a:pt x="165148" y="31300"/>
                  </a:lnTo>
                  <a:lnTo>
                    <a:pt x="166161" y="32069"/>
                  </a:lnTo>
                  <a:lnTo>
                    <a:pt x="167041" y="32737"/>
                  </a:lnTo>
                  <a:lnTo>
                    <a:pt x="167635" y="33187"/>
                  </a:lnTo>
                  <a:lnTo>
                    <a:pt x="169000" y="31463"/>
                  </a:lnTo>
                  <a:lnTo>
                    <a:pt x="169420" y="31769"/>
                  </a:lnTo>
                  <a:lnTo>
                    <a:pt x="173321" y="34611"/>
                  </a:lnTo>
                  <a:lnTo>
                    <a:pt x="176613" y="37010"/>
                  </a:lnTo>
                  <a:lnTo>
                    <a:pt x="176924" y="37237"/>
                  </a:lnTo>
                  <a:lnTo>
                    <a:pt x="177550" y="37693"/>
                  </a:lnTo>
                  <a:lnTo>
                    <a:pt x="182407" y="41231"/>
                  </a:lnTo>
                  <a:lnTo>
                    <a:pt x="181976" y="41944"/>
                  </a:lnTo>
                  <a:lnTo>
                    <a:pt x="183479" y="43107"/>
                  </a:lnTo>
                  <a:lnTo>
                    <a:pt x="184018" y="43523"/>
                  </a:lnTo>
                  <a:lnTo>
                    <a:pt x="183851" y="43786"/>
                  </a:lnTo>
                  <a:lnTo>
                    <a:pt x="183101" y="44963"/>
                  </a:lnTo>
                  <a:lnTo>
                    <a:pt x="189900" y="50375"/>
                  </a:lnTo>
                  <a:lnTo>
                    <a:pt x="190473" y="50831"/>
                  </a:lnTo>
                  <a:lnTo>
                    <a:pt x="194947" y="54393"/>
                  </a:lnTo>
                  <a:lnTo>
                    <a:pt x="195753" y="55035"/>
                  </a:lnTo>
                  <a:lnTo>
                    <a:pt x="197173" y="56165"/>
                  </a:lnTo>
                  <a:lnTo>
                    <a:pt x="199419" y="57797"/>
                  </a:lnTo>
                  <a:lnTo>
                    <a:pt x="200645" y="57768"/>
                  </a:lnTo>
                  <a:lnTo>
                    <a:pt x="201577" y="57745"/>
                  </a:lnTo>
                  <a:lnTo>
                    <a:pt x="201703" y="59358"/>
                  </a:lnTo>
                  <a:lnTo>
                    <a:pt x="206853" y="58742"/>
                  </a:lnTo>
                  <a:lnTo>
                    <a:pt x="206871" y="59130"/>
                  </a:lnTo>
                  <a:lnTo>
                    <a:pt x="206979" y="61521"/>
                  </a:lnTo>
                  <a:lnTo>
                    <a:pt x="209474" y="65353"/>
                  </a:lnTo>
                  <a:lnTo>
                    <a:pt x="209816" y="65612"/>
                  </a:lnTo>
                  <a:lnTo>
                    <a:pt x="211019" y="66685"/>
                  </a:lnTo>
                  <a:lnTo>
                    <a:pt x="213477" y="68065"/>
                  </a:lnTo>
                  <a:lnTo>
                    <a:pt x="216857" y="70417"/>
                  </a:lnTo>
                  <a:lnTo>
                    <a:pt x="218521" y="71575"/>
                  </a:lnTo>
                  <a:lnTo>
                    <a:pt x="218792" y="71671"/>
                  </a:lnTo>
                  <a:lnTo>
                    <a:pt x="219021" y="71751"/>
                  </a:lnTo>
                  <a:lnTo>
                    <a:pt x="219251" y="71757"/>
                  </a:lnTo>
                  <a:lnTo>
                    <a:pt x="220039" y="71778"/>
                  </a:lnTo>
                  <a:lnTo>
                    <a:pt x="221568" y="71820"/>
                  </a:lnTo>
                  <a:lnTo>
                    <a:pt x="222084" y="71834"/>
                  </a:lnTo>
                  <a:lnTo>
                    <a:pt x="222234" y="71838"/>
                  </a:lnTo>
                  <a:lnTo>
                    <a:pt x="222704" y="71824"/>
                  </a:lnTo>
                  <a:lnTo>
                    <a:pt x="225537" y="71738"/>
                  </a:lnTo>
                  <a:lnTo>
                    <a:pt x="226408" y="71688"/>
                  </a:lnTo>
                  <a:lnTo>
                    <a:pt x="226689" y="71448"/>
                  </a:lnTo>
                  <a:lnTo>
                    <a:pt x="226920" y="71250"/>
                  </a:lnTo>
                  <a:lnTo>
                    <a:pt x="227077" y="71077"/>
                  </a:lnTo>
                  <a:lnTo>
                    <a:pt x="229761" y="68129"/>
                  </a:lnTo>
                  <a:lnTo>
                    <a:pt x="233197" y="71740"/>
                  </a:lnTo>
                  <a:lnTo>
                    <a:pt x="234017" y="72363"/>
                  </a:lnTo>
                  <a:lnTo>
                    <a:pt x="234819" y="74290"/>
                  </a:lnTo>
                  <a:lnTo>
                    <a:pt x="236111" y="77451"/>
                  </a:lnTo>
                  <a:lnTo>
                    <a:pt x="236454" y="78287"/>
                  </a:lnTo>
                  <a:lnTo>
                    <a:pt x="240425" y="81858"/>
                  </a:lnTo>
                  <a:lnTo>
                    <a:pt x="235356" y="85889"/>
                  </a:lnTo>
                  <a:lnTo>
                    <a:pt x="233858" y="87081"/>
                  </a:lnTo>
                  <a:lnTo>
                    <a:pt x="232600" y="86444"/>
                  </a:lnTo>
                  <a:lnTo>
                    <a:pt x="232207" y="86245"/>
                  </a:lnTo>
                  <a:lnTo>
                    <a:pt x="230016" y="85134"/>
                  </a:lnTo>
                  <a:lnTo>
                    <a:pt x="229104" y="84672"/>
                  </a:lnTo>
                  <a:lnTo>
                    <a:pt x="228179" y="84204"/>
                  </a:lnTo>
                  <a:lnTo>
                    <a:pt x="227824" y="84055"/>
                  </a:lnTo>
                  <a:lnTo>
                    <a:pt x="221093" y="81234"/>
                  </a:lnTo>
                  <a:lnTo>
                    <a:pt x="216568" y="79337"/>
                  </a:lnTo>
                  <a:lnTo>
                    <a:pt x="215447" y="78867"/>
                  </a:lnTo>
                  <a:lnTo>
                    <a:pt x="213162" y="77909"/>
                  </a:lnTo>
                  <a:lnTo>
                    <a:pt x="212701" y="77965"/>
                  </a:lnTo>
                  <a:lnTo>
                    <a:pt x="211682" y="78090"/>
                  </a:lnTo>
                  <a:lnTo>
                    <a:pt x="209809" y="79456"/>
                  </a:lnTo>
                  <a:lnTo>
                    <a:pt x="206567" y="87214"/>
                  </a:lnTo>
                  <a:lnTo>
                    <a:pt x="205657" y="89391"/>
                  </a:lnTo>
                  <a:lnTo>
                    <a:pt x="204327" y="91146"/>
                  </a:lnTo>
                  <a:lnTo>
                    <a:pt x="203356" y="91676"/>
                  </a:lnTo>
                  <a:lnTo>
                    <a:pt x="202259" y="92275"/>
                  </a:lnTo>
                  <a:lnTo>
                    <a:pt x="201748" y="92368"/>
                  </a:lnTo>
                  <a:lnTo>
                    <a:pt x="200553" y="92560"/>
                  </a:lnTo>
                  <a:lnTo>
                    <a:pt x="198873" y="91227"/>
                  </a:lnTo>
                  <a:lnTo>
                    <a:pt x="192277" y="85990"/>
                  </a:lnTo>
                  <a:lnTo>
                    <a:pt x="191011" y="84984"/>
                  </a:lnTo>
                  <a:lnTo>
                    <a:pt x="185868" y="90690"/>
                  </a:lnTo>
                  <a:lnTo>
                    <a:pt x="182151" y="94982"/>
                  </a:lnTo>
                  <a:lnTo>
                    <a:pt x="172133" y="107453"/>
                  </a:lnTo>
                  <a:lnTo>
                    <a:pt x="161667" y="119513"/>
                  </a:lnTo>
                  <a:lnTo>
                    <a:pt x="152542" y="130208"/>
                  </a:lnTo>
                  <a:lnTo>
                    <a:pt x="152326" y="130461"/>
                  </a:lnTo>
                  <a:lnTo>
                    <a:pt x="152183" y="130628"/>
                  </a:lnTo>
                  <a:lnTo>
                    <a:pt x="146988" y="136698"/>
                  </a:lnTo>
                  <a:lnTo>
                    <a:pt x="134114" y="151739"/>
                  </a:lnTo>
                  <a:lnTo>
                    <a:pt x="133651" y="152284"/>
                  </a:lnTo>
                  <a:lnTo>
                    <a:pt x="131037" y="155443"/>
                  </a:lnTo>
                  <a:lnTo>
                    <a:pt x="127026" y="160290"/>
                  </a:lnTo>
                  <a:lnTo>
                    <a:pt x="125681" y="161977"/>
                  </a:lnTo>
                  <a:lnTo>
                    <a:pt x="124019" y="164145"/>
                  </a:lnTo>
                  <a:lnTo>
                    <a:pt x="123622" y="164662"/>
                  </a:lnTo>
                  <a:lnTo>
                    <a:pt x="123345" y="165180"/>
                  </a:lnTo>
                  <a:lnTo>
                    <a:pt x="121636" y="168372"/>
                  </a:lnTo>
                  <a:lnTo>
                    <a:pt x="121573" y="168538"/>
                  </a:lnTo>
                  <a:lnTo>
                    <a:pt x="121309" y="169230"/>
                  </a:lnTo>
                  <a:lnTo>
                    <a:pt x="119964" y="172864"/>
                  </a:lnTo>
                  <a:lnTo>
                    <a:pt x="119609" y="173825"/>
                  </a:lnTo>
                  <a:lnTo>
                    <a:pt x="118614" y="176000"/>
                  </a:lnTo>
                  <a:lnTo>
                    <a:pt x="118043" y="177039"/>
                  </a:lnTo>
                  <a:lnTo>
                    <a:pt x="116353" y="180105"/>
                  </a:lnTo>
                  <a:lnTo>
                    <a:pt x="116117" y="180383"/>
                  </a:lnTo>
                  <a:lnTo>
                    <a:pt x="115688" y="180887"/>
                  </a:lnTo>
                  <a:lnTo>
                    <a:pt x="113187" y="183822"/>
                  </a:lnTo>
                  <a:lnTo>
                    <a:pt x="110234" y="186566"/>
                  </a:lnTo>
                  <a:lnTo>
                    <a:pt x="110094" y="186696"/>
                  </a:lnTo>
                  <a:lnTo>
                    <a:pt x="107810" y="188221"/>
                  </a:lnTo>
                  <a:lnTo>
                    <a:pt x="107297" y="188563"/>
                  </a:lnTo>
                  <a:lnTo>
                    <a:pt x="103315" y="190370"/>
                  </a:lnTo>
                  <a:lnTo>
                    <a:pt x="98305" y="191587"/>
                  </a:lnTo>
                  <a:lnTo>
                    <a:pt x="96440" y="192041"/>
                  </a:lnTo>
                  <a:lnTo>
                    <a:pt x="95433" y="192238"/>
                  </a:lnTo>
                  <a:lnTo>
                    <a:pt x="84757" y="194326"/>
                  </a:lnTo>
                  <a:lnTo>
                    <a:pt x="84009" y="194473"/>
                  </a:lnTo>
                  <a:lnTo>
                    <a:pt x="78773" y="195516"/>
                  </a:lnTo>
                  <a:lnTo>
                    <a:pt x="71940" y="196835"/>
                  </a:lnTo>
                  <a:lnTo>
                    <a:pt x="71005" y="197016"/>
                  </a:lnTo>
                  <a:lnTo>
                    <a:pt x="52459" y="200560"/>
                  </a:lnTo>
                  <a:lnTo>
                    <a:pt x="51846" y="200677"/>
                  </a:lnTo>
                  <a:lnTo>
                    <a:pt x="45277" y="201932"/>
                  </a:lnTo>
                  <a:lnTo>
                    <a:pt x="44391" y="202101"/>
                  </a:lnTo>
                  <a:lnTo>
                    <a:pt x="43359" y="202298"/>
                  </a:lnTo>
                  <a:lnTo>
                    <a:pt x="41297" y="202692"/>
                  </a:lnTo>
                  <a:lnTo>
                    <a:pt x="38709" y="203187"/>
                  </a:lnTo>
                  <a:lnTo>
                    <a:pt x="37184" y="203478"/>
                  </a:lnTo>
                  <a:lnTo>
                    <a:pt x="30531" y="204749"/>
                  </a:lnTo>
                  <a:lnTo>
                    <a:pt x="26820" y="205652"/>
                  </a:lnTo>
                  <a:lnTo>
                    <a:pt x="20784" y="195302"/>
                  </a:lnTo>
                  <a:lnTo>
                    <a:pt x="20936" y="194499"/>
                  </a:lnTo>
                  <a:lnTo>
                    <a:pt x="21706" y="190419"/>
                  </a:lnTo>
                  <a:lnTo>
                    <a:pt x="22158" y="186471"/>
                  </a:lnTo>
                  <a:lnTo>
                    <a:pt x="22378" y="184542"/>
                  </a:lnTo>
                  <a:lnTo>
                    <a:pt x="22868" y="180259"/>
                  </a:lnTo>
                  <a:lnTo>
                    <a:pt x="23014" y="178975"/>
                  </a:lnTo>
                  <a:lnTo>
                    <a:pt x="23427" y="175369"/>
                  </a:lnTo>
                  <a:lnTo>
                    <a:pt x="23670" y="171769"/>
                  </a:lnTo>
                  <a:lnTo>
                    <a:pt x="23783" y="169770"/>
                  </a:lnTo>
                  <a:lnTo>
                    <a:pt x="23526" y="167826"/>
                  </a:lnTo>
                  <a:lnTo>
                    <a:pt x="23163" y="166929"/>
                  </a:lnTo>
                  <a:lnTo>
                    <a:pt x="22505" y="166070"/>
                  </a:lnTo>
                  <a:lnTo>
                    <a:pt x="20777" y="163814"/>
                  </a:lnTo>
                  <a:lnTo>
                    <a:pt x="19923" y="162790"/>
                  </a:lnTo>
                  <a:lnTo>
                    <a:pt x="19320" y="162069"/>
                  </a:lnTo>
                  <a:lnTo>
                    <a:pt x="18597" y="161202"/>
                  </a:lnTo>
                  <a:lnTo>
                    <a:pt x="16417" y="158590"/>
                  </a:lnTo>
                  <a:lnTo>
                    <a:pt x="13855" y="155816"/>
                  </a:lnTo>
                  <a:lnTo>
                    <a:pt x="13059" y="154954"/>
                  </a:lnTo>
                  <a:lnTo>
                    <a:pt x="9702" y="151318"/>
                  </a:lnTo>
                  <a:lnTo>
                    <a:pt x="5593" y="146526"/>
                  </a:lnTo>
                  <a:lnTo>
                    <a:pt x="2039" y="142381"/>
                  </a:lnTo>
                  <a:lnTo>
                    <a:pt x="334" y="140393"/>
                  </a:lnTo>
                  <a:lnTo>
                    <a:pt x="0" y="140004"/>
                  </a:lnTo>
                  <a:lnTo>
                    <a:pt x="1164" y="139060"/>
                  </a:lnTo>
                  <a:lnTo>
                    <a:pt x="2328" y="138116"/>
                  </a:lnTo>
                  <a:lnTo>
                    <a:pt x="6254" y="134933"/>
                  </a:lnTo>
                  <a:lnTo>
                    <a:pt x="6821" y="134466"/>
                  </a:lnTo>
                  <a:lnTo>
                    <a:pt x="13727" y="128124"/>
                  </a:lnTo>
                  <a:lnTo>
                    <a:pt x="14013" y="127864"/>
                  </a:lnTo>
                  <a:lnTo>
                    <a:pt x="17862" y="124715"/>
                  </a:lnTo>
                  <a:lnTo>
                    <a:pt x="18212" y="124428"/>
                  </a:lnTo>
                  <a:lnTo>
                    <a:pt x="18593" y="124089"/>
                  </a:lnTo>
                  <a:lnTo>
                    <a:pt x="29137" y="114714"/>
                  </a:lnTo>
                  <a:lnTo>
                    <a:pt x="29604" y="114298"/>
                  </a:lnTo>
                  <a:lnTo>
                    <a:pt x="32629" y="111497"/>
                  </a:lnTo>
                  <a:lnTo>
                    <a:pt x="33468" y="110719"/>
                  </a:lnTo>
                  <a:lnTo>
                    <a:pt x="37696" y="115315"/>
                  </a:lnTo>
                  <a:lnTo>
                    <a:pt x="45597" y="123865"/>
                  </a:lnTo>
                  <a:lnTo>
                    <a:pt x="50451" y="117998"/>
                  </a:lnTo>
                  <a:lnTo>
                    <a:pt x="60866" y="105409"/>
                  </a:lnTo>
                  <a:lnTo>
                    <a:pt x="62536" y="103390"/>
                  </a:lnTo>
                  <a:lnTo>
                    <a:pt x="63586" y="102160"/>
                  </a:lnTo>
                  <a:lnTo>
                    <a:pt x="64258" y="101374"/>
                  </a:lnTo>
                  <a:lnTo>
                    <a:pt x="69646" y="95062"/>
                  </a:lnTo>
                  <a:lnTo>
                    <a:pt x="70527" y="93999"/>
                  </a:lnTo>
                  <a:lnTo>
                    <a:pt x="74809" y="88832"/>
                  </a:lnTo>
                  <a:lnTo>
                    <a:pt x="79138" y="83607"/>
                  </a:lnTo>
                  <a:lnTo>
                    <a:pt x="84552" y="85085"/>
                  </a:lnTo>
                  <a:lnTo>
                    <a:pt x="84804" y="84312"/>
                  </a:lnTo>
                  <a:lnTo>
                    <a:pt x="84914" y="83976"/>
                  </a:lnTo>
                  <a:lnTo>
                    <a:pt x="86744" y="78363"/>
                  </a:lnTo>
                  <a:lnTo>
                    <a:pt x="87301" y="76654"/>
                  </a:lnTo>
                  <a:lnTo>
                    <a:pt x="87977" y="74398"/>
                  </a:lnTo>
                  <a:lnTo>
                    <a:pt x="87697" y="73517"/>
                  </a:lnTo>
                  <a:lnTo>
                    <a:pt x="87932" y="72690"/>
                  </a:lnTo>
                  <a:lnTo>
                    <a:pt x="88045" y="72296"/>
                  </a:lnTo>
                  <a:lnTo>
                    <a:pt x="88560" y="70547"/>
                  </a:lnTo>
                  <a:lnTo>
                    <a:pt x="89027" y="68928"/>
                  </a:lnTo>
                  <a:lnTo>
                    <a:pt x="89515" y="67266"/>
                  </a:lnTo>
                  <a:lnTo>
                    <a:pt x="90085" y="65367"/>
                  </a:lnTo>
                  <a:lnTo>
                    <a:pt x="90970" y="62446"/>
                  </a:lnTo>
                  <a:lnTo>
                    <a:pt x="91914" y="59332"/>
                  </a:lnTo>
                  <a:lnTo>
                    <a:pt x="91960" y="59177"/>
                  </a:lnTo>
                  <a:lnTo>
                    <a:pt x="92355" y="57831"/>
                  </a:lnTo>
                  <a:lnTo>
                    <a:pt x="92749" y="56484"/>
                  </a:lnTo>
                  <a:lnTo>
                    <a:pt x="92901" y="55985"/>
                  </a:lnTo>
                  <a:lnTo>
                    <a:pt x="92976" y="55736"/>
                  </a:lnTo>
                  <a:lnTo>
                    <a:pt x="93225" y="54916"/>
                  </a:lnTo>
                  <a:lnTo>
                    <a:pt x="93274" y="54754"/>
                  </a:lnTo>
                  <a:lnTo>
                    <a:pt x="94259" y="51682"/>
                  </a:lnTo>
                  <a:lnTo>
                    <a:pt x="99323" y="35898"/>
                  </a:lnTo>
                  <a:lnTo>
                    <a:pt x="99820" y="34349"/>
                  </a:lnTo>
                  <a:lnTo>
                    <a:pt x="99871" y="34198"/>
                  </a:lnTo>
                  <a:lnTo>
                    <a:pt x="100156" y="33358"/>
                  </a:lnTo>
                  <a:lnTo>
                    <a:pt x="106054" y="15971"/>
                  </a:lnTo>
                  <a:lnTo>
                    <a:pt x="106188" y="15574"/>
                  </a:lnTo>
                  <a:lnTo>
                    <a:pt x="106835" y="13651"/>
                  </a:lnTo>
                  <a:lnTo>
                    <a:pt x="112735" y="15550"/>
                  </a:lnTo>
                  <a:lnTo>
                    <a:pt x="113213" y="14074"/>
                  </a:lnTo>
                  <a:lnTo>
                    <a:pt x="113443" y="13364"/>
                  </a:lnTo>
                  <a:lnTo>
                    <a:pt x="116241" y="4730"/>
                  </a:lnTo>
                  <a:lnTo>
                    <a:pt x="116415" y="4191"/>
                  </a:lnTo>
                  <a:lnTo>
                    <a:pt x="117773" y="0"/>
                  </a:lnTo>
                  <a:lnTo>
                    <a:pt x="120914" y="2343"/>
                  </a:lnTo>
                  <a:lnTo>
                    <a:pt x="121378" y="268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2704545" y="5112599"/>
              <a:ext cx="169700" cy="268992"/>
            </a:xfrm>
            <a:custGeom>
              <a:avLst/>
              <a:pathLst>
                <a:path w="169700" h="268992">
                  <a:moveTo>
                    <a:pt x="112483" y="1399"/>
                  </a:moveTo>
                  <a:lnTo>
                    <a:pt x="115246" y="2413"/>
                  </a:lnTo>
                  <a:lnTo>
                    <a:pt x="120016" y="1944"/>
                  </a:lnTo>
                  <a:lnTo>
                    <a:pt x="122232" y="3145"/>
                  </a:lnTo>
                  <a:lnTo>
                    <a:pt x="121672" y="7684"/>
                  </a:lnTo>
                  <a:lnTo>
                    <a:pt x="123915" y="9447"/>
                  </a:lnTo>
                  <a:lnTo>
                    <a:pt x="124667" y="12157"/>
                  </a:lnTo>
                  <a:lnTo>
                    <a:pt x="127688" y="12850"/>
                  </a:lnTo>
                  <a:lnTo>
                    <a:pt x="127634" y="13019"/>
                  </a:lnTo>
                  <a:lnTo>
                    <a:pt x="127421" y="13688"/>
                  </a:lnTo>
                  <a:lnTo>
                    <a:pt x="127355" y="13894"/>
                  </a:lnTo>
                  <a:lnTo>
                    <a:pt x="126799" y="14660"/>
                  </a:lnTo>
                  <a:lnTo>
                    <a:pt x="126423" y="15088"/>
                  </a:lnTo>
                  <a:lnTo>
                    <a:pt x="126328" y="15258"/>
                  </a:lnTo>
                  <a:lnTo>
                    <a:pt x="126184" y="15515"/>
                  </a:lnTo>
                  <a:lnTo>
                    <a:pt x="126047" y="16113"/>
                  </a:lnTo>
                  <a:lnTo>
                    <a:pt x="125911" y="16848"/>
                  </a:lnTo>
                  <a:lnTo>
                    <a:pt x="125894" y="17309"/>
                  </a:lnTo>
                  <a:lnTo>
                    <a:pt x="126013" y="17907"/>
                  </a:lnTo>
                  <a:lnTo>
                    <a:pt x="126151" y="18259"/>
                  </a:lnTo>
                  <a:lnTo>
                    <a:pt x="126184" y="18471"/>
                  </a:lnTo>
                  <a:lnTo>
                    <a:pt x="126064" y="18915"/>
                  </a:lnTo>
                  <a:lnTo>
                    <a:pt x="125714" y="19417"/>
                  </a:lnTo>
                  <a:lnTo>
                    <a:pt x="125569" y="19582"/>
                  </a:lnTo>
                  <a:lnTo>
                    <a:pt x="125278" y="19821"/>
                  </a:lnTo>
                  <a:lnTo>
                    <a:pt x="124902" y="19975"/>
                  </a:lnTo>
                  <a:lnTo>
                    <a:pt x="124441" y="20197"/>
                  </a:lnTo>
                  <a:lnTo>
                    <a:pt x="123772" y="20353"/>
                  </a:lnTo>
                  <a:lnTo>
                    <a:pt x="122920" y="20413"/>
                  </a:lnTo>
                  <a:lnTo>
                    <a:pt x="123031" y="22369"/>
                  </a:lnTo>
                  <a:lnTo>
                    <a:pt x="123108" y="23410"/>
                  </a:lnTo>
                  <a:lnTo>
                    <a:pt x="125688" y="27546"/>
                  </a:lnTo>
                  <a:lnTo>
                    <a:pt x="127913" y="29244"/>
                  </a:lnTo>
                  <a:lnTo>
                    <a:pt x="133208" y="34125"/>
                  </a:lnTo>
                  <a:lnTo>
                    <a:pt x="134266" y="33938"/>
                  </a:lnTo>
                  <a:lnTo>
                    <a:pt x="134478" y="33900"/>
                  </a:lnTo>
                  <a:lnTo>
                    <a:pt x="136749" y="33498"/>
                  </a:lnTo>
                  <a:lnTo>
                    <a:pt x="138637" y="38260"/>
                  </a:lnTo>
                  <a:lnTo>
                    <a:pt x="138813" y="38705"/>
                  </a:lnTo>
                  <a:lnTo>
                    <a:pt x="139985" y="40447"/>
                  </a:lnTo>
                  <a:lnTo>
                    <a:pt x="137933" y="42385"/>
                  </a:lnTo>
                  <a:lnTo>
                    <a:pt x="139727" y="45333"/>
                  </a:lnTo>
                  <a:lnTo>
                    <a:pt x="142366" y="43930"/>
                  </a:lnTo>
                  <a:lnTo>
                    <a:pt x="143290" y="45216"/>
                  </a:lnTo>
                  <a:lnTo>
                    <a:pt x="143717" y="46207"/>
                  </a:lnTo>
                  <a:lnTo>
                    <a:pt x="144678" y="48639"/>
                  </a:lnTo>
                  <a:lnTo>
                    <a:pt x="147033" y="54598"/>
                  </a:lnTo>
                  <a:lnTo>
                    <a:pt x="147244" y="54970"/>
                  </a:lnTo>
                  <a:lnTo>
                    <a:pt x="147926" y="59641"/>
                  </a:lnTo>
                  <a:lnTo>
                    <a:pt x="148435" y="63127"/>
                  </a:lnTo>
                  <a:lnTo>
                    <a:pt x="148578" y="64183"/>
                  </a:lnTo>
                  <a:lnTo>
                    <a:pt x="149011" y="66441"/>
                  </a:lnTo>
                  <a:lnTo>
                    <a:pt x="149217" y="68153"/>
                  </a:lnTo>
                  <a:lnTo>
                    <a:pt x="149205" y="68760"/>
                  </a:lnTo>
                  <a:lnTo>
                    <a:pt x="148976" y="72869"/>
                  </a:lnTo>
                  <a:lnTo>
                    <a:pt x="148523" y="77250"/>
                  </a:lnTo>
                  <a:lnTo>
                    <a:pt x="152347" y="78404"/>
                  </a:lnTo>
                  <a:lnTo>
                    <a:pt x="152871" y="78010"/>
                  </a:lnTo>
                  <a:lnTo>
                    <a:pt x="153265" y="77870"/>
                  </a:lnTo>
                  <a:lnTo>
                    <a:pt x="153731" y="77812"/>
                  </a:lnTo>
                  <a:lnTo>
                    <a:pt x="156010" y="77532"/>
                  </a:lnTo>
                  <a:lnTo>
                    <a:pt x="156982" y="77384"/>
                  </a:lnTo>
                  <a:lnTo>
                    <a:pt x="161281" y="76102"/>
                  </a:lnTo>
                  <a:lnTo>
                    <a:pt x="163631" y="74847"/>
                  </a:lnTo>
                  <a:lnTo>
                    <a:pt x="165227" y="74644"/>
                  </a:lnTo>
                  <a:lnTo>
                    <a:pt x="166146" y="74495"/>
                  </a:lnTo>
                  <a:lnTo>
                    <a:pt x="167214" y="74238"/>
                  </a:lnTo>
                  <a:lnTo>
                    <a:pt x="168004" y="73982"/>
                  </a:lnTo>
                  <a:lnTo>
                    <a:pt x="168884" y="73771"/>
                  </a:lnTo>
                  <a:lnTo>
                    <a:pt x="169548" y="73487"/>
                  </a:lnTo>
                  <a:lnTo>
                    <a:pt x="169589" y="74160"/>
                  </a:lnTo>
                  <a:lnTo>
                    <a:pt x="169684" y="75705"/>
                  </a:lnTo>
                  <a:lnTo>
                    <a:pt x="169700" y="75957"/>
                  </a:lnTo>
                  <a:lnTo>
                    <a:pt x="169682" y="76666"/>
                  </a:lnTo>
                  <a:lnTo>
                    <a:pt x="169622" y="78971"/>
                  </a:lnTo>
                  <a:lnTo>
                    <a:pt x="169608" y="79508"/>
                  </a:lnTo>
                  <a:lnTo>
                    <a:pt x="169581" y="80520"/>
                  </a:lnTo>
                  <a:lnTo>
                    <a:pt x="169505" y="83443"/>
                  </a:lnTo>
                  <a:lnTo>
                    <a:pt x="169482" y="84350"/>
                  </a:lnTo>
                  <a:lnTo>
                    <a:pt x="169475" y="84596"/>
                  </a:lnTo>
                  <a:lnTo>
                    <a:pt x="169403" y="87363"/>
                  </a:lnTo>
                  <a:lnTo>
                    <a:pt x="169382" y="88184"/>
                  </a:lnTo>
                  <a:lnTo>
                    <a:pt x="169334" y="90047"/>
                  </a:lnTo>
                  <a:lnTo>
                    <a:pt x="169248" y="91123"/>
                  </a:lnTo>
                  <a:lnTo>
                    <a:pt x="169168" y="92123"/>
                  </a:lnTo>
                  <a:lnTo>
                    <a:pt x="169015" y="94051"/>
                  </a:lnTo>
                  <a:lnTo>
                    <a:pt x="168990" y="94361"/>
                  </a:lnTo>
                  <a:lnTo>
                    <a:pt x="168945" y="94921"/>
                  </a:lnTo>
                  <a:lnTo>
                    <a:pt x="168829" y="95900"/>
                  </a:lnTo>
                  <a:lnTo>
                    <a:pt x="168800" y="96135"/>
                  </a:lnTo>
                  <a:lnTo>
                    <a:pt x="168636" y="97510"/>
                  </a:lnTo>
                  <a:lnTo>
                    <a:pt x="168584" y="97951"/>
                  </a:lnTo>
                  <a:lnTo>
                    <a:pt x="168549" y="98243"/>
                  </a:lnTo>
                  <a:lnTo>
                    <a:pt x="168533" y="98378"/>
                  </a:lnTo>
                  <a:lnTo>
                    <a:pt x="168057" y="100371"/>
                  </a:lnTo>
                  <a:lnTo>
                    <a:pt x="167491" y="101204"/>
                  </a:lnTo>
                  <a:lnTo>
                    <a:pt x="166672" y="102411"/>
                  </a:lnTo>
                  <a:lnTo>
                    <a:pt x="164998" y="104876"/>
                  </a:lnTo>
                  <a:lnTo>
                    <a:pt x="164090" y="106213"/>
                  </a:lnTo>
                  <a:lnTo>
                    <a:pt x="162982" y="107845"/>
                  </a:lnTo>
                  <a:lnTo>
                    <a:pt x="162800" y="108113"/>
                  </a:lnTo>
                  <a:lnTo>
                    <a:pt x="162489" y="108572"/>
                  </a:lnTo>
                  <a:lnTo>
                    <a:pt x="162297" y="108854"/>
                  </a:lnTo>
                  <a:lnTo>
                    <a:pt x="161160" y="110528"/>
                  </a:lnTo>
                  <a:lnTo>
                    <a:pt x="160970" y="110825"/>
                  </a:lnTo>
                  <a:lnTo>
                    <a:pt x="160680" y="111277"/>
                  </a:lnTo>
                  <a:lnTo>
                    <a:pt x="159241" y="113520"/>
                  </a:lnTo>
                  <a:lnTo>
                    <a:pt x="159017" y="113869"/>
                  </a:lnTo>
                  <a:lnTo>
                    <a:pt x="158827" y="114165"/>
                  </a:lnTo>
                  <a:lnTo>
                    <a:pt x="157356" y="116457"/>
                  </a:lnTo>
                  <a:lnTo>
                    <a:pt x="156568" y="117686"/>
                  </a:lnTo>
                  <a:lnTo>
                    <a:pt x="156435" y="117892"/>
                  </a:lnTo>
                  <a:lnTo>
                    <a:pt x="155904" y="118831"/>
                  </a:lnTo>
                  <a:lnTo>
                    <a:pt x="155656" y="119268"/>
                  </a:lnTo>
                  <a:lnTo>
                    <a:pt x="155264" y="120219"/>
                  </a:lnTo>
                  <a:lnTo>
                    <a:pt x="154656" y="121625"/>
                  </a:lnTo>
                  <a:lnTo>
                    <a:pt x="154247" y="122571"/>
                  </a:lnTo>
                  <a:lnTo>
                    <a:pt x="154017" y="123103"/>
                  </a:lnTo>
                  <a:lnTo>
                    <a:pt x="153540" y="124207"/>
                  </a:lnTo>
                  <a:lnTo>
                    <a:pt x="153348" y="124803"/>
                  </a:lnTo>
                  <a:lnTo>
                    <a:pt x="152820" y="126441"/>
                  </a:lnTo>
                  <a:lnTo>
                    <a:pt x="151851" y="129451"/>
                  </a:lnTo>
                  <a:lnTo>
                    <a:pt x="151749" y="129785"/>
                  </a:lnTo>
                  <a:lnTo>
                    <a:pt x="151427" y="130837"/>
                  </a:lnTo>
                  <a:lnTo>
                    <a:pt x="151171" y="131674"/>
                  </a:lnTo>
                  <a:lnTo>
                    <a:pt x="150596" y="133553"/>
                  </a:lnTo>
                  <a:lnTo>
                    <a:pt x="149276" y="137868"/>
                  </a:lnTo>
                  <a:lnTo>
                    <a:pt x="149056" y="138586"/>
                  </a:lnTo>
                  <a:lnTo>
                    <a:pt x="148958" y="138907"/>
                  </a:lnTo>
                  <a:lnTo>
                    <a:pt x="148669" y="139854"/>
                  </a:lnTo>
                  <a:lnTo>
                    <a:pt x="147824" y="142620"/>
                  </a:lnTo>
                  <a:lnTo>
                    <a:pt x="147748" y="142926"/>
                  </a:lnTo>
                  <a:lnTo>
                    <a:pt x="147483" y="143994"/>
                  </a:lnTo>
                  <a:lnTo>
                    <a:pt x="147265" y="144736"/>
                  </a:lnTo>
                  <a:lnTo>
                    <a:pt x="146555" y="147152"/>
                  </a:lnTo>
                  <a:lnTo>
                    <a:pt x="146335" y="147902"/>
                  </a:lnTo>
                  <a:lnTo>
                    <a:pt x="145353" y="151247"/>
                  </a:lnTo>
                  <a:lnTo>
                    <a:pt x="145165" y="152067"/>
                  </a:lnTo>
                  <a:lnTo>
                    <a:pt x="144943" y="153032"/>
                  </a:lnTo>
                  <a:lnTo>
                    <a:pt x="144902" y="153260"/>
                  </a:lnTo>
                  <a:lnTo>
                    <a:pt x="144578" y="155088"/>
                  </a:lnTo>
                  <a:lnTo>
                    <a:pt x="144418" y="157112"/>
                  </a:lnTo>
                  <a:lnTo>
                    <a:pt x="144428" y="158573"/>
                  </a:lnTo>
                  <a:lnTo>
                    <a:pt x="144431" y="159001"/>
                  </a:lnTo>
                  <a:lnTo>
                    <a:pt x="144555" y="159955"/>
                  </a:lnTo>
                  <a:lnTo>
                    <a:pt x="144623" y="160478"/>
                  </a:lnTo>
                  <a:lnTo>
                    <a:pt x="145214" y="163257"/>
                  </a:lnTo>
                  <a:lnTo>
                    <a:pt x="145379" y="164032"/>
                  </a:lnTo>
                  <a:lnTo>
                    <a:pt x="145501" y="164553"/>
                  </a:lnTo>
                  <a:lnTo>
                    <a:pt x="145566" y="164827"/>
                  </a:lnTo>
                  <a:lnTo>
                    <a:pt x="146307" y="167983"/>
                  </a:lnTo>
                  <a:lnTo>
                    <a:pt x="146475" y="168695"/>
                  </a:lnTo>
                  <a:lnTo>
                    <a:pt x="146526" y="168863"/>
                  </a:lnTo>
                  <a:lnTo>
                    <a:pt x="146888" y="170044"/>
                  </a:lnTo>
                  <a:lnTo>
                    <a:pt x="146978" y="170338"/>
                  </a:lnTo>
                  <a:lnTo>
                    <a:pt x="147752" y="172765"/>
                  </a:lnTo>
                  <a:lnTo>
                    <a:pt x="148634" y="175529"/>
                  </a:lnTo>
                  <a:lnTo>
                    <a:pt x="149439" y="178055"/>
                  </a:lnTo>
                  <a:lnTo>
                    <a:pt x="149931" y="179599"/>
                  </a:lnTo>
                  <a:lnTo>
                    <a:pt x="149995" y="179785"/>
                  </a:lnTo>
                  <a:lnTo>
                    <a:pt x="151107" y="183026"/>
                  </a:lnTo>
                  <a:lnTo>
                    <a:pt x="151205" y="183313"/>
                  </a:lnTo>
                  <a:lnTo>
                    <a:pt x="151811" y="185078"/>
                  </a:lnTo>
                  <a:lnTo>
                    <a:pt x="151898" y="185333"/>
                  </a:lnTo>
                  <a:lnTo>
                    <a:pt x="152250" y="186846"/>
                  </a:lnTo>
                  <a:lnTo>
                    <a:pt x="153672" y="192804"/>
                  </a:lnTo>
                  <a:lnTo>
                    <a:pt x="154402" y="196232"/>
                  </a:lnTo>
                  <a:lnTo>
                    <a:pt x="155537" y="201562"/>
                  </a:lnTo>
                  <a:lnTo>
                    <a:pt x="155661" y="202617"/>
                  </a:lnTo>
                  <a:lnTo>
                    <a:pt x="155782" y="203658"/>
                  </a:lnTo>
                  <a:lnTo>
                    <a:pt x="156154" y="206846"/>
                  </a:lnTo>
                  <a:lnTo>
                    <a:pt x="156201" y="207251"/>
                  </a:lnTo>
                  <a:lnTo>
                    <a:pt x="156269" y="207835"/>
                  </a:lnTo>
                  <a:lnTo>
                    <a:pt x="156367" y="208673"/>
                  </a:lnTo>
                  <a:lnTo>
                    <a:pt x="156847" y="211969"/>
                  </a:lnTo>
                  <a:lnTo>
                    <a:pt x="157513" y="216545"/>
                  </a:lnTo>
                  <a:lnTo>
                    <a:pt x="158312" y="222034"/>
                  </a:lnTo>
                  <a:lnTo>
                    <a:pt x="157693" y="222172"/>
                  </a:lnTo>
                  <a:lnTo>
                    <a:pt x="149138" y="224073"/>
                  </a:lnTo>
                  <a:lnTo>
                    <a:pt x="147119" y="224572"/>
                  </a:lnTo>
                  <a:lnTo>
                    <a:pt x="136963" y="227080"/>
                  </a:lnTo>
                  <a:lnTo>
                    <a:pt x="137032" y="227618"/>
                  </a:lnTo>
                  <a:lnTo>
                    <a:pt x="137162" y="228621"/>
                  </a:lnTo>
                  <a:lnTo>
                    <a:pt x="137279" y="229529"/>
                  </a:lnTo>
                  <a:lnTo>
                    <a:pt x="137621" y="232170"/>
                  </a:lnTo>
                  <a:lnTo>
                    <a:pt x="137649" y="232391"/>
                  </a:lnTo>
                  <a:lnTo>
                    <a:pt x="139610" y="247804"/>
                  </a:lnTo>
                  <a:lnTo>
                    <a:pt x="140265" y="252554"/>
                  </a:lnTo>
                  <a:lnTo>
                    <a:pt x="140302" y="252827"/>
                  </a:lnTo>
                  <a:lnTo>
                    <a:pt x="140478" y="254101"/>
                  </a:lnTo>
                  <a:lnTo>
                    <a:pt x="141057" y="256288"/>
                  </a:lnTo>
                  <a:lnTo>
                    <a:pt x="132690" y="258555"/>
                  </a:lnTo>
                  <a:lnTo>
                    <a:pt x="132356" y="258646"/>
                  </a:lnTo>
                  <a:lnTo>
                    <a:pt x="126965" y="260107"/>
                  </a:lnTo>
                  <a:lnTo>
                    <a:pt x="122979" y="261188"/>
                  </a:lnTo>
                  <a:lnTo>
                    <a:pt x="121621" y="261534"/>
                  </a:lnTo>
                  <a:lnTo>
                    <a:pt x="120600" y="261794"/>
                  </a:lnTo>
                  <a:lnTo>
                    <a:pt x="118606" y="262302"/>
                  </a:lnTo>
                  <a:lnTo>
                    <a:pt x="113578" y="263582"/>
                  </a:lnTo>
                  <a:lnTo>
                    <a:pt x="112241" y="263946"/>
                  </a:lnTo>
                  <a:lnTo>
                    <a:pt x="105857" y="265682"/>
                  </a:lnTo>
                  <a:lnTo>
                    <a:pt x="104445" y="266066"/>
                  </a:lnTo>
                  <a:lnTo>
                    <a:pt x="102994" y="267947"/>
                  </a:lnTo>
                  <a:lnTo>
                    <a:pt x="102845" y="268673"/>
                  </a:lnTo>
                  <a:lnTo>
                    <a:pt x="102779" y="268992"/>
                  </a:lnTo>
                  <a:lnTo>
                    <a:pt x="99317" y="266864"/>
                  </a:lnTo>
                  <a:lnTo>
                    <a:pt x="99084" y="266696"/>
                  </a:lnTo>
                  <a:lnTo>
                    <a:pt x="97024" y="265213"/>
                  </a:lnTo>
                  <a:lnTo>
                    <a:pt x="96778" y="265036"/>
                  </a:lnTo>
                  <a:lnTo>
                    <a:pt x="95248" y="263552"/>
                  </a:lnTo>
                  <a:lnTo>
                    <a:pt x="94036" y="263618"/>
                  </a:lnTo>
                  <a:lnTo>
                    <a:pt x="93903" y="263811"/>
                  </a:lnTo>
                  <a:lnTo>
                    <a:pt x="93544" y="263326"/>
                  </a:lnTo>
                  <a:lnTo>
                    <a:pt x="92916" y="262477"/>
                  </a:lnTo>
                  <a:lnTo>
                    <a:pt x="92491" y="261901"/>
                  </a:lnTo>
                  <a:lnTo>
                    <a:pt x="89070" y="257275"/>
                  </a:lnTo>
                  <a:lnTo>
                    <a:pt x="86041" y="253179"/>
                  </a:lnTo>
                  <a:lnTo>
                    <a:pt x="85235" y="253134"/>
                  </a:lnTo>
                  <a:lnTo>
                    <a:pt x="83247" y="253022"/>
                  </a:lnTo>
                  <a:lnTo>
                    <a:pt x="82091" y="252956"/>
                  </a:lnTo>
                  <a:lnTo>
                    <a:pt x="80517" y="252868"/>
                  </a:lnTo>
                  <a:lnTo>
                    <a:pt x="77140" y="252677"/>
                  </a:lnTo>
                  <a:lnTo>
                    <a:pt x="74915" y="252552"/>
                  </a:lnTo>
                  <a:lnTo>
                    <a:pt x="72554" y="252418"/>
                  </a:lnTo>
                  <a:lnTo>
                    <a:pt x="70264" y="252289"/>
                  </a:lnTo>
                  <a:lnTo>
                    <a:pt x="67686" y="252144"/>
                  </a:lnTo>
                  <a:lnTo>
                    <a:pt x="66125" y="252056"/>
                  </a:lnTo>
                  <a:lnTo>
                    <a:pt x="65284" y="252001"/>
                  </a:lnTo>
                  <a:lnTo>
                    <a:pt x="64865" y="251974"/>
                  </a:lnTo>
                  <a:lnTo>
                    <a:pt x="62948" y="251849"/>
                  </a:lnTo>
                  <a:lnTo>
                    <a:pt x="61440" y="251751"/>
                  </a:lnTo>
                  <a:lnTo>
                    <a:pt x="60920" y="251718"/>
                  </a:lnTo>
                  <a:lnTo>
                    <a:pt x="57487" y="251495"/>
                  </a:lnTo>
                  <a:lnTo>
                    <a:pt x="57200" y="251476"/>
                  </a:lnTo>
                  <a:lnTo>
                    <a:pt x="53587" y="251241"/>
                  </a:lnTo>
                  <a:lnTo>
                    <a:pt x="53109" y="251210"/>
                  </a:lnTo>
                  <a:lnTo>
                    <a:pt x="49839" y="250998"/>
                  </a:lnTo>
                  <a:lnTo>
                    <a:pt x="49291" y="250962"/>
                  </a:lnTo>
                  <a:lnTo>
                    <a:pt x="44797" y="250671"/>
                  </a:lnTo>
                  <a:lnTo>
                    <a:pt x="42182" y="250568"/>
                  </a:lnTo>
                  <a:lnTo>
                    <a:pt x="38603" y="250425"/>
                  </a:lnTo>
                  <a:lnTo>
                    <a:pt x="32478" y="250182"/>
                  </a:lnTo>
                  <a:lnTo>
                    <a:pt x="30604" y="250108"/>
                  </a:lnTo>
                  <a:lnTo>
                    <a:pt x="26414" y="249917"/>
                  </a:lnTo>
                  <a:lnTo>
                    <a:pt x="25851" y="249891"/>
                  </a:lnTo>
                  <a:lnTo>
                    <a:pt x="20966" y="249668"/>
                  </a:lnTo>
                  <a:lnTo>
                    <a:pt x="10957" y="249163"/>
                  </a:lnTo>
                  <a:lnTo>
                    <a:pt x="153" y="248618"/>
                  </a:lnTo>
                  <a:lnTo>
                    <a:pt x="0" y="248610"/>
                  </a:lnTo>
                  <a:lnTo>
                    <a:pt x="838" y="244807"/>
                  </a:lnTo>
                  <a:lnTo>
                    <a:pt x="6635" y="238728"/>
                  </a:lnTo>
                  <a:lnTo>
                    <a:pt x="14527" y="230450"/>
                  </a:lnTo>
                  <a:lnTo>
                    <a:pt x="14799" y="230164"/>
                  </a:lnTo>
                  <a:lnTo>
                    <a:pt x="17204" y="227481"/>
                  </a:lnTo>
                  <a:lnTo>
                    <a:pt x="17318" y="227353"/>
                  </a:lnTo>
                  <a:lnTo>
                    <a:pt x="18090" y="226625"/>
                  </a:lnTo>
                  <a:lnTo>
                    <a:pt x="19925" y="224893"/>
                  </a:lnTo>
                  <a:lnTo>
                    <a:pt x="20215" y="224619"/>
                  </a:lnTo>
                  <a:lnTo>
                    <a:pt x="23571" y="221218"/>
                  </a:lnTo>
                  <a:lnTo>
                    <a:pt x="25542" y="219147"/>
                  </a:lnTo>
                  <a:lnTo>
                    <a:pt x="27233" y="217372"/>
                  </a:lnTo>
                  <a:lnTo>
                    <a:pt x="22123" y="212421"/>
                  </a:lnTo>
                  <a:lnTo>
                    <a:pt x="24518" y="210098"/>
                  </a:lnTo>
                  <a:lnTo>
                    <a:pt x="36228" y="198747"/>
                  </a:lnTo>
                  <a:lnTo>
                    <a:pt x="36858" y="197991"/>
                  </a:lnTo>
                  <a:lnTo>
                    <a:pt x="38624" y="195876"/>
                  </a:lnTo>
                  <a:lnTo>
                    <a:pt x="43331" y="190235"/>
                  </a:lnTo>
                  <a:lnTo>
                    <a:pt x="47706" y="184845"/>
                  </a:lnTo>
                  <a:lnTo>
                    <a:pt x="39149" y="178076"/>
                  </a:lnTo>
                  <a:lnTo>
                    <a:pt x="37969" y="177023"/>
                  </a:lnTo>
                  <a:lnTo>
                    <a:pt x="40286" y="168478"/>
                  </a:lnTo>
                  <a:lnTo>
                    <a:pt x="41354" y="166798"/>
                  </a:lnTo>
                  <a:lnTo>
                    <a:pt x="44567" y="165438"/>
                  </a:lnTo>
                  <a:lnTo>
                    <a:pt x="46456" y="164638"/>
                  </a:lnTo>
                  <a:lnTo>
                    <a:pt x="46780" y="164501"/>
                  </a:lnTo>
                  <a:lnTo>
                    <a:pt x="48495" y="163603"/>
                  </a:lnTo>
                  <a:lnTo>
                    <a:pt x="49474" y="163090"/>
                  </a:lnTo>
                  <a:lnTo>
                    <a:pt x="49959" y="162837"/>
                  </a:lnTo>
                  <a:lnTo>
                    <a:pt x="50326" y="162704"/>
                  </a:lnTo>
                  <a:lnTo>
                    <a:pt x="52768" y="161823"/>
                  </a:lnTo>
                  <a:lnTo>
                    <a:pt x="53398" y="161729"/>
                  </a:lnTo>
                  <a:lnTo>
                    <a:pt x="56251" y="161303"/>
                  </a:lnTo>
                  <a:lnTo>
                    <a:pt x="57816" y="155036"/>
                  </a:lnTo>
                  <a:lnTo>
                    <a:pt x="53256" y="151134"/>
                  </a:lnTo>
                  <a:lnTo>
                    <a:pt x="52378" y="150382"/>
                  </a:lnTo>
                  <a:lnTo>
                    <a:pt x="51734" y="149873"/>
                  </a:lnTo>
                  <a:lnTo>
                    <a:pt x="51262" y="149500"/>
                  </a:lnTo>
                  <a:lnTo>
                    <a:pt x="42173" y="142313"/>
                  </a:lnTo>
                  <a:lnTo>
                    <a:pt x="17793" y="122145"/>
                  </a:lnTo>
                  <a:lnTo>
                    <a:pt x="27812" y="109673"/>
                  </a:lnTo>
                  <a:lnTo>
                    <a:pt x="31528" y="105381"/>
                  </a:lnTo>
                  <a:lnTo>
                    <a:pt x="36671" y="99676"/>
                  </a:lnTo>
                  <a:lnTo>
                    <a:pt x="37937" y="100681"/>
                  </a:lnTo>
                  <a:lnTo>
                    <a:pt x="44534" y="105918"/>
                  </a:lnTo>
                  <a:lnTo>
                    <a:pt x="46215" y="107251"/>
                  </a:lnTo>
                  <a:lnTo>
                    <a:pt x="47413" y="107058"/>
                  </a:lnTo>
                  <a:lnTo>
                    <a:pt x="47969" y="106939"/>
                  </a:lnTo>
                  <a:lnTo>
                    <a:pt x="49017" y="106367"/>
                  </a:lnTo>
                  <a:lnTo>
                    <a:pt x="49987" y="105837"/>
                  </a:lnTo>
                  <a:lnTo>
                    <a:pt x="51318" y="104082"/>
                  </a:lnTo>
                  <a:lnTo>
                    <a:pt x="52228" y="101905"/>
                  </a:lnTo>
                  <a:lnTo>
                    <a:pt x="55470" y="94147"/>
                  </a:lnTo>
                  <a:lnTo>
                    <a:pt x="57342" y="92781"/>
                  </a:lnTo>
                  <a:lnTo>
                    <a:pt x="58362" y="92657"/>
                  </a:lnTo>
                  <a:lnTo>
                    <a:pt x="58828" y="92603"/>
                  </a:lnTo>
                  <a:lnTo>
                    <a:pt x="61108" y="93558"/>
                  </a:lnTo>
                  <a:lnTo>
                    <a:pt x="62229" y="94028"/>
                  </a:lnTo>
                  <a:lnTo>
                    <a:pt x="66754" y="95925"/>
                  </a:lnTo>
                  <a:lnTo>
                    <a:pt x="73485" y="98746"/>
                  </a:lnTo>
                  <a:lnTo>
                    <a:pt x="73840" y="98895"/>
                  </a:lnTo>
                  <a:lnTo>
                    <a:pt x="74764" y="99363"/>
                  </a:lnTo>
                  <a:lnTo>
                    <a:pt x="75677" y="99825"/>
                  </a:lnTo>
                  <a:lnTo>
                    <a:pt x="77868" y="100936"/>
                  </a:lnTo>
                  <a:lnTo>
                    <a:pt x="78261" y="101135"/>
                  </a:lnTo>
                  <a:lnTo>
                    <a:pt x="79519" y="101772"/>
                  </a:lnTo>
                  <a:lnTo>
                    <a:pt x="81016" y="100581"/>
                  </a:lnTo>
                  <a:lnTo>
                    <a:pt x="86086" y="96549"/>
                  </a:lnTo>
                  <a:lnTo>
                    <a:pt x="82114" y="92978"/>
                  </a:lnTo>
                  <a:lnTo>
                    <a:pt x="81772" y="92141"/>
                  </a:lnTo>
                  <a:lnTo>
                    <a:pt x="80479" y="88981"/>
                  </a:lnTo>
                  <a:lnTo>
                    <a:pt x="79678" y="87054"/>
                  </a:lnTo>
                  <a:lnTo>
                    <a:pt x="78857" y="86431"/>
                  </a:lnTo>
                  <a:lnTo>
                    <a:pt x="79287" y="86048"/>
                  </a:lnTo>
                  <a:lnTo>
                    <a:pt x="79740" y="85644"/>
                  </a:lnTo>
                  <a:lnTo>
                    <a:pt x="80450" y="84509"/>
                  </a:lnTo>
                  <a:lnTo>
                    <a:pt x="80980" y="83622"/>
                  </a:lnTo>
                  <a:lnTo>
                    <a:pt x="81233" y="82642"/>
                  </a:lnTo>
                  <a:lnTo>
                    <a:pt x="81410" y="81286"/>
                  </a:lnTo>
                  <a:lnTo>
                    <a:pt x="81438" y="80206"/>
                  </a:lnTo>
                  <a:lnTo>
                    <a:pt x="81290" y="79539"/>
                  </a:lnTo>
                  <a:lnTo>
                    <a:pt x="80746" y="78572"/>
                  </a:lnTo>
                  <a:lnTo>
                    <a:pt x="80220" y="77914"/>
                  </a:lnTo>
                  <a:lnTo>
                    <a:pt x="80412" y="77427"/>
                  </a:lnTo>
                  <a:lnTo>
                    <a:pt x="80611" y="77191"/>
                  </a:lnTo>
                  <a:lnTo>
                    <a:pt x="81064" y="76653"/>
                  </a:lnTo>
                  <a:lnTo>
                    <a:pt x="81172" y="76526"/>
                  </a:lnTo>
                  <a:lnTo>
                    <a:pt x="81714" y="75883"/>
                  </a:lnTo>
                  <a:lnTo>
                    <a:pt x="82202" y="75305"/>
                  </a:lnTo>
                  <a:lnTo>
                    <a:pt x="83028" y="74678"/>
                  </a:lnTo>
                  <a:lnTo>
                    <a:pt x="83531" y="74296"/>
                  </a:lnTo>
                  <a:lnTo>
                    <a:pt x="84964" y="73086"/>
                  </a:lnTo>
                  <a:lnTo>
                    <a:pt x="85278" y="72822"/>
                  </a:lnTo>
                  <a:lnTo>
                    <a:pt x="85410" y="72637"/>
                  </a:lnTo>
                  <a:lnTo>
                    <a:pt x="85584" y="72395"/>
                  </a:lnTo>
                  <a:lnTo>
                    <a:pt x="85814" y="72074"/>
                  </a:lnTo>
                  <a:lnTo>
                    <a:pt x="85951" y="71882"/>
                  </a:lnTo>
                  <a:lnTo>
                    <a:pt x="86311" y="71380"/>
                  </a:lnTo>
                  <a:lnTo>
                    <a:pt x="86464" y="71168"/>
                  </a:lnTo>
                  <a:lnTo>
                    <a:pt x="86548" y="71016"/>
                  </a:lnTo>
                  <a:lnTo>
                    <a:pt x="86790" y="70578"/>
                  </a:lnTo>
                  <a:lnTo>
                    <a:pt x="87047" y="70114"/>
                  </a:lnTo>
                  <a:lnTo>
                    <a:pt x="87155" y="69859"/>
                  </a:lnTo>
                  <a:lnTo>
                    <a:pt x="87214" y="69625"/>
                  </a:lnTo>
                  <a:lnTo>
                    <a:pt x="87296" y="69305"/>
                  </a:lnTo>
                  <a:lnTo>
                    <a:pt x="87436" y="68758"/>
                  </a:lnTo>
                  <a:lnTo>
                    <a:pt x="87586" y="68241"/>
                  </a:lnTo>
                  <a:lnTo>
                    <a:pt x="87706" y="67826"/>
                  </a:lnTo>
                  <a:lnTo>
                    <a:pt x="87754" y="67662"/>
                  </a:lnTo>
                  <a:lnTo>
                    <a:pt x="87853" y="67321"/>
                  </a:lnTo>
                  <a:lnTo>
                    <a:pt x="87888" y="67169"/>
                  </a:lnTo>
                  <a:lnTo>
                    <a:pt x="87964" y="66846"/>
                  </a:lnTo>
                  <a:lnTo>
                    <a:pt x="87998" y="66698"/>
                  </a:lnTo>
                  <a:lnTo>
                    <a:pt x="88118" y="66184"/>
                  </a:lnTo>
                  <a:lnTo>
                    <a:pt x="88151" y="66041"/>
                  </a:lnTo>
                  <a:lnTo>
                    <a:pt x="88151" y="65878"/>
                  </a:lnTo>
                  <a:lnTo>
                    <a:pt x="88151" y="65645"/>
                  </a:lnTo>
                  <a:lnTo>
                    <a:pt x="88151" y="65386"/>
                  </a:lnTo>
                  <a:lnTo>
                    <a:pt x="88151" y="65186"/>
                  </a:lnTo>
                  <a:lnTo>
                    <a:pt x="88178" y="64837"/>
                  </a:lnTo>
                  <a:lnTo>
                    <a:pt x="88193" y="64649"/>
                  </a:lnTo>
                  <a:lnTo>
                    <a:pt x="88210" y="64200"/>
                  </a:lnTo>
                  <a:lnTo>
                    <a:pt x="88197" y="63852"/>
                  </a:lnTo>
                  <a:lnTo>
                    <a:pt x="88186" y="63572"/>
                  </a:lnTo>
                  <a:lnTo>
                    <a:pt x="88179" y="63387"/>
                  </a:lnTo>
                  <a:lnTo>
                    <a:pt x="88177" y="63108"/>
                  </a:lnTo>
                  <a:lnTo>
                    <a:pt x="88182" y="62962"/>
                  </a:lnTo>
                  <a:lnTo>
                    <a:pt x="88193" y="62677"/>
                  </a:lnTo>
                  <a:lnTo>
                    <a:pt x="88199" y="62495"/>
                  </a:lnTo>
                  <a:lnTo>
                    <a:pt x="88208" y="62264"/>
                  </a:lnTo>
                  <a:lnTo>
                    <a:pt x="88217" y="62002"/>
                  </a:lnTo>
                  <a:lnTo>
                    <a:pt x="88228" y="61714"/>
                  </a:lnTo>
                  <a:lnTo>
                    <a:pt x="88317" y="60765"/>
                  </a:lnTo>
                  <a:lnTo>
                    <a:pt x="88382" y="60494"/>
                  </a:lnTo>
                  <a:lnTo>
                    <a:pt x="88426" y="60314"/>
                  </a:lnTo>
                  <a:lnTo>
                    <a:pt x="88533" y="59867"/>
                  </a:lnTo>
                  <a:lnTo>
                    <a:pt x="88575" y="59692"/>
                  </a:lnTo>
                  <a:lnTo>
                    <a:pt x="88693" y="59199"/>
                  </a:lnTo>
                  <a:lnTo>
                    <a:pt x="88740" y="59006"/>
                  </a:lnTo>
                  <a:lnTo>
                    <a:pt x="88892" y="58471"/>
                  </a:lnTo>
                  <a:lnTo>
                    <a:pt x="89085" y="57795"/>
                  </a:lnTo>
                  <a:lnTo>
                    <a:pt x="89332" y="56925"/>
                  </a:lnTo>
                  <a:lnTo>
                    <a:pt x="89478" y="56469"/>
                  </a:lnTo>
                  <a:lnTo>
                    <a:pt x="89602" y="56079"/>
                  </a:lnTo>
                  <a:lnTo>
                    <a:pt x="89651" y="55924"/>
                  </a:lnTo>
                  <a:lnTo>
                    <a:pt x="89734" y="55666"/>
                  </a:lnTo>
                  <a:lnTo>
                    <a:pt x="89792" y="55484"/>
                  </a:lnTo>
                  <a:lnTo>
                    <a:pt x="89889" y="55177"/>
                  </a:lnTo>
                  <a:lnTo>
                    <a:pt x="89959" y="54959"/>
                  </a:lnTo>
                  <a:lnTo>
                    <a:pt x="90055" y="54658"/>
                  </a:lnTo>
                  <a:lnTo>
                    <a:pt x="90137" y="54399"/>
                  </a:lnTo>
                  <a:lnTo>
                    <a:pt x="90242" y="54072"/>
                  </a:lnTo>
                  <a:lnTo>
                    <a:pt x="90336" y="53775"/>
                  </a:lnTo>
                  <a:lnTo>
                    <a:pt x="90405" y="53558"/>
                  </a:lnTo>
                  <a:lnTo>
                    <a:pt x="90528" y="53246"/>
                  </a:lnTo>
                  <a:lnTo>
                    <a:pt x="90646" y="52947"/>
                  </a:lnTo>
                  <a:lnTo>
                    <a:pt x="90747" y="52690"/>
                  </a:lnTo>
                  <a:lnTo>
                    <a:pt x="90846" y="52437"/>
                  </a:lnTo>
                  <a:lnTo>
                    <a:pt x="90944" y="52189"/>
                  </a:lnTo>
                  <a:lnTo>
                    <a:pt x="91023" y="51987"/>
                  </a:lnTo>
                  <a:lnTo>
                    <a:pt x="91225" y="51475"/>
                  </a:lnTo>
                  <a:lnTo>
                    <a:pt x="91289" y="51310"/>
                  </a:lnTo>
                  <a:lnTo>
                    <a:pt x="91352" y="51150"/>
                  </a:lnTo>
                  <a:lnTo>
                    <a:pt x="91476" y="50808"/>
                  </a:lnTo>
                  <a:lnTo>
                    <a:pt x="91545" y="50616"/>
                  </a:lnTo>
                  <a:lnTo>
                    <a:pt x="91658" y="50304"/>
                  </a:lnTo>
                  <a:lnTo>
                    <a:pt x="91778" y="49971"/>
                  </a:lnTo>
                  <a:lnTo>
                    <a:pt x="91833" y="49819"/>
                  </a:lnTo>
                  <a:lnTo>
                    <a:pt x="91905" y="49620"/>
                  </a:lnTo>
                  <a:lnTo>
                    <a:pt x="91959" y="49470"/>
                  </a:lnTo>
                  <a:lnTo>
                    <a:pt x="92029" y="49276"/>
                  </a:lnTo>
                  <a:lnTo>
                    <a:pt x="92080" y="49133"/>
                  </a:lnTo>
                  <a:lnTo>
                    <a:pt x="92167" y="48894"/>
                  </a:lnTo>
                  <a:lnTo>
                    <a:pt x="92258" y="48520"/>
                  </a:lnTo>
                  <a:lnTo>
                    <a:pt x="92391" y="47982"/>
                  </a:lnTo>
                  <a:lnTo>
                    <a:pt x="92530" y="47415"/>
                  </a:lnTo>
                  <a:lnTo>
                    <a:pt x="92632" y="47000"/>
                  </a:lnTo>
                  <a:lnTo>
                    <a:pt x="92665" y="46864"/>
                  </a:lnTo>
                  <a:lnTo>
                    <a:pt x="92743" y="46546"/>
                  </a:lnTo>
                  <a:lnTo>
                    <a:pt x="92783" y="46385"/>
                  </a:lnTo>
                  <a:lnTo>
                    <a:pt x="92888" y="45938"/>
                  </a:lnTo>
                  <a:lnTo>
                    <a:pt x="92895" y="45655"/>
                  </a:lnTo>
                  <a:lnTo>
                    <a:pt x="92900" y="45475"/>
                  </a:lnTo>
                  <a:lnTo>
                    <a:pt x="92911" y="45025"/>
                  </a:lnTo>
                  <a:lnTo>
                    <a:pt x="92921" y="44628"/>
                  </a:lnTo>
                  <a:lnTo>
                    <a:pt x="92925" y="44469"/>
                  </a:lnTo>
                  <a:lnTo>
                    <a:pt x="92931" y="44204"/>
                  </a:lnTo>
                  <a:lnTo>
                    <a:pt x="92936" y="44004"/>
                  </a:lnTo>
                  <a:lnTo>
                    <a:pt x="92941" y="43772"/>
                  </a:lnTo>
                  <a:lnTo>
                    <a:pt x="92940" y="43559"/>
                  </a:lnTo>
                  <a:lnTo>
                    <a:pt x="92939" y="43341"/>
                  </a:lnTo>
                  <a:lnTo>
                    <a:pt x="92938" y="43110"/>
                  </a:lnTo>
                  <a:lnTo>
                    <a:pt x="92937" y="42950"/>
                  </a:lnTo>
                  <a:lnTo>
                    <a:pt x="92933" y="42310"/>
                  </a:lnTo>
                  <a:lnTo>
                    <a:pt x="92932" y="42095"/>
                  </a:lnTo>
                  <a:lnTo>
                    <a:pt x="92932" y="41920"/>
                  </a:lnTo>
                  <a:lnTo>
                    <a:pt x="92930" y="41683"/>
                  </a:lnTo>
                  <a:lnTo>
                    <a:pt x="92929" y="41511"/>
                  </a:lnTo>
                  <a:lnTo>
                    <a:pt x="92915" y="41082"/>
                  </a:lnTo>
                  <a:lnTo>
                    <a:pt x="92894" y="40922"/>
                  </a:lnTo>
                  <a:lnTo>
                    <a:pt x="92848" y="40575"/>
                  </a:lnTo>
                  <a:lnTo>
                    <a:pt x="92734" y="39725"/>
                  </a:lnTo>
                  <a:lnTo>
                    <a:pt x="92687" y="39375"/>
                  </a:lnTo>
                  <a:lnTo>
                    <a:pt x="92696" y="39148"/>
                  </a:lnTo>
                  <a:lnTo>
                    <a:pt x="92703" y="38937"/>
                  </a:lnTo>
                  <a:lnTo>
                    <a:pt x="92719" y="38506"/>
                  </a:lnTo>
                  <a:lnTo>
                    <a:pt x="92730" y="38197"/>
                  </a:lnTo>
                  <a:lnTo>
                    <a:pt x="92741" y="37913"/>
                  </a:lnTo>
                  <a:lnTo>
                    <a:pt x="92752" y="37615"/>
                  </a:lnTo>
                  <a:lnTo>
                    <a:pt x="92757" y="37471"/>
                  </a:lnTo>
                  <a:lnTo>
                    <a:pt x="92767" y="37200"/>
                  </a:lnTo>
                  <a:lnTo>
                    <a:pt x="92804" y="36930"/>
                  </a:lnTo>
                  <a:lnTo>
                    <a:pt x="92793" y="36754"/>
                  </a:lnTo>
                  <a:lnTo>
                    <a:pt x="92375" y="34430"/>
                  </a:lnTo>
                  <a:lnTo>
                    <a:pt x="92263" y="33804"/>
                  </a:lnTo>
                  <a:lnTo>
                    <a:pt x="92002" y="32296"/>
                  </a:lnTo>
                  <a:lnTo>
                    <a:pt x="91989" y="32110"/>
                  </a:lnTo>
                  <a:lnTo>
                    <a:pt x="91968" y="31797"/>
                  </a:lnTo>
                  <a:lnTo>
                    <a:pt x="91958" y="31648"/>
                  </a:lnTo>
                  <a:lnTo>
                    <a:pt x="91940" y="31375"/>
                  </a:lnTo>
                  <a:lnTo>
                    <a:pt x="91929" y="31211"/>
                  </a:lnTo>
                  <a:lnTo>
                    <a:pt x="91905" y="30847"/>
                  </a:lnTo>
                  <a:lnTo>
                    <a:pt x="91896" y="30714"/>
                  </a:lnTo>
                  <a:lnTo>
                    <a:pt x="91911" y="30377"/>
                  </a:lnTo>
                  <a:lnTo>
                    <a:pt x="91930" y="29944"/>
                  </a:lnTo>
                  <a:lnTo>
                    <a:pt x="91944" y="29648"/>
                  </a:lnTo>
                  <a:lnTo>
                    <a:pt x="92162" y="26754"/>
                  </a:lnTo>
                  <a:lnTo>
                    <a:pt x="92248" y="25616"/>
                  </a:lnTo>
                  <a:lnTo>
                    <a:pt x="92405" y="23892"/>
                  </a:lnTo>
                  <a:lnTo>
                    <a:pt x="92717" y="20476"/>
                  </a:lnTo>
                  <a:lnTo>
                    <a:pt x="92733" y="20216"/>
                  </a:lnTo>
                  <a:lnTo>
                    <a:pt x="92751" y="19919"/>
                  </a:lnTo>
                  <a:lnTo>
                    <a:pt x="92774" y="19543"/>
                  </a:lnTo>
                  <a:lnTo>
                    <a:pt x="92788" y="19319"/>
                  </a:lnTo>
                  <a:lnTo>
                    <a:pt x="92815" y="18872"/>
                  </a:lnTo>
                  <a:lnTo>
                    <a:pt x="92832" y="18599"/>
                  </a:lnTo>
                  <a:lnTo>
                    <a:pt x="92850" y="18297"/>
                  </a:lnTo>
                  <a:lnTo>
                    <a:pt x="92865" y="18054"/>
                  </a:lnTo>
                  <a:lnTo>
                    <a:pt x="92888" y="17688"/>
                  </a:lnTo>
                  <a:lnTo>
                    <a:pt x="92984" y="16893"/>
                  </a:lnTo>
                  <a:lnTo>
                    <a:pt x="93080" y="16098"/>
                  </a:lnTo>
                  <a:lnTo>
                    <a:pt x="93261" y="14654"/>
                  </a:lnTo>
                  <a:lnTo>
                    <a:pt x="96145" y="15642"/>
                  </a:lnTo>
                  <a:lnTo>
                    <a:pt x="99536" y="9313"/>
                  </a:lnTo>
                  <a:lnTo>
                    <a:pt x="101165" y="6910"/>
                  </a:lnTo>
                  <a:lnTo>
                    <a:pt x="109869" y="475"/>
                  </a:lnTo>
                  <a:lnTo>
                    <a:pt x="111016" y="0"/>
                  </a:lnTo>
                  <a:lnTo>
                    <a:pt x="112246" y="1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621226" y="5234744"/>
              <a:ext cx="141135" cy="126465"/>
            </a:xfrm>
            <a:custGeom>
              <a:avLst/>
              <a:pathLst>
                <a:path w="141135" h="126465">
                  <a:moveTo>
                    <a:pt x="84157" y="122662"/>
                  </a:moveTo>
                  <a:lnTo>
                    <a:pt x="83319" y="126465"/>
                  </a:lnTo>
                  <a:lnTo>
                    <a:pt x="82551" y="126385"/>
                  </a:lnTo>
                  <a:lnTo>
                    <a:pt x="81459" y="126272"/>
                  </a:lnTo>
                  <a:lnTo>
                    <a:pt x="80136" y="126134"/>
                  </a:lnTo>
                  <a:lnTo>
                    <a:pt x="78077" y="125920"/>
                  </a:lnTo>
                  <a:lnTo>
                    <a:pt x="77751" y="125886"/>
                  </a:lnTo>
                  <a:lnTo>
                    <a:pt x="76240" y="125729"/>
                  </a:lnTo>
                  <a:lnTo>
                    <a:pt x="75387" y="125647"/>
                  </a:lnTo>
                  <a:lnTo>
                    <a:pt x="74963" y="125627"/>
                  </a:lnTo>
                  <a:lnTo>
                    <a:pt x="74712" y="125615"/>
                  </a:lnTo>
                  <a:lnTo>
                    <a:pt x="74571" y="125608"/>
                  </a:lnTo>
                  <a:lnTo>
                    <a:pt x="74279" y="125595"/>
                  </a:lnTo>
                  <a:lnTo>
                    <a:pt x="74052" y="125584"/>
                  </a:lnTo>
                  <a:lnTo>
                    <a:pt x="73901" y="125577"/>
                  </a:lnTo>
                  <a:lnTo>
                    <a:pt x="73731" y="125569"/>
                  </a:lnTo>
                  <a:lnTo>
                    <a:pt x="69907" y="125388"/>
                  </a:lnTo>
                  <a:lnTo>
                    <a:pt x="66167" y="125220"/>
                  </a:lnTo>
                  <a:lnTo>
                    <a:pt x="65907" y="125208"/>
                  </a:lnTo>
                  <a:lnTo>
                    <a:pt x="64822" y="125159"/>
                  </a:lnTo>
                  <a:lnTo>
                    <a:pt x="64005" y="125122"/>
                  </a:lnTo>
                  <a:lnTo>
                    <a:pt x="57120" y="124626"/>
                  </a:lnTo>
                  <a:lnTo>
                    <a:pt x="56985" y="124616"/>
                  </a:lnTo>
                  <a:lnTo>
                    <a:pt x="49404" y="124049"/>
                  </a:lnTo>
                  <a:lnTo>
                    <a:pt x="48095" y="123980"/>
                  </a:lnTo>
                  <a:lnTo>
                    <a:pt x="41157" y="123616"/>
                  </a:lnTo>
                  <a:lnTo>
                    <a:pt x="39454" y="123604"/>
                  </a:lnTo>
                  <a:lnTo>
                    <a:pt x="39113" y="123602"/>
                  </a:lnTo>
                  <a:lnTo>
                    <a:pt x="37751" y="123592"/>
                  </a:lnTo>
                  <a:lnTo>
                    <a:pt x="34262" y="123402"/>
                  </a:lnTo>
                  <a:lnTo>
                    <a:pt x="33149" y="123342"/>
                  </a:lnTo>
                  <a:lnTo>
                    <a:pt x="18855" y="122557"/>
                  </a:lnTo>
                  <a:lnTo>
                    <a:pt x="18706" y="122548"/>
                  </a:lnTo>
                  <a:lnTo>
                    <a:pt x="8016" y="121961"/>
                  </a:lnTo>
                  <a:lnTo>
                    <a:pt x="6415" y="115117"/>
                  </a:lnTo>
                  <a:lnTo>
                    <a:pt x="6324" y="114727"/>
                  </a:lnTo>
                  <a:lnTo>
                    <a:pt x="6249" y="114409"/>
                  </a:lnTo>
                  <a:lnTo>
                    <a:pt x="5782" y="112412"/>
                  </a:lnTo>
                  <a:lnTo>
                    <a:pt x="5471" y="111084"/>
                  </a:lnTo>
                  <a:lnTo>
                    <a:pt x="5197" y="109912"/>
                  </a:lnTo>
                  <a:lnTo>
                    <a:pt x="5144" y="109686"/>
                  </a:lnTo>
                  <a:lnTo>
                    <a:pt x="4732" y="109153"/>
                  </a:lnTo>
                  <a:lnTo>
                    <a:pt x="4481" y="108830"/>
                  </a:lnTo>
                  <a:lnTo>
                    <a:pt x="3853" y="108465"/>
                  </a:lnTo>
                  <a:lnTo>
                    <a:pt x="3589" y="108248"/>
                  </a:lnTo>
                  <a:lnTo>
                    <a:pt x="3201" y="107927"/>
                  </a:lnTo>
                  <a:lnTo>
                    <a:pt x="2980" y="107144"/>
                  </a:lnTo>
                  <a:lnTo>
                    <a:pt x="3106" y="105718"/>
                  </a:lnTo>
                  <a:lnTo>
                    <a:pt x="3144" y="105277"/>
                  </a:lnTo>
                  <a:lnTo>
                    <a:pt x="4453" y="103145"/>
                  </a:lnTo>
                  <a:lnTo>
                    <a:pt x="4708" y="102384"/>
                  </a:lnTo>
                  <a:lnTo>
                    <a:pt x="4753" y="102246"/>
                  </a:lnTo>
                  <a:lnTo>
                    <a:pt x="4852" y="101950"/>
                  </a:lnTo>
                  <a:lnTo>
                    <a:pt x="5000" y="101507"/>
                  </a:lnTo>
                  <a:lnTo>
                    <a:pt x="5163" y="100785"/>
                  </a:lnTo>
                  <a:lnTo>
                    <a:pt x="5040" y="100623"/>
                  </a:lnTo>
                  <a:lnTo>
                    <a:pt x="4093" y="99383"/>
                  </a:lnTo>
                  <a:lnTo>
                    <a:pt x="3754" y="98924"/>
                  </a:lnTo>
                  <a:lnTo>
                    <a:pt x="3831" y="98663"/>
                  </a:lnTo>
                  <a:lnTo>
                    <a:pt x="3881" y="98492"/>
                  </a:lnTo>
                  <a:lnTo>
                    <a:pt x="3919" y="98365"/>
                  </a:lnTo>
                  <a:lnTo>
                    <a:pt x="4003" y="98078"/>
                  </a:lnTo>
                  <a:lnTo>
                    <a:pt x="3878" y="97910"/>
                  </a:lnTo>
                  <a:lnTo>
                    <a:pt x="3410" y="97283"/>
                  </a:lnTo>
                  <a:lnTo>
                    <a:pt x="2126" y="95558"/>
                  </a:lnTo>
                  <a:lnTo>
                    <a:pt x="1988" y="95373"/>
                  </a:lnTo>
                  <a:lnTo>
                    <a:pt x="962" y="93614"/>
                  </a:lnTo>
                  <a:lnTo>
                    <a:pt x="360" y="90997"/>
                  </a:lnTo>
                  <a:lnTo>
                    <a:pt x="283" y="90690"/>
                  </a:lnTo>
                  <a:lnTo>
                    <a:pt x="0" y="89559"/>
                  </a:lnTo>
                  <a:lnTo>
                    <a:pt x="920" y="89382"/>
                  </a:lnTo>
                  <a:lnTo>
                    <a:pt x="7900" y="88034"/>
                  </a:lnTo>
                  <a:lnTo>
                    <a:pt x="13022" y="87012"/>
                  </a:lnTo>
                  <a:lnTo>
                    <a:pt x="13737" y="86872"/>
                  </a:lnTo>
                  <a:lnTo>
                    <a:pt x="24413" y="84784"/>
                  </a:lnTo>
                  <a:lnTo>
                    <a:pt x="25419" y="84587"/>
                  </a:lnTo>
                  <a:lnTo>
                    <a:pt x="27285" y="84134"/>
                  </a:lnTo>
                  <a:lnTo>
                    <a:pt x="32295" y="82916"/>
                  </a:lnTo>
                  <a:lnTo>
                    <a:pt x="36399" y="81028"/>
                  </a:lnTo>
                  <a:lnTo>
                    <a:pt x="36856" y="80723"/>
                  </a:lnTo>
                  <a:lnTo>
                    <a:pt x="39074" y="79242"/>
                  </a:lnTo>
                  <a:lnTo>
                    <a:pt x="39214" y="79112"/>
                  </a:lnTo>
                  <a:lnTo>
                    <a:pt x="42167" y="76369"/>
                  </a:lnTo>
                  <a:lnTo>
                    <a:pt x="44758" y="73327"/>
                  </a:lnTo>
                  <a:lnTo>
                    <a:pt x="45097" y="72929"/>
                  </a:lnTo>
                  <a:lnTo>
                    <a:pt x="45345" y="72638"/>
                  </a:lnTo>
                  <a:lnTo>
                    <a:pt x="47023" y="69585"/>
                  </a:lnTo>
                  <a:lnTo>
                    <a:pt x="47594" y="68546"/>
                  </a:lnTo>
                  <a:lnTo>
                    <a:pt x="48589" y="66371"/>
                  </a:lnTo>
                  <a:lnTo>
                    <a:pt x="48944" y="65410"/>
                  </a:lnTo>
                  <a:lnTo>
                    <a:pt x="50289" y="61776"/>
                  </a:lnTo>
                  <a:lnTo>
                    <a:pt x="50553" y="61084"/>
                  </a:lnTo>
                  <a:lnTo>
                    <a:pt x="50616" y="60918"/>
                  </a:lnTo>
                  <a:lnTo>
                    <a:pt x="52325" y="57726"/>
                  </a:lnTo>
                  <a:lnTo>
                    <a:pt x="52602" y="57208"/>
                  </a:lnTo>
                  <a:lnTo>
                    <a:pt x="52998" y="56691"/>
                  </a:lnTo>
                  <a:lnTo>
                    <a:pt x="54661" y="54524"/>
                  </a:lnTo>
                  <a:lnTo>
                    <a:pt x="56006" y="52837"/>
                  </a:lnTo>
                  <a:lnTo>
                    <a:pt x="60017" y="47989"/>
                  </a:lnTo>
                  <a:lnTo>
                    <a:pt x="62730" y="44711"/>
                  </a:lnTo>
                  <a:lnTo>
                    <a:pt x="63094" y="44286"/>
                  </a:lnTo>
                  <a:lnTo>
                    <a:pt x="75968" y="29244"/>
                  </a:lnTo>
                  <a:lnTo>
                    <a:pt x="81176" y="23159"/>
                  </a:lnTo>
                  <a:lnTo>
                    <a:pt x="81306" y="23007"/>
                  </a:lnTo>
                  <a:lnTo>
                    <a:pt x="81522" y="22754"/>
                  </a:lnTo>
                  <a:lnTo>
                    <a:pt x="90712" y="11984"/>
                  </a:lnTo>
                  <a:lnTo>
                    <a:pt x="101113" y="0"/>
                  </a:lnTo>
                  <a:lnTo>
                    <a:pt x="125492" y="20168"/>
                  </a:lnTo>
                  <a:lnTo>
                    <a:pt x="134699" y="27448"/>
                  </a:lnTo>
                  <a:lnTo>
                    <a:pt x="135053" y="27728"/>
                  </a:lnTo>
                  <a:lnTo>
                    <a:pt x="135697" y="28237"/>
                  </a:lnTo>
                  <a:lnTo>
                    <a:pt x="136575" y="28989"/>
                  </a:lnTo>
                  <a:lnTo>
                    <a:pt x="141135" y="32891"/>
                  </a:lnTo>
                  <a:lnTo>
                    <a:pt x="139570" y="39158"/>
                  </a:lnTo>
                  <a:lnTo>
                    <a:pt x="136717" y="39584"/>
                  </a:lnTo>
                  <a:lnTo>
                    <a:pt x="136087" y="39678"/>
                  </a:lnTo>
                  <a:lnTo>
                    <a:pt x="133645" y="40559"/>
                  </a:lnTo>
                  <a:lnTo>
                    <a:pt x="133278" y="40692"/>
                  </a:lnTo>
                  <a:lnTo>
                    <a:pt x="132793" y="40945"/>
                  </a:lnTo>
                  <a:lnTo>
                    <a:pt x="131814" y="41458"/>
                  </a:lnTo>
                  <a:lnTo>
                    <a:pt x="130099" y="42356"/>
                  </a:lnTo>
                  <a:lnTo>
                    <a:pt x="129775" y="42493"/>
                  </a:lnTo>
                  <a:lnTo>
                    <a:pt x="127886" y="43293"/>
                  </a:lnTo>
                  <a:lnTo>
                    <a:pt x="124673" y="44653"/>
                  </a:lnTo>
                  <a:lnTo>
                    <a:pt x="123605" y="46333"/>
                  </a:lnTo>
                  <a:lnTo>
                    <a:pt x="121262" y="54977"/>
                  </a:lnTo>
                  <a:lnTo>
                    <a:pt x="122469" y="55931"/>
                  </a:lnTo>
                  <a:lnTo>
                    <a:pt x="131025" y="62700"/>
                  </a:lnTo>
                  <a:lnTo>
                    <a:pt x="126650" y="68090"/>
                  </a:lnTo>
                  <a:lnTo>
                    <a:pt x="121943" y="73730"/>
                  </a:lnTo>
                  <a:lnTo>
                    <a:pt x="120177" y="75846"/>
                  </a:lnTo>
                  <a:lnTo>
                    <a:pt x="119481" y="76666"/>
                  </a:lnTo>
                  <a:lnTo>
                    <a:pt x="107837" y="87953"/>
                  </a:lnTo>
                  <a:lnTo>
                    <a:pt x="105442" y="90276"/>
                  </a:lnTo>
                  <a:lnTo>
                    <a:pt x="110552" y="95227"/>
                  </a:lnTo>
                  <a:lnTo>
                    <a:pt x="108841" y="97024"/>
                  </a:lnTo>
                  <a:lnTo>
                    <a:pt x="106890" y="99073"/>
                  </a:lnTo>
                  <a:lnTo>
                    <a:pt x="103534" y="102474"/>
                  </a:lnTo>
                  <a:lnTo>
                    <a:pt x="103244" y="102748"/>
                  </a:lnTo>
                  <a:lnTo>
                    <a:pt x="101409" y="104480"/>
                  </a:lnTo>
                  <a:lnTo>
                    <a:pt x="100637" y="105208"/>
                  </a:lnTo>
                  <a:lnTo>
                    <a:pt x="100523" y="105336"/>
                  </a:lnTo>
                  <a:lnTo>
                    <a:pt x="98119" y="108019"/>
                  </a:lnTo>
                  <a:lnTo>
                    <a:pt x="97810" y="108343"/>
                  </a:lnTo>
                  <a:lnTo>
                    <a:pt x="89864" y="1166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574644" y="5324303"/>
              <a:ext cx="79731" cy="85972"/>
            </a:xfrm>
            <a:custGeom>
              <a:avLst/>
              <a:pathLst>
                <a:path w="79731" h="85972">
                  <a:moveTo>
                    <a:pt x="72806" y="52372"/>
                  </a:moveTo>
                  <a:lnTo>
                    <a:pt x="68472" y="57920"/>
                  </a:lnTo>
                  <a:lnTo>
                    <a:pt x="68070" y="58435"/>
                  </a:lnTo>
                  <a:lnTo>
                    <a:pt x="67689" y="58922"/>
                  </a:lnTo>
                  <a:lnTo>
                    <a:pt x="67388" y="59309"/>
                  </a:lnTo>
                  <a:lnTo>
                    <a:pt x="67051" y="59740"/>
                  </a:lnTo>
                  <a:lnTo>
                    <a:pt x="66811" y="60047"/>
                  </a:lnTo>
                  <a:lnTo>
                    <a:pt x="66640" y="60266"/>
                  </a:lnTo>
                  <a:lnTo>
                    <a:pt x="66522" y="60417"/>
                  </a:lnTo>
                  <a:lnTo>
                    <a:pt x="66382" y="60301"/>
                  </a:lnTo>
                  <a:lnTo>
                    <a:pt x="63182" y="57640"/>
                  </a:lnTo>
                  <a:lnTo>
                    <a:pt x="60504" y="60139"/>
                  </a:lnTo>
                  <a:lnTo>
                    <a:pt x="57103" y="63528"/>
                  </a:lnTo>
                  <a:lnTo>
                    <a:pt x="56076" y="64551"/>
                  </a:lnTo>
                  <a:lnTo>
                    <a:pt x="55891" y="64736"/>
                  </a:lnTo>
                  <a:lnTo>
                    <a:pt x="53360" y="67257"/>
                  </a:lnTo>
                  <a:lnTo>
                    <a:pt x="48363" y="71926"/>
                  </a:lnTo>
                  <a:lnTo>
                    <a:pt x="48201" y="72078"/>
                  </a:lnTo>
                  <a:lnTo>
                    <a:pt x="39574" y="80139"/>
                  </a:lnTo>
                  <a:lnTo>
                    <a:pt x="38428" y="81199"/>
                  </a:lnTo>
                  <a:lnTo>
                    <a:pt x="33267" y="85972"/>
                  </a:lnTo>
                  <a:lnTo>
                    <a:pt x="27635" y="80288"/>
                  </a:lnTo>
                  <a:lnTo>
                    <a:pt x="26017" y="78607"/>
                  </a:lnTo>
                  <a:lnTo>
                    <a:pt x="25430" y="77997"/>
                  </a:lnTo>
                  <a:lnTo>
                    <a:pt x="23536" y="76028"/>
                  </a:lnTo>
                  <a:lnTo>
                    <a:pt x="23015" y="75487"/>
                  </a:lnTo>
                  <a:lnTo>
                    <a:pt x="20983" y="73421"/>
                  </a:lnTo>
                  <a:lnTo>
                    <a:pt x="18631" y="71030"/>
                  </a:lnTo>
                  <a:lnTo>
                    <a:pt x="17788" y="70174"/>
                  </a:lnTo>
                  <a:lnTo>
                    <a:pt x="15858" y="68211"/>
                  </a:lnTo>
                  <a:lnTo>
                    <a:pt x="15275" y="67619"/>
                  </a:lnTo>
                  <a:lnTo>
                    <a:pt x="13798" y="66117"/>
                  </a:lnTo>
                  <a:lnTo>
                    <a:pt x="13056" y="65363"/>
                  </a:lnTo>
                  <a:lnTo>
                    <a:pt x="12658" y="65002"/>
                  </a:lnTo>
                  <a:lnTo>
                    <a:pt x="11246" y="63721"/>
                  </a:lnTo>
                  <a:lnTo>
                    <a:pt x="10384" y="62939"/>
                  </a:lnTo>
                  <a:lnTo>
                    <a:pt x="8782" y="61485"/>
                  </a:lnTo>
                  <a:lnTo>
                    <a:pt x="8490" y="61220"/>
                  </a:lnTo>
                  <a:lnTo>
                    <a:pt x="7632" y="60077"/>
                  </a:lnTo>
                  <a:lnTo>
                    <a:pt x="6824" y="59001"/>
                  </a:lnTo>
                  <a:lnTo>
                    <a:pt x="6608" y="58713"/>
                  </a:lnTo>
                  <a:lnTo>
                    <a:pt x="5860" y="57718"/>
                  </a:lnTo>
                  <a:lnTo>
                    <a:pt x="5494" y="57230"/>
                  </a:lnTo>
                  <a:lnTo>
                    <a:pt x="4273" y="55604"/>
                  </a:lnTo>
                  <a:lnTo>
                    <a:pt x="3857" y="54968"/>
                  </a:lnTo>
                  <a:lnTo>
                    <a:pt x="3419" y="54201"/>
                  </a:lnTo>
                  <a:lnTo>
                    <a:pt x="2958" y="53456"/>
                  </a:lnTo>
                  <a:lnTo>
                    <a:pt x="2564" y="52798"/>
                  </a:lnTo>
                  <a:lnTo>
                    <a:pt x="2169" y="51944"/>
                  </a:lnTo>
                  <a:lnTo>
                    <a:pt x="1906" y="51308"/>
                  </a:lnTo>
                  <a:lnTo>
                    <a:pt x="1665" y="50694"/>
                  </a:lnTo>
                  <a:lnTo>
                    <a:pt x="1358" y="49861"/>
                  </a:lnTo>
                  <a:lnTo>
                    <a:pt x="1095" y="49072"/>
                  </a:lnTo>
                  <a:lnTo>
                    <a:pt x="854" y="48218"/>
                  </a:lnTo>
                  <a:lnTo>
                    <a:pt x="635" y="47078"/>
                  </a:lnTo>
                  <a:lnTo>
                    <a:pt x="438" y="46157"/>
                  </a:lnTo>
                  <a:lnTo>
                    <a:pt x="284" y="45281"/>
                  </a:lnTo>
                  <a:lnTo>
                    <a:pt x="175" y="44513"/>
                  </a:lnTo>
                  <a:lnTo>
                    <a:pt x="87" y="41335"/>
                  </a:lnTo>
                  <a:lnTo>
                    <a:pt x="87" y="40481"/>
                  </a:lnTo>
                  <a:lnTo>
                    <a:pt x="87" y="39319"/>
                  </a:lnTo>
                  <a:lnTo>
                    <a:pt x="84" y="38913"/>
                  </a:lnTo>
                  <a:lnTo>
                    <a:pt x="0" y="29237"/>
                  </a:lnTo>
                  <a:lnTo>
                    <a:pt x="109" y="27812"/>
                  </a:lnTo>
                  <a:lnTo>
                    <a:pt x="175" y="26760"/>
                  </a:lnTo>
                  <a:lnTo>
                    <a:pt x="789" y="23253"/>
                  </a:lnTo>
                  <a:lnTo>
                    <a:pt x="922" y="22388"/>
                  </a:lnTo>
                  <a:lnTo>
                    <a:pt x="981" y="21999"/>
                  </a:lnTo>
                  <a:lnTo>
                    <a:pt x="1008" y="21829"/>
                  </a:lnTo>
                  <a:lnTo>
                    <a:pt x="1148" y="18647"/>
                  </a:lnTo>
                  <a:lnTo>
                    <a:pt x="1512" y="10388"/>
                  </a:lnTo>
                  <a:lnTo>
                    <a:pt x="1590" y="10220"/>
                  </a:lnTo>
                  <a:lnTo>
                    <a:pt x="2156" y="8997"/>
                  </a:lnTo>
                  <a:lnTo>
                    <a:pt x="2382" y="8639"/>
                  </a:lnTo>
                  <a:lnTo>
                    <a:pt x="6093" y="7736"/>
                  </a:lnTo>
                  <a:lnTo>
                    <a:pt x="12746" y="6465"/>
                  </a:lnTo>
                  <a:lnTo>
                    <a:pt x="14271" y="6173"/>
                  </a:lnTo>
                  <a:lnTo>
                    <a:pt x="16859" y="5679"/>
                  </a:lnTo>
                  <a:lnTo>
                    <a:pt x="18921" y="5285"/>
                  </a:lnTo>
                  <a:lnTo>
                    <a:pt x="19953" y="5087"/>
                  </a:lnTo>
                  <a:lnTo>
                    <a:pt x="20839" y="4918"/>
                  </a:lnTo>
                  <a:lnTo>
                    <a:pt x="27407" y="3663"/>
                  </a:lnTo>
                  <a:lnTo>
                    <a:pt x="28020" y="3546"/>
                  </a:lnTo>
                  <a:lnTo>
                    <a:pt x="46581" y="0"/>
                  </a:lnTo>
                  <a:lnTo>
                    <a:pt x="46865" y="1130"/>
                  </a:lnTo>
                  <a:lnTo>
                    <a:pt x="46942" y="1437"/>
                  </a:lnTo>
                  <a:lnTo>
                    <a:pt x="47544" y="4054"/>
                  </a:lnTo>
                  <a:lnTo>
                    <a:pt x="48570" y="5813"/>
                  </a:lnTo>
                  <a:lnTo>
                    <a:pt x="48707" y="5998"/>
                  </a:lnTo>
                  <a:lnTo>
                    <a:pt x="49992" y="7723"/>
                  </a:lnTo>
                  <a:lnTo>
                    <a:pt x="50460" y="8350"/>
                  </a:lnTo>
                  <a:lnTo>
                    <a:pt x="50553" y="8626"/>
                  </a:lnTo>
                  <a:lnTo>
                    <a:pt x="50501" y="8805"/>
                  </a:lnTo>
                  <a:lnTo>
                    <a:pt x="50463" y="8932"/>
                  </a:lnTo>
                  <a:lnTo>
                    <a:pt x="50379" y="9219"/>
                  </a:lnTo>
                  <a:lnTo>
                    <a:pt x="50333" y="9375"/>
                  </a:lnTo>
                  <a:lnTo>
                    <a:pt x="50675" y="9823"/>
                  </a:lnTo>
                  <a:lnTo>
                    <a:pt x="51622" y="11063"/>
                  </a:lnTo>
                  <a:lnTo>
                    <a:pt x="51765" y="11251"/>
                  </a:lnTo>
                  <a:lnTo>
                    <a:pt x="51582" y="11947"/>
                  </a:lnTo>
                  <a:lnTo>
                    <a:pt x="51434" y="12390"/>
                  </a:lnTo>
                  <a:lnTo>
                    <a:pt x="51335" y="12686"/>
                  </a:lnTo>
                  <a:lnTo>
                    <a:pt x="51289" y="12824"/>
                  </a:lnTo>
                  <a:lnTo>
                    <a:pt x="51010" y="13660"/>
                  </a:lnTo>
                  <a:lnTo>
                    <a:pt x="49726" y="15717"/>
                  </a:lnTo>
                  <a:lnTo>
                    <a:pt x="49677" y="16278"/>
                  </a:lnTo>
                  <a:lnTo>
                    <a:pt x="49562" y="17584"/>
                  </a:lnTo>
                  <a:lnTo>
                    <a:pt x="49783" y="18367"/>
                  </a:lnTo>
                  <a:lnTo>
                    <a:pt x="50171" y="18688"/>
                  </a:lnTo>
                  <a:lnTo>
                    <a:pt x="50684" y="19073"/>
                  </a:lnTo>
                  <a:lnTo>
                    <a:pt x="51157" y="19391"/>
                  </a:lnTo>
                  <a:lnTo>
                    <a:pt x="51313" y="19593"/>
                  </a:lnTo>
                  <a:lnTo>
                    <a:pt x="51726" y="20126"/>
                  </a:lnTo>
                  <a:lnTo>
                    <a:pt x="51797" y="20431"/>
                  </a:lnTo>
                  <a:lnTo>
                    <a:pt x="52053" y="21525"/>
                  </a:lnTo>
                  <a:lnTo>
                    <a:pt x="52364" y="22853"/>
                  </a:lnTo>
                  <a:lnTo>
                    <a:pt x="52854" y="24946"/>
                  </a:lnTo>
                  <a:lnTo>
                    <a:pt x="52928" y="25263"/>
                  </a:lnTo>
                  <a:lnTo>
                    <a:pt x="52997" y="25557"/>
                  </a:lnTo>
                  <a:lnTo>
                    <a:pt x="54598" y="32401"/>
                  </a:lnTo>
                  <a:lnTo>
                    <a:pt x="65287" y="32989"/>
                  </a:lnTo>
                  <a:lnTo>
                    <a:pt x="65436" y="32997"/>
                  </a:lnTo>
                  <a:lnTo>
                    <a:pt x="79731" y="33782"/>
                  </a:lnTo>
                  <a:lnTo>
                    <a:pt x="78061" y="39007"/>
                  </a:lnTo>
                  <a:lnTo>
                    <a:pt x="77894" y="39532"/>
                  </a:lnTo>
                  <a:lnTo>
                    <a:pt x="77524" y="41111"/>
                  </a:lnTo>
                  <a:lnTo>
                    <a:pt x="76876" y="43885"/>
                  </a:lnTo>
                  <a:lnTo>
                    <a:pt x="77124" y="46808"/>
                  </a:lnTo>
                  <a:lnTo>
                    <a:pt x="77148" y="47084"/>
                  </a:lnTo>
                  <a:lnTo>
                    <a:pt x="73365" y="51691"/>
                  </a:lnTo>
                  <a:lnTo>
                    <a:pt x="73221" y="518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494081" y="5293157"/>
              <a:ext cx="82944" cy="74318"/>
            </a:xfrm>
            <a:custGeom>
              <a:avLst/>
              <a:pathLst>
                <a:path w="82944" h="74318">
                  <a:moveTo>
                    <a:pt x="76874" y="29620"/>
                  </a:moveTo>
                  <a:lnTo>
                    <a:pt x="82944" y="39785"/>
                  </a:lnTo>
                  <a:lnTo>
                    <a:pt x="82719" y="40143"/>
                  </a:lnTo>
                  <a:lnTo>
                    <a:pt x="82152" y="41366"/>
                  </a:lnTo>
                  <a:lnTo>
                    <a:pt x="82075" y="41534"/>
                  </a:lnTo>
                  <a:lnTo>
                    <a:pt x="81711" y="49793"/>
                  </a:lnTo>
                  <a:lnTo>
                    <a:pt x="81570" y="52975"/>
                  </a:lnTo>
                  <a:lnTo>
                    <a:pt x="81542" y="53161"/>
                  </a:lnTo>
                  <a:lnTo>
                    <a:pt x="81484" y="53534"/>
                  </a:lnTo>
                  <a:lnTo>
                    <a:pt x="81351" y="54399"/>
                  </a:lnTo>
                  <a:lnTo>
                    <a:pt x="80731" y="58019"/>
                  </a:lnTo>
                  <a:lnTo>
                    <a:pt x="80672" y="58958"/>
                  </a:lnTo>
                  <a:lnTo>
                    <a:pt x="80562" y="60383"/>
                  </a:lnTo>
                  <a:lnTo>
                    <a:pt x="80646" y="70059"/>
                  </a:lnTo>
                  <a:lnTo>
                    <a:pt x="80641" y="70463"/>
                  </a:lnTo>
                  <a:lnTo>
                    <a:pt x="80278" y="70395"/>
                  </a:lnTo>
                  <a:lnTo>
                    <a:pt x="80099" y="70361"/>
                  </a:lnTo>
                  <a:lnTo>
                    <a:pt x="79954" y="70334"/>
                  </a:lnTo>
                  <a:lnTo>
                    <a:pt x="79808" y="70306"/>
                  </a:lnTo>
                  <a:lnTo>
                    <a:pt x="78771" y="70111"/>
                  </a:lnTo>
                  <a:lnTo>
                    <a:pt x="76464" y="69676"/>
                  </a:lnTo>
                  <a:lnTo>
                    <a:pt x="68354" y="68164"/>
                  </a:lnTo>
                  <a:lnTo>
                    <a:pt x="67246" y="67926"/>
                  </a:lnTo>
                  <a:lnTo>
                    <a:pt x="60486" y="66476"/>
                  </a:lnTo>
                  <a:lnTo>
                    <a:pt x="60119" y="66397"/>
                  </a:lnTo>
                  <a:lnTo>
                    <a:pt x="59410" y="66243"/>
                  </a:lnTo>
                  <a:lnTo>
                    <a:pt x="51565" y="64547"/>
                  </a:lnTo>
                  <a:lnTo>
                    <a:pt x="49702" y="64197"/>
                  </a:lnTo>
                  <a:lnTo>
                    <a:pt x="48375" y="64109"/>
                  </a:lnTo>
                  <a:lnTo>
                    <a:pt x="48240" y="64100"/>
                  </a:lnTo>
                  <a:lnTo>
                    <a:pt x="45825" y="64907"/>
                  </a:lnTo>
                  <a:lnTo>
                    <a:pt x="42046" y="67052"/>
                  </a:lnTo>
                  <a:lnTo>
                    <a:pt x="40926" y="67763"/>
                  </a:lnTo>
                  <a:lnTo>
                    <a:pt x="37304" y="70060"/>
                  </a:lnTo>
                  <a:lnTo>
                    <a:pt x="36538" y="70525"/>
                  </a:lnTo>
                  <a:lnTo>
                    <a:pt x="31094" y="73834"/>
                  </a:lnTo>
                  <a:lnTo>
                    <a:pt x="30906" y="73949"/>
                  </a:lnTo>
                  <a:lnTo>
                    <a:pt x="30190" y="74318"/>
                  </a:lnTo>
                  <a:lnTo>
                    <a:pt x="26360" y="68800"/>
                  </a:lnTo>
                  <a:lnTo>
                    <a:pt x="25303" y="69009"/>
                  </a:lnTo>
                  <a:lnTo>
                    <a:pt x="24955" y="68920"/>
                  </a:lnTo>
                  <a:lnTo>
                    <a:pt x="24635" y="68521"/>
                  </a:lnTo>
                  <a:lnTo>
                    <a:pt x="24084" y="67740"/>
                  </a:lnTo>
                  <a:lnTo>
                    <a:pt x="23631" y="67098"/>
                  </a:lnTo>
                  <a:lnTo>
                    <a:pt x="23218" y="66511"/>
                  </a:lnTo>
                  <a:lnTo>
                    <a:pt x="22772" y="65879"/>
                  </a:lnTo>
                  <a:lnTo>
                    <a:pt x="22282" y="65186"/>
                  </a:lnTo>
                  <a:lnTo>
                    <a:pt x="21670" y="64317"/>
                  </a:lnTo>
                  <a:lnTo>
                    <a:pt x="21427" y="63972"/>
                  </a:lnTo>
                  <a:lnTo>
                    <a:pt x="21058" y="63523"/>
                  </a:lnTo>
                  <a:lnTo>
                    <a:pt x="20903" y="63505"/>
                  </a:lnTo>
                  <a:lnTo>
                    <a:pt x="20564" y="63438"/>
                  </a:lnTo>
                  <a:lnTo>
                    <a:pt x="20373" y="63194"/>
                  </a:lnTo>
                  <a:lnTo>
                    <a:pt x="20182" y="62950"/>
                  </a:lnTo>
                  <a:lnTo>
                    <a:pt x="19821" y="62488"/>
                  </a:lnTo>
                  <a:lnTo>
                    <a:pt x="19661" y="62283"/>
                  </a:lnTo>
                  <a:lnTo>
                    <a:pt x="19451" y="62014"/>
                  </a:lnTo>
                  <a:lnTo>
                    <a:pt x="19241" y="61745"/>
                  </a:lnTo>
                  <a:lnTo>
                    <a:pt x="19326" y="61561"/>
                  </a:lnTo>
                  <a:lnTo>
                    <a:pt x="19460" y="61269"/>
                  </a:lnTo>
                  <a:lnTo>
                    <a:pt x="18584" y="58841"/>
                  </a:lnTo>
                  <a:lnTo>
                    <a:pt x="18404" y="58343"/>
                  </a:lnTo>
                  <a:lnTo>
                    <a:pt x="13865" y="57830"/>
                  </a:lnTo>
                  <a:lnTo>
                    <a:pt x="13882" y="56578"/>
                  </a:lnTo>
                  <a:lnTo>
                    <a:pt x="13902" y="55202"/>
                  </a:lnTo>
                  <a:lnTo>
                    <a:pt x="13910" y="54620"/>
                  </a:lnTo>
                  <a:lnTo>
                    <a:pt x="13917" y="54168"/>
                  </a:lnTo>
                  <a:lnTo>
                    <a:pt x="13920" y="53963"/>
                  </a:lnTo>
                  <a:lnTo>
                    <a:pt x="13922" y="53786"/>
                  </a:lnTo>
                  <a:lnTo>
                    <a:pt x="14700" y="51558"/>
                  </a:lnTo>
                  <a:lnTo>
                    <a:pt x="14883" y="51305"/>
                  </a:lnTo>
                  <a:lnTo>
                    <a:pt x="15100" y="51006"/>
                  </a:lnTo>
                  <a:lnTo>
                    <a:pt x="15347" y="50666"/>
                  </a:lnTo>
                  <a:lnTo>
                    <a:pt x="15703" y="50176"/>
                  </a:lnTo>
                  <a:lnTo>
                    <a:pt x="15809" y="50030"/>
                  </a:lnTo>
                  <a:lnTo>
                    <a:pt x="15925" y="49871"/>
                  </a:lnTo>
                  <a:lnTo>
                    <a:pt x="16028" y="49729"/>
                  </a:lnTo>
                  <a:lnTo>
                    <a:pt x="16284" y="49376"/>
                  </a:lnTo>
                  <a:lnTo>
                    <a:pt x="16741" y="48754"/>
                  </a:lnTo>
                  <a:lnTo>
                    <a:pt x="16955" y="48464"/>
                  </a:lnTo>
                  <a:lnTo>
                    <a:pt x="17090" y="48282"/>
                  </a:lnTo>
                  <a:lnTo>
                    <a:pt x="17527" y="47690"/>
                  </a:lnTo>
                  <a:lnTo>
                    <a:pt x="18132" y="46865"/>
                  </a:lnTo>
                  <a:lnTo>
                    <a:pt x="17382" y="47018"/>
                  </a:lnTo>
                  <a:lnTo>
                    <a:pt x="14859" y="47532"/>
                  </a:lnTo>
                  <a:lnTo>
                    <a:pt x="14137" y="47679"/>
                  </a:lnTo>
                  <a:lnTo>
                    <a:pt x="12840" y="47943"/>
                  </a:lnTo>
                  <a:lnTo>
                    <a:pt x="12698" y="47930"/>
                  </a:lnTo>
                  <a:lnTo>
                    <a:pt x="12712" y="47431"/>
                  </a:lnTo>
                  <a:lnTo>
                    <a:pt x="12738" y="46518"/>
                  </a:lnTo>
                  <a:lnTo>
                    <a:pt x="12748" y="46168"/>
                  </a:lnTo>
                  <a:lnTo>
                    <a:pt x="12791" y="44687"/>
                  </a:lnTo>
                  <a:lnTo>
                    <a:pt x="12886" y="43595"/>
                  </a:lnTo>
                  <a:lnTo>
                    <a:pt x="12909" y="43343"/>
                  </a:lnTo>
                  <a:lnTo>
                    <a:pt x="12909" y="43083"/>
                  </a:lnTo>
                  <a:lnTo>
                    <a:pt x="12909" y="42865"/>
                  </a:lnTo>
                  <a:lnTo>
                    <a:pt x="12913" y="40152"/>
                  </a:lnTo>
                  <a:lnTo>
                    <a:pt x="12913" y="39948"/>
                  </a:lnTo>
                  <a:lnTo>
                    <a:pt x="12914" y="39677"/>
                  </a:lnTo>
                  <a:lnTo>
                    <a:pt x="13374" y="38783"/>
                  </a:lnTo>
                  <a:lnTo>
                    <a:pt x="13463" y="37458"/>
                  </a:lnTo>
                  <a:lnTo>
                    <a:pt x="13487" y="37095"/>
                  </a:lnTo>
                  <a:lnTo>
                    <a:pt x="13532" y="36426"/>
                  </a:lnTo>
                  <a:lnTo>
                    <a:pt x="13558" y="36045"/>
                  </a:lnTo>
                  <a:lnTo>
                    <a:pt x="13596" y="35469"/>
                  </a:lnTo>
                  <a:lnTo>
                    <a:pt x="13616" y="35171"/>
                  </a:lnTo>
                  <a:lnTo>
                    <a:pt x="13679" y="34231"/>
                  </a:lnTo>
                  <a:lnTo>
                    <a:pt x="13753" y="33134"/>
                  </a:lnTo>
                  <a:lnTo>
                    <a:pt x="13763" y="32981"/>
                  </a:lnTo>
                  <a:lnTo>
                    <a:pt x="13810" y="32277"/>
                  </a:lnTo>
                  <a:lnTo>
                    <a:pt x="13834" y="31922"/>
                  </a:lnTo>
                  <a:lnTo>
                    <a:pt x="13865" y="31461"/>
                  </a:lnTo>
                  <a:lnTo>
                    <a:pt x="13883" y="31190"/>
                  </a:lnTo>
                  <a:lnTo>
                    <a:pt x="13896" y="31005"/>
                  </a:lnTo>
                  <a:lnTo>
                    <a:pt x="13918" y="30564"/>
                  </a:lnTo>
                  <a:lnTo>
                    <a:pt x="9255" y="30455"/>
                  </a:lnTo>
                  <a:lnTo>
                    <a:pt x="8782" y="30444"/>
                  </a:lnTo>
                  <a:lnTo>
                    <a:pt x="8332" y="30626"/>
                  </a:lnTo>
                  <a:lnTo>
                    <a:pt x="7914" y="30738"/>
                  </a:lnTo>
                  <a:lnTo>
                    <a:pt x="6659" y="30808"/>
                  </a:lnTo>
                  <a:lnTo>
                    <a:pt x="6326" y="30768"/>
                  </a:lnTo>
                  <a:lnTo>
                    <a:pt x="5944" y="30663"/>
                  </a:lnTo>
                  <a:lnTo>
                    <a:pt x="5184" y="30456"/>
                  </a:lnTo>
                  <a:lnTo>
                    <a:pt x="4727" y="30331"/>
                  </a:lnTo>
                  <a:lnTo>
                    <a:pt x="3978" y="30126"/>
                  </a:lnTo>
                  <a:lnTo>
                    <a:pt x="3392" y="29966"/>
                  </a:lnTo>
                  <a:lnTo>
                    <a:pt x="2148" y="29626"/>
                  </a:lnTo>
                  <a:lnTo>
                    <a:pt x="1212" y="28473"/>
                  </a:lnTo>
                  <a:lnTo>
                    <a:pt x="0" y="26980"/>
                  </a:lnTo>
                  <a:lnTo>
                    <a:pt x="1161" y="25204"/>
                  </a:lnTo>
                  <a:lnTo>
                    <a:pt x="1569" y="24581"/>
                  </a:lnTo>
                  <a:lnTo>
                    <a:pt x="2025" y="24095"/>
                  </a:lnTo>
                  <a:lnTo>
                    <a:pt x="3842" y="22159"/>
                  </a:lnTo>
                  <a:lnTo>
                    <a:pt x="4145" y="21837"/>
                  </a:lnTo>
                  <a:lnTo>
                    <a:pt x="4628" y="21343"/>
                  </a:lnTo>
                  <a:lnTo>
                    <a:pt x="7958" y="17944"/>
                  </a:lnTo>
                  <a:lnTo>
                    <a:pt x="16964" y="10043"/>
                  </a:lnTo>
                  <a:lnTo>
                    <a:pt x="19160" y="8117"/>
                  </a:lnTo>
                  <a:lnTo>
                    <a:pt x="27692" y="632"/>
                  </a:lnTo>
                  <a:lnTo>
                    <a:pt x="28012" y="352"/>
                  </a:lnTo>
                  <a:lnTo>
                    <a:pt x="28282" y="115"/>
                  </a:lnTo>
                  <a:lnTo>
                    <a:pt x="28413" y="0"/>
                  </a:lnTo>
                  <a:lnTo>
                    <a:pt x="28982" y="595"/>
                  </a:lnTo>
                  <a:lnTo>
                    <a:pt x="29470" y="1106"/>
                  </a:lnTo>
                  <a:lnTo>
                    <a:pt x="30894" y="2597"/>
                  </a:lnTo>
                  <a:lnTo>
                    <a:pt x="32672" y="4458"/>
                  </a:lnTo>
                  <a:lnTo>
                    <a:pt x="33436" y="5258"/>
                  </a:lnTo>
                  <a:lnTo>
                    <a:pt x="33661" y="5494"/>
                  </a:lnTo>
                  <a:lnTo>
                    <a:pt x="34358" y="6224"/>
                  </a:lnTo>
                  <a:lnTo>
                    <a:pt x="34856" y="6736"/>
                  </a:lnTo>
                  <a:lnTo>
                    <a:pt x="35824" y="7732"/>
                  </a:lnTo>
                  <a:lnTo>
                    <a:pt x="36236" y="8156"/>
                  </a:lnTo>
                  <a:lnTo>
                    <a:pt x="36464" y="8391"/>
                  </a:lnTo>
                  <a:lnTo>
                    <a:pt x="36959" y="8900"/>
                  </a:lnTo>
                  <a:lnTo>
                    <a:pt x="37762" y="9726"/>
                  </a:lnTo>
                  <a:lnTo>
                    <a:pt x="38688" y="10679"/>
                  </a:lnTo>
                  <a:lnTo>
                    <a:pt x="39932" y="11959"/>
                  </a:lnTo>
                  <a:lnTo>
                    <a:pt x="40154" y="12188"/>
                  </a:lnTo>
                  <a:lnTo>
                    <a:pt x="40738" y="12788"/>
                  </a:lnTo>
                  <a:lnTo>
                    <a:pt x="42513" y="14615"/>
                  </a:lnTo>
                  <a:lnTo>
                    <a:pt x="42690" y="14796"/>
                  </a:lnTo>
                  <a:lnTo>
                    <a:pt x="43148" y="15213"/>
                  </a:lnTo>
                  <a:lnTo>
                    <a:pt x="43598" y="15622"/>
                  </a:lnTo>
                  <a:lnTo>
                    <a:pt x="43938" y="15901"/>
                  </a:lnTo>
                  <a:lnTo>
                    <a:pt x="44187" y="16106"/>
                  </a:lnTo>
                  <a:lnTo>
                    <a:pt x="45348" y="17060"/>
                  </a:lnTo>
                  <a:lnTo>
                    <a:pt x="46076" y="17659"/>
                  </a:lnTo>
                  <a:lnTo>
                    <a:pt x="46206" y="17766"/>
                  </a:lnTo>
                  <a:lnTo>
                    <a:pt x="46429" y="17949"/>
                  </a:lnTo>
                  <a:lnTo>
                    <a:pt x="46977" y="18316"/>
                  </a:lnTo>
                  <a:lnTo>
                    <a:pt x="47241" y="18493"/>
                  </a:lnTo>
                  <a:lnTo>
                    <a:pt x="48002" y="19003"/>
                  </a:lnTo>
                  <a:lnTo>
                    <a:pt x="48754" y="19507"/>
                  </a:lnTo>
                  <a:lnTo>
                    <a:pt x="48977" y="19656"/>
                  </a:lnTo>
                  <a:lnTo>
                    <a:pt x="49347" y="19904"/>
                  </a:lnTo>
                  <a:lnTo>
                    <a:pt x="50915" y="20684"/>
                  </a:lnTo>
                  <a:lnTo>
                    <a:pt x="51309" y="20879"/>
                  </a:lnTo>
                  <a:lnTo>
                    <a:pt x="51939" y="21180"/>
                  </a:lnTo>
                  <a:lnTo>
                    <a:pt x="52424" y="21412"/>
                  </a:lnTo>
                  <a:lnTo>
                    <a:pt x="52958" y="21667"/>
                  </a:lnTo>
                  <a:lnTo>
                    <a:pt x="53373" y="21865"/>
                  </a:lnTo>
                  <a:lnTo>
                    <a:pt x="53967" y="22149"/>
                  </a:lnTo>
                  <a:lnTo>
                    <a:pt x="54803" y="22453"/>
                  </a:lnTo>
                  <a:lnTo>
                    <a:pt x="56195" y="22959"/>
                  </a:lnTo>
                  <a:lnTo>
                    <a:pt x="60512" y="24528"/>
                  </a:lnTo>
                  <a:lnTo>
                    <a:pt x="62555" y="25271"/>
                  </a:lnTo>
                  <a:lnTo>
                    <a:pt x="62914" y="25401"/>
                  </a:lnTo>
                  <a:lnTo>
                    <a:pt x="65222" y="26240"/>
                  </a:lnTo>
                  <a:lnTo>
                    <a:pt x="65570" y="26367"/>
                  </a:lnTo>
                  <a:lnTo>
                    <a:pt x="65812" y="26455"/>
                  </a:lnTo>
                  <a:lnTo>
                    <a:pt x="66887" y="26839"/>
                  </a:lnTo>
                  <a:lnTo>
                    <a:pt x="67296" y="26985"/>
                  </a:lnTo>
                  <a:lnTo>
                    <a:pt x="68370" y="27369"/>
                  </a:lnTo>
                  <a:lnTo>
                    <a:pt x="68515" y="27421"/>
                  </a:lnTo>
                  <a:lnTo>
                    <a:pt x="68644" y="27467"/>
                  </a:lnTo>
                  <a:lnTo>
                    <a:pt x="69228" y="27676"/>
                  </a:lnTo>
                  <a:lnTo>
                    <a:pt x="69435" y="27750"/>
                  </a:lnTo>
                  <a:lnTo>
                    <a:pt x="69593" y="27806"/>
                  </a:lnTo>
                  <a:lnTo>
                    <a:pt x="69735" y="27857"/>
                  </a:lnTo>
                  <a:lnTo>
                    <a:pt x="71259" y="28227"/>
                  </a:lnTo>
                  <a:lnTo>
                    <a:pt x="72298" y="28479"/>
                  </a:lnTo>
                  <a:lnTo>
                    <a:pt x="73017" y="28653"/>
                  </a:lnTo>
                  <a:lnTo>
                    <a:pt x="74066" y="28907"/>
                  </a:lnTo>
                  <a:lnTo>
                    <a:pt x="74649" y="29049"/>
                  </a:lnTo>
                  <a:lnTo>
                    <a:pt x="75175" y="29176"/>
                  </a:lnTo>
                  <a:lnTo>
                    <a:pt x="75767" y="29320"/>
                  </a:lnTo>
                  <a:lnTo>
                    <a:pt x="76064" y="293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446227" y="5320139"/>
              <a:ext cx="78022" cy="83992"/>
            </a:xfrm>
            <a:custGeom>
              <a:avLst/>
              <a:pathLst>
                <a:path w="78022" h="83992">
                  <a:moveTo>
                    <a:pt x="54357" y="3834"/>
                  </a:moveTo>
                  <a:lnTo>
                    <a:pt x="54513" y="3825"/>
                  </a:lnTo>
                  <a:lnTo>
                    <a:pt x="55935" y="3746"/>
                  </a:lnTo>
                  <a:lnTo>
                    <a:pt x="56186" y="3644"/>
                  </a:lnTo>
                  <a:lnTo>
                    <a:pt x="56753" y="3464"/>
                  </a:lnTo>
                  <a:lnTo>
                    <a:pt x="57109" y="3473"/>
                  </a:lnTo>
                  <a:lnTo>
                    <a:pt x="61759" y="3878"/>
                  </a:lnTo>
                  <a:lnTo>
                    <a:pt x="61750" y="4023"/>
                  </a:lnTo>
                  <a:lnTo>
                    <a:pt x="61737" y="4208"/>
                  </a:lnTo>
                  <a:lnTo>
                    <a:pt x="61719" y="4479"/>
                  </a:lnTo>
                  <a:lnTo>
                    <a:pt x="61688" y="4940"/>
                  </a:lnTo>
                  <a:lnTo>
                    <a:pt x="61664" y="5295"/>
                  </a:lnTo>
                  <a:lnTo>
                    <a:pt x="61617" y="5999"/>
                  </a:lnTo>
                  <a:lnTo>
                    <a:pt x="61607" y="6152"/>
                  </a:lnTo>
                  <a:lnTo>
                    <a:pt x="61529" y="7318"/>
                  </a:lnTo>
                  <a:lnTo>
                    <a:pt x="61470" y="8189"/>
                  </a:lnTo>
                  <a:lnTo>
                    <a:pt x="61450" y="8487"/>
                  </a:lnTo>
                  <a:lnTo>
                    <a:pt x="61408" y="9120"/>
                  </a:lnTo>
                  <a:lnTo>
                    <a:pt x="61386" y="9444"/>
                  </a:lnTo>
                  <a:lnTo>
                    <a:pt x="61341" y="10113"/>
                  </a:lnTo>
                  <a:lnTo>
                    <a:pt x="61317" y="10476"/>
                  </a:lnTo>
                  <a:lnTo>
                    <a:pt x="61228" y="11801"/>
                  </a:lnTo>
                  <a:lnTo>
                    <a:pt x="60768" y="12695"/>
                  </a:lnTo>
                  <a:lnTo>
                    <a:pt x="60767" y="12966"/>
                  </a:lnTo>
                  <a:lnTo>
                    <a:pt x="60767" y="13170"/>
                  </a:lnTo>
                  <a:lnTo>
                    <a:pt x="60763" y="15883"/>
                  </a:lnTo>
                  <a:lnTo>
                    <a:pt x="60763" y="16101"/>
                  </a:lnTo>
                  <a:lnTo>
                    <a:pt x="60763" y="16360"/>
                  </a:lnTo>
                  <a:lnTo>
                    <a:pt x="60740" y="16613"/>
                  </a:lnTo>
                  <a:lnTo>
                    <a:pt x="60645" y="17705"/>
                  </a:lnTo>
                  <a:lnTo>
                    <a:pt x="60602" y="19186"/>
                  </a:lnTo>
                  <a:lnTo>
                    <a:pt x="60592" y="19536"/>
                  </a:lnTo>
                  <a:lnTo>
                    <a:pt x="60566" y="20449"/>
                  </a:lnTo>
                  <a:lnTo>
                    <a:pt x="60551" y="20991"/>
                  </a:lnTo>
                  <a:lnTo>
                    <a:pt x="60705" y="20959"/>
                  </a:lnTo>
                  <a:lnTo>
                    <a:pt x="61991" y="20697"/>
                  </a:lnTo>
                  <a:lnTo>
                    <a:pt x="62713" y="20550"/>
                  </a:lnTo>
                  <a:lnTo>
                    <a:pt x="65236" y="20036"/>
                  </a:lnTo>
                  <a:lnTo>
                    <a:pt x="65603" y="20408"/>
                  </a:lnTo>
                  <a:lnTo>
                    <a:pt x="65360" y="20736"/>
                  </a:lnTo>
                  <a:lnTo>
                    <a:pt x="64944" y="21300"/>
                  </a:lnTo>
                  <a:lnTo>
                    <a:pt x="64740" y="21575"/>
                  </a:lnTo>
                  <a:lnTo>
                    <a:pt x="64317" y="22147"/>
                  </a:lnTo>
                  <a:lnTo>
                    <a:pt x="64066" y="22494"/>
                  </a:lnTo>
                  <a:lnTo>
                    <a:pt x="63882" y="22747"/>
                  </a:lnTo>
                  <a:lnTo>
                    <a:pt x="63761" y="22913"/>
                  </a:lnTo>
                  <a:lnTo>
                    <a:pt x="63663" y="23048"/>
                  </a:lnTo>
                  <a:lnTo>
                    <a:pt x="63557" y="23195"/>
                  </a:lnTo>
                  <a:lnTo>
                    <a:pt x="63135" y="23775"/>
                  </a:lnTo>
                  <a:lnTo>
                    <a:pt x="62954" y="24024"/>
                  </a:lnTo>
                  <a:lnTo>
                    <a:pt x="62737" y="24323"/>
                  </a:lnTo>
                  <a:lnTo>
                    <a:pt x="62537" y="24599"/>
                  </a:lnTo>
                  <a:lnTo>
                    <a:pt x="61776" y="26804"/>
                  </a:lnTo>
                  <a:lnTo>
                    <a:pt x="61774" y="26981"/>
                  </a:lnTo>
                  <a:lnTo>
                    <a:pt x="61771" y="27186"/>
                  </a:lnTo>
                  <a:lnTo>
                    <a:pt x="61764" y="27638"/>
                  </a:lnTo>
                  <a:lnTo>
                    <a:pt x="61754" y="28341"/>
                  </a:lnTo>
                  <a:lnTo>
                    <a:pt x="61736" y="29596"/>
                  </a:lnTo>
                  <a:lnTo>
                    <a:pt x="61719" y="30848"/>
                  </a:lnTo>
                  <a:lnTo>
                    <a:pt x="66258" y="31361"/>
                  </a:lnTo>
                  <a:lnTo>
                    <a:pt x="66438" y="31859"/>
                  </a:lnTo>
                  <a:lnTo>
                    <a:pt x="67314" y="34287"/>
                  </a:lnTo>
                  <a:lnTo>
                    <a:pt x="67180" y="34579"/>
                  </a:lnTo>
                  <a:lnTo>
                    <a:pt x="67095" y="34763"/>
                  </a:lnTo>
                  <a:lnTo>
                    <a:pt x="67305" y="35032"/>
                  </a:lnTo>
                  <a:lnTo>
                    <a:pt x="67515" y="35301"/>
                  </a:lnTo>
                  <a:lnTo>
                    <a:pt x="67675" y="35506"/>
                  </a:lnTo>
                  <a:lnTo>
                    <a:pt x="68036" y="35968"/>
                  </a:lnTo>
                  <a:lnTo>
                    <a:pt x="68245" y="36235"/>
                  </a:lnTo>
                  <a:lnTo>
                    <a:pt x="68442" y="36487"/>
                  </a:lnTo>
                  <a:lnTo>
                    <a:pt x="68757" y="36523"/>
                  </a:lnTo>
                  <a:lnTo>
                    <a:pt x="69028" y="36632"/>
                  </a:lnTo>
                  <a:lnTo>
                    <a:pt x="69281" y="36990"/>
                  </a:lnTo>
                  <a:lnTo>
                    <a:pt x="69661" y="37530"/>
                  </a:lnTo>
                  <a:lnTo>
                    <a:pt x="70136" y="38204"/>
                  </a:lnTo>
                  <a:lnTo>
                    <a:pt x="70626" y="38897"/>
                  </a:lnTo>
                  <a:lnTo>
                    <a:pt x="71149" y="39640"/>
                  </a:lnTo>
                  <a:lnTo>
                    <a:pt x="71485" y="40116"/>
                  </a:lnTo>
                  <a:lnTo>
                    <a:pt x="71938" y="40758"/>
                  </a:lnTo>
                  <a:lnTo>
                    <a:pt x="72489" y="41539"/>
                  </a:lnTo>
                  <a:lnTo>
                    <a:pt x="72918" y="42074"/>
                  </a:lnTo>
                  <a:lnTo>
                    <a:pt x="73157" y="42027"/>
                  </a:lnTo>
                  <a:lnTo>
                    <a:pt x="74214" y="41818"/>
                  </a:lnTo>
                  <a:lnTo>
                    <a:pt x="78022" y="47416"/>
                  </a:lnTo>
                  <a:lnTo>
                    <a:pt x="77665" y="47640"/>
                  </a:lnTo>
                  <a:lnTo>
                    <a:pt x="77233" y="47912"/>
                  </a:lnTo>
                  <a:lnTo>
                    <a:pt x="75864" y="48772"/>
                  </a:lnTo>
                  <a:lnTo>
                    <a:pt x="74119" y="49868"/>
                  </a:lnTo>
                  <a:lnTo>
                    <a:pt x="73166" y="50468"/>
                  </a:lnTo>
                  <a:lnTo>
                    <a:pt x="72924" y="50619"/>
                  </a:lnTo>
                  <a:lnTo>
                    <a:pt x="70597" y="52082"/>
                  </a:lnTo>
                  <a:lnTo>
                    <a:pt x="69103" y="53020"/>
                  </a:lnTo>
                  <a:lnTo>
                    <a:pt x="68749" y="53243"/>
                  </a:lnTo>
                  <a:lnTo>
                    <a:pt x="66503" y="54654"/>
                  </a:lnTo>
                  <a:lnTo>
                    <a:pt x="65412" y="55340"/>
                  </a:lnTo>
                  <a:lnTo>
                    <a:pt x="65273" y="55427"/>
                  </a:lnTo>
                  <a:lnTo>
                    <a:pt x="56218" y="61117"/>
                  </a:lnTo>
                  <a:lnTo>
                    <a:pt x="55114" y="62228"/>
                  </a:lnTo>
                  <a:lnTo>
                    <a:pt x="54973" y="62370"/>
                  </a:lnTo>
                  <a:lnTo>
                    <a:pt x="49423" y="67956"/>
                  </a:lnTo>
                  <a:lnTo>
                    <a:pt x="47691" y="69700"/>
                  </a:lnTo>
                  <a:lnTo>
                    <a:pt x="47458" y="69965"/>
                  </a:lnTo>
                  <a:lnTo>
                    <a:pt x="46736" y="70793"/>
                  </a:lnTo>
                  <a:lnTo>
                    <a:pt x="44566" y="73278"/>
                  </a:lnTo>
                  <a:lnTo>
                    <a:pt x="42273" y="75904"/>
                  </a:lnTo>
                  <a:lnTo>
                    <a:pt x="41983" y="76406"/>
                  </a:lnTo>
                  <a:lnTo>
                    <a:pt x="40630" y="78683"/>
                  </a:lnTo>
                  <a:lnTo>
                    <a:pt x="40091" y="78537"/>
                  </a:lnTo>
                  <a:lnTo>
                    <a:pt x="39565" y="78396"/>
                  </a:lnTo>
                  <a:lnTo>
                    <a:pt x="39348" y="78337"/>
                  </a:lnTo>
                  <a:lnTo>
                    <a:pt x="38845" y="78202"/>
                  </a:lnTo>
                  <a:lnTo>
                    <a:pt x="38385" y="78078"/>
                  </a:lnTo>
                  <a:lnTo>
                    <a:pt x="37146" y="77745"/>
                  </a:lnTo>
                  <a:lnTo>
                    <a:pt x="36378" y="77538"/>
                  </a:lnTo>
                  <a:lnTo>
                    <a:pt x="35623" y="77335"/>
                  </a:lnTo>
                  <a:lnTo>
                    <a:pt x="35181" y="77231"/>
                  </a:lnTo>
                  <a:lnTo>
                    <a:pt x="34631" y="77102"/>
                  </a:lnTo>
                  <a:lnTo>
                    <a:pt x="34280" y="77019"/>
                  </a:lnTo>
                  <a:lnTo>
                    <a:pt x="32984" y="76903"/>
                  </a:lnTo>
                  <a:lnTo>
                    <a:pt x="32852" y="76892"/>
                  </a:lnTo>
                  <a:lnTo>
                    <a:pt x="32289" y="76841"/>
                  </a:lnTo>
                  <a:lnTo>
                    <a:pt x="32115" y="76840"/>
                  </a:lnTo>
                  <a:lnTo>
                    <a:pt x="31867" y="76838"/>
                  </a:lnTo>
                  <a:lnTo>
                    <a:pt x="31469" y="76835"/>
                  </a:lnTo>
                  <a:lnTo>
                    <a:pt x="31101" y="76833"/>
                  </a:lnTo>
                  <a:lnTo>
                    <a:pt x="30927" y="76831"/>
                  </a:lnTo>
                  <a:lnTo>
                    <a:pt x="30791" y="76830"/>
                  </a:lnTo>
                  <a:lnTo>
                    <a:pt x="30493" y="76828"/>
                  </a:lnTo>
                  <a:lnTo>
                    <a:pt x="30144" y="76826"/>
                  </a:lnTo>
                  <a:lnTo>
                    <a:pt x="29987" y="76824"/>
                  </a:lnTo>
                  <a:lnTo>
                    <a:pt x="29790" y="76823"/>
                  </a:lnTo>
                  <a:lnTo>
                    <a:pt x="24648" y="78626"/>
                  </a:lnTo>
                  <a:lnTo>
                    <a:pt x="23819" y="78903"/>
                  </a:lnTo>
                  <a:lnTo>
                    <a:pt x="23573" y="78986"/>
                  </a:lnTo>
                  <a:lnTo>
                    <a:pt x="23284" y="79082"/>
                  </a:lnTo>
                  <a:lnTo>
                    <a:pt x="23153" y="79126"/>
                  </a:lnTo>
                  <a:lnTo>
                    <a:pt x="22998" y="79178"/>
                  </a:lnTo>
                  <a:lnTo>
                    <a:pt x="22742" y="79263"/>
                  </a:lnTo>
                  <a:lnTo>
                    <a:pt x="19589" y="80317"/>
                  </a:lnTo>
                  <a:lnTo>
                    <a:pt x="19401" y="80380"/>
                  </a:lnTo>
                  <a:lnTo>
                    <a:pt x="19265" y="80425"/>
                  </a:lnTo>
                  <a:lnTo>
                    <a:pt x="18566" y="80659"/>
                  </a:lnTo>
                  <a:lnTo>
                    <a:pt x="17252" y="81098"/>
                  </a:lnTo>
                  <a:lnTo>
                    <a:pt x="15886" y="81554"/>
                  </a:lnTo>
                  <a:lnTo>
                    <a:pt x="15678" y="81624"/>
                  </a:lnTo>
                  <a:lnTo>
                    <a:pt x="14361" y="82003"/>
                  </a:lnTo>
                  <a:lnTo>
                    <a:pt x="12560" y="82521"/>
                  </a:lnTo>
                  <a:lnTo>
                    <a:pt x="12083" y="82658"/>
                  </a:lnTo>
                  <a:lnTo>
                    <a:pt x="10229" y="83192"/>
                  </a:lnTo>
                  <a:lnTo>
                    <a:pt x="6778" y="83637"/>
                  </a:lnTo>
                  <a:lnTo>
                    <a:pt x="6332" y="83738"/>
                  </a:lnTo>
                  <a:lnTo>
                    <a:pt x="5781" y="83864"/>
                  </a:lnTo>
                  <a:lnTo>
                    <a:pt x="5631" y="83899"/>
                  </a:lnTo>
                  <a:lnTo>
                    <a:pt x="5055" y="83992"/>
                  </a:lnTo>
                  <a:lnTo>
                    <a:pt x="5012" y="83817"/>
                  </a:lnTo>
                  <a:lnTo>
                    <a:pt x="4750" y="82751"/>
                  </a:lnTo>
                  <a:lnTo>
                    <a:pt x="4492" y="81702"/>
                  </a:lnTo>
                  <a:lnTo>
                    <a:pt x="4322" y="81010"/>
                  </a:lnTo>
                  <a:lnTo>
                    <a:pt x="3971" y="79579"/>
                  </a:lnTo>
                  <a:lnTo>
                    <a:pt x="2979" y="75538"/>
                  </a:lnTo>
                  <a:lnTo>
                    <a:pt x="2312" y="72304"/>
                  </a:lnTo>
                  <a:lnTo>
                    <a:pt x="2284" y="72171"/>
                  </a:lnTo>
                  <a:lnTo>
                    <a:pt x="1286" y="67325"/>
                  </a:lnTo>
                  <a:lnTo>
                    <a:pt x="467" y="63712"/>
                  </a:lnTo>
                  <a:lnTo>
                    <a:pt x="422" y="63513"/>
                  </a:lnTo>
                  <a:lnTo>
                    <a:pt x="391" y="63287"/>
                  </a:lnTo>
                  <a:lnTo>
                    <a:pt x="0" y="59530"/>
                  </a:lnTo>
                  <a:lnTo>
                    <a:pt x="282" y="59439"/>
                  </a:lnTo>
                  <a:lnTo>
                    <a:pt x="541" y="59356"/>
                  </a:lnTo>
                  <a:lnTo>
                    <a:pt x="1048" y="59192"/>
                  </a:lnTo>
                  <a:lnTo>
                    <a:pt x="1218" y="59137"/>
                  </a:lnTo>
                  <a:lnTo>
                    <a:pt x="1868" y="58928"/>
                  </a:lnTo>
                  <a:lnTo>
                    <a:pt x="2553" y="58707"/>
                  </a:lnTo>
                  <a:lnTo>
                    <a:pt x="2719" y="58654"/>
                  </a:lnTo>
                  <a:lnTo>
                    <a:pt x="3525" y="58394"/>
                  </a:lnTo>
                  <a:lnTo>
                    <a:pt x="3779" y="58312"/>
                  </a:lnTo>
                  <a:lnTo>
                    <a:pt x="4661" y="58027"/>
                  </a:lnTo>
                  <a:lnTo>
                    <a:pt x="5143" y="57872"/>
                  </a:lnTo>
                  <a:lnTo>
                    <a:pt x="6464" y="57446"/>
                  </a:lnTo>
                  <a:lnTo>
                    <a:pt x="6630" y="57392"/>
                  </a:lnTo>
                  <a:lnTo>
                    <a:pt x="6852" y="57320"/>
                  </a:lnTo>
                  <a:lnTo>
                    <a:pt x="7047" y="57260"/>
                  </a:lnTo>
                  <a:lnTo>
                    <a:pt x="8574" y="56787"/>
                  </a:lnTo>
                  <a:lnTo>
                    <a:pt x="10700" y="56130"/>
                  </a:lnTo>
                  <a:lnTo>
                    <a:pt x="14645" y="54718"/>
                  </a:lnTo>
                  <a:lnTo>
                    <a:pt x="14530" y="54344"/>
                  </a:lnTo>
                  <a:lnTo>
                    <a:pt x="14473" y="54107"/>
                  </a:lnTo>
                  <a:lnTo>
                    <a:pt x="14429" y="53929"/>
                  </a:lnTo>
                  <a:lnTo>
                    <a:pt x="14178" y="52897"/>
                  </a:lnTo>
                  <a:lnTo>
                    <a:pt x="14140" y="52738"/>
                  </a:lnTo>
                  <a:lnTo>
                    <a:pt x="13929" y="51872"/>
                  </a:lnTo>
                  <a:lnTo>
                    <a:pt x="13896" y="51738"/>
                  </a:lnTo>
                  <a:lnTo>
                    <a:pt x="13822" y="51432"/>
                  </a:lnTo>
                  <a:lnTo>
                    <a:pt x="13678" y="51008"/>
                  </a:lnTo>
                  <a:lnTo>
                    <a:pt x="13334" y="50469"/>
                  </a:lnTo>
                  <a:lnTo>
                    <a:pt x="12944" y="49860"/>
                  </a:lnTo>
                  <a:lnTo>
                    <a:pt x="12748" y="49553"/>
                  </a:lnTo>
                  <a:lnTo>
                    <a:pt x="13537" y="46580"/>
                  </a:lnTo>
                  <a:lnTo>
                    <a:pt x="14521" y="42872"/>
                  </a:lnTo>
                  <a:lnTo>
                    <a:pt x="15515" y="39126"/>
                  </a:lnTo>
                  <a:lnTo>
                    <a:pt x="16732" y="34537"/>
                  </a:lnTo>
                  <a:lnTo>
                    <a:pt x="13820" y="29871"/>
                  </a:lnTo>
                  <a:lnTo>
                    <a:pt x="14831" y="29262"/>
                  </a:lnTo>
                  <a:lnTo>
                    <a:pt x="15180" y="29051"/>
                  </a:lnTo>
                  <a:lnTo>
                    <a:pt x="15798" y="28680"/>
                  </a:lnTo>
                  <a:lnTo>
                    <a:pt x="16005" y="28555"/>
                  </a:lnTo>
                  <a:lnTo>
                    <a:pt x="16882" y="28026"/>
                  </a:lnTo>
                  <a:lnTo>
                    <a:pt x="17757" y="27499"/>
                  </a:lnTo>
                  <a:lnTo>
                    <a:pt x="18033" y="27333"/>
                  </a:lnTo>
                  <a:lnTo>
                    <a:pt x="18676" y="26945"/>
                  </a:lnTo>
                  <a:lnTo>
                    <a:pt x="18890" y="26816"/>
                  </a:lnTo>
                  <a:lnTo>
                    <a:pt x="19681" y="26340"/>
                  </a:lnTo>
                  <a:lnTo>
                    <a:pt x="19821" y="26256"/>
                  </a:lnTo>
                  <a:lnTo>
                    <a:pt x="20678" y="25739"/>
                  </a:lnTo>
                  <a:lnTo>
                    <a:pt x="20911" y="25599"/>
                  </a:lnTo>
                  <a:lnTo>
                    <a:pt x="21621" y="25172"/>
                  </a:lnTo>
                  <a:lnTo>
                    <a:pt x="23429" y="23931"/>
                  </a:lnTo>
                  <a:lnTo>
                    <a:pt x="24623" y="23045"/>
                  </a:lnTo>
                  <a:lnTo>
                    <a:pt x="25121" y="22675"/>
                  </a:lnTo>
                  <a:lnTo>
                    <a:pt x="25607" y="22313"/>
                  </a:lnTo>
                  <a:lnTo>
                    <a:pt x="26036" y="21994"/>
                  </a:lnTo>
                  <a:lnTo>
                    <a:pt x="26321" y="21783"/>
                  </a:lnTo>
                  <a:lnTo>
                    <a:pt x="26553" y="21610"/>
                  </a:lnTo>
                  <a:lnTo>
                    <a:pt x="26714" y="21491"/>
                  </a:lnTo>
                  <a:lnTo>
                    <a:pt x="26986" y="21289"/>
                  </a:lnTo>
                  <a:lnTo>
                    <a:pt x="27143" y="21172"/>
                  </a:lnTo>
                  <a:lnTo>
                    <a:pt x="27306" y="21051"/>
                  </a:lnTo>
                  <a:lnTo>
                    <a:pt x="27554" y="20866"/>
                  </a:lnTo>
                  <a:lnTo>
                    <a:pt x="27746" y="20724"/>
                  </a:lnTo>
                  <a:lnTo>
                    <a:pt x="27992" y="20541"/>
                  </a:lnTo>
                  <a:lnTo>
                    <a:pt x="28211" y="20378"/>
                  </a:lnTo>
                  <a:lnTo>
                    <a:pt x="28553" y="20124"/>
                  </a:lnTo>
                  <a:lnTo>
                    <a:pt x="28702" y="20013"/>
                  </a:lnTo>
                  <a:lnTo>
                    <a:pt x="28938" y="19838"/>
                  </a:lnTo>
                  <a:lnTo>
                    <a:pt x="29149" y="19681"/>
                  </a:lnTo>
                  <a:lnTo>
                    <a:pt x="29364" y="19521"/>
                  </a:lnTo>
                  <a:lnTo>
                    <a:pt x="29571" y="19368"/>
                  </a:lnTo>
                  <a:lnTo>
                    <a:pt x="29772" y="19218"/>
                  </a:lnTo>
                  <a:lnTo>
                    <a:pt x="29990" y="19056"/>
                  </a:lnTo>
                  <a:lnTo>
                    <a:pt x="30265" y="18851"/>
                  </a:lnTo>
                  <a:lnTo>
                    <a:pt x="30408" y="18745"/>
                  </a:lnTo>
                  <a:lnTo>
                    <a:pt x="30944" y="18348"/>
                  </a:lnTo>
                  <a:lnTo>
                    <a:pt x="31094" y="18236"/>
                  </a:lnTo>
                  <a:lnTo>
                    <a:pt x="31435" y="17982"/>
                  </a:lnTo>
                  <a:lnTo>
                    <a:pt x="31590" y="17867"/>
                  </a:lnTo>
                  <a:lnTo>
                    <a:pt x="31832" y="17688"/>
                  </a:lnTo>
                  <a:lnTo>
                    <a:pt x="32091" y="17495"/>
                  </a:lnTo>
                  <a:lnTo>
                    <a:pt x="32793" y="16974"/>
                  </a:lnTo>
                  <a:lnTo>
                    <a:pt x="33220" y="16653"/>
                  </a:lnTo>
                  <a:lnTo>
                    <a:pt x="33608" y="16337"/>
                  </a:lnTo>
                  <a:lnTo>
                    <a:pt x="37161" y="13445"/>
                  </a:lnTo>
                  <a:lnTo>
                    <a:pt x="38920" y="12013"/>
                  </a:lnTo>
                  <a:lnTo>
                    <a:pt x="40572" y="10303"/>
                  </a:lnTo>
                  <a:lnTo>
                    <a:pt x="43985" y="6769"/>
                  </a:lnTo>
                  <a:lnTo>
                    <a:pt x="44254" y="6299"/>
                  </a:lnTo>
                  <a:lnTo>
                    <a:pt x="44674" y="5564"/>
                  </a:lnTo>
                  <a:lnTo>
                    <a:pt x="45053" y="4901"/>
                  </a:lnTo>
                  <a:lnTo>
                    <a:pt x="46958" y="1565"/>
                  </a:lnTo>
                  <a:lnTo>
                    <a:pt x="47739" y="198"/>
                  </a:lnTo>
                  <a:lnTo>
                    <a:pt x="47855" y="0"/>
                  </a:lnTo>
                  <a:lnTo>
                    <a:pt x="49066" y="1491"/>
                  </a:lnTo>
                  <a:lnTo>
                    <a:pt x="50002" y="2644"/>
                  </a:lnTo>
                  <a:lnTo>
                    <a:pt x="51246" y="2984"/>
                  </a:lnTo>
                  <a:lnTo>
                    <a:pt x="51832" y="3144"/>
                  </a:lnTo>
                  <a:lnTo>
                    <a:pt x="52581" y="3349"/>
                  </a:lnTo>
                  <a:lnTo>
                    <a:pt x="53038" y="3474"/>
                  </a:lnTo>
                  <a:lnTo>
                    <a:pt x="53798" y="36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403683" y="5315318"/>
              <a:ext cx="59276" cy="70504"/>
            </a:xfrm>
            <a:custGeom>
              <a:avLst/>
              <a:pathLst>
                <a:path w="59276" h="70504">
                  <a:moveTo>
                    <a:pt x="37868" y="1065"/>
                  </a:moveTo>
                  <a:lnTo>
                    <a:pt x="38326" y="2498"/>
                  </a:lnTo>
                  <a:lnTo>
                    <a:pt x="38538" y="2535"/>
                  </a:lnTo>
                  <a:lnTo>
                    <a:pt x="39413" y="2685"/>
                  </a:lnTo>
                  <a:lnTo>
                    <a:pt x="39777" y="2826"/>
                  </a:lnTo>
                  <a:lnTo>
                    <a:pt x="41056" y="3321"/>
                  </a:lnTo>
                  <a:lnTo>
                    <a:pt x="41576" y="3523"/>
                  </a:lnTo>
                  <a:lnTo>
                    <a:pt x="42082" y="3719"/>
                  </a:lnTo>
                  <a:lnTo>
                    <a:pt x="43095" y="4111"/>
                  </a:lnTo>
                  <a:lnTo>
                    <a:pt x="44711" y="4737"/>
                  </a:lnTo>
                  <a:lnTo>
                    <a:pt x="47318" y="5750"/>
                  </a:lnTo>
                  <a:lnTo>
                    <a:pt x="47368" y="6846"/>
                  </a:lnTo>
                  <a:lnTo>
                    <a:pt x="47844" y="17250"/>
                  </a:lnTo>
                  <a:lnTo>
                    <a:pt x="47853" y="17398"/>
                  </a:lnTo>
                  <a:lnTo>
                    <a:pt x="47938" y="18783"/>
                  </a:lnTo>
                  <a:lnTo>
                    <a:pt x="48705" y="21630"/>
                  </a:lnTo>
                  <a:lnTo>
                    <a:pt x="49589" y="23858"/>
                  </a:lnTo>
                  <a:lnTo>
                    <a:pt x="50220" y="24813"/>
                  </a:lnTo>
                  <a:lnTo>
                    <a:pt x="55255" y="32719"/>
                  </a:lnTo>
                  <a:lnTo>
                    <a:pt x="55498" y="33132"/>
                  </a:lnTo>
                  <a:lnTo>
                    <a:pt x="55913" y="33837"/>
                  </a:lnTo>
                  <a:lnTo>
                    <a:pt x="56050" y="34097"/>
                  </a:lnTo>
                  <a:lnTo>
                    <a:pt x="56244" y="34465"/>
                  </a:lnTo>
                  <a:lnTo>
                    <a:pt x="56364" y="34692"/>
                  </a:lnTo>
                  <a:lnTo>
                    <a:pt x="59276" y="39358"/>
                  </a:lnTo>
                  <a:lnTo>
                    <a:pt x="58048" y="43987"/>
                  </a:lnTo>
                  <a:lnTo>
                    <a:pt x="57065" y="47693"/>
                  </a:lnTo>
                  <a:lnTo>
                    <a:pt x="56081" y="51402"/>
                  </a:lnTo>
                  <a:lnTo>
                    <a:pt x="55293" y="54374"/>
                  </a:lnTo>
                  <a:lnTo>
                    <a:pt x="55489" y="54681"/>
                  </a:lnTo>
                  <a:lnTo>
                    <a:pt x="55919" y="55355"/>
                  </a:lnTo>
                  <a:lnTo>
                    <a:pt x="56307" y="56010"/>
                  </a:lnTo>
                  <a:lnTo>
                    <a:pt x="56366" y="56253"/>
                  </a:lnTo>
                  <a:lnTo>
                    <a:pt x="56441" y="56560"/>
                  </a:lnTo>
                  <a:lnTo>
                    <a:pt x="56473" y="56693"/>
                  </a:lnTo>
                  <a:lnTo>
                    <a:pt x="56684" y="57559"/>
                  </a:lnTo>
                  <a:lnTo>
                    <a:pt x="56722" y="57719"/>
                  </a:lnTo>
                  <a:lnTo>
                    <a:pt x="56974" y="58751"/>
                  </a:lnTo>
                  <a:lnTo>
                    <a:pt x="57017" y="58928"/>
                  </a:lnTo>
                  <a:lnTo>
                    <a:pt x="57074" y="59165"/>
                  </a:lnTo>
                  <a:lnTo>
                    <a:pt x="57244" y="59715"/>
                  </a:lnTo>
                  <a:lnTo>
                    <a:pt x="53244" y="60952"/>
                  </a:lnTo>
                  <a:lnTo>
                    <a:pt x="51119" y="61609"/>
                  </a:lnTo>
                  <a:lnTo>
                    <a:pt x="49591" y="62081"/>
                  </a:lnTo>
                  <a:lnTo>
                    <a:pt x="49396" y="62141"/>
                  </a:lnTo>
                  <a:lnTo>
                    <a:pt x="49174" y="62214"/>
                  </a:lnTo>
                  <a:lnTo>
                    <a:pt x="49008" y="62268"/>
                  </a:lnTo>
                  <a:lnTo>
                    <a:pt x="47687" y="62694"/>
                  </a:lnTo>
                  <a:lnTo>
                    <a:pt x="47205" y="62849"/>
                  </a:lnTo>
                  <a:lnTo>
                    <a:pt x="46323" y="63133"/>
                  </a:lnTo>
                  <a:lnTo>
                    <a:pt x="46069" y="63215"/>
                  </a:lnTo>
                  <a:lnTo>
                    <a:pt x="45263" y="63475"/>
                  </a:lnTo>
                  <a:lnTo>
                    <a:pt x="45097" y="63528"/>
                  </a:lnTo>
                  <a:lnTo>
                    <a:pt x="44412" y="63749"/>
                  </a:lnTo>
                  <a:lnTo>
                    <a:pt x="43762" y="63959"/>
                  </a:lnTo>
                  <a:lnTo>
                    <a:pt x="43593" y="64013"/>
                  </a:lnTo>
                  <a:lnTo>
                    <a:pt x="43085" y="64177"/>
                  </a:lnTo>
                  <a:lnTo>
                    <a:pt x="42826" y="64260"/>
                  </a:lnTo>
                  <a:lnTo>
                    <a:pt x="42390" y="64405"/>
                  </a:lnTo>
                  <a:lnTo>
                    <a:pt x="42077" y="64497"/>
                  </a:lnTo>
                  <a:lnTo>
                    <a:pt x="37401" y="65876"/>
                  </a:lnTo>
                  <a:lnTo>
                    <a:pt x="38236" y="69307"/>
                  </a:lnTo>
                  <a:lnTo>
                    <a:pt x="38390" y="69941"/>
                  </a:lnTo>
                  <a:lnTo>
                    <a:pt x="36323" y="70455"/>
                  </a:lnTo>
                  <a:lnTo>
                    <a:pt x="36126" y="70504"/>
                  </a:lnTo>
                  <a:lnTo>
                    <a:pt x="35993" y="70190"/>
                  </a:lnTo>
                  <a:lnTo>
                    <a:pt x="34720" y="67177"/>
                  </a:lnTo>
                  <a:lnTo>
                    <a:pt x="34605" y="66906"/>
                  </a:lnTo>
                  <a:lnTo>
                    <a:pt x="34581" y="64033"/>
                  </a:lnTo>
                  <a:lnTo>
                    <a:pt x="34440" y="63350"/>
                  </a:lnTo>
                  <a:lnTo>
                    <a:pt x="30323" y="63507"/>
                  </a:lnTo>
                  <a:lnTo>
                    <a:pt x="26399" y="63122"/>
                  </a:lnTo>
                  <a:lnTo>
                    <a:pt x="25790" y="60917"/>
                  </a:lnTo>
                  <a:lnTo>
                    <a:pt x="25744" y="60751"/>
                  </a:lnTo>
                  <a:lnTo>
                    <a:pt x="25488" y="60099"/>
                  </a:lnTo>
                  <a:lnTo>
                    <a:pt x="23440" y="60840"/>
                  </a:lnTo>
                  <a:lnTo>
                    <a:pt x="22631" y="61133"/>
                  </a:lnTo>
                  <a:lnTo>
                    <a:pt x="20855" y="61568"/>
                  </a:lnTo>
                  <a:lnTo>
                    <a:pt x="18798" y="60957"/>
                  </a:lnTo>
                  <a:lnTo>
                    <a:pt x="18222" y="61357"/>
                  </a:lnTo>
                  <a:lnTo>
                    <a:pt x="16560" y="62515"/>
                  </a:lnTo>
                  <a:lnTo>
                    <a:pt x="16385" y="62637"/>
                  </a:lnTo>
                  <a:lnTo>
                    <a:pt x="16136" y="62435"/>
                  </a:lnTo>
                  <a:lnTo>
                    <a:pt x="14904" y="61992"/>
                  </a:lnTo>
                  <a:lnTo>
                    <a:pt x="13721" y="61046"/>
                  </a:lnTo>
                  <a:lnTo>
                    <a:pt x="12715" y="60242"/>
                  </a:lnTo>
                  <a:lnTo>
                    <a:pt x="10018" y="55863"/>
                  </a:lnTo>
                  <a:lnTo>
                    <a:pt x="8362" y="50870"/>
                  </a:lnTo>
                  <a:lnTo>
                    <a:pt x="7828" y="49508"/>
                  </a:lnTo>
                  <a:lnTo>
                    <a:pt x="7695" y="47986"/>
                  </a:lnTo>
                  <a:lnTo>
                    <a:pt x="7695" y="46998"/>
                  </a:lnTo>
                  <a:lnTo>
                    <a:pt x="7865" y="45908"/>
                  </a:lnTo>
                  <a:lnTo>
                    <a:pt x="8067" y="44610"/>
                  </a:lnTo>
                  <a:lnTo>
                    <a:pt x="8736" y="43019"/>
                  </a:lnTo>
                  <a:lnTo>
                    <a:pt x="11349" y="36966"/>
                  </a:lnTo>
                  <a:lnTo>
                    <a:pt x="9965" y="35943"/>
                  </a:lnTo>
                  <a:lnTo>
                    <a:pt x="10659" y="33620"/>
                  </a:lnTo>
                  <a:lnTo>
                    <a:pt x="11914" y="33593"/>
                  </a:lnTo>
                  <a:lnTo>
                    <a:pt x="12288" y="32445"/>
                  </a:lnTo>
                  <a:lnTo>
                    <a:pt x="12181" y="31324"/>
                  </a:lnTo>
                  <a:lnTo>
                    <a:pt x="11246" y="28814"/>
                  </a:lnTo>
                  <a:lnTo>
                    <a:pt x="10232" y="26037"/>
                  </a:lnTo>
                  <a:lnTo>
                    <a:pt x="9030" y="23609"/>
                  </a:lnTo>
                  <a:lnTo>
                    <a:pt x="8459" y="23060"/>
                  </a:lnTo>
                  <a:lnTo>
                    <a:pt x="6269" y="20005"/>
                  </a:lnTo>
                  <a:lnTo>
                    <a:pt x="5254" y="19129"/>
                  </a:lnTo>
                  <a:lnTo>
                    <a:pt x="4101" y="17548"/>
                  </a:lnTo>
                  <a:lnTo>
                    <a:pt x="2574" y="14601"/>
                  </a:lnTo>
                  <a:lnTo>
                    <a:pt x="1516" y="12806"/>
                  </a:lnTo>
                  <a:lnTo>
                    <a:pt x="833" y="11492"/>
                  </a:lnTo>
                  <a:lnTo>
                    <a:pt x="416" y="10456"/>
                  </a:lnTo>
                  <a:lnTo>
                    <a:pt x="0" y="8609"/>
                  </a:lnTo>
                  <a:lnTo>
                    <a:pt x="160" y="7893"/>
                  </a:lnTo>
                  <a:lnTo>
                    <a:pt x="407" y="7633"/>
                  </a:lnTo>
                  <a:lnTo>
                    <a:pt x="3446" y="6428"/>
                  </a:lnTo>
                  <a:lnTo>
                    <a:pt x="3639" y="6363"/>
                  </a:lnTo>
                  <a:lnTo>
                    <a:pt x="3911" y="6272"/>
                  </a:lnTo>
                  <a:lnTo>
                    <a:pt x="4209" y="6172"/>
                  </a:lnTo>
                  <a:lnTo>
                    <a:pt x="6404" y="5435"/>
                  </a:lnTo>
                  <a:lnTo>
                    <a:pt x="8208" y="4830"/>
                  </a:lnTo>
                  <a:lnTo>
                    <a:pt x="9263" y="4475"/>
                  </a:lnTo>
                  <a:lnTo>
                    <a:pt x="10256" y="4178"/>
                  </a:lnTo>
                  <a:lnTo>
                    <a:pt x="10648" y="4061"/>
                  </a:lnTo>
                  <a:lnTo>
                    <a:pt x="12664" y="3458"/>
                  </a:lnTo>
                  <a:lnTo>
                    <a:pt x="14905" y="2788"/>
                  </a:lnTo>
                  <a:lnTo>
                    <a:pt x="14962" y="3113"/>
                  </a:lnTo>
                  <a:lnTo>
                    <a:pt x="15121" y="4028"/>
                  </a:lnTo>
                  <a:lnTo>
                    <a:pt x="15849" y="3835"/>
                  </a:lnTo>
                  <a:lnTo>
                    <a:pt x="16265" y="3724"/>
                  </a:lnTo>
                  <a:lnTo>
                    <a:pt x="16883" y="3560"/>
                  </a:lnTo>
                  <a:lnTo>
                    <a:pt x="18794" y="3051"/>
                  </a:lnTo>
                  <a:lnTo>
                    <a:pt x="20842" y="2506"/>
                  </a:lnTo>
                  <a:lnTo>
                    <a:pt x="21273" y="2391"/>
                  </a:lnTo>
                  <a:lnTo>
                    <a:pt x="21609" y="2302"/>
                  </a:lnTo>
                  <a:lnTo>
                    <a:pt x="23109" y="1900"/>
                  </a:lnTo>
                  <a:lnTo>
                    <a:pt x="23950" y="1674"/>
                  </a:lnTo>
                  <a:lnTo>
                    <a:pt x="24607" y="1498"/>
                  </a:lnTo>
                  <a:lnTo>
                    <a:pt x="25173" y="1346"/>
                  </a:lnTo>
                  <a:lnTo>
                    <a:pt x="25482" y="1263"/>
                  </a:lnTo>
                  <a:lnTo>
                    <a:pt x="25671" y="1212"/>
                  </a:lnTo>
                  <a:lnTo>
                    <a:pt x="26291" y="1046"/>
                  </a:lnTo>
                  <a:lnTo>
                    <a:pt x="28484" y="411"/>
                  </a:lnTo>
                  <a:lnTo>
                    <a:pt x="29141" y="229"/>
                  </a:lnTo>
                  <a:lnTo>
                    <a:pt x="29447" y="161"/>
                  </a:lnTo>
                  <a:lnTo>
                    <a:pt x="29959" y="745"/>
                  </a:lnTo>
                  <a:lnTo>
                    <a:pt x="30403" y="2413"/>
                  </a:lnTo>
                  <a:lnTo>
                    <a:pt x="30744" y="2297"/>
                  </a:lnTo>
                  <a:lnTo>
                    <a:pt x="32235" y="1792"/>
                  </a:lnTo>
                  <a:lnTo>
                    <a:pt x="32778" y="1607"/>
                  </a:lnTo>
                  <a:lnTo>
                    <a:pt x="35059" y="833"/>
                  </a:lnTo>
                  <a:lnTo>
                    <a:pt x="37528" y="0"/>
                  </a:lnTo>
                  <a:lnTo>
                    <a:pt x="37816" y="90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322892" y="5410641"/>
              <a:ext cx="84761" cy="84885"/>
            </a:xfrm>
            <a:custGeom>
              <a:avLst/>
              <a:pathLst>
                <a:path w="84761" h="84885">
                  <a:moveTo>
                    <a:pt x="33981" y="1201"/>
                  </a:moveTo>
                  <a:lnTo>
                    <a:pt x="34215" y="1474"/>
                  </a:lnTo>
                  <a:lnTo>
                    <a:pt x="36226" y="173"/>
                  </a:lnTo>
                  <a:lnTo>
                    <a:pt x="36367" y="81"/>
                  </a:lnTo>
                  <a:lnTo>
                    <a:pt x="38115" y="2594"/>
                  </a:lnTo>
                  <a:lnTo>
                    <a:pt x="37790" y="2870"/>
                  </a:lnTo>
                  <a:lnTo>
                    <a:pt x="37362" y="3235"/>
                  </a:lnTo>
                  <a:lnTo>
                    <a:pt x="37072" y="3482"/>
                  </a:lnTo>
                  <a:lnTo>
                    <a:pt x="36822" y="3695"/>
                  </a:lnTo>
                  <a:lnTo>
                    <a:pt x="36137" y="4389"/>
                  </a:lnTo>
                  <a:lnTo>
                    <a:pt x="41932" y="12723"/>
                  </a:lnTo>
                  <a:lnTo>
                    <a:pt x="42083" y="12939"/>
                  </a:lnTo>
                  <a:lnTo>
                    <a:pt x="42529" y="13684"/>
                  </a:lnTo>
                  <a:lnTo>
                    <a:pt x="46878" y="22575"/>
                  </a:lnTo>
                  <a:lnTo>
                    <a:pt x="51579" y="20304"/>
                  </a:lnTo>
                  <a:lnTo>
                    <a:pt x="56243" y="18051"/>
                  </a:lnTo>
                  <a:lnTo>
                    <a:pt x="60884" y="15809"/>
                  </a:lnTo>
                  <a:lnTo>
                    <a:pt x="65800" y="13435"/>
                  </a:lnTo>
                  <a:lnTo>
                    <a:pt x="70463" y="11182"/>
                  </a:lnTo>
                  <a:lnTo>
                    <a:pt x="71929" y="14348"/>
                  </a:lnTo>
                  <a:lnTo>
                    <a:pt x="72051" y="14591"/>
                  </a:lnTo>
                  <a:lnTo>
                    <a:pt x="73746" y="17967"/>
                  </a:lnTo>
                  <a:lnTo>
                    <a:pt x="78683" y="27803"/>
                  </a:lnTo>
                  <a:lnTo>
                    <a:pt x="84761" y="39915"/>
                  </a:lnTo>
                  <a:lnTo>
                    <a:pt x="80267" y="42132"/>
                  </a:lnTo>
                  <a:lnTo>
                    <a:pt x="79683" y="42420"/>
                  </a:lnTo>
                  <a:lnTo>
                    <a:pt x="75394" y="44408"/>
                  </a:lnTo>
                  <a:lnTo>
                    <a:pt x="75100" y="44544"/>
                  </a:lnTo>
                  <a:lnTo>
                    <a:pt x="70745" y="46608"/>
                  </a:lnTo>
                  <a:lnTo>
                    <a:pt x="70450" y="46768"/>
                  </a:lnTo>
                  <a:lnTo>
                    <a:pt x="65942" y="48898"/>
                  </a:lnTo>
                  <a:lnTo>
                    <a:pt x="65362" y="49174"/>
                  </a:lnTo>
                  <a:lnTo>
                    <a:pt x="60915" y="51283"/>
                  </a:lnTo>
                  <a:lnTo>
                    <a:pt x="56507" y="53382"/>
                  </a:lnTo>
                  <a:lnTo>
                    <a:pt x="55900" y="53671"/>
                  </a:lnTo>
                  <a:lnTo>
                    <a:pt x="55378" y="53903"/>
                  </a:lnTo>
                  <a:lnTo>
                    <a:pt x="51548" y="55714"/>
                  </a:lnTo>
                  <a:lnTo>
                    <a:pt x="51358" y="55804"/>
                  </a:lnTo>
                  <a:lnTo>
                    <a:pt x="51061" y="55942"/>
                  </a:lnTo>
                  <a:lnTo>
                    <a:pt x="46588" y="58032"/>
                  </a:lnTo>
                  <a:lnTo>
                    <a:pt x="46446" y="58098"/>
                  </a:lnTo>
                  <a:lnTo>
                    <a:pt x="46185" y="58220"/>
                  </a:lnTo>
                  <a:lnTo>
                    <a:pt x="46039" y="58289"/>
                  </a:lnTo>
                  <a:lnTo>
                    <a:pt x="41904" y="60233"/>
                  </a:lnTo>
                  <a:lnTo>
                    <a:pt x="41567" y="60433"/>
                  </a:lnTo>
                  <a:lnTo>
                    <a:pt x="41248" y="60598"/>
                  </a:lnTo>
                  <a:lnTo>
                    <a:pt x="40615" y="60856"/>
                  </a:lnTo>
                  <a:lnTo>
                    <a:pt x="39498" y="61378"/>
                  </a:lnTo>
                  <a:lnTo>
                    <a:pt x="36699" y="62687"/>
                  </a:lnTo>
                  <a:lnTo>
                    <a:pt x="36553" y="62777"/>
                  </a:lnTo>
                  <a:lnTo>
                    <a:pt x="32431" y="65307"/>
                  </a:lnTo>
                  <a:lnTo>
                    <a:pt x="32104" y="65602"/>
                  </a:lnTo>
                  <a:lnTo>
                    <a:pt x="28933" y="68458"/>
                  </a:lnTo>
                  <a:lnTo>
                    <a:pt x="28744" y="68633"/>
                  </a:lnTo>
                  <a:lnTo>
                    <a:pt x="25648" y="71502"/>
                  </a:lnTo>
                  <a:lnTo>
                    <a:pt x="25491" y="71607"/>
                  </a:lnTo>
                  <a:lnTo>
                    <a:pt x="25168" y="71823"/>
                  </a:lnTo>
                  <a:lnTo>
                    <a:pt x="22818" y="72757"/>
                  </a:lnTo>
                  <a:lnTo>
                    <a:pt x="22167" y="73004"/>
                  </a:lnTo>
                  <a:lnTo>
                    <a:pt x="20495" y="73638"/>
                  </a:lnTo>
                  <a:lnTo>
                    <a:pt x="19127" y="74056"/>
                  </a:lnTo>
                  <a:lnTo>
                    <a:pt x="18920" y="74119"/>
                  </a:lnTo>
                  <a:lnTo>
                    <a:pt x="16976" y="74238"/>
                  </a:lnTo>
                  <a:lnTo>
                    <a:pt x="16997" y="74496"/>
                  </a:lnTo>
                  <a:lnTo>
                    <a:pt x="16895" y="75025"/>
                  </a:lnTo>
                  <a:lnTo>
                    <a:pt x="16422" y="78806"/>
                  </a:lnTo>
                  <a:lnTo>
                    <a:pt x="14692" y="78828"/>
                  </a:lnTo>
                  <a:lnTo>
                    <a:pt x="14468" y="81552"/>
                  </a:lnTo>
                  <a:lnTo>
                    <a:pt x="10483" y="82470"/>
                  </a:lnTo>
                  <a:lnTo>
                    <a:pt x="7006" y="83271"/>
                  </a:lnTo>
                  <a:lnTo>
                    <a:pt x="0" y="84885"/>
                  </a:lnTo>
                  <a:lnTo>
                    <a:pt x="2142" y="81971"/>
                  </a:lnTo>
                  <a:lnTo>
                    <a:pt x="3177" y="80636"/>
                  </a:lnTo>
                  <a:lnTo>
                    <a:pt x="4078" y="79502"/>
                  </a:lnTo>
                  <a:lnTo>
                    <a:pt x="4478" y="78467"/>
                  </a:lnTo>
                  <a:lnTo>
                    <a:pt x="4512" y="77432"/>
                  </a:lnTo>
                  <a:lnTo>
                    <a:pt x="4231" y="75136"/>
                  </a:lnTo>
                  <a:lnTo>
                    <a:pt x="6715" y="74855"/>
                  </a:lnTo>
                  <a:lnTo>
                    <a:pt x="6474" y="72132"/>
                  </a:lnTo>
                  <a:lnTo>
                    <a:pt x="6314" y="69248"/>
                  </a:lnTo>
                  <a:lnTo>
                    <a:pt x="6354" y="67926"/>
                  </a:lnTo>
                  <a:lnTo>
                    <a:pt x="6795" y="63961"/>
                  </a:lnTo>
                  <a:lnTo>
                    <a:pt x="10532" y="63385"/>
                  </a:lnTo>
                  <a:lnTo>
                    <a:pt x="10532" y="60457"/>
                  </a:lnTo>
                  <a:lnTo>
                    <a:pt x="12694" y="60351"/>
                  </a:lnTo>
                  <a:lnTo>
                    <a:pt x="12854" y="60327"/>
                  </a:lnTo>
                  <a:lnTo>
                    <a:pt x="13386" y="58466"/>
                  </a:lnTo>
                  <a:lnTo>
                    <a:pt x="13600" y="56330"/>
                  </a:lnTo>
                  <a:lnTo>
                    <a:pt x="13813" y="54568"/>
                  </a:lnTo>
                  <a:lnTo>
                    <a:pt x="13760" y="51791"/>
                  </a:lnTo>
                  <a:lnTo>
                    <a:pt x="13920" y="47251"/>
                  </a:lnTo>
                  <a:lnTo>
                    <a:pt x="14027" y="44688"/>
                  </a:lnTo>
                  <a:lnTo>
                    <a:pt x="13867" y="41324"/>
                  </a:lnTo>
                  <a:lnTo>
                    <a:pt x="13339" y="37747"/>
                  </a:lnTo>
                  <a:lnTo>
                    <a:pt x="10656" y="31739"/>
                  </a:lnTo>
                  <a:lnTo>
                    <a:pt x="10015" y="27494"/>
                  </a:lnTo>
                  <a:lnTo>
                    <a:pt x="9935" y="24971"/>
                  </a:lnTo>
                  <a:lnTo>
                    <a:pt x="9855" y="23809"/>
                  </a:lnTo>
                  <a:lnTo>
                    <a:pt x="10776" y="23809"/>
                  </a:lnTo>
                  <a:lnTo>
                    <a:pt x="12698" y="24450"/>
                  </a:lnTo>
                  <a:lnTo>
                    <a:pt x="13580" y="22928"/>
                  </a:lnTo>
                  <a:lnTo>
                    <a:pt x="14381" y="21206"/>
                  </a:lnTo>
                  <a:lnTo>
                    <a:pt x="14701" y="20324"/>
                  </a:lnTo>
                  <a:lnTo>
                    <a:pt x="15021" y="19483"/>
                  </a:lnTo>
                  <a:lnTo>
                    <a:pt x="15342" y="18923"/>
                  </a:lnTo>
                  <a:lnTo>
                    <a:pt x="15742" y="18362"/>
                  </a:lnTo>
                  <a:lnTo>
                    <a:pt x="16503" y="17721"/>
                  </a:lnTo>
                  <a:lnTo>
                    <a:pt x="16984" y="17320"/>
                  </a:lnTo>
                  <a:lnTo>
                    <a:pt x="17945" y="16800"/>
                  </a:lnTo>
                  <a:lnTo>
                    <a:pt x="18666" y="16399"/>
                  </a:lnTo>
                  <a:lnTo>
                    <a:pt x="19461" y="15171"/>
                  </a:lnTo>
                  <a:lnTo>
                    <a:pt x="19901" y="14210"/>
                  </a:lnTo>
                  <a:lnTo>
                    <a:pt x="20262" y="13409"/>
                  </a:lnTo>
                  <a:lnTo>
                    <a:pt x="20702" y="12608"/>
                  </a:lnTo>
                  <a:lnTo>
                    <a:pt x="21343" y="11606"/>
                  </a:lnTo>
                  <a:lnTo>
                    <a:pt x="22625" y="9403"/>
                  </a:lnTo>
                  <a:lnTo>
                    <a:pt x="23145" y="8322"/>
                  </a:lnTo>
                  <a:lnTo>
                    <a:pt x="23826" y="7040"/>
                  </a:lnTo>
                  <a:lnTo>
                    <a:pt x="24307" y="6199"/>
                  </a:lnTo>
                  <a:lnTo>
                    <a:pt x="25268" y="4797"/>
                  </a:lnTo>
                  <a:lnTo>
                    <a:pt x="26109" y="3796"/>
                  </a:lnTo>
                  <a:lnTo>
                    <a:pt x="26336" y="3579"/>
                  </a:lnTo>
                  <a:lnTo>
                    <a:pt x="30196" y="1616"/>
                  </a:lnTo>
                  <a:lnTo>
                    <a:pt x="31702" y="783"/>
                  </a:lnTo>
                  <a:lnTo>
                    <a:pt x="32558" y="244"/>
                  </a:lnTo>
                  <a:lnTo>
                    <a:pt x="32946" y="0"/>
                  </a:lnTo>
                  <a:lnTo>
                    <a:pt x="33270" y="376"/>
                  </a:lnTo>
                  <a:lnTo>
                    <a:pt x="33625" y="7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355792" y="5368860"/>
              <a:ext cx="95493" cy="81695"/>
            </a:xfrm>
            <a:custGeom>
              <a:avLst/>
              <a:pathLst>
                <a:path w="95493" h="81695">
                  <a:moveTo>
                    <a:pt x="58391" y="8774"/>
                  </a:moveTo>
                  <a:lnTo>
                    <a:pt x="61168" y="8913"/>
                  </a:lnTo>
                  <a:lnTo>
                    <a:pt x="64027" y="8893"/>
                  </a:lnTo>
                  <a:lnTo>
                    <a:pt x="64276" y="9095"/>
                  </a:lnTo>
                  <a:lnTo>
                    <a:pt x="64451" y="8973"/>
                  </a:lnTo>
                  <a:lnTo>
                    <a:pt x="66113" y="7815"/>
                  </a:lnTo>
                  <a:lnTo>
                    <a:pt x="66689" y="7415"/>
                  </a:lnTo>
                  <a:lnTo>
                    <a:pt x="68746" y="8026"/>
                  </a:lnTo>
                  <a:lnTo>
                    <a:pt x="70522" y="7591"/>
                  </a:lnTo>
                  <a:lnTo>
                    <a:pt x="71331" y="7298"/>
                  </a:lnTo>
                  <a:lnTo>
                    <a:pt x="73379" y="6557"/>
                  </a:lnTo>
                  <a:lnTo>
                    <a:pt x="73635" y="7209"/>
                  </a:lnTo>
                  <a:lnTo>
                    <a:pt x="73709" y="7479"/>
                  </a:lnTo>
                  <a:lnTo>
                    <a:pt x="74290" y="9580"/>
                  </a:lnTo>
                  <a:lnTo>
                    <a:pt x="78214" y="9965"/>
                  </a:lnTo>
                  <a:lnTo>
                    <a:pt x="82330" y="9808"/>
                  </a:lnTo>
                  <a:lnTo>
                    <a:pt x="82472" y="10491"/>
                  </a:lnTo>
                  <a:lnTo>
                    <a:pt x="82496" y="13364"/>
                  </a:lnTo>
                  <a:lnTo>
                    <a:pt x="82621" y="13659"/>
                  </a:lnTo>
                  <a:lnTo>
                    <a:pt x="83884" y="16648"/>
                  </a:lnTo>
                  <a:lnTo>
                    <a:pt x="84017" y="16962"/>
                  </a:lnTo>
                  <a:lnTo>
                    <a:pt x="84214" y="16913"/>
                  </a:lnTo>
                  <a:lnTo>
                    <a:pt x="86281" y="16399"/>
                  </a:lnTo>
                  <a:lnTo>
                    <a:pt x="86127" y="15765"/>
                  </a:lnTo>
                  <a:lnTo>
                    <a:pt x="85292" y="12334"/>
                  </a:lnTo>
                  <a:lnTo>
                    <a:pt x="89967" y="10955"/>
                  </a:lnTo>
                  <a:lnTo>
                    <a:pt x="90321" y="10950"/>
                  </a:lnTo>
                  <a:lnTo>
                    <a:pt x="90826" y="14566"/>
                  </a:lnTo>
                  <a:lnTo>
                    <a:pt x="90858" y="14794"/>
                  </a:lnTo>
                  <a:lnTo>
                    <a:pt x="90902" y="14991"/>
                  </a:lnTo>
                  <a:lnTo>
                    <a:pt x="91721" y="18604"/>
                  </a:lnTo>
                  <a:lnTo>
                    <a:pt x="92719" y="23450"/>
                  </a:lnTo>
                  <a:lnTo>
                    <a:pt x="92747" y="23583"/>
                  </a:lnTo>
                  <a:lnTo>
                    <a:pt x="93414" y="26818"/>
                  </a:lnTo>
                  <a:lnTo>
                    <a:pt x="94406" y="30858"/>
                  </a:lnTo>
                  <a:lnTo>
                    <a:pt x="94757" y="32289"/>
                  </a:lnTo>
                  <a:lnTo>
                    <a:pt x="94927" y="32982"/>
                  </a:lnTo>
                  <a:lnTo>
                    <a:pt x="95185" y="34030"/>
                  </a:lnTo>
                  <a:lnTo>
                    <a:pt x="95447" y="35096"/>
                  </a:lnTo>
                  <a:lnTo>
                    <a:pt x="95493" y="35309"/>
                  </a:lnTo>
                  <a:lnTo>
                    <a:pt x="95289" y="35536"/>
                  </a:lnTo>
                  <a:lnTo>
                    <a:pt x="94063" y="36898"/>
                  </a:lnTo>
                  <a:lnTo>
                    <a:pt x="93508" y="37515"/>
                  </a:lnTo>
                  <a:lnTo>
                    <a:pt x="92919" y="38538"/>
                  </a:lnTo>
                  <a:lnTo>
                    <a:pt x="90315" y="43058"/>
                  </a:lnTo>
                  <a:lnTo>
                    <a:pt x="90220" y="43222"/>
                  </a:lnTo>
                  <a:lnTo>
                    <a:pt x="90068" y="43494"/>
                  </a:lnTo>
                  <a:lnTo>
                    <a:pt x="89980" y="43664"/>
                  </a:lnTo>
                  <a:lnTo>
                    <a:pt x="89757" y="44095"/>
                  </a:lnTo>
                  <a:lnTo>
                    <a:pt x="89549" y="44496"/>
                  </a:lnTo>
                  <a:lnTo>
                    <a:pt x="89480" y="44630"/>
                  </a:lnTo>
                  <a:lnTo>
                    <a:pt x="89313" y="44952"/>
                  </a:lnTo>
                  <a:lnTo>
                    <a:pt x="89181" y="45208"/>
                  </a:lnTo>
                  <a:lnTo>
                    <a:pt x="88714" y="46109"/>
                  </a:lnTo>
                  <a:lnTo>
                    <a:pt x="88632" y="46267"/>
                  </a:lnTo>
                  <a:lnTo>
                    <a:pt x="88260" y="46985"/>
                  </a:lnTo>
                  <a:lnTo>
                    <a:pt x="88131" y="47235"/>
                  </a:lnTo>
                  <a:lnTo>
                    <a:pt x="87906" y="47670"/>
                  </a:lnTo>
                  <a:lnTo>
                    <a:pt x="87734" y="48002"/>
                  </a:lnTo>
                  <a:lnTo>
                    <a:pt x="87606" y="48249"/>
                  </a:lnTo>
                  <a:lnTo>
                    <a:pt x="87026" y="49365"/>
                  </a:lnTo>
                  <a:lnTo>
                    <a:pt x="86418" y="50497"/>
                  </a:lnTo>
                  <a:lnTo>
                    <a:pt x="86300" y="50716"/>
                  </a:lnTo>
                  <a:lnTo>
                    <a:pt x="85884" y="51490"/>
                  </a:lnTo>
                  <a:lnTo>
                    <a:pt x="85783" y="51678"/>
                  </a:lnTo>
                  <a:lnTo>
                    <a:pt x="85143" y="52869"/>
                  </a:lnTo>
                  <a:lnTo>
                    <a:pt x="84789" y="53530"/>
                  </a:lnTo>
                  <a:lnTo>
                    <a:pt x="84643" y="53806"/>
                  </a:lnTo>
                  <a:lnTo>
                    <a:pt x="84538" y="54004"/>
                  </a:lnTo>
                  <a:lnTo>
                    <a:pt x="84300" y="54453"/>
                  </a:lnTo>
                  <a:lnTo>
                    <a:pt x="84080" y="54867"/>
                  </a:lnTo>
                  <a:lnTo>
                    <a:pt x="84006" y="55005"/>
                  </a:lnTo>
                  <a:lnTo>
                    <a:pt x="83851" y="55297"/>
                  </a:lnTo>
                  <a:lnTo>
                    <a:pt x="83757" y="55475"/>
                  </a:lnTo>
                  <a:lnTo>
                    <a:pt x="83636" y="55702"/>
                  </a:lnTo>
                  <a:lnTo>
                    <a:pt x="83544" y="55876"/>
                  </a:lnTo>
                  <a:lnTo>
                    <a:pt x="83318" y="56304"/>
                  </a:lnTo>
                  <a:lnTo>
                    <a:pt x="83179" y="56570"/>
                  </a:lnTo>
                  <a:lnTo>
                    <a:pt x="83053" y="56814"/>
                  </a:lnTo>
                  <a:lnTo>
                    <a:pt x="82910" y="57090"/>
                  </a:lnTo>
                  <a:lnTo>
                    <a:pt x="82711" y="57476"/>
                  </a:lnTo>
                  <a:lnTo>
                    <a:pt x="82574" y="57716"/>
                  </a:lnTo>
                  <a:lnTo>
                    <a:pt x="80327" y="61663"/>
                  </a:lnTo>
                  <a:lnTo>
                    <a:pt x="80148" y="61977"/>
                  </a:lnTo>
                  <a:lnTo>
                    <a:pt x="80070" y="62115"/>
                  </a:lnTo>
                  <a:lnTo>
                    <a:pt x="79912" y="62371"/>
                  </a:lnTo>
                  <a:lnTo>
                    <a:pt x="79635" y="62823"/>
                  </a:lnTo>
                  <a:lnTo>
                    <a:pt x="79421" y="63172"/>
                  </a:lnTo>
                  <a:lnTo>
                    <a:pt x="79164" y="63593"/>
                  </a:lnTo>
                  <a:lnTo>
                    <a:pt x="78954" y="63935"/>
                  </a:lnTo>
                  <a:lnTo>
                    <a:pt x="78684" y="64375"/>
                  </a:lnTo>
                  <a:lnTo>
                    <a:pt x="78466" y="64730"/>
                  </a:lnTo>
                  <a:lnTo>
                    <a:pt x="78147" y="65251"/>
                  </a:lnTo>
                  <a:lnTo>
                    <a:pt x="77967" y="65543"/>
                  </a:lnTo>
                  <a:lnTo>
                    <a:pt x="77530" y="66233"/>
                  </a:lnTo>
                  <a:lnTo>
                    <a:pt x="77086" y="66715"/>
                  </a:lnTo>
                  <a:lnTo>
                    <a:pt x="76353" y="67512"/>
                  </a:lnTo>
                  <a:lnTo>
                    <a:pt x="76073" y="67817"/>
                  </a:lnTo>
                  <a:lnTo>
                    <a:pt x="75677" y="68248"/>
                  </a:lnTo>
                  <a:lnTo>
                    <a:pt x="74148" y="69795"/>
                  </a:lnTo>
                  <a:lnTo>
                    <a:pt x="73497" y="70454"/>
                  </a:lnTo>
                  <a:lnTo>
                    <a:pt x="73280" y="70674"/>
                  </a:lnTo>
                  <a:lnTo>
                    <a:pt x="70808" y="72466"/>
                  </a:lnTo>
                  <a:lnTo>
                    <a:pt x="70269" y="72857"/>
                  </a:lnTo>
                  <a:lnTo>
                    <a:pt x="68847" y="73695"/>
                  </a:lnTo>
                  <a:lnTo>
                    <a:pt x="67442" y="74489"/>
                  </a:lnTo>
                  <a:lnTo>
                    <a:pt x="67072" y="74656"/>
                  </a:lnTo>
                  <a:lnTo>
                    <a:pt x="66181" y="75059"/>
                  </a:lnTo>
                  <a:lnTo>
                    <a:pt x="65853" y="75235"/>
                  </a:lnTo>
                  <a:lnTo>
                    <a:pt x="65690" y="75322"/>
                  </a:lnTo>
                  <a:lnTo>
                    <a:pt x="65403" y="75475"/>
                  </a:lnTo>
                  <a:lnTo>
                    <a:pt x="63342" y="76393"/>
                  </a:lnTo>
                  <a:lnTo>
                    <a:pt x="61747" y="77103"/>
                  </a:lnTo>
                  <a:lnTo>
                    <a:pt x="61312" y="77296"/>
                  </a:lnTo>
                  <a:lnTo>
                    <a:pt x="60895" y="77494"/>
                  </a:lnTo>
                  <a:lnTo>
                    <a:pt x="58737" y="78516"/>
                  </a:lnTo>
                  <a:lnTo>
                    <a:pt x="57397" y="79151"/>
                  </a:lnTo>
                  <a:lnTo>
                    <a:pt x="57131" y="79278"/>
                  </a:lnTo>
                  <a:lnTo>
                    <a:pt x="56984" y="79347"/>
                  </a:lnTo>
                  <a:lnTo>
                    <a:pt x="56849" y="79409"/>
                  </a:lnTo>
                  <a:lnTo>
                    <a:pt x="56607" y="79520"/>
                  </a:lnTo>
                  <a:lnTo>
                    <a:pt x="55695" y="79938"/>
                  </a:lnTo>
                  <a:lnTo>
                    <a:pt x="54162" y="80641"/>
                  </a:lnTo>
                  <a:lnTo>
                    <a:pt x="53705" y="80850"/>
                  </a:lnTo>
                  <a:lnTo>
                    <a:pt x="53378" y="81000"/>
                  </a:lnTo>
                  <a:lnTo>
                    <a:pt x="52829" y="81252"/>
                  </a:lnTo>
                  <a:lnTo>
                    <a:pt x="52523" y="81392"/>
                  </a:lnTo>
                  <a:lnTo>
                    <a:pt x="52218" y="81532"/>
                  </a:lnTo>
                  <a:lnTo>
                    <a:pt x="51862" y="81695"/>
                  </a:lnTo>
                  <a:lnTo>
                    <a:pt x="45783" y="69584"/>
                  </a:lnTo>
                  <a:lnTo>
                    <a:pt x="40846" y="59748"/>
                  </a:lnTo>
                  <a:lnTo>
                    <a:pt x="39152" y="56371"/>
                  </a:lnTo>
                  <a:lnTo>
                    <a:pt x="39030" y="56128"/>
                  </a:lnTo>
                  <a:lnTo>
                    <a:pt x="37564" y="52962"/>
                  </a:lnTo>
                  <a:lnTo>
                    <a:pt x="32900" y="55215"/>
                  </a:lnTo>
                  <a:lnTo>
                    <a:pt x="27984" y="57590"/>
                  </a:lnTo>
                  <a:lnTo>
                    <a:pt x="23344" y="59831"/>
                  </a:lnTo>
                  <a:lnTo>
                    <a:pt x="18679" y="62085"/>
                  </a:lnTo>
                  <a:lnTo>
                    <a:pt x="13979" y="64355"/>
                  </a:lnTo>
                  <a:lnTo>
                    <a:pt x="9630" y="55464"/>
                  </a:lnTo>
                  <a:lnTo>
                    <a:pt x="9183" y="54719"/>
                  </a:lnTo>
                  <a:lnTo>
                    <a:pt x="9033" y="54503"/>
                  </a:lnTo>
                  <a:lnTo>
                    <a:pt x="3237" y="46170"/>
                  </a:lnTo>
                  <a:lnTo>
                    <a:pt x="4043" y="45373"/>
                  </a:lnTo>
                  <a:lnTo>
                    <a:pt x="4172" y="45262"/>
                  </a:lnTo>
                  <a:lnTo>
                    <a:pt x="4546" y="44944"/>
                  </a:lnTo>
                  <a:lnTo>
                    <a:pt x="4895" y="44647"/>
                  </a:lnTo>
                  <a:lnTo>
                    <a:pt x="5438" y="44184"/>
                  </a:lnTo>
                  <a:lnTo>
                    <a:pt x="3468" y="41861"/>
                  </a:lnTo>
                  <a:lnTo>
                    <a:pt x="3326" y="41953"/>
                  </a:lnTo>
                  <a:lnTo>
                    <a:pt x="1316" y="43254"/>
                  </a:lnTo>
                  <a:lnTo>
                    <a:pt x="991" y="42877"/>
                  </a:lnTo>
                  <a:lnTo>
                    <a:pt x="726" y="42569"/>
                  </a:lnTo>
                  <a:lnTo>
                    <a:pt x="371" y="42156"/>
                  </a:lnTo>
                  <a:lnTo>
                    <a:pt x="46" y="41780"/>
                  </a:lnTo>
                  <a:lnTo>
                    <a:pt x="0" y="41526"/>
                  </a:lnTo>
                  <a:lnTo>
                    <a:pt x="1642" y="38636"/>
                  </a:lnTo>
                  <a:lnTo>
                    <a:pt x="2630" y="36980"/>
                  </a:lnTo>
                  <a:lnTo>
                    <a:pt x="3865" y="35538"/>
                  </a:lnTo>
                  <a:lnTo>
                    <a:pt x="5100" y="33929"/>
                  </a:lnTo>
                  <a:lnTo>
                    <a:pt x="5927" y="33048"/>
                  </a:lnTo>
                  <a:lnTo>
                    <a:pt x="7122" y="32174"/>
                  </a:lnTo>
                  <a:lnTo>
                    <a:pt x="9425" y="30832"/>
                  </a:lnTo>
                  <a:lnTo>
                    <a:pt x="10914" y="29357"/>
                  </a:lnTo>
                  <a:lnTo>
                    <a:pt x="12876" y="27474"/>
                  </a:lnTo>
                  <a:lnTo>
                    <a:pt x="13555" y="27177"/>
                  </a:lnTo>
                  <a:lnTo>
                    <a:pt x="14687" y="28149"/>
                  </a:lnTo>
                  <a:lnTo>
                    <a:pt x="16641" y="26979"/>
                  </a:lnTo>
                  <a:lnTo>
                    <a:pt x="18324" y="26002"/>
                  </a:lnTo>
                  <a:lnTo>
                    <a:pt x="19157" y="25601"/>
                  </a:lnTo>
                  <a:lnTo>
                    <a:pt x="19488" y="24166"/>
                  </a:lnTo>
                  <a:lnTo>
                    <a:pt x="19541" y="23935"/>
                  </a:lnTo>
                  <a:lnTo>
                    <a:pt x="19846" y="23022"/>
                  </a:lnTo>
                  <a:lnTo>
                    <a:pt x="20230" y="22077"/>
                  </a:lnTo>
                  <a:lnTo>
                    <a:pt x="20887" y="21131"/>
                  </a:lnTo>
                  <a:lnTo>
                    <a:pt x="21992" y="20186"/>
                  </a:lnTo>
                  <a:lnTo>
                    <a:pt x="23979" y="19385"/>
                  </a:lnTo>
                  <a:lnTo>
                    <a:pt x="26847" y="17767"/>
                  </a:lnTo>
                  <a:lnTo>
                    <a:pt x="28497" y="16661"/>
                  </a:lnTo>
                  <a:lnTo>
                    <a:pt x="30868" y="14931"/>
                  </a:lnTo>
                  <a:lnTo>
                    <a:pt x="32310" y="13601"/>
                  </a:lnTo>
                  <a:lnTo>
                    <a:pt x="35402" y="11086"/>
                  </a:lnTo>
                  <a:lnTo>
                    <a:pt x="36716" y="10269"/>
                  </a:lnTo>
                  <a:lnTo>
                    <a:pt x="38014" y="9436"/>
                  </a:lnTo>
                  <a:lnTo>
                    <a:pt x="40465" y="8122"/>
                  </a:lnTo>
                  <a:lnTo>
                    <a:pt x="41688" y="7310"/>
                  </a:lnTo>
                  <a:lnTo>
                    <a:pt x="43385" y="5376"/>
                  </a:lnTo>
                  <a:lnTo>
                    <a:pt x="45277" y="3219"/>
                  </a:lnTo>
                  <a:lnTo>
                    <a:pt x="50382" y="1842"/>
                  </a:lnTo>
                  <a:lnTo>
                    <a:pt x="50250" y="1345"/>
                  </a:lnTo>
                  <a:lnTo>
                    <a:pt x="50157" y="993"/>
                  </a:lnTo>
                  <a:lnTo>
                    <a:pt x="53954" y="0"/>
                  </a:lnTo>
                  <a:lnTo>
                    <a:pt x="55236" y="3316"/>
                  </a:lnTo>
                  <a:lnTo>
                    <a:pt x="56117" y="6424"/>
                  </a:lnTo>
                  <a:lnTo>
                    <a:pt x="56404" y="7247"/>
                  </a:lnTo>
                  <a:lnTo>
                    <a:pt x="57173" y="82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426600" y="5396963"/>
              <a:ext cx="78639" cy="70193"/>
            </a:xfrm>
            <a:custGeom>
              <a:avLst/>
              <a:pathLst>
                <a:path w="78639" h="70193">
                  <a:moveTo>
                    <a:pt x="78129" y="34718"/>
                  </a:moveTo>
                  <a:lnTo>
                    <a:pt x="77149" y="37142"/>
                  </a:lnTo>
                  <a:lnTo>
                    <a:pt x="76348" y="38361"/>
                  </a:lnTo>
                  <a:lnTo>
                    <a:pt x="75639" y="39401"/>
                  </a:lnTo>
                  <a:lnTo>
                    <a:pt x="73231" y="41303"/>
                  </a:lnTo>
                  <a:lnTo>
                    <a:pt x="70860" y="42038"/>
                  </a:lnTo>
                  <a:lnTo>
                    <a:pt x="63196" y="36321"/>
                  </a:lnTo>
                  <a:lnTo>
                    <a:pt x="61338" y="36245"/>
                  </a:lnTo>
                  <a:lnTo>
                    <a:pt x="60221" y="36938"/>
                  </a:lnTo>
                  <a:lnTo>
                    <a:pt x="58705" y="38363"/>
                  </a:lnTo>
                  <a:lnTo>
                    <a:pt x="57791" y="40263"/>
                  </a:lnTo>
                  <a:lnTo>
                    <a:pt x="56487" y="43253"/>
                  </a:lnTo>
                  <a:lnTo>
                    <a:pt x="55231" y="45933"/>
                  </a:lnTo>
                  <a:lnTo>
                    <a:pt x="54497" y="47501"/>
                  </a:lnTo>
                  <a:lnTo>
                    <a:pt x="53699" y="50089"/>
                  </a:lnTo>
                  <a:lnTo>
                    <a:pt x="53029" y="52332"/>
                  </a:lnTo>
                  <a:lnTo>
                    <a:pt x="52499" y="52772"/>
                  </a:lnTo>
                  <a:lnTo>
                    <a:pt x="51516" y="53259"/>
                  </a:lnTo>
                  <a:lnTo>
                    <a:pt x="50537" y="53962"/>
                  </a:lnTo>
                  <a:lnTo>
                    <a:pt x="49713" y="54891"/>
                  </a:lnTo>
                  <a:lnTo>
                    <a:pt x="49455" y="55183"/>
                  </a:lnTo>
                  <a:lnTo>
                    <a:pt x="47786" y="57065"/>
                  </a:lnTo>
                  <a:lnTo>
                    <a:pt x="47321" y="57589"/>
                  </a:lnTo>
                  <a:lnTo>
                    <a:pt x="46809" y="58166"/>
                  </a:lnTo>
                  <a:lnTo>
                    <a:pt x="45277" y="61390"/>
                  </a:lnTo>
                  <a:lnTo>
                    <a:pt x="44922" y="61856"/>
                  </a:lnTo>
                  <a:lnTo>
                    <a:pt x="43295" y="65820"/>
                  </a:lnTo>
                  <a:lnTo>
                    <a:pt x="42489" y="67784"/>
                  </a:lnTo>
                  <a:lnTo>
                    <a:pt x="42240" y="68009"/>
                  </a:lnTo>
                  <a:lnTo>
                    <a:pt x="39538" y="68715"/>
                  </a:lnTo>
                  <a:lnTo>
                    <a:pt x="37620" y="69156"/>
                  </a:lnTo>
                  <a:lnTo>
                    <a:pt x="34801" y="69805"/>
                  </a:lnTo>
                  <a:lnTo>
                    <a:pt x="33113" y="70193"/>
                  </a:lnTo>
                  <a:lnTo>
                    <a:pt x="31486" y="65906"/>
                  </a:lnTo>
                  <a:lnTo>
                    <a:pt x="30051" y="64545"/>
                  </a:lnTo>
                  <a:lnTo>
                    <a:pt x="29524" y="64046"/>
                  </a:lnTo>
                  <a:lnTo>
                    <a:pt x="28595" y="63405"/>
                  </a:lnTo>
                  <a:lnTo>
                    <a:pt x="28163" y="63170"/>
                  </a:lnTo>
                  <a:lnTo>
                    <a:pt x="27709" y="62922"/>
                  </a:lnTo>
                  <a:lnTo>
                    <a:pt x="24269" y="62430"/>
                  </a:lnTo>
                  <a:lnTo>
                    <a:pt x="23258" y="62362"/>
                  </a:lnTo>
                  <a:lnTo>
                    <a:pt x="18908" y="62067"/>
                  </a:lnTo>
                  <a:lnTo>
                    <a:pt x="21822" y="57972"/>
                  </a:lnTo>
                  <a:lnTo>
                    <a:pt x="12121" y="52797"/>
                  </a:lnTo>
                  <a:lnTo>
                    <a:pt x="1850" y="47318"/>
                  </a:lnTo>
                  <a:lnTo>
                    <a:pt x="0" y="44363"/>
                  </a:lnTo>
                  <a:lnTo>
                    <a:pt x="2472" y="42571"/>
                  </a:lnTo>
                  <a:lnTo>
                    <a:pt x="2688" y="42351"/>
                  </a:lnTo>
                  <a:lnTo>
                    <a:pt x="3445" y="41586"/>
                  </a:lnTo>
                  <a:lnTo>
                    <a:pt x="4868" y="40145"/>
                  </a:lnTo>
                  <a:lnTo>
                    <a:pt x="5369" y="39600"/>
                  </a:lnTo>
                  <a:lnTo>
                    <a:pt x="5545" y="39409"/>
                  </a:lnTo>
                  <a:lnTo>
                    <a:pt x="6328" y="38558"/>
                  </a:lnTo>
                  <a:lnTo>
                    <a:pt x="6840" y="37961"/>
                  </a:lnTo>
                  <a:lnTo>
                    <a:pt x="7159" y="37441"/>
                  </a:lnTo>
                  <a:lnTo>
                    <a:pt x="7338" y="37148"/>
                  </a:lnTo>
                  <a:lnTo>
                    <a:pt x="7658" y="36627"/>
                  </a:lnTo>
                  <a:lnTo>
                    <a:pt x="7875" y="36272"/>
                  </a:lnTo>
                  <a:lnTo>
                    <a:pt x="8145" y="35832"/>
                  </a:lnTo>
                  <a:lnTo>
                    <a:pt x="8355" y="35490"/>
                  </a:lnTo>
                  <a:lnTo>
                    <a:pt x="8613" y="35070"/>
                  </a:lnTo>
                  <a:lnTo>
                    <a:pt x="8827" y="34720"/>
                  </a:lnTo>
                  <a:lnTo>
                    <a:pt x="9104" y="34268"/>
                  </a:lnTo>
                  <a:lnTo>
                    <a:pt x="9261" y="34012"/>
                  </a:lnTo>
                  <a:lnTo>
                    <a:pt x="9339" y="33875"/>
                  </a:lnTo>
                  <a:lnTo>
                    <a:pt x="9619" y="33384"/>
                  </a:lnTo>
                  <a:lnTo>
                    <a:pt x="11807" y="29540"/>
                  </a:lnTo>
                  <a:lnTo>
                    <a:pt x="11952" y="29277"/>
                  </a:lnTo>
                  <a:lnTo>
                    <a:pt x="12154" y="28887"/>
                  </a:lnTo>
                  <a:lnTo>
                    <a:pt x="12293" y="28619"/>
                  </a:lnTo>
                  <a:lnTo>
                    <a:pt x="12371" y="28468"/>
                  </a:lnTo>
                  <a:lnTo>
                    <a:pt x="12579" y="28068"/>
                  </a:lnTo>
                  <a:lnTo>
                    <a:pt x="12735" y="27774"/>
                  </a:lnTo>
                  <a:lnTo>
                    <a:pt x="12828" y="27599"/>
                  </a:lnTo>
                  <a:lnTo>
                    <a:pt x="12949" y="27372"/>
                  </a:lnTo>
                  <a:lnTo>
                    <a:pt x="13043" y="27194"/>
                  </a:lnTo>
                  <a:lnTo>
                    <a:pt x="13198" y="26902"/>
                  </a:lnTo>
                  <a:lnTo>
                    <a:pt x="13292" y="26726"/>
                  </a:lnTo>
                  <a:lnTo>
                    <a:pt x="13518" y="26299"/>
                  </a:lnTo>
                  <a:lnTo>
                    <a:pt x="13729" y="25901"/>
                  </a:lnTo>
                  <a:lnTo>
                    <a:pt x="13881" y="25616"/>
                  </a:lnTo>
                  <a:lnTo>
                    <a:pt x="14130" y="25147"/>
                  </a:lnTo>
                  <a:lnTo>
                    <a:pt x="14681" y="24122"/>
                  </a:lnTo>
                  <a:lnTo>
                    <a:pt x="14974" y="23576"/>
                  </a:lnTo>
                  <a:lnTo>
                    <a:pt x="15075" y="23388"/>
                  </a:lnTo>
                  <a:lnTo>
                    <a:pt x="15492" y="22613"/>
                  </a:lnTo>
                  <a:lnTo>
                    <a:pt x="15609" y="22394"/>
                  </a:lnTo>
                  <a:lnTo>
                    <a:pt x="16277" y="21152"/>
                  </a:lnTo>
                  <a:lnTo>
                    <a:pt x="16798" y="20146"/>
                  </a:lnTo>
                  <a:lnTo>
                    <a:pt x="16926" y="19899"/>
                  </a:lnTo>
                  <a:lnTo>
                    <a:pt x="17146" y="19473"/>
                  </a:lnTo>
                  <a:lnTo>
                    <a:pt x="17323" y="19133"/>
                  </a:lnTo>
                  <a:lnTo>
                    <a:pt x="17452" y="18883"/>
                  </a:lnTo>
                  <a:lnTo>
                    <a:pt x="17824" y="18164"/>
                  </a:lnTo>
                  <a:lnTo>
                    <a:pt x="17905" y="18007"/>
                  </a:lnTo>
                  <a:lnTo>
                    <a:pt x="18372" y="17105"/>
                  </a:lnTo>
                  <a:lnTo>
                    <a:pt x="18543" y="16776"/>
                  </a:lnTo>
                  <a:lnTo>
                    <a:pt x="18672" y="16527"/>
                  </a:lnTo>
                  <a:lnTo>
                    <a:pt x="18741" y="16393"/>
                  </a:lnTo>
                  <a:lnTo>
                    <a:pt x="18974" y="15942"/>
                  </a:lnTo>
                  <a:lnTo>
                    <a:pt x="19172" y="15561"/>
                  </a:lnTo>
                  <a:lnTo>
                    <a:pt x="19301" y="15312"/>
                  </a:lnTo>
                  <a:lnTo>
                    <a:pt x="19412" y="15119"/>
                  </a:lnTo>
                  <a:lnTo>
                    <a:pt x="19506" y="14955"/>
                  </a:lnTo>
                  <a:lnTo>
                    <a:pt x="22110" y="10435"/>
                  </a:lnTo>
                  <a:lnTo>
                    <a:pt x="22700" y="9412"/>
                  </a:lnTo>
                  <a:lnTo>
                    <a:pt x="23255" y="8795"/>
                  </a:lnTo>
                  <a:lnTo>
                    <a:pt x="24481" y="7433"/>
                  </a:lnTo>
                  <a:lnTo>
                    <a:pt x="24944" y="7147"/>
                  </a:lnTo>
                  <a:lnTo>
                    <a:pt x="25258" y="7075"/>
                  </a:lnTo>
                  <a:lnTo>
                    <a:pt x="25408" y="7041"/>
                  </a:lnTo>
                  <a:lnTo>
                    <a:pt x="25959" y="6915"/>
                  </a:lnTo>
                  <a:lnTo>
                    <a:pt x="26405" y="6813"/>
                  </a:lnTo>
                  <a:lnTo>
                    <a:pt x="29856" y="6368"/>
                  </a:lnTo>
                  <a:lnTo>
                    <a:pt x="31710" y="5835"/>
                  </a:lnTo>
                  <a:lnTo>
                    <a:pt x="32187" y="5697"/>
                  </a:lnTo>
                  <a:lnTo>
                    <a:pt x="33988" y="5179"/>
                  </a:lnTo>
                  <a:lnTo>
                    <a:pt x="35304" y="4800"/>
                  </a:lnTo>
                  <a:lnTo>
                    <a:pt x="35513" y="4731"/>
                  </a:lnTo>
                  <a:lnTo>
                    <a:pt x="36879" y="4274"/>
                  </a:lnTo>
                  <a:lnTo>
                    <a:pt x="38192" y="3835"/>
                  </a:lnTo>
                  <a:lnTo>
                    <a:pt x="38891" y="3602"/>
                  </a:lnTo>
                  <a:lnTo>
                    <a:pt x="39028" y="3556"/>
                  </a:lnTo>
                  <a:lnTo>
                    <a:pt x="39216" y="3493"/>
                  </a:lnTo>
                  <a:lnTo>
                    <a:pt x="42369" y="2440"/>
                  </a:lnTo>
                  <a:lnTo>
                    <a:pt x="42625" y="2354"/>
                  </a:lnTo>
                  <a:lnTo>
                    <a:pt x="42780" y="2302"/>
                  </a:lnTo>
                  <a:lnTo>
                    <a:pt x="42911" y="2259"/>
                  </a:lnTo>
                  <a:lnTo>
                    <a:pt x="43250" y="2145"/>
                  </a:lnTo>
                  <a:lnTo>
                    <a:pt x="43446" y="2080"/>
                  </a:lnTo>
                  <a:lnTo>
                    <a:pt x="44275" y="1803"/>
                  </a:lnTo>
                  <a:lnTo>
                    <a:pt x="49417" y="0"/>
                  </a:lnTo>
                  <a:lnTo>
                    <a:pt x="49614" y="1"/>
                  </a:lnTo>
                  <a:lnTo>
                    <a:pt x="49771" y="2"/>
                  </a:lnTo>
                  <a:lnTo>
                    <a:pt x="50120" y="5"/>
                  </a:lnTo>
                  <a:lnTo>
                    <a:pt x="50418" y="7"/>
                  </a:lnTo>
                  <a:lnTo>
                    <a:pt x="50554" y="8"/>
                  </a:lnTo>
                  <a:lnTo>
                    <a:pt x="50727" y="9"/>
                  </a:lnTo>
                  <a:lnTo>
                    <a:pt x="51096" y="12"/>
                  </a:lnTo>
                  <a:lnTo>
                    <a:pt x="51494" y="15"/>
                  </a:lnTo>
                  <a:lnTo>
                    <a:pt x="51741" y="17"/>
                  </a:lnTo>
                  <a:lnTo>
                    <a:pt x="52108" y="35"/>
                  </a:lnTo>
                  <a:lnTo>
                    <a:pt x="52479" y="68"/>
                  </a:lnTo>
                  <a:lnTo>
                    <a:pt x="52611" y="80"/>
                  </a:lnTo>
                  <a:lnTo>
                    <a:pt x="53907" y="196"/>
                  </a:lnTo>
                  <a:lnTo>
                    <a:pt x="54258" y="278"/>
                  </a:lnTo>
                  <a:lnTo>
                    <a:pt x="54808" y="407"/>
                  </a:lnTo>
                  <a:lnTo>
                    <a:pt x="55250" y="511"/>
                  </a:lnTo>
                  <a:lnTo>
                    <a:pt x="56005" y="714"/>
                  </a:lnTo>
                  <a:lnTo>
                    <a:pt x="56773" y="921"/>
                  </a:lnTo>
                  <a:lnTo>
                    <a:pt x="58012" y="1255"/>
                  </a:lnTo>
                  <a:lnTo>
                    <a:pt x="58472" y="1378"/>
                  </a:lnTo>
                  <a:lnTo>
                    <a:pt x="58975" y="1514"/>
                  </a:lnTo>
                  <a:lnTo>
                    <a:pt x="59235" y="1584"/>
                  </a:lnTo>
                  <a:lnTo>
                    <a:pt x="59793" y="1734"/>
                  </a:lnTo>
                  <a:lnTo>
                    <a:pt x="60288" y="1867"/>
                  </a:lnTo>
                  <a:lnTo>
                    <a:pt x="60713" y="4401"/>
                  </a:lnTo>
                  <a:lnTo>
                    <a:pt x="61139" y="6217"/>
                  </a:lnTo>
                  <a:lnTo>
                    <a:pt x="62848" y="8754"/>
                  </a:lnTo>
                  <a:lnTo>
                    <a:pt x="69116" y="14597"/>
                  </a:lnTo>
                  <a:lnTo>
                    <a:pt x="69534" y="14988"/>
                  </a:lnTo>
                  <a:lnTo>
                    <a:pt x="69959" y="15353"/>
                  </a:lnTo>
                  <a:lnTo>
                    <a:pt x="70412" y="15744"/>
                  </a:lnTo>
                  <a:lnTo>
                    <a:pt x="71147" y="16376"/>
                  </a:lnTo>
                  <a:lnTo>
                    <a:pt x="71860" y="17331"/>
                  </a:lnTo>
                  <a:lnTo>
                    <a:pt x="72873" y="18688"/>
                  </a:lnTo>
                  <a:lnTo>
                    <a:pt x="73166" y="19080"/>
                  </a:lnTo>
                  <a:lnTo>
                    <a:pt x="76822" y="25861"/>
                  </a:lnTo>
                  <a:lnTo>
                    <a:pt x="77221" y="26931"/>
                  </a:lnTo>
                  <a:lnTo>
                    <a:pt x="77989" y="28991"/>
                  </a:lnTo>
                  <a:lnTo>
                    <a:pt x="78093" y="29270"/>
                  </a:lnTo>
                  <a:lnTo>
                    <a:pt x="78639" y="30737"/>
                  </a:lnTo>
                  <a:lnTo>
                    <a:pt x="78159" y="344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339788" y="5441327"/>
              <a:ext cx="119925" cy="59803"/>
            </a:xfrm>
            <a:custGeom>
              <a:avLst/>
              <a:pathLst>
                <a:path w="119925" h="59803">
                  <a:moveTo>
                    <a:pt x="106476" y="40220"/>
                  </a:moveTo>
                  <a:lnTo>
                    <a:pt x="105473" y="40947"/>
                  </a:lnTo>
                  <a:lnTo>
                    <a:pt x="104618" y="41801"/>
                  </a:lnTo>
                  <a:lnTo>
                    <a:pt x="104134" y="42254"/>
                  </a:lnTo>
                  <a:lnTo>
                    <a:pt x="103934" y="42442"/>
                  </a:lnTo>
                  <a:lnTo>
                    <a:pt x="103844" y="42577"/>
                  </a:lnTo>
                  <a:lnTo>
                    <a:pt x="102632" y="44383"/>
                  </a:lnTo>
                  <a:lnTo>
                    <a:pt x="101509" y="46057"/>
                  </a:lnTo>
                  <a:lnTo>
                    <a:pt x="98224" y="43638"/>
                  </a:lnTo>
                  <a:lnTo>
                    <a:pt x="97272" y="42622"/>
                  </a:lnTo>
                  <a:lnTo>
                    <a:pt x="97024" y="42402"/>
                  </a:lnTo>
                  <a:lnTo>
                    <a:pt x="96277" y="41741"/>
                  </a:lnTo>
                  <a:lnTo>
                    <a:pt x="95373" y="40941"/>
                  </a:lnTo>
                  <a:lnTo>
                    <a:pt x="94321" y="42072"/>
                  </a:lnTo>
                  <a:lnTo>
                    <a:pt x="87036" y="49906"/>
                  </a:lnTo>
                  <a:lnTo>
                    <a:pt x="85679" y="51365"/>
                  </a:lnTo>
                  <a:lnTo>
                    <a:pt x="84385" y="52521"/>
                  </a:lnTo>
                  <a:lnTo>
                    <a:pt x="81914" y="54730"/>
                  </a:lnTo>
                  <a:lnTo>
                    <a:pt x="81460" y="55086"/>
                  </a:lnTo>
                  <a:lnTo>
                    <a:pt x="79804" y="56385"/>
                  </a:lnTo>
                  <a:lnTo>
                    <a:pt x="77374" y="58789"/>
                  </a:lnTo>
                  <a:lnTo>
                    <a:pt x="76608" y="59312"/>
                  </a:lnTo>
                  <a:lnTo>
                    <a:pt x="74985" y="59696"/>
                  </a:lnTo>
                  <a:lnTo>
                    <a:pt x="74472" y="59803"/>
                  </a:lnTo>
                  <a:lnTo>
                    <a:pt x="73895" y="59614"/>
                  </a:lnTo>
                  <a:lnTo>
                    <a:pt x="72193" y="58413"/>
                  </a:lnTo>
                  <a:lnTo>
                    <a:pt x="70933" y="57398"/>
                  </a:lnTo>
                  <a:lnTo>
                    <a:pt x="69672" y="56383"/>
                  </a:lnTo>
                  <a:lnTo>
                    <a:pt x="67717" y="54679"/>
                  </a:lnTo>
                  <a:lnTo>
                    <a:pt x="67515" y="54503"/>
                  </a:lnTo>
                  <a:lnTo>
                    <a:pt x="65656" y="53008"/>
                  </a:lnTo>
                  <a:lnTo>
                    <a:pt x="64375" y="52175"/>
                  </a:lnTo>
                  <a:lnTo>
                    <a:pt x="63093" y="51342"/>
                  </a:lnTo>
                  <a:lnTo>
                    <a:pt x="62217" y="50722"/>
                  </a:lnTo>
                  <a:lnTo>
                    <a:pt x="61239" y="50047"/>
                  </a:lnTo>
                  <a:lnTo>
                    <a:pt x="57656" y="48112"/>
                  </a:lnTo>
                  <a:lnTo>
                    <a:pt x="55626" y="47279"/>
                  </a:lnTo>
                  <a:lnTo>
                    <a:pt x="52401" y="46254"/>
                  </a:lnTo>
                  <a:lnTo>
                    <a:pt x="50243" y="45826"/>
                  </a:lnTo>
                  <a:lnTo>
                    <a:pt x="43674" y="45064"/>
                  </a:lnTo>
                  <a:lnTo>
                    <a:pt x="39045" y="44520"/>
                  </a:lnTo>
                  <a:lnTo>
                    <a:pt x="37702" y="44380"/>
                  </a:lnTo>
                  <a:lnTo>
                    <a:pt x="34561" y="44051"/>
                  </a:lnTo>
                  <a:lnTo>
                    <a:pt x="31574" y="43960"/>
                  </a:lnTo>
                  <a:lnTo>
                    <a:pt x="30493" y="43926"/>
                  </a:lnTo>
                  <a:lnTo>
                    <a:pt x="27721" y="43742"/>
                  </a:lnTo>
                  <a:lnTo>
                    <a:pt x="26759" y="43379"/>
                  </a:lnTo>
                  <a:lnTo>
                    <a:pt x="26106" y="42792"/>
                  </a:lnTo>
                  <a:lnTo>
                    <a:pt x="25270" y="42724"/>
                  </a:lnTo>
                  <a:lnTo>
                    <a:pt x="24521" y="42662"/>
                  </a:lnTo>
                  <a:lnTo>
                    <a:pt x="19495" y="42881"/>
                  </a:lnTo>
                  <a:lnTo>
                    <a:pt x="19226" y="42905"/>
                  </a:lnTo>
                  <a:lnTo>
                    <a:pt x="14967" y="43289"/>
                  </a:lnTo>
                  <a:lnTo>
                    <a:pt x="14778" y="43306"/>
                  </a:lnTo>
                  <a:lnTo>
                    <a:pt x="14540" y="43327"/>
                  </a:lnTo>
                  <a:lnTo>
                    <a:pt x="11282" y="43594"/>
                  </a:lnTo>
                  <a:lnTo>
                    <a:pt x="10487" y="43660"/>
                  </a:lnTo>
                  <a:lnTo>
                    <a:pt x="10043" y="43692"/>
                  </a:lnTo>
                  <a:lnTo>
                    <a:pt x="9829" y="43708"/>
                  </a:lnTo>
                  <a:lnTo>
                    <a:pt x="5498" y="44028"/>
                  </a:lnTo>
                  <a:lnTo>
                    <a:pt x="1079" y="44278"/>
                  </a:lnTo>
                  <a:lnTo>
                    <a:pt x="0" y="44339"/>
                  </a:lnTo>
                  <a:lnTo>
                    <a:pt x="102" y="43810"/>
                  </a:lnTo>
                  <a:lnTo>
                    <a:pt x="81" y="43552"/>
                  </a:lnTo>
                  <a:lnTo>
                    <a:pt x="2024" y="43432"/>
                  </a:lnTo>
                  <a:lnTo>
                    <a:pt x="2231" y="43369"/>
                  </a:lnTo>
                  <a:lnTo>
                    <a:pt x="3599" y="42952"/>
                  </a:lnTo>
                  <a:lnTo>
                    <a:pt x="5271" y="42318"/>
                  </a:lnTo>
                  <a:lnTo>
                    <a:pt x="5922" y="42071"/>
                  </a:lnTo>
                  <a:lnTo>
                    <a:pt x="8272" y="41136"/>
                  </a:lnTo>
                  <a:lnTo>
                    <a:pt x="8595" y="40921"/>
                  </a:lnTo>
                  <a:lnTo>
                    <a:pt x="8753" y="40816"/>
                  </a:lnTo>
                  <a:lnTo>
                    <a:pt x="11848" y="37947"/>
                  </a:lnTo>
                  <a:lnTo>
                    <a:pt x="12037" y="37772"/>
                  </a:lnTo>
                  <a:lnTo>
                    <a:pt x="15242" y="34884"/>
                  </a:lnTo>
                  <a:lnTo>
                    <a:pt x="15535" y="34621"/>
                  </a:lnTo>
                  <a:lnTo>
                    <a:pt x="19658" y="32090"/>
                  </a:lnTo>
                  <a:lnTo>
                    <a:pt x="19803" y="32001"/>
                  </a:lnTo>
                  <a:lnTo>
                    <a:pt x="22603" y="30691"/>
                  </a:lnTo>
                  <a:lnTo>
                    <a:pt x="23719" y="30169"/>
                  </a:lnTo>
                  <a:lnTo>
                    <a:pt x="24353" y="29912"/>
                  </a:lnTo>
                  <a:lnTo>
                    <a:pt x="24672" y="29747"/>
                  </a:lnTo>
                  <a:lnTo>
                    <a:pt x="25009" y="29546"/>
                  </a:lnTo>
                  <a:lnTo>
                    <a:pt x="29144" y="27602"/>
                  </a:lnTo>
                  <a:lnTo>
                    <a:pt x="29289" y="27534"/>
                  </a:lnTo>
                  <a:lnTo>
                    <a:pt x="29551" y="27412"/>
                  </a:lnTo>
                  <a:lnTo>
                    <a:pt x="29692" y="27346"/>
                  </a:lnTo>
                  <a:lnTo>
                    <a:pt x="34166" y="25256"/>
                  </a:lnTo>
                  <a:lnTo>
                    <a:pt x="34462" y="25117"/>
                  </a:lnTo>
                  <a:lnTo>
                    <a:pt x="34652" y="25027"/>
                  </a:lnTo>
                  <a:lnTo>
                    <a:pt x="38482" y="23216"/>
                  </a:lnTo>
                  <a:lnTo>
                    <a:pt x="39121" y="22929"/>
                  </a:lnTo>
                  <a:lnTo>
                    <a:pt x="39612" y="22696"/>
                  </a:lnTo>
                  <a:lnTo>
                    <a:pt x="44058" y="20579"/>
                  </a:lnTo>
                  <a:lnTo>
                    <a:pt x="48469" y="18486"/>
                  </a:lnTo>
                  <a:lnTo>
                    <a:pt x="49115" y="18179"/>
                  </a:lnTo>
                  <a:lnTo>
                    <a:pt x="53554" y="16082"/>
                  </a:lnTo>
                  <a:lnTo>
                    <a:pt x="53850" y="15921"/>
                  </a:lnTo>
                  <a:lnTo>
                    <a:pt x="58205" y="13857"/>
                  </a:lnTo>
                  <a:lnTo>
                    <a:pt x="58561" y="13692"/>
                  </a:lnTo>
                  <a:lnTo>
                    <a:pt x="62788" y="11733"/>
                  </a:lnTo>
                  <a:lnTo>
                    <a:pt x="63371" y="11445"/>
                  </a:lnTo>
                  <a:lnTo>
                    <a:pt x="68075" y="9133"/>
                  </a:lnTo>
                  <a:lnTo>
                    <a:pt x="68287" y="9036"/>
                  </a:lnTo>
                  <a:lnTo>
                    <a:pt x="68527" y="8925"/>
                  </a:lnTo>
                  <a:lnTo>
                    <a:pt x="68833" y="8785"/>
                  </a:lnTo>
                  <a:lnTo>
                    <a:pt x="69430" y="8512"/>
                  </a:lnTo>
                  <a:lnTo>
                    <a:pt x="69709" y="8384"/>
                  </a:lnTo>
                  <a:lnTo>
                    <a:pt x="70166" y="8174"/>
                  </a:lnTo>
                  <a:lnTo>
                    <a:pt x="71699" y="7471"/>
                  </a:lnTo>
                  <a:lnTo>
                    <a:pt x="72611" y="7053"/>
                  </a:lnTo>
                  <a:lnTo>
                    <a:pt x="72854" y="6942"/>
                  </a:lnTo>
                  <a:lnTo>
                    <a:pt x="72988" y="6881"/>
                  </a:lnTo>
                  <a:lnTo>
                    <a:pt x="73135" y="6811"/>
                  </a:lnTo>
                  <a:lnTo>
                    <a:pt x="73401" y="6685"/>
                  </a:lnTo>
                  <a:lnTo>
                    <a:pt x="74741" y="6050"/>
                  </a:lnTo>
                  <a:lnTo>
                    <a:pt x="76899" y="5027"/>
                  </a:lnTo>
                  <a:lnTo>
                    <a:pt x="77614" y="4697"/>
                  </a:lnTo>
                  <a:lnTo>
                    <a:pt x="77866" y="4585"/>
                  </a:lnTo>
                  <a:lnTo>
                    <a:pt x="79346" y="3926"/>
                  </a:lnTo>
                  <a:lnTo>
                    <a:pt x="81407" y="3009"/>
                  </a:lnTo>
                  <a:lnTo>
                    <a:pt x="81694" y="2855"/>
                  </a:lnTo>
                  <a:lnTo>
                    <a:pt x="81910" y="2740"/>
                  </a:lnTo>
                  <a:lnTo>
                    <a:pt x="82278" y="2550"/>
                  </a:lnTo>
                  <a:lnTo>
                    <a:pt x="83077" y="2189"/>
                  </a:lnTo>
                  <a:lnTo>
                    <a:pt x="83446" y="2022"/>
                  </a:lnTo>
                  <a:lnTo>
                    <a:pt x="84851" y="1228"/>
                  </a:lnTo>
                  <a:lnTo>
                    <a:pt x="86273" y="390"/>
                  </a:lnTo>
                  <a:lnTo>
                    <a:pt x="86812" y="0"/>
                  </a:lnTo>
                  <a:lnTo>
                    <a:pt x="88662" y="2954"/>
                  </a:lnTo>
                  <a:lnTo>
                    <a:pt x="98933" y="8433"/>
                  </a:lnTo>
                  <a:lnTo>
                    <a:pt x="108635" y="13608"/>
                  </a:lnTo>
                  <a:lnTo>
                    <a:pt x="105720" y="17703"/>
                  </a:lnTo>
                  <a:lnTo>
                    <a:pt x="110071" y="17998"/>
                  </a:lnTo>
                  <a:lnTo>
                    <a:pt x="111082" y="18066"/>
                  </a:lnTo>
                  <a:lnTo>
                    <a:pt x="114521" y="18558"/>
                  </a:lnTo>
                  <a:lnTo>
                    <a:pt x="114976" y="18806"/>
                  </a:lnTo>
                  <a:lnTo>
                    <a:pt x="115408" y="19041"/>
                  </a:lnTo>
                  <a:lnTo>
                    <a:pt x="116337" y="19682"/>
                  </a:lnTo>
                  <a:lnTo>
                    <a:pt x="116863" y="20181"/>
                  </a:lnTo>
                  <a:lnTo>
                    <a:pt x="118299" y="21542"/>
                  </a:lnTo>
                  <a:lnTo>
                    <a:pt x="119925" y="25829"/>
                  </a:lnTo>
                  <a:lnTo>
                    <a:pt x="115456" y="27767"/>
                  </a:lnTo>
                  <a:lnTo>
                    <a:pt x="114019" y="28114"/>
                  </a:lnTo>
                  <a:lnTo>
                    <a:pt x="112201" y="31372"/>
                  </a:lnTo>
                  <a:lnTo>
                    <a:pt x="111856" y="31730"/>
                  </a:lnTo>
                  <a:lnTo>
                    <a:pt x="111709" y="32088"/>
                  </a:lnTo>
                  <a:lnTo>
                    <a:pt x="111058" y="33682"/>
                  </a:lnTo>
                  <a:lnTo>
                    <a:pt x="110260" y="35634"/>
                  </a:lnTo>
                  <a:lnTo>
                    <a:pt x="110026" y="36131"/>
                  </a:lnTo>
                  <a:lnTo>
                    <a:pt x="109926" y="36342"/>
                  </a:lnTo>
                  <a:lnTo>
                    <a:pt x="109593" y="37050"/>
                  </a:lnTo>
                  <a:lnTo>
                    <a:pt x="109424" y="37409"/>
                  </a:lnTo>
                  <a:lnTo>
                    <a:pt x="109352" y="37561"/>
                  </a:lnTo>
                  <a:lnTo>
                    <a:pt x="109265" y="37745"/>
                  </a:lnTo>
                  <a:lnTo>
                    <a:pt x="108802" y="38576"/>
                  </a:lnTo>
                  <a:lnTo>
                    <a:pt x="107715" y="39665"/>
                  </a:lnTo>
                  <a:lnTo>
                    <a:pt x="106931" y="400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287755" y="5483990"/>
              <a:ext cx="130923" cy="67886"/>
            </a:xfrm>
            <a:custGeom>
              <a:avLst/>
              <a:pathLst>
                <a:path w="130923" h="67886">
                  <a:moveTo>
                    <a:pt x="129376" y="22143"/>
                  </a:moveTo>
                  <a:lnTo>
                    <a:pt x="130669" y="24085"/>
                  </a:lnTo>
                  <a:lnTo>
                    <a:pt x="130923" y="24405"/>
                  </a:lnTo>
                  <a:lnTo>
                    <a:pt x="127044" y="24111"/>
                  </a:lnTo>
                  <a:lnTo>
                    <a:pt x="125123" y="23948"/>
                  </a:lnTo>
                  <a:lnTo>
                    <a:pt x="122848" y="23737"/>
                  </a:lnTo>
                  <a:lnTo>
                    <a:pt x="119867" y="23462"/>
                  </a:lnTo>
                  <a:lnTo>
                    <a:pt x="119690" y="24047"/>
                  </a:lnTo>
                  <a:lnTo>
                    <a:pt x="116980" y="31239"/>
                  </a:lnTo>
                  <a:lnTo>
                    <a:pt x="115090" y="30735"/>
                  </a:lnTo>
                  <a:lnTo>
                    <a:pt x="114037" y="30454"/>
                  </a:lnTo>
                  <a:lnTo>
                    <a:pt x="113796" y="30390"/>
                  </a:lnTo>
                  <a:lnTo>
                    <a:pt x="113466" y="30755"/>
                  </a:lnTo>
                  <a:lnTo>
                    <a:pt x="111910" y="32591"/>
                  </a:lnTo>
                  <a:lnTo>
                    <a:pt x="108526" y="37019"/>
                  </a:lnTo>
                  <a:lnTo>
                    <a:pt x="105470" y="41020"/>
                  </a:lnTo>
                  <a:lnTo>
                    <a:pt x="105322" y="41213"/>
                  </a:lnTo>
                  <a:lnTo>
                    <a:pt x="104466" y="42361"/>
                  </a:lnTo>
                  <a:lnTo>
                    <a:pt x="103226" y="43722"/>
                  </a:lnTo>
                  <a:lnTo>
                    <a:pt x="102998" y="43973"/>
                  </a:lnTo>
                  <a:lnTo>
                    <a:pt x="102751" y="44244"/>
                  </a:lnTo>
                  <a:lnTo>
                    <a:pt x="101782" y="44404"/>
                  </a:lnTo>
                  <a:lnTo>
                    <a:pt x="98960" y="44870"/>
                  </a:lnTo>
                  <a:lnTo>
                    <a:pt x="93579" y="45759"/>
                  </a:lnTo>
                  <a:lnTo>
                    <a:pt x="89885" y="46369"/>
                  </a:lnTo>
                  <a:lnTo>
                    <a:pt x="89511" y="46431"/>
                  </a:lnTo>
                  <a:lnTo>
                    <a:pt x="86905" y="46866"/>
                  </a:lnTo>
                  <a:lnTo>
                    <a:pt x="83781" y="47532"/>
                  </a:lnTo>
                  <a:lnTo>
                    <a:pt x="83491" y="47581"/>
                  </a:lnTo>
                  <a:lnTo>
                    <a:pt x="83530" y="45409"/>
                  </a:lnTo>
                  <a:lnTo>
                    <a:pt x="82013" y="45901"/>
                  </a:lnTo>
                  <a:lnTo>
                    <a:pt x="79855" y="47417"/>
                  </a:lnTo>
                  <a:lnTo>
                    <a:pt x="78915" y="48464"/>
                  </a:lnTo>
                  <a:lnTo>
                    <a:pt x="76416" y="52565"/>
                  </a:lnTo>
                  <a:lnTo>
                    <a:pt x="75198" y="51789"/>
                  </a:lnTo>
                  <a:lnTo>
                    <a:pt x="74930" y="51618"/>
                  </a:lnTo>
                  <a:lnTo>
                    <a:pt x="72856" y="50450"/>
                  </a:lnTo>
                  <a:lnTo>
                    <a:pt x="71640" y="49766"/>
                  </a:lnTo>
                  <a:lnTo>
                    <a:pt x="68443" y="54021"/>
                  </a:lnTo>
                  <a:lnTo>
                    <a:pt x="65712" y="57211"/>
                  </a:lnTo>
                  <a:lnTo>
                    <a:pt x="65181" y="58011"/>
                  </a:lnTo>
                  <a:lnTo>
                    <a:pt x="63794" y="57181"/>
                  </a:lnTo>
                  <a:lnTo>
                    <a:pt x="59368" y="54532"/>
                  </a:lnTo>
                  <a:lnTo>
                    <a:pt x="57289" y="53288"/>
                  </a:lnTo>
                  <a:lnTo>
                    <a:pt x="55169" y="54506"/>
                  </a:lnTo>
                  <a:lnTo>
                    <a:pt x="54405" y="54945"/>
                  </a:lnTo>
                  <a:lnTo>
                    <a:pt x="52756" y="55893"/>
                  </a:lnTo>
                  <a:lnTo>
                    <a:pt x="51574" y="56573"/>
                  </a:lnTo>
                  <a:lnTo>
                    <a:pt x="50423" y="57234"/>
                  </a:lnTo>
                  <a:lnTo>
                    <a:pt x="49721" y="58127"/>
                  </a:lnTo>
                  <a:lnTo>
                    <a:pt x="48697" y="59429"/>
                  </a:lnTo>
                  <a:lnTo>
                    <a:pt x="47955" y="60374"/>
                  </a:lnTo>
                  <a:lnTo>
                    <a:pt x="47638" y="60777"/>
                  </a:lnTo>
                  <a:lnTo>
                    <a:pt x="47213" y="61317"/>
                  </a:lnTo>
                  <a:lnTo>
                    <a:pt x="46745" y="61913"/>
                  </a:lnTo>
                  <a:lnTo>
                    <a:pt x="46404" y="62346"/>
                  </a:lnTo>
                  <a:lnTo>
                    <a:pt x="45970" y="62898"/>
                  </a:lnTo>
                  <a:lnTo>
                    <a:pt x="45396" y="63628"/>
                  </a:lnTo>
                  <a:lnTo>
                    <a:pt x="44306" y="65018"/>
                  </a:lnTo>
                  <a:lnTo>
                    <a:pt x="44191" y="65883"/>
                  </a:lnTo>
                  <a:lnTo>
                    <a:pt x="43951" y="66471"/>
                  </a:lnTo>
                  <a:lnTo>
                    <a:pt x="43684" y="66978"/>
                  </a:lnTo>
                  <a:lnTo>
                    <a:pt x="43123" y="67619"/>
                  </a:lnTo>
                  <a:lnTo>
                    <a:pt x="42562" y="67886"/>
                  </a:lnTo>
                  <a:lnTo>
                    <a:pt x="41868" y="67645"/>
                  </a:lnTo>
                  <a:lnTo>
                    <a:pt x="41187" y="67325"/>
                  </a:lnTo>
                  <a:lnTo>
                    <a:pt x="40506" y="67005"/>
                  </a:lnTo>
                  <a:lnTo>
                    <a:pt x="34662" y="65376"/>
                  </a:lnTo>
                  <a:lnTo>
                    <a:pt x="34473" y="65397"/>
                  </a:lnTo>
                  <a:lnTo>
                    <a:pt x="30908" y="65779"/>
                  </a:lnTo>
                  <a:lnTo>
                    <a:pt x="30561" y="65816"/>
                  </a:lnTo>
                  <a:lnTo>
                    <a:pt x="29766" y="65902"/>
                  </a:lnTo>
                  <a:lnTo>
                    <a:pt x="29345" y="65947"/>
                  </a:lnTo>
                  <a:lnTo>
                    <a:pt x="27252" y="64410"/>
                  </a:lnTo>
                  <a:lnTo>
                    <a:pt x="25717" y="64044"/>
                  </a:lnTo>
                  <a:lnTo>
                    <a:pt x="23392" y="62878"/>
                  </a:lnTo>
                  <a:lnTo>
                    <a:pt x="22108" y="63879"/>
                  </a:lnTo>
                  <a:lnTo>
                    <a:pt x="15721" y="67799"/>
                  </a:lnTo>
                  <a:lnTo>
                    <a:pt x="14686" y="66931"/>
                  </a:lnTo>
                  <a:lnTo>
                    <a:pt x="11137" y="61462"/>
                  </a:lnTo>
                  <a:lnTo>
                    <a:pt x="10731" y="59966"/>
                  </a:lnTo>
                  <a:lnTo>
                    <a:pt x="12625" y="58202"/>
                  </a:lnTo>
                  <a:lnTo>
                    <a:pt x="13572" y="56332"/>
                  </a:lnTo>
                  <a:lnTo>
                    <a:pt x="14273" y="55999"/>
                  </a:lnTo>
                  <a:lnTo>
                    <a:pt x="15041" y="55565"/>
                  </a:lnTo>
                  <a:lnTo>
                    <a:pt x="15675" y="54897"/>
                  </a:lnTo>
                  <a:lnTo>
                    <a:pt x="16743" y="53729"/>
                  </a:lnTo>
                  <a:lnTo>
                    <a:pt x="17808" y="52577"/>
                  </a:lnTo>
                  <a:lnTo>
                    <a:pt x="17103" y="51967"/>
                  </a:lnTo>
                  <a:lnTo>
                    <a:pt x="15189" y="50313"/>
                  </a:lnTo>
                  <a:lnTo>
                    <a:pt x="14587" y="49742"/>
                  </a:lnTo>
                  <a:lnTo>
                    <a:pt x="14420" y="49585"/>
                  </a:lnTo>
                  <a:lnTo>
                    <a:pt x="13985" y="49172"/>
                  </a:lnTo>
                  <a:lnTo>
                    <a:pt x="13540" y="48435"/>
                  </a:lnTo>
                  <a:lnTo>
                    <a:pt x="12942" y="47923"/>
                  </a:lnTo>
                  <a:lnTo>
                    <a:pt x="12568" y="47624"/>
                  </a:lnTo>
                  <a:lnTo>
                    <a:pt x="12194" y="47325"/>
                  </a:lnTo>
                  <a:lnTo>
                    <a:pt x="11613" y="46843"/>
                  </a:lnTo>
                  <a:lnTo>
                    <a:pt x="11318" y="46598"/>
                  </a:lnTo>
                  <a:lnTo>
                    <a:pt x="11117" y="46456"/>
                  </a:lnTo>
                  <a:lnTo>
                    <a:pt x="10888" y="46293"/>
                  </a:lnTo>
                  <a:lnTo>
                    <a:pt x="9981" y="45649"/>
                  </a:lnTo>
                  <a:lnTo>
                    <a:pt x="9073" y="45006"/>
                  </a:lnTo>
                  <a:lnTo>
                    <a:pt x="8818" y="44802"/>
                  </a:lnTo>
                  <a:lnTo>
                    <a:pt x="8334" y="44418"/>
                  </a:lnTo>
                  <a:lnTo>
                    <a:pt x="7573" y="43813"/>
                  </a:lnTo>
                  <a:lnTo>
                    <a:pt x="6812" y="43209"/>
                  </a:lnTo>
                  <a:lnTo>
                    <a:pt x="5626" y="42181"/>
                  </a:lnTo>
                  <a:lnTo>
                    <a:pt x="4439" y="41154"/>
                  </a:lnTo>
                  <a:lnTo>
                    <a:pt x="2219" y="39886"/>
                  </a:lnTo>
                  <a:lnTo>
                    <a:pt x="0" y="38617"/>
                  </a:lnTo>
                  <a:lnTo>
                    <a:pt x="1203" y="37064"/>
                  </a:lnTo>
                  <a:lnTo>
                    <a:pt x="2477" y="35421"/>
                  </a:lnTo>
                  <a:lnTo>
                    <a:pt x="2201" y="33314"/>
                  </a:lnTo>
                  <a:lnTo>
                    <a:pt x="2005" y="31811"/>
                  </a:lnTo>
                  <a:lnTo>
                    <a:pt x="5131" y="29191"/>
                  </a:lnTo>
                  <a:lnTo>
                    <a:pt x="12279" y="25376"/>
                  </a:lnTo>
                  <a:lnTo>
                    <a:pt x="12577" y="25217"/>
                  </a:lnTo>
                  <a:lnTo>
                    <a:pt x="18843" y="21872"/>
                  </a:lnTo>
                  <a:lnTo>
                    <a:pt x="23573" y="23195"/>
                  </a:lnTo>
                  <a:lnTo>
                    <a:pt x="25243" y="22120"/>
                  </a:lnTo>
                  <a:lnTo>
                    <a:pt x="28913" y="19759"/>
                  </a:lnTo>
                  <a:lnTo>
                    <a:pt x="32398" y="17517"/>
                  </a:lnTo>
                  <a:lnTo>
                    <a:pt x="32365" y="15416"/>
                  </a:lnTo>
                  <a:lnTo>
                    <a:pt x="33461" y="12829"/>
                  </a:lnTo>
                  <a:lnTo>
                    <a:pt x="34296" y="12045"/>
                  </a:lnTo>
                  <a:lnTo>
                    <a:pt x="35137" y="11535"/>
                  </a:lnTo>
                  <a:lnTo>
                    <a:pt x="42143" y="9922"/>
                  </a:lnTo>
                  <a:lnTo>
                    <a:pt x="45621" y="9121"/>
                  </a:lnTo>
                  <a:lnTo>
                    <a:pt x="49701" y="8181"/>
                  </a:lnTo>
                  <a:lnTo>
                    <a:pt x="49829" y="5479"/>
                  </a:lnTo>
                  <a:lnTo>
                    <a:pt x="51560" y="5456"/>
                  </a:lnTo>
                  <a:lnTo>
                    <a:pt x="52033" y="1676"/>
                  </a:lnTo>
                  <a:lnTo>
                    <a:pt x="53112" y="1615"/>
                  </a:lnTo>
                  <a:lnTo>
                    <a:pt x="57566" y="1363"/>
                  </a:lnTo>
                  <a:lnTo>
                    <a:pt x="61862" y="1045"/>
                  </a:lnTo>
                  <a:lnTo>
                    <a:pt x="62076" y="1029"/>
                  </a:lnTo>
                  <a:lnTo>
                    <a:pt x="62520" y="997"/>
                  </a:lnTo>
                  <a:lnTo>
                    <a:pt x="63316" y="931"/>
                  </a:lnTo>
                  <a:lnTo>
                    <a:pt x="66574" y="664"/>
                  </a:lnTo>
                  <a:lnTo>
                    <a:pt x="66811" y="643"/>
                  </a:lnTo>
                  <a:lnTo>
                    <a:pt x="67000" y="626"/>
                  </a:lnTo>
                  <a:lnTo>
                    <a:pt x="71259" y="242"/>
                  </a:lnTo>
                  <a:lnTo>
                    <a:pt x="71528" y="218"/>
                  </a:lnTo>
                  <a:lnTo>
                    <a:pt x="76554" y="0"/>
                  </a:lnTo>
                  <a:lnTo>
                    <a:pt x="77303" y="61"/>
                  </a:lnTo>
                  <a:lnTo>
                    <a:pt x="78140" y="129"/>
                  </a:lnTo>
                  <a:lnTo>
                    <a:pt x="78793" y="716"/>
                  </a:lnTo>
                  <a:lnTo>
                    <a:pt x="79754" y="1079"/>
                  </a:lnTo>
                  <a:lnTo>
                    <a:pt x="82526" y="1264"/>
                  </a:lnTo>
                  <a:lnTo>
                    <a:pt x="83607" y="1297"/>
                  </a:lnTo>
                  <a:lnTo>
                    <a:pt x="86594" y="1388"/>
                  </a:lnTo>
                  <a:lnTo>
                    <a:pt x="89735" y="1717"/>
                  </a:lnTo>
                  <a:lnTo>
                    <a:pt x="91078" y="1857"/>
                  </a:lnTo>
                  <a:lnTo>
                    <a:pt x="95707" y="2401"/>
                  </a:lnTo>
                  <a:lnTo>
                    <a:pt x="102277" y="3163"/>
                  </a:lnTo>
                  <a:lnTo>
                    <a:pt x="104434" y="3591"/>
                  </a:lnTo>
                  <a:lnTo>
                    <a:pt x="107660" y="4616"/>
                  </a:lnTo>
                  <a:lnTo>
                    <a:pt x="109689" y="5449"/>
                  </a:lnTo>
                  <a:lnTo>
                    <a:pt x="113375" y="7440"/>
                  </a:lnTo>
                  <a:lnTo>
                    <a:pt x="114250" y="8059"/>
                  </a:lnTo>
                  <a:lnTo>
                    <a:pt x="115126" y="8679"/>
                  </a:lnTo>
                  <a:lnTo>
                    <a:pt x="116408" y="9512"/>
                  </a:lnTo>
                  <a:lnTo>
                    <a:pt x="117690" y="10345"/>
                  </a:lnTo>
                  <a:lnTo>
                    <a:pt x="119548" y="11840"/>
                  </a:lnTo>
                  <a:lnTo>
                    <a:pt x="119750" y="12016"/>
                  </a:lnTo>
                  <a:lnTo>
                    <a:pt x="121705" y="13720"/>
                  </a:lnTo>
                  <a:lnTo>
                    <a:pt x="122966" y="14735"/>
                  </a:lnTo>
                  <a:lnTo>
                    <a:pt x="124226" y="15750"/>
                  </a:lnTo>
                  <a:lnTo>
                    <a:pt x="125928" y="16951"/>
                  </a:lnTo>
                  <a:lnTo>
                    <a:pt x="127192" y="18857"/>
                  </a:lnTo>
                  <a:lnTo>
                    <a:pt x="127601" y="19475"/>
                  </a:lnTo>
                  <a:lnTo>
                    <a:pt x="127946" y="199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269063" y="5522608"/>
              <a:ext cx="36500" cy="35567"/>
            </a:xfrm>
            <a:custGeom>
              <a:avLst/>
              <a:pathLst>
                <a:path w="36500" h="35567">
                  <a:moveTo>
                    <a:pt x="7529" y="35567"/>
                  </a:moveTo>
                  <a:lnTo>
                    <a:pt x="0" y="18584"/>
                  </a:lnTo>
                  <a:lnTo>
                    <a:pt x="2483" y="17062"/>
                  </a:lnTo>
                  <a:lnTo>
                    <a:pt x="5206" y="15300"/>
                  </a:lnTo>
                  <a:lnTo>
                    <a:pt x="7930" y="12576"/>
                  </a:lnTo>
                  <a:lnTo>
                    <a:pt x="14499" y="4966"/>
                  </a:lnTo>
                  <a:lnTo>
                    <a:pt x="18691" y="0"/>
                  </a:lnTo>
                  <a:lnTo>
                    <a:pt x="20911" y="1268"/>
                  </a:lnTo>
                  <a:lnTo>
                    <a:pt x="23130" y="2536"/>
                  </a:lnTo>
                  <a:lnTo>
                    <a:pt x="24324" y="3569"/>
                  </a:lnTo>
                  <a:lnTo>
                    <a:pt x="25504" y="4591"/>
                  </a:lnTo>
                  <a:lnTo>
                    <a:pt x="26265" y="5196"/>
                  </a:lnTo>
                  <a:lnTo>
                    <a:pt x="27026" y="5800"/>
                  </a:lnTo>
                  <a:lnTo>
                    <a:pt x="27509" y="6185"/>
                  </a:lnTo>
                  <a:lnTo>
                    <a:pt x="27765" y="6388"/>
                  </a:lnTo>
                  <a:lnTo>
                    <a:pt x="28672" y="7032"/>
                  </a:lnTo>
                  <a:lnTo>
                    <a:pt x="29580" y="7675"/>
                  </a:lnTo>
                  <a:lnTo>
                    <a:pt x="29809" y="7838"/>
                  </a:lnTo>
                  <a:lnTo>
                    <a:pt x="30010" y="7981"/>
                  </a:lnTo>
                  <a:lnTo>
                    <a:pt x="30305" y="8225"/>
                  </a:lnTo>
                  <a:lnTo>
                    <a:pt x="30886" y="8707"/>
                  </a:lnTo>
                  <a:lnTo>
                    <a:pt x="31260" y="9006"/>
                  </a:lnTo>
                  <a:lnTo>
                    <a:pt x="31634" y="9305"/>
                  </a:lnTo>
                  <a:lnTo>
                    <a:pt x="32232" y="9818"/>
                  </a:lnTo>
                  <a:lnTo>
                    <a:pt x="32676" y="10554"/>
                  </a:lnTo>
                  <a:lnTo>
                    <a:pt x="33112" y="10967"/>
                  </a:lnTo>
                  <a:lnTo>
                    <a:pt x="33279" y="11125"/>
                  </a:lnTo>
                  <a:lnTo>
                    <a:pt x="33881" y="11695"/>
                  </a:lnTo>
                  <a:lnTo>
                    <a:pt x="35794" y="13349"/>
                  </a:lnTo>
                  <a:lnTo>
                    <a:pt x="36500" y="13959"/>
                  </a:lnTo>
                  <a:lnTo>
                    <a:pt x="35435" y="15111"/>
                  </a:lnTo>
                  <a:lnTo>
                    <a:pt x="34366" y="16279"/>
                  </a:lnTo>
                  <a:lnTo>
                    <a:pt x="33732" y="16947"/>
                  </a:lnTo>
                  <a:lnTo>
                    <a:pt x="32965" y="17381"/>
                  </a:lnTo>
                  <a:lnTo>
                    <a:pt x="32264" y="17715"/>
                  </a:lnTo>
                  <a:lnTo>
                    <a:pt x="31255" y="19614"/>
                  </a:lnTo>
                  <a:lnTo>
                    <a:pt x="29423" y="21349"/>
                  </a:lnTo>
                  <a:lnTo>
                    <a:pt x="29828" y="22844"/>
                  </a:lnTo>
                  <a:lnTo>
                    <a:pt x="33378" y="28313"/>
                  </a:lnTo>
                  <a:lnTo>
                    <a:pt x="31789" y="29355"/>
                  </a:lnTo>
                  <a:lnTo>
                    <a:pt x="29546" y="306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2290302" y="5507452"/>
              <a:ext cx="186732" cy="120233"/>
            </a:xfrm>
            <a:custGeom>
              <a:avLst/>
              <a:pathLst>
                <a:path w="186732" h="120233">
                  <a:moveTo>
                    <a:pt x="139246" y="6826"/>
                  </a:moveTo>
                  <a:lnTo>
                    <a:pt x="138250" y="8525"/>
                  </a:lnTo>
                  <a:lnTo>
                    <a:pt x="139668" y="9538"/>
                  </a:lnTo>
                  <a:lnTo>
                    <a:pt x="143188" y="12054"/>
                  </a:lnTo>
                  <a:lnTo>
                    <a:pt x="144010" y="12641"/>
                  </a:lnTo>
                  <a:lnTo>
                    <a:pt x="144706" y="13139"/>
                  </a:lnTo>
                  <a:lnTo>
                    <a:pt x="144322" y="13572"/>
                  </a:lnTo>
                  <a:lnTo>
                    <a:pt x="149224" y="17078"/>
                  </a:lnTo>
                  <a:lnTo>
                    <a:pt x="149864" y="17536"/>
                  </a:lnTo>
                  <a:lnTo>
                    <a:pt x="152946" y="19741"/>
                  </a:lnTo>
                  <a:lnTo>
                    <a:pt x="157310" y="22867"/>
                  </a:lnTo>
                  <a:lnTo>
                    <a:pt x="158307" y="23495"/>
                  </a:lnTo>
                  <a:lnTo>
                    <a:pt x="159129" y="24013"/>
                  </a:lnTo>
                  <a:lnTo>
                    <a:pt x="159958" y="24535"/>
                  </a:lnTo>
                  <a:lnTo>
                    <a:pt x="161479" y="25494"/>
                  </a:lnTo>
                  <a:lnTo>
                    <a:pt x="162070" y="25866"/>
                  </a:lnTo>
                  <a:lnTo>
                    <a:pt x="164181" y="27197"/>
                  </a:lnTo>
                  <a:lnTo>
                    <a:pt x="164648" y="27500"/>
                  </a:lnTo>
                  <a:lnTo>
                    <a:pt x="166877" y="28945"/>
                  </a:lnTo>
                  <a:lnTo>
                    <a:pt x="169203" y="30454"/>
                  </a:lnTo>
                  <a:lnTo>
                    <a:pt x="169473" y="30645"/>
                  </a:lnTo>
                  <a:lnTo>
                    <a:pt x="169918" y="30962"/>
                  </a:lnTo>
                  <a:lnTo>
                    <a:pt x="170853" y="31626"/>
                  </a:lnTo>
                  <a:lnTo>
                    <a:pt x="173499" y="33507"/>
                  </a:lnTo>
                  <a:lnTo>
                    <a:pt x="174230" y="34027"/>
                  </a:lnTo>
                  <a:lnTo>
                    <a:pt x="177160" y="36108"/>
                  </a:lnTo>
                  <a:lnTo>
                    <a:pt x="180228" y="38289"/>
                  </a:lnTo>
                  <a:lnTo>
                    <a:pt x="181888" y="39469"/>
                  </a:lnTo>
                  <a:lnTo>
                    <a:pt x="186732" y="42606"/>
                  </a:lnTo>
                  <a:lnTo>
                    <a:pt x="184512" y="45763"/>
                  </a:lnTo>
                  <a:lnTo>
                    <a:pt x="183332" y="47442"/>
                  </a:lnTo>
                  <a:lnTo>
                    <a:pt x="180848" y="50975"/>
                  </a:lnTo>
                  <a:lnTo>
                    <a:pt x="180335" y="51704"/>
                  </a:lnTo>
                  <a:lnTo>
                    <a:pt x="180030" y="52139"/>
                  </a:lnTo>
                  <a:lnTo>
                    <a:pt x="176453" y="57101"/>
                  </a:lnTo>
                  <a:lnTo>
                    <a:pt x="173412" y="61321"/>
                  </a:lnTo>
                  <a:lnTo>
                    <a:pt x="172210" y="62989"/>
                  </a:lnTo>
                  <a:lnTo>
                    <a:pt x="170608" y="65211"/>
                  </a:lnTo>
                  <a:lnTo>
                    <a:pt x="168491" y="68148"/>
                  </a:lnTo>
                  <a:lnTo>
                    <a:pt x="159401" y="80900"/>
                  </a:lnTo>
                  <a:lnTo>
                    <a:pt x="159282" y="81067"/>
                  </a:lnTo>
                  <a:lnTo>
                    <a:pt x="148125" y="96510"/>
                  </a:lnTo>
                  <a:lnTo>
                    <a:pt x="144970" y="100879"/>
                  </a:lnTo>
                  <a:lnTo>
                    <a:pt x="144853" y="101040"/>
                  </a:lnTo>
                  <a:lnTo>
                    <a:pt x="134065" y="116207"/>
                  </a:lnTo>
                  <a:lnTo>
                    <a:pt x="131183" y="120233"/>
                  </a:lnTo>
                  <a:lnTo>
                    <a:pt x="129844" y="119575"/>
                  </a:lnTo>
                  <a:lnTo>
                    <a:pt x="129143" y="119159"/>
                  </a:lnTo>
                  <a:lnTo>
                    <a:pt x="128091" y="118874"/>
                  </a:lnTo>
                  <a:lnTo>
                    <a:pt x="127084" y="118742"/>
                  </a:lnTo>
                  <a:lnTo>
                    <a:pt x="125987" y="118546"/>
                  </a:lnTo>
                  <a:lnTo>
                    <a:pt x="125089" y="117931"/>
                  </a:lnTo>
                  <a:lnTo>
                    <a:pt x="124475" y="117318"/>
                  </a:lnTo>
                  <a:lnTo>
                    <a:pt x="123862" y="117011"/>
                  </a:lnTo>
                  <a:lnTo>
                    <a:pt x="123029" y="116989"/>
                  </a:lnTo>
                  <a:lnTo>
                    <a:pt x="122393" y="116770"/>
                  </a:lnTo>
                  <a:lnTo>
                    <a:pt x="121539" y="116485"/>
                  </a:lnTo>
                  <a:lnTo>
                    <a:pt x="120727" y="116025"/>
                  </a:lnTo>
                  <a:lnTo>
                    <a:pt x="120024" y="115060"/>
                  </a:lnTo>
                  <a:lnTo>
                    <a:pt x="119062" y="114732"/>
                  </a:lnTo>
                  <a:lnTo>
                    <a:pt x="117768" y="114732"/>
                  </a:lnTo>
                  <a:lnTo>
                    <a:pt x="116629" y="114424"/>
                  </a:lnTo>
                  <a:lnTo>
                    <a:pt x="115621" y="113395"/>
                  </a:lnTo>
                  <a:lnTo>
                    <a:pt x="114919" y="112978"/>
                  </a:lnTo>
                  <a:lnTo>
                    <a:pt x="113100" y="112671"/>
                  </a:lnTo>
                  <a:lnTo>
                    <a:pt x="112289" y="112562"/>
                  </a:lnTo>
                  <a:lnTo>
                    <a:pt x="111522" y="111949"/>
                  </a:lnTo>
                  <a:lnTo>
                    <a:pt x="111039" y="111444"/>
                  </a:lnTo>
                  <a:lnTo>
                    <a:pt x="109637" y="110918"/>
                  </a:lnTo>
                  <a:lnTo>
                    <a:pt x="109045" y="110808"/>
                  </a:lnTo>
                  <a:lnTo>
                    <a:pt x="108256" y="110874"/>
                  </a:lnTo>
                  <a:lnTo>
                    <a:pt x="107576" y="110392"/>
                  </a:lnTo>
                  <a:lnTo>
                    <a:pt x="107050" y="109996"/>
                  </a:lnTo>
                  <a:lnTo>
                    <a:pt x="105626" y="109779"/>
                  </a:lnTo>
                  <a:lnTo>
                    <a:pt x="104421" y="109581"/>
                  </a:lnTo>
                  <a:lnTo>
                    <a:pt x="103216" y="109100"/>
                  </a:lnTo>
                  <a:lnTo>
                    <a:pt x="102251" y="107892"/>
                  </a:lnTo>
                  <a:lnTo>
                    <a:pt x="101396" y="107324"/>
                  </a:lnTo>
                  <a:lnTo>
                    <a:pt x="100476" y="107105"/>
                  </a:lnTo>
                  <a:lnTo>
                    <a:pt x="99665" y="107105"/>
                  </a:lnTo>
                  <a:lnTo>
                    <a:pt x="98745" y="106996"/>
                  </a:lnTo>
                  <a:lnTo>
                    <a:pt x="98087" y="106666"/>
                  </a:lnTo>
                  <a:lnTo>
                    <a:pt x="97363" y="105942"/>
                  </a:lnTo>
                  <a:lnTo>
                    <a:pt x="96399" y="105154"/>
                  </a:lnTo>
                  <a:lnTo>
                    <a:pt x="95259" y="104935"/>
                  </a:lnTo>
                  <a:lnTo>
                    <a:pt x="94382" y="104935"/>
                  </a:lnTo>
                  <a:lnTo>
                    <a:pt x="93747" y="104847"/>
                  </a:lnTo>
                  <a:lnTo>
                    <a:pt x="92672" y="104387"/>
                  </a:lnTo>
                  <a:lnTo>
                    <a:pt x="91927" y="103598"/>
                  </a:lnTo>
                  <a:lnTo>
                    <a:pt x="91051" y="103072"/>
                  </a:lnTo>
                  <a:lnTo>
                    <a:pt x="90020" y="102961"/>
                  </a:lnTo>
                  <a:lnTo>
                    <a:pt x="89210" y="102852"/>
                  </a:lnTo>
                  <a:lnTo>
                    <a:pt x="88421" y="102414"/>
                  </a:lnTo>
                  <a:lnTo>
                    <a:pt x="87676" y="101734"/>
                  </a:lnTo>
                  <a:lnTo>
                    <a:pt x="86448" y="101012"/>
                  </a:lnTo>
                  <a:lnTo>
                    <a:pt x="83950" y="100595"/>
                  </a:lnTo>
                  <a:lnTo>
                    <a:pt x="82985" y="100486"/>
                  </a:lnTo>
                  <a:lnTo>
                    <a:pt x="82372" y="100069"/>
                  </a:lnTo>
                  <a:lnTo>
                    <a:pt x="81913" y="99630"/>
                  </a:lnTo>
                  <a:lnTo>
                    <a:pt x="81341" y="99149"/>
                  </a:lnTo>
                  <a:lnTo>
                    <a:pt x="80377" y="98798"/>
                  </a:lnTo>
                  <a:lnTo>
                    <a:pt x="79041" y="98732"/>
                  </a:lnTo>
                  <a:lnTo>
                    <a:pt x="78075" y="98425"/>
                  </a:lnTo>
                  <a:lnTo>
                    <a:pt x="77242" y="97811"/>
                  </a:lnTo>
                  <a:lnTo>
                    <a:pt x="76410" y="97241"/>
                  </a:lnTo>
                  <a:lnTo>
                    <a:pt x="75095" y="96913"/>
                  </a:lnTo>
                  <a:lnTo>
                    <a:pt x="73846" y="96649"/>
                  </a:lnTo>
                  <a:lnTo>
                    <a:pt x="72706" y="96123"/>
                  </a:lnTo>
                  <a:lnTo>
                    <a:pt x="71982" y="95729"/>
                  </a:lnTo>
                  <a:lnTo>
                    <a:pt x="71435" y="95312"/>
                  </a:lnTo>
                  <a:lnTo>
                    <a:pt x="70930" y="94809"/>
                  </a:lnTo>
                  <a:lnTo>
                    <a:pt x="69878" y="94394"/>
                  </a:lnTo>
                  <a:lnTo>
                    <a:pt x="68498" y="94173"/>
                  </a:lnTo>
                  <a:lnTo>
                    <a:pt x="67270" y="93472"/>
                  </a:lnTo>
                  <a:lnTo>
                    <a:pt x="66503" y="93253"/>
                  </a:lnTo>
                  <a:lnTo>
                    <a:pt x="64399" y="93450"/>
                  </a:lnTo>
                  <a:lnTo>
                    <a:pt x="63172" y="93165"/>
                  </a:lnTo>
                  <a:lnTo>
                    <a:pt x="62338" y="92727"/>
                  </a:lnTo>
                  <a:lnTo>
                    <a:pt x="61725" y="91806"/>
                  </a:lnTo>
                  <a:lnTo>
                    <a:pt x="60783" y="91085"/>
                  </a:lnTo>
                  <a:lnTo>
                    <a:pt x="58679" y="90557"/>
                  </a:lnTo>
                  <a:lnTo>
                    <a:pt x="56837" y="89636"/>
                  </a:lnTo>
                  <a:lnTo>
                    <a:pt x="55259" y="88519"/>
                  </a:lnTo>
                  <a:lnTo>
                    <a:pt x="52826" y="88389"/>
                  </a:lnTo>
                  <a:lnTo>
                    <a:pt x="51709" y="87882"/>
                  </a:lnTo>
                  <a:lnTo>
                    <a:pt x="51205" y="87356"/>
                  </a:lnTo>
                  <a:lnTo>
                    <a:pt x="49473" y="86305"/>
                  </a:lnTo>
                  <a:lnTo>
                    <a:pt x="47873" y="86195"/>
                  </a:lnTo>
                  <a:lnTo>
                    <a:pt x="46702" y="85221"/>
                  </a:lnTo>
                  <a:lnTo>
                    <a:pt x="46318" y="84901"/>
                  </a:lnTo>
                  <a:lnTo>
                    <a:pt x="44980" y="84375"/>
                  </a:lnTo>
                  <a:lnTo>
                    <a:pt x="44289" y="84367"/>
                  </a:lnTo>
                  <a:lnTo>
                    <a:pt x="43205" y="84354"/>
                  </a:lnTo>
                  <a:lnTo>
                    <a:pt x="41978" y="83740"/>
                  </a:lnTo>
                  <a:lnTo>
                    <a:pt x="41705" y="83453"/>
                  </a:lnTo>
                  <a:lnTo>
                    <a:pt x="41101" y="82820"/>
                  </a:lnTo>
                  <a:lnTo>
                    <a:pt x="40421" y="82622"/>
                  </a:lnTo>
                  <a:lnTo>
                    <a:pt x="39129" y="82542"/>
                  </a:lnTo>
                  <a:lnTo>
                    <a:pt x="38646" y="82513"/>
                  </a:lnTo>
                  <a:lnTo>
                    <a:pt x="38102" y="82179"/>
                  </a:lnTo>
                  <a:lnTo>
                    <a:pt x="36608" y="81264"/>
                  </a:lnTo>
                  <a:lnTo>
                    <a:pt x="35515" y="81264"/>
                  </a:lnTo>
                  <a:lnTo>
                    <a:pt x="35072" y="81264"/>
                  </a:lnTo>
                  <a:lnTo>
                    <a:pt x="33629" y="81264"/>
                  </a:lnTo>
                  <a:lnTo>
                    <a:pt x="30909" y="80453"/>
                  </a:lnTo>
                  <a:lnTo>
                    <a:pt x="30426" y="79816"/>
                  </a:lnTo>
                  <a:lnTo>
                    <a:pt x="27336" y="78809"/>
                  </a:lnTo>
                  <a:lnTo>
                    <a:pt x="25737" y="78349"/>
                  </a:lnTo>
                  <a:lnTo>
                    <a:pt x="25102" y="78217"/>
                  </a:lnTo>
                  <a:lnTo>
                    <a:pt x="22932" y="77625"/>
                  </a:lnTo>
                  <a:lnTo>
                    <a:pt x="20762" y="76420"/>
                  </a:lnTo>
                  <a:lnTo>
                    <a:pt x="18986" y="75565"/>
                  </a:lnTo>
                  <a:lnTo>
                    <a:pt x="16772" y="74929"/>
                  </a:lnTo>
                  <a:lnTo>
                    <a:pt x="14165" y="73703"/>
                  </a:lnTo>
                  <a:lnTo>
                    <a:pt x="12365" y="72672"/>
                  </a:lnTo>
                  <a:lnTo>
                    <a:pt x="9430" y="70940"/>
                  </a:lnTo>
                  <a:lnTo>
                    <a:pt x="5496" y="68115"/>
                  </a:lnTo>
                  <a:lnTo>
                    <a:pt x="4139" y="66757"/>
                  </a:lnTo>
                  <a:lnTo>
                    <a:pt x="2717" y="61550"/>
                  </a:lnTo>
                  <a:lnTo>
                    <a:pt x="0" y="55147"/>
                  </a:lnTo>
                  <a:lnTo>
                    <a:pt x="2273" y="53696"/>
                  </a:lnTo>
                  <a:lnTo>
                    <a:pt x="1578" y="51987"/>
                  </a:lnTo>
                  <a:lnTo>
                    <a:pt x="1204" y="50705"/>
                  </a:lnTo>
                  <a:lnTo>
                    <a:pt x="1365" y="49690"/>
                  </a:lnTo>
                  <a:lnTo>
                    <a:pt x="1739" y="48943"/>
                  </a:lnTo>
                  <a:lnTo>
                    <a:pt x="2273" y="48462"/>
                  </a:lnTo>
                  <a:lnTo>
                    <a:pt x="3020" y="48302"/>
                  </a:lnTo>
                  <a:lnTo>
                    <a:pt x="4409" y="48249"/>
                  </a:lnTo>
                  <a:lnTo>
                    <a:pt x="5317" y="48302"/>
                  </a:lnTo>
                  <a:lnTo>
                    <a:pt x="6545" y="47448"/>
                  </a:lnTo>
                  <a:lnTo>
                    <a:pt x="8307" y="45845"/>
                  </a:lnTo>
                  <a:lnTo>
                    <a:pt x="10550" y="44510"/>
                  </a:lnTo>
                  <a:lnTo>
                    <a:pt x="12139" y="43469"/>
                  </a:lnTo>
                  <a:lnTo>
                    <a:pt x="13174" y="44337"/>
                  </a:lnTo>
                  <a:lnTo>
                    <a:pt x="19561" y="40417"/>
                  </a:lnTo>
                  <a:lnTo>
                    <a:pt x="20845" y="39416"/>
                  </a:lnTo>
                  <a:lnTo>
                    <a:pt x="23170" y="40582"/>
                  </a:lnTo>
                  <a:lnTo>
                    <a:pt x="24706" y="40948"/>
                  </a:lnTo>
                  <a:lnTo>
                    <a:pt x="26798" y="42485"/>
                  </a:lnTo>
                  <a:lnTo>
                    <a:pt x="27219" y="42440"/>
                  </a:lnTo>
                  <a:lnTo>
                    <a:pt x="28014" y="42354"/>
                  </a:lnTo>
                  <a:lnTo>
                    <a:pt x="28361" y="42317"/>
                  </a:lnTo>
                  <a:lnTo>
                    <a:pt x="31926" y="41935"/>
                  </a:lnTo>
                  <a:lnTo>
                    <a:pt x="32115" y="41914"/>
                  </a:lnTo>
                  <a:lnTo>
                    <a:pt x="37959" y="43543"/>
                  </a:lnTo>
                  <a:lnTo>
                    <a:pt x="38640" y="43863"/>
                  </a:lnTo>
                  <a:lnTo>
                    <a:pt x="39321" y="44183"/>
                  </a:lnTo>
                  <a:lnTo>
                    <a:pt x="40015" y="44424"/>
                  </a:lnTo>
                  <a:lnTo>
                    <a:pt x="40576" y="44157"/>
                  </a:lnTo>
                  <a:lnTo>
                    <a:pt x="41137" y="43516"/>
                  </a:lnTo>
                  <a:lnTo>
                    <a:pt x="41404" y="43009"/>
                  </a:lnTo>
                  <a:lnTo>
                    <a:pt x="41644" y="42421"/>
                  </a:lnTo>
                  <a:lnTo>
                    <a:pt x="41759" y="41556"/>
                  </a:lnTo>
                  <a:lnTo>
                    <a:pt x="43168" y="39761"/>
                  </a:lnTo>
                  <a:lnTo>
                    <a:pt x="43423" y="39436"/>
                  </a:lnTo>
                  <a:lnTo>
                    <a:pt x="43857" y="38884"/>
                  </a:lnTo>
                  <a:lnTo>
                    <a:pt x="44198" y="38451"/>
                  </a:lnTo>
                  <a:lnTo>
                    <a:pt x="44666" y="37855"/>
                  </a:lnTo>
                  <a:lnTo>
                    <a:pt x="45091" y="37315"/>
                  </a:lnTo>
                  <a:lnTo>
                    <a:pt x="45485" y="36813"/>
                  </a:lnTo>
                  <a:lnTo>
                    <a:pt x="46150" y="35967"/>
                  </a:lnTo>
                  <a:lnTo>
                    <a:pt x="47174" y="34665"/>
                  </a:lnTo>
                  <a:lnTo>
                    <a:pt x="47876" y="33772"/>
                  </a:lnTo>
                  <a:lnTo>
                    <a:pt x="49027" y="33111"/>
                  </a:lnTo>
                  <a:lnTo>
                    <a:pt x="50209" y="32431"/>
                  </a:lnTo>
                  <a:lnTo>
                    <a:pt x="51858" y="31483"/>
                  </a:lnTo>
                  <a:lnTo>
                    <a:pt x="52622" y="31044"/>
                  </a:lnTo>
                  <a:lnTo>
                    <a:pt x="54742" y="29826"/>
                  </a:lnTo>
                  <a:lnTo>
                    <a:pt x="56821" y="31070"/>
                  </a:lnTo>
                  <a:lnTo>
                    <a:pt x="61247" y="33719"/>
                  </a:lnTo>
                  <a:lnTo>
                    <a:pt x="62634" y="34549"/>
                  </a:lnTo>
                  <a:lnTo>
                    <a:pt x="63165" y="33749"/>
                  </a:lnTo>
                  <a:lnTo>
                    <a:pt x="65896" y="30559"/>
                  </a:lnTo>
                  <a:lnTo>
                    <a:pt x="69093" y="26304"/>
                  </a:lnTo>
                  <a:lnTo>
                    <a:pt x="70309" y="26988"/>
                  </a:lnTo>
                  <a:lnTo>
                    <a:pt x="72383" y="28156"/>
                  </a:lnTo>
                  <a:lnTo>
                    <a:pt x="72651" y="28327"/>
                  </a:lnTo>
                  <a:lnTo>
                    <a:pt x="73869" y="29103"/>
                  </a:lnTo>
                  <a:lnTo>
                    <a:pt x="76369" y="25002"/>
                  </a:lnTo>
                  <a:lnTo>
                    <a:pt x="77308" y="23955"/>
                  </a:lnTo>
                  <a:lnTo>
                    <a:pt x="79466" y="22439"/>
                  </a:lnTo>
                  <a:lnTo>
                    <a:pt x="80983" y="21947"/>
                  </a:lnTo>
                  <a:lnTo>
                    <a:pt x="80944" y="24132"/>
                  </a:lnTo>
                  <a:lnTo>
                    <a:pt x="81234" y="24070"/>
                  </a:lnTo>
                  <a:lnTo>
                    <a:pt x="84418" y="23391"/>
                  </a:lnTo>
                  <a:lnTo>
                    <a:pt x="86978" y="22967"/>
                  </a:lnTo>
                  <a:lnTo>
                    <a:pt x="87338" y="22907"/>
                  </a:lnTo>
                  <a:lnTo>
                    <a:pt x="91032" y="22297"/>
                  </a:lnTo>
                  <a:lnTo>
                    <a:pt x="96413" y="21408"/>
                  </a:lnTo>
                  <a:lnTo>
                    <a:pt x="99235" y="20942"/>
                  </a:lnTo>
                  <a:lnTo>
                    <a:pt x="100204" y="20782"/>
                  </a:lnTo>
                  <a:lnTo>
                    <a:pt x="100451" y="20511"/>
                  </a:lnTo>
                  <a:lnTo>
                    <a:pt x="100679" y="20260"/>
                  </a:lnTo>
                  <a:lnTo>
                    <a:pt x="101919" y="18898"/>
                  </a:lnTo>
                  <a:lnTo>
                    <a:pt x="102775" y="17751"/>
                  </a:lnTo>
                  <a:lnTo>
                    <a:pt x="102923" y="17558"/>
                  </a:lnTo>
                  <a:lnTo>
                    <a:pt x="105979" y="13557"/>
                  </a:lnTo>
                  <a:lnTo>
                    <a:pt x="109363" y="9129"/>
                  </a:lnTo>
                  <a:lnTo>
                    <a:pt x="110919" y="7293"/>
                  </a:lnTo>
                  <a:lnTo>
                    <a:pt x="111249" y="6928"/>
                  </a:lnTo>
                  <a:lnTo>
                    <a:pt x="111490" y="6992"/>
                  </a:lnTo>
                  <a:lnTo>
                    <a:pt x="112543" y="7273"/>
                  </a:lnTo>
                  <a:lnTo>
                    <a:pt x="114433" y="7777"/>
                  </a:lnTo>
                  <a:lnTo>
                    <a:pt x="117143" y="585"/>
                  </a:lnTo>
                  <a:lnTo>
                    <a:pt x="117320" y="0"/>
                  </a:lnTo>
                  <a:lnTo>
                    <a:pt x="120301" y="275"/>
                  </a:lnTo>
                  <a:lnTo>
                    <a:pt x="122576" y="486"/>
                  </a:lnTo>
                  <a:lnTo>
                    <a:pt x="124497" y="649"/>
                  </a:lnTo>
                  <a:lnTo>
                    <a:pt x="128376" y="943"/>
                  </a:lnTo>
                  <a:lnTo>
                    <a:pt x="129054" y="1797"/>
                  </a:lnTo>
                  <a:lnTo>
                    <a:pt x="129166" y="1939"/>
                  </a:lnTo>
                  <a:lnTo>
                    <a:pt x="130314" y="2793"/>
                  </a:lnTo>
                  <a:lnTo>
                    <a:pt x="132403" y="4164"/>
                  </a:lnTo>
                  <a:lnTo>
                    <a:pt x="133393" y="4813"/>
                  </a:lnTo>
                  <a:lnTo>
                    <a:pt x="133652" y="4983"/>
                  </a:lnTo>
                  <a:lnTo>
                    <a:pt x="135147" y="5917"/>
                  </a:lnTo>
                  <a:lnTo>
                    <a:pt x="135410" y="5979"/>
                  </a:lnTo>
                  <a:lnTo>
                    <a:pt x="136749" y="6291"/>
                  </a:lnTo>
                  <a:lnTo>
                    <a:pt x="137897" y="6505"/>
                  </a:lnTo>
                  <a:lnTo>
                    <a:pt x="138951" y="65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2421494" y="5535092"/>
              <a:ext cx="116382" cy="115819"/>
            </a:xfrm>
            <a:custGeom>
              <a:avLst/>
              <a:pathLst>
                <a:path w="116382" h="115819">
                  <a:moveTo>
                    <a:pt x="55107" y="112981"/>
                  </a:moveTo>
                  <a:lnTo>
                    <a:pt x="54104" y="115819"/>
                  </a:lnTo>
                  <a:lnTo>
                    <a:pt x="53829" y="115743"/>
                  </a:lnTo>
                  <a:lnTo>
                    <a:pt x="52656" y="115328"/>
                  </a:lnTo>
                  <a:lnTo>
                    <a:pt x="51999" y="114802"/>
                  </a:lnTo>
                  <a:lnTo>
                    <a:pt x="51342" y="114276"/>
                  </a:lnTo>
                  <a:lnTo>
                    <a:pt x="50618" y="113815"/>
                  </a:lnTo>
                  <a:lnTo>
                    <a:pt x="49960" y="113705"/>
                  </a:lnTo>
                  <a:lnTo>
                    <a:pt x="49215" y="113705"/>
                  </a:lnTo>
                  <a:lnTo>
                    <a:pt x="48471" y="113486"/>
                  </a:lnTo>
                  <a:lnTo>
                    <a:pt x="47945" y="112873"/>
                  </a:lnTo>
                  <a:lnTo>
                    <a:pt x="47419" y="112368"/>
                  </a:lnTo>
                  <a:lnTo>
                    <a:pt x="46104" y="111952"/>
                  </a:lnTo>
                  <a:lnTo>
                    <a:pt x="45183" y="111776"/>
                  </a:lnTo>
                  <a:lnTo>
                    <a:pt x="44328" y="111646"/>
                  </a:lnTo>
                  <a:lnTo>
                    <a:pt x="43078" y="111032"/>
                  </a:lnTo>
                  <a:lnTo>
                    <a:pt x="41939" y="110615"/>
                  </a:lnTo>
                  <a:lnTo>
                    <a:pt x="41304" y="110243"/>
                  </a:lnTo>
                  <a:lnTo>
                    <a:pt x="39901" y="109476"/>
                  </a:lnTo>
                  <a:lnTo>
                    <a:pt x="38717" y="109059"/>
                  </a:lnTo>
                  <a:lnTo>
                    <a:pt x="37577" y="108950"/>
                  </a:lnTo>
                  <a:lnTo>
                    <a:pt x="36700" y="108841"/>
                  </a:lnTo>
                  <a:lnTo>
                    <a:pt x="35955" y="108315"/>
                  </a:lnTo>
                  <a:lnTo>
                    <a:pt x="35122" y="107723"/>
                  </a:lnTo>
                  <a:lnTo>
                    <a:pt x="33874" y="107481"/>
                  </a:lnTo>
                  <a:lnTo>
                    <a:pt x="32822" y="107284"/>
                  </a:lnTo>
                  <a:lnTo>
                    <a:pt x="31376" y="106626"/>
                  </a:lnTo>
                  <a:lnTo>
                    <a:pt x="30433" y="105662"/>
                  </a:lnTo>
                  <a:lnTo>
                    <a:pt x="29732" y="105202"/>
                  </a:lnTo>
                  <a:lnTo>
                    <a:pt x="28964" y="104983"/>
                  </a:lnTo>
                  <a:lnTo>
                    <a:pt x="27956" y="104719"/>
                  </a:lnTo>
                  <a:lnTo>
                    <a:pt x="27188" y="104217"/>
                  </a:lnTo>
                  <a:lnTo>
                    <a:pt x="26487" y="103711"/>
                  </a:lnTo>
                  <a:lnTo>
                    <a:pt x="25501" y="103383"/>
                  </a:lnTo>
                  <a:lnTo>
                    <a:pt x="24492" y="103075"/>
                  </a:lnTo>
                  <a:lnTo>
                    <a:pt x="23879" y="102966"/>
                  </a:lnTo>
                  <a:lnTo>
                    <a:pt x="22937" y="102704"/>
                  </a:lnTo>
                  <a:lnTo>
                    <a:pt x="21732" y="102112"/>
                  </a:lnTo>
                  <a:lnTo>
                    <a:pt x="20986" y="101431"/>
                  </a:lnTo>
                  <a:lnTo>
                    <a:pt x="20350" y="101213"/>
                  </a:lnTo>
                  <a:lnTo>
                    <a:pt x="19166" y="101037"/>
                  </a:lnTo>
                  <a:lnTo>
                    <a:pt x="18204" y="100841"/>
                  </a:lnTo>
                  <a:lnTo>
                    <a:pt x="17172" y="100577"/>
                  </a:lnTo>
                  <a:lnTo>
                    <a:pt x="16404" y="100270"/>
                  </a:lnTo>
                  <a:lnTo>
                    <a:pt x="15770" y="99876"/>
                  </a:lnTo>
                  <a:lnTo>
                    <a:pt x="15046" y="99306"/>
                  </a:lnTo>
                  <a:lnTo>
                    <a:pt x="14455" y="98735"/>
                  </a:lnTo>
                  <a:lnTo>
                    <a:pt x="13819" y="98626"/>
                  </a:lnTo>
                  <a:lnTo>
                    <a:pt x="12812" y="98320"/>
                  </a:lnTo>
                  <a:lnTo>
                    <a:pt x="11956" y="97904"/>
                  </a:lnTo>
                  <a:lnTo>
                    <a:pt x="11276" y="97706"/>
                  </a:lnTo>
                  <a:lnTo>
                    <a:pt x="10335" y="97268"/>
                  </a:lnTo>
                  <a:lnTo>
                    <a:pt x="9238" y="96654"/>
                  </a:lnTo>
                  <a:lnTo>
                    <a:pt x="8316" y="96150"/>
                  </a:lnTo>
                  <a:lnTo>
                    <a:pt x="7441" y="95843"/>
                  </a:lnTo>
                  <a:lnTo>
                    <a:pt x="6608" y="95142"/>
                  </a:lnTo>
                  <a:lnTo>
                    <a:pt x="5205" y="94813"/>
                  </a:lnTo>
                  <a:lnTo>
                    <a:pt x="4504" y="94506"/>
                  </a:lnTo>
                  <a:lnTo>
                    <a:pt x="3957" y="94133"/>
                  </a:lnTo>
                  <a:lnTo>
                    <a:pt x="3838" y="94001"/>
                  </a:lnTo>
                  <a:lnTo>
                    <a:pt x="3386" y="93498"/>
                  </a:lnTo>
                  <a:lnTo>
                    <a:pt x="2860" y="93081"/>
                  </a:lnTo>
                  <a:lnTo>
                    <a:pt x="1677" y="92972"/>
                  </a:lnTo>
                  <a:lnTo>
                    <a:pt x="1197" y="92859"/>
                  </a:lnTo>
                  <a:lnTo>
                    <a:pt x="0" y="92580"/>
                  </a:lnTo>
                  <a:lnTo>
                    <a:pt x="2937" y="88477"/>
                  </a:lnTo>
                  <a:lnTo>
                    <a:pt x="13660" y="73401"/>
                  </a:lnTo>
                  <a:lnTo>
                    <a:pt x="13777" y="73239"/>
                  </a:lnTo>
                  <a:lnTo>
                    <a:pt x="16933" y="68871"/>
                  </a:lnTo>
                  <a:lnTo>
                    <a:pt x="28090" y="53427"/>
                  </a:lnTo>
                  <a:lnTo>
                    <a:pt x="28208" y="53260"/>
                  </a:lnTo>
                  <a:lnTo>
                    <a:pt x="37329" y="40467"/>
                  </a:lnTo>
                  <a:lnTo>
                    <a:pt x="39415" y="37572"/>
                  </a:lnTo>
                  <a:lnTo>
                    <a:pt x="41017" y="35349"/>
                  </a:lnTo>
                  <a:lnTo>
                    <a:pt x="42219" y="33682"/>
                  </a:lnTo>
                  <a:lnTo>
                    <a:pt x="45260" y="29462"/>
                  </a:lnTo>
                  <a:lnTo>
                    <a:pt x="48837" y="24499"/>
                  </a:lnTo>
                  <a:lnTo>
                    <a:pt x="49142" y="24065"/>
                  </a:lnTo>
                  <a:lnTo>
                    <a:pt x="49655" y="23336"/>
                  </a:lnTo>
                  <a:lnTo>
                    <a:pt x="52139" y="19803"/>
                  </a:lnTo>
                  <a:lnTo>
                    <a:pt x="53408" y="17997"/>
                  </a:lnTo>
                  <a:lnTo>
                    <a:pt x="55539" y="14967"/>
                  </a:lnTo>
                  <a:lnTo>
                    <a:pt x="57916" y="11709"/>
                  </a:lnTo>
                  <a:lnTo>
                    <a:pt x="64750" y="2439"/>
                  </a:lnTo>
                  <a:lnTo>
                    <a:pt x="66602" y="0"/>
                  </a:lnTo>
                  <a:lnTo>
                    <a:pt x="67774" y="937"/>
                  </a:lnTo>
                  <a:lnTo>
                    <a:pt x="69548" y="2356"/>
                  </a:lnTo>
                  <a:lnTo>
                    <a:pt x="74944" y="6674"/>
                  </a:lnTo>
                  <a:lnTo>
                    <a:pt x="75714" y="7290"/>
                  </a:lnTo>
                  <a:lnTo>
                    <a:pt x="86380" y="15724"/>
                  </a:lnTo>
                  <a:lnTo>
                    <a:pt x="86548" y="15857"/>
                  </a:lnTo>
                  <a:lnTo>
                    <a:pt x="86714" y="15988"/>
                  </a:lnTo>
                  <a:lnTo>
                    <a:pt x="86978" y="16197"/>
                  </a:lnTo>
                  <a:lnTo>
                    <a:pt x="91062" y="19426"/>
                  </a:lnTo>
                  <a:lnTo>
                    <a:pt x="91261" y="19583"/>
                  </a:lnTo>
                  <a:lnTo>
                    <a:pt x="91670" y="19907"/>
                  </a:lnTo>
                  <a:lnTo>
                    <a:pt x="95761" y="23141"/>
                  </a:lnTo>
                  <a:lnTo>
                    <a:pt x="95967" y="23304"/>
                  </a:lnTo>
                  <a:lnTo>
                    <a:pt x="96114" y="23420"/>
                  </a:lnTo>
                  <a:lnTo>
                    <a:pt x="96828" y="23985"/>
                  </a:lnTo>
                  <a:lnTo>
                    <a:pt x="101244" y="27464"/>
                  </a:lnTo>
                  <a:lnTo>
                    <a:pt x="106218" y="31382"/>
                  </a:lnTo>
                  <a:lnTo>
                    <a:pt x="115340" y="38569"/>
                  </a:lnTo>
                  <a:lnTo>
                    <a:pt x="115636" y="38802"/>
                  </a:lnTo>
                  <a:lnTo>
                    <a:pt x="116382" y="39390"/>
                  </a:lnTo>
                  <a:lnTo>
                    <a:pt x="113503" y="43005"/>
                  </a:lnTo>
                  <a:lnTo>
                    <a:pt x="113215" y="43366"/>
                  </a:lnTo>
                  <a:lnTo>
                    <a:pt x="112766" y="43914"/>
                  </a:lnTo>
                  <a:lnTo>
                    <a:pt x="112316" y="44462"/>
                  </a:lnTo>
                  <a:lnTo>
                    <a:pt x="112107" y="44706"/>
                  </a:lnTo>
                  <a:lnTo>
                    <a:pt x="108290" y="49148"/>
                  </a:lnTo>
                  <a:lnTo>
                    <a:pt x="106751" y="50953"/>
                  </a:lnTo>
                  <a:lnTo>
                    <a:pt x="106276" y="51510"/>
                  </a:lnTo>
                  <a:lnTo>
                    <a:pt x="104676" y="53385"/>
                  </a:lnTo>
                  <a:lnTo>
                    <a:pt x="99700" y="59286"/>
                  </a:lnTo>
                  <a:lnTo>
                    <a:pt x="98880" y="60258"/>
                  </a:lnTo>
                  <a:lnTo>
                    <a:pt x="91275" y="69276"/>
                  </a:lnTo>
                  <a:lnTo>
                    <a:pt x="82643" y="79946"/>
                  </a:lnTo>
                  <a:lnTo>
                    <a:pt x="79376" y="83875"/>
                  </a:lnTo>
                  <a:lnTo>
                    <a:pt x="78954" y="84383"/>
                  </a:lnTo>
                  <a:lnTo>
                    <a:pt x="75435" y="88724"/>
                  </a:lnTo>
                  <a:lnTo>
                    <a:pt x="72034" y="92822"/>
                  </a:lnTo>
                  <a:lnTo>
                    <a:pt x="70376" y="94820"/>
                  </a:lnTo>
                  <a:lnTo>
                    <a:pt x="69256" y="96169"/>
                  </a:lnTo>
                  <a:lnTo>
                    <a:pt x="63507" y="103096"/>
                  </a:lnTo>
                  <a:lnTo>
                    <a:pt x="60228" y="106962"/>
                  </a:lnTo>
                  <a:lnTo>
                    <a:pt x="58424" y="1090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2488104" y="5464545"/>
              <a:ext cx="116642" cy="109936"/>
            </a:xfrm>
            <a:custGeom>
              <a:avLst/>
              <a:pathLst>
                <a:path w="116642" h="109936">
                  <a:moveTo>
                    <a:pt x="54817" y="103635"/>
                  </a:moveTo>
                  <a:lnTo>
                    <a:pt x="49772" y="109936"/>
                  </a:lnTo>
                  <a:lnTo>
                    <a:pt x="49026" y="109348"/>
                  </a:lnTo>
                  <a:lnTo>
                    <a:pt x="48730" y="109115"/>
                  </a:lnTo>
                  <a:lnTo>
                    <a:pt x="39608" y="101928"/>
                  </a:lnTo>
                  <a:lnTo>
                    <a:pt x="34634" y="98010"/>
                  </a:lnTo>
                  <a:lnTo>
                    <a:pt x="30218" y="94532"/>
                  </a:lnTo>
                  <a:lnTo>
                    <a:pt x="29503" y="93966"/>
                  </a:lnTo>
                  <a:lnTo>
                    <a:pt x="29357" y="93850"/>
                  </a:lnTo>
                  <a:lnTo>
                    <a:pt x="29151" y="93687"/>
                  </a:lnTo>
                  <a:lnTo>
                    <a:pt x="25060" y="90453"/>
                  </a:lnTo>
                  <a:lnTo>
                    <a:pt x="24651" y="90130"/>
                  </a:lnTo>
                  <a:lnTo>
                    <a:pt x="24437" y="89960"/>
                  </a:lnTo>
                  <a:lnTo>
                    <a:pt x="20369" y="86743"/>
                  </a:lnTo>
                  <a:lnTo>
                    <a:pt x="20104" y="86534"/>
                  </a:lnTo>
                  <a:lnTo>
                    <a:pt x="19920" y="86388"/>
                  </a:lnTo>
                  <a:lnTo>
                    <a:pt x="19770" y="86270"/>
                  </a:lnTo>
                  <a:lnTo>
                    <a:pt x="9104" y="77837"/>
                  </a:lnTo>
                  <a:lnTo>
                    <a:pt x="8299" y="77193"/>
                  </a:lnTo>
                  <a:lnTo>
                    <a:pt x="2938" y="72903"/>
                  </a:lnTo>
                  <a:lnTo>
                    <a:pt x="1164" y="71483"/>
                  </a:lnTo>
                  <a:lnTo>
                    <a:pt x="0" y="70536"/>
                  </a:lnTo>
                  <a:lnTo>
                    <a:pt x="2224" y="67446"/>
                  </a:lnTo>
                  <a:lnTo>
                    <a:pt x="2745" y="66722"/>
                  </a:lnTo>
                  <a:lnTo>
                    <a:pt x="3806" y="65249"/>
                  </a:lnTo>
                  <a:lnTo>
                    <a:pt x="5079" y="63481"/>
                  </a:lnTo>
                  <a:lnTo>
                    <a:pt x="6776" y="61124"/>
                  </a:lnTo>
                  <a:lnTo>
                    <a:pt x="6891" y="60963"/>
                  </a:lnTo>
                  <a:lnTo>
                    <a:pt x="8744" y="58390"/>
                  </a:lnTo>
                  <a:lnTo>
                    <a:pt x="13114" y="52321"/>
                  </a:lnTo>
                  <a:lnTo>
                    <a:pt x="13535" y="51735"/>
                  </a:lnTo>
                  <a:lnTo>
                    <a:pt x="14772" y="50018"/>
                  </a:lnTo>
                  <a:lnTo>
                    <a:pt x="14999" y="49703"/>
                  </a:lnTo>
                  <a:lnTo>
                    <a:pt x="15511" y="48991"/>
                  </a:lnTo>
                  <a:lnTo>
                    <a:pt x="18669" y="44605"/>
                  </a:lnTo>
                  <a:lnTo>
                    <a:pt x="19147" y="43941"/>
                  </a:lnTo>
                  <a:lnTo>
                    <a:pt x="19512" y="43434"/>
                  </a:lnTo>
                  <a:lnTo>
                    <a:pt x="20358" y="42259"/>
                  </a:lnTo>
                  <a:lnTo>
                    <a:pt x="22285" y="39583"/>
                  </a:lnTo>
                  <a:lnTo>
                    <a:pt x="22658" y="39064"/>
                  </a:lnTo>
                  <a:lnTo>
                    <a:pt x="25253" y="35460"/>
                  </a:lnTo>
                  <a:lnTo>
                    <a:pt x="25737" y="34789"/>
                  </a:lnTo>
                  <a:lnTo>
                    <a:pt x="29993" y="28877"/>
                  </a:lnTo>
                  <a:lnTo>
                    <a:pt x="31306" y="27054"/>
                  </a:lnTo>
                  <a:lnTo>
                    <a:pt x="31505" y="26776"/>
                  </a:lnTo>
                  <a:lnTo>
                    <a:pt x="32293" y="25682"/>
                  </a:lnTo>
                  <a:lnTo>
                    <a:pt x="32637" y="25204"/>
                  </a:lnTo>
                  <a:lnTo>
                    <a:pt x="33583" y="23891"/>
                  </a:lnTo>
                  <a:lnTo>
                    <a:pt x="38492" y="17072"/>
                  </a:lnTo>
                  <a:lnTo>
                    <a:pt x="40303" y="14557"/>
                  </a:lnTo>
                  <a:lnTo>
                    <a:pt x="40550" y="14214"/>
                  </a:lnTo>
                  <a:lnTo>
                    <a:pt x="43673" y="9875"/>
                  </a:lnTo>
                  <a:lnTo>
                    <a:pt x="43745" y="9732"/>
                  </a:lnTo>
                  <a:lnTo>
                    <a:pt x="44317" y="9001"/>
                  </a:lnTo>
                  <a:lnTo>
                    <a:pt x="48044" y="4233"/>
                  </a:lnTo>
                  <a:lnTo>
                    <a:pt x="51367" y="0"/>
                  </a:lnTo>
                  <a:lnTo>
                    <a:pt x="55857" y="4158"/>
                  </a:lnTo>
                  <a:lnTo>
                    <a:pt x="58803" y="6906"/>
                  </a:lnTo>
                  <a:lnTo>
                    <a:pt x="59226" y="7301"/>
                  </a:lnTo>
                  <a:lnTo>
                    <a:pt x="60453" y="8432"/>
                  </a:lnTo>
                  <a:lnTo>
                    <a:pt x="61531" y="9425"/>
                  </a:lnTo>
                  <a:lnTo>
                    <a:pt x="68522" y="15338"/>
                  </a:lnTo>
                  <a:lnTo>
                    <a:pt x="68922" y="15650"/>
                  </a:lnTo>
                  <a:lnTo>
                    <a:pt x="72225" y="18219"/>
                  </a:lnTo>
                  <a:lnTo>
                    <a:pt x="73219" y="18992"/>
                  </a:lnTo>
                  <a:lnTo>
                    <a:pt x="77268" y="22142"/>
                  </a:lnTo>
                  <a:lnTo>
                    <a:pt x="77610" y="22407"/>
                  </a:lnTo>
                  <a:lnTo>
                    <a:pt x="79586" y="23945"/>
                  </a:lnTo>
                  <a:lnTo>
                    <a:pt x="82822" y="26538"/>
                  </a:lnTo>
                  <a:lnTo>
                    <a:pt x="82957" y="26645"/>
                  </a:lnTo>
                  <a:lnTo>
                    <a:pt x="83488" y="27071"/>
                  </a:lnTo>
                  <a:lnTo>
                    <a:pt x="88495" y="31082"/>
                  </a:lnTo>
                  <a:lnTo>
                    <a:pt x="89462" y="31868"/>
                  </a:lnTo>
                  <a:lnTo>
                    <a:pt x="92145" y="34048"/>
                  </a:lnTo>
                  <a:lnTo>
                    <a:pt x="93796" y="35389"/>
                  </a:lnTo>
                  <a:lnTo>
                    <a:pt x="94124" y="35656"/>
                  </a:lnTo>
                  <a:lnTo>
                    <a:pt x="94270" y="35775"/>
                  </a:lnTo>
                  <a:lnTo>
                    <a:pt x="97109" y="38024"/>
                  </a:lnTo>
                  <a:lnTo>
                    <a:pt x="97355" y="38214"/>
                  </a:lnTo>
                  <a:lnTo>
                    <a:pt x="99264" y="39686"/>
                  </a:lnTo>
                  <a:lnTo>
                    <a:pt x="105921" y="44967"/>
                  </a:lnTo>
                  <a:lnTo>
                    <a:pt x="108462" y="47601"/>
                  </a:lnTo>
                  <a:lnTo>
                    <a:pt x="110413" y="50134"/>
                  </a:lnTo>
                  <a:lnTo>
                    <a:pt x="110884" y="50749"/>
                  </a:lnTo>
                  <a:lnTo>
                    <a:pt x="113996" y="54827"/>
                  </a:lnTo>
                  <a:lnTo>
                    <a:pt x="116642" y="59003"/>
                  </a:lnTo>
                  <a:lnTo>
                    <a:pt x="114888" y="60138"/>
                  </a:lnTo>
                  <a:lnTo>
                    <a:pt x="111615" y="62459"/>
                  </a:lnTo>
                  <a:lnTo>
                    <a:pt x="100175" y="70570"/>
                  </a:lnTo>
                  <a:lnTo>
                    <a:pt x="99953" y="70729"/>
                  </a:lnTo>
                  <a:lnTo>
                    <a:pt x="96048" y="73541"/>
                  </a:lnTo>
                  <a:lnTo>
                    <a:pt x="95203" y="74149"/>
                  </a:lnTo>
                  <a:lnTo>
                    <a:pt x="90530" y="77514"/>
                  </a:lnTo>
                  <a:lnTo>
                    <a:pt x="90211" y="77743"/>
                  </a:lnTo>
                  <a:lnTo>
                    <a:pt x="87100" y="79977"/>
                  </a:lnTo>
                  <a:lnTo>
                    <a:pt x="84766" y="81652"/>
                  </a:lnTo>
                  <a:lnTo>
                    <a:pt x="73440" y="89700"/>
                  </a:lnTo>
                  <a:lnTo>
                    <a:pt x="72761" y="90188"/>
                  </a:lnTo>
                  <a:lnTo>
                    <a:pt x="68584" y="93187"/>
                  </a:lnTo>
                  <a:lnTo>
                    <a:pt x="67862" y="93708"/>
                  </a:lnTo>
                  <a:lnTo>
                    <a:pt x="63794" y="96643"/>
                  </a:lnTo>
                  <a:lnTo>
                    <a:pt x="62358" y="97678"/>
                  </a:lnTo>
                  <a:lnTo>
                    <a:pt x="62201" y="97791"/>
                  </a:lnTo>
                  <a:lnTo>
                    <a:pt x="61847" y="98047"/>
                  </a:lnTo>
                  <a:lnTo>
                    <a:pt x="56857" y="101646"/>
                  </a:lnTo>
                  <a:lnTo>
                    <a:pt x="55215" y="10313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2413683" y="5433208"/>
              <a:ext cx="125788" cy="116845"/>
            </a:xfrm>
            <a:custGeom>
              <a:avLst/>
              <a:pathLst>
                <a:path w="125788" h="116845">
                  <a:moveTo>
                    <a:pt x="112913" y="48409"/>
                  </a:moveTo>
                  <a:lnTo>
                    <a:pt x="108004" y="55228"/>
                  </a:lnTo>
                  <a:lnTo>
                    <a:pt x="107058" y="56541"/>
                  </a:lnTo>
                  <a:lnTo>
                    <a:pt x="106714" y="57019"/>
                  </a:lnTo>
                  <a:lnTo>
                    <a:pt x="105838" y="58237"/>
                  </a:lnTo>
                  <a:lnTo>
                    <a:pt x="105727" y="58391"/>
                  </a:lnTo>
                  <a:lnTo>
                    <a:pt x="104414" y="60214"/>
                  </a:lnTo>
                  <a:lnTo>
                    <a:pt x="100157" y="66126"/>
                  </a:lnTo>
                  <a:lnTo>
                    <a:pt x="99623" y="66868"/>
                  </a:lnTo>
                  <a:lnTo>
                    <a:pt x="97079" y="70401"/>
                  </a:lnTo>
                  <a:lnTo>
                    <a:pt x="96706" y="70920"/>
                  </a:lnTo>
                  <a:lnTo>
                    <a:pt x="94779" y="73597"/>
                  </a:lnTo>
                  <a:lnTo>
                    <a:pt x="93884" y="74840"/>
                  </a:lnTo>
                  <a:lnTo>
                    <a:pt x="93568" y="75278"/>
                  </a:lnTo>
                  <a:lnTo>
                    <a:pt x="93090" y="75943"/>
                  </a:lnTo>
                  <a:lnTo>
                    <a:pt x="89932" y="80328"/>
                  </a:lnTo>
                  <a:lnTo>
                    <a:pt x="89420" y="81040"/>
                  </a:lnTo>
                  <a:lnTo>
                    <a:pt x="89193" y="81355"/>
                  </a:lnTo>
                  <a:lnTo>
                    <a:pt x="87956" y="83073"/>
                  </a:lnTo>
                  <a:lnTo>
                    <a:pt x="87535" y="83658"/>
                  </a:lnTo>
                  <a:lnTo>
                    <a:pt x="83165" y="89727"/>
                  </a:lnTo>
                  <a:lnTo>
                    <a:pt x="81312" y="92301"/>
                  </a:lnTo>
                  <a:lnTo>
                    <a:pt x="81197" y="92461"/>
                  </a:lnTo>
                  <a:lnTo>
                    <a:pt x="79500" y="94818"/>
                  </a:lnTo>
                  <a:lnTo>
                    <a:pt x="78227" y="96586"/>
                  </a:lnTo>
                  <a:lnTo>
                    <a:pt x="77166" y="98059"/>
                  </a:lnTo>
                  <a:lnTo>
                    <a:pt x="76645" y="98784"/>
                  </a:lnTo>
                  <a:lnTo>
                    <a:pt x="74413" y="101883"/>
                  </a:lnTo>
                  <a:lnTo>
                    <a:pt x="72561" y="104322"/>
                  </a:lnTo>
                  <a:lnTo>
                    <a:pt x="65727" y="113592"/>
                  </a:lnTo>
                  <a:lnTo>
                    <a:pt x="63342" y="116845"/>
                  </a:lnTo>
                  <a:lnTo>
                    <a:pt x="58507" y="113713"/>
                  </a:lnTo>
                  <a:lnTo>
                    <a:pt x="56846" y="112533"/>
                  </a:lnTo>
                  <a:lnTo>
                    <a:pt x="53778" y="110352"/>
                  </a:lnTo>
                  <a:lnTo>
                    <a:pt x="50848" y="108270"/>
                  </a:lnTo>
                  <a:lnTo>
                    <a:pt x="50118" y="107751"/>
                  </a:lnTo>
                  <a:lnTo>
                    <a:pt x="47471" y="105870"/>
                  </a:lnTo>
                  <a:lnTo>
                    <a:pt x="46536" y="105206"/>
                  </a:lnTo>
                  <a:lnTo>
                    <a:pt x="46091" y="104889"/>
                  </a:lnTo>
                  <a:lnTo>
                    <a:pt x="45724" y="104634"/>
                  </a:lnTo>
                  <a:lnTo>
                    <a:pt x="43495" y="103189"/>
                  </a:lnTo>
                  <a:lnTo>
                    <a:pt x="41231" y="101721"/>
                  </a:lnTo>
                  <a:lnTo>
                    <a:pt x="40799" y="101441"/>
                  </a:lnTo>
                  <a:lnTo>
                    <a:pt x="38688" y="100110"/>
                  </a:lnTo>
                  <a:lnTo>
                    <a:pt x="38097" y="99738"/>
                  </a:lnTo>
                  <a:lnTo>
                    <a:pt x="36561" y="98770"/>
                  </a:lnTo>
                  <a:lnTo>
                    <a:pt x="35747" y="98257"/>
                  </a:lnTo>
                  <a:lnTo>
                    <a:pt x="34918" y="97735"/>
                  </a:lnTo>
                  <a:lnTo>
                    <a:pt x="33929" y="97111"/>
                  </a:lnTo>
                  <a:lnTo>
                    <a:pt x="29564" y="93985"/>
                  </a:lnTo>
                  <a:lnTo>
                    <a:pt x="26482" y="91780"/>
                  </a:lnTo>
                  <a:lnTo>
                    <a:pt x="25842" y="91322"/>
                  </a:lnTo>
                  <a:lnTo>
                    <a:pt x="20944" y="87810"/>
                  </a:lnTo>
                  <a:lnTo>
                    <a:pt x="21325" y="87383"/>
                  </a:lnTo>
                  <a:lnTo>
                    <a:pt x="20628" y="86885"/>
                  </a:lnTo>
                  <a:lnTo>
                    <a:pt x="19806" y="86297"/>
                  </a:lnTo>
                  <a:lnTo>
                    <a:pt x="16286" y="83782"/>
                  </a:lnTo>
                  <a:lnTo>
                    <a:pt x="14935" y="82655"/>
                  </a:lnTo>
                  <a:lnTo>
                    <a:pt x="15894" y="81021"/>
                  </a:lnTo>
                  <a:lnTo>
                    <a:pt x="15569" y="80812"/>
                  </a:lnTo>
                  <a:lnTo>
                    <a:pt x="14516" y="80749"/>
                  </a:lnTo>
                  <a:lnTo>
                    <a:pt x="13367" y="80535"/>
                  </a:lnTo>
                  <a:lnTo>
                    <a:pt x="12028" y="80223"/>
                  </a:lnTo>
                  <a:lnTo>
                    <a:pt x="11765" y="80161"/>
                  </a:lnTo>
                  <a:lnTo>
                    <a:pt x="10270" y="79227"/>
                  </a:lnTo>
                  <a:lnTo>
                    <a:pt x="10011" y="79057"/>
                  </a:lnTo>
                  <a:lnTo>
                    <a:pt x="9021" y="78408"/>
                  </a:lnTo>
                  <a:lnTo>
                    <a:pt x="6932" y="77037"/>
                  </a:lnTo>
                  <a:lnTo>
                    <a:pt x="5784" y="76183"/>
                  </a:lnTo>
                  <a:lnTo>
                    <a:pt x="5672" y="76041"/>
                  </a:lnTo>
                  <a:lnTo>
                    <a:pt x="4994" y="75187"/>
                  </a:lnTo>
                  <a:lnTo>
                    <a:pt x="4740" y="74866"/>
                  </a:lnTo>
                  <a:lnTo>
                    <a:pt x="3379" y="72822"/>
                  </a:lnTo>
                  <a:lnTo>
                    <a:pt x="2017" y="70778"/>
                  </a:lnTo>
                  <a:lnTo>
                    <a:pt x="1672" y="70257"/>
                  </a:lnTo>
                  <a:lnTo>
                    <a:pt x="1263" y="69639"/>
                  </a:lnTo>
                  <a:lnTo>
                    <a:pt x="0" y="67733"/>
                  </a:lnTo>
                  <a:lnTo>
                    <a:pt x="576" y="67922"/>
                  </a:lnTo>
                  <a:lnTo>
                    <a:pt x="1089" y="67815"/>
                  </a:lnTo>
                  <a:lnTo>
                    <a:pt x="2712" y="67431"/>
                  </a:lnTo>
                  <a:lnTo>
                    <a:pt x="3479" y="66907"/>
                  </a:lnTo>
                  <a:lnTo>
                    <a:pt x="5909" y="64504"/>
                  </a:lnTo>
                  <a:lnTo>
                    <a:pt x="7564" y="63205"/>
                  </a:lnTo>
                  <a:lnTo>
                    <a:pt x="8018" y="62849"/>
                  </a:lnTo>
                  <a:lnTo>
                    <a:pt x="10489" y="60640"/>
                  </a:lnTo>
                  <a:lnTo>
                    <a:pt x="11783" y="59484"/>
                  </a:lnTo>
                  <a:lnTo>
                    <a:pt x="13140" y="58025"/>
                  </a:lnTo>
                  <a:lnTo>
                    <a:pt x="20426" y="50191"/>
                  </a:lnTo>
                  <a:lnTo>
                    <a:pt x="21477" y="49060"/>
                  </a:lnTo>
                  <a:lnTo>
                    <a:pt x="22381" y="49860"/>
                  </a:lnTo>
                  <a:lnTo>
                    <a:pt x="23128" y="50521"/>
                  </a:lnTo>
                  <a:lnTo>
                    <a:pt x="23376" y="50741"/>
                  </a:lnTo>
                  <a:lnTo>
                    <a:pt x="24412" y="51818"/>
                  </a:lnTo>
                  <a:lnTo>
                    <a:pt x="27613" y="54176"/>
                  </a:lnTo>
                  <a:lnTo>
                    <a:pt x="28736" y="52502"/>
                  </a:lnTo>
                  <a:lnTo>
                    <a:pt x="29948" y="50696"/>
                  </a:lnTo>
                  <a:lnTo>
                    <a:pt x="30039" y="50561"/>
                  </a:lnTo>
                  <a:lnTo>
                    <a:pt x="30239" y="50373"/>
                  </a:lnTo>
                  <a:lnTo>
                    <a:pt x="30722" y="49920"/>
                  </a:lnTo>
                  <a:lnTo>
                    <a:pt x="31577" y="49065"/>
                  </a:lnTo>
                  <a:lnTo>
                    <a:pt x="32581" y="48339"/>
                  </a:lnTo>
                  <a:lnTo>
                    <a:pt x="33035" y="48135"/>
                  </a:lnTo>
                  <a:lnTo>
                    <a:pt x="33820" y="47784"/>
                  </a:lnTo>
                  <a:lnTo>
                    <a:pt x="34906" y="46695"/>
                  </a:lnTo>
                  <a:lnTo>
                    <a:pt x="35369" y="45864"/>
                  </a:lnTo>
                  <a:lnTo>
                    <a:pt x="35456" y="45680"/>
                  </a:lnTo>
                  <a:lnTo>
                    <a:pt x="35528" y="45528"/>
                  </a:lnTo>
                  <a:lnTo>
                    <a:pt x="35697" y="45169"/>
                  </a:lnTo>
                  <a:lnTo>
                    <a:pt x="36031" y="44461"/>
                  </a:lnTo>
                  <a:lnTo>
                    <a:pt x="36130" y="44250"/>
                  </a:lnTo>
                  <a:lnTo>
                    <a:pt x="36364" y="43753"/>
                  </a:lnTo>
                  <a:lnTo>
                    <a:pt x="37162" y="41801"/>
                  </a:lnTo>
                  <a:lnTo>
                    <a:pt x="37814" y="40207"/>
                  </a:lnTo>
                  <a:lnTo>
                    <a:pt x="37960" y="39849"/>
                  </a:lnTo>
                  <a:lnTo>
                    <a:pt x="38306" y="39491"/>
                  </a:lnTo>
                  <a:lnTo>
                    <a:pt x="40123" y="36233"/>
                  </a:lnTo>
                  <a:lnTo>
                    <a:pt x="41560" y="35886"/>
                  </a:lnTo>
                  <a:lnTo>
                    <a:pt x="46030" y="33948"/>
                  </a:lnTo>
                  <a:lnTo>
                    <a:pt x="47718" y="33560"/>
                  </a:lnTo>
                  <a:lnTo>
                    <a:pt x="50537" y="32911"/>
                  </a:lnTo>
                  <a:lnTo>
                    <a:pt x="52454" y="32470"/>
                  </a:lnTo>
                  <a:lnTo>
                    <a:pt x="55157" y="31764"/>
                  </a:lnTo>
                  <a:lnTo>
                    <a:pt x="55405" y="31539"/>
                  </a:lnTo>
                  <a:lnTo>
                    <a:pt x="56212" y="29575"/>
                  </a:lnTo>
                  <a:lnTo>
                    <a:pt x="57839" y="25611"/>
                  </a:lnTo>
                  <a:lnTo>
                    <a:pt x="58194" y="25144"/>
                  </a:lnTo>
                  <a:lnTo>
                    <a:pt x="59726" y="21921"/>
                  </a:lnTo>
                  <a:lnTo>
                    <a:pt x="60238" y="21344"/>
                  </a:lnTo>
                  <a:lnTo>
                    <a:pt x="60809" y="20700"/>
                  </a:lnTo>
                  <a:lnTo>
                    <a:pt x="62372" y="18938"/>
                  </a:lnTo>
                  <a:lnTo>
                    <a:pt x="62630" y="18646"/>
                  </a:lnTo>
                  <a:lnTo>
                    <a:pt x="63454" y="17717"/>
                  </a:lnTo>
                  <a:lnTo>
                    <a:pt x="64432" y="17014"/>
                  </a:lnTo>
                  <a:lnTo>
                    <a:pt x="65415" y="16527"/>
                  </a:lnTo>
                  <a:lnTo>
                    <a:pt x="65946" y="16086"/>
                  </a:lnTo>
                  <a:lnTo>
                    <a:pt x="66616" y="13844"/>
                  </a:lnTo>
                  <a:lnTo>
                    <a:pt x="67414" y="11256"/>
                  </a:lnTo>
                  <a:lnTo>
                    <a:pt x="68148" y="9688"/>
                  </a:lnTo>
                  <a:lnTo>
                    <a:pt x="69403" y="7008"/>
                  </a:lnTo>
                  <a:lnTo>
                    <a:pt x="70708" y="4018"/>
                  </a:lnTo>
                  <a:lnTo>
                    <a:pt x="71658" y="2042"/>
                  </a:lnTo>
                  <a:lnTo>
                    <a:pt x="73138" y="692"/>
                  </a:lnTo>
                  <a:lnTo>
                    <a:pt x="74255" y="0"/>
                  </a:lnTo>
                  <a:lnTo>
                    <a:pt x="76112" y="75"/>
                  </a:lnTo>
                  <a:lnTo>
                    <a:pt x="83808" y="5811"/>
                  </a:lnTo>
                  <a:lnTo>
                    <a:pt x="94381" y="12235"/>
                  </a:lnTo>
                  <a:lnTo>
                    <a:pt x="94873" y="12534"/>
                  </a:lnTo>
                  <a:lnTo>
                    <a:pt x="97910" y="14349"/>
                  </a:lnTo>
                  <a:lnTo>
                    <a:pt x="98153" y="14494"/>
                  </a:lnTo>
                  <a:lnTo>
                    <a:pt x="98560" y="14737"/>
                  </a:lnTo>
                  <a:lnTo>
                    <a:pt x="104343" y="18193"/>
                  </a:lnTo>
                  <a:lnTo>
                    <a:pt x="113911" y="23910"/>
                  </a:lnTo>
                  <a:lnTo>
                    <a:pt x="114279" y="24130"/>
                  </a:lnTo>
                  <a:lnTo>
                    <a:pt x="115897" y="25097"/>
                  </a:lnTo>
                  <a:lnTo>
                    <a:pt x="121581" y="28494"/>
                  </a:lnTo>
                  <a:lnTo>
                    <a:pt x="125163" y="30914"/>
                  </a:lnTo>
                  <a:lnTo>
                    <a:pt x="125788" y="31337"/>
                  </a:lnTo>
                  <a:lnTo>
                    <a:pt x="122465" y="35570"/>
                  </a:lnTo>
                  <a:lnTo>
                    <a:pt x="118737" y="40338"/>
                  </a:lnTo>
                  <a:lnTo>
                    <a:pt x="118166" y="41069"/>
                  </a:lnTo>
                  <a:lnTo>
                    <a:pt x="118094" y="41213"/>
                  </a:lnTo>
                  <a:lnTo>
                    <a:pt x="114970" y="45551"/>
                  </a:lnTo>
                  <a:lnTo>
                    <a:pt x="114724" y="458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487040" y="5357258"/>
              <a:ext cx="215307" cy="211899"/>
            </a:xfrm>
            <a:custGeom>
              <a:avLst/>
              <a:pathLst>
                <a:path w="215307" h="211899">
                  <a:moveTo>
                    <a:pt x="175299" y="191389"/>
                  </a:moveTo>
                  <a:lnTo>
                    <a:pt x="147845" y="211899"/>
                  </a:lnTo>
                  <a:lnTo>
                    <a:pt x="144678" y="207021"/>
                  </a:lnTo>
                  <a:lnTo>
                    <a:pt x="138691" y="196831"/>
                  </a:lnTo>
                  <a:lnTo>
                    <a:pt x="134709" y="190978"/>
                  </a:lnTo>
                  <a:lnTo>
                    <a:pt x="130351" y="183969"/>
                  </a:lnTo>
                  <a:lnTo>
                    <a:pt x="128626" y="181394"/>
                  </a:lnTo>
                  <a:lnTo>
                    <a:pt x="127741" y="179977"/>
                  </a:lnTo>
                  <a:lnTo>
                    <a:pt x="125935" y="177105"/>
                  </a:lnTo>
                  <a:lnTo>
                    <a:pt x="125725" y="176819"/>
                  </a:lnTo>
                  <a:lnTo>
                    <a:pt x="125417" y="176398"/>
                  </a:lnTo>
                  <a:lnTo>
                    <a:pt x="122823" y="172853"/>
                  </a:lnTo>
                  <a:lnTo>
                    <a:pt x="117984" y="166734"/>
                  </a:lnTo>
                  <a:lnTo>
                    <a:pt x="117706" y="166291"/>
                  </a:lnTo>
                  <a:lnTo>
                    <a:pt x="114988" y="162001"/>
                  </a:lnTo>
                  <a:lnTo>
                    <a:pt x="111948" y="158036"/>
                  </a:lnTo>
                  <a:lnTo>
                    <a:pt x="111477" y="157422"/>
                  </a:lnTo>
                  <a:lnTo>
                    <a:pt x="109527" y="154889"/>
                  </a:lnTo>
                  <a:lnTo>
                    <a:pt x="106986" y="152254"/>
                  </a:lnTo>
                  <a:lnTo>
                    <a:pt x="100328" y="146974"/>
                  </a:lnTo>
                  <a:lnTo>
                    <a:pt x="98420" y="145501"/>
                  </a:lnTo>
                  <a:lnTo>
                    <a:pt x="98174" y="145311"/>
                  </a:lnTo>
                  <a:lnTo>
                    <a:pt x="95335" y="143062"/>
                  </a:lnTo>
                  <a:lnTo>
                    <a:pt x="95189" y="142944"/>
                  </a:lnTo>
                  <a:lnTo>
                    <a:pt x="94860" y="142677"/>
                  </a:lnTo>
                  <a:lnTo>
                    <a:pt x="93209" y="141335"/>
                  </a:lnTo>
                  <a:lnTo>
                    <a:pt x="90527" y="139156"/>
                  </a:lnTo>
                  <a:lnTo>
                    <a:pt x="89559" y="138370"/>
                  </a:lnTo>
                  <a:lnTo>
                    <a:pt x="84553" y="134359"/>
                  </a:lnTo>
                  <a:lnTo>
                    <a:pt x="84021" y="133933"/>
                  </a:lnTo>
                  <a:lnTo>
                    <a:pt x="83887" y="133825"/>
                  </a:lnTo>
                  <a:lnTo>
                    <a:pt x="80651" y="131232"/>
                  </a:lnTo>
                  <a:lnTo>
                    <a:pt x="78674" y="129695"/>
                  </a:lnTo>
                  <a:lnTo>
                    <a:pt x="78217" y="129339"/>
                  </a:lnTo>
                  <a:lnTo>
                    <a:pt x="74284" y="126280"/>
                  </a:lnTo>
                  <a:lnTo>
                    <a:pt x="73290" y="125507"/>
                  </a:lnTo>
                  <a:lnTo>
                    <a:pt x="69987" y="122937"/>
                  </a:lnTo>
                  <a:lnTo>
                    <a:pt x="69586" y="122626"/>
                  </a:lnTo>
                  <a:lnTo>
                    <a:pt x="62595" y="116713"/>
                  </a:lnTo>
                  <a:lnTo>
                    <a:pt x="61518" y="115719"/>
                  </a:lnTo>
                  <a:lnTo>
                    <a:pt x="60290" y="114588"/>
                  </a:lnTo>
                  <a:lnTo>
                    <a:pt x="59807" y="114138"/>
                  </a:lnTo>
                  <a:lnTo>
                    <a:pt x="56921" y="111446"/>
                  </a:lnTo>
                  <a:lnTo>
                    <a:pt x="52432" y="107287"/>
                  </a:lnTo>
                  <a:lnTo>
                    <a:pt x="51806" y="106864"/>
                  </a:lnTo>
                  <a:lnTo>
                    <a:pt x="48225" y="104444"/>
                  </a:lnTo>
                  <a:lnTo>
                    <a:pt x="42541" y="101047"/>
                  </a:lnTo>
                  <a:lnTo>
                    <a:pt x="40829" y="100025"/>
                  </a:lnTo>
                  <a:lnTo>
                    <a:pt x="40510" y="99834"/>
                  </a:lnTo>
                  <a:lnTo>
                    <a:pt x="30987" y="94143"/>
                  </a:lnTo>
                  <a:lnTo>
                    <a:pt x="25204" y="90688"/>
                  </a:lnTo>
                  <a:lnTo>
                    <a:pt x="24797" y="90444"/>
                  </a:lnTo>
                  <a:lnTo>
                    <a:pt x="24554" y="90299"/>
                  </a:lnTo>
                  <a:lnTo>
                    <a:pt x="21516" y="88484"/>
                  </a:lnTo>
                  <a:lnTo>
                    <a:pt x="21025" y="88185"/>
                  </a:lnTo>
                  <a:lnTo>
                    <a:pt x="10421" y="81743"/>
                  </a:lnTo>
                  <a:lnTo>
                    <a:pt x="12791" y="81008"/>
                  </a:lnTo>
                  <a:lnTo>
                    <a:pt x="15251" y="79066"/>
                  </a:lnTo>
                  <a:lnTo>
                    <a:pt x="15908" y="78066"/>
                  </a:lnTo>
                  <a:lnTo>
                    <a:pt x="16710" y="76847"/>
                  </a:lnTo>
                  <a:lnTo>
                    <a:pt x="17689" y="74423"/>
                  </a:lnTo>
                  <a:lnTo>
                    <a:pt x="17720" y="74183"/>
                  </a:lnTo>
                  <a:lnTo>
                    <a:pt x="18200" y="70442"/>
                  </a:lnTo>
                  <a:lnTo>
                    <a:pt x="17631" y="68916"/>
                  </a:lnTo>
                  <a:lnTo>
                    <a:pt x="17549" y="68696"/>
                  </a:lnTo>
                  <a:lnTo>
                    <a:pt x="16782" y="66636"/>
                  </a:lnTo>
                  <a:lnTo>
                    <a:pt x="16383" y="65566"/>
                  </a:lnTo>
                  <a:lnTo>
                    <a:pt x="12727" y="58785"/>
                  </a:lnTo>
                  <a:lnTo>
                    <a:pt x="12434" y="58393"/>
                  </a:lnTo>
                  <a:lnTo>
                    <a:pt x="11420" y="57036"/>
                  </a:lnTo>
                  <a:lnTo>
                    <a:pt x="10707" y="56082"/>
                  </a:lnTo>
                  <a:lnTo>
                    <a:pt x="9973" y="55449"/>
                  </a:lnTo>
                  <a:lnTo>
                    <a:pt x="9519" y="55059"/>
                  </a:lnTo>
                  <a:lnTo>
                    <a:pt x="9095" y="54693"/>
                  </a:lnTo>
                  <a:lnTo>
                    <a:pt x="8676" y="54302"/>
                  </a:lnTo>
                  <a:lnTo>
                    <a:pt x="2409" y="48459"/>
                  </a:lnTo>
                  <a:lnTo>
                    <a:pt x="700" y="45922"/>
                  </a:lnTo>
                  <a:lnTo>
                    <a:pt x="274" y="44106"/>
                  </a:lnTo>
                  <a:lnTo>
                    <a:pt x="0" y="41311"/>
                  </a:lnTo>
                  <a:lnTo>
                    <a:pt x="1170" y="39288"/>
                  </a:lnTo>
                  <a:lnTo>
                    <a:pt x="1461" y="38785"/>
                  </a:lnTo>
                  <a:lnTo>
                    <a:pt x="3753" y="36160"/>
                  </a:lnTo>
                  <a:lnTo>
                    <a:pt x="5988" y="33601"/>
                  </a:lnTo>
                  <a:lnTo>
                    <a:pt x="6646" y="32847"/>
                  </a:lnTo>
                  <a:lnTo>
                    <a:pt x="6878" y="32581"/>
                  </a:lnTo>
                  <a:lnTo>
                    <a:pt x="8610" y="30837"/>
                  </a:lnTo>
                  <a:lnTo>
                    <a:pt x="14160" y="25252"/>
                  </a:lnTo>
                  <a:lnTo>
                    <a:pt x="14384" y="25026"/>
                  </a:lnTo>
                  <a:lnTo>
                    <a:pt x="15484" y="23949"/>
                  </a:lnTo>
                  <a:lnTo>
                    <a:pt x="24460" y="18309"/>
                  </a:lnTo>
                  <a:lnTo>
                    <a:pt x="24599" y="18222"/>
                  </a:lnTo>
                  <a:lnTo>
                    <a:pt x="25690" y="17536"/>
                  </a:lnTo>
                  <a:lnTo>
                    <a:pt x="27936" y="16125"/>
                  </a:lnTo>
                  <a:lnTo>
                    <a:pt x="28290" y="15902"/>
                  </a:lnTo>
                  <a:lnTo>
                    <a:pt x="29784" y="14963"/>
                  </a:lnTo>
                  <a:lnTo>
                    <a:pt x="32111" y="13501"/>
                  </a:lnTo>
                  <a:lnTo>
                    <a:pt x="32353" y="13349"/>
                  </a:lnTo>
                  <a:lnTo>
                    <a:pt x="33386" y="12700"/>
                  </a:lnTo>
                  <a:lnTo>
                    <a:pt x="35143" y="11596"/>
                  </a:lnTo>
                  <a:lnTo>
                    <a:pt x="36483" y="10754"/>
                  </a:lnTo>
                  <a:lnTo>
                    <a:pt x="36852" y="10522"/>
                  </a:lnTo>
                  <a:lnTo>
                    <a:pt x="37342" y="10216"/>
                  </a:lnTo>
                  <a:lnTo>
                    <a:pt x="37947" y="9848"/>
                  </a:lnTo>
                  <a:lnTo>
                    <a:pt x="38165" y="9716"/>
                  </a:lnTo>
                  <a:lnTo>
                    <a:pt x="43579" y="6425"/>
                  </a:lnTo>
                  <a:lnTo>
                    <a:pt x="44345" y="5959"/>
                  </a:lnTo>
                  <a:lnTo>
                    <a:pt x="47967" y="3663"/>
                  </a:lnTo>
                  <a:lnTo>
                    <a:pt x="49087" y="2952"/>
                  </a:lnTo>
                  <a:lnTo>
                    <a:pt x="52866" y="806"/>
                  </a:lnTo>
                  <a:lnTo>
                    <a:pt x="55281" y="0"/>
                  </a:lnTo>
                  <a:lnTo>
                    <a:pt x="55416" y="8"/>
                  </a:lnTo>
                  <a:lnTo>
                    <a:pt x="56743" y="96"/>
                  </a:lnTo>
                  <a:lnTo>
                    <a:pt x="58606" y="447"/>
                  </a:lnTo>
                  <a:lnTo>
                    <a:pt x="66466" y="2146"/>
                  </a:lnTo>
                  <a:lnTo>
                    <a:pt x="67256" y="2317"/>
                  </a:lnTo>
                  <a:lnTo>
                    <a:pt x="67527" y="2376"/>
                  </a:lnTo>
                  <a:lnTo>
                    <a:pt x="74287" y="3826"/>
                  </a:lnTo>
                  <a:lnTo>
                    <a:pt x="75395" y="4063"/>
                  </a:lnTo>
                  <a:lnTo>
                    <a:pt x="83505" y="5576"/>
                  </a:lnTo>
                  <a:lnTo>
                    <a:pt x="85812" y="6011"/>
                  </a:lnTo>
                  <a:lnTo>
                    <a:pt x="86849" y="6206"/>
                  </a:lnTo>
                  <a:lnTo>
                    <a:pt x="86995" y="6233"/>
                  </a:lnTo>
                  <a:lnTo>
                    <a:pt x="87186" y="6270"/>
                  </a:lnTo>
                  <a:lnTo>
                    <a:pt x="87554" y="6339"/>
                  </a:lnTo>
                  <a:lnTo>
                    <a:pt x="87691" y="6365"/>
                  </a:lnTo>
                  <a:lnTo>
                    <a:pt x="87691" y="7526"/>
                  </a:lnTo>
                  <a:lnTo>
                    <a:pt x="87691" y="8381"/>
                  </a:lnTo>
                  <a:lnTo>
                    <a:pt x="87779" y="11559"/>
                  </a:lnTo>
                  <a:lnTo>
                    <a:pt x="87888" y="12326"/>
                  </a:lnTo>
                  <a:lnTo>
                    <a:pt x="88042" y="13203"/>
                  </a:lnTo>
                  <a:lnTo>
                    <a:pt x="88239" y="14124"/>
                  </a:lnTo>
                  <a:lnTo>
                    <a:pt x="88458" y="15263"/>
                  </a:lnTo>
                  <a:lnTo>
                    <a:pt x="88699" y="16118"/>
                  </a:lnTo>
                  <a:lnTo>
                    <a:pt x="88962" y="16907"/>
                  </a:lnTo>
                  <a:lnTo>
                    <a:pt x="89269" y="17740"/>
                  </a:lnTo>
                  <a:lnTo>
                    <a:pt x="89510" y="18354"/>
                  </a:lnTo>
                  <a:lnTo>
                    <a:pt x="89773" y="18989"/>
                  </a:lnTo>
                  <a:lnTo>
                    <a:pt x="90168" y="19844"/>
                  </a:lnTo>
                  <a:lnTo>
                    <a:pt x="90562" y="20502"/>
                  </a:lnTo>
                  <a:lnTo>
                    <a:pt x="91022" y="21247"/>
                  </a:lnTo>
                  <a:lnTo>
                    <a:pt x="91461" y="22014"/>
                  </a:lnTo>
                  <a:lnTo>
                    <a:pt x="91877" y="22649"/>
                  </a:lnTo>
                  <a:lnTo>
                    <a:pt x="93098" y="24276"/>
                  </a:lnTo>
                  <a:lnTo>
                    <a:pt x="93464" y="24763"/>
                  </a:lnTo>
                  <a:lnTo>
                    <a:pt x="94212" y="25759"/>
                  </a:lnTo>
                  <a:lnTo>
                    <a:pt x="94428" y="26047"/>
                  </a:lnTo>
                  <a:lnTo>
                    <a:pt x="95236" y="27123"/>
                  </a:lnTo>
                  <a:lnTo>
                    <a:pt x="96094" y="28266"/>
                  </a:lnTo>
                  <a:lnTo>
                    <a:pt x="96386" y="28531"/>
                  </a:lnTo>
                  <a:lnTo>
                    <a:pt x="97988" y="29984"/>
                  </a:lnTo>
                  <a:lnTo>
                    <a:pt x="98850" y="30766"/>
                  </a:lnTo>
                  <a:lnTo>
                    <a:pt x="100291" y="32074"/>
                  </a:lnTo>
                  <a:lnTo>
                    <a:pt x="100660" y="32409"/>
                  </a:lnTo>
                  <a:lnTo>
                    <a:pt x="101402" y="33163"/>
                  </a:lnTo>
                  <a:lnTo>
                    <a:pt x="102879" y="34664"/>
                  </a:lnTo>
                  <a:lnTo>
                    <a:pt x="103461" y="35256"/>
                  </a:lnTo>
                  <a:lnTo>
                    <a:pt x="105392" y="37219"/>
                  </a:lnTo>
                  <a:lnTo>
                    <a:pt x="106235" y="38076"/>
                  </a:lnTo>
                  <a:lnTo>
                    <a:pt x="108586" y="40467"/>
                  </a:lnTo>
                  <a:lnTo>
                    <a:pt x="110619" y="42533"/>
                  </a:lnTo>
                  <a:lnTo>
                    <a:pt x="111139" y="43074"/>
                  </a:lnTo>
                  <a:lnTo>
                    <a:pt x="113118" y="45130"/>
                  </a:lnTo>
                  <a:lnTo>
                    <a:pt x="113621" y="45652"/>
                  </a:lnTo>
                  <a:lnTo>
                    <a:pt x="115239" y="47334"/>
                  </a:lnTo>
                  <a:lnTo>
                    <a:pt x="120871" y="53018"/>
                  </a:lnTo>
                  <a:lnTo>
                    <a:pt x="122660" y="54846"/>
                  </a:lnTo>
                  <a:lnTo>
                    <a:pt x="125374" y="57618"/>
                  </a:lnTo>
                  <a:lnTo>
                    <a:pt x="140381" y="72950"/>
                  </a:lnTo>
                  <a:lnTo>
                    <a:pt x="142662" y="75280"/>
                  </a:lnTo>
                  <a:lnTo>
                    <a:pt x="149654" y="82506"/>
                  </a:lnTo>
                  <a:lnTo>
                    <a:pt x="152194" y="85132"/>
                  </a:lnTo>
                  <a:lnTo>
                    <a:pt x="154097" y="87100"/>
                  </a:lnTo>
                  <a:lnTo>
                    <a:pt x="154554" y="87571"/>
                  </a:lnTo>
                  <a:lnTo>
                    <a:pt x="154695" y="87716"/>
                  </a:lnTo>
                  <a:lnTo>
                    <a:pt x="156674" y="89742"/>
                  </a:lnTo>
                  <a:lnTo>
                    <a:pt x="158836" y="91954"/>
                  </a:lnTo>
                  <a:lnTo>
                    <a:pt x="166849" y="100155"/>
                  </a:lnTo>
                  <a:lnTo>
                    <a:pt x="168719" y="102086"/>
                  </a:lnTo>
                  <a:lnTo>
                    <a:pt x="176657" y="110279"/>
                  </a:lnTo>
                  <a:lnTo>
                    <a:pt x="179052" y="112751"/>
                  </a:lnTo>
                  <a:lnTo>
                    <a:pt x="180088" y="113821"/>
                  </a:lnTo>
                  <a:lnTo>
                    <a:pt x="181192" y="114922"/>
                  </a:lnTo>
                  <a:lnTo>
                    <a:pt x="181407" y="115132"/>
                  </a:lnTo>
                  <a:lnTo>
                    <a:pt x="183622" y="117292"/>
                  </a:lnTo>
                  <a:lnTo>
                    <a:pt x="183809" y="117474"/>
                  </a:lnTo>
                  <a:lnTo>
                    <a:pt x="186681" y="120274"/>
                  </a:lnTo>
                  <a:lnTo>
                    <a:pt x="187424" y="120998"/>
                  </a:lnTo>
                  <a:lnTo>
                    <a:pt x="187697" y="121265"/>
                  </a:lnTo>
                  <a:lnTo>
                    <a:pt x="188610" y="122204"/>
                  </a:lnTo>
                  <a:lnTo>
                    <a:pt x="189033" y="122638"/>
                  </a:lnTo>
                  <a:lnTo>
                    <a:pt x="189729" y="123345"/>
                  </a:lnTo>
                  <a:lnTo>
                    <a:pt x="189945" y="123564"/>
                  </a:lnTo>
                  <a:lnTo>
                    <a:pt x="191927" y="125578"/>
                  </a:lnTo>
                  <a:lnTo>
                    <a:pt x="192134" y="125788"/>
                  </a:lnTo>
                  <a:lnTo>
                    <a:pt x="194619" y="128312"/>
                  </a:lnTo>
                  <a:lnTo>
                    <a:pt x="198545" y="132301"/>
                  </a:lnTo>
                  <a:lnTo>
                    <a:pt x="202146" y="135959"/>
                  </a:lnTo>
                  <a:lnTo>
                    <a:pt x="208438" y="142351"/>
                  </a:lnTo>
                  <a:lnTo>
                    <a:pt x="215307" y="148851"/>
                  </a:lnTo>
                  <a:lnTo>
                    <a:pt x="211648" y="152824"/>
                  </a:lnTo>
                  <a:lnTo>
                    <a:pt x="204784" y="160275"/>
                  </a:lnTo>
                  <a:lnTo>
                    <a:pt x="200080" y="165308"/>
                  </a:lnTo>
                  <a:lnTo>
                    <a:pt x="199052" y="166408"/>
                  </a:lnTo>
                  <a:lnTo>
                    <a:pt x="198362" y="167146"/>
                  </a:lnTo>
                  <a:lnTo>
                    <a:pt x="197877" y="167665"/>
                  </a:lnTo>
                  <a:lnTo>
                    <a:pt x="197416" y="168159"/>
                  </a:lnTo>
                  <a:lnTo>
                    <a:pt x="182985" y="183600"/>
                  </a:lnTo>
                  <a:lnTo>
                    <a:pt x="180002" y="186791"/>
                  </a:lnTo>
                  <a:lnTo>
                    <a:pt x="177714" y="189059"/>
                  </a:lnTo>
                  <a:lnTo>
                    <a:pt x="176929" y="189837"/>
                  </a:lnTo>
                  <a:lnTo>
                    <a:pt x="175537" y="1912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607950" y="5358086"/>
              <a:ext cx="89582" cy="121810"/>
            </a:xfrm>
            <a:custGeom>
              <a:avLst/>
              <a:pathLst>
                <a:path w="89582" h="121810">
                  <a:moveTo>
                    <a:pt x="81133" y="25464"/>
                  </a:moveTo>
                  <a:lnTo>
                    <a:pt x="81473" y="26823"/>
                  </a:lnTo>
                  <a:lnTo>
                    <a:pt x="81201" y="26971"/>
                  </a:lnTo>
                  <a:lnTo>
                    <a:pt x="81005" y="27078"/>
                  </a:lnTo>
                  <a:lnTo>
                    <a:pt x="76869" y="29335"/>
                  </a:lnTo>
                  <a:lnTo>
                    <a:pt x="76677" y="29440"/>
                  </a:lnTo>
                  <a:lnTo>
                    <a:pt x="72234" y="31983"/>
                  </a:lnTo>
                  <a:lnTo>
                    <a:pt x="70524" y="33556"/>
                  </a:lnTo>
                  <a:lnTo>
                    <a:pt x="69489" y="34509"/>
                  </a:lnTo>
                  <a:lnTo>
                    <a:pt x="68844" y="35240"/>
                  </a:lnTo>
                  <a:lnTo>
                    <a:pt x="68502" y="35627"/>
                  </a:lnTo>
                  <a:lnTo>
                    <a:pt x="68056" y="36132"/>
                  </a:lnTo>
                  <a:lnTo>
                    <a:pt x="68513" y="36973"/>
                  </a:lnTo>
                  <a:lnTo>
                    <a:pt x="70440" y="40520"/>
                  </a:lnTo>
                  <a:lnTo>
                    <a:pt x="70972" y="41499"/>
                  </a:lnTo>
                  <a:lnTo>
                    <a:pt x="72223" y="43803"/>
                  </a:lnTo>
                  <a:lnTo>
                    <a:pt x="71721" y="44355"/>
                  </a:lnTo>
                  <a:lnTo>
                    <a:pt x="68850" y="47504"/>
                  </a:lnTo>
                  <a:lnTo>
                    <a:pt x="68317" y="48090"/>
                  </a:lnTo>
                  <a:lnTo>
                    <a:pt x="63590" y="52598"/>
                  </a:lnTo>
                  <a:lnTo>
                    <a:pt x="67019" y="55641"/>
                  </a:lnTo>
                  <a:lnTo>
                    <a:pt x="67651" y="56201"/>
                  </a:lnTo>
                  <a:lnTo>
                    <a:pt x="67194" y="56658"/>
                  </a:lnTo>
                  <a:lnTo>
                    <a:pt x="63498" y="60352"/>
                  </a:lnTo>
                  <a:lnTo>
                    <a:pt x="62863" y="60987"/>
                  </a:lnTo>
                  <a:lnTo>
                    <a:pt x="62724" y="61127"/>
                  </a:lnTo>
                  <a:lnTo>
                    <a:pt x="61950" y="62063"/>
                  </a:lnTo>
                  <a:lnTo>
                    <a:pt x="61706" y="62357"/>
                  </a:lnTo>
                  <a:lnTo>
                    <a:pt x="60485" y="63833"/>
                  </a:lnTo>
                  <a:lnTo>
                    <a:pt x="59945" y="64487"/>
                  </a:lnTo>
                  <a:lnTo>
                    <a:pt x="60454" y="64985"/>
                  </a:lnTo>
                  <a:lnTo>
                    <a:pt x="61175" y="65689"/>
                  </a:lnTo>
                  <a:lnTo>
                    <a:pt x="61600" y="66104"/>
                  </a:lnTo>
                  <a:lnTo>
                    <a:pt x="63292" y="67755"/>
                  </a:lnTo>
                  <a:lnTo>
                    <a:pt x="64135" y="68579"/>
                  </a:lnTo>
                  <a:lnTo>
                    <a:pt x="65460" y="69872"/>
                  </a:lnTo>
                  <a:lnTo>
                    <a:pt x="66278" y="70671"/>
                  </a:lnTo>
                  <a:lnTo>
                    <a:pt x="66568" y="70954"/>
                  </a:lnTo>
                  <a:lnTo>
                    <a:pt x="66781" y="71162"/>
                  </a:lnTo>
                  <a:lnTo>
                    <a:pt x="67883" y="72295"/>
                  </a:lnTo>
                  <a:lnTo>
                    <a:pt x="69111" y="73558"/>
                  </a:lnTo>
                  <a:lnTo>
                    <a:pt x="73265" y="77831"/>
                  </a:lnTo>
                  <a:lnTo>
                    <a:pt x="75888" y="80529"/>
                  </a:lnTo>
                  <a:lnTo>
                    <a:pt x="77565" y="82254"/>
                  </a:lnTo>
                  <a:lnTo>
                    <a:pt x="77875" y="82573"/>
                  </a:lnTo>
                  <a:lnTo>
                    <a:pt x="78805" y="83530"/>
                  </a:lnTo>
                  <a:lnTo>
                    <a:pt x="80394" y="85163"/>
                  </a:lnTo>
                  <a:lnTo>
                    <a:pt x="82030" y="86846"/>
                  </a:lnTo>
                  <a:lnTo>
                    <a:pt x="84058" y="88933"/>
                  </a:lnTo>
                  <a:lnTo>
                    <a:pt x="84268" y="89149"/>
                  </a:lnTo>
                  <a:lnTo>
                    <a:pt x="85824" y="90749"/>
                  </a:lnTo>
                  <a:lnTo>
                    <a:pt x="86795" y="91748"/>
                  </a:lnTo>
                  <a:lnTo>
                    <a:pt x="87337" y="92305"/>
                  </a:lnTo>
                  <a:lnTo>
                    <a:pt x="88192" y="93038"/>
                  </a:lnTo>
                  <a:lnTo>
                    <a:pt x="89221" y="93921"/>
                  </a:lnTo>
                  <a:lnTo>
                    <a:pt x="89461" y="94126"/>
                  </a:lnTo>
                  <a:lnTo>
                    <a:pt x="89582" y="94340"/>
                  </a:lnTo>
                  <a:lnTo>
                    <a:pt x="89338" y="94842"/>
                  </a:lnTo>
                  <a:lnTo>
                    <a:pt x="88681" y="96196"/>
                  </a:lnTo>
                  <a:lnTo>
                    <a:pt x="87474" y="98682"/>
                  </a:lnTo>
                  <a:lnTo>
                    <a:pt x="87356" y="98925"/>
                  </a:lnTo>
                  <a:lnTo>
                    <a:pt x="87165" y="99318"/>
                  </a:lnTo>
                  <a:lnTo>
                    <a:pt x="86559" y="100566"/>
                  </a:lnTo>
                  <a:lnTo>
                    <a:pt x="85618" y="102505"/>
                  </a:lnTo>
                  <a:lnTo>
                    <a:pt x="84960" y="103641"/>
                  </a:lnTo>
                  <a:lnTo>
                    <a:pt x="83648" y="105909"/>
                  </a:lnTo>
                  <a:lnTo>
                    <a:pt x="82377" y="108105"/>
                  </a:lnTo>
                  <a:lnTo>
                    <a:pt x="82017" y="108727"/>
                  </a:lnTo>
                  <a:lnTo>
                    <a:pt x="78149" y="112477"/>
                  </a:lnTo>
                  <a:lnTo>
                    <a:pt x="76217" y="114350"/>
                  </a:lnTo>
                  <a:lnTo>
                    <a:pt x="73751" y="116740"/>
                  </a:lnTo>
                  <a:lnTo>
                    <a:pt x="71041" y="119368"/>
                  </a:lnTo>
                  <a:lnTo>
                    <a:pt x="70708" y="119690"/>
                  </a:lnTo>
                  <a:lnTo>
                    <a:pt x="70411" y="119933"/>
                  </a:lnTo>
                  <a:lnTo>
                    <a:pt x="68123" y="121810"/>
                  </a:lnTo>
                  <a:lnTo>
                    <a:pt x="67700" y="121375"/>
                  </a:lnTo>
                  <a:lnTo>
                    <a:pt x="66787" y="120437"/>
                  </a:lnTo>
                  <a:lnTo>
                    <a:pt x="66513" y="120170"/>
                  </a:lnTo>
                  <a:lnTo>
                    <a:pt x="65770" y="119445"/>
                  </a:lnTo>
                  <a:lnTo>
                    <a:pt x="62899" y="116646"/>
                  </a:lnTo>
                  <a:lnTo>
                    <a:pt x="62682" y="116434"/>
                  </a:lnTo>
                  <a:lnTo>
                    <a:pt x="60496" y="114304"/>
                  </a:lnTo>
                  <a:lnTo>
                    <a:pt x="60281" y="114094"/>
                  </a:lnTo>
                  <a:lnTo>
                    <a:pt x="59177" y="112992"/>
                  </a:lnTo>
                  <a:lnTo>
                    <a:pt x="58141" y="111923"/>
                  </a:lnTo>
                  <a:lnTo>
                    <a:pt x="55680" y="109382"/>
                  </a:lnTo>
                  <a:lnTo>
                    <a:pt x="47809" y="101257"/>
                  </a:lnTo>
                  <a:lnTo>
                    <a:pt x="45938" y="99326"/>
                  </a:lnTo>
                  <a:lnTo>
                    <a:pt x="37926" y="91126"/>
                  </a:lnTo>
                  <a:lnTo>
                    <a:pt x="35764" y="88913"/>
                  </a:lnTo>
                  <a:lnTo>
                    <a:pt x="33785" y="86888"/>
                  </a:lnTo>
                  <a:lnTo>
                    <a:pt x="33643" y="86743"/>
                  </a:lnTo>
                  <a:lnTo>
                    <a:pt x="33187" y="86271"/>
                  </a:lnTo>
                  <a:lnTo>
                    <a:pt x="31254" y="84274"/>
                  </a:lnTo>
                  <a:lnTo>
                    <a:pt x="28742" y="81677"/>
                  </a:lnTo>
                  <a:lnTo>
                    <a:pt x="21752" y="74451"/>
                  </a:lnTo>
                  <a:lnTo>
                    <a:pt x="19471" y="72121"/>
                  </a:lnTo>
                  <a:lnTo>
                    <a:pt x="4463" y="56790"/>
                  </a:lnTo>
                  <a:lnTo>
                    <a:pt x="1749" y="54017"/>
                  </a:lnTo>
                  <a:lnTo>
                    <a:pt x="0" y="52153"/>
                  </a:lnTo>
                  <a:lnTo>
                    <a:pt x="5122" y="47416"/>
                  </a:lnTo>
                  <a:lnTo>
                    <a:pt x="6267" y="46357"/>
                  </a:lnTo>
                  <a:lnTo>
                    <a:pt x="14902" y="38288"/>
                  </a:lnTo>
                  <a:lnTo>
                    <a:pt x="15057" y="38143"/>
                  </a:lnTo>
                  <a:lnTo>
                    <a:pt x="20053" y="33474"/>
                  </a:lnTo>
                  <a:lnTo>
                    <a:pt x="22584" y="30953"/>
                  </a:lnTo>
                  <a:lnTo>
                    <a:pt x="22769" y="30768"/>
                  </a:lnTo>
                  <a:lnTo>
                    <a:pt x="23797" y="29745"/>
                  </a:lnTo>
                  <a:lnTo>
                    <a:pt x="27198" y="26357"/>
                  </a:lnTo>
                  <a:lnTo>
                    <a:pt x="29875" y="23857"/>
                  </a:lnTo>
                  <a:lnTo>
                    <a:pt x="33076" y="26519"/>
                  </a:lnTo>
                  <a:lnTo>
                    <a:pt x="33215" y="26634"/>
                  </a:lnTo>
                  <a:lnTo>
                    <a:pt x="33378" y="26427"/>
                  </a:lnTo>
                  <a:lnTo>
                    <a:pt x="33526" y="26237"/>
                  </a:lnTo>
                  <a:lnTo>
                    <a:pt x="33744" y="25957"/>
                  </a:lnTo>
                  <a:lnTo>
                    <a:pt x="34081" y="25526"/>
                  </a:lnTo>
                  <a:lnTo>
                    <a:pt x="34383" y="25140"/>
                  </a:lnTo>
                  <a:lnTo>
                    <a:pt x="34763" y="24652"/>
                  </a:lnTo>
                  <a:lnTo>
                    <a:pt x="35238" y="24045"/>
                  </a:lnTo>
                  <a:lnTo>
                    <a:pt x="39500" y="18589"/>
                  </a:lnTo>
                  <a:lnTo>
                    <a:pt x="39914" y="18084"/>
                  </a:lnTo>
                  <a:lnTo>
                    <a:pt x="40200" y="17735"/>
                  </a:lnTo>
                  <a:lnTo>
                    <a:pt x="43841" y="13301"/>
                  </a:lnTo>
                  <a:lnTo>
                    <a:pt x="43818" y="13025"/>
                  </a:lnTo>
                  <a:lnTo>
                    <a:pt x="43570" y="10102"/>
                  </a:lnTo>
                  <a:lnTo>
                    <a:pt x="44232" y="7266"/>
                  </a:lnTo>
                  <a:lnTo>
                    <a:pt x="44587" y="5750"/>
                  </a:lnTo>
                  <a:lnTo>
                    <a:pt x="44755" y="5224"/>
                  </a:lnTo>
                  <a:lnTo>
                    <a:pt x="46425" y="0"/>
                  </a:lnTo>
                  <a:lnTo>
                    <a:pt x="47537" y="60"/>
                  </a:lnTo>
                  <a:lnTo>
                    <a:pt x="51026" y="249"/>
                  </a:lnTo>
                  <a:lnTo>
                    <a:pt x="52494" y="260"/>
                  </a:lnTo>
                  <a:lnTo>
                    <a:pt x="52835" y="262"/>
                  </a:lnTo>
                  <a:lnTo>
                    <a:pt x="54432" y="274"/>
                  </a:lnTo>
                  <a:lnTo>
                    <a:pt x="61371" y="637"/>
                  </a:lnTo>
                  <a:lnTo>
                    <a:pt x="62679" y="706"/>
                  </a:lnTo>
                  <a:lnTo>
                    <a:pt x="70260" y="1273"/>
                  </a:lnTo>
                  <a:lnTo>
                    <a:pt x="70396" y="1283"/>
                  </a:lnTo>
                  <a:lnTo>
                    <a:pt x="77280" y="1780"/>
                  </a:lnTo>
                  <a:lnTo>
                    <a:pt x="78098" y="1817"/>
                  </a:lnTo>
                  <a:lnTo>
                    <a:pt x="79183" y="1865"/>
                  </a:lnTo>
                  <a:lnTo>
                    <a:pt x="79442" y="1877"/>
                  </a:lnTo>
                  <a:lnTo>
                    <a:pt x="83182" y="2046"/>
                  </a:lnTo>
                  <a:lnTo>
                    <a:pt x="87006" y="2226"/>
                  </a:lnTo>
                  <a:lnTo>
                    <a:pt x="87176" y="2234"/>
                  </a:lnTo>
                  <a:lnTo>
                    <a:pt x="87327" y="2241"/>
                  </a:lnTo>
                  <a:lnTo>
                    <a:pt x="87523" y="2303"/>
                  </a:lnTo>
                  <a:lnTo>
                    <a:pt x="87394" y="2513"/>
                  </a:lnTo>
                  <a:lnTo>
                    <a:pt x="87307" y="2654"/>
                  </a:lnTo>
                  <a:lnTo>
                    <a:pt x="86013" y="4763"/>
                  </a:lnTo>
                  <a:lnTo>
                    <a:pt x="85352" y="5840"/>
                  </a:lnTo>
                  <a:lnTo>
                    <a:pt x="85122" y="6214"/>
                  </a:lnTo>
                  <a:lnTo>
                    <a:pt x="84891" y="6591"/>
                  </a:lnTo>
                  <a:lnTo>
                    <a:pt x="84127" y="7792"/>
                  </a:lnTo>
                  <a:lnTo>
                    <a:pt x="84017" y="7965"/>
                  </a:lnTo>
                  <a:lnTo>
                    <a:pt x="83448" y="9350"/>
                  </a:lnTo>
                  <a:lnTo>
                    <a:pt x="83062" y="10288"/>
                  </a:lnTo>
                  <a:lnTo>
                    <a:pt x="82972" y="10506"/>
                  </a:lnTo>
                  <a:lnTo>
                    <a:pt x="82443" y="13131"/>
                  </a:lnTo>
                  <a:lnTo>
                    <a:pt x="82371" y="13484"/>
                  </a:lnTo>
                  <a:lnTo>
                    <a:pt x="81854" y="16046"/>
                  </a:lnTo>
                  <a:lnTo>
                    <a:pt x="81795" y="16338"/>
                  </a:lnTo>
                  <a:lnTo>
                    <a:pt x="81608" y="17543"/>
                  </a:lnTo>
                  <a:lnTo>
                    <a:pt x="81248" y="20676"/>
                  </a:lnTo>
                  <a:lnTo>
                    <a:pt x="81164" y="21430"/>
                  </a:lnTo>
                  <a:lnTo>
                    <a:pt x="81162" y="21641"/>
                  </a:lnTo>
                  <a:lnTo>
                    <a:pt x="81152" y="22965"/>
                  </a:lnTo>
                  <a:lnTo>
                    <a:pt x="81147" y="23611"/>
                  </a:lnTo>
                  <a:lnTo>
                    <a:pt x="81140" y="246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2667895" y="5377580"/>
              <a:ext cx="108839" cy="122028"/>
            </a:xfrm>
            <a:custGeom>
              <a:avLst/>
              <a:pathLst>
                <a:path w="108839" h="122028">
                  <a:moveTo>
                    <a:pt x="83381" y="44233"/>
                  </a:moveTo>
                  <a:lnTo>
                    <a:pt x="85051" y="45648"/>
                  </a:lnTo>
                  <a:lnTo>
                    <a:pt x="93097" y="36365"/>
                  </a:lnTo>
                  <a:lnTo>
                    <a:pt x="93363" y="36057"/>
                  </a:lnTo>
                  <a:lnTo>
                    <a:pt x="100017" y="28381"/>
                  </a:lnTo>
                  <a:lnTo>
                    <a:pt x="100759" y="28969"/>
                  </a:lnTo>
                  <a:lnTo>
                    <a:pt x="103246" y="31079"/>
                  </a:lnTo>
                  <a:lnTo>
                    <a:pt x="104894" y="32477"/>
                  </a:lnTo>
                  <a:lnTo>
                    <a:pt x="105808" y="33253"/>
                  </a:lnTo>
                  <a:lnTo>
                    <a:pt x="108799" y="35811"/>
                  </a:lnTo>
                  <a:lnTo>
                    <a:pt x="108839" y="36037"/>
                  </a:lnTo>
                  <a:lnTo>
                    <a:pt x="102010" y="43786"/>
                  </a:lnTo>
                  <a:lnTo>
                    <a:pt x="101625" y="44223"/>
                  </a:lnTo>
                  <a:lnTo>
                    <a:pt x="98150" y="48054"/>
                  </a:lnTo>
                  <a:lnTo>
                    <a:pt x="93980" y="52651"/>
                  </a:lnTo>
                  <a:lnTo>
                    <a:pt x="93769" y="52883"/>
                  </a:lnTo>
                  <a:lnTo>
                    <a:pt x="93552" y="53122"/>
                  </a:lnTo>
                  <a:lnTo>
                    <a:pt x="86190" y="61409"/>
                  </a:lnTo>
                  <a:lnTo>
                    <a:pt x="86058" y="61563"/>
                  </a:lnTo>
                  <a:lnTo>
                    <a:pt x="85922" y="61722"/>
                  </a:lnTo>
                  <a:lnTo>
                    <a:pt x="78554" y="70338"/>
                  </a:lnTo>
                  <a:lnTo>
                    <a:pt x="71462" y="78446"/>
                  </a:lnTo>
                  <a:lnTo>
                    <a:pt x="70640" y="79363"/>
                  </a:lnTo>
                  <a:lnTo>
                    <a:pt x="70495" y="79525"/>
                  </a:lnTo>
                  <a:lnTo>
                    <a:pt x="62596" y="88344"/>
                  </a:lnTo>
                  <a:lnTo>
                    <a:pt x="62474" y="88477"/>
                  </a:lnTo>
                  <a:lnTo>
                    <a:pt x="55097" y="96586"/>
                  </a:lnTo>
                  <a:lnTo>
                    <a:pt x="54508" y="97219"/>
                  </a:lnTo>
                  <a:lnTo>
                    <a:pt x="46254" y="106101"/>
                  </a:lnTo>
                  <a:lnTo>
                    <a:pt x="45699" y="106661"/>
                  </a:lnTo>
                  <a:lnTo>
                    <a:pt x="43751" y="104677"/>
                  </a:lnTo>
                  <a:lnTo>
                    <a:pt x="40442" y="108167"/>
                  </a:lnTo>
                  <a:lnTo>
                    <a:pt x="37764" y="110978"/>
                  </a:lnTo>
                  <a:lnTo>
                    <a:pt x="36153" y="112670"/>
                  </a:lnTo>
                  <a:lnTo>
                    <a:pt x="36616" y="113085"/>
                  </a:lnTo>
                  <a:lnTo>
                    <a:pt x="36029" y="113672"/>
                  </a:lnTo>
                  <a:lnTo>
                    <a:pt x="33179" y="116525"/>
                  </a:lnTo>
                  <a:lnTo>
                    <a:pt x="32991" y="116713"/>
                  </a:lnTo>
                  <a:lnTo>
                    <a:pt x="29883" y="119767"/>
                  </a:lnTo>
                  <a:lnTo>
                    <a:pt x="28921" y="120713"/>
                  </a:lnTo>
                  <a:lnTo>
                    <a:pt x="27582" y="122028"/>
                  </a:lnTo>
                  <a:lnTo>
                    <a:pt x="21291" y="115637"/>
                  </a:lnTo>
                  <a:lnTo>
                    <a:pt x="17689" y="111978"/>
                  </a:lnTo>
                  <a:lnTo>
                    <a:pt x="13763" y="107990"/>
                  </a:lnTo>
                  <a:lnTo>
                    <a:pt x="11278" y="105466"/>
                  </a:lnTo>
                  <a:lnTo>
                    <a:pt x="11071" y="105255"/>
                  </a:lnTo>
                  <a:lnTo>
                    <a:pt x="9089" y="103242"/>
                  </a:lnTo>
                  <a:lnTo>
                    <a:pt x="8874" y="103023"/>
                  </a:lnTo>
                  <a:lnTo>
                    <a:pt x="8178" y="102316"/>
                  </a:lnTo>
                  <a:lnTo>
                    <a:pt x="10466" y="100439"/>
                  </a:lnTo>
                  <a:lnTo>
                    <a:pt x="10762" y="100196"/>
                  </a:lnTo>
                  <a:lnTo>
                    <a:pt x="11095" y="99874"/>
                  </a:lnTo>
                  <a:lnTo>
                    <a:pt x="13806" y="97246"/>
                  </a:lnTo>
                  <a:lnTo>
                    <a:pt x="16286" y="94842"/>
                  </a:lnTo>
                  <a:lnTo>
                    <a:pt x="18204" y="92983"/>
                  </a:lnTo>
                  <a:lnTo>
                    <a:pt x="22072" y="89233"/>
                  </a:lnTo>
                  <a:lnTo>
                    <a:pt x="22602" y="88318"/>
                  </a:lnTo>
                  <a:lnTo>
                    <a:pt x="23703" y="86415"/>
                  </a:lnTo>
                  <a:lnTo>
                    <a:pt x="25015" y="84147"/>
                  </a:lnTo>
                  <a:lnTo>
                    <a:pt x="25673" y="83011"/>
                  </a:lnTo>
                  <a:lnTo>
                    <a:pt x="26614" y="81072"/>
                  </a:lnTo>
                  <a:lnTo>
                    <a:pt x="27220" y="79824"/>
                  </a:lnTo>
                  <a:lnTo>
                    <a:pt x="27411" y="79431"/>
                  </a:lnTo>
                  <a:lnTo>
                    <a:pt x="27529" y="79188"/>
                  </a:lnTo>
                  <a:lnTo>
                    <a:pt x="28736" y="76702"/>
                  </a:lnTo>
                  <a:lnTo>
                    <a:pt x="29434" y="75264"/>
                  </a:lnTo>
                  <a:lnTo>
                    <a:pt x="29675" y="74768"/>
                  </a:lnTo>
                  <a:lnTo>
                    <a:pt x="29516" y="74632"/>
                  </a:lnTo>
                  <a:lnTo>
                    <a:pt x="29276" y="74427"/>
                  </a:lnTo>
                  <a:lnTo>
                    <a:pt x="28247" y="73544"/>
                  </a:lnTo>
                  <a:lnTo>
                    <a:pt x="27392" y="72811"/>
                  </a:lnTo>
                  <a:lnTo>
                    <a:pt x="26850" y="72254"/>
                  </a:lnTo>
                  <a:lnTo>
                    <a:pt x="25879" y="71255"/>
                  </a:lnTo>
                  <a:lnTo>
                    <a:pt x="24323" y="69655"/>
                  </a:lnTo>
                  <a:lnTo>
                    <a:pt x="24113" y="69439"/>
                  </a:lnTo>
                  <a:lnTo>
                    <a:pt x="22085" y="67352"/>
                  </a:lnTo>
                  <a:lnTo>
                    <a:pt x="20409" y="65629"/>
                  </a:lnTo>
                  <a:lnTo>
                    <a:pt x="18860" y="64036"/>
                  </a:lnTo>
                  <a:lnTo>
                    <a:pt x="17930" y="63079"/>
                  </a:lnTo>
                  <a:lnTo>
                    <a:pt x="17620" y="62760"/>
                  </a:lnTo>
                  <a:lnTo>
                    <a:pt x="15866" y="60956"/>
                  </a:lnTo>
                  <a:lnTo>
                    <a:pt x="13320" y="58337"/>
                  </a:lnTo>
                  <a:lnTo>
                    <a:pt x="9166" y="54064"/>
                  </a:lnTo>
                  <a:lnTo>
                    <a:pt x="7922" y="52784"/>
                  </a:lnTo>
                  <a:lnTo>
                    <a:pt x="6836" y="51668"/>
                  </a:lnTo>
                  <a:lnTo>
                    <a:pt x="6623" y="51460"/>
                  </a:lnTo>
                  <a:lnTo>
                    <a:pt x="6333" y="51177"/>
                  </a:lnTo>
                  <a:lnTo>
                    <a:pt x="5515" y="50378"/>
                  </a:lnTo>
                  <a:lnTo>
                    <a:pt x="4190" y="49085"/>
                  </a:lnTo>
                  <a:lnTo>
                    <a:pt x="3347" y="48261"/>
                  </a:lnTo>
                  <a:lnTo>
                    <a:pt x="1655" y="46610"/>
                  </a:lnTo>
                  <a:lnTo>
                    <a:pt x="1230" y="46195"/>
                  </a:lnTo>
                  <a:lnTo>
                    <a:pt x="472" y="45455"/>
                  </a:lnTo>
                  <a:lnTo>
                    <a:pt x="0" y="44993"/>
                  </a:lnTo>
                  <a:lnTo>
                    <a:pt x="540" y="44339"/>
                  </a:lnTo>
                  <a:lnTo>
                    <a:pt x="1761" y="42864"/>
                  </a:lnTo>
                  <a:lnTo>
                    <a:pt x="2005" y="42569"/>
                  </a:lnTo>
                  <a:lnTo>
                    <a:pt x="2778" y="41633"/>
                  </a:lnTo>
                  <a:lnTo>
                    <a:pt x="2918" y="41494"/>
                  </a:lnTo>
                  <a:lnTo>
                    <a:pt x="3553" y="40858"/>
                  </a:lnTo>
                  <a:lnTo>
                    <a:pt x="7249" y="37164"/>
                  </a:lnTo>
                  <a:lnTo>
                    <a:pt x="7705" y="36707"/>
                  </a:lnTo>
                  <a:lnTo>
                    <a:pt x="7074" y="36147"/>
                  </a:lnTo>
                  <a:lnTo>
                    <a:pt x="3645" y="33104"/>
                  </a:lnTo>
                  <a:lnTo>
                    <a:pt x="8403" y="28561"/>
                  </a:lnTo>
                  <a:lnTo>
                    <a:pt x="8905" y="28010"/>
                  </a:lnTo>
                  <a:lnTo>
                    <a:pt x="11809" y="24824"/>
                  </a:lnTo>
                  <a:lnTo>
                    <a:pt x="12414" y="24160"/>
                  </a:lnTo>
                  <a:lnTo>
                    <a:pt x="12630" y="23945"/>
                  </a:lnTo>
                  <a:lnTo>
                    <a:pt x="12890" y="23686"/>
                  </a:lnTo>
                  <a:lnTo>
                    <a:pt x="13210" y="23368"/>
                  </a:lnTo>
                  <a:lnTo>
                    <a:pt x="13688" y="22891"/>
                  </a:lnTo>
                  <a:lnTo>
                    <a:pt x="13963" y="22617"/>
                  </a:lnTo>
                  <a:lnTo>
                    <a:pt x="14238" y="22343"/>
                  </a:lnTo>
                  <a:lnTo>
                    <a:pt x="15878" y="20709"/>
                  </a:lnTo>
                  <a:lnTo>
                    <a:pt x="16269" y="20321"/>
                  </a:lnTo>
                  <a:lnTo>
                    <a:pt x="16467" y="20123"/>
                  </a:lnTo>
                  <a:lnTo>
                    <a:pt x="16612" y="19979"/>
                  </a:lnTo>
                  <a:lnTo>
                    <a:pt x="16789" y="19802"/>
                  </a:lnTo>
                  <a:lnTo>
                    <a:pt x="16968" y="19624"/>
                  </a:lnTo>
                  <a:lnTo>
                    <a:pt x="17204" y="19389"/>
                  </a:lnTo>
                  <a:lnTo>
                    <a:pt x="17335" y="19258"/>
                  </a:lnTo>
                  <a:lnTo>
                    <a:pt x="17870" y="18726"/>
                  </a:lnTo>
                  <a:lnTo>
                    <a:pt x="18076" y="18521"/>
                  </a:lnTo>
                  <a:lnTo>
                    <a:pt x="20023" y="16581"/>
                  </a:lnTo>
                  <a:lnTo>
                    <a:pt x="20569" y="16037"/>
                  </a:lnTo>
                  <a:lnTo>
                    <a:pt x="20729" y="15878"/>
                  </a:lnTo>
                  <a:lnTo>
                    <a:pt x="22805" y="13902"/>
                  </a:lnTo>
                  <a:lnTo>
                    <a:pt x="24820" y="11984"/>
                  </a:lnTo>
                  <a:lnTo>
                    <a:pt x="27005" y="9905"/>
                  </a:lnTo>
                  <a:lnTo>
                    <a:pt x="28911" y="8091"/>
                  </a:lnTo>
                  <a:lnTo>
                    <a:pt x="29078" y="7931"/>
                  </a:lnTo>
                  <a:lnTo>
                    <a:pt x="29802" y="6673"/>
                  </a:lnTo>
                  <a:lnTo>
                    <a:pt x="30299" y="6302"/>
                  </a:lnTo>
                  <a:lnTo>
                    <a:pt x="30964" y="5806"/>
                  </a:lnTo>
                  <a:lnTo>
                    <a:pt x="31093" y="5710"/>
                  </a:lnTo>
                  <a:lnTo>
                    <a:pt x="31293" y="5561"/>
                  </a:lnTo>
                  <a:lnTo>
                    <a:pt x="32536" y="4108"/>
                  </a:lnTo>
                  <a:lnTo>
                    <a:pt x="33632" y="2827"/>
                  </a:lnTo>
                  <a:lnTo>
                    <a:pt x="34006" y="2427"/>
                  </a:lnTo>
                  <a:lnTo>
                    <a:pt x="34338" y="2071"/>
                  </a:lnTo>
                  <a:lnTo>
                    <a:pt x="34723" y="1660"/>
                  </a:lnTo>
                  <a:lnTo>
                    <a:pt x="35753" y="558"/>
                  </a:lnTo>
                  <a:lnTo>
                    <a:pt x="36276" y="0"/>
                  </a:lnTo>
                  <a:lnTo>
                    <a:pt x="36800" y="473"/>
                  </a:lnTo>
                  <a:lnTo>
                    <a:pt x="38993" y="2453"/>
                  </a:lnTo>
                  <a:lnTo>
                    <a:pt x="44249" y="7202"/>
                  </a:lnTo>
                  <a:lnTo>
                    <a:pt x="52521" y="14674"/>
                  </a:lnTo>
                  <a:lnTo>
                    <a:pt x="52690" y="14826"/>
                  </a:lnTo>
                  <a:lnTo>
                    <a:pt x="52890" y="15007"/>
                  </a:lnTo>
                  <a:lnTo>
                    <a:pt x="53047" y="15149"/>
                  </a:lnTo>
                  <a:lnTo>
                    <a:pt x="53221" y="15316"/>
                  </a:lnTo>
                  <a:lnTo>
                    <a:pt x="53382" y="15472"/>
                  </a:lnTo>
                  <a:lnTo>
                    <a:pt x="58463" y="20384"/>
                  </a:lnTo>
                  <a:lnTo>
                    <a:pt x="58965" y="20869"/>
                  </a:lnTo>
                  <a:lnTo>
                    <a:pt x="59109" y="21008"/>
                  </a:lnTo>
                  <a:lnTo>
                    <a:pt x="61116" y="22948"/>
                  </a:lnTo>
                  <a:lnTo>
                    <a:pt x="61411" y="23232"/>
                  </a:lnTo>
                  <a:lnTo>
                    <a:pt x="62209" y="24003"/>
                  </a:lnTo>
                  <a:lnTo>
                    <a:pt x="63290" y="25054"/>
                  </a:lnTo>
                  <a:lnTo>
                    <a:pt x="63547" y="25303"/>
                  </a:lnTo>
                  <a:lnTo>
                    <a:pt x="65255" y="26962"/>
                  </a:lnTo>
                  <a:lnTo>
                    <a:pt x="65799" y="27513"/>
                  </a:lnTo>
                  <a:lnTo>
                    <a:pt x="66790" y="28519"/>
                  </a:lnTo>
                  <a:lnTo>
                    <a:pt x="69303" y="30922"/>
                  </a:lnTo>
                  <a:lnTo>
                    <a:pt x="70296" y="31872"/>
                  </a:lnTo>
                  <a:lnTo>
                    <a:pt x="71414" y="32880"/>
                  </a:lnTo>
                  <a:lnTo>
                    <a:pt x="71870" y="33336"/>
                  </a:lnTo>
                  <a:lnTo>
                    <a:pt x="77308" y="38774"/>
                  </a:lnTo>
                  <a:lnTo>
                    <a:pt x="78253" y="39718"/>
                  </a:lnTo>
                  <a:lnTo>
                    <a:pt x="80310" y="415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2676007" y="5360344"/>
              <a:ext cx="99311" cy="62884"/>
            </a:xfrm>
            <a:custGeom>
              <a:avLst/>
              <a:pathLst>
                <a:path w="99311" h="62884">
                  <a:moveTo>
                    <a:pt x="93301" y="16456"/>
                  </a:moveTo>
                  <a:lnTo>
                    <a:pt x="92749" y="17271"/>
                  </a:lnTo>
                  <a:lnTo>
                    <a:pt x="93046" y="18442"/>
                  </a:lnTo>
                  <a:lnTo>
                    <a:pt x="93937" y="21952"/>
                  </a:lnTo>
                  <a:lnTo>
                    <a:pt x="94551" y="24155"/>
                  </a:lnTo>
                  <a:lnTo>
                    <a:pt x="94793" y="25025"/>
                  </a:lnTo>
                  <a:lnTo>
                    <a:pt x="94835" y="25175"/>
                  </a:lnTo>
                  <a:lnTo>
                    <a:pt x="94944" y="25568"/>
                  </a:lnTo>
                  <a:lnTo>
                    <a:pt x="96102" y="29279"/>
                  </a:lnTo>
                  <a:lnTo>
                    <a:pt x="96337" y="30035"/>
                  </a:lnTo>
                  <a:lnTo>
                    <a:pt x="96506" y="30575"/>
                  </a:lnTo>
                  <a:lnTo>
                    <a:pt x="96755" y="31382"/>
                  </a:lnTo>
                  <a:lnTo>
                    <a:pt x="97838" y="34887"/>
                  </a:lnTo>
                  <a:lnTo>
                    <a:pt x="99311" y="39154"/>
                  </a:lnTo>
                  <a:lnTo>
                    <a:pt x="99100" y="39246"/>
                  </a:lnTo>
                  <a:lnTo>
                    <a:pt x="96999" y="40155"/>
                  </a:lnTo>
                  <a:lnTo>
                    <a:pt x="96711" y="40532"/>
                  </a:lnTo>
                  <a:lnTo>
                    <a:pt x="96578" y="40706"/>
                  </a:lnTo>
                  <a:lnTo>
                    <a:pt x="96106" y="41323"/>
                  </a:lnTo>
                  <a:lnTo>
                    <a:pt x="95403" y="42243"/>
                  </a:lnTo>
                  <a:lnTo>
                    <a:pt x="94848" y="42777"/>
                  </a:lnTo>
                  <a:lnTo>
                    <a:pt x="94623" y="42993"/>
                  </a:lnTo>
                  <a:lnTo>
                    <a:pt x="93012" y="44543"/>
                  </a:lnTo>
                  <a:lnTo>
                    <a:pt x="92704" y="44840"/>
                  </a:lnTo>
                  <a:lnTo>
                    <a:pt x="92547" y="44991"/>
                  </a:lnTo>
                  <a:lnTo>
                    <a:pt x="92416" y="45117"/>
                  </a:lnTo>
                  <a:lnTo>
                    <a:pt x="91905" y="45617"/>
                  </a:lnTo>
                  <a:lnTo>
                    <a:pt x="85252" y="53294"/>
                  </a:lnTo>
                  <a:lnTo>
                    <a:pt x="84960" y="53630"/>
                  </a:lnTo>
                  <a:lnTo>
                    <a:pt x="76940" y="62884"/>
                  </a:lnTo>
                  <a:lnTo>
                    <a:pt x="75270" y="61469"/>
                  </a:lnTo>
                  <a:lnTo>
                    <a:pt x="72198" y="58765"/>
                  </a:lnTo>
                  <a:lnTo>
                    <a:pt x="70141" y="56954"/>
                  </a:lnTo>
                  <a:lnTo>
                    <a:pt x="69196" y="56010"/>
                  </a:lnTo>
                  <a:lnTo>
                    <a:pt x="63759" y="50572"/>
                  </a:lnTo>
                  <a:lnTo>
                    <a:pt x="63303" y="50116"/>
                  </a:lnTo>
                  <a:lnTo>
                    <a:pt x="62185" y="49108"/>
                  </a:lnTo>
                  <a:lnTo>
                    <a:pt x="61116" y="48086"/>
                  </a:lnTo>
                  <a:lnTo>
                    <a:pt x="58678" y="45755"/>
                  </a:lnTo>
                  <a:lnTo>
                    <a:pt x="57687" y="44749"/>
                  </a:lnTo>
                  <a:lnTo>
                    <a:pt x="57122" y="44177"/>
                  </a:lnTo>
                  <a:lnTo>
                    <a:pt x="55436" y="42539"/>
                  </a:lnTo>
                  <a:lnTo>
                    <a:pt x="55116" y="42229"/>
                  </a:lnTo>
                  <a:lnTo>
                    <a:pt x="54087" y="41229"/>
                  </a:lnTo>
                  <a:lnTo>
                    <a:pt x="53265" y="40435"/>
                  </a:lnTo>
                  <a:lnTo>
                    <a:pt x="52986" y="40165"/>
                  </a:lnTo>
                  <a:lnTo>
                    <a:pt x="50998" y="38244"/>
                  </a:lnTo>
                  <a:lnTo>
                    <a:pt x="50854" y="38105"/>
                  </a:lnTo>
                  <a:lnTo>
                    <a:pt x="50352" y="37620"/>
                  </a:lnTo>
                  <a:lnTo>
                    <a:pt x="45270" y="32708"/>
                  </a:lnTo>
                  <a:lnTo>
                    <a:pt x="45109" y="32552"/>
                  </a:lnTo>
                  <a:lnTo>
                    <a:pt x="44936" y="32385"/>
                  </a:lnTo>
                  <a:lnTo>
                    <a:pt x="44732" y="32201"/>
                  </a:lnTo>
                  <a:lnTo>
                    <a:pt x="44579" y="32062"/>
                  </a:lnTo>
                  <a:lnTo>
                    <a:pt x="44410" y="31910"/>
                  </a:lnTo>
                  <a:lnTo>
                    <a:pt x="36138" y="24438"/>
                  </a:lnTo>
                  <a:lnTo>
                    <a:pt x="30881" y="19690"/>
                  </a:lnTo>
                  <a:lnTo>
                    <a:pt x="28689" y="17709"/>
                  </a:lnTo>
                  <a:lnTo>
                    <a:pt x="28165" y="17236"/>
                  </a:lnTo>
                  <a:lnTo>
                    <a:pt x="27642" y="17795"/>
                  </a:lnTo>
                  <a:lnTo>
                    <a:pt x="26611" y="18897"/>
                  </a:lnTo>
                  <a:lnTo>
                    <a:pt x="26215" y="19320"/>
                  </a:lnTo>
                  <a:lnTo>
                    <a:pt x="25895" y="19663"/>
                  </a:lnTo>
                  <a:lnTo>
                    <a:pt x="25520" y="20063"/>
                  </a:lnTo>
                  <a:lnTo>
                    <a:pt x="24425" y="21344"/>
                  </a:lnTo>
                  <a:lnTo>
                    <a:pt x="23181" y="22797"/>
                  </a:lnTo>
                  <a:lnTo>
                    <a:pt x="22981" y="22946"/>
                  </a:lnTo>
                  <a:lnTo>
                    <a:pt x="22853" y="23042"/>
                  </a:lnTo>
                  <a:lnTo>
                    <a:pt x="22188" y="23538"/>
                  </a:lnTo>
                  <a:lnTo>
                    <a:pt x="21691" y="23909"/>
                  </a:lnTo>
                  <a:lnTo>
                    <a:pt x="20967" y="25167"/>
                  </a:lnTo>
                  <a:lnTo>
                    <a:pt x="20774" y="25351"/>
                  </a:lnTo>
                  <a:lnTo>
                    <a:pt x="18893" y="27141"/>
                  </a:lnTo>
                  <a:lnTo>
                    <a:pt x="16709" y="29220"/>
                  </a:lnTo>
                  <a:lnTo>
                    <a:pt x="14694" y="31138"/>
                  </a:lnTo>
                  <a:lnTo>
                    <a:pt x="12618" y="33114"/>
                  </a:lnTo>
                  <a:lnTo>
                    <a:pt x="12458" y="33273"/>
                  </a:lnTo>
                  <a:lnTo>
                    <a:pt x="11862" y="33867"/>
                  </a:lnTo>
                  <a:lnTo>
                    <a:pt x="9904" y="35817"/>
                  </a:lnTo>
                  <a:lnTo>
                    <a:pt x="9690" y="36030"/>
                  </a:lnTo>
                  <a:lnTo>
                    <a:pt x="9224" y="36495"/>
                  </a:lnTo>
                  <a:lnTo>
                    <a:pt x="9093" y="36625"/>
                  </a:lnTo>
                  <a:lnTo>
                    <a:pt x="8857" y="36860"/>
                  </a:lnTo>
                  <a:lnTo>
                    <a:pt x="8678" y="37038"/>
                  </a:lnTo>
                  <a:lnTo>
                    <a:pt x="8501" y="37215"/>
                  </a:lnTo>
                  <a:lnTo>
                    <a:pt x="8355" y="37359"/>
                  </a:lnTo>
                  <a:lnTo>
                    <a:pt x="8083" y="37631"/>
                  </a:lnTo>
                  <a:lnTo>
                    <a:pt x="7556" y="38155"/>
                  </a:lnTo>
                  <a:lnTo>
                    <a:pt x="6127" y="39579"/>
                  </a:lnTo>
                  <a:lnTo>
                    <a:pt x="5852" y="39853"/>
                  </a:lnTo>
                  <a:lnTo>
                    <a:pt x="5458" y="40246"/>
                  </a:lnTo>
                  <a:lnTo>
                    <a:pt x="5080" y="40622"/>
                  </a:lnTo>
                  <a:lnTo>
                    <a:pt x="4674" y="41026"/>
                  </a:lnTo>
                  <a:lnTo>
                    <a:pt x="4509" y="41190"/>
                  </a:lnTo>
                  <a:lnTo>
                    <a:pt x="4108" y="41437"/>
                  </a:lnTo>
                  <a:lnTo>
                    <a:pt x="2915" y="39241"/>
                  </a:lnTo>
                  <a:lnTo>
                    <a:pt x="2383" y="38262"/>
                  </a:lnTo>
                  <a:lnTo>
                    <a:pt x="456" y="34715"/>
                  </a:lnTo>
                  <a:lnTo>
                    <a:pt x="0" y="33874"/>
                  </a:lnTo>
                  <a:lnTo>
                    <a:pt x="446" y="33369"/>
                  </a:lnTo>
                  <a:lnTo>
                    <a:pt x="787" y="32982"/>
                  </a:lnTo>
                  <a:lnTo>
                    <a:pt x="1432" y="32252"/>
                  </a:lnTo>
                  <a:lnTo>
                    <a:pt x="2468" y="31299"/>
                  </a:lnTo>
                  <a:lnTo>
                    <a:pt x="4178" y="29725"/>
                  </a:lnTo>
                  <a:lnTo>
                    <a:pt x="8621" y="27182"/>
                  </a:lnTo>
                  <a:lnTo>
                    <a:pt x="8813" y="27077"/>
                  </a:lnTo>
                  <a:lnTo>
                    <a:pt x="12949" y="24820"/>
                  </a:lnTo>
                  <a:lnTo>
                    <a:pt x="13145" y="24713"/>
                  </a:lnTo>
                  <a:lnTo>
                    <a:pt x="13416" y="24565"/>
                  </a:lnTo>
                  <a:lnTo>
                    <a:pt x="13077" y="23207"/>
                  </a:lnTo>
                  <a:lnTo>
                    <a:pt x="13083" y="22355"/>
                  </a:lnTo>
                  <a:lnTo>
                    <a:pt x="13091" y="21353"/>
                  </a:lnTo>
                  <a:lnTo>
                    <a:pt x="13096" y="20708"/>
                  </a:lnTo>
                  <a:lnTo>
                    <a:pt x="13106" y="19383"/>
                  </a:lnTo>
                  <a:lnTo>
                    <a:pt x="13107" y="19172"/>
                  </a:lnTo>
                  <a:lnTo>
                    <a:pt x="13191" y="18418"/>
                  </a:lnTo>
                  <a:lnTo>
                    <a:pt x="13552" y="15285"/>
                  </a:lnTo>
                  <a:lnTo>
                    <a:pt x="13755" y="14003"/>
                  </a:lnTo>
                  <a:lnTo>
                    <a:pt x="13798" y="13788"/>
                  </a:lnTo>
                  <a:lnTo>
                    <a:pt x="14315" y="11227"/>
                  </a:lnTo>
                  <a:lnTo>
                    <a:pt x="14386" y="10873"/>
                  </a:lnTo>
                  <a:lnTo>
                    <a:pt x="14916" y="8248"/>
                  </a:lnTo>
                  <a:lnTo>
                    <a:pt x="15006" y="8030"/>
                  </a:lnTo>
                  <a:lnTo>
                    <a:pt x="15391" y="7092"/>
                  </a:lnTo>
                  <a:lnTo>
                    <a:pt x="15960" y="5708"/>
                  </a:lnTo>
                  <a:lnTo>
                    <a:pt x="16127" y="5445"/>
                  </a:lnTo>
                  <a:lnTo>
                    <a:pt x="16834" y="4334"/>
                  </a:lnTo>
                  <a:lnTo>
                    <a:pt x="17066" y="3956"/>
                  </a:lnTo>
                  <a:lnTo>
                    <a:pt x="17295" y="3583"/>
                  </a:lnTo>
                  <a:lnTo>
                    <a:pt x="17956" y="2505"/>
                  </a:lnTo>
                  <a:lnTo>
                    <a:pt x="19251" y="396"/>
                  </a:lnTo>
                  <a:lnTo>
                    <a:pt x="19338" y="255"/>
                  </a:lnTo>
                  <a:lnTo>
                    <a:pt x="19612" y="0"/>
                  </a:lnTo>
                  <a:lnTo>
                    <a:pt x="19790" y="8"/>
                  </a:lnTo>
                  <a:lnTo>
                    <a:pt x="19931" y="15"/>
                  </a:lnTo>
                  <a:lnTo>
                    <a:pt x="20182" y="26"/>
                  </a:lnTo>
                  <a:lnTo>
                    <a:pt x="20725" y="52"/>
                  </a:lnTo>
                  <a:lnTo>
                    <a:pt x="21459" y="128"/>
                  </a:lnTo>
                  <a:lnTo>
                    <a:pt x="22970" y="286"/>
                  </a:lnTo>
                  <a:lnTo>
                    <a:pt x="23296" y="320"/>
                  </a:lnTo>
                  <a:lnTo>
                    <a:pt x="25355" y="534"/>
                  </a:lnTo>
                  <a:lnTo>
                    <a:pt x="26678" y="671"/>
                  </a:lnTo>
                  <a:lnTo>
                    <a:pt x="27769" y="785"/>
                  </a:lnTo>
                  <a:lnTo>
                    <a:pt x="28537" y="865"/>
                  </a:lnTo>
                  <a:lnTo>
                    <a:pt x="28691" y="873"/>
                  </a:lnTo>
                  <a:lnTo>
                    <a:pt x="39495" y="1418"/>
                  </a:lnTo>
                  <a:lnTo>
                    <a:pt x="49504" y="1923"/>
                  </a:lnTo>
                  <a:lnTo>
                    <a:pt x="54389" y="2145"/>
                  </a:lnTo>
                  <a:lnTo>
                    <a:pt x="55019" y="2174"/>
                  </a:lnTo>
                  <a:lnTo>
                    <a:pt x="59142" y="2362"/>
                  </a:lnTo>
                  <a:lnTo>
                    <a:pt x="61016" y="2437"/>
                  </a:lnTo>
                  <a:lnTo>
                    <a:pt x="67206" y="2683"/>
                  </a:lnTo>
                  <a:lnTo>
                    <a:pt x="70720" y="2822"/>
                  </a:lnTo>
                  <a:lnTo>
                    <a:pt x="73387" y="2928"/>
                  </a:lnTo>
                  <a:lnTo>
                    <a:pt x="77829" y="3217"/>
                  </a:lnTo>
                  <a:lnTo>
                    <a:pt x="78387" y="3253"/>
                  </a:lnTo>
                  <a:lnTo>
                    <a:pt x="81646" y="3465"/>
                  </a:lnTo>
                  <a:lnTo>
                    <a:pt x="82125" y="3496"/>
                  </a:lnTo>
                  <a:lnTo>
                    <a:pt x="85738" y="3730"/>
                  </a:lnTo>
                  <a:lnTo>
                    <a:pt x="86025" y="3749"/>
                  </a:lnTo>
                  <a:lnTo>
                    <a:pt x="89457" y="3972"/>
                  </a:lnTo>
                  <a:lnTo>
                    <a:pt x="89978" y="4006"/>
                  </a:lnTo>
                  <a:lnTo>
                    <a:pt x="91486" y="4104"/>
                  </a:lnTo>
                  <a:lnTo>
                    <a:pt x="93403" y="4228"/>
                  </a:lnTo>
                  <a:lnTo>
                    <a:pt x="93821" y="4256"/>
                  </a:lnTo>
                  <a:lnTo>
                    <a:pt x="94663" y="4310"/>
                  </a:lnTo>
                  <a:lnTo>
                    <a:pt x="93843" y="15659"/>
                  </a:lnTo>
                  <a:lnTo>
                    <a:pt x="93731" y="158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2768027" y="5364655"/>
              <a:ext cx="72747" cy="73971"/>
            </a:xfrm>
            <a:custGeom>
              <a:avLst/>
              <a:pathLst>
                <a:path w="72747" h="73971">
                  <a:moveTo>
                    <a:pt x="30062" y="11270"/>
                  </a:moveTo>
                  <a:lnTo>
                    <a:pt x="30421" y="11755"/>
                  </a:lnTo>
                  <a:lnTo>
                    <a:pt x="30554" y="11562"/>
                  </a:lnTo>
                  <a:lnTo>
                    <a:pt x="31766" y="11495"/>
                  </a:lnTo>
                  <a:lnTo>
                    <a:pt x="33296" y="12980"/>
                  </a:lnTo>
                  <a:lnTo>
                    <a:pt x="33542" y="13157"/>
                  </a:lnTo>
                  <a:lnTo>
                    <a:pt x="35602" y="14640"/>
                  </a:lnTo>
                  <a:lnTo>
                    <a:pt x="35835" y="14808"/>
                  </a:lnTo>
                  <a:lnTo>
                    <a:pt x="39297" y="16936"/>
                  </a:lnTo>
                  <a:lnTo>
                    <a:pt x="39363" y="16617"/>
                  </a:lnTo>
                  <a:lnTo>
                    <a:pt x="39580" y="15934"/>
                  </a:lnTo>
                  <a:lnTo>
                    <a:pt x="40277" y="16370"/>
                  </a:lnTo>
                  <a:lnTo>
                    <a:pt x="43161" y="18175"/>
                  </a:lnTo>
                  <a:lnTo>
                    <a:pt x="44411" y="18957"/>
                  </a:lnTo>
                  <a:lnTo>
                    <a:pt x="45036" y="19362"/>
                  </a:lnTo>
                  <a:lnTo>
                    <a:pt x="45596" y="19724"/>
                  </a:lnTo>
                  <a:lnTo>
                    <a:pt x="46641" y="20401"/>
                  </a:lnTo>
                  <a:lnTo>
                    <a:pt x="46803" y="20506"/>
                  </a:lnTo>
                  <a:lnTo>
                    <a:pt x="48327" y="21497"/>
                  </a:lnTo>
                  <a:lnTo>
                    <a:pt x="50704" y="23041"/>
                  </a:lnTo>
                  <a:lnTo>
                    <a:pt x="51147" y="23329"/>
                  </a:lnTo>
                  <a:lnTo>
                    <a:pt x="52059" y="23921"/>
                  </a:lnTo>
                  <a:lnTo>
                    <a:pt x="52440" y="24181"/>
                  </a:lnTo>
                  <a:lnTo>
                    <a:pt x="53278" y="24752"/>
                  </a:lnTo>
                  <a:lnTo>
                    <a:pt x="56274" y="26796"/>
                  </a:lnTo>
                  <a:lnTo>
                    <a:pt x="56980" y="27277"/>
                  </a:lnTo>
                  <a:lnTo>
                    <a:pt x="58932" y="28604"/>
                  </a:lnTo>
                  <a:lnTo>
                    <a:pt x="59116" y="28720"/>
                  </a:lnTo>
                  <a:lnTo>
                    <a:pt x="60064" y="29320"/>
                  </a:lnTo>
                  <a:lnTo>
                    <a:pt x="61800" y="30418"/>
                  </a:lnTo>
                  <a:lnTo>
                    <a:pt x="62003" y="30546"/>
                  </a:lnTo>
                  <a:lnTo>
                    <a:pt x="62161" y="30646"/>
                  </a:lnTo>
                  <a:lnTo>
                    <a:pt x="62761" y="31026"/>
                  </a:lnTo>
                  <a:lnTo>
                    <a:pt x="62941" y="31128"/>
                  </a:lnTo>
                  <a:lnTo>
                    <a:pt x="64652" y="32098"/>
                  </a:lnTo>
                  <a:lnTo>
                    <a:pt x="64819" y="32199"/>
                  </a:lnTo>
                  <a:lnTo>
                    <a:pt x="65083" y="32476"/>
                  </a:lnTo>
                  <a:lnTo>
                    <a:pt x="65399" y="32808"/>
                  </a:lnTo>
                  <a:lnTo>
                    <a:pt x="65561" y="32977"/>
                  </a:lnTo>
                  <a:lnTo>
                    <a:pt x="66996" y="34484"/>
                  </a:lnTo>
                  <a:lnTo>
                    <a:pt x="67139" y="34634"/>
                  </a:lnTo>
                  <a:lnTo>
                    <a:pt x="68330" y="35885"/>
                  </a:lnTo>
                  <a:lnTo>
                    <a:pt x="69459" y="37070"/>
                  </a:lnTo>
                  <a:lnTo>
                    <a:pt x="70313" y="37967"/>
                  </a:lnTo>
                  <a:lnTo>
                    <a:pt x="72031" y="39772"/>
                  </a:lnTo>
                  <a:lnTo>
                    <a:pt x="72747" y="40539"/>
                  </a:lnTo>
                  <a:lnTo>
                    <a:pt x="72570" y="40705"/>
                  </a:lnTo>
                  <a:lnTo>
                    <a:pt x="72239" y="41018"/>
                  </a:lnTo>
                  <a:lnTo>
                    <a:pt x="71032" y="42216"/>
                  </a:lnTo>
                  <a:lnTo>
                    <a:pt x="70269" y="42973"/>
                  </a:lnTo>
                  <a:lnTo>
                    <a:pt x="67776" y="45448"/>
                  </a:lnTo>
                  <a:lnTo>
                    <a:pt x="67638" y="45577"/>
                  </a:lnTo>
                  <a:lnTo>
                    <a:pt x="64364" y="48674"/>
                  </a:lnTo>
                  <a:lnTo>
                    <a:pt x="62779" y="50173"/>
                  </a:lnTo>
                  <a:lnTo>
                    <a:pt x="59467" y="53565"/>
                  </a:lnTo>
                  <a:lnTo>
                    <a:pt x="57784" y="55289"/>
                  </a:lnTo>
                  <a:lnTo>
                    <a:pt x="53973" y="59064"/>
                  </a:lnTo>
                  <a:lnTo>
                    <a:pt x="53366" y="59666"/>
                  </a:lnTo>
                  <a:lnTo>
                    <a:pt x="51414" y="61615"/>
                  </a:lnTo>
                  <a:lnTo>
                    <a:pt x="48432" y="64591"/>
                  </a:lnTo>
                  <a:lnTo>
                    <a:pt x="44387" y="68584"/>
                  </a:lnTo>
                  <a:lnTo>
                    <a:pt x="44083" y="68885"/>
                  </a:lnTo>
                  <a:lnTo>
                    <a:pt x="43842" y="69132"/>
                  </a:lnTo>
                  <a:lnTo>
                    <a:pt x="41472" y="71569"/>
                  </a:lnTo>
                  <a:lnTo>
                    <a:pt x="38966" y="73932"/>
                  </a:lnTo>
                  <a:lnTo>
                    <a:pt x="38707" y="73971"/>
                  </a:lnTo>
                  <a:lnTo>
                    <a:pt x="31384" y="66476"/>
                  </a:lnTo>
                  <a:lnTo>
                    <a:pt x="30245" y="65373"/>
                  </a:lnTo>
                  <a:lnTo>
                    <a:pt x="29042" y="64207"/>
                  </a:lnTo>
                  <a:lnTo>
                    <a:pt x="28734" y="63909"/>
                  </a:lnTo>
                  <a:lnTo>
                    <a:pt x="28071" y="63330"/>
                  </a:lnTo>
                  <a:lnTo>
                    <a:pt x="27850" y="63137"/>
                  </a:lnTo>
                  <a:lnTo>
                    <a:pt x="27466" y="62801"/>
                  </a:lnTo>
                  <a:lnTo>
                    <a:pt x="26120" y="61641"/>
                  </a:lnTo>
                  <a:lnTo>
                    <a:pt x="25794" y="61399"/>
                  </a:lnTo>
                  <a:lnTo>
                    <a:pt x="21450" y="58177"/>
                  </a:lnTo>
                  <a:lnTo>
                    <a:pt x="20224" y="57273"/>
                  </a:lnTo>
                  <a:lnTo>
                    <a:pt x="18287" y="55844"/>
                  </a:lnTo>
                  <a:lnTo>
                    <a:pt x="15021" y="53436"/>
                  </a:lnTo>
                  <a:lnTo>
                    <a:pt x="11366" y="50741"/>
                  </a:lnTo>
                  <a:lnTo>
                    <a:pt x="9685" y="49501"/>
                  </a:lnTo>
                  <a:lnTo>
                    <a:pt x="8805" y="48853"/>
                  </a:lnTo>
                  <a:lnTo>
                    <a:pt x="8667" y="48736"/>
                  </a:lnTo>
                  <a:lnTo>
                    <a:pt x="5677" y="46178"/>
                  </a:lnTo>
                  <a:lnTo>
                    <a:pt x="4762" y="45402"/>
                  </a:lnTo>
                  <a:lnTo>
                    <a:pt x="3114" y="44004"/>
                  </a:lnTo>
                  <a:lnTo>
                    <a:pt x="551" y="41829"/>
                  </a:lnTo>
                  <a:lnTo>
                    <a:pt x="0" y="41194"/>
                  </a:lnTo>
                  <a:lnTo>
                    <a:pt x="395" y="40806"/>
                  </a:lnTo>
                  <a:lnTo>
                    <a:pt x="527" y="40680"/>
                  </a:lnTo>
                  <a:lnTo>
                    <a:pt x="683" y="40529"/>
                  </a:lnTo>
                  <a:lnTo>
                    <a:pt x="992" y="40233"/>
                  </a:lnTo>
                  <a:lnTo>
                    <a:pt x="2603" y="38683"/>
                  </a:lnTo>
                  <a:lnTo>
                    <a:pt x="2828" y="38466"/>
                  </a:lnTo>
                  <a:lnTo>
                    <a:pt x="3383" y="37933"/>
                  </a:lnTo>
                  <a:lnTo>
                    <a:pt x="4086" y="37013"/>
                  </a:lnTo>
                  <a:lnTo>
                    <a:pt x="4558" y="36395"/>
                  </a:lnTo>
                  <a:lnTo>
                    <a:pt x="4690" y="36222"/>
                  </a:lnTo>
                  <a:lnTo>
                    <a:pt x="4979" y="35845"/>
                  </a:lnTo>
                  <a:lnTo>
                    <a:pt x="7080" y="34935"/>
                  </a:lnTo>
                  <a:lnTo>
                    <a:pt x="7290" y="34844"/>
                  </a:lnTo>
                  <a:lnTo>
                    <a:pt x="5817" y="30577"/>
                  </a:lnTo>
                  <a:lnTo>
                    <a:pt x="4735" y="27072"/>
                  </a:lnTo>
                  <a:lnTo>
                    <a:pt x="4486" y="26265"/>
                  </a:lnTo>
                  <a:lnTo>
                    <a:pt x="4317" y="25724"/>
                  </a:lnTo>
                  <a:lnTo>
                    <a:pt x="4082" y="24968"/>
                  </a:lnTo>
                  <a:lnTo>
                    <a:pt x="2924" y="21257"/>
                  </a:lnTo>
                  <a:lnTo>
                    <a:pt x="2815" y="20864"/>
                  </a:lnTo>
                  <a:lnTo>
                    <a:pt x="2772" y="20712"/>
                  </a:lnTo>
                  <a:lnTo>
                    <a:pt x="2531" y="19844"/>
                  </a:lnTo>
                  <a:lnTo>
                    <a:pt x="1917" y="17641"/>
                  </a:lnTo>
                  <a:lnTo>
                    <a:pt x="1026" y="14131"/>
                  </a:lnTo>
                  <a:lnTo>
                    <a:pt x="729" y="12960"/>
                  </a:lnTo>
                  <a:lnTo>
                    <a:pt x="1281" y="12146"/>
                  </a:lnTo>
                  <a:lnTo>
                    <a:pt x="1711" y="11512"/>
                  </a:lnTo>
                  <a:lnTo>
                    <a:pt x="1822" y="11349"/>
                  </a:lnTo>
                  <a:lnTo>
                    <a:pt x="2642" y="0"/>
                  </a:lnTo>
                  <a:lnTo>
                    <a:pt x="4204" y="88"/>
                  </a:lnTo>
                  <a:lnTo>
                    <a:pt x="6782" y="233"/>
                  </a:lnTo>
                  <a:lnTo>
                    <a:pt x="9071" y="362"/>
                  </a:lnTo>
                  <a:lnTo>
                    <a:pt x="11433" y="495"/>
                  </a:lnTo>
                  <a:lnTo>
                    <a:pt x="13669" y="622"/>
                  </a:lnTo>
                  <a:lnTo>
                    <a:pt x="17035" y="811"/>
                  </a:lnTo>
                  <a:lnTo>
                    <a:pt x="18609" y="900"/>
                  </a:lnTo>
                  <a:lnTo>
                    <a:pt x="19765" y="965"/>
                  </a:lnTo>
                  <a:lnTo>
                    <a:pt x="21753" y="1078"/>
                  </a:lnTo>
                  <a:lnTo>
                    <a:pt x="22559" y="1123"/>
                  </a:lnTo>
                  <a:lnTo>
                    <a:pt x="25588" y="5219"/>
                  </a:lnTo>
                  <a:lnTo>
                    <a:pt x="29008" y="9845"/>
                  </a:lnTo>
                  <a:lnTo>
                    <a:pt x="29434" y="104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2807539" y="5362381"/>
              <a:ext cx="108204" cy="95521"/>
            </a:xfrm>
            <a:custGeom>
              <a:avLst/>
              <a:pathLst>
                <a:path w="108204" h="95521">
                  <a:moveTo>
                    <a:pt x="84273" y="8343"/>
                  </a:moveTo>
                  <a:lnTo>
                    <a:pt x="84299" y="9149"/>
                  </a:lnTo>
                  <a:lnTo>
                    <a:pt x="84366" y="11258"/>
                  </a:lnTo>
                  <a:lnTo>
                    <a:pt x="84383" y="11775"/>
                  </a:lnTo>
                  <a:lnTo>
                    <a:pt x="84399" y="12292"/>
                  </a:lnTo>
                  <a:lnTo>
                    <a:pt x="84420" y="12950"/>
                  </a:lnTo>
                  <a:lnTo>
                    <a:pt x="84431" y="13269"/>
                  </a:lnTo>
                  <a:lnTo>
                    <a:pt x="84447" y="13833"/>
                  </a:lnTo>
                  <a:lnTo>
                    <a:pt x="84460" y="14484"/>
                  </a:lnTo>
                  <a:lnTo>
                    <a:pt x="84507" y="15840"/>
                  </a:lnTo>
                  <a:lnTo>
                    <a:pt x="84566" y="17556"/>
                  </a:lnTo>
                  <a:lnTo>
                    <a:pt x="84597" y="18479"/>
                  </a:lnTo>
                  <a:lnTo>
                    <a:pt x="84616" y="19013"/>
                  </a:lnTo>
                  <a:lnTo>
                    <a:pt x="84634" y="19530"/>
                  </a:lnTo>
                  <a:lnTo>
                    <a:pt x="84646" y="19895"/>
                  </a:lnTo>
                  <a:lnTo>
                    <a:pt x="84684" y="21000"/>
                  </a:lnTo>
                  <a:lnTo>
                    <a:pt x="84737" y="22540"/>
                  </a:lnTo>
                  <a:lnTo>
                    <a:pt x="84779" y="23762"/>
                  </a:lnTo>
                  <a:lnTo>
                    <a:pt x="84841" y="25568"/>
                  </a:lnTo>
                  <a:lnTo>
                    <a:pt x="84864" y="26213"/>
                  </a:lnTo>
                  <a:lnTo>
                    <a:pt x="84882" y="26760"/>
                  </a:lnTo>
                  <a:lnTo>
                    <a:pt x="85032" y="31120"/>
                  </a:lnTo>
                  <a:lnTo>
                    <a:pt x="85145" y="32135"/>
                  </a:lnTo>
                  <a:lnTo>
                    <a:pt x="85183" y="32484"/>
                  </a:lnTo>
                  <a:lnTo>
                    <a:pt x="85268" y="33250"/>
                  </a:lnTo>
                  <a:lnTo>
                    <a:pt x="85338" y="33887"/>
                  </a:lnTo>
                  <a:lnTo>
                    <a:pt x="85418" y="34609"/>
                  </a:lnTo>
                  <a:lnTo>
                    <a:pt x="85705" y="35329"/>
                  </a:lnTo>
                  <a:lnTo>
                    <a:pt x="86310" y="36847"/>
                  </a:lnTo>
                  <a:lnTo>
                    <a:pt x="87197" y="39072"/>
                  </a:lnTo>
                  <a:lnTo>
                    <a:pt x="87590" y="39861"/>
                  </a:lnTo>
                  <a:lnTo>
                    <a:pt x="88054" y="40794"/>
                  </a:lnTo>
                  <a:lnTo>
                    <a:pt x="88518" y="41727"/>
                  </a:lnTo>
                  <a:lnTo>
                    <a:pt x="88596" y="41884"/>
                  </a:lnTo>
                  <a:lnTo>
                    <a:pt x="89693" y="44088"/>
                  </a:lnTo>
                  <a:lnTo>
                    <a:pt x="90165" y="45039"/>
                  </a:lnTo>
                  <a:lnTo>
                    <a:pt x="90949" y="46613"/>
                  </a:lnTo>
                  <a:lnTo>
                    <a:pt x="91040" y="46797"/>
                  </a:lnTo>
                  <a:lnTo>
                    <a:pt x="91155" y="47028"/>
                  </a:lnTo>
                  <a:lnTo>
                    <a:pt x="91907" y="48539"/>
                  </a:lnTo>
                  <a:lnTo>
                    <a:pt x="93173" y="51083"/>
                  </a:lnTo>
                  <a:lnTo>
                    <a:pt x="94106" y="52960"/>
                  </a:lnTo>
                  <a:lnTo>
                    <a:pt x="94632" y="54382"/>
                  </a:lnTo>
                  <a:lnTo>
                    <a:pt x="94910" y="55136"/>
                  </a:lnTo>
                  <a:lnTo>
                    <a:pt x="95157" y="55803"/>
                  </a:lnTo>
                  <a:lnTo>
                    <a:pt x="96172" y="57863"/>
                  </a:lnTo>
                  <a:lnTo>
                    <a:pt x="97654" y="60866"/>
                  </a:lnTo>
                  <a:lnTo>
                    <a:pt x="97769" y="61100"/>
                  </a:lnTo>
                  <a:lnTo>
                    <a:pt x="100169" y="64598"/>
                  </a:lnTo>
                  <a:lnTo>
                    <a:pt x="101856" y="67056"/>
                  </a:lnTo>
                  <a:lnTo>
                    <a:pt x="102888" y="68561"/>
                  </a:lnTo>
                  <a:lnTo>
                    <a:pt x="103343" y="69223"/>
                  </a:lnTo>
                  <a:lnTo>
                    <a:pt x="103765" y="69838"/>
                  </a:lnTo>
                  <a:lnTo>
                    <a:pt x="104499" y="70907"/>
                  </a:lnTo>
                  <a:lnTo>
                    <a:pt x="105007" y="71649"/>
                  </a:lnTo>
                  <a:lnTo>
                    <a:pt x="105881" y="72921"/>
                  </a:lnTo>
                  <a:lnTo>
                    <a:pt x="106545" y="73889"/>
                  </a:lnTo>
                  <a:lnTo>
                    <a:pt x="106714" y="74046"/>
                  </a:lnTo>
                  <a:lnTo>
                    <a:pt x="106984" y="74297"/>
                  </a:lnTo>
                  <a:lnTo>
                    <a:pt x="108011" y="75251"/>
                  </a:lnTo>
                  <a:lnTo>
                    <a:pt x="108204" y="75430"/>
                  </a:lnTo>
                  <a:lnTo>
                    <a:pt x="107968" y="75663"/>
                  </a:lnTo>
                  <a:lnTo>
                    <a:pt x="107640" y="75986"/>
                  </a:lnTo>
                  <a:lnTo>
                    <a:pt x="107132" y="76490"/>
                  </a:lnTo>
                  <a:lnTo>
                    <a:pt x="106499" y="77118"/>
                  </a:lnTo>
                  <a:lnTo>
                    <a:pt x="106092" y="77522"/>
                  </a:lnTo>
                  <a:lnTo>
                    <a:pt x="104740" y="78862"/>
                  </a:lnTo>
                  <a:lnTo>
                    <a:pt x="103292" y="80298"/>
                  </a:lnTo>
                  <a:lnTo>
                    <a:pt x="102662" y="80922"/>
                  </a:lnTo>
                  <a:lnTo>
                    <a:pt x="102099" y="81481"/>
                  </a:lnTo>
                  <a:lnTo>
                    <a:pt x="101335" y="82238"/>
                  </a:lnTo>
                  <a:lnTo>
                    <a:pt x="98837" y="84715"/>
                  </a:lnTo>
                  <a:lnTo>
                    <a:pt x="97984" y="85653"/>
                  </a:lnTo>
                  <a:lnTo>
                    <a:pt x="97826" y="85814"/>
                  </a:lnTo>
                  <a:lnTo>
                    <a:pt x="92736" y="91021"/>
                  </a:lnTo>
                  <a:lnTo>
                    <a:pt x="92290" y="91476"/>
                  </a:lnTo>
                  <a:lnTo>
                    <a:pt x="88806" y="95052"/>
                  </a:lnTo>
                  <a:lnTo>
                    <a:pt x="88345" y="95521"/>
                  </a:lnTo>
                  <a:lnTo>
                    <a:pt x="86341" y="93668"/>
                  </a:lnTo>
                  <a:lnTo>
                    <a:pt x="84045" y="91533"/>
                  </a:lnTo>
                  <a:lnTo>
                    <a:pt x="83693" y="91206"/>
                  </a:lnTo>
                  <a:lnTo>
                    <a:pt x="83422" y="90954"/>
                  </a:lnTo>
                  <a:lnTo>
                    <a:pt x="82270" y="89892"/>
                  </a:lnTo>
                  <a:lnTo>
                    <a:pt x="76278" y="84367"/>
                  </a:lnTo>
                  <a:lnTo>
                    <a:pt x="75235" y="83405"/>
                  </a:lnTo>
                  <a:lnTo>
                    <a:pt x="74860" y="83037"/>
                  </a:lnTo>
                  <a:lnTo>
                    <a:pt x="74471" y="82656"/>
                  </a:lnTo>
                  <a:lnTo>
                    <a:pt x="74265" y="82454"/>
                  </a:lnTo>
                  <a:lnTo>
                    <a:pt x="73956" y="82151"/>
                  </a:lnTo>
                  <a:lnTo>
                    <a:pt x="66165" y="74751"/>
                  </a:lnTo>
                  <a:lnTo>
                    <a:pt x="65968" y="74564"/>
                  </a:lnTo>
                  <a:lnTo>
                    <a:pt x="58301" y="67203"/>
                  </a:lnTo>
                  <a:lnTo>
                    <a:pt x="57818" y="66724"/>
                  </a:lnTo>
                  <a:lnTo>
                    <a:pt x="57653" y="66560"/>
                  </a:lnTo>
                  <a:lnTo>
                    <a:pt x="57397" y="66306"/>
                  </a:lnTo>
                  <a:lnTo>
                    <a:pt x="51286" y="60241"/>
                  </a:lnTo>
                  <a:lnTo>
                    <a:pt x="49664" y="58631"/>
                  </a:lnTo>
                  <a:lnTo>
                    <a:pt x="49283" y="58253"/>
                  </a:lnTo>
                  <a:lnTo>
                    <a:pt x="45230" y="54231"/>
                  </a:lnTo>
                  <a:lnTo>
                    <a:pt x="42644" y="51799"/>
                  </a:lnTo>
                  <a:lnTo>
                    <a:pt x="41367" y="50598"/>
                  </a:lnTo>
                  <a:lnTo>
                    <a:pt x="39851" y="49172"/>
                  </a:lnTo>
                  <a:lnTo>
                    <a:pt x="39138" y="48484"/>
                  </a:lnTo>
                  <a:lnTo>
                    <a:pt x="33115" y="42671"/>
                  </a:lnTo>
                  <a:lnTo>
                    <a:pt x="32519" y="42046"/>
                  </a:lnTo>
                  <a:lnTo>
                    <a:pt x="30778" y="40218"/>
                  </a:lnTo>
                  <a:lnTo>
                    <a:pt x="29946" y="39344"/>
                  </a:lnTo>
                  <a:lnTo>
                    <a:pt x="28817" y="38159"/>
                  </a:lnTo>
                  <a:lnTo>
                    <a:pt x="27627" y="36908"/>
                  </a:lnTo>
                  <a:lnTo>
                    <a:pt x="27484" y="36758"/>
                  </a:lnTo>
                  <a:lnTo>
                    <a:pt x="26048" y="35251"/>
                  </a:lnTo>
                  <a:lnTo>
                    <a:pt x="25887" y="35082"/>
                  </a:lnTo>
                  <a:lnTo>
                    <a:pt x="25571" y="34750"/>
                  </a:lnTo>
                  <a:lnTo>
                    <a:pt x="25296" y="34461"/>
                  </a:lnTo>
                  <a:lnTo>
                    <a:pt x="25139" y="34372"/>
                  </a:lnTo>
                  <a:lnTo>
                    <a:pt x="23429" y="33402"/>
                  </a:lnTo>
                  <a:lnTo>
                    <a:pt x="23248" y="33300"/>
                  </a:lnTo>
                  <a:lnTo>
                    <a:pt x="22648" y="32920"/>
                  </a:lnTo>
                  <a:lnTo>
                    <a:pt x="22491" y="32820"/>
                  </a:lnTo>
                  <a:lnTo>
                    <a:pt x="22288" y="32692"/>
                  </a:lnTo>
                  <a:lnTo>
                    <a:pt x="20552" y="31594"/>
                  </a:lnTo>
                  <a:lnTo>
                    <a:pt x="19603" y="30994"/>
                  </a:lnTo>
                  <a:lnTo>
                    <a:pt x="19420" y="30878"/>
                  </a:lnTo>
                  <a:lnTo>
                    <a:pt x="17467" y="29551"/>
                  </a:lnTo>
                  <a:lnTo>
                    <a:pt x="16762" y="29070"/>
                  </a:lnTo>
                  <a:lnTo>
                    <a:pt x="13765" y="27026"/>
                  </a:lnTo>
                  <a:lnTo>
                    <a:pt x="12927" y="26455"/>
                  </a:lnTo>
                  <a:lnTo>
                    <a:pt x="12547" y="26195"/>
                  </a:lnTo>
                  <a:lnTo>
                    <a:pt x="11635" y="25603"/>
                  </a:lnTo>
                  <a:lnTo>
                    <a:pt x="11192" y="25315"/>
                  </a:lnTo>
                  <a:lnTo>
                    <a:pt x="8815" y="23770"/>
                  </a:lnTo>
                  <a:lnTo>
                    <a:pt x="7291" y="22780"/>
                  </a:lnTo>
                  <a:lnTo>
                    <a:pt x="7128" y="22675"/>
                  </a:lnTo>
                  <a:lnTo>
                    <a:pt x="6084" y="21998"/>
                  </a:lnTo>
                  <a:lnTo>
                    <a:pt x="5524" y="21636"/>
                  </a:lnTo>
                  <a:lnTo>
                    <a:pt x="4899" y="21231"/>
                  </a:lnTo>
                  <a:lnTo>
                    <a:pt x="3574" y="20402"/>
                  </a:lnTo>
                  <a:lnTo>
                    <a:pt x="764" y="18644"/>
                  </a:lnTo>
                  <a:lnTo>
                    <a:pt x="0" y="18165"/>
                  </a:lnTo>
                  <a:lnTo>
                    <a:pt x="1451" y="16283"/>
                  </a:lnTo>
                  <a:lnTo>
                    <a:pt x="2862" y="15899"/>
                  </a:lnTo>
                  <a:lnTo>
                    <a:pt x="9249" y="14163"/>
                  </a:lnTo>
                  <a:lnTo>
                    <a:pt x="10584" y="13800"/>
                  </a:lnTo>
                  <a:lnTo>
                    <a:pt x="15612" y="12520"/>
                  </a:lnTo>
                  <a:lnTo>
                    <a:pt x="17606" y="12012"/>
                  </a:lnTo>
                  <a:lnTo>
                    <a:pt x="18627" y="11752"/>
                  </a:lnTo>
                  <a:lnTo>
                    <a:pt x="19984" y="11406"/>
                  </a:lnTo>
                  <a:lnTo>
                    <a:pt x="24101" y="10289"/>
                  </a:lnTo>
                  <a:lnTo>
                    <a:pt x="29361" y="8864"/>
                  </a:lnTo>
                  <a:lnTo>
                    <a:pt x="29696" y="8773"/>
                  </a:lnTo>
                  <a:lnTo>
                    <a:pt x="38063" y="6505"/>
                  </a:lnTo>
                  <a:lnTo>
                    <a:pt x="38201" y="7027"/>
                  </a:lnTo>
                  <a:lnTo>
                    <a:pt x="38687" y="8862"/>
                  </a:lnTo>
                  <a:lnTo>
                    <a:pt x="41603" y="8019"/>
                  </a:lnTo>
                  <a:lnTo>
                    <a:pt x="42179" y="7853"/>
                  </a:lnTo>
                  <a:lnTo>
                    <a:pt x="42544" y="7747"/>
                  </a:lnTo>
                  <a:lnTo>
                    <a:pt x="43039" y="7630"/>
                  </a:lnTo>
                  <a:lnTo>
                    <a:pt x="43324" y="7563"/>
                  </a:lnTo>
                  <a:lnTo>
                    <a:pt x="43940" y="7418"/>
                  </a:lnTo>
                  <a:lnTo>
                    <a:pt x="44440" y="7300"/>
                  </a:lnTo>
                  <a:lnTo>
                    <a:pt x="45097" y="7145"/>
                  </a:lnTo>
                  <a:lnTo>
                    <a:pt x="46820" y="6739"/>
                  </a:lnTo>
                  <a:lnTo>
                    <a:pt x="47050" y="6684"/>
                  </a:lnTo>
                  <a:lnTo>
                    <a:pt x="47249" y="6637"/>
                  </a:lnTo>
                  <a:lnTo>
                    <a:pt x="47547" y="6559"/>
                  </a:lnTo>
                  <a:lnTo>
                    <a:pt x="48734" y="6245"/>
                  </a:lnTo>
                  <a:lnTo>
                    <a:pt x="49327" y="6088"/>
                  </a:lnTo>
                  <a:lnTo>
                    <a:pt x="50063" y="5893"/>
                  </a:lnTo>
                  <a:lnTo>
                    <a:pt x="50693" y="5727"/>
                  </a:lnTo>
                  <a:lnTo>
                    <a:pt x="54381" y="4752"/>
                  </a:lnTo>
                  <a:lnTo>
                    <a:pt x="55148" y="4549"/>
                  </a:lnTo>
                  <a:lnTo>
                    <a:pt x="59886" y="3294"/>
                  </a:lnTo>
                  <a:lnTo>
                    <a:pt x="60175" y="3217"/>
                  </a:lnTo>
                  <a:lnTo>
                    <a:pt x="60467" y="3138"/>
                  </a:lnTo>
                  <a:lnTo>
                    <a:pt x="61084" y="2972"/>
                  </a:lnTo>
                  <a:lnTo>
                    <a:pt x="61273" y="2921"/>
                  </a:lnTo>
                  <a:lnTo>
                    <a:pt x="61513" y="2857"/>
                  </a:lnTo>
                  <a:lnTo>
                    <a:pt x="61825" y="2772"/>
                  </a:lnTo>
                  <a:lnTo>
                    <a:pt x="62690" y="2540"/>
                  </a:lnTo>
                  <a:lnTo>
                    <a:pt x="63019" y="2451"/>
                  </a:lnTo>
                  <a:lnTo>
                    <a:pt x="63687" y="2271"/>
                  </a:lnTo>
                  <a:lnTo>
                    <a:pt x="67137" y="1343"/>
                  </a:lnTo>
                  <a:lnTo>
                    <a:pt x="67665" y="1201"/>
                  </a:lnTo>
                  <a:lnTo>
                    <a:pt x="68163" y="1067"/>
                  </a:lnTo>
                  <a:lnTo>
                    <a:pt x="68764" y="905"/>
                  </a:lnTo>
                  <a:lnTo>
                    <a:pt x="69863" y="609"/>
                  </a:lnTo>
                  <a:lnTo>
                    <a:pt x="70087" y="549"/>
                  </a:lnTo>
                  <a:lnTo>
                    <a:pt x="70698" y="384"/>
                  </a:lnTo>
                  <a:lnTo>
                    <a:pt x="71018" y="298"/>
                  </a:lnTo>
                  <a:lnTo>
                    <a:pt x="71712" y="112"/>
                  </a:lnTo>
                  <a:lnTo>
                    <a:pt x="72129" y="0"/>
                  </a:lnTo>
                  <a:lnTo>
                    <a:pt x="73334" y="388"/>
                  </a:lnTo>
                  <a:lnTo>
                    <a:pt x="75609" y="1120"/>
                  </a:lnTo>
                  <a:lnTo>
                    <a:pt x="77809" y="1956"/>
                  </a:lnTo>
                  <a:lnTo>
                    <a:pt x="78129" y="2158"/>
                  </a:lnTo>
                  <a:lnTo>
                    <a:pt x="78486" y="2383"/>
                  </a:lnTo>
                  <a:lnTo>
                    <a:pt x="78634" y="2476"/>
                  </a:lnTo>
                  <a:lnTo>
                    <a:pt x="79199" y="2833"/>
                  </a:lnTo>
                  <a:lnTo>
                    <a:pt x="79550" y="3055"/>
                  </a:lnTo>
                  <a:lnTo>
                    <a:pt x="80080" y="3389"/>
                  </a:lnTo>
                  <a:lnTo>
                    <a:pt x="80344" y="3556"/>
                  </a:lnTo>
                  <a:lnTo>
                    <a:pt x="82019" y="5596"/>
                  </a:lnTo>
                  <a:lnTo>
                    <a:pt x="82208" y="58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2895885" y="5437811"/>
              <a:ext cx="70212" cy="94129"/>
            </a:xfrm>
            <a:custGeom>
              <a:avLst/>
              <a:pathLst>
                <a:path w="70212" h="94129">
                  <a:moveTo>
                    <a:pt x="61433" y="57278"/>
                  </a:moveTo>
                  <a:lnTo>
                    <a:pt x="58761" y="71622"/>
                  </a:lnTo>
                  <a:lnTo>
                    <a:pt x="57133" y="80634"/>
                  </a:lnTo>
                  <a:lnTo>
                    <a:pt x="56391" y="84663"/>
                  </a:lnTo>
                  <a:lnTo>
                    <a:pt x="56038" y="86579"/>
                  </a:lnTo>
                  <a:lnTo>
                    <a:pt x="55130" y="91510"/>
                  </a:lnTo>
                  <a:lnTo>
                    <a:pt x="55079" y="91788"/>
                  </a:lnTo>
                  <a:lnTo>
                    <a:pt x="54944" y="92523"/>
                  </a:lnTo>
                  <a:lnTo>
                    <a:pt x="54155" y="92373"/>
                  </a:lnTo>
                  <a:lnTo>
                    <a:pt x="53979" y="92340"/>
                  </a:lnTo>
                  <a:lnTo>
                    <a:pt x="52974" y="92149"/>
                  </a:lnTo>
                  <a:lnTo>
                    <a:pt x="52036" y="93350"/>
                  </a:lnTo>
                  <a:lnTo>
                    <a:pt x="51287" y="94129"/>
                  </a:lnTo>
                  <a:lnTo>
                    <a:pt x="48807" y="93465"/>
                  </a:lnTo>
                  <a:lnTo>
                    <a:pt x="48835" y="93334"/>
                  </a:lnTo>
                  <a:lnTo>
                    <a:pt x="49295" y="91202"/>
                  </a:lnTo>
                  <a:lnTo>
                    <a:pt x="49328" y="90856"/>
                  </a:lnTo>
                  <a:lnTo>
                    <a:pt x="49525" y="88821"/>
                  </a:lnTo>
                  <a:lnTo>
                    <a:pt x="49557" y="88494"/>
                  </a:lnTo>
                  <a:lnTo>
                    <a:pt x="49556" y="88212"/>
                  </a:lnTo>
                  <a:lnTo>
                    <a:pt x="49549" y="84359"/>
                  </a:lnTo>
                  <a:lnTo>
                    <a:pt x="49549" y="84093"/>
                  </a:lnTo>
                  <a:lnTo>
                    <a:pt x="48685" y="83980"/>
                  </a:lnTo>
                  <a:lnTo>
                    <a:pt x="46755" y="83729"/>
                  </a:lnTo>
                  <a:lnTo>
                    <a:pt x="44953" y="83494"/>
                  </a:lnTo>
                  <a:lnTo>
                    <a:pt x="44722" y="84796"/>
                  </a:lnTo>
                  <a:lnTo>
                    <a:pt x="44679" y="85037"/>
                  </a:lnTo>
                  <a:lnTo>
                    <a:pt x="41356" y="81745"/>
                  </a:lnTo>
                  <a:lnTo>
                    <a:pt x="40411" y="80808"/>
                  </a:lnTo>
                  <a:lnTo>
                    <a:pt x="37608" y="78031"/>
                  </a:lnTo>
                  <a:lnTo>
                    <a:pt x="32196" y="73304"/>
                  </a:lnTo>
                  <a:lnTo>
                    <a:pt x="31850" y="70623"/>
                  </a:lnTo>
                  <a:lnTo>
                    <a:pt x="29884" y="69122"/>
                  </a:lnTo>
                  <a:lnTo>
                    <a:pt x="28635" y="68168"/>
                  </a:lnTo>
                  <a:lnTo>
                    <a:pt x="28338" y="67941"/>
                  </a:lnTo>
                  <a:lnTo>
                    <a:pt x="27942" y="67639"/>
                  </a:lnTo>
                  <a:lnTo>
                    <a:pt x="27813" y="67540"/>
                  </a:lnTo>
                  <a:lnTo>
                    <a:pt x="25273" y="65205"/>
                  </a:lnTo>
                  <a:lnTo>
                    <a:pt x="23731" y="63403"/>
                  </a:lnTo>
                  <a:lnTo>
                    <a:pt x="23230" y="62819"/>
                  </a:lnTo>
                  <a:lnTo>
                    <a:pt x="20046" y="59100"/>
                  </a:lnTo>
                  <a:lnTo>
                    <a:pt x="19466" y="59560"/>
                  </a:lnTo>
                  <a:lnTo>
                    <a:pt x="16607" y="56705"/>
                  </a:lnTo>
                  <a:lnTo>
                    <a:pt x="15736" y="55841"/>
                  </a:lnTo>
                  <a:lnTo>
                    <a:pt x="15575" y="55681"/>
                  </a:lnTo>
                  <a:lnTo>
                    <a:pt x="15037" y="55147"/>
                  </a:lnTo>
                  <a:lnTo>
                    <a:pt x="10407" y="50552"/>
                  </a:lnTo>
                  <a:lnTo>
                    <a:pt x="10774" y="50195"/>
                  </a:lnTo>
                  <a:lnTo>
                    <a:pt x="10985" y="49990"/>
                  </a:lnTo>
                  <a:lnTo>
                    <a:pt x="12697" y="48326"/>
                  </a:lnTo>
                  <a:lnTo>
                    <a:pt x="13955" y="47104"/>
                  </a:lnTo>
                  <a:lnTo>
                    <a:pt x="14662" y="46338"/>
                  </a:lnTo>
                  <a:lnTo>
                    <a:pt x="16648" y="44186"/>
                  </a:lnTo>
                  <a:lnTo>
                    <a:pt x="17283" y="43212"/>
                  </a:lnTo>
                  <a:lnTo>
                    <a:pt x="15510" y="38215"/>
                  </a:lnTo>
                  <a:lnTo>
                    <a:pt x="14616" y="36618"/>
                  </a:lnTo>
                  <a:lnTo>
                    <a:pt x="14261" y="35984"/>
                  </a:lnTo>
                  <a:lnTo>
                    <a:pt x="13453" y="34539"/>
                  </a:lnTo>
                  <a:lnTo>
                    <a:pt x="12015" y="31969"/>
                  </a:lnTo>
                  <a:lnTo>
                    <a:pt x="11402" y="30874"/>
                  </a:lnTo>
                  <a:lnTo>
                    <a:pt x="11176" y="30470"/>
                  </a:lnTo>
                  <a:lnTo>
                    <a:pt x="11014" y="30180"/>
                  </a:lnTo>
                  <a:lnTo>
                    <a:pt x="4268" y="23946"/>
                  </a:lnTo>
                  <a:lnTo>
                    <a:pt x="4136" y="23825"/>
                  </a:lnTo>
                  <a:lnTo>
                    <a:pt x="3000" y="22799"/>
                  </a:lnTo>
                  <a:lnTo>
                    <a:pt x="0" y="20090"/>
                  </a:lnTo>
                  <a:lnTo>
                    <a:pt x="460" y="19622"/>
                  </a:lnTo>
                  <a:lnTo>
                    <a:pt x="3947" y="16043"/>
                  </a:lnTo>
                  <a:lnTo>
                    <a:pt x="4390" y="15590"/>
                  </a:lnTo>
                  <a:lnTo>
                    <a:pt x="9481" y="10384"/>
                  </a:lnTo>
                  <a:lnTo>
                    <a:pt x="9638" y="10223"/>
                  </a:lnTo>
                  <a:lnTo>
                    <a:pt x="10492" y="9285"/>
                  </a:lnTo>
                  <a:lnTo>
                    <a:pt x="12989" y="6808"/>
                  </a:lnTo>
                  <a:lnTo>
                    <a:pt x="13753" y="6050"/>
                  </a:lnTo>
                  <a:lnTo>
                    <a:pt x="14317" y="5492"/>
                  </a:lnTo>
                  <a:lnTo>
                    <a:pt x="14947" y="4867"/>
                  </a:lnTo>
                  <a:lnTo>
                    <a:pt x="16395" y="3431"/>
                  </a:lnTo>
                  <a:lnTo>
                    <a:pt x="17746" y="2091"/>
                  </a:lnTo>
                  <a:lnTo>
                    <a:pt x="18154" y="1687"/>
                  </a:lnTo>
                  <a:lnTo>
                    <a:pt x="18787" y="1060"/>
                  </a:lnTo>
                  <a:lnTo>
                    <a:pt x="19295" y="556"/>
                  </a:lnTo>
                  <a:lnTo>
                    <a:pt x="19637" y="218"/>
                  </a:lnTo>
                  <a:lnTo>
                    <a:pt x="19859" y="0"/>
                  </a:lnTo>
                  <a:lnTo>
                    <a:pt x="22915" y="2838"/>
                  </a:lnTo>
                  <a:lnTo>
                    <a:pt x="23286" y="3183"/>
                  </a:lnTo>
                  <a:lnTo>
                    <a:pt x="23510" y="3220"/>
                  </a:lnTo>
                  <a:lnTo>
                    <a:pt x="24152" y="3329"/>
                  </a:lnTo>
                  <a:lnTo>
                    <a:pt x="25741" y="3598"/>
                  </a:lnTo>
                  <a:lnTo>
                    <a:pt x="26289" y="3691"/>
                  </a:lnTo>
                  <a:lnTo>
                    <a:pt x="27383" y="3876"/>
                  </a:lnTo>
                  <a:lnTo>
                    <a:pt x="29634" y="4257"/>
                  </a:lnTo>
                  <a:lnTo>
                    <a:pt x="32360" y="4719"/>
                  </a:lnTo>
                  <a:lnTo>
                    <a:pt x="34616" y="5101"/>
                  </a:lnTo>
                  <a:lnTo>
                    <a:pt x="36873" y="5483"/>
                  </a:lnTo>
                  <a:lnTo>
                    <a:pt x="38832" y="5815"/>
                  </a:lnTo>
                  <a:lnTo>
                    <a:pt x="39594" y="5947"/>
                  </a:lnTo>
                  <a:lnTo>
                    <a:pt x="41676" y="6308"/>
                  </a:lnTo>
                  <a:lnTo>
                    <a:pt x="42342" y="6423"/>
                  </a:lnTo>
                  <a:lnTo>
                    <a:pt x="43075" y="6550"/>
                  </a:lnTo>
                  <a:lnTo>
                    <a:pt x="44271" y="6757"/>
                  </a:lnTo>
                  <a:lnTo>
                    <a:pt x="44993" y="6882"/>
                  </a:lnTo>
                  <a:lnTo>
                    <a:pt x="45488" y="6968"/>
                  </a:lnTo>
                  <a:lnTo>
                    <a:pt x="45924" y="7044"/>
                  </a:lnTo>
                  <a:lnTo>
                    <a:pt x="46435" y="7132"/>
                  </a:lnTo>
                  <a:lnTo>
                    <a:pt x="46875" y="7208"/>
                  </a:lnTo>
                  <a:lnTo>
                    <a:pt x="47561" y="7327"/>
                  </a:lnTo>
                  <a:lnTo>
                    <a:pt x="48146" y="7429"/>
                  </a:lnTo>
                  <a:lnTo>
                    <a:pt x="49965" y="7744"/>
                  </a:lnTo>
                  <a:lnTo>
                    <a:pt x="50262" y="7790"/>
                  </a:lnTo>
                  <a:lnTo>
                    <a:pt x="50864" y="7883"/>
                  </a:lnTo>
                  <a:lnTo>
                    <a:pt x="51307" y="7952"/>
                  </a:lnTo>
                  <a:lnTo>
                    <a:pt x="51854" y="8037"/>
                  </a:lnTo>
                  <a:lnTo>
                    <a:pt x="52469" y="8132"/>
                  </a:lnTo>
                  <a:lnTo>
                    <a:pt x="53030" y="8219"/>
                  </a:lnTo>
                  <a:lnTo>
                    <a:pt x="55335" y="8576"/>
                  </a:lnTo>
                  <a:lnTo>
                    <a:pt x="60306" y="9347"/>
                  </a:lnTo>
                  <a:lnTo>
                    <a:pt x="60919" y="9442"/>
                  </a:lnTo>
                  <a:lnTo>
                    <a:pt x="61599" y="9548"/>
                  </a:lnTo>
                  <a:lnTo>
                    <a:pt x="62094" y="9624"/>
                  </a:lnTo>
                  <a:lnTo>
                    <a:pt x="63366" y="9897"/>
                  </a:lnTo>
                  <a:lnTo>
                    <a:pt x="63793" y="9988"/>
                  </a:lnTo>
                  <a:lnTo>
                    <a:pt x="65792" y="10417"/>
                  </a:lnTo>
                  <a:lnTo>
                    <a:pt x="70212" y="11364"/>
                  </a:lnTo>
                  <a:lnTo>
                    <a:pt x="69476" y="15032"/>
                  </a:lnTo>
                  <a:lnTo>
                    <a:pt x="69104" y="16887"/>
                  </a:lnTo>
                  <a:lnTo>
                    <a:pt x="68863" y="18089"/>
                  </a:lnTo>
                  <a:lnTo>
                    <a:pt x="68035" y="22217"/>
                  </a:lnTo>
                  <a:lnTo>
                    <a:pt x="67385" y="25461"/>
                  </a:lnTo>
                  <a:lnTo>
                    <a:pt x="67292" y="25922"/>
                  </a:lnTo>
                  <a:lnTo>
                    <a:pt x="65781" y="33948"/>
                  </a:lnTo>
                  <a:lnTo>
                    <a:pt x="65611" y="34850"/>
                  </a:lnTo>
                  <a:lnTo>
                    <a:pt x="65570" y="35069"/>
                  </a:lnTo>
                  <a:lnTo>
                    <a:pt x="64644" y="40044"/>
                  </a:lnTo>
                  <a:lnTo>
                    <a:pt x="63658" y="45332"/>
                  </a:lnTo>
                  <a:lnTo>
                    <a:pt x="63227" y="47645"/>
                  </a:lnTo>
                  <a:lnTo>
                    <a:pt x="62715" y="50382"/>
                  </a:lnTo>
                  <a:lnTo>
                    <a:pt x="62683" y="50550"/>
                  </a:lnTo>
                  <a:lnTo>
                    <a:pt x="62632" y="50826"/>
                  </a:lnTo>
                  <a:lnTo>
                    <a:pt x="62575" y="51072"/>
                  </a:lnTo>
                  <a:lnTo>
                    <a:pt x="62004" y="541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2871136" y="5488363"/>
              <a:ext cx="79693" cy="99498"/>
            </a:xfrm>
            <a:custGeom>
              <a:avLst/>
              <a:pathLst>
                <a:path w="79693" h="99498">
                  <a:moveTo>
                    <a:pt x="41356" y="6153"/>
                  </a:moveTo>
                  <a:lnTo>
                    <a:pt x="44215" y="9008"/>
                  </a:lnTo>
                  <a:lnTo>
                    <a:pt x="44795" y="8548"/>
                  </a:lnTo>
                  <a:lnTo>
                    <a:pt x="47979" y="12267"/>
                  </a:lnTo>
                  <a:lnTo>
                    <a:pt x="48479" y="12851"/>
                  </a:lnTo>
                  <a:lnTo>
                    <a:pt x="50024" y="14655"/>
                  </a:lnTo>
                  <a:lnTo>
                    <a:pt x="52562" y="16988"/>
                  </a:lnTo>
                  <a:lnTo>
                    <a:pt x="52691" y="17087"/>
                  </a:lnTo>
                  <a:lnTo>
                    <a:pt x="53087" y="17389"/>
                  </a:lnTo>
                  <a:lnTo>
                    <a:pt x="53383" y="17615"/>
                  </a:lnTo>
                  <a:lnTo>
                    <a:pt x="54711" y="18629"/>
                  </a:lnTo>
                  <a:lnTo>
                    <a:pt x="56598" y="20070"/>
                  </a:lnTo>
                  <a:lnTo>
                    <a:pt x="56945" y="22752"/>
                  </a:lnTo>
                  <a:lnTo>
                    <a:pt x="62357" y="27479"/>
                  </a:lnTo>
                  <a:lnTo>
                    <a:pt x="65225" y="30321"/>
                  </a:lnTo>
                  <a:lnTo>
                    <a:pt x="66105" y="31193"/>
                  </a:lnTo>
                  <a:lnTo>
                    <a:pt x="69428" y="34485"/>
                  </a:lnTo>
                  <a:lnTo>
                    <a:pt x="69471" y="34244"/>
                  </a:lnTo>
                  <a:lnTo>
                    <a:pt x="69780" y="32952"/>
                  </a:lnTo>
                  <a:lnTo>
                    <a:pt x="71504" y="33177"/>
                  </a:lnTo>
                  <a:lnTo>
                    <a:pt x="73434" y="33428"/>
                  </a:lnTo>
                  <a:lnTo>
                    <a:pt x="74297" y="33541"/>
                  </a:lnTo>
                  <a:lnTo>
                    <a:pt x="74298" y="33852"/>
                  </a:lnTo>
                  <a:lnTo>
                    <a:pt x="74305" y="37726"/>
                  </a:lnTo>
                  <a:lnTo>
                    <a:pt x="74306" y="37942"/>
                  </a:lnTo>
                  <a:lnTo>
                    <a:pt x="74274" y="38269"/>
                  </a:lnTo>
                  <a:lnTo>
                    <a:pt x="74077" y="40303"/>
                  </a:lnTo>
                  <a:lnTo>
                    <a:pt x="74044" y="40649"/>
                  </a:lnTo>
                  <a:lnTo>
                    <a:pt x="73584" y="42782"/>
                  </a:lnTo>
                  <a:lnTo>
                    <a:pt x="73556" y="42913"/>
                  </a:lnTo>
                  <a:lnTo>
                    <a:pt x="76152" y="43608"/>
                  </a:lnTo>
                  <a:lnTo>
                    <a:pt x="76785" y="42798"/>
                  </a:lnTo>
                  <a:lnTo>
                    <a:pt x="77722" y="41596"/>
                  </a:lnTo>
                  <a:lnTo>
                    <a:pt x="78728" y="41788"/>
                  </a:lnTo>
                  <a:lnTo>
                    <a:pt x="78904" y="41821"/>
                  </a:lnTo>
                  <a:lnTo>
                    <a:pt x="79693" y="41971"/>
                  </a:lnTo>
                  <a:lnTo>
                    <a:pt x="79514" y="42939"/>
                  </a:lnTo>
                  <a:lnTo>
                    <a:pt x="79420" y="43455"/>
                  </a:lnTo>
                  <a:lnTo>
                    <a:pt x="78369" y="49159"/>
                  </a:lnTo>
                  <a:lnTo>
                    <a:pt x="78089" y="50683"/>
                  </a:lnTo>
                  <a:lnTo>
                    <a:pt x="78032" y="50989"/>
                  </a:lnTo>
                  <a:lnTo>
                    <a:pt x="77897" y="51725"/>
                  </a:lnTo>
                  <a:lnTo>
                    <a:pt x="76583" y="58864"/>
                  </a:lnTo>
                  <a:lnTo>
                    <a:pt x="75969" y="62196"/>
                  </a:lnTo>
                  <a:lnTo>
                    <a:pt x="75850" y="62844"/>
                  </a:lnTo>
                  <a:lnTo>
                    <a:pt x="75215" y="66292"/>
                  </a:lnTo>
                  <a:lnTo>
                    <a:pt x="74108" y="72304"/>
                  </a:lnTo>
                  <a:lnTo>
                    <a:pt x="73881" y="73536"/>
                  </a:lnTo>
                  <a:lnTo>
                    <a:pt x="73092" y="77822"/>
                  </a:lnTo>
                  <a:lnTo>
                    <a:pt x="72638" y="80545"/>
                  </a:lnTo>
                  <a:lnTo>
                    <a:pt x="70842" y="90285"/>
                  </a:lnTo>
                  <a:lnTo>
                    <a:pt x="70650" y="90282"/>
                  </a:lnTo>
                  <a:lnTo>
                    <a:pt x="67982" y="90233"/>
                  </a:lnTo>
                  <a:lnTo>
                    <a:pt x="66282" y="90161"/>
                  </a:lnTo>
                  <a:lnTo>
                    <a:pt x="58594" y="89833"/>
                  </a:lnTo>
                  <a:lnTo>
                    <a:pt x="52366" y="89516"/>
                  </a:lnTo>
                  <a:lnTo>
                    <a:pt x="51615" y="89477"/>
                  </a:lnTo>
                  <a:lnTo>
                    <a:pt x="51059" y="89449"/>
                  </a:lnTo>
                  <a:lnTo>
                    <a:pt x="49136" y="90677"/>
                  </a:lnTo>
                  <a:lnTo>
                    <a:pt x="46920" y="92226"/>
                  </a:lnTo>
                  <a:lnTo>
                    <a:pt x="46592" y="92370"/>
                  </a:lnTo>
                  <a:lnTo>
                    <a:pt x="45926" y="92663"/>
                  </a:lnTo>
                  <a:lnTo>
                    <a:pt x="45281" y="92947"/>
                  </a:lnTo>
                  <a:lnTo>
                    <a:pt x="43310" y="92851"/>
                  </a:lnTo>
                  <a:lnTo>
                    <a:pt x="39092" y="93285"/>
                  </a:lnTo>
                  <a:lnTo>
                    <a:pt x="35568" y="95955"/>
                  </a:lnTo>
                  <a:lnTo>
                    <a:pt x="32985" y="97338"/>
                  </a:lnTo>
                  <a:lnTo>
                    <a:pt x="32185" y="99498"/>
                  </a:lnTo>
                  <a:lnTo>
                    <a:pt x="29582" y="98844"/>
                  </a:lnTo>
                  <a:lnTo>
                    <a:pt x="22869" y="96564"/>
                  </a:lnTo>
                  <a:lnTo>
                    <a:pt x="21306" y="95333"/>
                  </a:lnTo>
                  <a:lnTo>
                    <a:pt x="20532" y="94452"/>
                  </a:lnTo>
                  <a:lnTo>
                    <a:pt x="20304" y="93950"/>
                  </a:lnTo>
                  <a:lnTo>
                    <a:pt x="19998" y="93277"/>
                  </a:lnTo>
                  <a:lnTo>
                    <a:pt x="22027" y="92663"/>
                  </a:lnTo>
                  <a:lnTo>
                    <a:pt x="23083" y="92646"/>
                  </a:lnTo>
                  <a:lnTo>
                    <a:pt x="24987" y="92617"/>
                  </a:lnTo>
                  <a:lnTo>
                    <a:pt x="26366" y="92596"/>
                  </a:lnTo>
                  <a:lnTo>
                    <a:pt x="27280" y="92550"/>
                  </a:lnTo>
                  <a:lnTo>
                    <a:pt x="27982" y="92315"/>
                  </a:lnTo>
                  <a:lnTo>
                    <a:pt x="28749" y="91510"/>
                  </a:lnTo>
                  <a:lnTo>
                    <a:pt x="26977" y="86151"/>
                  </a:lnTo>
                  <a:lnTo>
                    <a:pt x="26854" y="85663"/>
                  </a:lnTo>
                  <a:lnTo>
                    <a:pt x="26682" y="84986"/>
                  </a:lnTo>
                  <a:lnTo>
                    <a:pt x="25364" y="79774"/>
                  </a:lnTo>
                  <a:lnTo>
                    <a:pt x="26787" y="78284"/>
                  </a:lnTo>
                  <a:lnTo>
                    <a:pt x="32059" y="72767"/>
                  </a:lnTo>
                  <a:lnTo>
                    <a:pt x="32829" y="71960"/>
                  </a:lnTo>
                  <a:lnTo>
                    <a:pt x="34596" y="70111"/>
                  </a:lnTo>
                  <a:lnTo>
                    <a:pt x="34776" y="69658"/>
                  </a:lnTo>
                  <a:lnTo>
                    <a:pt x="32457" y="67338"/>
                  </a:lnTo>
                  <a:lnTo>
                    <a:pt x="29449" y="64330"/>
                  </a:lnTo>
                  <a:lnTo>
                    <a:pt x="29278" y="64159"/>
                  </a:lnTo>
                  <a:lnTo>
                    <a:pt x="28704" y="63584"/>
                  </a:lnTo>
                  <a:lnTo>
                    <a:pt x="24829" y="59976"/>
                  </a:lnTo>
                  <a:lnTo>
                    <a:pt x="24341" y="59503"/>
                  </a:lnTo>
                  <a:lnTo>
                    <a:pt x="21981" y="56842"/>
                  </a:lnTo>
                  <a:lnTo>
                    <a:pt x="21421" y="56210"/>
                  </a:lnTo>
                  <a:lnTo>
                    <a:pt x="20907" y="55701"/>
                  </a:lnTo>
                  <a:lnTo>
                    <a:pt x="17921" y="52749"/>
                  </a:lnTo>
                  <a:lnTo>
                    <a:pt x="15526" y="50380"/>
                  </a:lnTo>
                  <a:lnTo>
                    <a:pt x="13926" y="48552"/>
                  </a:lnTo>
                  <a:lnTo>
                    <a:pt x="9849" y="43893"/>
                  </a:lnTo>
                  <a:lnTo>
                    <a:pt x="8478" y="42568"/>
                  </a:lnTo>
                  <a:lnTo>
                    <a:pt x="5268" y="39465"/>
                  </a:lnTo>
                  <a:lnTo>
                    <a:pt x="5144" y="39331"/>
                  </a:lnTo>
                  <a:lnTo>
                    <a:pt x="4321" y="38435"/>
                  </a:lnTo>
                  <a:lnTo>
                    <a:pt x="4074" y="38168"/>
                  </a:lnTo>
                  <a:lnTo>
                    <a:pt x="1055" y="34886"/>
                  </a:lnTo>
                  <a:lnTo>
                    <a:pt x="0" y="33731"/>
                  </a:lnTo>
                  <a:lnTo>
                    <a:pt x="3199" y="30661"/>
                  </a:lnTo>
                  <a:lnTo>
                    <a:pt x="3539" y="30335"/>
                  </a:lnTo>
                  <a:lnTo>
                    <a:pt x="7232" y="26792"/>
                  </a:lnTo>
                  <a:lnTo>
                    <a:pt x="7491" y="26543"/>
                  </a:lnTo>
                  <a:lnTo>
                    <a:pt x="8384" y="25686"/>
                  </a:lnTo>
                  <a:lnTo>
                    <a:pt x="11601" y="22600"/>
                  </a:lnTo>
                  <a:lnTo>
                    <a:pt x="11898" y="22315"/>
                  </a:lnTo>
                  <a:lnTo>
                    <a:pt x="16388" y="18006"/>
                  </a:lnTo>
                  <a:lnTo>
                    <a:pt x="16567" y="17835"/>
                  </a:lnTo>
                  <a:lnTo>
                    <a:pt x="16755" y="17655"/>
                  </a:lnTo>
                  <a:lnTo>
                    <a:pt x="21237" y="13355"/>
                  </a:lnTo>
                  <a:lnTo>
                    <a:pt x="21469" y="13132"/>
                  </a:lnTo>
                  <a:lnTo>
                    <a:pt x="25273" y="9482"/>
                  </a:lnTo>
                  <a:lnTo>
                    <a:pt x="25433" y="9329"/>
                  </a:lnTo>
                  <a:lnTo>
                    <a:pt x="25865" y="8914"/>
                  </a:lnTo>
                  <a:lnTo>
                    <a:pt x="26052" y="8734"/>
                  </a:lnTo>
                  <a:lnTo>
                    <a:pt x="26354" y="8445"/>
                  </a:lnTo>
                  <a:lnTo>
                    <a:pt x="26515" y="8290"/>
                  </a:lnTo>
                  <a:lnTo>
                    <a:pt x="30804" y="4175"/>
                  </a:lnTo>
                  <a:lnTo>
                    <a:pt x="31149" y="3844"/>
                  </a:lnTo>
                  <a:lnTo>
                    <a:pt x="34002" y="1107"/>
                  </a:lnTo>
                  <a:lnTo>
                    <a:pt x="35156" y="0"/>
                  </a:lnTo>
                  <a:lnTo>
                    <a:pt x="39865" y="4673"/>
                  </a:lnTo>
                  <a:lnTo>
                    <a:pt x="40323" y="5128"/>
                  </a:lnTo>
                  <a:lnTo>
                    <a:pt x="40485" y="52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2806341" y="5436945"/>
              <a:ext cx="106827" cy="95438"/>
            </a:xfrm>
            <a:custGeom>
              <a:avLst/>
              <a:pathLst>
                <a:path w="106827" h="95438">
                  <a:moveTo>
                    <a:pt x="76327" y="74084"/>
                  </a:moveTo>
                  <a:lnTo>
                    <a:pt x="73179" y="77104"/>
                  </a:lnTo>
                  <a:lnTo>
                    <a:pt x="72286" y="77961"/>
                  </a:lnTo>
                  <a:lnTo>
                    <a:pt x="72027" y="78210"/>
                  </a:lnTo>
                  <a:lnTo>
                    <a:pt x="68334" y="81753"/>
                  </a:lnTo>
                  <a:lnTo>
                    <a:pt x="67902" y="82168"/>
                  </a:lnTo>
                  <a:lnTo>
                    <a:pt x="64790" y="85154"/>
                  </a:lnTo>
                  <a:lnTo>
                    <a:pt x="63668" y="86209"/>
                  </a:lnTo>
                  <a:lnTo>
                    <a:pt x="59282" y="90333"/>
                  </a:lnTo>
                  <a:lnTo>
                    <a:pt x="56377" y="93066"/>
                  </a:lnTo>
                  <a:lnTo>
                    <a:pt x="53852" y="95438"/>
                  </a:lnTo>
                  <a:lnTo>
                    <a:pt x="45910" y="88012"/>
                  </a:lnTo>
                  <a:lnTo>
                    <a:pt x="44789" y="87131"/>
                  </a:lnTo>
                  <a:lnTo>
                    <a:pt x="41614" y="84637"/>
                  </a:lnTo>
                  <a:lnTo>
                    <a:pt x="36639" y="81766"/>
                  </a:lnTo>
                  <a:lnTo>
                    <a:pt x="35169" y="81551"/>
                  </a:lnTo>
                  <a:lnTo>
                    <a:pt x="34163" y="81404"/>
                  </a:lnTo>
                  <a:lnTo>
                    <a:pt x="30546" y="79662"/>
                  </a:lnTo>
                  <a:lnTo>
                    <a:pt x="24961" y="74886"/>
                  </a:lnTo>
                  <a:lnTo>
                    <a:pt x="16643" y="83476"/>
                  </a:lnTo>
                  <a:lnTo>
                    <a:pt x="8141" y="75138"/>
                  </a:lnTo>
                  <a:lnTo>
                    <a:pt x="0" y="67154"/>
                  </a:lnTo>
                  <a:lnTo>
                    <a:pt x="189" y="66963"/>
                  </a:lnTo>
                  <a:lnTo>
                    <a:pt x="8236" y="58856"/>
                  </a:lnTo>
                  <a:lnTo>
                    <a:pt x="8840" y="58248"/>
                  </a:lnTo>
                  <a:lnTo>
                    <a:pt x="16722" y="50308"/>
                  </a:lnTo>
                  <a:lnTo>
                    <a:pt x="16851" y="50178"/>
                  </a:lnTo>
                  <a:lnTo>
                    <a:pt x="17220" y="49805"/>
                  </a:lnTo>
                  <a:lnTo>
                    <a:pt x="25299" y="41667"/>
                  </a:lnTo>
                  <a:lnTo>
                    <a:pt x="25555" y="41410"/>
                  </a:lnTo>
                  <a:lnTo>
                    <a:pt x="33642" y="33262"/>
                  </a:lnTo>
                  <a:lnTo>
                    <a:pt x="34092" y="33073"/>
                  </a:lnTo>
                  <a:lnTo>
                    <a:pt x="38593" y="28488"/>
                  </a:lnTo>
                  <a:lnTo>
                    <a:pt x="43245" y="23749"/>
                  </a:lnTo>
                  <a:lnTo>
                    <a:pt x="47788" y="19120"/>
                  </a:lnTo>
                  <a:lnTo>
                    <a:pt x="52587" y="14232"/>
                  </a:lnTo>
                  <a:lnTo>
                    <a:pt x="52726" y="14090"/>
                  </a:lnTo>
                  <a:lnTo>
                    <a:pt x="54376" y="12482"/>
                  </a:lnTo>
                  <a:lnTo>
                    <a:pt x="57385" y="9549"/>
                  </a:lnTo>
                  <a:lnTo>
                    <a:pt x="61736" y="5309"/>
                  </a:lnTo>
                  <a:lnTo>
                    <a:pt x="62177" y="4880"/>
                  </a:lnTo>
                  <a:lnTo>
                    <a:pt x="64085" y="3020"/>
                  </a:lnTo>
                  <a:lnTo>
                    <a:pt x="66467" y="699"/>
                  </a:lnTo>
                  <a:lnTo>
                    <a:pt x="67166" y="0"/>
                  </a:lnTo>
                  <a:lnTo>
                    <a:pt x="67363" y="187"/>
                  </a:lnTo>
                  <a:lnTo>
                    <a:pt x="75154" y="7587"/>
                  </a:lnTo>
                  <a:lnTo>
                    <a:pt x="75463" y="7890"/>
                  </a:lnTo>
                  <a:lnTo>
                    <a:pt x="75761" y="8181"/>
                  </a:lnTo>
                  <a:lnTo>
                    <a:pt x="76058" y="8473"/>
                  </a:lnTo>
                  <a:lnTo>
                    <a:pt x="76434" y="8841"/>
                  </a:lnTo>
                  <a:lnTo>
                    <a:pt x="77477" y="9803"/>
                  </a:lnTo>
                  <a:lnTo>
                    <a:pt x="83468" y="15328"/>
                  </a:lnTo>
                  <a:lnTo>
                    <a:pt x="84620" y="16390"/>
                  </a:lnTo>
                  <a:lnTo>
                    <a:pt x="84971" y="16716"/>
                  </a:lnTo>
                  <a:lnTo>
                    <a:pt x="85243" y="16969"/>
                  </a:lnTo>
                  <a:lnTo>
                    <a:pt x="87540" y="19104"/>
                  </a:lnTo>
                  <a:lnTo>
                    <a:pt x="89543" y="20956"/>
                  </a:lnTo>
                  <a:lnTo>
                    <a:pt x="92628" y="23741"/>
                  </a:lnTo>
                  <a:lnTo>
                    <a:pt x="93680" y="24691"/>
                  </a:lnTo>
                  <a:lnTo>
                    <a:pt x="93812" y="24813"/>
                  </a:lnTo>
                  <a:lnTo>
                    <a:pt x="100558" y="31046"/>
                  </a:lnTo>
                  <a:lnTo>
                    <a:pt x="100720" y="31337"/>
                  </a:lnTo>
                  <a:lnTo>
                    <a:pt x="101022" y="31876"/>
                  </a:lnTo>
                  <a:lnTo>
                    <a:pt x="101559" y="32835"/>
                  </a:lnTo>
                  <a:lnTo>
                    <a:pt x="103034" y="35472"/>
                  </a:lnTo>
                  <a:lnTo>
                    <a:pt x="103810" y="36858"/>
                  </a:lnTo>
                  <a:lnTo>
                    <a:pt x="104214" y="37580"/>
                  </a:lnTo>
                  <a:lnTo>
                    <a:pt x="105054" y="39082"/>
                  </a:lnTo>
                  <a:lnTo>
                    <a:pt x="106827" y="44078"/>
                  </a:lnTo>
                  <a:lnTo>
                    <a:pt x="106192" y="45052"/>
                  </a:lnTo>
                  <a:lnTo>
                    <a:pt x="104206" y="47204"/>
                  </a:lnTo>
                  <a:lnTo>
                    <a:pt x="103499" y="47970"/>
                  </a:lnTo>
                  <a:lnTo>
                    <a:pt x="102241" y="49192"/>
                  </a:lnTo>
                  <a:lnTo>
                    <a:pt x="100529" y="50856"/>
                  </a:lnTo>
                  <a:lnTo>
                    <a:pt x="100318" y="51062"/>
                  </a:lnTo>
                  <a:lnTo>
                    <a:pt x="99951" y="51418"/>
                  </a:lnTo>
                  <a:lnTo>
                    <a:pt x="98797" y="52525"/>
                  </a:lnTo>
                  <a:lnTo>
                    <a:pt x="95944" y="55262"/>
                  </a:lnTo>
                  <a:lnTo>
                    <a:pt x="95599" y="55593"/>
                  </a:lnTo>
                  <a:lnTo>
                    <a:pt x="91310" y="59708"/>
                  </a:lnTo>
                  <a:lnTo>
                    <a:pt x="91149" y="59863"/>
                  </a:lnTo>
                  <a:lnTo>
                    <a:pt x="90847" y="60153"/>
                  </a:lnTo>
                  <a:lnTo>
                    <a:pt x="90660" y="60333"/>
                  </a:lnTo>
                  <a:lnTo>
                    <a:pt x="90228" y="60747"/>
                  </a:lnTo>
                  <a:lnTo>
                    <a:pt x="90018" y="60948"/>
                  </a:lnTo>
                  <a:lnTo>
                    <a:pt x="86264" y="64551"/>
                  </a:lnTo>
                  <a:lnTo>
                    <a:pt x="86032" y="64773"/>
                  </a:lnTo>
                  <a:lnTo>
                    <a:pt x="81550" y="69073"/>
                  </a:lnTo>
                  <a:lnTo>
                    <a:pt x="81362" y="69253"/>
                  </a:lnTo>
                  <a:lnTo>
                    <a:pt x="81183" y="69425"/>
                  </a:lnTo>
                  <a:lnTo>
                    <a:pt x="76693" y="737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2746462" y="5405195"/>
              <a:ext cx="127045" cy="98793"/>
            </a:xfrm>
            <a:custGeom>
              <a:avLst/>
              <a:pathLst>
                <a:path w="127045" h="98793">
                  <a:moveTo>
                    <a:pt x="126346" y="32449"/>
                  </a:moveTo>
                  <a:lnTo>
                    <a:pt x="123964" y="34770"/>
                  </a:lnTo>
                  <a:lnTo>
                    <a:pt x="122013" y="36671"/>
                  </a:lnTo>
                  <a:lnTo>
                    <a:pt x="121615" y="37059"/>
                  </a:lnTo>
                  <a:lnTo>
                    <a:pt x="117255" y="41309"/>
                  </a:lnTo>
                  <a:lnTo>
                    <a:pt x="114255" y="44233"/>
                  </a:lnTo>
                  <a:lnTo>
                    <a:pt x="112605" y="45841"/>
                  </a:lnTo>
                  <a:lnTo>
                    <a:pt x="112466" y="45982"/>
                  </a:lnTo>
                  <a:lnTo>
                    <a:pt x="107667" y="50871"/>
                  </a:lnTo>
                  <a:lnTo>
                    <a:pt x="103062" y="55563"/>
                  </a:lnTo>
                  <a:lnTo>
                    <a:pt x="98472" y="60238"/>
                  </a:lnTo>
                  <a:lnTo>
                    <a:pt x="93971" y="64824"/>
                  </a:lnTo>
                  <a:lnTo>
                    <a:pt x="93493" y="65041"/>
                  </a:lnTo>
                  <a:lnTo>
                    <a:pt x="85434" y="73160"/>
                  </a:lnTo>
                  <a:lnTo>
                    <a:pt x="84978" y="73619"/>
                  </a:lnTo>
                  <a:lnTo>
                    <a:pt x="77099" y="81556"/>
                  </a:lnTo>
                  <a:lnTo>
                    <a:pt x="76730" y="81928"/>
                  </a:lnTo>
                  <a:lnTo>
                    <a:pt x="76600" y="82058"/>
                  </a:lnTo>
                  <a:lnTo>
                    <a:pt x="68719" y="89998"/>
                  </a:lnTo>
                  <a:lnTo>
                    <a:pt x="68115" y="90607"/>
                  </a:lnTo>
                  <a:lnTo>
                    <a:pt x="60068" y="98713"/>
                  </a:lnTo>
                  <a:lnTo>
                    <a:pt x="59765" y="98793"/>
                  </a:lnTo>
                  <a:lnTo>
                    <a:pt x="52464" y="91643"/>
                  </a:lnTo>
                  <a:lnTo>
                    <a:pt x="51645" y="90867"/>
                  </a:lnTo>
                  <a:lnTo>
                    <a:pt x="44245" y="83862"/>
                  </a:lnTo>
                  <a:lnTo>
                    <a:pt x="43256" y="82953"/>
                  </a:lnTo>
                  <a:lnTo>
                    <a:pt x="39094" y="79128"/>
                  </a:lnTo>
                  <a:lnTo>
                    <a:pt x="35521" y="75709"/>
                  </a:lnTo>
                  <a:lnTo>
                    <a:pt x="34948" y="75180"/>
                  </a:lnTo>
                  <a:lnTo>
                    <a:pt x="32124" y="72574"/>
                  </a:lnTo>
                  <a:lnTo>
                    <a:pt x="27302" y="67994"/>
                  </a:lnTo>
                  <a:lnTo>
                    <a:pt x="26407" y="67159"/>
                  </a:lnTo>
                  <a:lnTo>
                    <a:pt x="18031" y="59358"/>
                  </a:lnTo>
                  <a:lnTo>
                    <a:pt x="17027" y="58404"/>
                  </a:lnTo>
                  <a:lnTo>
                    <a:pt x="15320" y="56782"/>
                  </a:lnTo>
                  <a:lnTo>
                    <a:pt x="9242" y="51008"/>
                  </a:lnTo>
                  <a:lnTo>
                    <a:pt x="8795" y="50607"/>
                  </a:lnTo>
                  <a:lnTo>
                    <a:pt x="0" y="42710"/>
                  </a:lnTo>
                  <a:lnTo>
                    <a:pt x="7356" y="34107"/>
                  </a:lnTo>
                  <a:lnTo>
                    <a:pt x="7492" y="33949"/>
                  </a:lnTo>
                  <a:lnTo>
                    <a:pt x="7624" y="33795"/>
                  </a:lnTo>
                  <a:lnTo>
                    <a:pt x="15053" y="25434"/>
                  </a:lnTo>
                  <a:lnTo>
                    <a:pt x="15203" y="25269"/>
                  </a:lnTo>
                  <a:lnTo>
                    <a:pt x="15413" y="25037"/>
                  </a:lnTo>
                  <a:lnTo>
                    <a:pt x="19584" y="20439"/>
                  </a:lnTo>
                  <a:lnTo>
                    <a:pt x="23059" y="16609"/>
                  </a:lnTo>
                  <a:lnTo>
                    <a:pt x="23444" y="16172"/>
                  </a:lnTo>
                  <a:lnTo>
                    <a:pt x="30474" y="8390"/>
                  </a:lnTo>
                  <a:lnTo>
                    <a:pt x="31250" y="8962"/>
                  </a:lnTo>
                  <a:lnTo>
                    <a:pt x="32931" y="10202"/>
                  </a:lnTo>
                  <a:lnTo>
                    <a:pt x="36586" y="12896"/>
                  </a:lnTo>
                  <a:lnTo>
                    <a:pt x="39852" y="15305"/>
                  </a:lnTo>
                  <a:lnTo>
                    <a:pt x="41789" y="16733"/>
                  </a:lnTo>
                  <a:lnTo>
                    <a:pt x="43015" y="17637"/>
                  </a:lnTo>
                  <a:lnTo>
                    <a:pt x="47471" y="20942"/>
                  </a:lnTo>
                  <a:lnTo>
                    <a:pt x="47804" y="21189"/>
                  </a:lnTo>
                  <a:lnTo>
                    <a:pt x="49032" y="22262"/>
                  </a:lnTo>
                  <a:lnTo>
                    <a:pt x="49415" y="22597"/>
                  </a:lnTo>
                  <a:lnTo>
                    <a:pt x="49636" y="22790"/>
                  </a:lnTo>
                  <a:lnTo>
                    <a:pt x="50299" y="23369"/>
                  </a:lnTo>
                  <a:lnTo>
                    <a:pt x="50607" y="23667"/>
                  </a:lnTo>
                  <a:lnTo>
                    <a:pt x="51810" y="24833"/>
                  </a:lnTo>
                  <a:lnTo>
                    <a:pt x="52949" y="25936"/>
                  </a:lnTo>
                  <a:lnTo>
                    <a:pt x="60390" y="33525"/>
                  </a:lnTo>
                  <a:lnTo>
                    <a:pt x="60531" y="33392"/>
                  </a:lnTo>
                  <a:lnTo>
                    <a:pt x="63038" y="31029"/>
                  </a:lnTo>
                  <a:lnTo>
                    <a:pt x="65420" y="28580"/>
                  </a:lnTo>
                  <a:lnTo>
                    <a:pt x="65648" y="28345"/>
                  </a:lnTo>
                  <a:lnTo>
                    <a:pt x="65952" y="28044"/>
                  </a:lnTo>
                  <a:lnTo>
                    <a:pt x="70059" y="23990"/>
                  </a:lnTo>
                  <a:lnTo>
                    <a:pt x="72979" y="21075"/>
                  </a:lnTo>
                  <a:lnTo>
                    <a:pt x="74974" y="19084"/>
                  </a:lnTo>
                  <a:lnTo>
                    <a:pt x="75538" y="18524"/>
                  </a:lnTo>
                  <a:lnTo>
                    <a:pt x="79362" y="14736"/>
                  </a:lnTo>
                  <a:lnTo>
                    <a:pt x="81032" y="13025"/>
                  </a:lnTo>
                  <a:lnTo>
                    <a:pt x="84367" y="9611"/>
                  </a:lnTo>
                  <a:lnTo>
                    <a:pt x="85929" y="8134"/>
                  </a:lnTo>
                  <a:lnTo>
                    <a:pt x="89204" y="5038"/>
                  </a:lnTo>
                  <a:lnTo>
                    <a:pt x="89341" y="4908"/>
                  </a:lnTo>
                  <a:lnTo>
                    <a:pt x="91835" y="2433"/>
                  </a:lnTo>
                  <a:lnTo>
                    <a:pt x="92597" y="1676"/>
                  </a:lnTo>
                  <a:lnTo>
                    <a:pt x="93804" y="478"/>
                  </a:lnTo>
                  <a:lnTo>
                    <a:pt x="94136" y="166"/>
                  </a:lnTo>
                  <a:lnTo>
                    <a:pt x="94339" y="0"/>
                  </a:lnTo>
                  <a:lnTo>
                    <a:pt x="100216" y="5671"/>
                  </a:lnTo>
                  <a:lnTo>
                    <a:pt x="100928" y="6359"/>
                  </a:lnTo>
                  <a:lnTo>
                    <a:pt x="102613" y="7943"/>
                  </a:lnTo>
                  <a:lnTo>
                    <a:pt x="103722" y="8985"/>
                  </a:lnTo>
                  <a:lnTo>
                    <a:pt x="106307" y="11417"/>
                  </a:lnTo>
                  <a:lnTo>
                    <a:pt x="110439" y="15517"/>
                  </a:lnTo>
                  <a:lnTo>
                    <a:pt x="110841" y="15917"/>
                  </a:lnTo>
                  <a:lnTo>
                    <a:pt x="112363" y="17427"/>
                  </a:lnTo>
                  <a:lnTo>
                    <a:pt x="118593" y="23610"/>
                  </a:lnTo>
                  <a:lnTo>
                    <a:pt x="118731" y="23746"/>
                  </a:lnTo>
                  <a:lnTo>
                    <a:pt x="118896" y="23910"/>
                  </a:lnTo>
                  <a:lnTo>
                    <a:pt x="119378" y="24389"/>
                  </a:lnTo>
                  <a:lnTo>
                    <a:pt x="127045" y="317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2695478" y="5447919"/>
              <a:ext cx="164715" cy="149848"/>
            </a:xfrm>
            <a:custGeom>
              <a:avLst/>
              <a:pathLst>
                <a:path w="164715" h="149848">
                  <a:moveTo>
                    <a:pt x="86505" y="32984"/>
                  </a:moveTo>
                  <a:lnTo>
                    <a:pt x="90077" y="36404"/>
                  </a:lnTo>
                  <a:lnTo>
                    <a:pt x="94347" y="40328"/>
                  </a:lnTo>
                  <a:lnTo>
                    <a:pt x="95228" y="41138"/>
                  </a:lnTo>
                  <a:lnTo>
                    <a:pt x="102733" y="48243"/>
                  </a:lnTo>
                  <a:lnTo>
                    <a:pt x="103447" y="48918"/>
                  </a:lnTo>
                  <a:lnTo>
                    <a:pt x="110862" y="56180"/>
                  </a:lnTo>
                  <a:lnTo>
                    <a:pt x="119146" y="64305"/>
                  </a:lnTo>
                  <a:lnTo>
                    <a:pt x="127505" y="72502"/>
                  </a:lnTo>
                  <a:lnTo>
                    <a:pt x="135823" y="63912"/>
                  </a:lnTo>
                  <a:lnTo>
                    <a:pt x="141408" y="68688"/>
                  </a:lnTo>
                  <a:lnTo>
                    <a:pt x="145025" y="70430"/>
                  </a:lnTo>
                  <a:lnTo>
                    <a:pt x="146031" y="70577"/>
                  </a:lnTo>
                  <a:lnTo>
                    <a:pt x="147501" y="70792"/>
                  </a:lnTo>
                  <a:lnTo>
                    <a:pt x="152477" y="73663"/>
                  </a:lnTo>
                  <a:lnTo>
                    <a:pt x="155651" y="76158"/>
                  </a:lnTo>
                  <a:lnTo>
                    <a:pt x="156772" y="77039"/>
                  </a:lnTo>
                  <a:lnTo>
                    <a:pt x="164715" y="84465"/>
                  </a:lnTo>
                  <a:lnTo>
                    <a:pt x="160658" y="88708"/>
                  </a:lnTo>
                  <a:lnTo>
                    <a:pt x="159916" y="89483"/>
                  </a:lnTo>
                  <a:lnTo>
                    <a:pt x="159199" y="90167"/>
                  </a:lnTo>
                  <a:lnTo>
                    <a:pt x="157429" y="91854"/>
                  </a:lnTo>
                  <a:lnTo>
                    <a:pt x="151698" y="97317"/>
                  </a:lnTo>
                  <a:lnTo>
                    <a:pt x="151482" y="97523"/>
                  </a:lnTo>
                  <a:lnTo>
                    <a:pt x="149685" y="99221"/>
                  </a:lnTo>
                  <a:lnTo>
                    <a:pt x="141457" y="106995"/>
                  </a:lnTo>
                  <a:lnTo>
                    <a:pt x="118871" y="128337"/>
                  </a:lnTo>
                  <a:lnTo>
                    <a:pt x="110505" y="136242"/>
                  </a:lnTo>
                  <a:lnTo>
                    <a:pt x="98099" y="147964"/>
                  </a:lnTo>
                  <a:lnTo>
                    <a:pt x="96191" y="149848"/>
                  </a:lnTo>
                  <a:lnTo>
                    <a:pt x="65175" y="117955"/>
                  </a:lnTo>
                  <a:lnTo>
                    <a:pt x="51973" y="104382"/>
                  </a:lnTo>
                  <a:lnTo>
                    <a:pt x="36067" y="88030"/>
                  </a:lnTo>
                  <a:lnTo>
                    <a:pt x="33297" y="85182"/>
                  </a:lnTo>
                  <a:lnTo>
                    <a:pt x="27799" y="79529"/>
                  </a:lnTo>
                  <a:lnTo>
                    <a:pt x="21967" y="73571"/>
                  </a:lnTo>
                  <a:lnTo>
                    <a:pt x="9911" y="61253"/>
                  </a:lnTo>
                  <a:lnTo>
                    <a:pt x="7470" y="58759"/>
                  </a:lnTo>
                  <a:lnTo>
                    <a:pt x="7153" y="58460"/>
                  </a:lnTo>
                  <a:lnTo>
                    <a:pt x="6869" y="58190"/>
                  </a:lnTo>
                  <a:lnTo>
                    <a:pt x="0" y="51689"/>
                  </a:lnTo>
                  <a:lnTo>
                    <a:pt x="1338" y="50374"/>
                  </a:lnTo>
                  <a:lnTo>
                    <a:pt x="2300" y="49429"/>
                  </a:lnTo>
                  <a:lnTo>
                    <a:pt x="5408" y="46374"/>
                  </a:lnTo>
                  <a:lnTo>
                    <a:pt x="5596" y="46186"/>
                  </a:lnTo>
                  <a:lnTo>
                    <a:pt x="8446" y="43334"/>
                  </a:lnTo>
                  <a:lnTo>
                    <a:pt x="9035" y="42744"/>
                  </a:lnTo>
                  <a:lnTo>
                    <a:pt x="8570" y="42331"/>
                  </a:lnTo>
                  <a:lnTo>
                    <a:pt x="10189" y="40632"/>
                  </a:lnTo>
                  <a:lnTo>
                    <a:pt x="12889" y="37796"/>
                  </a:lnTo>
                  <a:lnTo>
                    <a:pt x="16169" y="34339"/>
                  </a:lnTo>
                  <a:lnTo>
                    <a:pt x="18133" y="36341"/>
                  </a:lnTo>
                  <a:lnTo>
                    <a:pt x="18671" y="35762"/>
                  </a:lnTo>
                  <a:lnTo>
                    <a:pt x="27004" y="26795"/>
                  </a:lnTo>
                  <a:lnTo>
                    <a:pt x="27514" y="26247"/>
                  </a:lnTo>
                  <a:lnTo>
                    <a:pt x="34891" y="18138"/>
                  </a:lnTo>
                  <a:lnTo>
                    <a:pt x="35013" y="18005"/>
                  </a:lnTo>
                  <a:lnTo>
                    <a:pt x="42912" y="9187"/>
                  </a:lnTo>
                  <a:lnTo>
                    <a:pt x="43057" y="9025"/>
                  </a:lnTo>
                  <a:lnTo>
                    <a:pt x="43879" y="8107"/>
                  </a:lnTo>
                  <a:lnTo>
                    <a:pt x="50971" y="0"/>
                  </a:lnTo>
                  <a:lnTo>
                    <a:pt x="59904" y="7996"/>
                  </a:lnTo>
                  <a:lnTo>
                    <a:pt x="60236" y="8293"/>
                  </a:lnTo>
                  <a:lnTo>
                    <a:pt x="66304" y="14058"/>
                  </a:lnTo>
                  <a:lnTo>
                    <a:pt x="68098" y="15763"/>
                  </a:lnTo>
                  <a:lnTo>
                    <a:pt x="69014" y="16634"/>
                  </a:lnTo>
                  <a:lnTo>
                    <a:pt x="77399" y="24443"/>
                  </a:lnTo>
                  <a:lnTo>
                    <a:pt x="78286" y="25269"/>
                  </a:lnTo>
                  <a:lnTo>
                    <a:pt x="83107" y="29850"/>
                  </a:lnTo>
                  <a:lnTo>
                    <a:pt x="85945" y="324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2475689" y="5506110"/>
              <a:ext cx="325024" cy="262001"/>
            </a:xfrm>
            <a:custGeom>
              <a:avLst/>
              <a:pathLst>
                <a:path w="325024" h="262001">
                  <a:moveTo>
                    <a:pt x="284964" y="59764"/>
                  </a:moveTo>
                  <a:lnTo>
                    <a:pt x="315981" y="91658"/>
                  </a:lnTo>
                  <a:lnTo>
                    <a:pt x="325024" y="100571"/>
                  </a:lnTo>
                  <a:lnTo>
                    <a:pt x="292174" y="131306"/>
                  </a:lnTo>
                  <a:lnTo>
                    <a:pt x="290959" y="132443"/>
                  </a:lnTo>
                  <a:lnTo>
                    <a:pt x="289817" y="133587"/>
                  </a:lnTo>
                  <a:lnTo>
                    <a:pt x="275150" y="147582"/>
                  </a:lnTo>
                  <a:lnTo>
                    <a:pt x="273749" y="149727"/>
                  </a:lnTo>
                  <a:lnTo>
                    <a:pt x="273598" y="154492"/>
                  </a:lnTo>
                  <a:lnTo>
                    <a:pt x="274288" y="158955"/>
                  </a:lnTo>
                  <a:lnTo>
                    <a:pt x="274144" y="161265"/>
                  </a:lnTo>
                  <a:lnTo>
                    <a:pt x="273593" y="163301"/>
                  </a:lnTo>
                  <a:lnTo>
                    <a:pt x="272938" y="165720"/>
                  </a:lnTo>
                  <a:lnTo>
                    <a:pt x="271402" y="170588"/>
                  </a:lnTo>
                  <a:lnTo>
                    <a:pt x="270230" y="173075"/>
                  </a:lnTo>
                  <a:lnTo>
                    <a:pt x="269539" y="174492"/>
                  </a:lnTo>
                  <a:lnTo>
                    <a:pt x="268355" y="176920"/>
                  </a:lnTo>
                  <a:lnTo>
                    <a:pt x="267602" y="179331"/>
                  </a:lnTo>
                  <a:lnTo>
                    <a:pt x="266993" y="181477"/>
                  </a:lnTo>
                  <a:lnTo>
                    <a:pt x="266219" y="184847"/>
                  </a:lnTo>
                  <a:lnTo>
                    <a:pt x="265959" y="188816"/>
                  </a:lnTo>
                  <a:lnTo>
                    <a:pt x="266149" y="194264"/>
                  </a:lnTo>
                  <a:lnTo>
                    <a:pt x="266587" y="197444"/>
                  </a:lnTo>
                  <a:lnTo>
                    <a:pt x="267701" y="200325"/>
                  </a:lnTo>
                  <a:lnTo>
                    <a:pt x="268171" y="201540"/>
                  </a:lnTo>
                  <a:lnTo>
                    <a:pt x="269420" y="204159"/>
                  </a:lnTo>
                  <a:lnTo>
                    <a:pt x="272040" y="208603"/>
                  </a:lnTo>
                  <a:lnTo>
                    <a:pt x="273145" y="209771"/>
                  </a:lnTo>
                  <a:lnTo>
                    <a:pt x="273415" y="210029"/>
                  </a:lnTo>
                  <a:lnTo>
                    <a:pt x="273809" y="210369"/>
                  </a:lnTo>
                  <a:lnTo>
                    <a:pt x="278057" y="215185"/>
                  </a:lnTo>
                  <a:lnTo>
                    <a:pt x="279684" y="216841"/>
                  </a:lnTo>
                  <a:lnTo>
                    <a:pt x="287300" y="224591"/>
                  </a:lnTo>
                  <a:lnTo>
                    <a:pt x="286222" y="226339"/>
                  </a:lnTo>
                  <a:lnTo>
                    <a:pt x="285327" y="227789"/>
                  </a:lnTo>
                  <a:lnTo>
                    <a:pt x="284510" y="229152"/>
                  </a:lnTo>
                  <a:lnTo>
                    <a:pt x="284250" y="229587"/>
                  </a:lnTo>
                  <a:lnTo>
                    <a:pt x="283463" y="230898"/>
                  </a:lnTo>
                  <a:lnTo>
                    <a:pt x="282363" y="233638"/>
                  </a:lnTo>
                  <a:lnTo>
                    <a:pt x="282261" y="233996"/>
                  </a:lnTo>
                  <a:lnTo>
                    <a:pt x="282146" y="234401"/>
                  </a:lnTo>
                  <a:lnTo>
                    <a:pt x="281581" y="236380"/>
                  </a:lnTo>
                  <a:lnTo>
                    <a:pt x="281200" y="238184"/>
                  </a:lnTo>
                  <a:lnTo>
                    <a:pt x="280986" y="239278"/>
                  </a:lnTo>
                  <a:lnTo>
                    <a:pt x="279475" y="243767"/>
                  </a:lnTo>
                  <a:lnTo>
                    <a:pt x="277642" y="249217"/>
                  </a:lnTo>
                  <a:lnTo>
                    <a:pt x="275337" y="256068"/>
                  </a:lnTo>
                  <a:lnTo>
                    <a:pt x="272716" y="262001"/>
                  </a:lnTo>
                  <a:lnTo>
                    <a:pt x="272212" y="261607"/>
                  </a:lnTo>
                  <a:lnTo>
                    <a:pt x="271094" y="261256"/>
                  </a:lnTo>
                  <a:lnTo>
                    <a:pt x="270108" y="261190"/>
                  </a:lnTo>
                  <a:lnTo>
                    <a:pt x="268552" y="260511"/>
                  </a:lnTo>
                  <a:lnTo>
                    <a:pt x="268004" y="259744"/>
                  </a:lnTo>
                  <a:lnTo>
                    <a:pt x="267198" y="259438"/>
                  </a:lnTo>
                  <a:lnTo>
                    <a:pt x="262985" y="257837"/>
                  </a:lnTo>
                  <a:lnTo>
                    <a:pt x="261056" y="256500"/>
                  </a:lnTo>
                  <a:lnTo>
                    <a:pt x="258864" y="255689"/>
                  </a:lnTo>
                  <a:lnTo>
                    <a:pt x="258270" y="255440"/>
                  </a:lnTo>
                  <a:lnTo>
                    <a:pt x="257242" y="255009"/>
                  </a:lnTo>
                  <a:lnTo>
                    <a:pt x="255840" y="254746"/>
                  </a:lnTo>
                  <a:lnTo>
                    <a:pt x="253889" y="254133"/>
                  </a:lnTo>
                  <a:lnTo>
                    <a:pt x="252574" y="253804"/>
                  </a:lnTo>
                  <a:lnTo>
                    <a:pt x="249089" y="252270"/>
                  </a:lnTo>
                  <a:lnTo>
                    <a:pt x="247533" y="251130"/>
                  </a:lnTo>
                  <a:lnTo>
                    <a:pt x="245473" y="250429"/>
                  </a:lnTo>
                  <a:lnTo>
                    <a:pt x="244618" y="250100"/>
                  </a:lnTo>
                  <a:lnTo>
                    <a:pt x="244004" y="249793"/>
                  </a:lnTo>
                  <a:lnTo>
                    <a:pt x="243347" y="249223"/>
                  </a:lnTo>
                  <a:lnTo>
                    <a:pt x="242733" y="248478"/>
                  </a:lnTo>
                  <a:lnTo>
                    <a:pt x="242010" y="248149"/>
                  </a:lnTo>
                  <a:lnTo>
                    <a:pt x="241548" y="248064"/>
                  </a:lnTo>
                  <a:lnTo>
                    <a:pt x="240936" y="247952"/>
                  </a:lnTo>
                  <a:lnTo>
                    <a:pt x="240234" y="247842"/>
                  </a:lnTo>
                  <a:lnTo>
                    <a:pt x="239555" y="247623"/>
                  </a:lnTo>
                  <a:lnTo>
                    <a:pt x="239007" y="247229"/>
                  </a:lnTo>
                  <a:lnTo>
                    <a:pt x="238393" y="246922"/>
                  </a:lnTo>
                  <a:lnTo>
                    <a:pt x="237582" y="246330"/>
                  </a:lnTo>
                  <a:lnTo>
                    <a:pt x="236684" y="246089"/>
                  </a:lnTo>
                  <a:lnTo>
                    <a:pt x="236004" y="245782"/>
                  </a:lnTo>
                  <a:lnTo>
                    <a:pt x="235369" y="245190"/>
                  </a:lnTo>
                  <a:lnTo>
                    <a:pt x="234492" y="244423"/>
                  </a:lnTo>
                  <a:lnTo>
                    <a:pt x="233528" y="244160"/>
                  </a:lnTo>
                  <a:lnTo>
                    <a:pt x="232651" y="244094"/>
                  </a:lnTo>
                  <a:lnTo>
                    <a:pt x="231730" y="243875"/>
                  </a:lnTo>
                  <a:lnTo>
                    <a:pt x="230700" y="243634"/>
                  </a:lnTo>
                  <a:lnTo>
                    <a:pt x="229714" y="243152"/>
                  </a:lnTo>
                  <a:lnTo>
                    <a:pt x="228903" y="242473"/>
                  </a:lnTo>
                  <a:lnTo>
                    <a:pt x="227676" y="241969"/>
                  </a:lnTo>
                  <a:lnTo>
                    <a:pt x="226974" y="241749"/>
                  </a:lnTo>
                  <a:lnTo>
                    <a:pt x="226295" y="241662"/>
                  </a:lnTo>
                  <a:lnTo>
                    <a:pt x="224914" y="241136"/>
                  </a:lnTo>
                  <a:lnTo>
                    <a:pt x="224081" y="240522"/>
                  </a:lnTo>
                  <a:lnTo>
                    <a:pt x="223446" y="240084"/>
                  </a:lnTo>
                  <a:lnTo>
                    <a:pt x="222481" y="240215"/>
                  </a:lnTo>
                  <a:lnTo>
                    <a:pt x="221626" y="240303"/>
                  </a:lnTo>
                  <a:lnTo>
                    <a:pt x="220903" y="240084"/>
                  </a:lnTo>
                  <a:lnTo>
                    <a:pt x="219961" y="239382"/>
                  </a:lnTo>
                  <a:lnTo>
                    <a:pt x="218711" y="238045"/>
                  </a:lnTo>
                  <a:lnTo>
                    <a:pt x="218098" y="237629"/>
                  </a:lnTo>
                  <a:lnTo>
                    <a:pt x="217046" y="237125"/>
                  </a:lnTo>
                  <a:lnTo>
                    <a:pt x="216059" y="236927"/>
                  </a:lnTo>
                  <a:lnTo>
                    <a:pt x="214985" y="236971"/>
                  </a:lnTo>
                  <a:lnTo>
                    <a:pt x="214131" y="236884"/>
                  </a:lnTo>
                  <a:lnTo>
                    <a:pt x="213429" y="236686"/>
                  </a:lnTo>
                  <a:lnTo>
                    <a:pt x="212947" y="236226"/>
                  </a:lnTo>
                  <a:lnTo>
                    <a:pt x="212158" y="235503"/>
                  </a:lnTo>
                  <a:lnTo>
                    <a:pt x="211040" y="234933"/>
                  </a:lnTo>
                  <a:lnTo>
                    <a:pt x="210339" y="234736"/>
                  </a:lnTo>
                  <a:lnTo>
                    <a:pt x="209309" y="234407"/>
                  </a:lnTo>
                  <a:lnTo>
                    <a:pt x="208432" y="233925"/>
                  </a:lnTo>
                  <a:lnTo>
                    <a:pt x="208059" y="233421"/>
                  </a:lnTo>
                  <a:lnTo>
                    <a:pt x="207533" y="233004"/>
                  </a:lnTo>
                  <a:lnTo>
                    <a:pt x="206876" y="232785"/>
                  </a:lnTo>
                  <a:lnTo>
                    <a:pt x="206131" y="232675"/>
                  </a:lnTo>
                  <a:lnTo>
                    <a:pt x="204290" y="232675"/>
                  </a:lnTo>
                  <a:lnTo>
                    <a:pt x="203391" y="232478"/>
                  </a:lnTo>
                  <a:lnTo>
                    <a:pt x="202536" y="231952"/>
                  </a:lnTo>
                  <a:lnTo>
                    <a:pt x="201879" y="231229"/>
                  </a:lnTo>
                  <a:lnTo>
                    <a:pt x="200914" y="230812"/>
                  </a:lnTo>
                  <a:lnTo>
                    <a:pt x="200147" y="230615"/>
                  </a:lnTo>
                  <a:lnTo>
                    <a:pt x="199292" y="230089"/>
                  </a:lnTo>
                  <a:lnTo>
                    <a:pt x="198438" y="229388"/>
                  </a:lnTo>
                  <a:lnTo>
                    <a:pt x="197868" y="229081"/>
                  </a:lnTo>
                  <a:lnTo>
                    <a:pt x="197101" y="228752"/>
                  </a:lnTo>
                  <a:lnTo>
                    <a:pt x="196421" y="228643"/>
                  </a:lnTo>
                  <a:lnTo>
                    <a:pt x="195369" y="228445"/>
                  </a:lnTo>
                  <a:lnTo>
                    <a:pt x="194339" y="228182"/>
                  </a:lnTo>
                  <a:lnTo>
                    <a:pt x="193876" y="227997"/>
                  </a:lnTo>
                  <a:lnTo>
                    <a:pt x="193462" y="227832"/>
                  </a:lnTo>
                  <a:lnTo>
                    <a:pt x="192892" y="227349"/>
                  </a:lnTo>
                  <a:lnTo>
                    <a:pt x="192257" y="226911"/>
                  </a:lnTo>
                  <a:lnTo>
                    <a:pt x="191314" y="226560"/>
                  </a:lnTo>
                  <a:lnTo>
                    <a:pt x="190525" y="226473"/>
                  </a:lnTo>
                  <a:lnTo>
                    <a:pt x="189627" y="226319"/>
                  </a:lnTo>
                  <a:lnTo>
                    <a:pt x="188882" y="226013"/>
                  </a:lnTo>
                  <a:lnTo>
                    <a:pt x="188093" y="225465"/>
                  </a:lnTo>
                  <a:lnTo>
                    <a:pt x="186953" y="224588"/>
                  </a:lnTo>
                  <a:lnTo>
                    <a:pt x="186164" y="224040"/>
                  </a:lnTo>
                  <a:lnTo>
                    <a:pt x="185375" y="223711"/>
                  </a:lnTo>
                  <a:lnTo>
                    <a:pt x="184542" y="223689"/>
                  </a:lnTo>
                  <a:lnTo>
                    <a:pt x="183709" y="223799"/>
                  </a:lnTo>
                  <a:lnTo>
                    <a:pt x="182153" y="223339"/>
                  </a:lnTo>
                  <a:lnTo>
                    <a:pt x="181342" y="222769"/>
                  </a:lnTo>
                  <a:lnTo>
                    <a:pt x="180816" y="222243"/>
                  </a:lnTo>
                  <a:lnTo>
                    <a:pt x="180202" y="221848"/>
                  </a:lnTo>
                  <a:lnTo>
                    <a:pt x="179457" y="221629"/>
                  </a:lnTo>
                  <a:lnTo>
                    <a:pt x="178317" y="221432"/>
                  </a:lnTo>
                  <a:lnTo>
                    <a:pt x="176871" y="221125"/>
                  </a:lnTo>
                  <a:lnTo>
                    <a:pt x="176082" y="220599"/>
                  </a:lnTo>
                  <a:lnTo>
                    <a:pt x="175512" y="220095"/>
                  </a:lnTo>
                  <a:lnTo>
                    <a:pt x="174833" y="219656"/>
                  </a:lnTo>
                  <a:lnTo>
                    <a:pt x="173956" y="219547"/>
                  </a:lnTo>
                  <a:lnTo>
                    <a:pt x="172948" y="219371"/>
                  </a:lnTo>
                  <a:lnTo>
                    <a:pt x="171983" y="218977"/>
                  </a:lnTo>
                  <a:lnTo>
                    <a:pt x="171194" y="218539"/>
                  </a:lnTo>
                  <a:lnTo>
                    <a:pt x="170690" y="218013"/>
                  </a:lnTo>
                  <a:lnTo>
                    <a:pt x="169419" y="217202"/>
                  </a:lnTo>
                  <a:lnTo>
                    <a:pt x="168301" y="216983"/>
                  </a:lnTo>
                  <a:lnTo>
                    <a:pt x="167512" y="216851"/>
                  </a:lnTo>
                  <a:lnTo>
                    <a:pt x="166570" y="216500"/>
                  </a:lnTo>
                  <a:lnTo>
                    <a:pt x="165737" y="215930"/>
                  </a:lnTo>
                  <a:lnTo>
                    <a:pt x="164882" y="215185"/>
                  </a:lnTo>
                  <a:lnTo>
                    <a:pt x="164027" y="214659"/>
                  </a:lnTo>
                  <a:lnTo>
                    <a:pt x="163107" y="214309"/>
                  </a:lnTo>
                  <a:lnTo>
                    <a:pt x="162970" y="214287"/>
                  </a:lnTo>
                  <a:lnTo>
                    <a:pt x="162405" y="214200"/>
                  </a:lnTo>
                  <a:lnTo>
                    <a:pt x="161792" y="215010"/>
                  </a:lnTo>
                  <a:lnTo>
                    <a:pt x="160389" y="214813"/>
                  </a:lnTo>
                  <a:lnTo>
                    <a:pt x="159819" y="213805"/>
                  </a:lnTo>
                  <a:lnTo>
                    <a:pt x="159030" y="212950"/>
                  </a:lnTo>
                  <a:lnTo>
                    <a:pt x="158175" y="212753"/>
                  </a:lnTo>
                  <a:lnTo>
                    <a:pt x="157167" y="212775"/>
                  </a:lnTo>
                  <a:lnTo>
                    <a:pt x="156422" y="212534"/>
                  </a:lnTo>
                  <a:lnTo>
                    <a:pt x="155742" y="212358"/>
                  </a:lnTo>
                  <a:lnTo>
                    <a:pt x="154931" y="211898"/>
                  </a:lnTo>
                  <a:lnTo>
                    <a:pt x="154141" y="211393"/>
                  </a:lnTo>
                  <a:lnTo>
                    <a:pt x="153332" y="210891"/>
                  </a:lnTo>
                  <a:lnTo>
                    <a:pt x="152632" y="210494"/>
                  </a:lnTo>
                  <a:lnTo>
                    <a:pt x="151995" y="210079"/>
                  </a:lnTo>
                  <a:lnTo>
                    <a:pt x="151008" y="209622"/>
                  </a:lnTo>
                  <a:lnTo>
                    <a:pt x="149211" y="208961"/>
                  </a:lnTo>
                  <a:lnTo>
                    <a:pt x="148641" y="208610"/>
                  </a:lnTo>
                  <a:lnTo>
                    <a:pt x="148006" y="208326"/>
                  </a:lnTo>
                  <a:lnTo>
                    <a:pt x="147150" y="207930"/>
                  </a:lnTo>
                  <a:lnTo>
                    <a:pt x="146081" y="207718"/>
                  </a:lnTo>
                  <a:lnTo>
                    <a:pt x="145485" y="207600"/>
                  </a:lnTo>
                  <a:lnTo>
                    <a:pt x="144827" y="207383"/>
                  </a:lnTo>
                  <a:lnTo>
                    <a:pt x="144258" y="206966"/>
                  </a:lnTo>
                  <a:lnTo>
                    <a:pt x="143931" y="206287"/>
                  </a:lnTo>
                  <a:lnTo>
                    <a:pt x="143534" y="205761"/>
                  </a:lnTo>
                  <a:lnTo>
                    <a:pt x="142898" y="205235"/>
                  </a:lnTo>
                  <a:lnTo>
                    <a:pt x="141628" y="205038"/>
                  </a:lnTo>
                  <a:lnTo>
                    <a:pt x="140728" y="205125"/>
                  </a:lnTo>
                  <a:lnTo>
                    <a:pt x="139940" y="205015"/>
                  </a:lnTo>
                  <a:lnTo>
                    <a:pt x="139260" y="204600"/>
                  </a:lnTo>
                  <a:lnTo>
                    <a:pt x="138539" y="204204"/>
                  </a:lnTo>
                  <a:lnTo>
                    <a:pt x="137947" y="203371"/>
                  </a:lnTo>
                  <a:lnTo>
                    <a:pt x="137352" y="202781"/>
                  </a:lnTo>
                  <a:lnTo>
                    <a:pt x="136784" y="202429"/>
                  </a:lnTo>
                  <a:lnTo>
                    <a:pt x="135841" y="202144"/>
                  </a:lnTo>
                  <a:lnTo>
                    <a:pt x="134460" y="202144"/>
                  </a:lnTo>
                  <a:lnTo>
                    <a:pt x="133496" y="201903"/>
                  </a:lnTo>
                  <a:lnTo>
                    <a:pt x="132597" y="201333"/>
                  </a:lnTo>
                  <a:lnTo>
                    <a:pt x="131830" y="200654"/>
                  </a:lnTo>
                  <a:lnTo>
                    <a:pt x="130976" y="200588"/>
                  </a:lnTo>
                  <a:lnTo>
                    <a:pt x="130252" y="200479"/>
                  </a:lnTo>
                  <a:lnTo>
                    <a:pt x="129617" y="200479"/>
                  </a:lnTo>
                  <a:lnTo>
                    <a:pt x="129003" y="200281"/>
                  </a:lnTo>
                  <a:lnTo>
                    <a:pt x="128345" y="199755"/>
                  </a:lnTo>
                  <a:lnTo>
                    <a:pt x="127600" y="198835"/>
                  </a:lnTo>
                  <a:lnTo>
                    <a:pt x="126855" y="198396"/>
                  </a:lnTo>
                  <a:lnTo>
                    <a:pt x="125869" y="198331"/>
                  </a:lnTo>
                  <a:lnTo>
                    <a:pt x="124882" y="198374"/>
                  </a:lnTo>
                  <a:lnTo>
                    <a:pt x="124115" y="198002"/>
                  </a:lnTo>
                  <a:lnTo>
                    <a:pt x="123523" y="197695"/>
                  </a:lnTo>
                  <a:lnTo>
                    <a:pt x="122953" y="197234"/>
                  </a:lnTo>
                  <a:lnTo>
                    <a:pt x="122672" y="197042"/>
                  </a:lnTo>
                  <a:lnTo>
                    <a:pt x="121989" y="196577"/>
                  </a:lnTo>
                  <a:lnTo>
                    <a:pt x="121430" y="196450"/>
                  </a:lnTo>
                  <a:lnTo>
                    <a:pt x="121025" y="196358"/>
                  </a:lnTo>
                  <a:lnTo>
                    <a:pt x="120375" y="196246"/>
                  </a:lnTo>
                  <a:lnTo>
                    <a:pt x="119885" y="196161"/>
                  </a:lnTo>
                  <a:lnTo>
                    <a:pt x="118965" y="195635"/>
                  </a:lnTo>
                  <a:lnTo>
                    <a:pt x="118044" y="195131"/>
                  </a:lnTo>
                  <a:lnTo>
                    <a:pt x="117255" y="194714"/>
                  </a:lnTo>
                  <a:lnTo>
                    <a:pt x="115852" y="194298"/>
                  </a:lnTo>
                  <a:lnTo>
                    <a:pt x="114954" y="194188"/>
                  </a:lnTo>
                  <a:lnTo>
                    <a:pt x="114540" y="194046"/>
                  </a:lnTo>
                  <a:lnTo>
                    <a:pt x="114318" y="193969"/>
                  </a:lnTo>
                  <a:lnTo>
                    <a:pt x="114045" y="193836"/>
                  </a:lnTo>
                  <a:lnTo>
                    <a:pt x="113551" y="193597"/>
                  </a:lnTo>
                  <a:lnTo>
                    <a:pt x="112959" y="193267"/>
                  </a:lnTo>
                  <a:lnTo>
                    <a:pt x="112323" y="192807"/>
                  </a:lnTo>
                  <a:lnTo>
                    <a:pt x="111469" y="192194"/>
                  </a:lnTo>
                  <a:lnTo>
                    <a:pt x="110745" y="191821"/>
                  </a:lnTo>
                  <a:lnTo>
                    <a:pt x="109891" y="191712"/>
                  </a:lnTo>
                  <a:lnTo>
                    <a:pt x="108948" y="191580"/>
                  </a:lnTo>
                  <a:lnTo>
                    <a:pt x="107724" y="191257"/>
                  </a:lnTo>
                  <a:lnTo>
                    <a:pt x="106954" y="190791"/>
                  </a:lnTo>
                  <a:lnTo>
                    <a:pt x="106253" y="190769"/>
                  </a:lnTo>
                  <a:lnTo>
                    <a:pt x="105617" y="190462"/>
                  </a:lnTo>
                  <a:lnTo>
                    <a:pt x="105319" y="190154"/>
                  </a:lnTo>
                  <a:lnTo>
                    <a:pt x="104981" y="189805"/>
                  </a:lnTo>
                  <a:lnTo>
                    <a:pt x="104433" y="189059"/>
                  </a:lnTo>
                  <a:lnTo>
                    <a:pt x="103907" y="188621"/>
                  </a:lnTo>
                  <a:lnTo>
                    <a:pt x="102526" y="188512"/>
                  </a:lnTo>
                  <a:lnTo>
                    <a:pt x="101895" y="188457"/>
                  </a:lnTo>
                  <a:lnTo>
                    <a:pt x="101518" y="188424"/>
                  </a:lnTo>
                  <a:lnTo>
                    <a:pt x="100729" y="188205"/>
                  </a:lnTo>
                  <a:lnTo>
                    <a:pt x="100138" y="187788"/>
                  </a:lnTo>
                  <a:lnTo>
                    <a:pt x="99327" y="187043"/>
                  </a:lnTo>
                  <a:lnTo>
                    <a:pt x="98428" y="186670"/>
                  </a:lnTo>
                  <a:lnTo>
                    <a:pt x="97485" y="186561"/>
                  </a:lnTo>
                  <a:lnTo>
                    <a:pt x="96543" y="186451"/>
                  </a:lnTo>
                  <a:lnTo>
                    <a:pt x="95951" y="186232"/>
                  </a:lnTo>
                  <a:lnTo>
                    <a:pt x="95338" y="185925"/>
                  </a:lnTo>
                  <a:lnTo>
                    <a:pt x="94570" y="185312"/>
                  </a:lnTo>
                  <a:lnTo>
                    <a:pt x="93913" y="184808"/>
                  </a:lnTo>
                  <a:lnTo>
                    <a:pt x="93482" y="184648"/>
                  </a:lnTo>
                  <a:lnTo>
                    <a:pt x="93321" y="184588"/>
                  </a:lnTo>
                  <a:lnTo>
                    <a:pt x="92532" y="184479"/>
                  </a:lnTo>
                  <a:lnTo>
                    <a:pt x="91795" y="184491"/>
                  </a:lnTo>
                  <a:lnTo>
                    <a:pt x="91217" y="184501"/>
                  </a:lnTo>
                  <a:lnTo>
                    <a:pt x="90893" y="184420"/>
                  </a:lnTo>
                  <a:lnTo>
                    <a:pt x="90165" y="184238"/>
                  </a:lnTo>
                  <a:lnTo>
                    <a:pt x="89420" y="184062"/>
                  </a:lnTo>
                  <a:lnTo>
                    <a:pt x="88652" y="183448"/>
                  </a:lnTo>
                  <a:lnTo>
                    <a:pt x="87316" y="182572"/>
                  </a:lnTo>
                  <a:lnTo>
                    <a:pt x="86549" y="182112"/>
                  </a:lnTo>
                  <a:lnTo>
                    <a:pt x="85212" y="181805"/>
                  </a:lnTo>
                  <a:lnTo>
                    <a:pt x="84478" y="181474"/>
                  </a:lnTo>
                  <a:lnTo>
                    <a:pt x="83853" y="181191"/>
                  </a:lnTo>
                  <a:lnTo>
                    <a:pt x="83151" y="180556"/>
                  </a:lnTo>
                  <a:lnTo>
                    <a:pt x="82786" y="180294"/>
                  </a:lnTo>
                  <a:lnTo>
                    <a:pt x="82538" y="180117"/>
                  </a:lnTo>
                  <a:lnTo>
                    <a:pt x="81793" y="179657"/>
                  </a:lnTo>
                  <a:lnTo>
                    <a:pt x="81069" y="179566"/>
                  </a:lnTo>
                  <a:lnTo>
                    <a:pt x="80565" y="179504"/>
                  </a:lnTo>
                  <a:lnTo>
                    <a:pt x="80222" y="179422"/>
                  </a:lnTo>
                  <a:lnTo>
                    <a:pt x="78899" y="179109"/>
                  </a:lnTo>
                  <a:lnTo>
                    <a:pt x="78176" y="178627"/>
                  </a:lnTo>
                  <a:lnTo>
                    <a:pt x="77606" y="178013"/>
                  </a:lnTo>
                  <a:lnTo>
                    <a:pt x="76514" y="177147"/>
                  </a:lnTo>
                  <a:lnTo>
                    <a:pt x="75831" y="177071"/>
                  </a:lnTo>
                  <a:lnTo>
                    <a:pt x="75135" y="176943"/>
                  </a:lnTo>
                  <a:lnTo>
                    <a:pt x="74757" y="176873"/>
                  </a:lnTo>
                  <a:lnTo>
                    <a:pt x="74034" y="176654"/>
                  </a:lnTo>
                  <a:lnTo>
                    <a:pt x="73113" y="176172"/>
                  </a:lnTo>
                  <a:lnTo>
                    <a:pt x="72368" y="175712"/>
                  </a:lnTo>
                  <a:lnTo>
                    <a:pt x="71535" y="175076"/>
                  </a:lnTo>
                  <a:lnTo>
                    <a:pt x="70658" y="174704"/>
                  </a:lnTo>
                  <a:lnTo>
                    <a:pt x="69387" y="174243"/>
                  </a:lnTo>
                  <a:lnTo>
                    <a:pt x="68532" y="174178"/>
                  </a:lnTo>
                  <a:lnTo>
                    <a:pt x="67765" y="173871"/>
                  </a:lnTo>
                  <a:lnTo>
                    <a:pt x="66384" y="173520"/>
                  </a:lnTo>
                  <a:lnTo>
                    <a:pt x="65486" y="172753"/>
                  </a:lnTo>
                  <a:lnTo>
                    <a:pt x="65032" y="172416"/>
                  </a:lnTo>
                  <a:lnTo>
                    <a:pt x="64806" y="172249"/>
                  </a:lnTo>
                  <a:lnTo>
                    <a:pt x="64127" y="171898"/>
                  </a:lnTo>
                  <a:lnTo>
                    <a:pt x="63491" y="171789"/>
                  </a:lnTo>
                  <a:lnTo>
                    <a:pt x="62637" y="171504"/>
                  </a:lnTo>
                  <a:lnTo>
                    <a:pt x="62249" y="171379"/>
                  </a:lnTo>
                  <a:lnTo>
                    <a:pt x="61957" y="171284"/>
                  </a:lnTo>
                  <a:lnTo>
                    <a:pt x="61612" y="171133"/>
                  </a:lnTo>
                  <a:lnTo>
                    <a:pt x="61256" y="170978"/>
                  </a:lnTo>
                  <a:lnTo>
                    <a:pt x="60357" y="170452"/>
                  </a:lnTo>
                  <a:lnTo>
                    <a:pt x="59305" y="169838"/>
                  </a:lnTo>
                  <a:lnTo>
                    <a:pt x="57981" y="169545"/>
                  </a:lnTo>
                  <a:lnTo>
                    <a:pt x="57113" y="169421"/>
                  </a:lnTo>
                  <a:lnTo>
                    <a:pt x="56017" y="168961"/>
                  </a:lnTo>
                  <a:lnTo>
                    <a:pt x="55580" y="168868"/>
                  </a:lnTo>
                  <a:lnTo>
                    <a:pt x="55294" y="168808"/>
                  </a:lnTo>
                  <a:lnTo>
                    <a:pt x="54659" y="168589"/>
                  </a:lnTo>
                  <a:lnTo>
                    <a:pt x="54221" y="168310"/>
                  </a:lnTo>
                  <a:lnTo>
                    <a:pt x="53935" y="168128"/>
                  </a:lnTo>
                  <a:lnTo>
                    <a:pt x="53734" y="167984"/>
                  </a:lnTo>
                  <a:lnTo>
                    <a:pt x="53081" y="167515"/>
                  </a:lnTo>
                  <a:lnTo>
                    <a:pt x="52489" y="166747"/>
                  </a:lnTo>
                  <a:lnTo>
                    <a:pt x="51502" y="166134"/>
                  </a:lnTo>
                  <a:lnTo>
                    <a:pt x="50494" y="166178"/>
                  </a:lnTo>
                  <a:lnTo>
                    <a:pt x="50188" y="166186"/>
                  </a:lnTo>
                  <a:lnTo>
                    <a:pt x="48850" y="166222"/>
                  </a:lnTo>
                  <a:lnTo>
                    <a:pt x="48548" y="166065"/>
                  </a:lnTo>
                  <a:lnTo>
                    <a:pt x="48259" y="165915"/>
                  </a:lnTo>
                  <a:lnTo>
                    <a:pt x="47470" y="165301"/>
                  </a:lnTo>
                  <a:lnTo>
                    <a:pt x="46680" y="164753"/>
                  </a:lnTo>
                  <a:lnTo>
                    <a:pt x="45168" y="164337"/>
                  </a:lnTo>
                  <a:lnTo>
                    <a:pt x="43919" y="164161"/>
                  </a:lnTo>
                  <a:lnTo>
                    <a:pt x="42516" y="162824"/>
                  </a:lnTo>
                  <a:lnTo>
                    <a:pt x="41223" y="162408"/>
                  </a:lnTo>
                  <a:lnTo>
                    <a:pt x="40281" y="162364"/>
                  </a:lnTo>
                  <a:lnTo>
                    <a:pt x="39426" y="161794"/>
                  </a:lnTo>
                  <a:lnTo>
                    <a:pt x="39208" y="161443"/>
                  </a:lnTo>
                  <a:lnTo>
                    <a:pt x="38856" y="160874"/>
                  </a:lnTo>
                  <a:lnTo>
                    <a:pt x="38264" y="160567"/>
                  </a:lnTo>
                  <a:lnTo>
                    <a:pt x="37849" y="160604"/>
                  </a:lnTo>
                  <a:lnTo>
                    <a:pt x="37278" y="160654"/>
                  </a:lnTo>
                  <a:lnTo>
                    <a:pt x="36270" y="160348"/>
                  </a:lnTo>
                  <a:lnTo>
                    <a:pt x="35218" y="159405"/>
                  </a:lnTo>
                  <a:lnTo>
                    <a:pt x="34538" y="159120"/>
                  </a:lnTo>
                  <a:lnTo>
                    <a:pt x="33928" y="158998"/>
                  </a:lnTo>
                  <a:lnTo>
                    <a:pt x="33771" y="158967"/>
                  </a:lnTo>
                  <a:lnTo>
                    <a:pt x="32895" y="158353"/>
                  </a:lnTo>
                  <a:lnTo>
                    <a:pt x="32371" y="158412"/>
                  </a:lnTo>
                  <a:lnTo>
                    <a:pt x="31733" y="158485"/>
                  </a:lnTo>
                  <a:lnTo>
                    <a:pt x="31557" y="158345"/>
                  </a:lnTo>
                  <a:lnTo>
                    <a:pt x="31207" y="158068"/>
                  </a:lnTo>
                  <a:lnTo>
                    <a:pt x="30827" y="157734"/>
                  </a:lnTo>
                  <a:lnTo>
                    <a:pt x="30659" y="157586"/>
                  </a:lnTo>
                  <a:lnTo>
                    <a:pt x="30502" y="157553"/>
                  </a:lnTo>
                  <a:lnTo>
                    <a:pt x="28577" y="157148"/>
                  </a:lnTo>
                  <a:lnTo>
                    <a:pt x="27979" y="157044"/>
                  </a:lnTo>
                  <a:lnTo>
                    <a:pt x="27437" y="156950"/>
                  </a:lnTo>
                  <a:lnTo>
                    <a:pt x="26297" y="156622"/>
                  </a:lnTo>
                  <a:lnTo>
                    <a:pt x="25877" y="156346"/>
                  </a:lnTo>
                  <a:lnTo>
                    <a:pt x="25662" y="156205"/>
                  </a:lnTo>
                  <a:lnTo>
                    <a:pt x="25136" y="155701"/>
                  </a:lnTo>
                  <a:lnTo>
                    <a:pt x="24632" y="155306"/>
                  </a:lnTo>
                  <a:lnTo>
                    <a:pt x="24040" y="154802"/>
                  </a:lnTo>
                  <a:lnTo>
                    <a:pt x="23559" y="154545"/>
                  </a:lnTo>
                  <a:lnTo>
                    <a:pt x="23426" y="154474"/>
                  </a:lnTo>
                  <a:lnTo>
                    <a:pt x="21673" y="154452"/>
                  </a:lnTo>
                  <a:lnTo>
                    <a:pt x="20862" y="154232"/>
                  </a:lnTo>
                  <a:lnTo>
                    <a:pt x="20095" y="153641"/>
                  </a:lnTo>
                  <a:lnTo>
                    <a:pt x="19591" y="152918"/>
                  </a:lnTo>
                  <a:lnTo>
                    <a:pt x="19000" y="152675"/>
                  </a:lnTo>
                  <a:lnTo>
                    <a:pt x="18845" y="152611"/>
                  </a:lnTo>
                  <a:lnTo>
                    <a:pt x="17991" y="152567"/>
                  </a:lnTo>
                  <a:lnTo>
                    <a:pt x="17048" y="152304"/>
                  </a:lnTo>
                  <a:lnTo>
                    <a:pt x="16347" y="151844"/>
                  </a:lnTo>
                  <a:lnTo>
                    <a:pt x="15794" y="151412"/>
                  </a:lnTo>
                  <a:lnTo>
                    <a:pt x="15645" y="151295"/>
                  </a:lnTo>
                  <a:lnTo>
                    <a:pt x="15119" y="150857"/>
                  </a:lnTo>
                  <a:lnTo>
                    <a:pt x="14705" y="150632"/>
                  </a:lnTo>
                  <a:lnTo>
                    <a:pt x="14352" y="150441"/>
                  </a:lnTo>
                  <a:lnTo>
                    <a:pt x="13278" y="150463"/>
                  </a:lnTo>
                  <a:lnTo>
                    <a:pt x="12555" y="150222"/>
                  </a:lnTo>
                  <a:lnTo>
                    <a:pt x="12151" y="150151"/>
                  </a:lnTo>
                  <a:lnTo>
                    <a:pt x="11678" y="150068"/>
                  </a:lnTo>
                  <a:lnTo>
                    <a:pt x="10582" y="149498"/>
                  </a:lnTo>
                  <a:lnTo>
                    <a:pt x="9925" y="148994"/>
                  </a:lnTo>
                  <a:lnTo>
                    <a:pt x="8851" y="148118"/>
                  </a:lnTo>
                  <a:lnTo>
                    <a:pt x="7448" y="147767"/>
                  </a:lnTo>
                  <a:lnTo>
                    <a:pt x="7099" y="147688"/>
                  </a:lnTo>
                  <a:lnTo>
                    <a:pt x="6572" y="147570"/>
                  </a:lnTo>
                  <a:lnTo>
                    <a:pt x="5870" y="147438"/>
                  </a:lnTo>
                  <a:lnTo>
                    <a:pt x="4906" y="147175"/>
                  </a:lnTo>
                  <a:lnTo>
                    <a:pt x="3678" y="146408"/>
                  </a:lnTo>
                  <a:lnTo>
                    <a:pt x="2517" y="145707"/>
                  </a:lnTo>
                  <a:lnTo>
                    <a:pt x="1487" y="145356"/>
                  </a:lnTo>
                  <a:lnTo>
                    <a:pt x="0" y="144825"/>
                  </a:lnTo>
                  <a:lnTo>
                    <a:pt x="912" y="141963"/>
                  </a:lnTo>
                  <a:lnTo>
                    <a:pt x="4229" y="138065"/>
                  </a:lnTo>
                  <a:lnTo>
                    <a:pt x="6033" y="135944"/>
                  </a:lnTo>
                  <a:lnTo>
                    <a:pt x="9317" y="132073"/>
                  </a:lnTo>
                  <a:lnTo>
                    <a:pt x="15062" y="125151"/>
                  </a:lnTo>
                  <a:lnTo>
                    <a:pt x="16181" y="123802"/>
                  </a:lnTo>
                  <a:lnTo>
                    <a:pt x="17840" y="121804"/>
                  </a:lnTo>
                  <a:lnTo>
                    <a:pt x="21342" y="117585"/>
                  </a:lnTo>
                  <a:lnTo>
                    <a:pt x="24759" y="113365"/>
                  </a:lnTo>
                  <a:lnTo>
                    <a:pt x="25181" y="112857"/>
                  </a:lnTo>
                  <a:lnTo>
                    <a:pt x="28528" y="108832"/>
                  </a:lnTo>
                  <a:lnTo>
                    <a:pt x="37080" y="98258"/>
                  </a:lnTo>
                  <a:lnTo>
                    <a:pt x="44686" y="89240"/>
                  </a:lnTo>
                  <a:lnTo>
                    <a:pt x="45505" y="88268"/>
                  </a:lnTo>
                  <a:lnTo>
                    <a:pt x="50481" y="82368"/>
                  </a:lnTo>
                  <a:lnTo>
                    <a:pt x="52081" y="80492"/>
                  </a:lnTo>
                  <a:lnTo>
                    <a:pt x="52556" y="79935"/>
                  </a:lnTo>
                  <a:lnTo>
                    <a:pt x="54095" y="78130"/>
                  </a:lnTo>
                  <a:lnTo>
                    <a:pt x="57912" y="73689"/>
                  </a:lnTo>
                  <a:lnTo>
                    <a:pt x="58122" y="73445"/>
                  </a:lnTo>
                  <a:lnTo>
                    <a:pt x="58571" y="72897"/>
                  </a:lnTo>
                  <a:lnTo>
                    <a:pt x="59020" y="72349"/>
                  </a:lnTo>
                  <a:lnTo>
                    <a:pt x="59308" y="71987"/>
                  </a:lnTo>
                  <a:lnTo>
                    <a:pt x="62188" y="68372"/>
                  </a:lnTo>
                  <a:lnTo>
                    <a:pt x="67232" y="62071"/>
                  </a:lnTo>
                  <a:lnTo>
                    <a:pt x="67630" y="61574"/>
                  </a:lnTo>
                  <a:lnTo>
                    <a:pt x="69273" y="60082"/>
                  </a:lnTo>
                  <a:lnTo>
                    <a:pt x="74262" y="56483"/>
                  </a:lnTo>
                  <a:lnTo>
                    <a:pt x="74616" y="56227"/>
                  </a:lnTo>
                  <a:lnTo>
                    <a:pt x="74773" y="56114"/>
                  </a:lnTo>
                  <a:lnTo>
                    <a:pt x="76209" y="55079"/>
                  </a:lnTo>
                  <a:lnTo>
                    <a:pt x="80277" y="52144"/>
                  </a:lnTo>
                  <a:lnTo>
                    <a:pt x="80999" y="51623"/>
                  </a:lnTo>
                  <a:lnTo>
                    <a:pt x="85176" y="48624"/>
                  </a:lnTo>
                  <a:lnTo>
                    <a:pt x="85855" y="48136"/>
                  </a:lnTo>
                  <a:lnTo>
                    <a:pt x="97181" y="40088"/>
                  </a:lnTo>
                  <a:lnTo>
                    <a:pt x="99515" y="38412"/>
                  </a:lnTo>
                  <a:lnTo>
                    <a:pt x="102626" y="36179"/>
                  </a:lnTo>
                  <a:lnTo>
                    <a:pt x="102945" y="35950"/>
                  </a:lnTo>
                  <a:lnTo>
                    <a:pt x="107618" y="32585"/>
                  </a:lnTo>
                  <a:lnTo>
                    <a:pt x="108463" y="31977"/>
                  </a:lnTo>
                  <a:lnTo>
                    <a:pt x="112368" y="29165"/>
                  </a:lnTo>
                  <a:lnTo>
                    <a:pt x="112590" y="29006"/>
                  </a:lnTo>
                  <a:lnTo>
                    <a:pt x="124030" y="20895"/>
                  </a:lnTo>
                  <a:lnTo>
                    <a:pt x="127303" y="18574"/>
                  </a:lnTo>
                  <a:lnTo>
                    <a:pt x="129057" y="17439"/>
                  </a:lnTo>
                  <a:lnTo>
                    <a:pt x="129353" y="17912"/>
                  </a:lnTo>
                  <a:lnTo>
                    <a:pt x="134173" y="24002"/>
                  </a:lnTo>
                  <a:lnTo>
                    <a:pt x="136767" y="27546"/>
                  </a:lnTo>
                  <a:lnTo>
                    <a:pt x="137076" y="27967"/>
                  </a:lnTo>
                  <a:lnTo>
                    <a:pt x="137285" y="28254"/>
                  </a:lnTo>
                  <a:lnTo>
                    <a:pt x="139092" y="31125"/>
                  </a:lnTo>
                  <a:lnTo>
                    <a:pt x="139976" y="32542"/>
                  </a:lnTo>
                  <a:lnTo>
                    <a:pt x="141701" y="35117"/>
                  </a:lnTo>
                  <a:lnTo>
                    <a:pt x="146060" y="42126"/>
                  </a:lnTo>
                  <a:lnTo>
                    <a:pt x="150042" y="47979"/>
                  </a:lnTo>
                  <a:lnTo>
                    <a:pt x="156029" y="58169"/>
                  </a:lnTo>
                  <a:lnTo>
                    <a:pt x="159195" y="63048"/>
                  </a:lnTo>
                  <a:lnTo>
                    <a:pt x="186650" y="42537"/>
                  </a:lnTo>
                  <a:lnTo>
                    <a:pt x="186888" y="42364"/>
                  </a:lnTo>
                  <a:lnTo>
                    <a:pt x="188280" y="40985"/>
                  </a:lnTo>
                  <a:lnTo>
                    <a:pt x="189065" y="40207"/>
                  </a:lnTo>
                  <a:lnTo>
                    <a:pt x="191353" y="37940"/>
                  </a:lnTo>
                  <a:lnTo>
                    <a:pt x="194336" y="34748"/>
                  </a:lnTo>
                  <a:lnTo>
                    <a:pt x="208767" y="19307"/>
                  </a:lnTo>
                  <a:lnTo>
                    <a:pt x="209228" y="18813"/>
                  </a:lnTo>
                  <a:lnTo>
                    <a:pt x="209713" y="18294"/>
                  </a:lnTo>
                  <a:lnTo>
                    <a:pt x="210402" y="17557"/>
                  </a:lnTo>
                  <a:lnTo>
                    <a:pt x="211431" y="16456"/>
                  </a:lnTo>
                  <a:lnTo>
                    <a:pt x="216135" y="11423"/>
                  </a:lnTo>
                  <a:lnTo>
                    <a:pt x="222999" y="3971"/>
                  </a:lnTo>
                  <a:lnTo>
                    <a:pt x="226658" y="0"/>
                  </a:lnTo>
                  <a:lnTo>
                    <a:pt x="226942" y="269"/>
                  </a:lnTo>
                  <a:lnTo>
                    <a:pt x="227259" y="569"/>
                  </a:lnTo>
                  <a:lnTo>
                    <a:pt x="229700" y="3063"/>
                  </a:lnTo>
                  <a:lnTo>
                    <a:pt x="241756" y="15380"/>
                  </a:lnTo>
                  <a:lnTo>
                    <a:pt x="247588" y="21339"/>
                  </a:lnTo>
                  <a:lnTo>
                    <a:pt x="253086" y="26991"/>
                  </a:lnTo>
                  <a:lnTo>
                    <a:pt x="255857" y="29839"/>
                  </a:lnTo>
                  <a:lnTo>
                    <a:pt x="271762" y="461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2741649" y="5522098"/>
              <a:ext cx="228836" cy="324485"/>
            </a:xfrm>
            <a:custGeom>
              <a:avLst/>
              <a:pathLst>
                <a:path w="228836" h="324485">
                  <a:moveTo>
                    <a:pt x="159068" y="65109"/>
                  </a:moveTo>
                  <a:lnTo>
                    <a:pt x="161672" y="65764"/>
                  </a:lnTo>
                  <a:lnTo>
                    <a:pt x="162472" y="63603"/>
                  </a:lnTo>
                  <a:lnTo>
                    <a:pt x="165054" y="62220"/>
                  </a:lnTo>
                  <a:lnTo>
                    <a:pt x="168579" y="59550"/>
                  </a:lnTo>
                  <a:lnTo>
                    <a:pt x="172797" y="59116"/>
                  </a:lnTo>
                  <a:lnTo>
                    <a:pt x="174767" y="59212"/>
                  </a:lnTo>
                  <a:lnTo>
                    <a:pt x="175413" y="58928"/>
                  </a:lnTo>
                  <a:lnTo>
                    <a:pt x="176079" y="58635"/>
                  </a:lnTo>
                  <a:lnTo>
                    <a:pt x="176407" y="58491"/>
                  </a:lnTo>
                  <a:lnTo>
                    <a:pt x="178623" y="56942"/>
                  </a:lnTo>
                  <a:lnTo>
                    <a:pt x="180546" y="55714"/>
                  </a:lnTo>
                  <a:lnTo>
                    <a:pt x="181102" y="55742"/>
                  </a:lnTo>
                  <a:lnTo>
                    <a:pt x="181853" y="55781"/>
                  </a:lnTo>
                  <a:lnTo>
                    <a:pt x="188081" y="56098"/>
                  </a:lnTo>
                  <a:lnTo>
                    <a:pt x="195769" y="56426"/>
                  </a:lnTo>
                  <a:lnTo>
                    <a:pt x="197480" y="56499"/>
                  </a:lnTo>
                  <a:lnTo>
                    <a:pt x="200136" y="56547"/>
                  </a:lnTo>
                  <a:lnTo>
                    <a:pt x="200329" y="56550"/>
                  </a:lnTo>
                  <a:lnTo>
                    <a:pt x="196286" y="78467"/>
                  </a:lnTo>
                  <a:lnTo>
                    <a:pt x="193379" y="94223"/>
                  </a:lnTo>
                  <a:lnTo>
                    <a:pt x="192674" y="98046"/>
                  </a:lnTo>
                  <a:lnTo>
                    <a:pt x="191906" y="102211"/>
                  </a:lnTo>
                  <a:lnTo>
                    <a:pt x="190682" y="108848"/>
                  </a:lnTo>
                  <a:lnTo>
                    <a:pt x="189255" y="116582"/>
                  </a:lnTo>
                  <a:lnTo>
                    <a:pt x="184750" y="141241"/>
                  </a:lnTo>
                  <a:lnTo>
                    <a:pt x="183709" y="146101"/>
                  </a:lnTo>
                  <a:lnTo>
                    <a:pt x="183555" y="146932"/>
                  </a:lnTo>
                  <a:lnTo>
                    <a:pt x="183055" y="149633"/>
                  </a:lnTo>
                  <a:lnTo>
                    <a:pt x="182627" y="151946"/>
                  </a:lnTo>
                  <a:lnTo>
                    <a:pt x="182470" y="152794"/>
                  </a:lnTo>
                  <a:lnTo>
                    <a:pt x="178835" y="172430"/>
                  </a:lnTo>
                  <a:lnTo>
                    <a:pt x="178796" y="172643"/>
                  </a:lnTo>
                  <a:lnTo>
                    <a:pt x="177728" y="179532"/>
                  </a:lnTo>
                  <a:lnTo>
                    <a:pt x="177487" y="184738"/>
                  </a:lnTo>
                  <a:lnTo>
                    <a:pt x="177780" y="188400"/>
                  </a:lnTo>
                  <a:lnTo>
                    <a:pt x="178075" y="192081"/>
                  </a:lnTo>
                  <a:lnTo>
                    <a:pt x="179143" y="197155"/>
                  </a:lnTo>
                  <a:lnTo>
                    <a:pt x="181172" y="203163"/>
                  </a:lnTo>
                  <a:lnTo>
                    <a:pt x="183137" y="206649"/>
                  </a:lnTo>
                  <a:lnTo>
                    <a:pt x="185835" y="211439"/>
                  </a:lnTo>
                  <a:lnTo>
                    <a:pt x="187340" y="214110"/>
                  </a:lnTo>
                  <a:lnTo>
                    <a:pt x="204946" y="231262"/>
                  </a:lnTo>
                  <a:lnTo>
                    <a:pt x="204550" y="231645"/>
                  </a:lnTo>
                  <a:lnTo>
                    <a:pt x="203820" y="232350"/>
                  </a:lnTo>
                  <a:lnTo>
                    <a:pt x="204030" y="232552"/>
                  </a:lnTo>
                  <a:lnTo>
                    <a:pt x="206875" y="235288"/>
                  </a:lnTo>
                  <a:lnTo>
                    <a:pt x="212115" y="240795"/>
                  </a:lnTo>
                  <a:lnTo>
                    <a:pt x="217522" y="246269"/>
                  </a:lnTo>
                  <a:lnTo>
                    <a:pt x="219566" y="248361"/>
                  </a:lnTo>
                  <a:lnTo>
                    <a:pt x="220931" y="249756"/>
                  </a:lnTo>
                  <a:lnTo>
                    <a:pt x="223292" y="252172"/>
                  </a:lnTo>
                  <a:lnTo>
                    <a:pt x="224765" y="253679"/>
                  </a:lnTo>
                  <a:lnTo>
                    <a:pt x="226800" y="255519"/>
                  </a:lnTo>
                  <a:lnTo>
                    <a:pt x="228836" y="257358"/>
                  </a:lnTo>
                  <a:lnTo>
                    <a:pt x="228329" y="260015"/>
                  </a:lnTo>
                  <a:lnTo>
                    <a:pt x="225098" y="265205"/>
                  </a:lnTo>
                  <a:lnTo>
                    <a:pt x="218810" y="275899"/>
                  </a:lnTo>
                  <a:lnTo>
                    <a:pt x="208356" y="294243"/>
                  </a:lnTo>
                  <a:lnTo>
                    <a:pt x="197822" y="312908"/>
                  </a:lnTo>
                  <a:lnTo>
                    <a:pt x="194297" y="319236"/>
                  </a:lnTo>
                  <a:lnTo>
                    <a:pt x="191050" y="324485"/>
                  </a:lnTo>
                  <a:lnTo>
                    <a:pt x="187813" y="323183"/>
                  </a:lnTo>
                  <a:lnTo>
                    <a:pt x="178644" y="319557"/>
                  </a:lnTo>
                  <a:lnTo>
                    <a:pt x="169470" y="315929"/>
                  </a:lnTo>
                  <a:lnTo>
                    <a:pt x="165700" y="314417"/>
                  </a:lnTo>
                  <a:lnTo>
                    <a:pt x="164825" y="313770"/>
                  </a:lnTo>
                  <a:lnTo>
                    <a:pt x="162678" y="312225"/>
                  </a:lnTo>
                  <a:lnTo>
                    <a:pt x="157197" y="309881"/>
                  </a:lnTo>
                  <a:lnTo>
                    <a:pt x="156557" y="309611"/>
                  </a:lnTo>
                  <a:lnTo>
                    <a:pt x="154172" y="308609"/>
                  </a:lnTo>
                  <a:lnTo>
                    <a:pt x="149153" y="307447"/>
                  </a:lnTo>
                  <a:lnTo>
                    <a:pt x="139027" y="301595"/>
                  </a:lnTo>
                  <a:lnTo>
                    <a:pt x="133745" y="298921"/>
                  </a:lnTo>
                  <a:lnTo>
                    <a:pt x="128726" y="297979"/>
                  </a:lnTo>
                  <a:lnTo>
                    <a:pt x="124912" y="295831"/>
                  </a:lnTo>
                  <a:lnTo>
                    <a:pt x="121909" y="295195"/>
                  </a:lnTo>
                  <a:lnTo>
                    <a:pt x="120134" y="294779"/>
                  </a:lnTo>
                  <a:lnTo>
                    <a:pt x="115268" y="292193"/>
                  </a:lnTo>
                  <a:lnTo>
                    <a:pt x="108386" y="290330"/>
                  </a:lnTo>
                  <a:lnTo>
                    <a:pt x="94293" y="282702"/>
                  </a:lnTo>
                  <a:lnTo>
                    <a:pt x="88836" y="280554"/>
                  </a:lnTo>
                  <a:lnTo>
                    <a:pt x="84605" y="279393"/>
                  </a:lnTo>
                  <a:lnTo>
                    <a:pt x="81691" y="277661"/>
                  </a:lnTo>
                  <a:lnTo>
                    <a:pt x="73515" y="274965"/>
                  </a:lnTo>
                  <a:lnTo>
                    <a:pt x="72134" y="273541"/>
                  </a:lnTo>
                  <a:lnTo>
                    <a:pt x="66524" y="272269"/>
                  </a:lnTo>
                  <a:lnTo>
                    <a:pt x="63652" y="271064"/>
                  </a:lnTo>
                  <a:lnTo>
                    <a:pt x="62118" y="269815"/>
                  </a:lnTo>
                  <a:lnTo>
                    <a:pt x="59685" y="268806"/>
                  </a:lnTo>
                  <a:lnTo>
                    <a:pt x="56924" y="267031"/>
                  </a:lnTo>
                  <a:lnTo>
                    <a:pt x="55192" y="266615"/>
                  </a:lnTo>
                  <a:lnTo>
                    <a:pt x="54469" y="266702"/>
                  </a:lnTo>
                  <a:lnTo>
                    <a:pt x="52650" y="266286"/>
                  </a:lnTo>
                  <a:lnTo>
                    <a:pt x="51905" y="265365"/>
                  </a:lnTo>
                  <a:lnTo>
                    <a:pt x="50809" y="264555"/>
                  </a:lnTo>
                  <a:lnTo>
                    <a:pt x="47039" y="263722"/>
                  </a:lnTo>
                  <a:lnTo>
                    <a:pt x="45562" y="263067"/>
                  </a:lnTo>
                  <a:lnTo>
                    <a:pt x="41603" y="261311"/>
                  </a:lnTo>
                  <a:lnTo>
                    <a:pt x="39499" y="260719"/>
                  </a:lnTo>
                  <a:lnTo>
                    <a:pt x="38228" y="260105"/>
                  </a:lnTo>
                  <a:lnTo>
                    <a:pt x="37242" y="259492"/>
                  </a:lnTo>
                  <a:lnTo>
                    <a:pt x="36606" y="259272"/>
                  </a:lnTo>
                  <a:lnTo>
                    <a:pt x="35949" y="258878"/>
                  </a:lnTo>
                  <a:lnTo>
                    <a:pt x="34151" y="258089"/>
                  </a:lnTo>
                  <a:lnTo>
                    <a:pt x="32551" y="256576"/>
                  </a:lnTo>
                  <a:lnTo>
                    <a:pt x="30995" y="255941"/>
                  </a:lnTo>
                  <a:lnTo>
                    <a:pt x="29679" y="255528"/>
                  </a:lnTo>
                  <a:lnTo>
                    <a:pt x="29527" y="255481"/>
                  </a:lnTo>
                  <a:lnTo>
                    <a:pt x="28650" y="254867"/>
                  </a:lnTo>
                  <a:lnTo>
                    <a:pt x="27817" y="254648"/>
                  </a:lnTo>
                  <a:lnTo>
                    <a:pt x="26634" y="254451"/>
                  </a:lnTo>
                  <a:lnTo>
                    <a:pt x="25209" y="254034"/>
                  </a:lnTo>
                  <a:lnTo>
                    <a:pt x="24091" y="253311"/>
                  </a:lnTo>
                  <a:lnTo>
                    <a:pt x="21417" y="251974"/>
                  </a:lnTo>
                  <a:lnTo>
                    <a:pt x="19532" y="251448"/>
                  </a:lnTo>
                  <a:lnTo>
                    <a:pt x="18897" y="251338"/>
                  </a:lnTo>
                  <a:lnTo>
                    <a:pt x="17165" y="250725"/>
                  </a:lnTo>
                  <a:lnTo>
                    <a:pt x="16398" y="250637"/>
                  </a:lnTo>
                  <a:lnTo>
                    <a:pt x="15631" y="250396"/>
                  </a:lnTo>
                  <a:lnTo>
                    <a:pt x="14557" y="250001"/>
                  </a:lnTo>
                  <a:lnTo>
                    <a:pt x="13812" y="249388"/>
                  </a:lnTo>
                  <a:lnTo>
                    <a:pt x="13045" y="248664"/>
                  </a:lnTo>
                  <a:lnTo>
                    <a:pt x="11838" y="248138"/>
                  </a:lnTo>
                  <a:lnTo>
                    <a:pt x="10529" y="247941"/>
                  </a:lnTo>
                  <a:lnTo>
                    <a:pt x="9847" y="247635"/>
                  </a:lnTo>
                  <a:lnTo>
                    <a:pt x="8861" y="246911"/>
                  </a:lnTo>
                  <a:lnTo>
                    <a:pt x="7370" y="246385"/>
                  </a:lnTo>
                  <a:lnTo>
                    <a:pt x="6840" y="246059"/>
                  </a:lnTo>
                  <a:lnTo>
                    <a:pt x="9377" y="240079"/>
                  </a:lnTo>
                  <a:lnTo>
                    <a:pt x="11682" y="233228"/>
                  </a:lnTo>
                  <a:lnTo>
                    <a:pt x="13516" y="227778"/>
                  </a:lnTo>
                  <a:lnTo>
                    <a:pt x="15029" y="223197"/>
                  </a:lnTo>
                  <a:lnTo>
                    <a:pt x="15240" y="222195"/>
                  </a:lnTo>
                  <a:lnTo>
                    <a:pt x="15621" y="220391"/>
                  </a:lnTo>
                  <a:lnTo>
                    <a:pt x="16186" y="218412"/>
                  </a:lnTo>
                  <a:lnTo>
                    <a:pt x="16301" y="218008"/>
                  </a:lnTo>
                  <a:lnTo>
                    <a:pt x="16404" y="217649"/>
                  </a:lnTo>
                  <a:lnTo>
                    <a:pt x="17503" y="214909"/>
                  </a:lnTo>
                  <a:lnTo>
                    <a:pt x="18290" y="213598"/>
                  </a:lnTo>
                  <a:lnTo>
                    <a:pt x="18551" y="213163"/>
                  </a:lnTo>
                  <a:lnTo>
                    <a:pt x="19368" y="211800"/>
                  </a:lnTo>
                  <a:lnTo>
                    <a:pt x="20262" y="210350"/>
                  </a:lnTo>
                  <a:lnTo>
                    <a:pt x="21340" y="208602"/>
                  </a:lnTo>
                  <a:lnTo>
                    <a:pt x="13725" y="200852"/>
                  </a:lnTo>
                  <a:lnTo>
                    <a:pt x="12098" y="199196"/>
                  </a:lnTo>
                  <a:lnTo>
                    <a:pt x="7850" y="194380"/>
                  </a:lnTo>
                  <a:lnTo>
                    <a:pt x="7456" y="194040"/>
                  </a:lnTo>
                  <a:lnTo>
                    <a:pt x="7186" y="193782"/>
                  </a:lnTo>
                  <a:lnTo>
                    <a:pt x="6080" y="192614"/>
                  </a:lnTo>
                  <a:lnTo>
                    <a:pt x="3461" y="188170"/>
                  </a:lnTo>
                  <a:lnTo>
                    <a:pt x="2211" y="185551"/>
                  </a:lnTo>
                  <a:lnTo>
                    <a:pt x="1741" y="184336"/>
                  </a:lnTo>
                  <a:lnTo>
                    <a:pt x="627" y="181455"/>
                  </a:lnTo>
                  <a:lnTo>
                    <a:pt x="189" y="178275"/>
                  </a:lnTo>
                  <a:lnTo>
                    <a:pt x="0" y="172827"/>
                  </a:lnTo>
                  <a:lnTo>
                    <a:pt x="260" y="168858"/>
                  </a:lnTo>
                  <a:lnTo>
                    <a:pt x="1034" y="165488"/>
                  </a:lnTo>
                  <a:lnTo>
                    <a:pt x="1642" y="163342"/>
                  </a:lnTo>
                  <a:lnTo>
                    <a:pt x="2396" y="160931"/>
                  </a:lnTo>
                  <a:lnTo>
                    <a:pt x="3579" y="158503"/>
                  </a:lnTo>
                  <a:lnTo>
                    <a:pt x="4270" y="157087"/>
                  </a:lnTo>
                  <a:lnTo>
                    <a:pt x="5442" y="154599"/>
                  </a:lnTo>
                  <a:lnTo>
                    <a:pt x="6978" y="149731"/>
                  </a:lnTo>
                  <a:lnTo>
                    <a:pt x="7633" y="147312"/>
                  </a:lnTo>
                  <a:lnTo>
                    <a:pt x="8184" y="145276"/>
                  </a:lnTo>
                  <a:lnTo>
                    <a:pt x="8328" y="142966"/>
                  </a:lnTo>
                  <a:lnTo>
                    <a:pt x="7639" y="138503"/>
                  </a:lnTo>
                  <a:lnTo>
                    <a:pt x="7790" y="133738"/>
                  </a:lnTo>
                  <a:lnTo>
                    <a:pt x="9190" y="131593"/>
                  </a:lnTo>
                  <a:lnTo>
                    <a:pt x="23885" y="117596"/>
                  </a:lnTo>
                  <a:lnTo>
                    <a:pt x="24999" y="116455"/>
                  </a:lnTo>
                  <a:lnTo>
                    <a:pt x="26214" y="115318"/>
                  </a:lnTo>
                  <a:lnTo>
                    <a:pt x="59064" y="84582"/>
                  </a:lnTo>
                  <a:lnTo>
                    <a:pt x="50022" y="75669"/>
                  </a:lnTo>
                  <a:lnTo>
                    <a:pt x="51929" y="73784"/>
                  </a:lnTo>
                  <a:lnTo>
                    <a:pt x="64334" y="62063"/>
                  </a:lnTo>
                  <a:lnTo>
                    <a:pt x="72701" y="54158"/>
                  </a:lnTo>
                  <a:lnTo>
                    <a:pt x="95287" y="32816"/>
                  </a:lnTo>
                  <a:lnTo>
                    <a:pt x="103515" y="25041"/>
                  </a:lnTo>
                  <a:lnTo>
                    <a:pt x="105312" y="23343"/>
                  </a:lnTo>
                  <a:lnTo>
                    <a:pt x="105527" y="23138"/>
                  </a:lnTo>
                  <a:lnTo>
                    <a:pt x="111274" y="17660"/>
                  </a:lnTo>
                  <a:lnTo>
                    <a:pt x="113028" y="15988"/>
                  </a:lnTo>
                  <a:lnTo>
                    <a:pt x="113745" y="15304"/>
                  </a:lnTo>
                  <a:lnTo>
                    <a:pt x="114487" y="14528"/>
                  </a:lnTo>
                  <a:lnTo>
                    <a:pt x="118545" y="10286"/>
                  </a:lnTo>
                  <a:lnTo>
                    <a:pt x="121182" y="7806"/>
                  </a:lnTo>
                  <a:lnTo>
                    <a:pt x="124026" y="5131"/>
                  </a:lnTo>
                  <a:lnTo>
                    <a:pt x="128360" y="1056"/>
                  </a:lnTo>
                  <a:lnTo>
                    <a:pt x="129483" y="0"/>
                  </a:lnTo>
                  <a:lnTo>
                    <a:pt x="130542" y="1151"/>
                  </a:lnTo>
                  <a:lnTo>
                    <a:pt x="133625" y="4502"/>
                  </a:lnTo>
                  <a:lnTo>
                    <a:pt x="133808" y="4701"/>
                  </a:lnTo>
                  <a:lnTo>
                    <a:pt x="134631" y="5596"/>
                  </a:lnTo>
                  <a:lnTo>
                    <a:pt x="134755" y="5730"/>
                  </a:lnTo>
                  <a:lnTo>
                    <a:pt x="137965" y="8833"/>
                  </a:lnTo>
                  <a:lnTo>
                    <a:pt x="139336" y="10158"/>
                  </a:lnTo>
                  <a:lnTo>
                    <a:pt x="143413" y="14817"/>
                  </a:lnTo>
                  <a:lnTo>
                    <a:pt x="145012" y="16645"/>
                  </a:lnTo>
                  <a:lnTo>
                    <a:pt x="147408" y="19014"/>
                  </a:lnTo>
                  <a:lnTo>
                    <a:pt x="150420" y="21992"/>
                  </a:lnTo>
                  <a:lnTo>
                    <a:pt x="150908" y="22475"/>
                  </a:lnTo>
                  <a:lnTo>
                    <a:pt x="151468" y="23107"/>
                  </a:lnTo>
                  <a:lnTo>
                    <a:pt x="153918" y="25871"/>
                  </a:lnTo>
                  <a:lnTo>
                    <a:pt x="154316" y="26241"/>
                  </a:lnTo>
                  <a:lnTo>
                    <a:pt x="158191" y="29849"/>
                  </a:lnTo>
                  <a:lnTo>
                    <a:pt x="158765" y="30424"/>
                  </a:lnTo>
                  <a:lnTo>
                    <a:pt x="158936" y="30595"/>
                  </a:lnTo>
                  <a:lnTo>
                    <a:pt x="161943" y="33603"/>
                  </a:lnTo>
                  <a:lnTo>
                    <a:pt x="164365" y="36026"/>
                  </a:lnTo>
                  <a:lnTo>
                    <a:pt x="164083" y="36376"/>
                  </a:lnTo>
                  <a:lnTo>
                    <a:pt x="162316" y="38225"/>
                  </a:lnTo>
                  <a:lnTo>
                    <a:pt x="161545" y="39032"/>
                  </a:lnTo>
                  <a:lnTo>
                    <a:pt x="156274" y="44550"/>
                  </a:lnTo>
                  <a:lnTo>
                    <a:pt x="154850" y="46039"/>
                  </a:lnTo>
                  <a:lnTo>
                    <a:pt x="156184" y="51308"/>
                  </a:lnTo>
                  <a:lnTo>
                    <a:pt x="156340" y="51928"/>
                  </a:lnTo>
                  <a:lnTo>
                    <a:pt x="156464" y="52416"/>
                  </a:lnTo>
                  <a:lnTo>
                    <a:pt x="158236" y="57775"/>
                  </a:lnTo>
                  <a:lnTo>
                    <a:pt x="157469" y="58580"/>
                  </a:lnTo>
                  <a:lnTo>
                    <a:pt x="156766" y="58815"/>
                  </a:lnTo>
                  <a:lnTo>
                    <a:pt x="155853" y="58861"/>
                  </a:lnTo>
                  <a:lnTo>
                    <a:pt x="154474" y="58882"/>
                  </a:lnTo>
                  <a:lnTo>
                    <a:pt x="152569" y="58911"/>
                  </a:lnTo>
                  <a:lnTo>
                    <a:pt x="151514" y="58928"/>
                  </a:lnTo>
                  <a:lnTo>
                    <a:pt x="149485" y="59542"/>
                  </a:lnTo>
                  <a:lnTo>
                    <a:pt x="149791" y="60215"/>
                  </a:lnTo>
                  <a:lnTo>
                    <a:pt x="150019" y="60717"/>
                  </a:lnTo>
                  <a:lnTo>
                    <a:pt x="150793" y="61598"/>
                  </a:lnTo>
                  <a:lnTo>
                    <a:pt x="152356" y="628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1796294" y="2333967"/>
              <a:ext cx="45623" cy="76152"/>
            </a:xfrm>
            <a:custGeom>
              <a:avLst/>
              <a:pathLst>
                <a:path w="45623" h="76152">
                  <a:moveTo>
                    <a:pt x="1045" y="76147"/>
                  </a:moveTo>
                  <a:lnTo>
                    <a:pt x="704" y="76152"/>
                  </a:lnTo>
                  <a:lnTo>
                    <a:pt x="301" y="72799"/>
                  </a:lnTo>
                  <a:lnTo>
                    <a:pt x="186" y="71844"/>
                  </a:lnTo>
                  <a:lnTo>
                    <a:pt x="0" y="70288"/>
                  </a:lnTo>
                  <a:lnTo>
                    <a:pt x="1153" y="66635"/>
                  </a:lnTo>
                  <a:lnTo>
                    <a:pt x="1820" y="65494"/>
                  </a:lnTo>
                  <a:lnTo>
                    <a:pt x="3268" y="63015"/>
                  </a:lnTo>
                  <a:lnTo>
                    <a:pt x="4915" y="59992"/>
                  </a:lnTo>
                  <a:lnTo>
                    <a:pt x="6800" y="56535"/>
                  </a:lnTo>
                  <a:lnTo>
                    <a:pt x="8268" y="53843"/>
                  </a:lnTo>
                  <a:lnTo>
                    <a:pt x="9845" y="50950"/>
                  </a:lnTo>
                  <a:lnTo>
                    <a:pt x="16850" y="38101"/>
                  </a:lnTo>
                  <a:lnTo>
                    <a:pt x="17932" y="36116"/>
                  </a:lnTo>
                  <a:lnTo>
                    <a:pt x="18765" y="34587"/>
                  </a:lnTo>
                  <a:lnTo>
                    <a:pt x="20842" y="30777"/>
                  </a:lnTo>
                  <a:lnTo>
                    <a:pt x="24964" y="23216"/>
                  </a:lnTo>
                  <a:lnTo>
                    <a:pt x="25757" y="21761"/>
                  </a:lnTo>
                  <a:lnTo>
                    <a:pt x="28117" y="15561"/>
                  </a:lnTo>
                  <a:lnTo>
                    <a:pt x="28645" y="14173"/>
                  </a:lnTo>
                  <a:lnTo>
                    <a:pt x="30187" y="10121"/>
                  </a:lnTo>
                  <a:lnTo>
                    <a:pt x="30777" y="8571"/>
                  </a:lnTo>
                  <a:lnTo>
                    <a:pt x="32077" y="7187"/>
                  </a:lnTo>
                  <a:lnTo>
                    <a:pt x="33087" y="6111"/>
                  </a:lnTo>
                  <a:lnTo>
                    <a:pt x="35187" y="3876"/>
                  </a:lnTo>
                  <a:lnTo>
                    <a:pt x="39061" y="0"/>
                  </a:lnTo>
                  <a:lnTo>
                    <a:pt x="39069" y="274"/>
                  </a:lnTo>
                  <a:lnTo>
                    <a:pt x="39077" y="568"/>
                  </a:lnTo>
                  <a:lnTo>
                    <a:pt x="39094" y="1165"/>
                  </a:lnTo>
                  <a:lnTo>
                    <a:pt x="39115" y="1900"/>
                  </a:lnTo>
                  <a:lnTo>
                    <a:pt x="39132" y="2481"/>
                  </a:lnTo>
                  <a:lnTo>
                    <a:pt x="39146" y="3001"/>
                  </a:lnTo>
                  <a:lnTo>
                    <a:pt x="39183" y="4295"/>
                  </a:lnTo>
                  <a:lnTo>
                    <a:pt x="39200" y="4459"/>
                  </a:lnTo>
                  <a:lnTo>
                    <a:pt x="39315" y="5565"/>
                  </a:lnTo>
                  <a:lnTo>
                    <a:pt x="39587" y="8193"/>
                  </a:lnTo>
                  <a:lnTo>
                    <a:pt x="40617" y="18133"/>
                  </a:lnTo>
                  <a:lnTo>
                    <a:pt x="41757" y="29128"/>
                  </a:lnTo>
                  <a:lnTo>
                    <a:pt x="42002" y="31497"/>
                  </a:lnTo>
                  <a:lnTo>
                    <a:pt x="42053" y="31981"/>
                  </a:lnTo>
                  <a:lnTo>
                    <a:pt x="42224" y="33710"/>
                  </a:lnTo>
                  <a:lnTo>
                    <a:pt x="42269" y="34176"/>
                  </a:lnTo>
                  <a:lnTo>
                    <a:pt x="43178" y="43589"/>
                  </a:lnTo>
                  <a:lnTo>
                    <a:pt x="44602" y="58342"/>
                  </a:lnTo>
                  <a:lnTo>
                    <a:pt x="44809" y="60488"/>
                  </a:lnTo>
                  <a:lnTo>
                    <a:pt x="45447" y="67090"/>
                  </a:lnTo>
                  <a:lnTo>
                    <a:pt x="45549" y="68154"/>
                  </a:lnTo>
                  <a:lnTo>
                    <a:pt x="45590" y="68578"/>
                  </a:lnTo>
                  <a:lnTo>
                    <a:pt x="45623" y="68918"/>
                  </a:lnTo>
                  <a:lnTo>
                    <a:pt x="41564" y="69282"/>
                  </a:lnTo>
                  <a:lnTo>
                    <a:pt x="41391" y="69297"/>
                  </a:lnTo>
                  <a:lnTo>
                    <a:pt x="36725" y="69715"/>
                  </a:lnTo>
                  <a:lnTo>
                    <a:pt x="31678" y="70167"/>
                  </a:lnTo>
                  <a:lnTo>
                    <a:pt x="25509" y="70720"/>
                  </a:lnTo>
                  <a:lnTo>
                    <a:pt x="25795" y="74153"/>
                  </a:lnTo>
                  <a:lnTo>
                    <a:pt x="25654" y="74167"/>
                  </a:lnTo>
                  <a:lnTo>
                    <a:pt x="25414" y="74190"/>
                  </a:lnTo>
                  <a:lnTo>
                    <a:pt x="19899" y="74668"/>
                  </a:lnTo>
                  <a:lnTo>
                    <a:pt x="19574" y="74697"/>
                  </a:lnTo>
                  <a:lnTo>
                    <a:pt x="14957" y="75097"/>
                  </a:lnTo>
                  <a:lnTo>
                    <a:pt x="14599" y="75128"/>
                  </a:lnTo>
                  <a:lnTo>
                    <a:pt x="10110" y="75518"/>
                  </a:lnTo>
                  <a:lnTo>
                    <a:pt x="9700" y="75554"/>
                  </a:lnTo>
                  <a:lnTo>
                    <a:pt x="3995" y="7610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1789204" y="2402886"/>
              <a:ext cx="62084" cy="103172"/>
            </a:xfrm>
            <a:custGeom>
              <a:avLst/>
              <a:pathLst>
                <a:path w="62084" h="103172">
                  <a:moveTo>
                    <a:pt x="58614" y="63639"/>
                  </a:moveTo>
                  <a:lnTo>
                    <a:pt x="58921" y="67131"/>
                  </a:lnTo>
                  <a:lnTo>
                    <a:pt x="59127" y="69468"/>
                  </a:lnTo>
                  <a:lnTo>
                    <a:pt x="59376" y="72301"/>
                  </a:lnTo>
                  <a:lnTo>
                    <a:pt x="59557" y="74168"/>
                  </a:lnTo>
                  <a:lnTo>
                    <a:pt x="61044" y="89543"/>
                  </a:lnTo>
                  <a:lnTo>
                    <a:pt x="61287" y="92052"/>
                  </a:lnTo>
                  <a:lnTo>
                    <a:pt x="61981" y="99222"/>
                  </a:lnTo>
                  <a:lnTo>
                    <a:pt x="62050" y="99936"/>
                  </a:lnTo>
                  <a:lnTo>
                    <a:pt x="62084" y="100295"/>
                  </a:lnTo>
                  <a:lnTo>
                    <a:pt x="61377" y="100335"/>
                  </a:lnTo>
                  <a:lnTo>
                    <a:pt x="59375" y="100450"/>
                  </a:lnTo>
                  <a:lnTo>
                    <a:pt x="56177" y="101061"/>
                  </a:lnTo>
                  <a:lnTo>
                    <a:pt x="53679" y="102416"/>
                  </a:lnTo>
                  <a:lnTo>
                    <a:pt x="52324" y="103172"/>
                  </a:lnTo>
                  <a:lnTo>
                    <a:pt x="49164" y="97885"/>
                  </a:lnTo>
                  <a:lnTo>
                    <a:pt x="48149" y="96053"/>
                  </a:lnTo>
                  <a:lnTo>
                    <a:pt x="46723" y="93479"/>
                  </a:lnTo>
                  <a:lnTo>
                    <a:pt x="46205" y="92545"/>
                  </a:lnTo>
                  <a:lnTo>
                    <a:pt x="44037" y="89821"/>
                  </a:lnTo>
                  <a:lnTo>
                    <a:pt x="43424" y="89178"/>
                  </a:lnTo>
                  <a:lnTo>
                    <a:pt x="41410" y="87066"/>
                  </a:lnTo>
                  <a:lnTo>
                    <a:pt x="40233" y="86387"/>
                  </a:lnTo>
                  <a:lnTo>
                    <a:pt x="40090" y="86298"/>
                  </a:lnTo>
                  <a:lnTo>
                    <a:pt x="38704" y="85430"/>
                  </a:lnTo>
                  <a:lnTo>
                    <a:pt x="36354" y="84191"/>
                  </a:lnTo>
                  <a:lnTo>
                    <a:pt x="33300" y="82995"/>
                  </a:lnTo>
                  <a:lnTo>
                    <a:pt x="29753" y="82356"/>
                  </a:lnTo>
                  <a:lnTo>
                    <a:pt x="26194" y="81958"/>
                  </a:lnTo>
                  <a:lnTo>
                    <a:pt x="21765" y="82244"/>
                  </a:lnTo>
                  <a:lnTo>
                    <a:pt x="21110" y="82311"/>
                  </a:lnTo>
                  <a:lnTo>
                    <a:pt x="16471" y="82789"/>
                  </a:lnTo>
                  <a:lnTo>
                    <a:pt x="15310" y="76116"/>
                  </a:lnTo>
                  <a:lnTo>
                    <a:pt x="10440" y="76929"/>
                  </a:lnTo>
                  <a:lnTo>
                    <a:pt x="9712" y="73299"/>
                  </a:lnTo>
                  <a:lnTo>
                    <a:pt x="9581" y="72761"/>
                  </a:lnTo>
                  <a:lnTo>
                    <a:pt x="9439" y="72077"/>
                  </a:lnTo>
                  <a:lnTo>
                    <a:pt x="9196" y="67754"/>
                  </a:lnTo>
                  <a:lnTo>
                    <a:pt x="8952" y="66566"/>
                  </a:lnTo>
                  <a:lnTo>
                    <a:pt x="7150" y="64277"/>
                  </a:lnTo>
                  <a:lnTo>
                    <a:pt x="6593" y="64387"/>
                  </a:lnTo>
                  <a:lnTo>
                    <a:pt x="6435" y="64111"/>
                  </a:lnTo>
                  <a:lnTo>
                    <a:pt x="6110" y="63546"/>
                  </a:lnTo>
                  <a:lnTo>
                    <a:pt x="2568" y="60004"/>
                  </a:lnTo>
                  <a:lnTo>
                    <a:pt x="482" y="58725"/>
                  </a:lnTo>
                  <a:lnTo>
                    <a:pt x="0" y="57930"/>
                  </a:lnTo>
                  <a:lnTo>
                    <a:pt x="2786" y="52612"/>
                  </a:lnTo>
                  <a:lnTo>
                    <a:pt x="3254" y="51313"/>
                  </a:lnTo>
                  <a:lnTo>
                    <a:pt x="3550" y="50491"/>
                  </a:lnTo>
                  <a:lnTo>
                    <a:pt x="5734" y="44431"/>
                  </a:lnTo>
                  <a:lnTo>
                    <a:pt x="6647" y="38502"/>
                  </a:lnTo>
                  <a:lnTo>
                    <a:pt x="7216" y="32714"/>
                  </a:lnTo>
                  <a:lnTo>
                    <a:pt x="7286" y="31998"/>
                  </a:lnTo>
                  <a:lnTo>
                    <a:pt x="8149" y="23211"/>
                  </a:lnTo>
                  <a:lnTo>
                    <a:pt x="8173" y="22969"/>
                  </a:lnTo>
                  <a:lnTo>
                    <a:pt x="8232" y="22368"/>
                  </a:lnTo>
                  <a:lnTo>
                    <a:pt x="8298" y="18661"/>
                  </a:lnTo>
                  <a:lnTo>
                    <a:pt x="8311" y="17926"/>
                  </a:lnTo>
                  <a:lnTo>
                    <a:pt x="8340" y="16245"/>
                  </a:lnTo>
                  <a:lnTo>
                    <a:pt x="8356" y="15366"/>
                  </a:lnTo>
                  <a:lnTo>
                    <a:pt x="8391" y="12560"/>
                  </a:lnTo>
                  <a:lnTo>
                    <a:pt x="7794" y="7233"/>
                  </a:lnTo>
                  <a:lnTo>
                    <a:pt x="8135" y="7229"/>
                  </a:lnTo>
                  <a:lnTo>
                    <a:pt x="11084" y="7190"/>
                  </a:lnTo>
                  <a:lnTo>
                    <a:pt x="16789" y="6635"/>
                  </a:lnTo>
                  <a:lnTo>
                    <a:pt x="17200" y="6599"/>
                  </a:lnTo>
                  <a:lnTo>
                    <a:pt x="21688" y="6210"/>
                  </a:lnTo>
                  <a:lnTo>
                    <a:pt x="22047" y="6179"/>
                  </a:lnTo>
                  <a:lnTo>
                    <a:pt x="26664" y="5778"/>
                  </a:lnTo>
                  <a:lnTo>
                    <a:pt x="26989" y="5750"/>
                  </a:lnTo>
                  <a:lnTo>
                    <a:pt x="32504" y="5271"/>
                  </a:lnTo>
                  <a:lnTo>
                    <a:pt x="32744" y="5248"/>
                  </a:lnTo>
                  <a:lnTo>
                    <a:pt x="32885" y="5235"/>
                  </a:lnTo>
                  <a:lnTo>
                    <a:pt x="32599" y="1801"/>
                  </a:lnTo>
                  <a:lnTo>
                    <a:pt x="38768" y="1249"/>
                  </a:lnTo>
                  <a:lnTo>
                    <a:pt x="43839" y="794"/>
                  </a:lnTo>
                  <a:lnTo>
                    <a:pt x="48481" y="379"/>
                  </a:lnTo>
                  <a:lnTo>
                    <a:pt x="48655" y="363"/>
                  </a:lnTo>
                  <a:lnTo>
                    <a:pt x="52713" y="0"/>
                  </a:lnTo>
                  <a:lnTo>
                    <a:pt x="52844" y="1598"/>
                  </a:lnTo>
                  <a:lnTo>
                    <a:pt x="53511" y="9716"/>
                  </a:lnTo>
                  <a:lnTo>
                    <a:pt x="53863" y="14000"/>
                  </a:lnTo>
                  <a:lnTo>
                    <a:pt x="53898" y="14335"/>
                  </a:lnTo>
                  <a:lnTo>
                    <a:pt x="54627" y="21331"/>
                  </a:lnTo>
                  <a:lnTo>
                    <a:pt x="55462" y="29344"/>
                  </a:lnTo>
                  <a:lnTo>
                    <a:pt x="56211" y="37186"/>
                  </a:lnTo>
                  <a:lnTo>
                    <a:pt x="57141" y="46918"/>
                  </a:lnTo>
                  <a:lnTo>
                    <a:pt x="57202" y="47613"/>
                  </a:lnTo>
                  <a:lnTo>
                    <a:pt x="57225" y="47872"/>
                  </a:lnTo>
                  <a:lnTo>
                    <a:pt x="58517" y="625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1729355" y="2460816"/>
              <a:ext cx="112053" cy="99461"/>
            </a:xfrm>
            <a:custGeom>
              <a:avLst/>
              <a:pathLst>
                <a:path w="112053" h="99461">
                  <a:moveTo>
                    <a:pt x="66284" y="6181"/>
                  </a:moveTo>
                  <a:lnTo>
                    <a:pt x="66442" y="6457"/>
                  </a:lnTo>
                  <a:lnTo>
                    <a:pt x="66999" y="6347"/>
                  </a:lnTo>
                  <a:lnTo>
                    <a:pt x="68801" y="8636"/>
                  </a:lnTo>
                  <a:lnTo>
                    <a:pt x="69045" y="9824"/>
                  </a:lnTo>
                  <a:lnTo>
                    <a:pt x="69293" y="14173"/>
                  </a:lnTo>
                  <a:lnTo>
                    <a:pt x="69430" y="14831"/>
                  </a:lnTo>
                  <a:lnTo>
                    <a:pt x="69561" y="15369"/>
                  </a:lnTo>
                  <a:lnTo>
                    <a:pt x="70289" y="18999"/>
                  </a:lnTo>
                  <a:lnTo>
                    <a:pt x="75159" y="18186"/>
                  </a:lnTo>
                  <a:lnTo>
                    <a:pt x="76321" y="24859"/>
                  </a:lnTo>
                  <a:lnTo>
                    <a:pt x="80959" y="24381"/>
                  </a:lnTo>
                  <a:lnTo>
                    <a:pt x="81615" y="24314"/>
                  </a:lnTo>
                  <a:lnTo>
                    <a:pt x="86043" y="24027"/>
                  </a:lnTo>
                  <a:lnTo>
                    <a:pt x="89602" y="24426"/>
                  </a:lnTo>
                  <a:lnTo>
                    <a:pt x="93149" y="25065"/>
                  </a:lnTo>
                  <a:lnTo>
                    <a:pt x="96203" y="26261"/>
                  </a:lnTo>
                  <a:lnTo>
                    <a:pt x="98553" y="27500"/>
                  </a:lnTo>
                  <a:lnTo>
                    <a:pt x="99939" y="28367"/>
                  </a:lnTo>
                  <a:lnTo>
                    <a:pt x="100159" y="28505"/>
                  </a:lnTo>
                  <a:lnTo>
                    <a:pt x="101259" y="29135"/>
                  </a:lnTo>
                  <a:lnTo>
                    <a:pt x="103273" y="31247"/>
                  </a:lnTo>
                  <a:lnTo>
                    <a:pt x="103913" y="31924"/>
                  </a:lnTo>
                  <a:lnTo>
                    <a:pt x="106055" y="34615"/>
                  </a:lnTo>
                  <a:lnTo>
                    <a:pt x="106572" y="35549"/>
                  </a:lnTo>
                  <a:lnTo>
                    <a:pt x="107998" y="38123"/>
                  </a:lnTo>
                  <a:lnTo>
                    <a:pt x="109013" y="39955"/>
                  </a:lnTo>
                  <a:lnTo>
                    <a:pt x="112053" y="45322"/>
                  </a:lnTo>
                  <a:lnTo>
                    <a:pt x="111839" y="45443"/>
                  </a:lnTo>
                  <a:lnTo>
                    <a:pt x="111613" y="45571"/>
                  </a:lnTo>
                  <a:lnTo>
                    <a:pt x="107202" y="48277"/>
                  </a:lnTo>
                  <a:lnTo>
                    <a:pt x="106596" y="48649"/>
                  </a:lnTo>
                  <a:lnTo>
                    <a:pt x="104722" y="49676"/>
                  </a:lnTo>
                  <a:lnTo>
                    <a:pt x="100808" y="51011"/>
                  </a:lnTo>
                  <a:lnTo>
                    <a:pt x="100122" y="51081"/>
                  </a:lnTo>
                  <a:lnTo>
                    <a:pt x="97523" y="51346"/>
                  </a:lnTo>
                  <a:lnTo>
                    <a:pt x="95703" y="51532"/>
                  </a:lnTo>
                  <a:lnTo>
                    <a:pt x="94381" y="51663"/>
                  </a:lnTo>
                  <a:lnTo>
                    <a:pt x="88411" y="52255"/>
                  </a:lnTo>
                  <a:lnTo>
                    <a:pt x="83634" y="52730"/>
                  </a:lnTo>
                  <a:lnTo>
                    <a:pt x="83143" y="52778"/>
                  </a:lnTo>
                  <a:lnTo>
                    <a:pt x="78086" y="53280"/>
                  </a:lnTo>
                  <a:lnTo>
                    <a:pt x="77678" y="53321"/>
                  </a:lnTo>
                  <a:lnTo>
                    <a:pt x="71939" y="54395"/>
                  </a:lnTo>
                  <a:lnTo>
                    <a:pt x="66138" y="56233"/>
                  </a:lnTo>
                  <a:lnTo>
                    <a:pt x="65437" y="56455"/>
                  </a:lnTo>
                  <a:lnTo>
                    <a:pt x="61393" y="58578"/>
                  </a:lnTo>
                  <a:lnTo>
                    <a:pt x="65744" y="66690"/>
                  </a:lnTo>
                  <a:lnTo>
                    <a:pt x="65965" y="67102"/>
                  </a:lnTo>
                  <a:lnTo>
                    <a:pt x="69596" y="74872"/>
                  </a:lnTo>
                  <a:lnTo>
                    <a:pt x="71743" y="80066"/>
                  </a:lnTo>
                  <a:lnTo>
                    <a:pt x="68323" y="81732"/>
                  </a:lnTo>
                  <a:lnTo>
                    <a:pt x="67630" y="82070"/>
                  </a:lnTo>
                  <a:lnTo>
                    <a:pt x="64893" y="83403"/>
                  </a:lnTo>
                  <a:lnTo>
                    <a:pt x="63716" y="83976"/>
                  </a:lnTo>
                  <a:lnTo>
                    <a:pt x="54433" y="90594"/>
                  </a:lnTo>
                  <a:lnTo>
                    <a:pt x="53901" y="90973"/>
                  </a:lnTo>
                  <a:lnTo>
                    <a:pt x="51426" y="93435"/>
                  </a:lnTo>
                  <a:lnTo>
                    <a:pt x="50351" y="94558"/>
                  </a:lnTo>
                  <a:lnTo>
                    <a:pt x="48745" y="96235"/>
                  </a:lnTo>
                  <a:lnTo>
                    <a:pt x="45636" y="99461"/>
                  </a:lnTo>
                  <a:lnTo>
                    <a:pt x="45065" y="99051"/>
                  </a:lnTo>
                  <a:lnTo>
                    <a:pt x="37863" y="93893"/>
                  </a:lnTo>
                  <a:lnTo>
                    <a:pt x="36487" y="92908"/>
                  </a:lnTo>
                  <a:lnTo>
                    <a:pt x="34625" y="91575"/>
                  </a:lnTo>
                  <a:lnTo>
                    <a:pt x="33247" y="90811"/>
                  </a:lnTo>
                  <a:lnTo>
                    <a:pt x="32994" y="90672"/>
                  </a:lnTo>
                  <a:lnTo>
                    <a:pt x="32226" y="90247"/>
                  </a:lnTo>
                  <a:lnTo>
                    <a:pt x="28605" y="88243"/>
                  </a:lnTo>
                  <a:lnTo>
                    <a:pt x="25027" y="86667"/>
                  </a:lnTo>
                  <a:lnTo>
                    <a:pt x="20631" y="85084"/>
                  </a:lnTo>
                  <a:lnTo>
                    <a:pt x="20342" y="84987"/>
                  </a:lnTo>
                  <a:lnTo>
                    <a:pt x="16183" y="83604"/>
                  </a:lnTo>
                  <a:lnTo>
                    <a:pt x="14542" y="83059"/>
                  </a:lnTo>
                  <a:lnTo>
                    <a:pt x="14322" y="82986"/>
                  </a:lnTo>
                  <a:lnTo>
                    <a:pt x="13724" y="82787"/>
                  </a:lnTo>
                  <a:lnTo>
                    <a:pt x="9541" y="81396"/>
                  </a:lnTo>
                  <a:lnTo>
                    <a:pt x="8900" y="81188"/>
                  </a:lnTo>
                  <a:lnTo>
                    <a:pt x="4776" y="79830"/>
                  </a:lnTo>
                  <a:lnTo>
                    <a:pt x="3928" y="79551"/>
                  </a:lnTo>
                  <a:lnTo>
                    <a:pt x="3750" y="79509"/>
                  </a:lnTo>
                  <a:lnTo>
                    <a:pt x="0" y="78632"/>
                  </a:lnTo>
                  <a:lnTo>
                    <a:pt x="2095" y="74831"/>
                  </a:lnTo>
                  <a:lnTo>
                    <a:pt x="3674" y="71967"/>
                  </a:lnTo>
                  <a:lnTo>
                    <a:pt x="4966" y="69709"/>
                  </a:lnTo>
                  <a:lnTo>
                    <a:pt x="6114" y="67706"/>
                  </a:lnTo>
                  <a:lnTo>
                    <a:pt x="9113" y="62470"/>
                  </a:lnTo>
                  <a:lnTo>
                    <a:pt x="9228" y="62269"/>
                  </a:lnTo>
                  <a:lnTo>
                    <a:pt x="14098" y="50135"/>
                  </a:lnTo>
                  <a:lnTo>
                    <a:pt x="15081" y="46762"/>
                  </a:lnTo>
                  <a:lnTo>
                    <a:pt x="15235" y="46233"/>
                  </a:lnTo>
                  <a:lnTo>
                    <a:pt x="15582" y="45040"/>
                  </a:lnTo>
                  <a:lnTo>
                    <a:pt x="16332" y="42467"/>
                  </a:lnTo>
                  <a:lnTo>
                    <a:pt x="19556" y="35198"/>
                  </a:lnTo>
                  <a:lnTo>
                    <a:pt x="21472" y="31619"/>
                  </a:lnTo>
                  <a:lnTo>
                    <a:pt x="23924" y="29671"/>
                  </a:lnTo>
                  <a:lnTo>
                    <a:pt x="27446" y="26746"/>
                  </a:lnTo>
                  <a:lnTo>
                    <a:pt x="32853" y="23434"/>
                  </a:lnTo>
                  <a:lnTo>
                    <a:pt x="36655" y="20065"/>
                  </a:lnTo>
                  <a:lnTo>
                    <a:pt x="38513" y="18638"/>
                  </a:lnTo>
                  <a:lnTo>
                    <a:pt x="40660" y="16833"/>
                  </a:lnTo>
                  <a:lnTo>
                    <a:pt x="41435" y="16182"/>
                  </a:lnTo>
                  <a:lnTo>
                    <a:pt x="42998" y="14868"/>
                  </a:lnTo>
                  <a:lnTo>
                    <a:pt x="50225" y="9375"/>
                  </a:lnTo>
                  <a:lnTo>
                    <a:pt x="50574" y="9071"/>
                  </a:lnTo>
                  <a:lnTo>
                    <a:pt x="50841" y="8838"/>
                  </a:lnTo>
                  <a:lnTo>
                    <a:pt x="54353" y="5773"/>
                  </a:lnTo>
                  <a:lnTo>
                    <a:pt x="58175" y="2437"/>
                  </a:lnTo>
                  <a:lnTo>
                    <a:pt x="58543" y="1793"/>
                  </a:lnTo>
                  <a:lnTo>
                    <a:pt x="59150" y="731"/>
                  </a:lnTo>
                  <a:lnTo>
                    <a:pt x="59849" y="0"/>
                  </a:lnTo>
                  <a:lnTo>
                    <a:pt x="60331" y="795"/>
                  </a:lnTo>
                  <a:lnTo>
                    <a:pt x="62417" y="2074"/>
                  </a:lnTo>
                  <a:lnTo>
                    <a:pt x="65960" y="56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1715125" y="2503182"/>
              <a:ext cx="141224" cy="116367"/>
            </a:xfrm>
            <a:custGeom>
              <a:avLst/>
              <a:pathLst>
                <a:path w="141224" h="116367">
                  <a:moveTo>
                    <a:pt x="112282" y="56920"/>
                  </a:moveTo>
                  <a:lnTo>
                    <a:pt x="107705" y="57379"/>
                  </a:lnTo>
                  <a:lnTo>
                    <a:pt x="106861" y="57463"/>
                  </a:lnTo>
                  <a:lnTo>
                    <a:pt x="105208" y="57628"/>
                  </a:lnTo>
                  <a:lnTo>
                    <a:pt x="101397" y="58233"/>
                  </a:lnTo>
                  <a:lnTo>
                    <a:pt x="100435" y="58480"/>
                  </a:lnTo>
                  <a:lnTo>
                    <a:pt x="97260" y="59337"/>
                  </a:lnTo>
                  <a:lnTo>
                    <a:pt x="93186" y="60935"/>
                  </a:lnTo>
                  <a:lnTo>
                    <a:pt x="89203" y="62998"/>
                  </a:lnTo>
                  <a:lnTo>
                    <a:pt x="86366" y="64975"/>
                  </a:lnTo>
                  <a:lnTo>
                    <a:pt x="84644" y="66174"/>
                  </a:lnTo>
                  <a:lnTo>
                    <a:pt x="83973" y="66838"/>
                  </a:lnTo>
                  <a:lnTo>
                    <a:pt x="79973" y="70793"/>
                  </a:lnTo>
                  <a:lnTo>
                    <a:pt x="79742" y="71021"/>
                  </a:lnTo>
                  <a:lnTo>
                    <a:pt x="78987" y="72090"/>
                  </a:lnTo>
                  <a:lnTo>
                    <a:pt x="77728" y="73872"/>
                  </a:lnTo>
                  <a:lnTo>
                    <a:pt x="76113" y="76157"/>
                  </a:lnTo>
                  <a:lnTo>
                    <a:pt x="75818" y="76719"/>
                  </a:lnTo>
                  <a:lnTo>
                    <a:pt x="75356" y="77599"/>
                  </a:lnTo>
                  <a:lnTo>
                    <a:pt x="74773" y="78707"/>
                  </a:lnTo>
                  <a:lnTo>
                    <a:pt x="74525" y="79198"/>
                  </a:lnTo>
                  <a:lnTo>
                    <a:pt x="74360" y="79566"/>
                  </a:lnTo>
                  <a:lnTo>
                    <a:pt x="73912" y="80565"/>
                  </a:lnTo>
                  <a:lnTo>
                    <a:pt x="73042" y="82506"/>
                  </a:lnTo>
                  <a:lnTo>
                    <a:pt x="72948" y="82824"/>
                  </a:lnTo>
                  <a:lnTo>
                    <a:pt x="72899" y="82989"/>
                  </a:lnTo>
                  <a:lnTo>
                    <a:pt x="72101" y="85680"/>
                  </a:lnTo>
                  <a:lnTo>
                    <a:pt x="71919" y="86312"/>
                  </a:lnTo>
                  <a:lnTo>
                    <a:pt x="71692" y="87600"/>
                  </a:lnTo>
                  <a:lnTo>
                    <a:pt x="70890" y="92166"/>
                  </a:lnTo>
                  <a:lnTo>
                    <a:pt x="70884" y="93044"/>
                  </a:lnTo>
                  <a:lnTo>
                    <a:pt x="70865" y="95501"/>
                  </a:lnTo>
                  <a:lnTo>
                    <a:pt x="70856" y="96689"/>
                  </a:lnTo>
                  <a:lnTo>
                    <a:pt x="70854" y="96908"/>
                  </a:lnTo>
                  <a:lnTo>
                    <a:pt x="70932" y="97585"/>
                  </a:lnTo>
                  <a:lnTo>
                    <a:pt x="71408" y="101713"/>
                  </a:lnTo>
                  <a:lnTo>
                    <a:pt x="71516" y="102649"/>
                  </a:lnTo>
                  <a:lnTo>
                    <a:pt x="71563" y="103052"/>
                  </a:lnTo>
                  <a:lnTo>
                    <a:pt x="73245" y="113212"/>
                  </a:lnTo>
                  <a:lnTo>
                    <a:pt x="73306" y="113579"/>
                  </a:lnTo>
                  <a:lnTo>
                    <a:pt x="73559" y="115544"/>
                  </a:lnTo>
                  <a:lnTo>
                    <a:pt x="73374" y="115578"/>
                  </a:lnTo>
                  <a:lnTo>
                    <a:pt x="69089" y="116343"/>
                  </a:lnTo>
                  <a:lnTo>
                    <a:pt x="68781" y="116367"/>
                  </a:lnTo>
                  <a:lnTo>
                    <a:pt x="68333" y="113811"/>
                  </a:lnTo>
                  <a:lnTo>
                    <a:pt x="47707" y="104710"/>
                  </a:lnTo>
                  <a:lnTo>
                    <a:pt x="33395" y="96272"/>
                  </a:lnTo>
                  <a:lnTo>
                    <a:pt x="18228" y="85164"/>
                  </a:lnTo>
                  <a:lnTo>
                    <a:pt x="15379" y="81916"/>
                  </a:lnTo>
                  <a:lnTo>
                    <a:pt x="13190" y="79566"/>
                  </a:lnTo>
                  <a:lnTo>
                    <a:pt x="8805" y="77200"/>
                  </a:lnTo>
                  <a:lnTo>
                    <a:pt x="7156" y="76310"/>
                  </a:lnTo>
                  <a:lnTo>
                    <a:pt x="6439" y="75935"/>
                  </a:lnTo>
                  <a:lnTo>
                    <a:pt x="4838" y="74114"/>
                  </a:lnTo>
                  <a:lnTo>
                    <a:pt x="1481" y="73273"/>
                  </a:lnTo>
                  <a:lnTo>
                    <a:pt x="1750" y="72474"/>
                  </a:lnTo>
                  <a:lnTo>
                    <a:pt x="1872" y="72115"/>
                  </a:lnTo>
                  <a:lnTo>
                    <a:pt x="2047" y="71595"/>
                  </a:lnTo>
                  <a:lnTo>
                    <a:pt x="2263" y="70957"/>
                  </a:lnTo>
                  <a:lnTo>
                    <a:pt x="2673" y="68176"/>
                  </a:lnTo>
                  <a:lnTo>
                    <a:pt x="2601" y="67474"/>
                  </a:lnTo>
                  <a:lnTo>
                    <a:pt x="2474" y="65370"/>
                  </a:lnTo>
                  <a:lnTo>
                    <a:pt x="2449" y="64959"/>
                  </a:lnTo>
                  <a:lnTo>
                    <a:pt x="2020" y="57856"/>
                  </a:lnTo>
                  <a:lnTo>
                    <a:pt x="1877" y="55493"/>
                  </a:lnTo>
                  <a:lnTo>
                    <a:pt x="1849" y="55040"/>
                  </a:lnTo>
                  <a:lnTo>
                    <a:pt x="1666" y="52009"/>
                  </a:lnTo>
                  <a:lnTo>
                    <a:pt x="1265" y="51114"/>
                  </a:lnTo>
                  <a:lnTo>
                    <a:pt x="0" y="48293"/>
                  </a:lnTo>
                  <a:lnTo>
                    <a:pt x="334" y="47846"/>
                  </a:lnTo>
                  <a:lnTo>
                    <a:pt x="967" y="47001"/>
                  </a:lnTo>
                  <a:lnTo>
                    <a:pt x="1272" y="46593"/>
                  </a:lnTo>
                  <a:lnTo>
                    <a:pt x="1429" y="46379"/>
                  </a:lnTo>
                  <a:lnTo>
                    <a:pt x="1712" y="45995"/>
                  </a:lnTo>
                  <a:lnTo>
                    <a:pt x="4483" y="43992"/>
                  </a:lnTo>
                  <a:lnTo>
                    <a:pt x="5629" y="43310"/>
                  </a:lnTo>
                  <a:lnTo>
                    <a:pt x="7079" y="42447"/>
                  </a:lnTo>
                  <a:lnTo>
                    <a:pt x="11406" y="39872"/>
                  </a:lnTo>
                  <a:lnTo>
                    <a:pt x="13463" y="37265"/>
                  </a:lnTo>
                  <a:lnTo>
                    <a:pt x="14030" y="36546"/>
                  </a:lnTo>
                  <a:lnTo>
                    <a:pt x="14251" y="36266"/>
                  </a:lnTo>
                  <a:lnTo>
                    <a:pt x="17980" y="37143"/>
                  </a:lnTo>
                  <a:lnTo>
                    <a:pt x="18158" y="37185"/>
                  </a:lnTo>
                  <a:lnTo>
                    <a:pt x="19007" y="37465"/>
                  </a:lnTo>
                  <a:lnTo>
                    <a:pt x="23150" y="38829"/>
                  </a:lnTo>
                  <a:lnTo>
                    <a:pt x="23810" y="39043"/>
                  </a:lnTo>
                  <a:lnTo>
                    <a:pt x="27974" y="40427"/>
                  </a:lnTo>
                  <a:lnTo>
                    <a:pt x="28571" y="40626"/>
                  </a:lnTo>
                  <a:lnTo>
                    <a:pt x="28791" y="40699"/>
                  </a:lnTo>
                  <a:lnTo>
                    <a:pt x="30413" y="41239"/>
                  </a:lnTo>
                  <a:lnTo>
                    <a:pt x="34591" y="42628"/>
                  </a:lnTo>
                  <a:lnTo>
                    <a:pt x="34862" y="42718"/>
                  </a:lnTo>
                  <a:lnTo>
                    <a:pt x="39258" y="44301"/>
                  </a:lnTo>
                  <a:lnTo>
                    <a:pt x="42836" y="45878"/>
                  </a:lnTo>
                  <a:lnTo>
                    <a:pt x="46471" y="47889"/>
                  </a:lnTo>
                  <a:lnTo>
                    <a:pt x="47224" y="48306"/>
                  </a:lnTo>
                  <a:lnTo>
                    <a:pt x="47493" y="48455"/>
                  </a:lnTo>
                  <a:lnTo>
                    <a:pt x="48856" y="49209"/>
                  </a:lnTo>
                  <a:lnTo>
                    <a:pt x="50732" y="50552"/>
                  </a:lnTo>
                  <a:lnTo>
                    <a:pt x="52094" y="51528"/>
                  </a:lnTo>
                  <a:lnTo>
                    <a:pt x="59309" y="56695"/>
                  </a:lnTo>
                  <a:lnTo>
                    <a:pt x="59880" y="57104"/>
                  </a:lnTo>
                  <a:lnTo>
                    <a:pt x="62976" y="53870"/>
                  </a:lnTo>
                  <a:lnTo>
                    <a:pt x="64591" y="52183"/>
                  </a:lnTo>
                  <a:lnTo>
                    <a:pt x="65657" y="51070"/>
                  </a:lnTo>
                  <a:lnTo>
                    <a:pt x="68131" y="48607"/>
                  </a:lnTo>
                  <a:lnTo>
                    <a:pt x="68674" y="48220"/>
                  </a:lnTo>
                  <a:lnTo>
                    <a:pt x="77946" y="41610"/>
                  </a:lnTo>
                  <a:lnTo>
                    <a:pt x="79124" y="41037"/>
                  </a:lnTo>
                  <a:lnTo>
                    <a:pt x="81861" y="39704"/>
                  </a:lnTo>
                  <a:lnTo>
                    <a:pt x="82554" y="39367"/>
                  </a:lnTo>
                  <a:lnTo>
                    <a:pt x="85971" y="37695"/>
                  </a:lnTo>
                  <a:lnTo>
                    <a:pt x="83774" y="32393"/>
                  </a:lnTo>
                  <a:lnTo>
                    <a:pt x="80195" y="24736"/>
                  </a:lnTo>
                  <a:lnTo>
                    <a:pt x="79974" y="24325"/>
                  </a:lnTo>
                  <a:lnTo>
                    <a:pt x="75623" y="16213"/>
                  </a:lnTo>
                  <a:lnTo>
                    <a:pt x="79667" y="14090"/>
                  </a:lnTo>
                  <a:lnTo>
                    <a:pt x="80368" y="13868"/>
                  </a:lnTo>
                  <a:lnTo>
                    <a:pt x="86169" y="12029"/>
                  </a:lnTo>
                  <a:lnTo>
                    <a:pt x="91908" y="10955"/>
                  </a:lnTo>
                  <a:lnTo>
                    <a:pt x="92316" y="10915"/>
                  </a:lnTo>
                  <a:lnTo>
                    <a:pt x="97395" y="10411"/>
                  </a:lnTo>
                  <a:lnTo>
                    <a:pt x="97864" y="10364"/>
                  </a:lnTo>
                  <a:lnTo>
                    <a:pt x="102663" y="9888"/>
                  </a:lnTo>
                  <a:lnTo>
                    <a:pt x="108632" y="9295"/>
                  </a:lnTo>
                  <a:lnTo>
                    <a:pt x="109933" y="9166"/>
                  </a:lnTo>
                  <a:lnTo>
                    <a:pt x="111754" y="8980"/>
                  </a:lnTo>
                  <a:lnTo>
                    <a:pt x="114374" y="8713"/>
                  </a:lnTo>
                  <a:lnTo>
                    <a:pt x="115038" y="8646"/>
                  </a:lnTo>
                  <a:lnTo>
                    <a:pt x="118953" y="7310"/>
                  </a:lnTo>
                  <a:lnTo>
                    <a:pt x="120826" y="6283"/>
                  </a:lnTo>
                  <a:lnTo>
                    <a:pt x="121448" y="5902"/>
                  </a:lnTo>
                  <a:lnTo>
                    <a:pt x="125843" y="3206"/>
                  </a:lnTo>
                  <a:lnTo>
                    <a:pt x="126085" y="3069"/>
                  </a:lnTo>
                  <a:lnTo>
                    <a:pt x="126425" y="2876"/>
                  </a:lnTo>
                  <a:lnTo>
                    <a:pt x="127758" y="2121"/>
                  </a:lnTo>
                  <a:lnTo>
                    <a:pt x="130257" y="765"/>
                  </a:lnTo>
                  <a:lnTo>
                    <a:pt x="133455" y="154"/>
                  </a:lnTo>
                  <a:lnTo>
                    <a:pt x="135457" y="40"/>
                  </a:lnTo>
                  <a:lnTo>
                    <a:pt x="136164" y="0"/>
                  </a:lnTo>
                  <a:lnTo>
                    <a:pt x="136263" y="1020"/>
                  </a:lnTo>
                  <a:lnTo>
                    <a:pt x="136284" y="1237"/>
                  </a:lnTo>
                  <a:lnTo>
                    <a:pt x="136320" y="1624"/>
                  </a:lnTo>
                  <a:lnTo>
                    <a:pt x="136476" y="3306"/>
                  </a:lnTo>
                  <a:lnTo>
                    <a:pt x="136631" y="4974"/>
                  </a:lnTo>
                  <a:lnTo>
                    <a:pt x="136651" y="5196"/>
                  </a:lnTo>
                  <a:lnTo>
                    <a:pt x="136785" y="6640"/>
                  </a:lnTo>
                  <a:lnTo>
                    <a:pt x="136823" y="7049"/>
                  </a:lnTo>
                  <a:lnTo>
                    <a:pt x="136936" y="8258"/>
                  </a:lnTo>
                  <a:lnTo>
                    <a:pt x="136976" y="8689"/>
                  </a:lnTo>
                  <a:lnTo>
                    <a:pt x="137072" y="9728"/>
                  </a:lnTo>
                  <a:lnTo>
                    <a:pt x="137092" y="9939"/>
                  </a:lnTo>
                  <a:lnTo>
                    <a:pt x="137137" y="10430"/>
                  </a:lnTo>
                  <a:lnTo>
                    <a:pt x="137274" y="11897"/>
                  </a:lnTo>
                  <a:lnTo>
                    <a:pt x="137306" y="12246"/>
                  </a:lnTo>
                  <a:lnTo>
                    <a:pt x="137452" y="13819"/>
                  </a:lnTo>
                  <a:lnTo>
                    <a:pt x="137488" y="14211"/>
                  </a:lnTo>
                  <a:lnTo>
                    <a:pt x="137516" y="14510"/>
                  </a:lnTo>
                  <a:lnTo>
                    <a:pt x="137592" y="15330"/>
                  </a:lnTo>
                  <a:lnTo>
                    <a:pt x="137618" y="15609"/>
                  </a:lnTo>
                  <a:lnTo>
                    <a:pt x="137659" y="16048"/>
                  </a:lnTo>
                  <a:lnTo>
                    <a:pt x="137769" y="17239"/>
                  </a:lnTo>
                  <a:lnTo>
                    <a:pt x="137795" y="17516"/>
                  </a:lnTo>
                  <a:lnTo>
                    <a:pt x="137897" y="18617"/>
                  </a:lnTo>
                  <a:lnTo>
                    <a:pt x="137936" y="19028"/>
                  </a:lnTo>
                  <a:lnTo>
                    <a:pt x="137969" y="19389"/>
                  </a:lnTo>
                  <a:lnTo>
                    <a:pt x="138060" y="20368"/>
                  </a:lnTo>
                  <a:lnTo>
                    <a:pt x="138088" y="20673"/>
                  </a:lnTo>
                  <a:lnTo>
                    <a:pt x="138160" y="21449"/>
                  </a:lnTo>
                  <a:lnTo>
                    <a:pt x="138225" y="22146"/>
                  </a:lnTo>
                  <a:lnTo>
                    <a:pt x="138259" y="22510"/>
                  </a:lnTo>
                  <a:lnTo>
                    <a:pt x="138425" y="24296"/>
                  </a:lnTo>
                  <a:lnTo>
                    <a:pt x="138449" y="24555"/>
                  </a:lnTo>
                  <a:lnTo>
                    <a:pt x="138574" y="25907"/>
                  </a:lnTo>
                  <a:lnTo>
                    <a:pt x="138624" y="26446"/>
                  </a:lnTo>
                  <a:lnTo>
                    <a:pt x="138719" y="27470"/>
                  </a:lnTo>
                  <a:lnTo>
                    <a:pt x="138750" y="27801"/>
                  </a:lnTo>
                  <a:lnTo>
                    <a:pt x="138787" y="28201"/>
                  </a:lnTo>
                  <a:lnTo>
                    <a:pt x="138843" y="28807"/>
                  </a:lnTo>
                  <a:lnTo>
                    <a:pt x="138884" y="29271"/>
                  </a:lnTo>
                  <a:lnTo>
                    <a:pt x="138899" y="29443"/>
                  </a:lnTo>
                  <a:lnTo>
                    <a:pt x="138922" y="29698"/>
                  </a:lnTo>
                  <a:lnTo>
                    <a:pt x="139020" y="30810"/>
                  </a:lnTo>
                  <a:lnTo>
                    <a:pt x="139062" y="31289"/>
                  </a:lnTo>
                  <a:lnTo>
                    <a:pt x="139086" y="31570"/>
                  </a:lnTo>
                  <a:lnTo>
                    <a:pt x="139164" y="32457"/>
                  </a:lnTo>
                  <a:lnTo>
                    <a:pt x="139188" y="32730"/>
                  </a:lnTo>
                  <a:lnTo>
                    <a:pt x="139212" y="33003"/>
                  </a:lnTo>
                  <a:lnTo>
                    <a:pt x="139319" y="34218"/>
                  </a:lnTo>
                  <a:lnTo>
                    <a:pt x="139370" y="34798"/>
                  </a:lnTo>
                  <a:lnTo>
                    <a:pt x="139400" y="35138"/>
                  </a:lnTo>
                  <a:lnTo>
                    <a:pt x="139509" y="36374"/>
                  </a:lnTo>
                  <a:lnTo>
                    <a:pt x="139524" y="36523"/>
                  </a:lnTo>
                  <a:lnTo>
                    <a:pt x="139658" y="37854"/>
                  </a:lnTo>
                  <a:lnTo>
                    <a:pt x="139708" y="38341"/>
                  </a:lnTo>
                  <a:lnTo>
                    <a:pt x="139722" y="38483"/>
                  </a:lnTo>
                  <a:lnTo>
                    <a:pt x="139792" y="39176"/>
                  </a:lnTo>
                  <a:lnTo>
                    <a:pt x="139835" y="39599"/>
                  </a:lnTo>
                  <a:lnTo>
                    <a:pt x="139916" y="40405"/>
                  </a:lnTo>
                  <a:lnTo>
                    <a:pt x="139957" y="40812"/>
                  </a:lnTo>
                  <a:lnTo>
                    <a:pt x="140010" y="41330"/>
                  </a:lnTo>
                  <a:lnTo>
                    <a:pt x="140028" y="41514"/>
                  </a:lnTo>
                  <a:lnTo>
                    <a:pt x="140058" y="41810"/>
                  </a:lnTo>
                  <a:lnTo>
                    <a:pt x="140138" y="42598"/>
                  </a:lnTo>
                  <a:lnTo>
                    <a:pt x="140163" y="42843"/>
                  </a:lnTo>
                  <a:lnTo>
                    <a:pt x="140282" y="44019"/>
                  </a:lnTo>
                  <a:lnTo>
                    <a:pt x="140306" y="44265"/>
                  </a:lnTo>
                  <a:lnTo>
                    <a:pt x="140427" y="45451"/>
                  </a:lnTo>
                  <a:lnTo>
                    <a:pt x="140576" y="46849"/>
                  </a:lnTo>
                  <a:lnTo>
                    <a:pt x="140598" y="47061"/>
                  </a:lnTo>
                  <a:lnTo>
                    <a:pt x="140691" y="47936"/>
                  </a:lnTo>
                  <a:lnTo>
                    <a:pt x="140745" y="48438"/>
                  </a:lnTo>
                  <a:lnTo>
                    <a:pt x="140770" y="48676"/>
                  </a:lnTo>
                  <a:lnTo>
                    <a:pt x="140835" y="49288"/>
                  </a:lnTo>
                  <a:lnTo>
                    <a:pt x="140865" y="49568"/>
                  </a:lnTo>
                  <a:lnTo>
                    <a:pt x="140980" y="50649"/>
                  </a:lnTo>
                  <a:lnTo>
                    <a:pt x="141116" y="51929"/>
                  </a:lnTo>
                  <a:lnTo>
                    <a:pt x="141143" y="52183"/>
                  </a:lnTo>
                  <a:lnTo>
                    <a:pt x="141208" y="52788"/>
                  </a:lnTo>
                  <a:lnTo>
                    <a:pt x="141210" y="53062"/>
                  </a:lnTo>
                  <a:lnTo>
                    <a:pt x="141213" y="53273"/>
                  </a:lnTo>
                  <a:lnTo>
                    <a:pt x="141221" y="54149"/>
                  </a:lnTo>
                  <a:lnTo>
                    <a:pt x="141224" y="54363"/>
                  </a:lnTo>
                  <a:lnTo>
                    <a:pt x="140284" y="54448"/>
                  </a:lnTo>
                  <a:lnTo>
                    <a:pt x="138309" y="54622"/>
                  </a:lnTo>
                  <a:lnTo>
                    <a:pt x="136977" y="54739"/>
                  </a:lnTo>
                  <a:lnTo>
                    <a:pt x="136301" y="54798"/>
                  </a:lnTo>
                  <a:lnTo>
                    <a:pt x="135434" y="54874"/>
                  </a:lnTo>
                  <a:lnTo>
                    <a:pt x="130122" y="55342"/>
                  </a:lnTo>
                  <a:lnTo>
                    <a:pt x="122168" y="56041"/>
                  </a:lnTo>
                  <a:lnTo>
                    <a:pt x="113051" y="568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1785979" y="2557546"/>
              <a:ext cx="79426" cy="100933"/>
            </a:xfrm>
            <a:custGeom>
              <a:avLst/>
              <a:pathLst>
                <a:path w="79426" h="100933">
                  <a:moveTo>
                    <a:pt x="70420" y="795"/>
                  </a:moveTo>
                  <a:lnTo>
                    <a:pt x="71625" y="659"/>
                  </a:lnTo>
                  <a:lnTo>
                    <a:pt x="71691" y="1582"/>
                  </a:lnTo>
                  <a:lnTo>
                    <a:pt x="71709" y="1824"/>
                  </a:lnTo>
                  <a:lnTo>
                    <a:pt x="71727" y="2073"/>
                  </a:lnTo>
                  <a:lnTo>
                    <a:pt x="71763" y="2577"/>
                  </a:lnTo>
                  <a:lnTo>
                    <a:pt x="71805" y="3167"/>
                  </a:lnTo>
                  <a:lnTo>
                    <a:pt x="71858" y="3904"/>
                  </a:lnTo>
                  <a:lnTo>
                    <a:pt x="71876" y="4157"/>
                  </a:lnTo>
                  <a:lnTo>
                    <a:pt x="72489" y="12720"/>
                  </a:lnTo>
                  <a:lnTo>
                    <a:pt x="72502" y="12901"/>
                  </a:lnTo>
                  <a:lnTo>
                    <a:pt x="72518" y="13112"/>
                  </a:lnTo>
                  <a:lnTo>
                    <a:pt x="72623" y="14587"/>
                  </a:lnTo>
                  <a:lnTo>
                    <a:pt x="72747" y="16313"/>
                  </a:lnTo>
                  <a:lnTo>
                    <a:pt x="73051" y="20555"/>
                  </a:lnTo>
                  <a:lnTo>
                    <a:pt x="73315" y="23973"/>
                  </a:lnTo>
                  <a:lnTo>
                    <a:pt x="73614" y="27844"/>
                  </a:lnTo>
                  <a:lnTo>
                    <a:pt x="73628" y="28028"/>
                  </a:lnTo>
                  <a:lnTo>
                    <a:pt x="74241" y="35964"/>
                  </a:lnTo>
                  <a:lnTo>
                    <a:pt x="74397" y="37974"/>
                  </a:lnTo>
                  <a:lnTo>
                    <a:pt x="74446" y="38612"/>
                  </a:lnTo>
                  <a:lnTo>
                    <a:pt x="74646" y="40710"/>
                  </a:lnTo>
                  <a:lnTo>
                    <a:pt x="74936" y="43742"/>
                  </a:lnTo>
                  <a:lnTo>
                    <a:pt x="75002" y="44435"/>
                  </a:lnTo>
                  <a:lnTo>
                    <a:pt x="75119" y="45661"/>
                  </a:lnTo>
                  <a:lnTo>
                    <a:pt x="75170" y="46195"/>
                  </a:lnTo>
                  <a:lnTo>
                    <a:pt x="75505" y="49664"/>
                  </a:lnTo>
                  <a:lnTo>
                    <a:pt x="75780" y="52512"/>
                  </a:lnTo>
                  <a:lnTo>
                    <a:pt x="75804" y="52753"/>
                  </a:lnTo>
                  <a:lnTo>
                    <a:pt x="76021" y="55007"/>
                  </a:lnTo>
                  <a:lnTo>
                    <a:pt x="76103" y="55853"/>
                  </a:lnTo>
                  <a:lnTo>
                    <a:pt x="76131" y="56141"/>
                  </a:lnTo>
                  <a:lnTo>
                    <a:pt x="76182" y="56666"/>
                  </a:lnTo>
                  <a:lnTo>
                    <a:pt x="76481" y="59760"/>
                  </a:lnTo>
                  <a:lnTo>
                    <a:pt x="76547" y="60475"/>
                  </a:lnTo>
                  <a:lnTo>
                    <a:pt x="76866" y="63932"/>
                  </a:lnTo>
                  <a:lnTo>
                    <a:pt x="77077" y="66210"/>
                  </a:lnTo>
                  <a:lnTo>
                    <a:pt x="77176" y="67280"/>
                  </a:lnTo>
                  <a:lnTo>
                    <a:pt x="77282" y="68431"/>
                  </a:lnTo>
                  <a:lnTo>
                    <a:pt x="77386" y="69548"/>
                  </a:lnTo>
                  <a:lnTo>
                    <a:pt x="77522" y="71023"/>
                  </a:lnTo>
                  <a:lnTo>
                    <a:pt x="77558" y="71410"/>
                  </a:lnTo>
                  <a:lnTo>
                    <a:pt x="78135" y="77560"/>
                  </a:lnTo>
                  <a:lnTo>
                    <a:pt x="78362" y="79981"/>
                  </a:lnTo>
                  <a:lnTo>
                    <a:pt x="78545" y="81931"/>
                  </a:lnTo>
                  <a:lnTo>
                    <a:pt x="78701" y="83596"/>
                  </a:lnTo>
                  <a:lnTo>
                    <a:pt x="78724" y="83840"/>
                  </a:lnTo>
                  <a:lnTo>
                    <a:pt x="78786" y="84279"/>
                  </a:lnTo>
                  <a:lnTo>
                    <a:pt x="78940" y="85370"/>
                  </a:lnTo>
                  <a:lnTo>
                    <a:pt x="79426" y="88795"/>
                  </a:lnTo>
                  <a:lnTo>
                    <a:pt x="79136" y="88873"/>
                  </a:lnTo>
                  <a:lnTo>
                    <a:pt x="78650" y="89022"/>
                  </a:lnTo>
                  <a:lnTo>
                    <a:pt x="78488" y="89072"/>
                  </a:lnTo>
                  <a:lnTo>
                    <a:pt x="77928" y="89289"/>
                  </a:lnTo>
                  <a:lnTo>
                    <a:pt x="77381" y="89501"/>
                  </a:lnTo>
                  <a:lnTo>
                    <a:pt x="76905" y="89685"/>
                  </a:lnTo>
                  <a:lnTo>
                    <a:pt x="76401" y="89880"/>
                  </a:lnTo>
                  <a:lnTo>
                    <a:pt x="73714" y="90921"/>
                  </a:lnTo>
                  <a:lnTo>
                    <a:pt x="73350" y="91064"/>
                  </a:lnTo>
                  <a:lnTo>
                    <a:pt x="71715" y="91702"/>
                  </a:lnTo>
                  <a:lnTo>
                    <a:pt x="65792" y="94016"/>
                  </a:lnTo>
                  <a:lnTo>
                    <a:pt x="65093" y="94289"/>
                  </a:lnTo>
                  <a:lnTo>
                    <a:pt x="63267" y="94990"/>
                  </a:lnTo>
                  <a:lnTo>
                    <a:pt x="61434" y="95578"/>
                  </a:lnTo>
                  <a:lnTo>
                    <a:pt x="56228" y="97245"/>
                  </a:lnTo>
                  <a:lnTo>
                    <a:pt x="55821" y="97375"/>
                  </a:lnTo>
                  <a:lnTo>
                    <a:pt x="51054" y="98990"/>
                  </a:lnTo>
                  <a:lnTo>
                    <a:pt x="50522" y="99171"/>
                  </a:lnTo>
                  <a:lnTo>
                    <a:pt x="44958" y="100933"/>
                  </a:lnTo>
                  <a:lnTo>
                    <a:pt x="44896" y="100537"/>
                  </a:lnTo>
                  <a:lnTo>
                    <a:pt x="44778" y="99781"/>
                  </a:lnTo>
                  <a:lnTo>
                    <a:pt x="43753" y="93194"/>
                  </a:lnTo>
                  <a:lnTo>
                    <a:pt x="43141" y="89261"/>
                  </a:lnTo>
                  <a:lnTo>
                    <a:pt x="41004" y="75535"/>
                  </a:lnTo>
                  <a:lnTo>
                    <a:pt x="39755" y="67506"/>
                  </a:lnTo>
                  <a:lnTo>
                    <a:pt x="38666" y="60510"/>
                  </a:lnTo>
                  <a:lnTo>
                    <a:pt x="38368" y="60556"/>
                  </a:lnTo>
                  <a:lnTo>
                    <a:pt x="32689" y="61444"/>
                  </a:lnTo>
                  <a:lnTo>
                    <a:pt x="21791" y="63148"/>
                  </a:lnTo>
                  <a:lnTo>
                    <a:pt x="13302" y="64476"/>
                  </a:lnTo>
                  <a:lnTo>
                    <a:pt x="11750" y="64718"/>
                  </a:lnTo>
                  <a:lnTo>
                    <a:pt x="11048" y="64828"/>
                  </a:lnTo>
                  <a:lnTo>
                    <a:pt x="10737" y="64874"/>
                  </a:lnTo>
                  <a:lnTo>
                    <a:pt x="9867" y="65003"/>
                  </a:lnTo>
                  <a:lnTo>
                    <a:pt x="6059" y="65567"/>
                  </a:lnTo>
                  <a:lnTo>
                    <a:pt x="4156" y="65848"/>
                  </a:lnTo>
                  <a:lnTo>
                    <a:pt x="3809" y="65801"/>
                  </a:lnTo>
                  <a:lnTo>
                    <a:pt x="3741" y="65518"/>
                  </a:lnTo>
                  <a:lnTo>
                    <a:pt x="3394" y="64067"/>
                  </a:lnTo>
                  <a:lnTo>
                    <a:pt x="2725" y="61177"/>
                  </a:lnTo>
                  <a:lnTo>
                    <a:pt x="2451" y="59215"/>
                  </a:lnTo>
                  <a:lnTo>
                    <a:pt x="2390" y="58845"/>
                  </a:lnTo>
                  <a:lnTo>
                    <a:pt x="708" y="48688"/>
                  </a:lnTo>
                  <a:lnTo>
                    <a:pt x="660" y="48267"/>
                  </a:lnTo>
                  <a:lnTo>
                    <a:pt x="553" y="47339"/>
                  </a:lnTo>
                  <a:lnTo>
                    <a:pt x="78" y="43221"/>
                  </a:lnTo>
                  <a:lnTo>
                    <a:pt x="0" y="42544"/>
                  </a:lnTo>
                  <a:lnTo>
                    <a:pt x="1" y="42314"/>
                  </a:lnTo>
                  <a:lnTo>
                    <a:pt x="10" y="41136"/>
                  </a:lnTo>
                  <a:lnTo>
                    <a:pt x="29" y="38678"/>
                  </a:lnTo>
                  <a:lnTo>
                    <a:pt x="36" y="37800"/>
                  </a:lnTo>
                  <a:lnTo>
                    <a:pt x="839" y="33229"/>
                  </a:lnTo>
                  <a:lnTo>
                    <a:pt x="1073" y="31901"/>
                  </a:lnTo>
                  <a:lnTo>
                    <a:pt x="1246" y="31316"/>
                  </a:lnTo>
                  <a:lnTo>
                    <a:pt x="2044" y="28625"/>
                  </a:lnTo>
                  <a:lnTo>
                    <a:pt x="2093" y="28461"/>
                  </a:lnTo>
                  <a:lnTo>
                    <a:pt x="2188" y="28142"/>
                  </a:lnTo>
                  <a:lnTo>
                    <a:pt x="3058" y="26201"/>
                  </a:lnTo>
                  <a:lnTo>
                    <a:pt x="3505" y="25202"/>
                  </a:lnTo>
                  <a:lnTo>
                    <a:pt x="3725" y="24712"/>
                  </a:lnTo>
                  <a:lnTo>
                    <a:pt x="3919" y="24343"/>
                  </a:lnTo>
                  <a:lnTo>
                    <a:pt x="4503" y="23232"/>
                  </a:lnTo>
                  <a:lnTo>
                    <a:pt x="5024" y="22240"/>
                  </a:lnTo>
                  <a:lnTo>
                    <a:pt x="5259" y="21793"/>
                  </a:lnTo>
                  <a:lnTo>
                    <a:pt x="6877" y="19503"/>
                  </a:lnTo>
                  <a:lnTo>
                    <a:pt x="8133" y="17726"/>
                  </a:lnTo>
                  <a:lnTo>
                    <a:pt x="8888" y="16657"/>
                  </a:lnTo>
                  <a:lnTo>
                    <a:pt x="9130" y="16418"/>
                  </a:lnTo>
                  <a:lnTo>
                    <a:pt x="13118" y="12474"/>
                  </a:lnTo>
                  <a:lnTo>
                    <a:pt x="13790" y="11810"/>
                  </a:lnTo>
                  <a:lnTo>
                    <a:pt x="15526" y="10601"/>
                  </a:lnTo>
                  <a:lnTo>
                    <a:pt x="18348" y="8635"/>
                  </a:lnTo>
                  <a:lnTo>
                    <a:pt x="22331" y="6571"/>
                  </a:lnTo>
                  <a:lnTo>
                    <a:pt x="26406" y="4973"/>
                  </a:lnTo>
                  <a:lnTo>
                    <a:pt x="29601" y="4110"/>
                  </a:lnTo>
                  <a:lnTo>
                    <a:pt x="30542" y="3869"/>
                  </a:lnTo>
                  <a:lnTo>
                    <a:pt x="34354" y="3265"/>
                  </a:lnTo>
                  <a:lnTo>
                    <a:pt x="36028" y="3097"/>
                  </a:lnTo>
                  <a:lnTo>
                    <a:pt x="36851" y="3015"/>
                  </a:lnTo>
                  <a:lnTo>
                    <a:pt x="41448" y="2555"/>
                  </a:lnTo>
                  <a:lnTo>
                    <a:pt x="42218" y="2477"/>
                  </a:lnTo>
                  <a:lnTo>
                    <a:pt x="51335" y="1676"/>
                  </a:lnTo>
                  <a:lnTo>
                    <a:pt x="59289" y="976"/>
                  </a:lnTo>
                  <a:lnTo>
                    <a:pt x="64601" y="509"/>
                  </a:lnTo>
                  <a:lnTo>
                    <a:pt x="65468" y="433"/>
                  </a:lnTo>
                  <a:lnTo>
                    <a:pt x="66143" y="373"/>
                  </a:lnTo>
                  <a:lnTo>
                    <a:pt x="67454" y="258"/>
                  </a:lnTo>
                  <a:lnTo>
                    <a:pt x="69451" y="82"/>
                  </a:lnTo>
                  <a:lnTo>
                    <a:pt x="70369" y="0"/>
                  </a:lnTo>
                  <a:lnTo>
                    <a:pt x="70386" y="259"/>
                  </a:lnTo>
                  <a:lnTo>
                    <a:pt x="70401" y="4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1696686" y="2579117"/>
              <a:ext cx="100257" cy="104378"/>
            </a:xfrm>
            <a:custGeom>
              <a:avLst/>
              <a:pathLst>
                <a:path w="100257" h="104378">
                  <a:moveTo>
                    <a:pt x="87220" y="40434"/>
                  </a:moveTo>
                  <a:lnTo>
                    <a:pt x="87528" y="40407"/>
                  </a:lnTo>
                  <a:lnTo>
                    <a:pt x="91833" y="39638"/>
                  </a:lnTo>
                  <a:lnTo>
                    <a:pt x="91998" y="39609"/>
                  </a:lnTo>
                  <a:lnTo>
                    <a:pt x="92688" y="42495"/>
                  </a:lnTo>
                  <a:lnTo>
                    <a:pt x="93034" y="43947"/>
                  </a:lnTo>
                  <a:lnTo>
                    <a:pt x="93129" y="44324"/>
                  </a:lnTo>
                  <a:lnTo>
                    <a:pt x="93215" y="44621"/>
                  </a:lnTo>
                  <a:lnTo>
                    <a:pt x="93683" y="46236"/>
                  </a:lnTo>
                  <a:lnTo>
                    <a:pt x="93748" y="46457"/>
                  </a:lnTo>
                  <a:lnTo>
                    <a:pt x="94756" y="55203"/>
                  </a:lnTo>
                  <a:lnTo>
                    <a:pt x="94962" y="56471"/>
                  </a:lnTo>
                  <a:lnTo>
                    <a:pt x="96784" y="67686"/>
                  </a:lnTo>
                  <a:lnTo>
                    <a:pt x="97225" y="70398"/>
                  </a:lnTo>
                  <a:lnTo>
                    <a:pt x="97541" y="72460"/>
                  </a:lnTo>
                  <a:lnTo>
                    <a:pt x="97587" y="72763"/>
                  </a:lnTo>
                  <a:lnTo>
                    <a:pt x="97695" y="73465"/>
                  </a:lnTo>
                  <a:lnTo>
                    <a:pt x="98248" y="77079"/>
                  </a:lnTo>
                  <a:lnTo>
                    <a:pt x="98301" y="77431"/>
                  </a:lnTo>
                  <a:lnTo>
                    <a:pt x="98398" y="78063"/>
                  </a:lnTo>
                  <a:lnTo>
                    <a:pt x="99222" y="83450"/>
                  </a:lnTo>
                  <a:lnTo>
                    <a:pt x="99943" y="88160"/>
                  </a:lnTo>
                  <a:lnTo>
                    <a:pt x="100257" y="90209"/>
                  </a:lnTo>
                  <a:lnTo>
                    <a:pt x="100254" y="90493"/>
                  </a:lnTo>
                  <a:lnTo>
                    <a:pt x="98330" y="91142"/>
                  </a:lnTo>
                  <a:lnTo>
                    <a:pt x="94779" y="92340"/>
                  </a:lnTo>
                  <a:lnTo>
                    <a:pt x="94330" y="92491"/>
                  </a:lnTo>
                  <a:lnTo>
                    <a:pt x="92074" y="93189"/>
                  </a:lnTo>
                  <a:lnTo>
                    <a:pt x="91761" y="93286"/>
                  </a:lnTo>
                  <a:lnTo>
                    <a:pt x="80405" y="97038"/>
                  </a:lnTo>
                  <a:lnTo>
                    <a:pt x="79025" y="97548"/>
                  </a:lnTo>
                  <a:lnTo>
                    <a:pt x="78886" y="97594"/>
                  </a:lnTo>
                  <a:lnTo>
                    <a:pt x="71172" y="100138"/>
                  </a:lnTo>
                  <a:lnTo>
                    <a:pt x="71016" y="100190"/>
                  </a:lnTo>
                  <a:lnTo>
                    <a:pt x="66167" y="101784"/>
                  </a:lnTo>
                  <a:lnTo>
                    <a:pt x="65761" y="101918"/>
                  </a:lnTo>
                  <a:lnTo>
                    <a:pt x="60537" y="103535"/>
                  </a:lnTo>
                  <a:lnTo>
                    <a:pt x="59869" y="103742"/>
                  </a:lnTo>
                  <a:lnTo>
                    <a:pt x="59531" y="101205"/>
                  </a:lnTo>
                  <a:lnTo>
                    <a:pt x="58931" y="96689"/>
                  </a:lnTo>
                  <a:lnTo>
                    <a:pt x="58900" y="96458"/>
                  </a:lnTo>
                  <a:lnTo>
                    <a:pt x="53474" y="98167"/>
                  </a:lnTo>
                  <a:lnTo>
                    <a:pt x="45565" y="100872"/>
                  </a:lnTo>
                  <a:lnTo>
                    <a:pt x="34786" y="104378"/>
                  </a:lnTo>
                  <a:lnTo>
                    <a:pt x="34513" y="102472"/>
                  </a:lnTo>
                  <a:lnTo>
                    <a:pt x="34001" y="98882"/>
                  </a:lnTo>
                  <a:lnTo>
                    <a:pt x="32863" y="89606"/>
                  </a:lnTo>
                  <a:lnTo>
                    <a:pt x="32092" y="84235"/>
                  </a:lnTo>
                  <a:lnTo>
                    <a:pt x="31472" y="84293"/>
                  </a:lnTo>
                  <a:lnTo>
                    <a:pt x="20607" y="85473"/>
                  </a:lnTo>
                  <a:lnTo>
                    <a:pt x="19720" y="85620"/>
                  </a:lnTo>
                  <a:lnTo>
                    <a:pt x="16036" y="86026"/>
                  </a:lnTo>
                  <a:lnTo>
                    <a:pt x="15360" y="86087"/>
                  </a:lnTo>
                  <a:lnTo>
                    <a:pt x="9204" y="86773"/>
                  </a:lnTo>
                  <a:lnTo>
                    <a:pt x="4195" y="87331"/>
                  </a:lnTo>
                  <a:lnTo>
                    <a:pt x="3280" y="87433"/>
                  </a:lnTo>
                  <a:lnTo>
                    <a:pt x="2892" y="87476"/>
                  </a:lnTo>
                  <a:lnTo>
                    <a:pt x="386" y="87562"/>
                  </a:lnTo>
                  <a:lnTo>
                    <a:pt x="0" y="87576"/>
                  </a:lnTo>
                  <a:lnTo>
                    <a:pt x="297" y="85907"/>
                  </a:lnTo>
                  <a:lnTo>
                    <a:pt x="713" y="83568"/>
                  </a:lnTo>
                  <a:lnTo>
                    <a:pt x="987" y="82027"/>
                  </a:lnTo>
                  <a:lnTo>
                    <a:pt x="1049" y="81682"/>
                  </a:lnTo>
                  <a:lnTo>
                    <a:pt x="1186" y="81289"/>
                  </a:lnTo>
                  <a:lnTo>
                    <a:pt x="1934" y="79141"/>
                  </a:lnTo>
                  <a:lnTo>
                    <a:pt x="2705" y="76931"/>
                  </a:lnTo>
                  <a:lnTo>
                    <a:pt x="2786" y="76699"/>
                  </a:lnTo>
                  <a:lnTo>
                    <a:pt x="3154" y="75641"/>
                  </a:lnTo>
                  <a:lnTo>
                    <a:pt x="4015" y="73171"/>
                  </a:lnTo>
                  <a:lnTo>
                    <a:pt x="4713" y="71844"/>
                  </a:lnTo>
                  <a:lnTo>
                    <a:pt x="5237" y="70849"/>
                  </a:lnTo>
                  <a:lnTo>
                    <a:pt x="6164" y="69087"/>
                  </a:lnTo>
                  <a:lnTo>
                    <a:pt x="7006" y="67484"/>
                  </a:lnTo>
                  <a:lnTo>
                    <a:pt x="7365" y="66803"/>
                  </a:lnTo>
                  <a:lnTo>
                    <a:pt x="7815" y="65863"/>
                  </a:lnTo>
                  <a:lnTo>
                    <a:pt x="9982" y="61341"/>
                  </a:lnTo>
                  <a:lnTo>
                    <a:pt x="10613" y="60026"/>
                  </a:lnTo>
                  <a:lnTo>
                    <a:pt x="10899" y="59430"/>
                  </a:lnTo>
                  <a:lnTo>
                    <a:pt x="11691" y="57777"/>
                  </a:lnTo>
                  <a:lnTo>
                    <a:pt x="12362" y="55916"/>
                  </a:lnTo>
                  <a:lnTo>
                    <a:pt x="13062" y="53978"/>
                  </a:lnTo>
                  <a:lnTo>
                    <a:pt x="13300" y="53319"/>
                  </a:lnTo>
                  <a:lnTo>
                    <a:pt x="13377" y="53104"/>
                  </a:lnTo>
                  <a:lnTo>
                    <a:pt x="14688" y="49473"/>
                  </a:lnTo>
                  <a:lnTo>
                    <a:pt x="14948" y="48752"/>
                  </a:lnTo>
                  <a:lnTo>
                    <a:pt x="15994" y="46120"/>
                  </a:lnTo>
                  <a:lnTo>
                    <a:pt x="16395" y="45110"/>
                  </a:lnTo>
                  <a:lnTo>
                    <a:pt x="16712" y="44311"/>
                  </a:lnTo>
                  <a:lnTo>
                    <a:pt x="17435" y="42490"/>
                  </a:lnTo>
                  <a:lnTo>
                    <a:pt x="17939" y="41222"/>
                  </a:lnTo>
                  <a:lnTo>
                    <a:pt x="18581" y="39126"/>
                  </a:lnTo>
                  <a:lnTo>
                    <a:pt x="20089" y="34207"/>
                  </a:lnTo>
                  <a:lnTo>
                    <a:pt x="21196" y="30595"/>
                  </a:lnTo>
                  <a:lnTo>
                    <a:pt x="22849" y="25328"/>
                  </a:lnTo>
                  <a:lnTo>
                    <a:pt x="23539" y="23129"/>
                  </a:lnTo>
                  <a:lnTo>
                    <a:pt x="23688" y="22654"/>
                  </a:lnTo>
                  <a:lnTo>
                    <a:pt x="23762" y="22418"/>
                  </a:lnTo>
                  <a:lnTo>
                    <a:pt x="24511" y="20030"/>
                  </a:lnTo>
                  <a:lnTo>
                    <a:pt x="24614" y="19701"/>
                  </a:lnTo>
                  <a:lnTo>
                    <a:pt x="24655" y="19526"/>
                  </a:lnTo>
                  <a:lnTo>
                    <a:pt x="24883" y="18541"/>
                  </a:lnTo>
                  <a:lnTo>
                    <a:pt x="24945" y="18277"/>
                  </a:lnTo>
                  <a:lnTo>
                    <a:pt x="25517" y="15813"/>
                  </a:lnTo>
                  <a:lnTo>
                    <a:pt x="25607" y="15425"/>
                  </a:lnTo>
                  <a:lnTo>
                    <a:pt x="26003" y="13719"/>
                  </a:lnTo>
                  <a:lnTo>
                    <a:pt x="26326" y="10327"/>
                  </a:lnTo>
                  <a:lnTo>
                    <a:pt x="26430" y="9234"/>
                  </a:lnTo>
                  <a:lnTo>
                    <a:pt x="25717" y="1854"/>
                  </a:lnTo>
                  <a:lnTo>
                    <a:pt x="25676" y="1435"/>
                  </a:lnTo>
                  <a:lnTo>
                    <a:pt x="25574" y="375"/>
                  </a:lnTo>
                  <a:lnTo>
                    <a:pt x="24878" y="0"/>
                  </a:lnTo>
                  <a:lnTo>
                    <a:pt x="25595" y="375"/>
                  </a:lnTo>
                  <a:lnTo>
                    <a:pt x="27243" y="1264"/>
                  </a:lnTo>
                  <a:lnTo>
                    <a:pt x="31628" y="3631"/>
                  </a:lnTo>
                  <a:lnTo>
                    <a:pt x="33818" y="5981"/>
                  </a:lnTo>
                  <a:lnTo>
                    <a:pt x="36667" y="9228"/>
                  </a:lnTo>
                  <a:lnTo>
                    <a:pt x="51833" y="20336"/>
                  </a:lnTo>
                  <a:lnTo>
                    <a:pt x="66146" y="28774"/>
                  </a:lnTo>
                  <a:lnTo>
                    <a:pt x="86772" y="3787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1789816" y="2618056"/>
              <a:ext cx="85557" cy="113468"/>
            </a:xfrm>
            <a:custGeom>
              <a:avLst/>
              <a:pathLst>
                <a:path w="85557" h="113468">
                  <a:moveTo>
                    <a:pt x="41144" y="40502"/>
                  </a:moveTo>
                  <a:lnTo>
                    <a:pt x="46685" y="38660"/>
                  </a:lnTo>
                  <a:lnTo>
                    <a:pt x="47217" y="38480"/>
                  </a:lnTo>
                  <a:lnTo>
                    <a:pt x="51984" y="36865"/>
                  </a:lnTo>
                  <a:lnTo>
                    <a:pt x="52392" y="36735"/>
                  </a:lnTo>
                  <a:lnTo>
                    <a:pt x="57597" y="35067"/>
                  </a:lnTo>
                  <a:lnTo>
                    <a:pt x="59430" y="34480"/>
                  </a:lnTo>
                  <a:lnTo>
                    <a:pt x="61256" y="33779"/>
                  </a:lnTo>
                  <a:lnTo>
                    <a:pt x="61956" y="33506"/>
                  </a:lnTo>
                  <a:lnTo>
                    <a:pt x="67879" y="31192"/>
                  </a:lnTo>
                  <a:lnTo>
                    <a:pt x="69639" y="30504"/>
                  </a:lnTo>
                  <a:lnTo>
                    <a:pt x="69878" y="30411"/>
                  </a:lnTo>
                  <a:lnTo>
                    <a:pt x="72569" y="29368"/>
                  </a:lnTo>
                  <a:lnTo>
                    <a:pt x="73068" y="29175"/>
                  </a:lnTo>
                  <a:lnTo>
                    <a:pt x="73545" y="28991"/>
                  </a:lnTo>
                  <a:lnTo>
                    <a:pt x="74159" y="28752"/>
                  </a:lnTo>
                  <a:lnTo>
                    <a:pt x="74651" y="28562"/>
                  </a:lnTo>
                  <a:lnTo>
                    <a:pt x="74814" y="28512"/>
                  </a:lnTo>
                  <a:lnTo>
                    <a:pt x="75298" y="28336"/>
                  </a:lnTo>
                  <a:lnTo>
                    <a:pt x="75589" y="28285"/>
                  </a:lnTo>
                  <a:lnTo>
                    <a:pt x="75628" y="28556"/>
                  </a:lnTo>
                  <a:lnTo>
                    <a:pt x="75681" y="28931"/>
                  </a:lnTo>
                  <a:lnTo>
                    <a:pt x="75344" y="29387"/>
                  </a:lnTo>
                  <a:lnTo>
                    <a:pt x="74908" y="29977"/>
                  </a:lnTo>
                  <a:lnTo>
                    <a:pt x="74707" y="30249"/>
                  </a:lnTo>
                  <a:lnTo>
                    <a:pt x="74611" y="30378"/>
                  </a:lnTo>
                  <a:lnTo>
                    <a:pt x="75259" y="35453"/>
                  </a:lnTo>
                  <a:lnTo>
                    <a:pt x="75437" y="36646"/>
                  </a:lnTo>
                  <a:lnTo>
                    <a:pt x="76064" y="40857"/>
                  </a:lnTo>
                  <a:lnTo>
                    <a:pt x="77227" y="48439"/>
                  </a:lnTo>
                  <a:lnTo>
                    <a:pt x="77509" y="50273"/>
                  </a:lnTo>
                  <a:lnTo>
                    <a:pt x="77591" y="50808"/>
                  </a:lnTo>
                  <a:lnTo>
                    <a:pt x="77680" y="51386"/>
                  </a:lnTo>
                  <a:lnTo>
                    <a:pt x="77972" y="53293"/>
                  </a:lnTo>
                  <a:lnTo>
                    <a:pt x="78124" y="54283"/>
                  </a:lnTo>
                  <a:lnTo>
                    <a:pt x="78199" y="54770"/>
                  </a:lnTo>
                  <a:lnTo>
                    <a:pt x="78951" y="59402"/>
                  </a:lnTo>
                  <a:lnTo>
                    <a:pt x="79083" y="60216"/>
                  </a:lnTo>
                  <a:lnTo>
                    <a:pt x="79969" y="65672"/>
                  </a:lnTo>
                  <a:lnTo>
                    <a:pt x="80233" y="67297"/>
                  </a:lnTo>
                  <a:lnTo>
                    <a:pt x="81476" y="74957"/>
                  </a:lnTo>
                  <a:lnTo>
                    <a:pt x="81708" y="76386"/>
                  </a:lnTo>
                  <a:lnTo>
                    <a:pt x="82388" y="80813"/>
                  </a:lnTo>
                  <a:lnTo>
                    <a:pt x="82423" y="81038"/>
                  </a:lnTo>
                  <a:lnTo>
                    <a:pt x="82587" y="82111"/>
                  </a:lnTo>
                  <a:lnTo>
                    <a:pt x="83069" y="85250"/>
                  </a:lnTo>
                  <a:lnTo>
                    <a:pt x="83555" y="88408"/>
                  </a:lnTo>
                  <a:lnTo>
                    <a:pt x="83787" y="89921"/>
                  </a:lnTo>
                  <a:lnTo>
                    <a:pt x="83926" y="90827"/>
                  </a:lnTo>
                  <a:lnTo>
                    <a:pt x="84391" y="93856"/>
                  </a:lnTo>
                  <a:lnTo>
                    <a:pt x="84543" y="94841"/>
                  </a:lnTo>
                  <a:lnTo>
                    <a:pt x="84812" y="96597"/>
                  </a:lnTo>
                  <a:lnTo>
                    <a:pt x="85233" y="99334"/>
                  </a:lnTo>
                  <a:lnTo>
                    <a:pt x="85404" y="100447"/>
                  </a:lnTo>
                  <a:lnTo>
                    <a:pt x="85557" y="101446"/>
                  </a:lnTo>
                  <a:lnTo>
                    <a:pt x="80846" y="102240"/>
                  </a:lnTo>
                  <a:lnTo>
                    <a:pt x="80033" y="102377"/>
                  </a:lnTo>
                  <a:lnTo>
                    <a:pt x="72855" y="103587"/>
                  </a:lnTo>
                  <a:lnTo>
                    <a:pt x="67515" y="104505"/>
                  </a:lnTo>
                  <a:lnTo>
                    <a:pt x="64866" y="105530"/>
                  </a:lnTo>
                  <a:lnTo>
                    <a:pt x="62837" y="106919"/>
                  </a:lnTo>
                  <a:lnTo>
                    <a:pt x="58970" y="112195"/>
                  </a:lnTo>
                  <a:lnTo>
                    <a:pt x="53810" y="108336"/>
                  </a:lnTo>
                  <a:lnTo>
                    <a:pt x="53244" y="108293"/>
                  </a:lnTo>
                  <a:lnTo>
                    <a:pt x="50147" y="108475"/>
                  </a:lnTo>
                  <a:lnTo>
                    <a:pt x="46227" y="108870"/>
                  </a:lnTo>
                  <a:lnTo>
                    <a:pt x="41071" y="109741"/>
                  </a:lnTo>
                  <a:lnTo>
                    <a:pt x="35626" y="110598"/>
                  </a:lnTo>
                  <a:lnTo>
                    <a:pt x="31681" y="111171"/>
                  </a:lnTo>
                  <a:lnTo>
                    <a:pt x="23473" y="112458"/>
                  </a:lnTo>
                  <a:lnTo>
                    <a:pt x="23201" y="112522"/>
                  </a:lnTo>
                  <a:lnTo>
                    <a:pt x="17597" y="113373"/>
                  </a:lnTo>
                  <a:lnTo>
                    <a:pt x="16971" y="113468"/>
                  </a:lnTo>
                  <a:lnTo>
                    <a:pt x="16619" y="109970"/>
                  </a:lnTo>
                  <a:lnTo>
                    <a:pt x="16602" y="109796"/>
                  </a:lnTo>
                  <a:lnTo>
                    <a:pt x="14331" y="98500"/>
                  </a:lnTo>
                  <a:lnTo>
                    <a:pt x="13684" y="93655"/>
                  </a:lnTo>
                  <a:lnTo>
                    <a:pt x="13589" y="92942"/>
                  </a:lnTo>
                  <a:lnTo>
                    <a:pt x="13540" y="92448"/>
                  </a:lnTo>
                  <a:lnTo>
                    <a:pt x="13442" y="91459"/>
                  </a:lnTo>
                  <a:lnTo>
                    <a:pt x="10713" y="75104"/>
                  </a:lnTo>
                  <a:lnTo>
                    <a:pt x="10671" y="74851"/>
                  </a:lnTo>
                  <a:lnTo>
                    <a:pt x="10333" y="72058"/>
                  </a:lnTo>
                  <a:lnTo>
                    <a:pt x="10275" y="71579"/>
                  </a:lnTo>
                  <a:lnTo>
                    <a:pt x="9824" y="68484"/>
                  </a:lnTo>
                  <a:lnTo>
                    <a:pt x="9793" y="68275"/>
                  </a:lnTo>
                  <a:lnTo>
                    <a:pt x="8835" y="62387"/>
                  </a:lnTo>
                  <a:lnTo>
                    <a:pt x="7456" y="54452"/>
                  </a:lnTo>
                  <a:lnTo>
                    <a:pt x="7307" y="53596"/>
                  </a:lnTo>
                  <a:lnTo>
                    <a:pt x="7148" y="51546"/>
                  </a:lnTo>
                  <a:lnTo>
                    <a:pt x="7127" y="51271"/>
                  </a:lnTo>
                  <a:lnTo>
                    <a:pt x="6813" y="49221"/>
                  </a:lnTo>
                  <a:lnTo>
                    <a:pt x="6093" y="44511"/>
                  </a:lnTo>
                  <a:lnTo>
                    <a:pt x="5268" y="39124"/>
                  </a:lnTo>
                  <a:lnTo>
                    <a:pt x="5172" y="38492"/>
                  </a:lnTo>
                  <a:lnTo>
                    <a:pt x="5118" y="38141"/>
                  </a:lnTo>
                  <a:lnTo>
                    <a:pt x="4565" y="34527"/>
                  </a:lnTo>
                  <a:lnTo>
                    <a:pt x="4457" y="33824"/>
                  </a:lnTo>
                  <a:lnTo>
                    <a:pt x="4411" y="33521"/>
                  </a:lnTo>
                  <a:lnTo>
                    <a:pt x="4095" y="31460"/>
                  </a:lnTo>
                  <a:lnTo>
                    <a:pt x="3655" y="28747"/>
                  </a:lnTo>
                  <a:lnTo>
                    <a:pt x="1832" y="17533"/>
                  </a:lnTo>
                  <a:lnTo>
                    <a:pt x="1626" y="16264"/>
                  </a:lnTo>
                  <a:lnTo>
                    <a:pt x="618" y="7519"/>
                  </a:lnTo>
                  <a:lnTo>
                    <a:pt x="554" y="7297"/>
                  </a:lnTo>
                  <a:lnTo>
                    <a:pt x="86" y="5683"/>
                  </a:lnTo>
                  <a:lnTo>
                    <a:pt x="0" y="5385"/>
                  </a:lnTo>
                  <a:lnTo>
                    <a:pt x="320" y="5338"/>
                  </a:lnTo>
                  <a:lnTo>
                    <a:pt x="2222" y="5056"/>
                  </a:lnTo>
                  <a:lnTo>
                    <a:pt x="6031" y="4493"/>
                  </a:lnTo>
                  <a:lnTo>
                    <a:pt x="6901" y="4364"/>
                  </a:lnTo>
                  <a:lnTo>
                    <a:pt x="7211" y="4318"/>
                  </a:lnTo>
                  <a:lnTo>
                    <a:pt x="7914" y="4208"/>
                  </a:lnTo>
                  <a:lnTo>
                    <a:pt x="9465" y="3966"/>
                  </a:lnTo>
                  <a:lnTo>
                    <a:pt x="17954" y="2638"/>
                  </a:lnTo>
                  <a:lnTo>
                    <a:pt x="28853" y="934"/>
                  </a:lnTo>
                  <a:lnTo>
                    <a:pt x="34532" y="46"/>
                  </a:lnTo>
                  <a:lnTo>
                    <a:pt x="34829" y="0"/>
                  </a:lnTo>
                  <a:lnTo>
                    <a:pt x="35918" y="6995"/>
                  </a:lnTo>
                  <a:lnTo>
                    <a:pt x="37168" y="15024"/>
                  </a:lnTo>
                  <a:lnTo>
                    <a:pt x="39305" y="28752"/>
                  </a:lnTo>
                  <a:lnTo>
                    <a:pt x="39917" y="32684"/>
                  </a:lnTo>
                  <a:lnTo>
                    <a:pt x="40942" y="39271"/>
                  </a:lnTo>
                  <a:lnTo>
                    <a:pt x="41060" y="400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1695882" y="2663354"/>
              <a:ext cx="112932" cy="83124"/>
            </a:xfrm>
            <a:custGeom>
              <a:avLst/>
              <a:pathLst>
                <a:path w="112932" h="83124">
                  <a:moveTo>
                    <a:pt x="35318" y="18235"/>
                  </a:moveTo>
                  <a:lnTo>
                    <a:pt x="35590" y="20141"/>
                  </a:lnTo>
                  <a:lnTo>
                    <a:pt x="46370" y="16635"/>
                  </a:lnTo>
                  <a:lnTo>
                    <a:pt x="54279" y="13930"/>
                  </a:lnTo>
                  <a:lnTo>
                    <a:pt x="59705" y="12221"/>
                  </a:lnTo>
                  <a:lnTo>
                    <a:pt x="59735" y="12452"/>
                  </a:lnTo>
                  <a:lnTo>
                    <a:pt x="60336" y="16968"/>
                  </a:lnTo>
                  <a:lnTo>
                    <a:pt x="60689" y="19500"/>
                  </a:lnTo>
                  <a:lnTo>
                    <a:pt x="61341" y="19299"/>
                  </a:lnTo>
                  <a:lnTo>
                    <a:pt x="66566" y="17681"/>
                  </a:lnTo>
                  <a:lnTo>
                    <a:pt x="66972" y="17548"/>
                  </a:lnTo>
                  <a:lnTo>
                    <a:pt x="71820" y="15953"/>
                  </a:lnTo>
                  <a:lnTo>
                    <a:pt x="71976" y="15902"/>
                  </a:lnTo>
                  <a:lnTo>
                    <a:pt x="79691" y="13357"/>
                  </a:lnTo>
                  <a:lnTo>
                    <a:pt x="79829" y="13312"/>
                  </a:lnTo>
                  <a:lnTo>
                    <a:pt x="81210" y="12801"/>
                  </a:lnTo>
                  <a:lnTo>
                    <a:pt x="92566" y="9049"/>
                  </a:lnTo>
                  <a:lnTo>
                    <a:pt x="92878" y="8953"/>
                  </a:lnTo>
                  <a:lnTo>
                    <a:pt x="95135" y="8255"/>
                  </a:lnTo>
                  <a:lnTo>
                    <a:pt x="95583" y="8103"/>
                  </a:lnTo>
                  <a:lnTo>
                    <a:pt x="99134" y="6905"/>
                  </a:lnTo>
                  <a:lnTo>
                    <a:pt x="101083" y="6249"/>
                  </a:lnTo>
                  <a:lnTo>
                    <a:pt x="101241" y="8299"/>
                  </a:lnTo>
                  <a:lnTo>
                    <a:pt x="101390" y="9155"/>
                  </a:lnTo>
                  <a:lnTo>
                    <a:pt x="102769" y="17089"/>
                  </a:lnTo>
                  <a:lnTo>
                    <a:pt x="103727" y="22977"/>
                  </a:lnTo>
                  <a:lnTo>
                    <a:pt x="103758" y="23186"/>
                  </a:lnTo>
                  <a:lnTo>
                    <a:pt x="104209" y="26281"/>
                  </a:lnTo>
                  <a:lnTo>
                    <a:pt x="104267" y="26761"/>
                  </a:lnTo>
                  <a:lnTo>
                    <a:pt x="104605" y="29553"/>
                  </a:lnTo>
                  <a:lnTo>
                    <a:pt x="104647" y="29806"/>
                  </a:lnTo>
                  <a:lnTo>
                    <a:pt x="107377" y="46161"/>
                  </a:lnTo>
                  <a:lnTo>
                    <a:pt x="107475" y="47150"/>
                  </a:lnTo>
                  <a:lnTo>
                    <a:pt x="107524" y="47644"/>
                  </a:lnTo>
                  <a:lnTo>
                    <a:pt x="107619" y="48357"/>
                  </a:lnTo>
                  <a:lnTo>
                    <a:pt x="108265" y="53203"/>
                  </a:lnTo>
                  <a:lnTo>
                    <a:pt x="110536" y="64498"/>
                  </a:lnTo>
                  <a:lnTo>
                    <a:pt x="110554" y="64672"/>
                  </a:lnTo>
                  <a:lnTo>
                    <a:pt x="110905" y="68170"/>
                  </a:lnTo>
                  <a:lnTo>
                    <a:pt x="111606" y="75133"/>
                  </a:lnTo>
                  <a:lnTo>
                    <a:pt x="112707" y="80818"/>
                  </a:lnTo>
                  <a:lnTo>
                    <a:pt x="112932" y="81993"/>
                  </a:lnTo>
                  <a:lnTo>
                    <a:pt x="110648" y="82399"/>
                  </a:lnTo>
                  <a:lnTo>
                    <a:pt x="106571" y="83124"/>
                  </a:lnTo>
                  <a:lnTo>
                    <a:pt x="106540" y="82895"/>
                  </a:lnTo>
                  <a:lnTo>
                    <a:pt x="105769" y="77245"/>
                  </a:lnTo>
                  <a:lnTo>
                    <a:pt x="100364" y="77950"/>
                  </a:lnTo>
                  <a:lnTo>
                    <a:pt x="94750" y="78832"/>
                  </a:lnTo>
                  <a:lnTo>
                    <a:pt x="90668" y="79439"/>
                  </a:lnTo>
                  <a:lnTo>
                    <a:pt x="87071" y="80041"/>
                  </a:lnTo>
                  <a:lnTo>
                    <a:pt x="82249" y="80837"/>
                  </a:lnTo>
                  <a:lnTo>
                    <a:pt x="77107" y="81821"/>
                  </a:lnTo>
                  <a:lnTo>
                    <a:pt x="75263" y="70055"/>
                  </a:lnTo>
                  <a:lnTo>
                    <a:pt x="74270" y="63807"/>
                  </a:lnTo>
                  <a:lnTo>
                    <a:pt x="73293" y="58632"/>
                  </a:lnTo>
                  <a:lnTo>
                    <a:pt x="72886" y="58692"/>
                  </a:lnTo>
                  <a:lnTo>
                    <a:pt x="67249" y="59398"/>
                  </a:lnTo>
                  <a:lnTo>
                    <a:pt x="67024" y="59414"/>
                  </a:lnTo>
                  <a:lnTo>
                    <a:pt x="66247" y="54361"/>
                  </a:lnTo>
                  <a:lnTo>
                    <a:pt x="66218" y="54201"/>
                  </a:lnTo>
                  <a:lnTo>
                    <a:pt x="65489" y="50194"/>
                  </a:lnTo>
                  <a:lnTo>
                    <a:pt x="65442" y="49939"/>
                  </a:lnTo>
                  <a:lnTo>
                    <a:pt x="65420" y="49759"/>
                  </a:lnTo>
                  <a:lnTo>
                    <a:pt x="59526" y="50652"/>
                  </a:lnTo>
                  <a:lnTo>
                    <a:pt x="54298" y="51445"/>
                  </a:lnTo>
                  <a:lnTo>
                    <a:pt x="48412" y="52337"/>
                  </a:lnTo>
                  <a:lnTo>
                    <a:pt x="47702" y="52444"/>
                  </a:lnTo>
                  <a:lnTo>
                    <a:pt x="39156" y="53757"/>
                  </a:lnTo>
                  <a:lnTo>
                    <a:pt x="38983" y="54531"/>
                  </a:lnTo>
                  <a:lnTo>
                    <a:pt x="38834" y="55300"/>
                  </a:lnTo>
                  <a:lnTo>
                    <a:pt x="31931" y="62798"/>
                  </a:lnTo>
                  <a:lnTo>
                    <a:pt x="31150" y="61728"/>
                  </a:lnTo>
                  <a:lnTo>
                    <a:pt x="27172" y="65199"/>
                  </a:lnTo>
                  <a:lnTo>
                    <a:pt x="18707" y="72142"/>
                  </a:lnTo>
                  <a:lnTo>
                    <a:pt x="12849" y="73350"/>
                  </a:lnTo>
                  <a:lnTo>
                    <a:pt x="12317" y="73483"/>
                  </a:lnTo>
                  <a:lnTo>
                    <a:pt x="11267" y="73745"/>
                  </a:lnTo>
                  <a:lnTo>
                    <a:pt x="11073" y="73794"/>
                  </a:lnTo>
                  <a:lnTo>
                    <a:pt x="10059" y="74048"/>
                  </a:lnTo>
                  <a:lnTo>
                    <a:pt x="9305" y="74158"/>
                  </a:lnTo>
                  <a:lnTo>
                    <a:pt x="8719" y="74243"/>
                  </a:lnTo>
                  <a:lnTo>
                    <a:pt x="8456" y="72837"/>
                  </a:lnTo>
                  <a:lnTo>
                    <a:pt x="7960" y="69149"/>
                  </a:lnTo>
                  <a:lnTo>
                    <a:pt x="7594" y="66430"/>
                  </a:lnTo>
                  <a:lnTo>
                    <a:pt x="7184" y="62455"/>
                  </a:lnTo>
                  <a:lnTo>
                    <a:pt x="6935" y="59341"/>
                  </a:lnTo>
                  <a:lnTo>
                    <a:pt x="6838" y="58134"/>
                  </a:lnTo>
                  <a:lnTo>
                    <a:pt x="6735" y="56846"/>
                  </a:lnTo>
                  <a:lnTo>
                    <a:pt x="6676" y="56215"/>
                  </a:lnTo>
                  <a:lnTo>
                    <a:pt x="6395" y="53197"/>
                  </a:lnTo>
                  <a:lnTo>
                    <a:pt x="6271" y="51858"/>
                  </a:lnTo>
                  <a:lnTo>
                    <a:pt x="5929" y="48182"/>
                  </a:lnTo>
                  <a:lnTo>
                    <a:pt x="5560" y="44221"/>
                  </a:lnTo>
                  <a:lnTo>
                    <a:pt x="5492" y="43956"/>
                  </a:lnTo>
                  <a:lnTo>
                    <a:pt x="5099" y="42432"/>
                  </a:lnTo>
                  <a:lnTo>
                    <a:pt x="4906" y="41683"/>
                  </a:lnTo>
                  <a:lnTo>
                    <a:pt x="4488" y="39261"/>
                  </a:lnTo>
                  <a:lnTo>
                    <a:pt x="3350" y="32672"/>
                  </a:lnTo>
                  <a:lnTo>
                    <a:pt x="3304" y="32405"/>
                  </a:lnTo>
                  <a:lnTo>
                    <a:pt x="3104" y="30636"/>
                  </a:lnTo>
                  <a:lnTo>
                    <a:pt x="2967" y="29738"/>
                  </a:lnTo>
                  <a:lnTo>
                    <a:pt x="2606" y="27355"/>
                  </a:lnTo>
                  <a:lnTo>
                    <a:pt x="2339" y="25303"/>
                  </a:lnTo>
                  <a:lnTo>
                    <a:pt x="2251" y="24631"/>
                  </a:lnTo>
                  <a:lnTo>
                    <a:pt x="2054" y="23121"/>
                  </a:lnTo>
                  <a:lnTo>
                    <a:pt x="1473" y="18655"/>
                  </a:lnTo>
                  <a:lnTo>
                    <a:pt x="1263" y="17042"/>
                  </a:lnTo>
                  <a:lnTo>
                    <a:pt x="1067" y="15537"/>
                  </a:lnTo>
                  <a:lnTo>
                    <a:pt x="1001" y="15028"/>
                  </a:lnTo>
                  <a:lnTo>
                    <a:pt x="0" y="7859"/>
                  </a:lnTo>
                  <a:lnTo>
                    <a:pt x="804" y="3339"/>
                  </a:lnTo>
                  <a:lnTo>
                    <a:pt x="1191" y="3326"/>
                  </a:lnTo>
                  <a:lnTo>
                    <a:pt x="3697" y="3239"/>
                  </a:lnTo>
                  <a:lnTo>
                    <a:pt x="4084" y="3196"/>
                  </a:lnTo>
                  <a:lnTo>
                    <a:pt x="5000" y="3094"/>
                  </a:lnTo>
                  <a:lnTo>
                    <a:pt x="10009" y="2537"/>
                  </a:lnTo>
                  <a:lnTo>
                    <a:pt x="16164" y="1851"/>
                  </a:lnTo>
                  <a:lnTo>
                    <a:pt x="16840" y="1789"/>
                  </a:lnTo>
                  <a:lnTo>
                    <a:pt x="20525" y="1383"/>
                  </a:lnTo>
                  <a:lnTo>
                    <a:pt x="21411" y="1236"/>
                  </a:lnTo>
                  <a:lnTo>
                    <a:pt x="32277" y="57"/>
                  </a:lnTo>
                  <a:lnTo>
                    <a:pt x="32897" y="0"/>
                  </a:lnTo>
                  <a:lnTo>
                    <a:pt x="33668" y="5370"/>
                  </a:lnTo>
                  <a:lnTo>
                    <a:pt x="34805" y="146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1704602" y="2713113"/>
              <a:ext cx="69230" cy="89195"/>
            </a:xfrm>
            <a:custGeom>
              <a:avLst/>
              <a:pathLst>
                <a:path w="69230" h="89195">
                  <a:moveTo>
                    <a:pt x="58306" y="9666"/>
                  </a:moveTo>
                  <a:lnTo>
                    <a:pt x="58529" y="9638"/>
                  </a:lnTo>
                  <a:lnTo>
                    <a:pt x="64166" y="8932"/>
                  </a:lnTo>
                  <a:lnTo>
                    <a:pt x="64573" y="8872"/>
                  </a:lnTo>
                  <a:lnTo>
                    <a:pt x="65550" y="14047"/>
                  </a:lnTo>
                  <a:lnTo>
                    <a:pt x="66544" y="20295"/>
                  </a:lnTo>
                  <a:lnTo>
                    <a:pt x="68387" y="32061"/>
                  </a:lnTo>
                  <a:lnTo>
                    <a:pt x="69181" y="37468"/>
                  </a:lnTo>
                  <a:lnTo>
                    <a:pt x="69230" y="37801"/>
                  </a:lnTo>
                  <a:lnTo>
                    <a:pt x="68900" y="37852"/>
                  </a:lnTo>
                  <a:lnTo>
                    <a:pt x="64391" y="38476"/>
                  </a:lnTo>
                  <a:lnTo>
                    <a:pt x="63043" y="38662"/>
                  </a:lnTo>
                  <a:lnTo>
                    <a:pt x="63232" y="40161"/>
                  </a:lnTo>
                  <a:lnTo>
                    <a:pt x="63812" y="44722"/>
                  </a:lnTo>
                  <a:lnTo>
                    <a:pt x="64616" y="49637"/>
                  </a:lnTo>
                  <a:lnTo>
                    <a:pt x="65433" y="54472"/>
                  </a:lnTo>
                  <a:lnTo>
                    <a:pt x="65487" y="54829"/>
                  </a:lnTo>
                  <a:lnTo>
                    <a:pt x="65908" y="57612"/>
                  </a:lnTo>
                  <a:lnTo>
                    <a:pt x="65978" y="58096"/>
                  </a:lnTo>
                  <a:lnTo>
                    <a:pt x="66035" y="58565"/>
                  </a:lnTo>
                  <a:lnTo>
                    <a:pt x="66235" y="60210"/>
                  </a:lnTo>
                  <a:lnTo>
                    <a:pt x="67105" y="65503"/>
                  </a:lnTo>
                  <a:lnTo>
                    <a:pt x="67419" y="67407"/>
                  </a:lnTo>
                  <a:lnTo>
                    <a:pt x="67671" y="68221"/>
                  </a:lnTo>
                  <a:lnTo>
                    <a:pt x="68335" y="70378"/>
                  </a:lnTo>
                  <a:lnTo>
                    <a:pt x="67488" y="69949"/>
                  </a:lnTo>
                  <a:lnTo>
                    <a:pt x="66560" y="69464"/>
                  </a:lnTo>
                  <a:lnTo>
                    <a:pt x="59033" y="65535"/>
                  </a:lnTo>
                  <a:lnTo>
                    <a:pt x="55969" y="70954"/>
                  </a:lnTo>
                  <a:lnTo>
                    <a:pt x="53774" y="75156"/>
                  </a:lnTo>
                  <a:lnTo>
                    <a:pt x="52025" y="78323"/>
                  </a:lnTo>
                  <a:lnTo>
                    <a:pt x="51381" y="79428"/>
                  </a:lnTo>
                  <a:lnTo>
                    <a:pt x="46660" y="76886"/>
                  </a:lnTo>
                  <a:lnTo>
                    <a:pt x="44115" y="81392"/>
                  </a:lnTo>
                  <a:lnTo>
                    <a:pt x="41736" y="85318"/>
                  </a:lnTo>
                  <a:lnTo>
                    <a:pt x="41206" y="85064"/>
                  </a:lnTo>
                  <a:lnTo>
                    <a:pt x="40289" y="84821"/>
                  </a:lnTo>
                  <a:lnTo>
                    <a:pt x="39123" y="85050"/>
                  </a:lnTo>
                  <a:lnTo>
                    <a:pt x="30023" y="86481"/>
                  </a:lnTo>
                  <a:lnTo>
                    <a:pt x="25195" y="87250"/>
                  </a:lnTo>
                  <a:lnTo>
                    <a:pt x="14363" y="88874"/>
                  </a:lnTo>
                  <a:lnTo>
                    <a:pt x="12110" y="89120"/>
                  </a:lnTo>
                  <a:lnTo>
                    <a:pt x="11422" y="89195"/>
                  </a:lnTo>
                  <a:lnTo>
                    <a:pt x="10599" y="83896"/>
                  </a:lnTo>
                  <a:lnTo>
                    <a:pt x="10518" y="83372"/>
                  </a:lnTo>
                  <a:lnTo>
                    <a:pt x="10117" y="80796"/>
                  </a:lnTo>
                  <a:lnTo>
                    <a:pt x="8542" y="70654"/>
                  </a:lnTo>
                  <a:lnTo>
                    <a:pt x="8060" y="67551"/>
                  </a:lnTo>
                  <a:lnTo>
                    <a:pt x="7823" y="66026"/>
                  </a:lnTo>
                  <a:lnTo>
                    <a:pt x="7739" y="65483"/>
                  </a:lnTo>
                  <a:lnTo>
                    <a:pt x="5804" y="53031"/>
                  </a:lnTo>
                  <a:lnTo>
                    <a:pt x="5676" y="52205"/>
                  </a:lnTo>
                  <a:lnTo>
                    <a:pt x="5147" y="48802"/>
                  </a:lnTo>
                  <a:lnTo>
                    <a:pt x="4971" y="47669"/>
                  </a:lnTo>
                  <a:lnTo>
                    <a:pt x="4807" y="46613"/>
                  </a:lnTo>
                  <a:lnTo>
                    <a:pt x="3947" y="41074"/>
                  </a:lnTo>
                  <a:lnTo>
                    <a:pt x="3863" y="40540"/>
                  </a:lnTo>
                  <a:lnTo>
                    <a:pt x="3751" y="39817"/>
                  </a:lnTo>
                  <a:lnTo>
                    <a:pt x="2890" y="39938"/>
                  </a:lnTo>
                  <a:lnTo>
                    <a:pt x="2627" y="38536"/>
                  </a:lnTo>
                  <a:lnTo>
                    <a:pt x="2404" y="37339"/>
                  </a:lnTo>
                  <a:lnTo>
                    <a:pt x="0" y="24484"/>
                  </a:lnTo>
                  <a:lnTo>
                    <a:pt x="585" y="24398"/>
                  </a:lnTo>
                  <a:lnTo>
                    <a:pt x="1339" y="24288"/>
                  </a:lnTo>
                  <a:lnTo>
                    <a:pt x="2353" y="24034"/>
                  </a:lnTo>
                  <a:lnTo>
                    <a:pt x="2547" y="23986"/>
                  </a:lnTo>
                  <a:lnTo>
                    <a:pt x="3597" y="23723"/>
                  </a:lnTo>
                  <a:lnTo>
                    <a:pt x="4222" y="23567"/>
                  </a:lnTo>
                  <a:lnTo>
                    <a:pt x="9987" y="22382"/>
                  </a:lnTo>
                  <a:lnTo>
                    <a:pt x="18452" y="15440"/>
                  </a:lnTo>
                  <a:lnTo>
                    <a:pt x="22430" y="11968"/>
                  </a:lnTo>
                  <a:lnTo>
                    <a:pt x="23211" y="13039"/>
                  </a:lnTo>
                  <a:lnTo>
                    <a:pt x="30114" y="5541"/>
                  </a:lnTo>
                  <a:lnTo>
                    <a:pt x="30263" y="4772"/>
                  </a:lnTo>
                  <a:lnTo>
                    <a:pt x="30436" y="3998"/>
                  </a:lnTo>
                  <a:lnTo>
                    <a:pt x="38982" y="2685"/>
                  </a:lnTo>
                  <a:lnTo>
                    <a:pt x="39692" y="2577"/>
                  </a:lnTo>
                  <a:lnTo>
                    <a:pt x="45579" y="1685"/>
                  </a:lnTo>
                  <a:lnTo>
                    <a:pt x="50806" y="893"/>
                  </a:lnTo>
                  <a:lnTo>
                    <a:pt x="56700" y="0"/>
                  </a:lnTo>
                  <a:lnTo>
                    <a:pt x="56722" y="180"/>
                  </a:lnTo>
                  <a:lnTo>
                    <a:pt x="56769" y="434"/>
                  </a:lnTo>
                  <a:lnTo>
                    <a:pt x="57498" y="4442"/>
                  </a:lnTo>
                  <a:lnTo>
                    <a:pt x="57527" y="46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1716024" y="2740599"/>
              <a:ext cx="96471" cy="92681"/>
            </a:xfrm>
            <a:custGeom>
              <a:avLst/>
              <a:pathLst>
                <a:path w="96471" h="92681">
                  <a:moveTo>
                    <a:pt x="86397" y="5650"/>
                  </a:moveTo>
                  <a:lnTo>
                    <a:pt x="86428" y="5879"/>
                  </a:lnTo>
                  <a:lnTo>
                    <a:pt x="90506" y="5153"/>
                  </a:lnTo>
                  <a:lnTo>
                    <a:pt x="92792" y="4747"/>
                  </a:lnTo>
                  <a:lnTo>
                    <a:pt x="93038" y="6481"/>
                  </a:lnTo>
                  <a:lnTo>
                    <a:pt x="93657" y="10845"/>
                  </a:lnTo>
                  <a:lnTo>
                    <a:pt x="94413" y="16167"/>
                  </a:lnTo>
                  <a:lnTo>
                    <a:pt x="94656" y="17879"/>
                  </a:lnTo>
                  <a:lnTo>
                    <a:pt x="95162" y="20905"/>
                  </a:lnTo>
                  <a:lnTo>
                    <a:pt x="96063" y="26297"/>
                  </a:lnTo>
                  <a:lnTo>
                    <a:pt x="96471" y="28734"/>
                  </a:lnTo>
                  <a:lnTo>
                    <a:pt x="95609" y="37625"/>
                  </a:lnTo>
                  <a:lnTo>
                    <a:pt x="95532" y="38421"/>
                  </a:lnTo>
                  <a:lnTo>
                    <a:pt x="94963" y="43005"/>
                  </a:lnTo>
                  <a:lnTo>
                    <a:pt x="93672" y="53393"/>
                  </a:lnTo>
                  <a:lnTo>
                    <a:pt x="93513" y="54438"/>
                  </a:lnTo>
                  <a:lnTo>
                    <a:pt x="93325" y="55674"/>
                  </a:lnTo>
                  <a:lnTo>
                    <a:pt x="93205" y="56464"/>
                  </a:lnTo>
                  <a:lnTo>
                    <a:pt x="92845" y="59662"/>
                  </a:lnTo>
                  <a:lnTo>
                    <a:pt x="92726" y="60717"/>
                  </a:lnTo>
                  <a:lnTo>
                    <a:pt x="92623" y="61638"/>
                  </a:lnTo>
                  <a:lnTo>
                    <a:pt x="92604" y="61804"/>
                  </a:lnTo>
                  <a:lnTo>
                    <a:pt x="92583" y="62608"/>
                  </a:lnTo>
                  <a:lnTo>
                    <a:pt x="92578" y="62819"/>
                  </a:lnTo>
                  <a:lnTo>
                    <a:pt x="92026" y="66930"/>
                  </a:lnTo>
                  <a:lnTo>
                    <a:pt x="91919" y="67729"/>
                  </a:lnTo>
                  <a:lnTo>
                    <a:pt x="91778" y="68782"/>
                  </a:lnTo>
                  <a:lnTo>
                    <a:pt x="91383" y="71726"/>
                  </a:lnTo>
                  <a:lnTo>
                    <a:pt x="90899" y="75571"/>
                  </a:lnTo>
                  <a:lnTo>
                    <a:pt x="90558" y="76574"/>
                  </a:lnTo>
                  <a:lnTo>
                    <a:pt x="90270" y="77423"/>
                  </a:lnTo>
                  <a:lnTo>
                    <a:pt x="89634" y="79295"/>
                  </a:lnTo>
                  <a:lnTo>
                    <a:pt x="89421" y="79923"/>
                  </a:lnTo>
                  <a:lnTo>
                    <a:pt x="89319" y="80224"/>
                  </a:lnTo>
                  <a:lnTo>
                    <a:pt x="88966" y="81263"/>
                  </a:lnTo>
                  <a:lnTo>
                    <a:pt x="88660" y="82166"/>
                  </a:lnTo>
                  <a:lnTo>
                    <a:pt x="87894" y="84208"/>
                  </a:lnTo>
                  <a:lnTo>
                    <a:pt x="87092" y="86344"/>
                  </a:lnTo>
                  <a:lnTo>
                    <a:pt x="86777" y="87115"/>
                  </a:lnTo>
                  <a:lnTo>
                    <a:pt x="86543" y="86993"/>
                  </a:lnTo>
                  <a:lnTo>
                    <a:pt x="80842" y="83792"/>
                  </a:lnTo>
                  <a:lnTo>
                    <a:pt x="76940" y="81767"/>
                  </a:lnTo>
                  <a:lnTo>
                    <a:pt x="67494" y="77091"/>
                  </a:lnTo>
                  <a:lnTo>
                    <a:pt x="67143" y="76918"/>
                  </a:lnTo>
                  <a:lnTo>
                    <a:pt x="62012" y="74241"/>
                  </a:lnTo>
                  <a:lnTo>
                    <a:pt x="52241" y="69200"/>
                  </a:lnTo>
                  <a:lnTo>
                    <a:pt x="46582" y="66223"/>
                  </a:lnTo>
                  <a:lnTo>
                    <a:pt x="46289" y="66776"/>
                  </a:lnTo>
                  <a:lnTo>
                    <a:pt x="40735" y="77250"/>
                  </a:lnTo>
                  <a:lnTo>
                    <a:pt x="39924" y="78780"/>
                  </a:lnTo>
                  <a:lnTo>
                    <a:pt x="38435" y="81588"/>
                  </a:lnTo>
                  <a:lnTo>
                    <a:pt x="38213" y="82005"/>
                  </a:lnTo>
                  <a:lnTo>
                    <a:pt x="36094" y="86618"/>
                  </a:lnTo>
                  <a:lnTo>
                    <a:pt x="34070" y="91654"/>
                  </a:lnTo>
                  <a:lnTo>
                    <a:pt x="33658" y="92681"/>
                  </a:lnTo>
                  <a:lnTo>
                    <a:pt x="33149" y="92499"/>
                  </a:lnTo>
                  <a:lnTo>
                    <a:pt x="31934" y="92181"/>
                  </a:lnTo>
                  <a:lnTo>
                    <a:pt x="31575" y="92088"/>
                  </a:lnTo>
                  <a:lnTo>
                    <a:pt x="28273" y="91505"/>
                  </a:lnTo>
                  <a:lnTo>
                    <a:pt x="25871" y="91380"/>
                  </a:lnTo>
                  <a:lnTo>
                    <a:pt x="25156" y="91342"/>
                  </a:lnTo>
                  <a:lnTo>
                    <a:pt x="23518" y="91391"/>
                  </a:lnTo>
                  <a:lnTo>
                    <a:pt x="22652" y="91417"/>
                  </a:lnTo>
                  <a:lnTo>
                    <a:pt x="20761" y="91589"/>
                  </a:lnTo>
                  <a:lnTo>
                    <a:pt x="19266" y="91771"/>
                  </a:lnTo>
                  <a:lnTo>
                    <a:pt x="19223" y="91491"/>
                  </a:lnTo>
                  <a:lnTo>
                    <a:pt x="17807" y="82292"/>
                  </a:lnTo>
                  <a:lnTo>
                    <a:pt x="17132" y="77911"/>
                  </a:lnTo>
                  <a:lnTo>
                    <a:pt x="11682" y="78612"/>
                  </a:lnTo>
                  <a:lnTo>
                    <a:pt x="10905" y="78712"/>
                  </a:lnTo>
                  <a:lnTo>
                    <a:pt x="8409" y="79105"/>
                  </a:lnTo>
                  <a:lnTo>
                    <a:pt x="5630" y="79542"/>
                  </a:lnTo>
                  <a:lnTo>
                    <a:pt x="4293" y="79752"/>
                  </a:lnTo>
                  <a:lnTo>
                    <a:pt x="3496" y="79973"/>
                  </a:lnTo>
                  <a:lnTo>
                    <a:pt x="2911" y="80135"/>
                  </a:lnTo>
                  <a:lnTo>
                    <a:pt x="1506" y="71411"/>
                  </a:lnTo>
                  <a:lnTo>
                    <a:pt x="1060" y="68642"/>
                  </a:lnTo>
                  <a:lnTo>
                    <a:pt x="796" y="67002"/>
                  </a:lnTo>
                  <a:lnTo>
                    <a:pt x="260" y="63668"/>
                  </a:lnTo>
                  <a:lnTo>
                    <a:pt x="0" y="61710"/>
                  </a:lnTo>
                  <a:lnTo>
                    <a:pt x="687" y="61635"/>
                  </a:lnTo>
                  <a:lnTo>
                    <a:pt x="2940" y="61388"/>
                  </a:lnTo>
                  <a:lnTo>
                    <a:pt x="13772" y="59765"/>
                  </a:lnTo>
                  <a:lnTo>
                    <a:pt x="18600" y="58996"/>
                  </a:lnTo>
                  <a:lnTo>
                    <a:pt x="27700" y="57564"/>
                  </a:lnTo>
                  <a:lnTo>
                    <a:pt x="28866" y="57336"/>
                  </a:lnTo>
                  <a:lnTo>
                    <a:pt x="29783" y="57579"/>
                  </a:lnTo>
                  <a:lnTo>
                    <a:pt x="30313" y="57833"/>
                  </a:lnTo>
                  <a:lnTo>
                    <a:pt x="32709" y="53878"/>
                  </a:lnTo>
                  <a:lnTo>
                    <a:pt x="35238" y="49400"/>
                  </a:lnTo>
                  <a:lnTo>
                    <a:pt x="39958" y="51942"/>
                  </a:lnTo>
                  <a:lnTo>
                    <a:pt x="40602" y="50837"/>
                  </a:lnTo>
                  <a:lnTo>
                    <a:pt x="42351" y="47670"/>
                  </a:lnTo>
                  <a:lnTo>
                    <a:pt x="44572" y="43419"/>
                  </a:lnTo>
                  <a:lnTo>
                    <a:pt x="47696" y="38094"/>
                  </a:lnTo>
                  <a:lnTo>
                    <a:pt x="55137" y="41978"/>
                  </a:lnTo>
                  <a:lnTo>
                    <a:pt x="56065" y="42463"/>
                  </a:lnTo>
                  <a:lnTo>
                    <a:pt x="56888" y="42800"/>
                  </a:lnTo>
                  <a:lnTo>
                    <a:pt x="56248" y="40735"/>
                  </a:lnTo>
                  <a:lnTo>
                    <a:pt x="55996" y="39922"/>
                  </a:lnTo>
                  <a:lnTo>
                    <a:pt x="55683" y="38017"/>
                  </a:lnTo>
                  <a:lnTo>
                    <a:pt x="54812" y="32724"/>
                  </a:lnTo>
                  <a:lnTo>
                    <a:pt x="54612" y="31079"/>
                  </a:lnTo>
                  <a:lnTo>
                    <a:pt x="54541" y="30494"/>
                  </a:lnTo>
                  <a:lnTo>
                    <a:pt x="54486" y="30126"/>
                  </a:lnTo>
                  <a:lnTo>
                    <a:pt x="54064" y="27343"/>
                  </a:lnTo>
                  <a:lnTo>
                    <a:pt x="54010" y="26986"/>
                  </a:lnTo>
                  <a:lnTo>
                    <a:pt x="53193" y="22151"/>
                  </a:lnTo>
                  <a:lnTo>
                    <a:pt x="52369" y="17114"/>
                  </a:lnTo>
                  <a:lnTo>
                    <a:pt x="51809" y="12675"/>
                  </a:lnTo>
                  <a:lnTo>
                    <a:pt x="51620" y="11176"/>
                  </a:lnTo>
                  <a:lnTo>
                    <a:pt x="52968" y="10990"/>
                  </a:lnTo>
                  <a:lnTo>
                    <a:pt x="57477" y="10367"/>
                  </a:lnTo>
                  <a:lnTo>
                    <a:pt x="57807" y="10315"/>
                  </a:lnTo>
                  <a:lnTo>
                    <a:pt x="57758" y="9982"/>
                  </a:lnTo>
                  <a:lnTo>
                    <a:pt x="56964" y="4576"/>
                  </a:lnTo>
                  <a:lnTo>
                    <a:pt x="62106" y="3592"/>
                  </a:lnTo>
                  <a:lnTo>
                    <a:pt x="66928" y="2796"/>
                  </a:lnTo>
                  <a:lnTo>
                    <a:pt x="70525" y="2194"/>
                  </a:lnTo>
                  <a:lnTo>
                    <a:pt x="74608" y="1587"/>
                  </a:lnTo>
                  <a:lnTo>
                    <a:pt x="80222" y="704"/>
                  </a:lnTo>
                  <a:lnTo>
                    <a:pt x="8562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1806788" y="2719502"/>
              <a:ext cx="86405" cy="132070"/>
            </a:xfrm>
            <a:custGeom>
              <a:avLst/>
              <a:pathLst>
                <a:path w="86405" h="132070">
                  <a:moveTo>
                    <a:pt x="70164" y="10279"/>
                  </a:moveTo>
                  <a:lnTo>
                    <a:pt x="70399" y="11806"/>
                  </a:lnTo>
                  <a:lnTo>
                    <a:pt x="70503" y="12482"/>
                  </a:lnTo>
                  <a:lnTo>
                    <a:pt x="70547" y="12773"/>
                  </a:lnTo>
                  <a:lnTo>
                    <a:pt x="70694" y="12753"/>
                  </a:lnTo>
                  <a:lnTo>
                    <a:pt x="70778" y="13288"/>
                  </a:lnTo>
                  <a:lnTo>
                    <a:pt x="71486" y="17814"/>
                  </a:lnTo>
                  <a:lnTo>
                    <a:pt x="71766" y="19601"/>
                  </a:lnTo>
                  <a:lnTo>
                    <a:pt x="73663" y="31728"/>
                  </a:lnTo>
                  <a:lnTo>
                    <a:pt x="73722" y="32107"/>
                  </a:lnTo>
                  <a:lnTo>
                    <a:pt x="74844" y="39289"/>
                  </a:lnTo>
                  <a:lnTo>
                    <a:pt x="76438" y="49492"/>
                  </a:lnTo>
                  <a:lnTo>
                    <a:pt x="76807" y="51712"/>
                  </a:lnTo>
                  <a:lnTo>
                    <a:pt x="78506" y="62267"/>
                  </a:lnTo>
                  <a:lnTo>
                    <a:pt x="78737" y="63708"/>
                  </a:lnTo>
                  <a:lnTo>
                    <a:pt x="79199" y="66575"/>
                  </a:lnTo>
                  <a:lnTo>
                    <a:pt x="80467" y="74437"/>
                  </a:lnTo>
                  <a:lnTo>
                    <a:pt x="81520" y="80972"/>
                  </a:lnTo>
                  <a:lnTo>
                    <a:pt x="81765" y="82358"/>
                  </a:lnTo>
                  <a:lnTo>
                    <a:pt x="81883" y="83198"/>
                  </a:lnTo>
                  <a:lnTo>
                    <a:pt x="82359" y="86862"/>
                  </a:lnTo>
                  <a:lnTo>
                    <a:pt x="82822" y="91139"/>
                  </a:lnTo>
                  <a:lnTo>
                    <a:pt x="85818" y="113576"/>
                  </a:lnTo>
                  <a:lnTo>
                    <a:pt x="86073" y="115481"/>
                  </a:lnTo>
                  <a:lnTo>
                    <a:pt x="86405" y="117970"/>
                  </a:lnTo>
                  <a:lnTo>
                    <a:pt x="83687" y="118405"/>
                  </a:lnTo>
                  <a:lnTo>
                    <a:pt x="78170" y="119176"/>
                  </a:lnTo>
                  <a:lnTo>
                    <a:pt x="76013" y="119477"/>
                  </a:lnTo>
                  <a:lnTo>
                    <a:pt x="72361" y="120215"/>
                  </a:lnTo>
                  <a:lnTo>
                    <a:pt x="71184" y="120575"/>
                  </a:lnTo>
                  <a:lnTo>
                    <a:pt x="70044" y="120924"/>
                  </a:lnTo>
                  <a:lnTo>
                    <a:pt x="67146" y="121962"/>
                  </a:lnTo>
                  <a:lnTo>
                    <a:pt x="65520" y="122675"/>
                  </a:lnTo>
                  <a:lnTo>
                    <a:pt x="61844" y="124741"/>
                  </a:lnTo>
                  <a:lnTo>
                    <a:pt x="51696" y="130449"/>
                  </a:lnTo>
                  <a:lnTo>
                    <a:pt x="49028" y="132070"/>
                  </a:lnTo>
                  <a:lnTo>
                    <a:pt x="47533" y="129883"/>
                  </a:lnTo>
                  <a:lnTo>
                    <a:pt x="45213" y="126491"/>
                  </a:lnTo>
                  <a:lnTo>
                    <a:pt x="42585" y="122649"/>
                  </a:lnTo>
                  <a:lnTo>
                    <a:pt x="41384" y="118871"/>
                  </a:lnTo>
                  <a:lnTo>
                    <a:pt x="41094" y="116762"/>
                  </a:lnTo>
                  <a:lnTo>
                    <a:pt x="40306" y="111618"/>
                  </a:lnTo>
                  <a:lnTo>
                    <a:pt x="37864" y="95674"/>
                  </a:lnTo>
                  <a:lnTo>
                    <a:pt x="37042" y="90308"/>
                  </a:lnTo>
                  <a:lnTo>
                    <a:pt x="35843" y="82479"/>
                  </a:lnTo>
                  <a:lnTo>
                    <a:pt x="35649" y="81210"/>
                  </a:lnTo>
                  <a:lnTo>
                    <a:pt x="34278" y="81426"/>
                  </a:lnTo>
                  <a:lnTo>
                    <a:pt x="25223" y="82858"/>
                  </a:lnTo>
                  <a:lnTo>
                    <a:pt x="24643" y="82950"/>
                  </a:lnTo>
                  <a:lnTo>
                    <a:pt x="24404" y="82987"/>
                  </a:lnTo>
                  <a:lnTo>
                    <a:pt x="24251" y="83012"/>
                  </a:lnTo>
                  <a:lnTo>
                    <a:pt x="23893" y="83068"/>
                  </a:lnTo>
                  <a:lnTo>
                    <a:pt x="20185" y="83654"/>
                  </a:lnTo>
                  <a:lnTo>
                    <a:pt x="17569" y="84068"/>
                  </a:lnTo>
                  <a:lnTo>
                    <a:pt x="16746" y="83954"/>
                  </a:lnTo>
                  <a:lnTo>
                    <a:pt x="16402" y="83906"/>
                  </a:lnTo>
                  <a:lnTo>
                    <a:pt x="13916" y="83561"/>
                  </a:lnTo>
                  <a:lnTo>
                    <a:pt x="11053" y="83163"/>
                  </a:lnTo>
                  <a:lnTo>
                    <a:pt x="9182" y="82903"/>
                  </a:lnTo>
                  <a:lnTo>
                    <a:pt x="4421" y="82242"/>
                  </a:lnTo>
                  <a:lnTo>
                    <a:pt x="2758" y="82011"/>
                  </a:lnTo>
                  <a:lnTo>
                    <a:pt x="1963" y="81814"/>
                  </a:lnTo>
                  <a:lnTo>
                    <a:pt x="2082" y="80759"/>
                  </a:lnTo>
                  <a:lnTo>
                    <a:pt x="2442" y="77561"/>
                  </a:lnTo>
                  <a:lnTo>
                    <a:pt x="2562" y="76771"/>
                  </a:lnTo>
                  <a:lnTo>
                    <a:pt x="2762" y="75459"/>
                  </a:lnTo>
                  <a:lnTo>
                    <a:pt x="2909" y="74490"/>
                  </a:lnTo>
                  <a:lnTo>
                    <a:pt x="4199" y="64102"/>
                  </a:lnTo>
                  <a:lnTo>
                    <a:pt x="4769" y="59518"/>
                  </a:lnTo>
                  <a:lnTo>
                    <a:pt x="4846" y="58722"/>
                  </a:lnTo>
                  <a:lnTo>
                    <a:pt x="5708" y="49831"/>
                  </a:lnTo>
                  <a:lnTo>
                    <a:pt x="5300" y="47394"/>
                  </a:lnTo>
                  <a:lnTo>
                    <a:pt x="4399" y="42002"/>
                  </a:lnTo>
                  <a:lnTo>
                    <a:pt x="3893" y="38976"/>
                  </a:lnTo>
                  <a:lnTo>
                    <a:pt x="3650" y="37264"/>
                  </a:lnTo>
                  <a:lnTo>
                    <a:pt x="2894" y="31942"/>
                  </a:lnTo>
                  <a:lnTo>
                    <a:pt x="2275" y="27578"/>
                  </a:lnTo>
                  <a:lnTo>
                    <a:pt x="2019" y="25794"/>
                  </a:lnTo>
                  <a:lnTo>
                    <a:pt x="1801" y="24670"/>
                  </a:lnTo>
                  <a:lnTo>
                    <a:pt x="700" y="18985"/>
                  </a:lnTo>
                  <a:lnTo>
                    <a:pt x="0" y="12022"/>
                  </a:lnTo>
                  <a:lnTo>
                    <a:pt x="625" y="11927"/>
                  </a:lnTo>
                  <a:lnTo>
                    <a:pt x="6229" y="11075"/>
                  </a:lnTo>
                  <a:lnTo>
                    <a:pt x="6501" y="11011"/>
                  </a:lnTo>
                  <a:lnTo>
                    <a:pt x="14709" y="9724"/>
                  </a:lnTo>
                  <a:lnTo>
                    <a:pt x="18655" y="9152"/>
                  </a:lnTo>
                  <a:lnTo>
                    <a:pt x="24108" y="8293"/>
                  </a:lnTo>
                  <a:lnTo>
                    <a:pt x="29255" y="7424"/>
                  </a:lnTo>
                  <a:lnTo>
                    <a:pt x="33175" y="7029"/>
                  </a:lnTo>
                  <a:lnTo>
                    <a:pt x="36272" y="6847"/>
                  </a:lnTo>
                  <a:lnTo>
                    <a:pt x="36839" y="6890"/>
                  </a:lnTo>
                  <a:lnTo>
                    <a:pt x="41999" y="10749"/>
                  </a:lnTo>
                  <a:lnTo>
                    <a:pt x="45865" y="5473"/>
                  </a:lnTo>
                  <a:lnTo>
                    <a:pt x="47894" y="4084"/>
                  </a:lnTo>
                  <a:lnTo>
                    <a:pt x="50543" y="3059"/>
                  </a:lnTo>
                  <a:lnTo>
                    <a:pt x="55884" y="2140"/>
                  </a:lnTo>
                  <a:lnTo>
                    <a:pt x="63061" y="931"/>
                  </a:lnTo>
                  <a:lnTo>
                    <a:pt x="63874" y="794"/>
                  </a:lnTo>
                  <a:lnTo>
                    <a:pt x="68585" y="0"/>
                  </a:lnTo>
                  <a:lnTo>
                    <a:pt x="68988" y="2621"/>
                  </a:lnTo>
                  <a:lnTo>
                    <a:pt x="69117" y="3462"/>
                  </a:lnTo>
                  <a:lnTo>
                    <a:pt x="69760" y="7645"/>
                  </a:lnTo>
                  <a:lnTo>
                    <a:pt x="69938" y="88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1846562" y="2724203"/>
              <a:ext cx="121653" cy="220782"/>
            </a:xfrm>
            <a:custGeom>
              <a:avLst/>
              <a:pathLst>
                <a:path w="121653" h="220782">
                  <a:moveTo>
                    <a:pt x="118744" y="177808"/>
                  </a:moveTo>
                  <a:lnTo>
                    <a:pt x="119054" y="179157"/>
                  </a:lnTo>
                  <a:lnTo>
                    <a:pt x="119112" y="179409"/>
                  </a:lnTo>
                  <a:lnTo>
                    <a:pt x="120167" y="183999"/>
                  </a:lnTo>
                  <a:lnTo>
                    <a:pt x="120240" y="184318"/>
                  </a:lnTo>
                  <a:lnTo>
                    <a:pt x="121085" y="187998"/>
                  </a:lnTo>
                  <a:lnTo>
                    <a:pt x="121453" y="189598"/>
                  </a:lnTo>
                  <a:lnTo>
                    <a:pt x="121494" y="189777"/>
                  </a:lnTo>
                  <a:lnTo>
                    <a:pt x="121566" y="190093"/>
                  </a:lnTo>
                  <a:lnTo>
                    <a:pt x="121653" y="190471"/>
                  </a:lnTo>
                  <a:lnTo>
                    <a:pt x="121118" y="190559"/>
                  </a:lnTo>
                  <a:lnTo>
                    <a:pt x="120583" y="190647"/>
                  </a:lnTo>
                  <a:lnTo>
                    <a:pt x="114326" y="191673"/>
                  </a:lnTo>
                  <a:lnTo>
                    <a:pt x="106770" y="192961"/>
                  </a:lnTo>
                  <a:lnTo>
                    <a:pt x="103286" y="178866"/>
                  </a:lnTo>
                  <a:lnTo>
                    <a:pt x="91909" y="180744"/>
                  </a:lnTo>
                  <a:lnTo>
                    <a:pt x="80408" y="182535"/>
                  </a:lnTo>
                  <a:lnTo>
                    <a:pt x="72223" y="183837"/>
                  </a:lnTo>
                  <a:lnTo>
                    <a:pt x="63716" y="185214"/>
                  </a:lnTo>
                  <a:lnTo>
                    <a:pt x="65694" y="199429"/>
                  </a:lnTo>
                  <a:lnTo>
                    <a:pt x="60906" y="200146"/>
                  </a:lnTo>
                  <a:lnTo>
                    <a:pt x="61147" y="201710"/>
                  </a:lnTo>
                  <a:lnTo>
                    <a:pt x="62606" y="211184"/>
                  </a:lnTo>
                  <a:lnTo>
                    <a:pt x="62676" y="211623"/>
                  </a:lnTo>
                  <a:lnTo>
                    <a:pt x="61650" y="211778"/>
                  </a:lnTo>
                  <a:lnTo>
                    <a:pt x="59899" y="212042"/>
                  </a:lnTo>
                  <a:lnTo>
                    <a:pt x="58895" y="212194"/>
                  </a:lnTo>
                  <a:lnTo>
                    <a:pt x="58641" y="212232"/>
                  </a:lnTo>
                  <a:lnTo>
                    <a:pt x="57637" y="212384"/>
                  </a:lnTo>
                  <a:lnTo>
                    <a:pt x="51855" y="213257"/>
                  </a:lnTo>
                  <a:lnTo>
                    <a:pt x="44707" y="214336"/>
                  </a:lnTo>
                  <a:lnTo>
                    <a:pt x="39273" y="215157"/>
                  </a:lnTo>
                  <a:lnTo>
                    <a:pt x="36179" y="215624"/>
                  </a:lnTo>
                  <a:lnTo>
                    <a:pt x="29078" y="216696"/>
                  </a:lnTo>
                  <a:lnTo>
                    <a:pt x="25121" y="217293"/>
                  </a:lnTo>
                  <a:lnTo>
                    <a:pt x="23786" y="217494"/>
                  </a:lnTo>
                  <a:lnTo>
                    <a:pt x="22840" y="217635"/>
                  </a:lnTo>
                  <a:lnTo>
                    <a:pt x="21508" y="217835"/>
                  </a:lnTo>
                  <a:lnTo>
                    <a:pt x="19104" y="218195"/>
                  </a:lnTo>
                  <a:lnTo>
                    <a:pt x="2827" y="220633"/>
                  </a:lnTo>
                  <a:lnTo>
                    <a:pt x="1413" y="220733"/>
                  </a:lnTo>
                  <a:lnTo>
                    <a:pt x="711" y="220782"/>
                  </a:lnTo>
                  <a:lnTo>
                    <a:pt x="700" y="220448"/>
                  </a:lnTo>
                  <a:lnTo>
                    <a:pt x="477" y="218772"/>
                  </a:lnTo>
                  <a:lnTo>
                    <a:pt x="441" y="218357"/>
                  </a:lnTo>
                  <a:lnTo>
                    <a:pt x="340" y="217187"/>
                  </a:lnTo>
                  <a:lnTo>
                    <a:pt x="48" y="213798"/>
                  </a:lnTo>
                  <a:lnTo>
                    <a:pt x="0" y="213234"/>
                  </a:lnTo>
                  <a:lnTo>
                    <a:pt x="168" y="208742"/>
                  </a:lnTo>
                  <a:lnTo>
                    <a:pt x="281" y="205728"/>
                  </a:lnTo>
                  <a:lnTo>
                    <a:pt x="296" y="205329"/>
                  </a:lnTo>
                  <a:lnTo>
                    <a:pt x="995" y="200358"/>
                  </a:lnTo>
                  <a:lnTo>
                    <a:pt x="1119" y="199834"/>
                  </a:lnTo>
                  <a:lnTo>
                    <a:pt x="1971" y="196226"/>
                  </a:lnTo>
                  <a:lnTo>
                    <a:pt x="2522" y="194625"/>
                  </a:lnTo>
                  <a:lnTo>
                    <a:pt x="3759" y="191030"/>
                  </a:lnTo>
                  <a:lnTo>
                    <a:pt x="5138" y="187925"/>
                  </a:lnTo>
                  <a:lnTo>
                    <a:pt x="5489" y="187136"/>
                  </a:lnTo>
                  <a:lnTo>
                    <a:pt x="8112" y="182828"/>
                  </a:lnTo>
                  <a:lnTo>
                    <a:pt x="9481" y="180476"/>
                  </a:lnTo>
                  <a:lnTo>
                    <a:pt x="9652" y="180190"/>
                  </a:lnTo>
                  <a:lnTo>
                    <a:pt x="12848" y="176121"/>
                  </a:lnTo>
                  <a:lnTo>
                    <a:pt x="13607" y="175353"/>
                  </a:lnTo>
                  <a:lnTo>
                    <a:pt x="17466" y="171365"/>
                  </a:lnTo>
                  <a:lnTo>
                    <a:pt x="21650" y="167861"/>
                  </a:lnTo>
                  <a:lnTo>
                    <a:pt x="22499" y="167313"/>
                  </a:lnTo>
                  <a:lnTo>
                    <a:pt x="23376" y="166746"/>
                  </a:lnTo>
                  <a:lnTo>
                    <a:pt x="25451" y="165406"/>
                  </a:lnTo>
                  <a:lnTo>
                    <a:pt x="26104" y="165019"/>
                  </a:lnTo>
                  <a:lnTo>
                    <a:pt x="26404" y="164865"/>
                  </a:lnTo>
                  <a:lnTo>
                    <a:pt x="27046" y="164535"/>
                  </a:lnTo>
                  <a:lnTo>
                    <a:pt x="27866" y="164108"/>
                  </a:lnTo>
                  <a:lnTo>
                    <a:pt x="32656" y="161617"/>
                  </a:lnTo>
                  <a:lnTo>
                    <a:pt x="36305" y="160155"/>
                  </a:lnTo>
                  <a:lnTo>
                    <a:pt x="39761" y="159158"/>
                  </a:lnTo>
                  <a:lnTo>
                    <a:pt x="43480" y="158261"/>
                  </a:lnTo>
                  <a:lnTo>
                    <a:pt x="44067" y="158120"/>
                  </a:lnTo>
                  <a:lnTo>
                    <a:pt x="47803" y="157636"/>
                  </a:lnTo>
                  <a:lnTo>
                    <a:pt x="48705" y="157491"/>
                  </a:lnTo>
                  <a:lnTo>
                    <a:pt x="48903" y="157459"/>
                  </a:lnTo>
                  <a:lnTo>
                    <a:pt x="49746" y="157346"/>
                  </a:lnTo>
                  <a:lnTo>
                    <a:pt x="50248" y="157263"/>
                  </a:lnTo>
                  <a:lnTo>
                    <a:pt x="52180" y="156943"/>
                  </a:lnTo>
                  <a:lnTo>
                    <a:pt x="53904" y="156657"/>
                  </a:lnTo>
                  <a:lnTo>
                    <a:pt x="53056" y="151883"/>
                  </a:lnTo>
                  <a:lnTo>
                    <a:pt x="50810" y="139235"/>
                  </a:lnTo>
                  <a:lnTo>
                    <a:pt x="47889" y="121498"/>
                  </a:lnTo>
                  <a:lnTo>
                    <a:pt x="47576" y="119452"/>
                  </a:lnTo>
                  <a:lnTo>
                    <a:pt x="47532" y="119163"/>
                  </a:lnTo>
                  <a:lnTo>
                    <a:pt x="46630" y="113269"/>
                  </a:lnTo>
                  <a:lnTo>
                    <a:pt x="46298" y="110780"/>
                  </a:lnTo>
                  <a:lnTo>
                    <a:pt x="46043" y="108875"/>
                  </a:lnTo>
                  <a:lnTo>
                    <a:pt x="43048" y="86438"/>
                  </a:lnTo>
                  <a:lnTo>
                    <a:pt x="42584" y="82161"/>
                  </a:lnTo>
                  <a:lnTo>
                    <a:pt x="42109" y="78497"/>
                  </a:lnTo>
                  <a:lnTo>
                    <a:pt x="41990" y="77658"/>
                  </a:lnTo>
                  <a:lnTo>
                    <a:pt x="41746" y="76271"/>
                  </a:lnTo>
                  <a:lnTo>
                    <a:pt x="40692" y="69736"/>
                  </a:lnTo>
                  <a:lnTo>
                    <a:pt x="39424" y="61874"/>
                  </a:lnTo>
                  <a:lnTo>
                    <a:pt x="38963" y="59007"/>
                  </a:lnTo>
                  <a:lnTo>
                    <a:pt x="38731" y="57566"/>
                  </a:lnTo>
                  <a:lnTo>
                    <a:pt x="37032" y="47012"/>
                  </a:lnTo>
                  <a:lnTo>
                    <a:pt x="36663" y="44791"/>
                  </a:lnTo>
                  <a:lnTo>
                    <a:pt x="35069" y="34588"/>
                  </a:lnTo>
                  <a:lnTo>
                    <a:pt x="33947" y="27406"/>
                  </a:lnTo>
                  <a:lnTo>
                    <a:pt x="33888" y="27027"/>
                  </a:lnTo>
                  <a:lnTo>
                    <a:pt x="31991" y="14901"/>
                  </a:lnTo>
                  <a:lnTo>
                    <a:pt x="31711" y="13113"/>
                  </a:lnTo>
                  <a:lnTo>
                    <a:pt x="31003" y="8587"/>
                  </a:lnTo>
                  <a:lnTo>
                    <a:pt x="30998" y="8041"/>
                  </a:lnTo>
                  <a:lnTo>
                    <a:pt x="31370" y="7989"/>
                  </a:lnTo>
                  <a:lnTo>
                    <a:pt x="31743" y="7938"/>
                  </a:lnTo>
                  <a:lnTo>
                    <a:pt x="32059" y="7894"/>
                  </a:lnTo>
                  <a:lnTo>
                    <a:pt x="34138" y="7587"/>
                  </a:lnTo>
                  <a:lnTo>
                    <a:pt x="41021" y="6568"/>
                  </a:lnTo>
                  <a:lnTo>
                    <a:pt x="44371" y="6073"/>
                  </a:lnTo>
                  <a:lnTo>
                    <a:pt x="53625" y="4704"/>
                  </a:lnTo>
                  <a:lnTo>
                    <a:pt x="55667" y="4402"/>
                  </a:lnTo>
                  <a:lnTo>
                    <a:pt x="57811" y="4084"/>
                  </a:lnTo>
                  <a:lnTo>
                    <a:pt x="59183" y="3882"/>
                  </a:lnTo>
                  <a:lnTo>
                    <a:pt x="60923" y="3624"/>
                  </a:lnTo>
                  <a:lnTo>
                    <a:pt x="63436" y="3233"/>
                  </a:lnTo>
                  <a:lnTo>
                    <a:pt x="63631" y="3201"/>
                  </a:lnTo>
                  <a:lnTo>
                    <a:pt x="66685" y="2703"/>
                  </a:lnTo>
                  <a:lnTo>
                    <a:pt x="67653" y="2544"/>
                  </a:lnTo>
                  <a:lnTo>
                    <a:pt x="68133" y="2466"/>
                  </a:lnTo>
                  <a:lnTo>
                    <a:pt x="71603" y="1899"/>
                  </a:lnTo>
                  <a:lnTo>
                    <a:pt x="71936" y="1848"/>
                  </a:lnTo>
                  <a:lnTo>
                    <a:pt x="73984" y="1531"/>
                  </a:lnTo>
                  <a:lnTo>
                    <a:pt x="76212" y="1186"/>
                  </a:lnTo>
                  <a:lnTo>
                    <a:pt x="78325" y="860"/>
                  </a:lnTo>
                  <a:lnTo>
                    <a:pt x="80753" y="484"/>
                  </a:lnTo>
                  <a:lnTo>
                    <a:pt x="81063" y="436"/>
                  </a:lnTo>
                  <a:lnTo>
                    <a:pt x="81862" y="312"/>
                  </a:lnTo>
                  <a:lnTo>
                    <a:pt x="83101" y="121"/>
                  </a:lnTo>
                  <a:lnTo>
                    <a:pt x="83393" y="75"/>
                  </a:lnTo>
                  <a:lnTo>
                    <a:pt x="83884" y="0"/>
                  </a:lnTo>
                  <a:lnTo>
                    <a:pt x="84037" y="856"/>
                  </a:lnTo>
                  <a:lnTo>
                    <a:pt x="84451" y="3119"/>
                  </a:lnTo>
                  <a:lnTo>
                    <a:pt x="84994" y="6089"/>
                  </a:lnTo>
                  <a:lnTo>
                    <a:pt x="85089" y="6608"/>
                  </a:lnTo>
                  <a:lnTo>
                    <a:pt x="85968" y="11415"/>
                  </a:lnTo>
                  <a:lnTo>
                    <a:pt x="85999" y="11584"/>
                  </a:lnTo>
                  <a:lnTo>
                    <a:pt x="86173" y="12538"/>
                  </a:lnTo>
                  <a:lnTo>
                    <a:pt x="86334" y="13451"/>
                  </a:lnTo>
                  <a:lnTo>
                    <a:pt x="86592" y="14909"/>
                  </a:lnTo>
                  <a:lnTo>
                    <a:pt x="87608" y="20667"/>
                  </a:lnTo>
                  <a:lnTo>
                    <a:pt x="87974" y="22736"/>
                  </a:lnTo>
                  <a:lnTo>
                    <a:pt x="88140" y="23680"/>
                  </a:lnTo>
                  <a:lnTo>
                    <a:pt x="89108" y="29161"/>
                  </a:lnTo>
                  <a:lnTo>
                    <a:pt x="89147" y="29383"/>
                  </a:lnTo>
                  <a:lnTo>
                    <a:pt x="89486" y="31302"/>
                  </a:lnTo>
                  <a:lnTo>
                    <a:pt x="89968" y="34028"/>
                  </a:lnTo>
                  <a:lnTo>
                    <a:pt x="90303" y="35929"/>
                  </a:lnTo>
                  <a:lnTo>
                    <a:pt x="90446" y="36738"/>
                  </a:lnTo>
                  <a:lnTo>
                    <a:pt x="90508" y="37089"/>
                  </a:lnTo>
                  <a:lnTo>
                    <a:pt x="90608" y="37610"/>
                  </a:lnTo>
                  <a:lnTo>
                    <a:pt x="90685" y="38006"/>
                  </a:lnTo>
                  <a:lnTo>
                    <a:pt x="90766" y="38457"/>
                  </a:lnTo>
                  <a:lnTo>
                    <a:pt x="90801" y="38779"/>
                  </a:lnTo>
                  <a:lnTo>
                    <a:pt x="91317" y="43446"/>
                  </a:lnTo>
                  <a:lnTo>
                    <a:pt x="91447" y="44620"/>
                  </a:lnTo>
                  <a:lnTo>
                    <a:pt x="91794" y="46326"/>
                  </a:lnTo>
                  <a:lnTo>
                    <a:pt x="91914" y="46918"/>
                  </a:lnTo>
                  <a:lnTo>
                    <a:pt x="93104" y="52764"/>
                  </a:lnTo>
                  <a:lnTo>
                    <a:pt x="93642" y="55407"/>
                  </a:lnTo>
                  <a:lnTo>
                    <a:pt x="93797" y="56172"/>
                  </a:lnTo>
                  <a:lnTo>
                    <a:pt x="95185" y="62991"/>
                  </a:lnTo>
                  <a:lnTo>
                    <a:pt x="95237" y="63241"/>
                  </a:lnTo>
                  <a:lnTo>
                    <a:pt x="95582" y="64896"/>
                  </a:lnTo>
                  <a:lnTo>
                    <a:pt x="96356" y="68602"/>
                  </a:lnTo>
                  <a:lnTo>
                    <a:pt x="96450" y="69056"/>
                  </a:lnTo>
                  <a:lnTo>
                    <a:pt x="97309" y="73172"/>
                  </a:lnTo>
                  <a:lnTo>
                    <a:pt x="98336" y="78096"/>
                  </a:lnTo>
                  <a:lnTo>
                    <a:pt x="98430" y="78545"/>
                  </a:lnTo>
                  <a:lnTo>
                    <a:pt x="100892" y="90347"/>
                  </a:lnTo>
                  <a:lnTo>
                    <a:pt x="101181" y="91731"/>
                  </a:lnTo>
                  <a:lnTo>
                    <a:pt x="101453" y="93033"/>
                  </a:lnTo>
                  <a:lnTo>
                    <a:pt x="101803" y="94713"/>
                  </a:lnTo>
                  <a:lnTo>
                    <a:pt x="102037" y="95835"/>
                  </a:lnTo>
                  <a:lnTo>
                    <a:pt x="102752" y="99260"/>
                  </a:lnTo>
                  <a:lnTo>
                    <a:pt x="102825" y="99613"/>
                  </a:lnTo>
                  <a:lnTo>
                    <a:pt x="102961" y="100263"/>
                  </a:lnTo>
                  <a:lnTo>
                    <a:pt x="102964" y="100720"/>
                  </a:lnTo>
                  <a:lnTo>
                    <a:pt x="102969" y="101575"/>
                  </a:lnTo>
                  <a:lnTo>
                    <a:pt x="102974" y="102385"/>
                  </a:lnTo>
                  <a:lnTo>
                    <a:pt x="102982" y="103594"/>
                  </a:lnTo>
                  <a:lnTo>
                    <a:pt x="102984" y="103983"/>
                  </a:lnTo>
                  <a:lnTo>
                    <a:pt x="102985" y="104184"/>
                  </a:lnTo>
                  <a:lnTo>
                    <a:pt x="103044" y="104538"/>
                  </a:lnTo>
                  <a:lnTo>
                    <a:pt x="103296" y="106052"/>
                  </a:lnTo>
                  <a:lnTo>
                    <a:pt x="103463" y="107050"/>
                  </a:lnTo>
                  <a:lnTo>
                    <a:pt x="103635" y="108084"/>
                  </a:lnTo>
                  <a:lnTo>
                    <a:pt x="103945" y="109576"/>
                  </a:lnTo>
                  <a:lnTo>
                    <a:pt x="105482" y="116977"/>
                  </a:lnTo>
                  <a:lnTo>
                    <a:pt x="105591" y="117506"/>
                  </a:lnTo>
                  <a:lnTo>
                    <a:pt x="106271" y="120780"/>
                  </a:lnTo>
                  <a:lnTo>
                    <a:pt x="107853" y="128397"/>
                  </a:lnTo>
                  <a:lnTo>
                    <a:pt x="108755" y="132734"/>
                  </a:lnTo>
                  <a:lnTo>
                    <a:pt x="109216" y="134951"/>
                  </a:lnTo>
                  <a:lnTo>
                    <a:pt x="109609" y="136841"/>
                  </a:lnTo>
                  <a:lnTo>
                    <a:pt x="109855" y="138024"/>
                  </a:lnTo>
                  <a:lnTo>
                    <a:pt x="110315" y="140238"/>
                  </a:lnTo>
                  <a:lnTo>
                    <a:pt x="110449" y="140880"/>
                  </a:lnTo>
                  <a:lnTo>
                    <a:pt x="110515" y="141176"/>
                  </a:lnTo>
                  <a:lnTo>
                    <a:pt x="110560" y="141382"/>
                  </a:lnTo>
                  <a:lnTo>
                    <a:pt x="110788" y="142417"/>
                  </a:lnTo>
                  <a:lnTo>
                    <a:pt x="110837" y="142636"/>
                  </a:lnTo>
                  <a:lnTo>
                    <a:pt x="110965" y="143215"/>
                  </a:lnTo>
                  <a:lnTo>
                    <a:pt x="112354" y="149515"/>
                  </a:lnTo>
                  <a:lnTo>
                    <a:pt x="113881" y="156437"/>
                  </a:lnTo>
                  <a:lnTo>
                    <a:pt x="114019" y="157061"/>
                  </a:lnTo>
                  <a:lnTo>
                    <a:pt x="114082" y="157350"/>
                  </a:lnTo>
                  <a:lnTo>
                    <a:pt x="114138" y="157596"/>
                  </a:lnTo>
                  <a:lnTo>
                    <a:pt x="114172" y="157744"/>
                  </a:lnTo>
                  <a:lnTo>
                    <a:pt x="114321" y="158399"/>
                  </a:lnTo>
                  <a:lnTo>
                    <a:pt x="114688" y="160009"/>
                  </a:lnTo>
                  <a:lnTo>
                    <a:pt x="115262" y="162525"/>
                  </a:lnTo>
                  <a:lnTo>
                    <a:pt x="115728" y="164572"/>
                  </a:lnTo>
                  <a:lnTo>
                    <a:pt x="116627" y="168518"/>
                  </a:lnTo>
                  <a:lnTo>
                    <a:pt x="116775" y="169165"/>
                  </a:lnTo>
                  <a:lnTo>
                    <a:pt x="116916" y="169785"/>
                  </a:lnTo>
                  <a:lnTo>
                    <a:pt x="117622" y="172883"/>
                  </a:lnTo>
                  <a:lnTo>
                    <a:pt x="117661" y="1730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1784732" y="2800712"/>
              <a:ext cx="71084" cy="79440"/>
            </a:xfrm>
            <a:custGeom>
              <a:avLst/>
              <a:pathLst>
                <a:path w="71084" h="79440">
                  <a:moveTo>
                    <a:pt x="57899" y="1268"/>
                  </a:moveTo>
                  <a:lnTo>
                    <a:pt x="59098" y="9098"/>
                  </a:lnTo>
                  <a:lnTo>
                    <a:pt x="59920" y="14463"/>
                  </a:lnTo>
                  <a:lnTo>
                    <a:pt x="62362" y="30408"/>
                  </a:lnTo>
                  <a:lnTo>
                    <a:pt x="63152" y="35651"/>
                  </a:lnTo>
                  <a:lnTo>
                    <a:pt x="63440" y="37661"/>
                  </a:lnTo>
                  <a:lnTo>
                    <a:pt x="64640" y="41439"/>
                  </a:lnTo>
                  <a:lnTo>
                    <a:pt x="67268" y="45281"/>
                  </a:lnTo>
                  <a:lnTo>
                    <a:pt x="69588" y="48673"/>
                  </a:lnTo>
                  <a:lnTo>
                    <a:pt x="71084" y="50859"/>
                  </a:lnTo>
                  <a:lnTo>
                    <a:pt x="69400" y="52171"/>
                  </a:lnTo>
                  <a:lnTo>
                    <a:pt x="66530" y="54407"/>
                  </a:lnTo>
                  <a:lnTo>
                    <a:pt x="65026" y="55656"/>
                  </a:lnTo>
                  <a:lnTo>
                    <a:pt x="62469" y="57720"/>
                  </a:lnTo>
                  <a:lnTo>
                    <a:pt x="60809" y="58995"/>
                  </a:lnTo>
                  <a:lnTo>
                    <a:pt x="58938" y="60454"/>
                  </a:lnTo>
                  <a:lnTo>
                    <a:pt x="58773" y="60582"/>
                  </a:lnTo>
                  <a:lnTo>
                    <a:pt x="55326" y="63748"/>
                  </a:lnTo>
                  <a:lnTo>
                    <a:pt x="52799" y="66263"/>
                  </a:lnTo>
                  <a:lnTo>
                    <a:pt x="48967" y="70789"/>
                  </a:lnTo>
                  <a:lnTo>
                    <a:pt x="47732" y="72406"/>
                  </a:lnTo>
                  <a:lnTo>
                    <a:pt x="47238" y="73052"/>
                  </a:lnTo>
                  <a:lnTo>
                    <a:pt x="45646" y="75519"/>
                  </a:lnTo>
                  <a:lnTo>
                    <a:pt x="43859" y="78287"/>
                  </a:lnTo>
                  <a:lnTo>
                    <a:pt x="43115" y="79440"/>
                  </a:lnTo>
                  <a:lnTo>
                    <a:pt x="42230" y="78921"/>
                  </a:lnTo>
                  <a:lnTo>
                    <a:pt x="41577" y="78538"/>
                  </a:lnTo>
                  <a:lnTo>
                    <a:pt x="39421" y="77273"/>
                  </a:lnTo>
                  <a:lnTo>
                    <a:pt x="35750" y="75217"/>
                  </a:lnTo>
                  <a:lnTo>
                    <a:pt x="35349" y="75243"/>
                  </a:lnTo>
                  <a:lnTo>
                    <a:pt x="30312" y="73166"/>
                  </a:lnTo>
                  <a:lnTo>
                    <a:pt x="25576" y="70995"/>
                  </a:lnTo>
                  <a:lnTo>
                    <a:pt x="23292" y="76164"/>
                  </a:lnTo>
                  <a:lnTo>
                    <a:pt x="12070" y="71094"/>
                  </a:lnTo>
                  <a:lnTo>
                    <a:pt x="11461" y="72232"/>
                  </a:lnTo>
                  <a:lnTo>
                    <a:pt x="11139" y="72090"/>
                  </a:lnTo>
                  <a:lnTo>
                    <a:pt x="6703" y="70133"/>
                  </a:lnTo>
                  <a:lnTo>
                    <a:pt x="6405" y="70012"/>
                  </a:lnTo>
                  <a:lnTo>
                    <a:pt x="516" y="67616"/>
                  </a:lnTo>
                  <a:lnTo>
                    <a:pt x="278" y="67519"/>
                  </a:lnTo>
                  <a:lnTo>
                    <a:pt x="0" y="67406"/>
                  </a:lnTo>
                  <a:lnTo>
                    <a:pt x="1568" y="63876"/>
                  </a:lnTo>
                  <a:lnTo>
                    <a:pt x="4022" y="58351"/>
                  </a:lnTo>
                  <a:lnTo>
                    <a:pt x="4366" y="57576"/>
                  </a:lnTo>
                  <a:lnTo>
                    <a:pt x="4909" y="56353"/>
                  </a:lnTo>
                  <a:lnTo>
                    <a:pt x="6847" y="51989"/>
                  </a:lnTo>
                  <a:lnTo>
                    <a:pt x="7085" y="51454"/>
                  </a:lnTo>
                  <a:lnTo>
                    <a:pt x="7446" y="50647"/>
                  </a:lnTo>
                  <a:lnTo>
                    <a:pt x="8512" y="48348"/>
                  </a:lnTo>
                  <a:lnTo>
                    <a:pt x="10864" y="43277"/>
                  </a:lnTo>
                  <a:lnTo>
                    <a:pt x="13538" y="36988"/>
                  </a:lnTo>
                  <a:lnTo>
                    <a:pt x="14426" y="34899"/>
                  </a:lnTo>
                  <a:lnTo>
                    <a:pt x="15467" y="32450"/>
                  </a:lnTo>
                  <a:lnTo>
                    <a:pt x="16277" y="30545"/>
                  </a:lnTo>
                  <a:lnTo>
                    <a:pt x="17814" y="27627"/>
                  </a:lnTo>
                  <a:lnTo>
                    <a:pt x="18069" y="27002"/>
                  </a:lnTo>
                  <a:lnTo>
                    <a:pt x="18385" y="26231"/>
                  </a:lnTo>
                  <a:lnTo>
                    <a:pt x="19186" y="24095"/>
                  </a:lnTo>
                  <a:lnTo>
                    <a:pt x="19952" y="22053"/>
                  </a:lnTo>
                  <a:lnTo>
                    <a:pt x="20259" y="21150"/>
                  </a:lnTo>
                  <a:lnTo>
                    <a:pt x="20612" y="20110"/>
                  </a:lnTo>
                  <a:lnTo>
                    <a:pt x="20714" y="19810"/>
                  </a:lnTo>
                  <a:lnTo>
                    <a:pt x="20927" y="19182"/>
                  </a:lnTo>
                  <a:lnTo>
                    <a:pt x="21563" y="17310"/>
                  </a:lnTo>
                  <a:lnTo>
                    <a:pt x="21851" y="16461"/>
                  </a:lnTo>
                  <a:lnTo>
                    <a:pt x="22193" y="15445"/>
                  </a:lnTo>
                  <a:lnTo>
                    <a:pt x="22676" y="11613"/>
                  </a:lnTo>
                  <a:lnTo>
                    <a:pt x="23071" y="8668"/>
                  </a:lnTo>
                  <a:lnTo>
                    <a:pt x="23212" y="7616"/>
                  </a:lnTo>
                  <a:lnTo>
                    <a:pt x="23319" y="6817"/>
                  </a:lnTo>
                  <a:lnTo>
                    <a:pt x="23870" y="2706"/>
                  </a:lnTo>
                  <a:lnTo>
                    <a:pt x="23876" y="2494"/>
                  </a:lnTo>
                  <a:lnTo>
                    <a:pt x="23897" y="1691"/>
                  </a:lnTo>
                  <a:lnTo>
                    <a:pt x="23915" y="1525"/>
                  </a:lnTo>
                  <a:lnTo>
                    <a:pt x="24019" y="604"/>
                  </a:lnTo>
                  <a:lnTo>
                    <a:pt x="24814" y="801"/>
                  </a:lnTo>
                  <a:lnTo>
                    <a:pt x="26477" y="1032"/>
                  </a:lnTo>
                  <a:lnTo>
                    <a:pt x="31237" y="1693"/>
                  </a:lnTo>
                  <a:lnTo>
                    <a:pt x="33108" y="1953"/>
                  </a:lnTo>
                  <a:lnTo>
                    <a:pt x="35972" y="2350"/>
                  </a:lnTo>
                  <a:lnTo>
                    <a:pt x="38457" y="2696"/>
                  </a:lnTo>
                  <a:lnTo>
                    <a:pt x="38802" y="2743"/>
                  </a:lnTo>
                  <a:lnTo>
                    <a:pt x="39708" y="2845"/>
                  </a:lnTo>
                  <a:lnTo>
                    <a:pt x="42241" y="2444"/>
                  </a:lnTo>
                  <a:lnTo>
                    <a:pt x="45949" y="1858"/>
                  </a:lnTo>
                  <a:lnTo>
                    <a:pt x="46307" y="1801"/>
                  </a:lnTo>
                  <a:lnTo>
                    <a:pt x="46459" y="1777"/>
                  </a:lnTo>
                  <a:lnTo>
                    <a:pt x="46699" y="1739"/>
                  </a:lnTo>
                  <a:lnTo>
                    <a:pt x="47279" y="1648"/>
                  </a:lnTo>
                  <a:lnTo>
                    <a:pt x="56334" y="216"/>
                  </a:lnTo>
                  <a:lnTo>
                    <a:pt x="57705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1717034" y="2806823"/>
              <a:ext cx="85764" cy="73298"/>
            </a:xfrm>
            <a:custGeom>
              <a:avLst/>
              <a:pathLst>
                <a:path w="85764" h="73298">
                  <a:moveTo>
                    <a:pt x="83165" y="26339"/>
                  </a:moveTo>
                  <a:lnTo>
                    <a:pt x="82124" y="28789"/>
                  </a:lnTo>
                  <a:lnTo>
                    <a:pt x="81236" y="30878"/>
                  </a:lnTo>
                  <a:lnTo>
                    <a:pt x="78562" y="37167"/>
                  </a:lnTo>
                  <a:lnTo>
                    <a:pt x="76210" y="42238"/>
                  </a:lnTo>
                  <a:lnTo>
                    <a:pt x="75144" y="44537"/>
                  </a:lnTo>
                  <a:lnTo>
                    <a:pt x="74783" y="45343"/>
                  </a:lnTo>
                  <a:lnTo>
                    <a:pt x="74545" y="45879"/>
                  </a:lnTo>
                  <a:lnTo>
                    <a:pt x="72607" y="50243"/>
                  </a:lnTo>
                  <a:lnTo>
                    <a:pt x="72064" y="51466"/>
                  </a:lnTo>
                  <a:lnTo>
                    <a:pt x="71719" y="52241"/>
                  </a:lnTo>
                  <a:lnTo>
                    <a:pt x="69265" y="57765"/>
                  </a:lnTo>
                  <a:lnTo>
                    <a:pt x="67697" y="61296"/>
                  </a:lnTo>
                  <a:lnTo>
                    <a:pt x="67596" y="61523"/>
                  </a:lnTo>
                  <a:lnTo>
                    <a:pt x="67125" y="62587"/>
                  </a:lnTo>
                  <a:lnTo>
                    <a:pt x="63984" y="69683"/>
                  </a:lnTo>
                  <a:lnTo>
                    <a:pt x="63020" y="71946"/>
                  </a:lnTo>
                  <a:lnTo>
                    <a:pt x="62444" y="73298"/>
                  </a:lnTo>
                  <a:lnTo>
                    <a:pt x="62184" y="73181"/>
                  </a:lnTo>
                  <a:lnTo>
                    <a:pt x="56515" y="70608"/>
                  </a:lnTo>
                  <a:lnTo>
                    <a:pt x="51813" y="68462"/>
                  </a:lnTo>
                  <a:lnTo>
                    <a:pt x="47073" y="66298"/>
                  </a:lnTo>
                  <a:lnTo>
                    <a:pt x="41861" y="64120"/>
                  </a:lnTo>
                  <a:lnTo>
                    <a:pt x="38827" y="62945"/>
                  </a:lnTo>
                  <a:lnTo>
                    <a:pt x="36709" y="61915"/>
                  </a:lnTo>
                  <a:lnTo>
                    <a:pt x="34149" y="61684"/>
                  </a:lnTo>
                  <a:lnTo>
                    <a:pt x="24964" y="61898"/>
                  </a:lnTo>
                  <a:lnTo>
                    <a:pt x="23073" y="61914"/>
                  </a:lnTo>
                  <a:lnTo>
                    <a:pt x="17466" y="62154"/>
                  </a:lnTo>
                  <a:lnTo>
                    <a:pt x="13204" y="62398"/>
                  </a:lnTo>
                  <a:lnTo>
                    <a:pt x="11389" y="62502"/>
                  </a:lnTo>
                  <a:lnTo>
                    <a:pt x="11146" y="62517"/>
                  </a:lnTo>
                  <a:lnTo>
                    <a:pt x="10332" y="62568"/>
                  </a:lnTo>
                  <a:lnTo>
                    <a:pt x="10026" y="62588"/>
                  </a:lnTo>
                  <a:lnTo>
                    <a:pt x="8295" y="62696"/>
                  </a:lnTo>
                  <a:lnTo>
                    <a:pt x="6747" y="62793"/>
                  </a:lnTo>
                  <a:lnTo>
                    <a:pt x="6731" y="60266"/>
                  </a:lnTo>
                  <a:lnTo>
                    <a:pt x="5607" y="52281"/>
                  </a:lnTo>
                  <a:lnTo>
                    <a:pt x="5077" y="48655"/>
                  </a:lnTo>
                  <a:lnTo>
                    <a:pt x="3862" y="40044"/>
                  </a:lnTo>
                  <a:lnTo>
                    <a:pt x="2923" y="33213"/>
                  </a:lnTo>
                  <a:lnTo>
                    <a:pt x="1534" y="23818"/>
                  </a:lnTo>
                  <a:lnTo>
                    <a:pt x="60" y="14893"/>
                  </a:lnTo>
                  <a:lnTo>
                    <a:pt x="0" y="14438"/>
                  </a:lnTo>
                  <a:lnTo>
                    <a:pt x="1002" y="14161"/>
                  </a:lnTo>
                  <a:lnTo>
                    <a:pt x="1532" y="14014"/>
                  </a:lnTo>
                  <a:lnTo>
                    <a:pt x="1901" y="13912"/>
                  </a:lnTo>
                  <a:lnTo>
                    <a:pt x="2486" y="13750"/>
                  </a:lnTo>
                  <a:lnTo>
                    <a:pt x="3284" y="13529"/>
                  </a:lnTo>
                  <a:lnTo>
                    <a:pt x="4621" y="13318"/>
                  </a:lnTo>
                  <a:lnTo>
                    <a:pt x="7400" y="12881"/>
                  </a:lnTo>
                  <a:lnTo>
                    <a:pt x="9895" y="12489"/>
                  </a:lnTo>
                  <a:lnTo>
                    <a:pt x="10672" y="12389"/>
                  </a:lnTo>
                  <a:lnTo>
                    <a:pt x="16122" y="11688"/>
                  </a:lnTo>
                  <a:lnTo>
                    <a:pt x="16797" y="16069"/>
                  </a:lnTo>
                  <a:lnTo>
                    <a:pt x="18214" y="25267"/>
                  </a:lnTo>
                  <a:lnTo>
                    <a:pt x="18257" y="25548"/>
                  </a:lnTo>
                  <a:lnTo>
                    <a:pt x="19752" y="25365"/>
                  </a:lnTo>
                  <a:lnTo>
                    <a:pt x="21642" y="25193"/>
                  </a:lnTo>
                  <a:lnTo>
                    <a:pt x="22509" y="25168"/>
                  </a:lnTo>
                  <a:lnTo>
                    <a:pt x="24147" y="25119"/>
                  </a:lnTo>
                  <a:lnTo>
                    <a:pt x="24861" y="25156"/>
                  </a:lnTo>
                  <a:lnTo>
                    <a:pt x="27263" y="25282"/>
                  </a:lnTo>
                  <a:lnTo>
                    <a:pt x="30565" y="25864"/>
                  </a:lnTo>
                  <a:lnTo>
                    <a:pt x="30924" y="25958"/>
                  </a:lnTo>
                  <a:lnTo>
                    <a:pt x="32140" y="26275"/>
                  </a:lnTo>
                  <a:lnTo>
                    <a:pt x="32648" y="26458"/>
                  </a:lnTo>
                  <a:lnTo>
                    <a:pt x="33061" y="25430"/>
                  </a:lnTo>
                  <a:lnTo>
                    <a:pt x="35106" y="20347"/>
                  </a:lnTo>
                  <a:lnTo>
                    <a:pt x="37204" y="15782"/>
                  </a:lnTo>
                  <a:lnTo>
                    <a:pt x="37425" y="15364"/>
                  </a:lnTo>
                  <a:lnTo>
                    <a:pt x="38914" y="12556"/>
                  </a:lnTo>
                  <a:lnTo>
                    <a:pt x="39725" y="11027"/>
                  </a:lnTo>
                  <a:lnTo>
                    <a:pt x="45279" y="553"/>
                  </a:lnTo>
                  <a:lnTo>
                    <a:pt x="45573" y="0"/>
                  </a:lnTo>
                  <a:lnTo>
                    <a:pt x="51232" y="2976"/>
                  </a:lnTo>
                  <a:lnTo>
                    <a:pt x="61002" y="8017"/>
                  </a:lnTo>
                  <a:lnTo>
                    <a:pt x="66134" y="10694"/>
                  </a:lnTo>
                  <a:lnTo>
                    <a:pt x="66484" y="10868"/>
                  </a:lnTo>
                  <a:lnTo>
                    <a:pt x="75930" y="15544"/>
                  </a:lnTo>
                  <a:lnTo>
                    <a:pt x="79833" y="17568"/>
                  </a:lnTo>
                  <a:lnTo>
                    <a:pt x="85569" y="20788"/>
                  </a:lnTo>
                  <a:lnTo>
                    <a:pt x="85764" y="20899"/>
                  </a:lnTo>
                  <a:lnTo>
                    <a:pt x="85511" y="21517"/>
                  </a:lnTo>
                  <a:lnTo>
                    <a:pt x="83975" y="244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1706227" y="2868507"/>
              <a:ext cx="73250" cy="87402"/>
            </a:xfrm>
            <a:custGeom>
              <a:avLst/>
              <a:pathLst>
                <a:path w="73250" h="87402">
                  <a:moveTo>
                    <a:pt x="52667" y="2435"/>
                  </a:moveTo>
                  <a:lnTo>
                    <a:pt x="57879" y="4614"/>
                  </a:lnTo>
                  <a:lnTo>
                    <a:pt x="62621" y="6778"/>
                  </a:lnTo>
                  <a:lnTo>
                    <a:pt x="67322" y="8923"/>
                  </a:lnTo>
                  <a:lnTo>
                    <a:pt x="72991" y="11496"/>
                  </a:lnTo>
                  <a:lnTo>
                    <a:pt x="73250" y="11613"/>
                  </a:lnTo>
                  <a:lnTo>
                    <a:pt x="72375" y="13681"/>
                  </a:lnTo>
                  <a:lnTo>
                    <a:pt x="71948" y="14652"/>
                  </a:lnTo>
                  <a:lnTo>
                    <a:pt x="71664" y="15266"/>
                  </a:lnTo>
                  <a:lnTo>
                    <a:pt x="70988" y="16728"/>
                  </a:lnTo>
                  <a:lnTo>
                    <a:pt x="69625" y="19676"/>
                  </a:lnTo>
                  <a:lnTo>
                    <a:pt x="69486" y="19977"/>
                  </a:lnTo>
                  <a:lnTo>
                    <a:pt x="67203" y="24957"/>
                  </a:lnTo>
                  <a:lnTo>
                    <a:pt x="65305" y="29178"/>
                  </a:lnTo>
                  <a:lnTo>
                    <a:pt x="63381" y="33459"/>
                  </a:lnTo>
                  <a:lnTo>
                    <a:pt x="62596" y="35199"/>
                  </a:lnTo>
                  <a:lnTo>
                    <a:pt x="61988" y="36545"/>
                  </a:lnTo>
                  <a:lnTo>
                    <a:pt x="61615" y="37372"/>
                  </a:lnTo>
                  <a:lnTo>
                    <a:pt x="60941" y="38866"/>
                  </a:lnTo>
                  <a:lnTo>
                    <a:pt x="59580" y="41883"/>
                  </a:lnTo>
                  <a:lnTo>
                    <a:pt x="56167" y="49493"/>
                  </a:lnTo>
                  <a:lnTo>
                    <a:pt x="55879" y="50208"/>
                  </a:lnTo>
                  <a:lnTo>
                    <a:pt x="55148" y="52025"/>
                  </a:lnTo>
                  <a:lnTo>
                    <a:pt x="54778" y="53514"/>
                  </a:lnTo>
                  <a:lnTo>
                    <a:pt x="54720" y="53644"/>
                  </a:lnTo>
                  <a:lnTo>
                    <a:pt x="53493" y="56407"/>
                  </a:lnTo>
                  <a:lnTo>
                    <a:pt x="53024" y="57464"/>
                  </a:lnTo>
                  <a:lnTo>
                    <a:pt x="52620" y="58373"/>
                  </a:lnTo>
                  <a:lnTo>
                    <a:pt x="52394" y="58881"/>
                  </a:lnTo>
                  <a:lnTo>
                    <a:pt x="49795" y="64706"/>
                  </a:lnTo>
                  <a:lnTo>
                    <a:pt x="49096" y="66272"/>
                  </a:lnTo>
                  <a:lnTo>
                    <a:pt x="47562" y="69505"/>
                  </a:lnTo>
                  <a:lnTo>
                    <a:pt x="46667" y="71390"/>
                  </a:lnTo>
                  <a:lnTo>
                    <a:pt x="46052" y="72688"/>
                  </a:lnTo>
                  <a:lnTo>
                    <a:pt x="43866" y="77485"/>
                  </a:lnTo>
                  <a:lnTo>
                    <a:pt x="41596" y="82467"/>
                  </a:lnTo>
                  <a:lnTo>
                    <a:pt x="39347" y="87402"/>
                  </a:lnTo>
                  <a:lnTo>
                    <a:pt x="39088" y="87293"/>
                  </a:lnTo>
                  <a:lnTo>
                    <a:pt x="33079" y="84772"/>
                  </a:lnTo>
                  <a:lnTo>
                    <a:pt x="32930" y="84707"/>
                  </a:lnTo>
                  <a:lnTo>
                    <a:pt x="28116" y="82587"/>
                  </a:lnTo>
                  <a:lnTo>
                    <a:pt x="26850" y="82029"/>
                  </a:lnTo>
                  <a:lnTo>
                    <a:pt x="23251" y="80444"/>
                  </a:lnTo>
                  <a:lnTo>
                    <a:pt x="17942" y="78106"/>
                  </a:lnTo>
                  <a:lnTo>
                    <a:pt x="11409" y="75229"/>
                  </a:lnTo>
                  <a:lnTo>
                    <a:pt x="11260" y="75164"/>
                  </a:lnTo>
                  <a:lnTo>
                    <a:pt x="4255" y="72103"/>
                  </a:lnTo>
                  <a:lnTo>
                    <a:pt x="4406" y="71904"/>
                  </a:lnTo>
                  <a:lnTo>
                    <a:pt x="7668" y="67604"/>
                  </a:lnTo>
                  <a:lnTo>
                    <a:pt x="3198" y="64539"/>
                  </a:lnTo>
                  <a:lnTo>
                    <a:pt x="1427" y="63275"/>
                  </a:lnTo>
                  <a:lnTo>
                    <a:pt x="541" y="62642"/>
                  </a:lnTo>
                  <a:lnTo>
                    <a:pt x="372" y="62522"/>
                  </a:lnTo>
                  <a:lnTo>
                    <a:pt x="0" y="62328"/>
                  </a:lnTo>
                  <a:lnTo>
                    <a:pt x="286" y="61889"/>
                  </a:lnTo>
                  <a:lnTo>
                    <a:pt x="1003" y="60792"/>
                  </a:lnTo>
                  <a:lnTo>
                    <a:pt x="1668" y="59774"/>
                  </a:lnTo>
                  <a:lnTo>
                    <a:pt x="4800" y="54981"/>
                  </a:lnTo>
                  <a:lnTo>
                    <a:pt x="6069" y="53038"/>
                  </a:lnTo>
                  <a:lnTo>
                    <a:pt x="8501" y="49316"/>
                  </a:lnTo>
                  <a:lnTo>
                    <a:pt x="10430" y="44995"/>
                  </a:lnTo>
                  <a:lnTo>
                    <a:pt x="11098" y="43498"/>
                  </a:lnTo>
                  <a:lnTo>
                    <a:pt x="13668" y="37740"/>
                  </a:lnTo>
                  <a:lnTo>
                    <a:pt x="14583" y="34995"/>
                  </a:lnTo>
                  <a:lnTo>
                    <a:pt x="14953" y="33886"/>
                  </a:lnTo>
                  <a:lnTo>
                    <a:pt x="16367" y="29643"/>
                  </a:lnTo>
                  <a:lnTo>
                    <a:pt x="16912" y="28008"/>
                  </a:lnTo>
                  <a:lnTo>
                    <a:pt x="17165" y="26731"/>
                  </a:lnTo>
                  <a:lnTo>
                    <a:pt x="17653" y="24266"/>
                  </a:lnTo>
                  <a:lnTo>
                    <a:pt x="18493" y="20027"/>
                  </a:lnTo>
                  <a:lnTo>
                    <a:pt x="18594" y="19517"/>
                  </a:lnTo>
                  <a:lnTo>
                    <a:pt x="18748" y="17946"/>
                  </a:lnTo>
                  <a:lnTo>
                    <a:pt x="18994" y="15435"/>
                  </a:lnTo>
                  <a:lnTo>
                    <a:pt x="19249" y="12831"/>
                  </a:lnTo>
                  <a:lnTo>
                    <a:pt x="19253" y="10523"/>
                  </a:lnTo>
                  <a:lnTo>
                    <a:pt x="19259" y="7196"/>
                  </a:lnTo>
                  <a:lnTo>
                    <a:pt x="19260" y="6462"/>
                  </a:lnTo>
                  <a:lnTo>
                    <a:pt x="19263" y="3883"/>
                  </a:lnTo>
                  <a:lnTo>
                    <a:pt x="18272" y="3943"/>
                  </a:lnTo>
                  <a:lnTo>
                    <a:pt x="17596" y="3784"/>
                  </a:lnTo>
                  <a:lnTo>
                    <a:pt x="17554" y="1108"/>
                  </a:lnTo>
                  <a:lnTo>
                    <a:pt x="19101" y="1011"/>
                  </a:lnTo>
                  <a:lnTo>
                    <a:pt x="20836" y="902"/>
                  </a:lnTo>
                  <a:lnTo>
                    <a:pt x="21138" y="883"/>
                  </a:lnTo>
                  <a:lnTo>
                    <a:pt x="21953" y="832"/>
                  </a:lnTo>
                  <a:lnTo>
                    <a:pt x="22196" y="817"/>
                  </a:lnTo>
                  <a:lnTo>
                    <a:pt x="24010" y="713"/>
                  </a:lnTo>
                  <a:lnTo>
                    <a:pt x="28273" y="469"/>
                  </a:lnTo>
                  <a:lnTo>
                    <a:pt x="33880" y="229"/>
                  </a:lnTo>
                  <a:lnTo>
                    <a:pt x="35770" y="213"/>
                  </a:lnTo>
                  <a:lnTo>
                    <a:pt x="44956" y="0"/>
                  </a:lnTo>
                  <a:lnTo>
                    <a:pt x="47516" y="230"/>
                  </a:lnTo>
                  <a:lnTo>
                    <a:pt x="49634" y="12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1752279" y="2868119"/>
              <a:ext cx="75567" cy="90541"/>
            </a:xfrm>
            <a:custGeom>
              <a:avLst/>
              <a:pathLst>
                <a:path w="75567" h="90541">
                  <a:moveTo>
                    <a:pt x="43592" y="4683"/>
                  </a:moveTo>
                  <a:lnTo>
                    <a:pt x="43914" y="4825"/>
                  </a:lnTo>
                  <a:lnTo>
                    <a:pt x="44522" y="3688"/>
                  </a:lnTo>
                  <a:lnTo>
                    <a:pt x="55744" y="8758"/>
                  </a:lnTo>
                  <a:lnTo>
                    <a:pt x="58029" y="3589"/>
                  </a:lnTo>
                  <a:lnTo>
                    <a:pt x="62764" y="5760"/>
                  </a:lnTo>
                  <a:lnTo>
                    <a:pt x="67802" y="7837"/>
                  </a:lnTo>
                  <a:lnTo>
                    <a:pt x="68202" y="7810"/>
                  </a:lnTo>
                  <a:lnTo>
                    <a:pt x="71874" y="9866"/>
                  </a:lnTo>
                  <a:lnTo>
                    <a:pt x="74029" y="11131"/>
                  </a:lnTo>
                  <a:lnTo>
                    <a:pt x="74683" y="11515"/>
                  </a:lnTo>
                  <a:lnTo>
                    <a:pt x="75567" y="12034"/>
                  </a:lnTo>
                  <a:lnTo>
                    <a:pt x="74370" y="14360"/>
                  </a:lnTo>
                  <a:lnTo>
                    <a:pt x="71992" y="18979"/>
                  </a:lnTo>
                  <a:lnTo>
                    <a:pt x="71354" y="20690"/>
                  </a:lnTo>
                  <a:lnTo>
                    <a:pt x="70860" y="22029"/>
                  </a:lnTo>
                  <a:lnTo>
                    <a:pt x="69480" y="25718"/>
                  </a:lnTo>
                  <a:lnTo>
                    <a:pt x="68131" y="31392"/>
                  </a:lnTo>
                  <a:lnTo>
                    <a:pt x="67910" y="32318"/>
                  </a:lnTo>
                  <a:lnTo>
                    <a:pt x="65140" y="43963"/>
                  </a:lnTo>
                  <a:lnTo>
                    <a:pt x="64242" y="47737"/>
                  </a:lnTo>
                  <a:lnTo>
                    <a:pt x="62481" y="55141"/>
                  </a:lnTo>
                  <a:lnTo>
                    <a:pt x="61900" y="57581"/>
                  </a:lnTo>
                  <a:lnTo>
                    <a:pt x="61867" y="57722"/>
                  </a:lnTo>
                  <a:lnTo>
                    <a:pt x="61811" y="57963"/>
                  </a:lnTo>
                  <a:lnTo>
                    <a:pt x="61648" y="58658"/>
                  </a:lnTo>
                  <a:lnTo>
                    <a:pt x="60376" y="64097"/>
                  </a:lnTo>
                  <a:lnTo>
                    <a:pt x="58368" y="72681"/>
                  </a:lnTo>
                  <a:lnTo>
                    <a:pt x="57938" y="74522"/>
                  </a:lnTo>
                  <a:lnTo>
                    <a:pt x="57843" y="74925"/>
                  </a:lnTo>
                  <a:lnTo>
                    <a:pt x="57698" y="75712"/>
                  </a:lnTo>
                  <a:lnTo>
                    <a:pt x="57252" y="78125"/>
                  </a:lnTo>
                  <a:lnTo>
                    <a:pt x="55113" y="89686"/>
                  </a:lnTo>
                  <a:lnTo>
                    <a:pt x="55084" y="89843"/>
                  </a:lnTo>
                  <a:lnTo>
                    <a:pt x="53273" y="89435"/>
                  </a:lnTo>
                  <a:lnTo>
                    <a:pt x="53130" y="89407"/>
                  </a:lnTo>
                  <a:lnTo>
                    <a:pt x="52513" y="89285"/>
                  </a:lnTo>
                  <a:lnTo>
                    <a:pt x="47105" y="88220"/>
                  </a:lnTo>
                  <a:lnTo>
                    <a:pt x="42905" y="87393"/>
                  </a:lnTo>
                  <a:lnTo>
                    <a:pt x="40231" y="90541"/>
                  </a:lnTo>
                  <a:lnTo>
                    <a:pt x="33876" y="87450"/>
                  </a:lnTo>
                  <a:lnTo>
                    <a:pt x="29752" y="85456"/>
                  </a:lnTo>
                  <a:lnTo>
                    <a:pt x="29571" y="85368"/>
                  </a:lnTo>
                  <a:lnTo>
                    <a:pt x="25555" y="83512"/>
                  </a:lnTo>
                  <a:lnTo>
                    <a:pt x="23181" y="82415"/>
                  </a:lnTo>
                  <a:lnTo>
                    <a:pt x="19992" y="80940"/>
                  </a:lnTo>
                  <a:lnTo>
                    <a:pt x="17749" y="81075"/>
                  </a:lnTo>
                  <a:lnTo>
                    <a:pt x="12004" y="78486"/>
                  </a:lnTo>
                  <a:lnTo>
                    <a:pt x="9006" y="77135"/>
                  </a:lnTo>
                  <a:lnTo>
                    <a:pt x="5957" y="75761"/>
                  </a:lnTo>
                  <a:lnTo>
                    <a:pt x="294" y="73209"/>
                  </a:lnTo>
                  <a:lnTo>
                    <a:pt x="0" y="73076"/>
                  </a:lnTo>
                  <a:lnTo>
                    <a:pt x="615" y="71778"/>
                  </a:lnTo>
                  <a:lnTo>
                    <a:pt x="1510" y="69893"/>
                  </a:lnTo>
                  <a:lnTo>
                    <a:pt x="3044" y="66661"/>
                  </a:lnTo>
                  <a:lnTo>
                    <a:pt x="3743" y="65095"/>
                  </a:lnTo>
                  <a:lnTo>
                    <a:pt x="6342" y="59269"/>
                  </a:lnTo>
                  <a:lnTo>
                    <a:pt x="6568" y="58762"/>
                  </a:lnTo>
                  <a:lnTo>
                    <a:pt x="6972" y="57852"/>
                  </a:lnTo>
                  <a:lnTo>
                    <a:pt x="7441" y="56795"/>
                  </a:lnTo>
                  <a:lnTo>
                    <a:pt x="8668" y="54033"/>
                  </a:lnTo>
                  <a:lnTo>
                    <a:pt x="8726" y="53902"/>
                  </a:lnTo>
                  <a:lnTo>
                    <a:pt x="9096" y="52414"/>
                  </a:lnTo>
                  <a:lnTo>
                    <a:pt x="9827" y="50597"/>
                  </a:lnTo>
                  <a:lnTo>
                    <a:pt x="10115" y="49881"/>
                  </a:lnTo>
                  <a:lnTo>
                    <a:pt x="13528" y="42271"/>
                  </a:lnTo>
                  <a:lnTo>
                    <a:pt x="14889" y="39255"/>
                  </a:lnTo>
                  <a:lnTo>
                    <a:pt x="15563" y="37761"/>
                  </a:lnTo>
                  <a:lnTo>
                    <a:pt x="15936" y="36934"/>
                  </a:lnTo>
                  <a:lnTo>
                    <a:pt x="16544" y="35587"/>
                  </a:lnTo>
                  <a:lnTo>
                    <a:pt x="17329" y="33847"/>
                  </a:lnTo>
                  <a:lnTo>
                    <a:pt x="19253" y="29567"/>
                  </a:lnTo>
                  <a:lnTo>
                    <a:pt x="21151" y="25345"/>
                  </a:lnTo>
                  <a:lnTo>
                    <a:pt x="23434" y="20365"/>
                  </a:lnTo>
                  <a:lnTo>
                    <a:pt x="23573" y="20065"/>
                  </a:lnTo>
                  <a:lnTo>
                    <a:pt x="24936" y="17116"/>
                  </a:lnTo>
                  <a:lnTo>
                    <a:pt x="25612" y="15654"/>
                  </a:lnTo>
                  <a:lnTo>
                    <a:pt x="25896" y="15040"/>
                  </a:lnTo>
                  <a:lnTo>
                    <a:pt x="26323" y="14070"/>
                  </a:lnTo>
                  <a:lnTo>
                    <a:pt x="27198" y="12002"/>
                  </a:lnTo>
                  <a:lnTo>
                    <a:pt x="27774" y="10650"/>
                  </a:lnTo>
                  <a:lnTo>
                    <a:pt x="28738" y="8387"/>
                  </a:lnTo>
                  <a:lnTo>
                    <a:pt x="31880" y="1291"/>
                  </a:lnTo>
                  <a:lnTo>
                    <a:pt x="32351" y="227"/>
                  </a:lnTo>
                  <a:lnTo>
                    <a:pt x="32452" y="0"/>
                  </a:lnTo>
                  <a:lnTo>
                    <a:pt x="32730" y="113"/>
                  </a:lnTo>
                  <a:lnTo>
                    <a:pt x="32968" y="210"/>
                  </a:lnTo>
                  <a:lnTo>
                    <a:pt x="38857" y="2605"/>
                  </a:lnTo>
                  <a:lnTo>
                    <a:pt x="39155" y="27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1810123" y="2837473"/>
              <a:ext cx="90343" cy="162685"/>
            </a:xfrm>
            <a:custGeom>
              <a:avLst/>
              <a:pathLst>
                <a:path w="90343" h="162685">
                  <a:moveTo>
                    <a:pt x="36916" y="105502"/>
                  </a:moveTo>
                  <a:lnTo>
                    <a:pt x="37139" y="107178"/>
                  </a:lnTo>
                  <a:lnTo>
                    <a:pt x="37150" y="107513"/>
                  </a:lnTo>
                  <a:lnTo>
                    <a:pt x="37220" y="109671"/>
                  </a:lnTo>
                  <a:lnTo>
                    <a:pt x="37418" y="112947"/>
                  </a:lnTo>
                  <a:lnTo>
                    <a:pt x="37447" y="113422"/>
                  </a:lnTo>
                  <a:lnTo>
                    <a:pt x="37496" y="114242"/>
                  </a:lnTo>
                  <a:lnTo>
                    <a:pt x="37743" y="118324"/>
                  </a:lnTo>
                  <a:lnTo>
                    <a:pt x="38009" y="122726"/>
                  </a:lnTo>
                  <a:lnTo>
                    <a:pt x="38306" y="128179"/>
                  </a:lnTo>
                  <a:lnTo>
                    <a:pt x="38333" y="128677"/>
                  </a:lnTo>
                  <a:lnTo>
                    <a:pt x="38345" y="128901"/>
                  </a:lnTo>
                  <a:lnTo>
                    <a:pt x="38359" y="129150"/>
                  </a:lnTo>
                  <a:lnTo>
                    <a:pt x="38551" y="132686"/>
                  </a:lnTo>
                  <a:lnTo>
                    <a:pt x="38560" y="132858"/>
                  </a:lnTo>
                  <a:lnTo>
                    <a:pt x="38627" y="134433"/>
                  </a:lnTo>
                  <a:lnTo>
                    <a:pt x="38641" y="134764"/>
                  </a:lnTo>
                  <a:lnTo>
                    <a:pt x="38668" y="135404"/>
                  </a:lnTo>
                  <a:lnTo>
                    <a:pt x="38916" y="141276"/>
                  </a:lnTo>
                  <a:lnTo>
                    <a:pt x="38951" y="142105"/>
                  </a:lnTo>
                  <a:lnTo>
                    <a:pt x="38966" y="142457"/>
                  </a:lnTo>
                  <a:lnTo>
                    <a:pt x="39288" y="150079"/>
                  </a:lnTo>
                  <a:lnTo>
                    <a:pt x="39330" y="151076"/>
                  </a:lnTo>
                  <a:lnTo>
                    <a:pt x="39351" y="151566"/>
                  </a:lnTo>
                  <a:lnTo>
                    <a:pt x="39488" y="155159"/>
                  </a:lnTo>
                  <a:lnTo>
                    <a:pt x="39597" y="158023"/>
                  </a:lnTo>
                  <a:lnTo>
                    <a:pt x="39618" y="158563"/>
                  </a:lnTo>
                  <a:lnTo>
                    <a:pt x="39650" y="159406"/>
                  </a:lnTo>
                  <a:lnTo>
                    <a:pt x="39646" y="160939"/>
                  </a:lnTo>
                  <a:lnTo>
                    <a:pt x="39645" y="161654"/>
                  </a:lnTo>
                  <a:lnTo>
                    <a:pt x="39643" y="162345"/>
                  </a:lnTo>
                  <a:lnTo>
                    <a:pt x="39642" y="162685"/>
                  </a:lnTo>
                  <a:lnTo>
                    <a:pt x="39305" y="162594"/>
                  </a:lnTo>
                  <a:lnTo>
                    <a:pt x="39114" y="162542"/>
                  </a:lnTo>
                  <a:lnTo>
                    <a:pt x="22727" y="158082"/>
                  </a:lnTo>
                  <a:lnTo>
                    <a:pt x="22422" y="157999"/>
                  </a:lnTo>
                  <a:lnTo>
                    <a:pt x="17429" y="156590"/>
                  </a:lnTo>
                  <a:lnTo>
                    <a:pt x="16993" y="156467"/>
                  </a:lnTo>
                  <a:lnTo>
                    <a:pt x="12625" y="155180"/>
                  </a:lnTo>
                  <a:lnTo>
                    <a:pt x="14058" y="149707"/>
                  </a:lnTo>
                  <a:lnTo>
                    <a:pt x="14049" y="149406"/>
                  </a:lnTo>
                  <a:lnTo>
                    <a:pt x="13957" y="146210"/>
                  </a:lnTo>
                  <a:lnTo>
                    <a:pt x="14011" y="139700"/>
                  </a:lnTo>
                  <a:lnTo>
                    <a:pt x="14071" y="132383"/>
                  </a:lnTo>
                  <a:lnTo>
                    <a:pt x="14124" y="126043"/>
                  </a:lnTo>
                  <a:lnTo>
                    <a:pt x="14173" y="120119"/>
                  </a:lnTo>
                  <a:lnTo>
                    <a:pt x="14319" y="106709"/>
                  </a:lnTo>
                  <a:lnTo>
                    <a:pt x="14322" y="106429"/>
                  </a:lnTo>
                  <a:lnTo>
                    <a:pt x="9011" y="106272"/>
                  </a:lnTo>
                  <a:lnTo>
                    <a:pt x="3433" y="106165"/>
                  </a:lnTo>
                  <a:lnTo>
                    <a:pt x="2389" y="105984"/>
                  </a:lnTo>
                  <a:lnTo>
                    <a:pt x="2034" y="105923"/>
                  </a:lnTo>
                  <a:lnTo>
                    <a:pt x="0" y="105571"/>
                  </a:lnTo>
                  <a:lnTo>
                    <a:pt x="94" y="105168"/>
                  </a:lnTo>
                  <a:lnTo>
                    <a:pt x="524" y="103327"/>
                  </a:lnTo>
                  <a:lnTo>
                    <a:pt x="2532" y="94743"/>
                  </a:lnTo>
                  <a:lnTo>
                    <a:pt x="3804" y="89303"/>
                  </a:lnTo>
                  <a:lnTo>
                    <a:pt x="3967" y="88609"/>
                  </a:lnTo>
                  <a:lnTo>
                    <a:pt x="4023" y="88368"/>
                  </a:lnTo>
                  <a:lnTo>
                    <a:pt x="4056" y="88227"/>
                  </a:lnTo>
                  <a:lnTo>
                    <a:pt x="4637" y="85787"/>
                  </a:lnTo>
                  <a:lnTo>
                    <a:pt x="6398" y="78383"/>
                  </a:lnTo>
                  <a:lnTo>
                    <a:pt x="7296" y="74609"/>
                  </a:lnTo>
                  <a:lnTo>
                    <a:pt x="10066" y="62964"/>
                  </a:lnTo>
                  <a:lnTo>
                    <a:pt x="10287" y="62038"/>
                  </a:lnTo>
                  <a:lnTo>
                    <a:pt x="11636" y="56364"/>
                  </a:lnTo>
                  <a:lnTo>
                    <a:pt x="13016" y="52675"/>
                  </a:lnTo>
                  <a:lnTo>
                    <a:pt x="13510" y="51336"/>
                  </a:lnTo>
                  <a:lnTo>
                    <a:pt x="14148" y="49625"/>
                  </a:lnTo>
                  <a:lnTo>
                    <a:pt x="16526" y="45006"/>
                  </a:lnTo>
                  <a:lnTo>
                    <a:pt x="17723" y="42680"/>
                  </a:lnTo>
                  <a:lnTo>
                    <a:pt x="18468" y="41526"/>
                  </a:lnTo>
                  <a:lnTo>
                    <a:pt x="20254" y="38758"/>
                  </a:lnTo>
                  <a:lnTo>
                    <a:pt x="21846" y="36292"/>
                  </a:lnTo>
                  <a:lnTo>
                    <a:pt x="22340" y="35646"/>
                  </a:lnTo>
                  <a:lnTo>
                    <a:pt x="23576" y="34028"/>
                  </a:lnTo>
                  <a:lnTo>
                    <a:pt x="27407" y="29502"/>
                  </a:lnTo>
                  <a:lnTo>
                    <a:pt x="29934" y="26987"/>
                  </a:lnTo>
                  <a:lnTo>
                    <a:pt x="33382" y="23822"/>
                  </a:lnTo>
                  <a:lnTo>
                    <a:pt x="33546" y="23693"/>
                  </a:lnTo>
                  <a:lnTo>
                    <a:pt x="35417" y="22235"/>
                  </a:lnTo>
                  <a:lnTo>
                    <a:pt x="37077" y="20959"/>
                  </a:lnTo>
                  <a:lnTo>
                    <a:pt x="39634" y="18896"/>
                  </a:lnTo>
                  <a:lnTo>
                    <a:pt x="41138" y="17647"/>
                  </a:lnTo>
                  <a:lnTo>
                    <a:pt x="44008" y="15411"/>
                  </a:lnTo>
                  <a:lnTo>
                    <a:pt x="45692" y="14099"/>
                  </a:lnTo>
                  <a:lnTo>
                    <a:pt x="48415" y="12445"/>
                  </a:lnTo>
                  <a:lnTo>
                    <a:pt x="58508" y="6771"/>
                  </a:lnTo>
                  <a:lnTo>
                    <a:pt x="62184" y="4705"/>
                  </a:lnTo>
                  <a:lnTo>
                    <a:pt x="63810" y="3992"/>
                  </a:lnTo>
                  <a:lnTo>
                    <a:pt x="66708" y="2954"/>
                  </a:lnTo>
                  <a:lnTo>
                    <a:pt x="67848" y="2605"/>
                  </a:lnTo>
                  <a:lnTo>
                    <a:pt x="69025" y="2245"/>
                  </a:lnTo>
                  <a:lnTo>
                    <a:pt x="72677" y="1506"/>
                  </a:lnTo>
                  <a:lnTo>
                    <a:pt x="74834" y="1205"/>
                  </a:lnTo>
                  <a:lnTo>
                    <a:pt x="80351" y="434"/>
                  </a:lnTo>
                  <a:lnTo>
                    <a:pt x="83069" y="0"/>
                  </a:lnTo>
                  <a:lnTo>
                    <a:pt x="83970" y="5893"/>
                  </a:lnTo>
                  <a:lnTo>
                    <a:pt x="84015" y="6182"/>
                  </a:lnTo>
                  <a:lnTo>
                    <a:pt x="84328" y="8229"/>
                  </a:lnTo>
                  <a:lnTo>
                    <a:pt x="87248" y="25966"/>
                  </a:lnTo>
                  <a:lnTo>
                    <a:pt x="89495" y="38614"/>
                  </a:lnTo>
                  <a:lnTo>
                    <a:pt x="90343" y="43388"/>
                  </a:lnTo>
                  <a:lnTo>
                    <a:pt x="88619" y="43673"/>
                  </a:lnTo>
                  <a:lnTo>
                    <a:pt x="86686" y="43993"/>
                  </a:lnTo>
                  <a:lnTo>
                    <a:pt x="86185" y="44076"/>
                  </a:lnTo>
                  <a:lnTo>
                    <a:pt x="85341" y="44190"/>
                  </a:lnTo>
                  <a:lnTo>
                    <a:pt x="85144" y="44221"/>
                  </a:lnTo>
                  <a:lnTo>
                    <a:pt x="84242" y="44366"/>
                  </a:lnTo>
                  <a:lnTo>
                    <a:pt x="80506" y="44850"/>
                  </a:lnTo>
                  <a:lnTo>
                    <a:pt x="79918" y="44992"/>
                  </a:lnTo>
                  <a:lnTo>
                    <a:pt x="76200" y="45888"/>
                  </a:lnTo>
                  <a:lnTo>
                    <a:pt x="72744" y="46886"/>
                  </a:lnTo>
                  <a:lnTo>
                    <a:pt x="69095" y="48347"/>
                  </a:lnTo>
                  <a:lnTo>
                    <a:pt x="64305" y="50839"/>
                  </a:lnTo>
                  <a:lnTo>
                    <a:pt x="63485" y="51265"/>
                  </a:lnTo>
                  <a:lnTo>
                    <a:pt x="62843" y="51595"/>
                  </a:lnTo>
                  <a:lnTo>
                    <a:pt x="62543" y="51750"/>
                  </a:lnTo>
                  <a:lnTo>
                    <a:pt x="61890" y="52136"/>
                  </a:lnTo>
                  <a:lnTo>
                    <a:pt x="59814" y="53476"/>
                  </a:lnTo>
                  <a:lnTo>
                    <a:pt x="58937" y="54043"/>
                  </a:lnTo>
                  <a:lnTo>
                    <a:pt x="58089" y="54591"/>
                  </a:lnTo>
                  <a:lnTo>
                    <a:pt x="53905" y="58095"/>
                  </a:lnTo>
                  <a:lnTo>
                    <a:pt x="50046" y="62083"/>
                  </a:lnTo>
                  <a:lnTo>
                    <a:pt x="49287" y="62851"/>
                  </a:lnTo>
                  <a:lnTo>
                    <a:pt x="46091" y="66920"/>
                  </a:lnTo>
                  <a:lnTo>
                    <a:pt x="45919" y="67206"/>
                  </a:lnTo>
                  <a:lnTo>
                    <a:pt x="44550" y="69558"/>
                  </a:lnTo>
                  <a:lnTo>
                    <a:pt x="41928" y="73866"/>
                  </a:lnTo>
                  <a:lnTo>
                    <a:pt x="41577" y="74656"/>
                  </a:lnTo>
                  <a:lnTo>
                    <a:pt x="40198" y="77760"/>
                  </a:lnTo>
                  <a:lnTo>
                    <a:pt x="38961" y="81355"/>
                  </a:lnTo>
                  <a:lnTo>
                    <a:pt x="38410" y="82956"/>
                  </a:lnTo>
                  <a:lnTo>
                    <a:pt x="37558" y="86564"/>
                  </a:lnTo>
                  <a:lnTo>
                    <a:pt x="37434" y="87088"/>
                  </a:lnTo>
                  <a:lnTo>
                    <a:pt x="36735" y="92059"/>
                  </a:lnTo>
                  <a:lnTo>
                    <a:pt x="36720" y="92458"/>
                  </a:lnTo>
                  <a:lnTo>
                    <a:pt x="36607" y="95472"/>
                  </a:lnTo>
                  <a:lnTo>
                    <a:pt x="36438" y="99964"/>
                  </a:lnTo>
                  <a:lnTo>
                    <a:pt x="36487" y="100529"/>
                  </a:lnTo>
                  <a:lnTo>
                    <a:pt x="36779" y="103917"/>
                  </a:lnTo>
                  <a:lnTo>
                    <a:pt x="36880" y="1050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1847274" y="2903070"/>
              <a:ext cx="138913" cy="113609"/>
            </a:xfrm>
            <a:custGeom>
              <a:avLst/>
              <a:pathLst>
                <a:path w="138913" h="113609">
                  <a:moveTo>
                    <a:pt x="106063" y="14112"/>
                  </a:moveTo>
                  <a:lnTo>
                    <a:pt x="113614" y="12807"/>
                  </a:lnTo>
                  <a:lnTo>
                    <a:pt x="119872" y="11780"/>
                  </a:lnTo>
                  <a:lnTo>
                    <a:pt x="120524" y="11673"/>
                  </a:lnTo>
                  <a:lnTo>
                    <a:pt x="120942" y="11604"/>
                  </a:lnTo>
                  <a:lnTo>
                    <a:pt x="120986" y="11797"/>
                  </a:lnTo>
                  <a:lnTo>
                    <a:pt x="121048" y="12068"/>
                  </a:lnTo>
                  <a:lnTo>
                    <a:pt x="121093" y="12264"/>
                  </a:lnTo>
                  <a:lnTo>
                    <a:pt x="121134" y="12443"/>
                  </a:lnTo>
                  <a:lnTo>
                    <a:pt x="121254" y="12966"/>
                  </a:lnTo>
                  <a:lnTo>
                    <a:pt x="121390" y="13557"/>
                  </a:lnTo>
                  <a:lnTo>
                    <a:pt x="122214" y="17143"/>
                  </a:lnTo>
                  <a:lnTo>
                    <a:pt x="123347" y="22077"/>
                  </a:lnTo>
                  <a:lnTo>
                    <a:pt x="123882" y="24405"/>
                  </a:lnTo>
                  <a:lnTo>
                    <a:pt x="124126" y="25464"/>
                  </a:lnTo>
                  <a:lnTo>
                    <a:pt x="124157" y="25603"/>
                  </a:lnTo>
                  <a:lnTo>
                    <a:pt x="125902" y="33196"/>
                  </a:lnTo>
                  <a:lnTo>
                    <a:pt x="125982" y="33545"/>
                  </a:lnTo>
                  <a:lnTo>
                    <a:pt x="126024" y="33729"/>
                  </a:lnTo>
                  <a:lnTo>
                    <a:pt x="126106" y="34086"/>
                  </a:lnTo>
                  <a:lnTo>
                    <a:pt x="126165" y="34342"/>
                  </a:lnTo>
                  <a:lnTo>
                    <a:pt x="126320" y="35019"/>
                  </a:lnTo>
                  <a:lnTo>
                    <a:pt x="126378" y="35284"/>
                  </a:lnTo>
                  <a:lnTo>
                    <a:pt x="126518" y="35917"/>
                  </a:lnTo>
                  <a:lnTo>
                    <a:pt x="126550" y="36059"/>
                  </a:lnTo>
                  <a:lnTo>
                    <a:pt x="127986" y="42547"/>
                  </a:lnTo>
                  <a:lnTo>
                    <a:pt x="128726" y="45890"/>
                  </a:lnTo>
                  <a:lnTo>
                    <a:pt x="129383" y="48856"/>
                  </a:lnTo>
                  <a:lnTo>
                    <a:pt x="129420" y="49023"/>
                  </a:lnTo>
                  <a:lnTo>
                    <a:pt x="130880" y="55619"/>
                  </a:lnTo>
                  <a:lnTo>
                    <a:pt x="131919" y="60315"/>
                  </a:lnTo>
                  <a:lnTo>
                    <a:pt x="131977" y="60577"/>
                  </a:lnTo>
                  <a:lnTo>
                    <a:pt x="132103" y="61149"/>
                  </a:lnTo>
                  <a:lnTo>
                    <a:pt x="132176" y="61482"/>
                  </a:lnTo>
                  <a:lnTo>
                    <a:pt x="132210" y="61641"/>
                  </a:lnTo>
                  <a:lnTo>
                    <a:pt x="132268" y="61904"/>
                  </a:lnTo>
                  <a:lnTo>
                    <a:pt x="132378" y="62406"/>
                  </a:lnTo>
                  <a:lnTo>
                    <a:pt x="133996" y="69802"/>
                  </a:lnTo>
                  <a:lnTo>
                    <a:pt x="134703" y="73031"/>
                  </a:lnTo>
                  <a:lnTo>
                    <a:pt x="135541" y="76862"/>
                  </a:lnTo>
                  <a:lnTo>
                    <a:pt x="135604" y="77148"/>
                  </a:lnTo>
                  <a:lnTo>
                    <a:pt x="136494" y="81217"/>
                  </a:lnTo>
                  <a:lnTo>
                    <a:pt x="136770" y="82478"/>
                  </a:lnTo>
                  <a:lnTo>
                    <a:pt x="137577" y="86168"/>
                  </a:lnTo>
                  <a:lnTo>
                    <a:pt x="138151" y="88790"/>
                  </a:lnTo>
                  <a:lnTo>
                    <a:pt x="138264" y="89308"/>
                  </a:lnTo>
                  <a:lnTo>
                    <a:pt x="138370" y="89793"/>
                  </a:lnTo>
                  <a:lnTo>
                    <a:pt x="138461" y="90208"/>
                  </a:lnTo>
                  <a:lnTo>
                    <a:pt x="138490" y="90339"/>
                  </a:lnTo>
                  <a:lnTo>
                    <a:pt x="138800" y="91771"/>
                  </a:lnTo>
                  <a:lnTo>
                    <a:pt x="138855" y="92068"/>
                  </a:lnTo>
                  <a:lnTo>
                    <a:pt x="138913" y="92380"/>
                  </a:lnTo>
                  <a:lnTo>
                    <a:pt x="138659" y="92420"/>
                  </a:lnTo>
                  <a:lnTo>
                    <a:pt x="137201" y="92653"/>
                  </a:lnTo>
                  <a:lnTo>
                    <a:pt x="133735" y="93179"/>
                  </a:lnTo>
                  <a:lnTo>
                    <a:pt x="132970" y="93295"/>
                  </a:lnTo>
                  <a:lnTo>
                    <a:pt x="131265" y="93554"/>
                  </a:lnTo>
                  <a:lnTo>
                    <a:pt x="129566" y="93812"/>
                  </a:lnTo>
                  <a:lnTo>
                    <a:pt x="128192" y="94021"/>
                  </a:lnTo>
                  <a:lnTo>
                    <a:pt x="124475" y="94585"/>
                  </a:lnTo>
                  <a:lnTo>
                    <a:pt x="122349" y="94908"/>
                  </a:lnTo>
                  <a:lnTo>
                    <a:pt x="121930" y="94972"/>
                  </a:lnTo>
                  <a:lnTo>
                    <a:pt x="120976" y="95116"/>
                  </a:lnTo>
                  <a:lnTo>
                    <a:pt x="119628" y="95321"/>
                  </a:lnTo>
                  <a:lnTo>
                    <a:pt x="117711" y="95612"/>
                  </a:lnTo>
                  <a:lnTo>
                    <a:pt x="116214" y="95839"/>
                  </a:lnTo>
                  <a:lnTo>
                    <a:pt x="110330" y="96733"/>
                  </a:lnTo>
                  <a:lnTo>
                    <a:pt x="107703" y="97132"/>
                  </a:lnTo>
                  <a:lnTo>
                    <a:pt x="106493" y="97315"/>
                  </a:lnTo>
                  <a:lnTo>
                    <a:pt x="105687" y="97438"/>
                  </a:lnTo>
                  <a:lnTo>
                    <a:pt x="103439" y="97779"/>
                  </a:lnTo>
                  <a:lnTo>
                    <a:pt x="101964" y="98003"/>
                  </a:lnTo>
                  <a:lnTo>
                    <a:pt x="100130" y="98281"/>
                  </a:lnTo>
                  <a:lnTo>
                    <a:pt x="98023" y="98601"/>
                  </a:lnTo>
                  <a:lnTo>
                    <a:pt x="91565" y="99581"/>
                  </a:lnTo>
                  <a:lnTo>
                    <a:pt x="87891" y="100139"/>
                  </a:lnTo>
                  <a:lnTo>
                    <a:pt x="85775" y="100460"/>
                  </a:lnTo>
                  <a:lnTo>
                    <a:pt x="83909" y="100704"/>
                  </a:lnTo>
                  <a:lnTo>
                    <a:pt x="83090" y="100811"/>
                  </a:lnTo>
                  <a:lnTo>
                    <a:pt x="74227" y="101970"/>
                  </a:lnTo>
                  <a:lnTo>
                    <a:pt x="73295" y="102092"/>
                  </a:lnTo>
                  <a:lnTo>
                    <a:pt x="50309" y="106275"/>
                  </a:lnTo>
                  <a:lnTo>
                    <a:pt x="47484" y="106710"/>
                  </a:lnTo>
                  <a:lnTo>
                    <a:pt x="43525" y="107317"/>
                  </a:lnTo>
                  <a:lnTo>
                    <a:pt x="29407" y="109481"/>
                  </a:lnTo>
                  <a:lnTo>
                    <a:pt x="12220" y="112117"/>
                  </a:lnTo>
                  <a:lnTo>
                    <a:pt x="9355" y="112562"/>
                  </a:lnTo>
                  <a:lnTo>
                    <a:pt x="2649" y="113609"/>
                  </a:lnTo>
                  <a:lnTo>
                    <a:pt x="2629" y="111045"/>
                  </a:lnTo>
                  <a:lnTo>
                    <a:pt x="2526" y="98055"/>
                  </a:lnTo>
                  <a:lnTo>
                    <a:pt x="2492" y="97088"/>
                  </a:lnTo>
                  <a:lnTo>
                    <a:pt x="2493" y="96748"/>
                  </a:lnTo>
                  <a:lnTo>
                    <a:pt x="2494" y="96057"/>
                  </a:lnTo>
                  <a:lnTo>
                    <a:pt x="2496" y="95342"/>
                  </a:lnTo>
                  <a:lnTo>
                    <a:pt x="2499" y="93808"/>
                  </a:lnTo>
                  <a:lnTo>
                    <a:pt x="2467" y="92966"/>
                  </a:lnTo>
                  <a:lnTo>
                    <a:pt x="2447" y="92426"/>
                  </a:lnTo>
                  <a:lnTo>
                    <a:pt x="2337" y="89562"/>
                  </a:lnTo>
                  <a:lnTo>
                    <a:pt x="2200" y="85969"/>
                  </a:lnTo>
                  <a:lnTo>
                    <a:pt x="2180" y="85479"/>
                  </a:lnTo>
                  <a:lnTo>
                    <a:pt x="2138" y="84482"/>
                  </a:lnTo>
                  <a:lnTo>
                    <a:pt x="1816" y="76860"/>
                  </a:lnTo>
                  <a:lnTo>
                    <a:pt x="1801" y="76507"/>
                  </a:lnTo>
                  <a:lnTo>
                    <a:pt x="1766" y="75679"/>
                  </a:lnTo>
                  <a:lnTo>
                    <a:pt x="1518" y="69807"/>
                  </a:lnTo>
                  <a:lnTo>
                    <a:pt x="1491" y="69167"/>
                  </a:lnTo>
                  <a:lnTo>
                    <a:pt x="1477" y="68836"/>
                  </a:lnTo>
                  <a:lnTo>
                    <a:pt x="1410" y="67260"/>
                  </a:lnTo>
                  <a:lnTo>
                    <a:pt x="1401" y="67089"/>
                  </a:lnTo>
                  <a:lnTo>
                    <a:pt x="1208" y="63553"/>
                  </a:lnTo>
                  <a:lnTo>
                    <a:pt x="1195" y="63304"/>
                  </a:lnTo>
                  <a:lnTo>
                    <a:pt x="1182" y="63080"/>
                  </a:lnTo>
                  <a:lnTo>
                    <a:pt x="1155" y="62582"/>
                  </a:lnTo>
                  <a:lnTo>
                    <a:pt x="859" y="57128"/>
                  </a:lnTo>
                  <a:lnTo>
                    <a:pt x="593" y="52727"/>
                  </a:lnTo>
                  <a:lnTo>
                    <a:pt x="346" y="48645"/>
                  </a:lnTo>
                  <a:lnTo>
                    <a:pt x="296" y="47824"/>
                  </a:lnTo>
                  <a:lnTo>
                    <a:pt x="267" y="47350"/>
                  </a:lnTo>
                  <a:lnTo>
                    <a:pt x="69" y="44074"/>
                  </a:lnTo>
                  <a:lnTo>
                    <a:pt x="0" y="41916"/>
                  </a:lnTo>
                  <a:lnTo>
                    <a:pt x="701" y="41866"/>
                  </a:lnTo>
                  <a:lnTo>
                    <a:pt x="2146" y="41764"/>
                  </a:lnTo>
                  <a:lnTo>
                    <a:pt x="18393" y="39329"/>
                  </a:lnTo>
                  <a:lnTo>
                    <a:pt x="20796" y="38968"/>
                  </a:lnTo>
                  <a:lnTo>
                    <a:pt x="22128" y="38768"/>
                  </a:lnTo>
                  <a:lnTo>
                    <a:pt x="23074" y="38627"/>
                  </a:lnTo>
                  <a:lnTo>
                    <a:pt x="24409" y="38427"/>
                  </a:lnTo>
                  <a:lnTo>
                    <a:pt x="28367" y="37829"/>
                  </a:lnTo>
                  <a:lnTo>
                    <a:pt x="35467" y="36757"/>
                  </a:lnTo>
                  <a:lnTo>
                    <a:pt x="38561" y="36290"/>
                  </a:lnTo>
                  <a:lnTo>
                    <a:pt x="43995" y="35470"/>
                  </a:lnTo>
                  <a:lnTo>
                    <a:pt x="51144" y="34390"/>
                  </a:lnTo>
                  <a:lnTo>
                    <a:pt x="56959" y="33512"/>
                  </a:lnTo>
                  <a:lnTo>
                    <a:pt x="57930" y="33365"/>
                  </a:lnTo>
                  <a:lnTo>
                    <a:pt x="58184" y="33327"/>
                  </a:lnTo>
                  <a:lnTo>
                    <a:pt x="59187" y="33175"/>
                  </a:lnTo>
                  <a:lnTo>
                    <a:pt x="60938" y="32911"/>
                  </a:lnTo>
                  <a:lnTo>
                    <a:pt x="61964" y="32756"/>
                  </a:lnTo>
                  <a:lnTo>
                    <a:pt x="61895" y="32317"/>
                  </a:lnTo>
                  <a:lnTo>
                    <a:pt x="60436" y="22843"/>
                  </a:lnTo>
                  <a:lnTo>
                    <a:pt x="60195" y="21279"/>
                  </a:lnTo>
                  <a:lnTo>
                    <a:pt x="64982" y="20562"/>
                  </a:lnTo>
                  <a:lnTo>
                    <a:pt x="63004" y="6347"/>
                  </a:lnTo>
                  <a:lnTo>
                    <a:pt x="71635" y="4951"/>
                  </a:lnTo>
                  <a:lnTo>
                    <a:pt x="79697" y="3668"/>
                  </a:lnTo>
                  <a:lnTo>
                    <a:pt x="91197" y="1877"/>
                  </a:lnTo>
                  <a:lnTo>
                    <a:pt x="102575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1849926" y="3005190"/>
              <a:ext cx="79426" cy="56337"/>
            </a:xfrm>
            <a:custGeom>
              <a:avLst/>
              <a:pathLst>
                <a:path w="79426" h="56337">
                  <a:moveTo>
                    <a:pt x="79426" y="56337"/>
                  </a:moveTo>
                  <a:lnTo>
                    <a:pt x="76650" y="56071"/>
                  </a:lnTo>
                  <a:lnTo>
                    <a:pt x="74387" y="55854"/>
                  </a:lnTo>
                  <a:lnTo>
                    <a:pt x="73974" y="55814"/>
                  </a:lnTo>
                  <a:lnTo>
                    <a:pt x="72951" y="55721"/>
                  </a:lnTo>
                  <a:lnTo>
                    <a:pt x="71666" y="55605"/>
                  </a:lnTo>
                  <a:lnTo>
                    <a:pt x="69697" y="55426"/>
                  </a:lnTo>
                  <a:lnTo>
                    <a:pt x="68864" y="55344"/>
                  </a:lnTo>
                  <a:lnTo>
                    <a:pt x="66225" y="55084"/>
                  </a:lnTo>
                  <a:lnTo>
                    <a:pt x="64183" y="54883"/>
                  </a:lnTo>
                  <a:lnTo>
                    <a:pt x="60435" y="54514"/>
                  </a:lnTo>
                  <a:lnTo>
                    <a:pt x="56166" y="54094"/>
                  </a:lnTo>
                  <a:lnTo>
                    <a:pt x="55729" y="54051"/>
                  </a:lnTo>
                  <a:lnTo>
                    <a:pt x="53788" y="53867"/>
                  </a:lnTo>
                  <a:lnTo>
                    <a:pt x="51393" y="53640"/>
                  </a:lnTo>
                  <a:lnTo>
                    <a:pt x="47898" y="53309"/>
                  </a:lnTo>
                  <a:lnTo>
                    <a:pt x="47740" y="53294"/>
                  </a:lnTo>
                  <a:lnTo>
                    <a:pt x="40750" y="52632"/>
                  </a:lnTo>
                  <a:lnTo>
                    <a:pt x="38770" y="52461"/>
                  </a:lnTo>
                  <a:lnTo>
                    <a:pt x="38186" y="52410"/>
                  </a:lnTo>
                  <a:lnTo>
                    <a:pt x="30308" y="51903"/>
                  </a:lnTo>
                  <a:lnTo>
                    <a:pt x="29828" y="51872"/>
                  </a:lnTo>
                  <a:lnTo>
                    <a:pt x="26268" y="51643"/>
                  </a:lnTo>
                  <a:lnTo>
                    <a:pt x="26024" y="51627"/>
                  </a:lnTo>
                  <a:lnTo>
                    <a:pt x="22862" y="51423"/>
                  </a:lnTo>
                  <a:lnTo>
                    <a:pt x="21183" y="51315"/>
                  </a:lnTo>
                  <a:lnTo>
                    <a:pt x="19260" y="51192"/>
                  </a:lnTo>
                  <a:lnTo>
                    <a:pt x="17714" y="51092"/>
                  </a:lnTo>
                  <a:lnTo>
                    <a:pt x="15546" y="50952"/>
                  </a:lnTo>
                  <a:lnTo>
                    <a:pt x="12468" y="50754"/>
                  </a:lnTo>
                  <a:lnTo>
                    <a:pt x="5614" y="50313"/>
                  </a:lnTo>
                  <a:lnTo>
                    <a:pt x="752" y="50000"/>
                  </a:lnTo>
                  <a:lnTo>
                    <a:pt x="302" y="49971"/>
                  </a:lnTo>
                  <a:lnTo>
                    <a:pt x="296" y="49482"/>
                  </a:lnTo>
                  <a:lnTo>
                    <a:pt x="291" y="49013"/>
                  </a:lnTo>
                  <a:lnTo>
                    <a:pt x="266" y="45664"/>
                  </a:lnTo>
                  <a:lnTo>
                    <a:pt x="258" y="44645"/>
                  </a:lnTo>
                  <a:lnTo>
                    <a:pt x="250" y="43561"/>
                  </a:lnTo>
                  <a:lnTo>
                    <a:pt x="238" y="41948"/>
                  </a:lnTo>
                  <a:lnTo>
                    <a:pt x="208" y="37887"/>
                  </a:lnTo>
                  <a:lnTo>
                    <a:pt x="192" y="35872"/>
                  </a:lnTo>
                  <a:lnTo>
                    <a:pt x="179" y="34130"/>
                  </a:lnTo>
                  <a:lnTo>
                    <a:pt x="176" y="33680"/>
                  </a:lnTo>
                  <a:lnTo>
                    <a:pt x="162" y="31791"/>
                  </a:lnTo>
                  <a:lnTo>
                    <a:pt x="148" y="29972"/>
                  </a:lnTo>
                  <a:lnTo>
                    <a:pt x="139" y="28716"/>
                  </a:lnTo>
                  <a:lnTo>
                    <a:pt x="133" y="28044"/>
                  </a:lnTo>
                  <a:lnTo>
                    <a:pt x="105" y="24575"/>
                  </a:lnTo>
                  <a:lnTo>
                    <a:pt x="12" y="13343"/>
                  </a:lnTo>
                  <a:lnTo>
                    <a:pt x="0" y="11822"/>
                  </a:lnTo>
                  <a:lnTo>
                    <a:pt x="9" y="11489"/>
                  </a:lnTo>
                  <a:lnTo>
                    <a:pt x="6702" y="10443"/>
                  </a:lnTo>
                  <a:lnTo>
                    <a:pt x="9568" y="9998"/>
                  </a:lnTo>
                  <a:lnTo>
                    <a:pt x="26755" y="7361"/>
                  </a:lnTo>
                  <a:lnTo>
                    <a:pt x="40873" y="5197"/>
                  </a:lnTo>
                  <a:lnTo>
                    <a:pt x="44832" y="4591"/>
                  </a:lnTo>
                  <a:lnTo>
                    <a:pt x="47657" y="4156"/>
                  </a:lnTo>
                  <a:lnTo>
                    <a:pt x="70647" y="0"/>
                  </a:lnTo>
                  <a:lnTo>
                    <a:pt x="70674" y="170"/>
                  </a:lnTo>
                  <a:lnTo>
                    <a:pt x="70929" y="1777"/>
                  </a:lnTo>
                  <a:lnTo>
                    <a:pt x="71037" y="2461"/>
                  </a:lnTo>
                  <a:lnTo>
                    <a:pt x="71150" y="3171"/>
                  </a:lnTo>
                  <a:lnTo>
                    <a:pt x="71663" y="6403"/>
                  </a:lnTo>
                  <a:lnTo>
                    <a:pt x="71770" y="7078"/>
                  </a:lnTo>
                  <a:lnTo>
                    <a:pt x="72037" y="8759"/>
                  </a:lnTo>
                  <a:lnTo>
                    <a:pt x="72081" y="9035"/>
                  </a:lnTo>
                  <a:lnTo>
                    <a:pt x="72231" y="9979"/>
                  </a:lnTo>
                  <a:lnTo>
                    <a:pt x="72599" y="12302"/>
                  </a:lnTo>
                  <a:lnTo>
                    <a:pt x="72673" y="12762"/>
                  </a:lnTo>
                  <a:lnTo>
                    <a:pt x="72729" y="13115"/>
                  </a:lnTo>
                  <a:lnTo>
                    <a:pt x="73087" y="15375"/>
                  </a:lnTo>
                  <a:lnTo>
                    <a:pt x="73481" y="17858"/>
                  </a:lnTo>
                  <a:lnTo>
                    <a:pt x="73791" y="19807"/>
                  </a:lnTo>
                  <a:lnTo>
                    <a:pt x="74338" y="23251"/>
                  </a:lnTo>
                  <a:lnTo>
                    <a:pt x="74568" y="24701"/>
                  </a:lnTo>
                  <a:lnTo>
                    <a:pt x="74763" y="25932"/>
                  </a:lnTo>
                  <a:lnTo>
                    <a:pt x="75002" y="27437"/>
                  </a:lnTo>
                  <a:lnTo>
                    <a:pt x="75239" y="28928"/>
                  </a:lnTo>
                  <a:lnTo>
                    <a:pt x="75343" y="29585"/>
                  </a:lnTo>
                  <a:lnTo>
                    <a:pt x="75483" y="30463"/>
                  </a:lnTo>
                  <a:lnTo>
                    <a:pt x="75512" y="30650"/>
                  </a:lnTo>
                  <a:lnTo>
                    <a:pt x="75989" y="33654"/>
                  </a:lnTo>
                  <a:lnTo>
                    <a:pt x="76103" y="34370"/>
                  </a:lnTo>
                  <a:lnTo>
                    <a:pt x="76417" y="36352"/>
                  </a:lnTo>
                  <a:lnTo>
                    <a:pt x="76669" y="37938"/>
                  </a:lnTo>
                  <a:lnTo>
                    <a:pt x="77145" y="40932"/>
                  </a:lnTo>
                  <a:lnTo>
                    <a:pt x="77490" y="43110"/>
                  </a:lnTo>
                  <a:lnTo>
                    <a:pt x="77680" y="44303"/>
                  </a:lnTo>
                  <a:lnTo>
                    <a:pt x="77769" y="44869"/>
                  </a:lnTo>
                  <a:lnTo>
                    <a:pt x="77842" y="45328"/>
                  </a:lnTo>
                  <a:lnTo>
                    <a:pt x="78064" y="46723"/>
                  </a:lnTo>
                  <a:lnTo>
                    <a:pt x="78522" y="49613"/>
                  </a:lnTo>
                  <a:lnTo>
                    <a:pt x="78656" y="50498"/>
                  </a:lnTo>
                  <a:lnTo>
                    <a:pt x="78758" y="51172"/>
                  </a:lnTo>
                  <a:lnTo>
                    <a:pt x="79332" y="549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1784698" y="2943044"/>
              <a:ext cx="65524" cy="111628"/>
            </a:xfrm>
            <a:custGeom>
              <a:avLst/>
              <a:pathLst>
                <a:path w="65524" h="111628">
                  <a:moveTo>
                    <a:pt x="27814" y="413"/>
                  </a:moveTo>
                  <a:lnTo>
                    <a:pt x="28874" y="537"/>
                  </a:lnTo>
                  <a:lnTo>
                    <a:pt x="34437" y="701"/>
                  </a:lnTo>
                  <a:lnTo>
                    <a:pt x="39748" y="858"/>
                  </a:lnTo>
                  <a:lnTo>
                    <a:pt x="39745" y="1138"/>
                  </a:lnTo>
                  <a:lnTo>
                    <a:pt x="39598" y="14548"/>
                  </a:lnTo>
                  <a:lnTo>
                    <a:pt x="39550" y="20472"/>
                  </a:lnTo>
                  <a:lnTo>
                    <a:pt x="39497" y="26812"/>
                  </a:lnTo>
                  <a:lnTo>
                    <a:pt x="39437" y="34129"/>
                  </a:lnTo>
                  <a:lnTo>
                    <a:pt x="39383" y="40639"/>
                  </a:lnTo>
                  <a:lnTo>
                    <a:pt x="39475" y="43835"/>
                  </a:lnTo>
                  <a:lnTo>
                    <a:pt x="39484" y="44136"/>
                  </a:lnTo>
                  <a:lnTo>
                    <a:pt x="38051" y="49609"/>
                  </a:lnTo>
                  <a:lnTo>
                    <a:pt x="42419" y="50896"/>
                  </a:lnTo>
                  <a:lnTo>
                    <a:pt x="42855" y="51019"/>
                  </a:lnTo>
                  <a:lnTo>
                    <a:pt x="47847" y="52428"/>
                  </a:lnTo>
                  <a:lnTo>
                    <a:pt x="48153" y="52511"/>
                  </a:lnTo>
                  <a:lnTo>
                    <a:pt x="64540" y="56971"/>
                  </a:lnTo>
                  <a:lnTo>
                    <a:pt x="64731" y="57023"/>
                  </a:lnTo>
                  <a:lnTo>
                    <a:pt x="65068" y="57114"/>
                  </a:lnTo>
                  <a:lnTo>
                    <a:pt x="65102" y="58081"/>
                  </a:lnTo>
                  <a:lnTo>
                    <a:pt x="65205" y="71071"/>
                  </a:lnTo>
                  <a:lnTo>
                    <a:pt x="65226" y="73636"/>
                  </a:lnTo>
                  <a:lnTo>
                    <a:pt x="65228" y="73969"/>
                  </a:lnTo>
                  <a:lnTo>
                    <a:pt x="65241" y="75489"/>
                  </a:lnTo>
                  <a:lnTo>
                    <a:pt x="65333" y="86720"/>
                  </a:lnTo>
                  <a:lnTo>
                    <a:pt x="65362" y="90190"/>
                  </a:lnTo>
                  <a:lnTo>
                    <a:pt x="65368" y="90893"/>
                  </a:lnTo>
                  <a:lnTo>
                    <a:pt x="65377" y="92118"/>
                  </a:lnTo>
                  <a:lnTo>
                    <a:pt x="65390" y="93937"/>
                  </a:lnTo>
                  <a:lnTo>
                    <a:pt x="65405" y="95826"/>
                  </a:lnTo>
                  <a:lnTo>
                    <a:pt x="65408" y="96276"/>
                  </a:lnTo>
                  <a:lnTo>
                    <a:pt x="65421" y="98017"/>
                  </a:lnTo>
                  <a:lnTo>
                    <a:pt x="65436" y="100033"/>
                  </a:lnTo>
                  <a:lnTo>
                    <a:pt x="65467" y="104094"/>
                  </a:lnTo>
                  <a:lnTo>
                    <a:pt x="65479" y="105707"/>
                  </a:lnTo>
                  <a:lnTo>
                    <a:pt x="65487" y="106790"/>
                  </a:lnTo>
                  <a:lnTo>
                    <a:pt x="65495" y="107810"/>
                  </a:lnTo>
                  <a:lnTo>
                    <a:pt x="65520" y="111159"/>
                  </a:lnTo>
                  <a:lnTo>
                    <a:pt x="65524" y="111628"/>
                  </a:lnTo>
                  <a:lnTo>
                    <a:pt x="65178" y="111611"/>
                  </a:lnTo>
                  <a:lnTo>
                    <a:pt x="64221" y="111564"/>
                  </a:lnTo>
                  <a:lnTo>
                    <a:pt x="59511" y="111334"/>
                  </a:lnTo>
                  <a:lnTo>
                    <a:pt x="59630" y="110562"/>
                  </a:lnTo>
                  <a:lnTo>
                    <a:pt x="59353" y="110540"/>
                  </a:lnTo>
                  <a:lnTo>
                    <a:pt x="55444" y="110224"/>
                  </a:lnTo>
                  <a:lnTo>
                    <a:pt x="51678" y="109919"/>
                  </a:lnTo>
                  <a:lnTo>
                    <a:pt x="48115" y="109630"/>
                  </a:lnTo>
                  <a:lnTo>
                    <a:pt x="47858" y="109610"/>
                  </a:lnTo>
                  <a:lnTo>
                    <a:pt x="45858" y="109448"/>
                  </a:lnTo>
                  <a:lnTo>
                    <a:pt x="45653" y="109434"/>
                  </a:lnTo>
                  <a:lnTo>
                    <a:pt x="45303" y="109410"/>
                  </a:lnTo>
                  <a:lnTo>
                    <a:pt x="45144" y="109400"/>
                  </a:lnTo>
                  <a:lnTo>
                    <a:pt x="44890" y="109558"/>
                  </a:lnTo>
                  <a:lnTo>
                    <a:pt x="44650" y="109707"/>
                  </a:lnTo>
                  <a:lnTo>
                    <a:pt x="41528" y="109447"/>
                  </a:lnTo>
                  <a:lnTo>
                    <a:pt x="40672" y="109375"/>
                  </a:lnTo>
                  <a:lnTo>
                    <a:pt x="40291" y="109343"/>
                  </a:lnTo>
                  <a:lnTo>
                    <a:pt x="36731" y="109047"/>
                  </a:lnTo>
                  <a:lnTo>
                    <a:pt x="35978" y="108984"/>
                  </a:lnTo>
                  <a:lnTo>
                    <a:pt x="33926" y="108795"/>
                  </a:lnTo>
                  <a:lnTo>
                    <a:pt x="33185" y="108726"/>
                  </a:lnTo>
                  <a:lnTo>
                    <a:pt x="27380" y="108140"/>
                  </a:lnTo>
                  <a:lnTo>
                    <a:pt x="27073" y="108110"/>
                  </a:lnTo>
                  <a:lnTo>
                    <a:pt x="20823" y="107479"/>
                  </a:lnTo>
                  <a:lnTo>
                    <a:pt x="20677" y="107464"/>
                  </a:lnTo>
                  <a:lnTo>
                    <a:pt x="20241" y="107420"/>
                  </a:lnTo>
                  <a:lnTo>
                    <a:pt x="14223" y="106762"/>
                  </a:lnTo>
                  <a:lnTo>
                    <a:pt x="13872" y="106723"/>
                  </a:lnTo>
                  <a:lnTo>
                    <a:pt x="4336" y="105810"/>
                  </a:lnTo>
                  <a:lnTo>
                    <a:pt x="3711" y="105750"/>
                  </a:lnTo>
                  <a:lnTo>
                    <a:pt x="3328" y="105688"/>
                  </a:lnTo>
                  <a:lnTo>
                    <a:pt x="2207" y="105506"/>
                  </a:lnTo>
                  <a:lnTo>
                    <a:pt x="0" y="105147"/>
                  </a:lnTo>
                  <a:lnTo>
                    <a:pt x="725" y="102346"/>
                  </a:lnTo>
                  <a:lnTo>
                    <a:pt x="1023" y="101194"/>
                  </a:lnTo>
                  <a:lnTo>
                    <a:pt x="3001" y="93551"/>
                  </a:lnTo>
                  <a:lnTo>
                    <a:pt x="3144" y="93001"/>
                  </a:lnTo>
                  <a:lnTo>
                    <a:pt x="8786" y="71198"/>
                  </a:lnTo>
                  <a:lnTo>
                    <a:pt x="9030" y="70270"/>
                  </a:lnTo>
                  <a:lnTo>
                    <a:pt x="9349" y="69059"/>
                  </a:lnTo>
                  <a:lnTo>
                    <a:pt x="9400" y="68867"/>
                  </a:lnTo>
                  <a:lnTo>
                    <a:pt x="9708" y="67697"/>
                  </a:lnTo>
                  <a:lnTo>
                    <a:pt x="10105" y="66186"/>
                  </a:lnTo>
                  <a:lnTo>
                    <a:pt x="11823" y="59659"/>
                  </a:lnTo>
                  <a:lnTo>
                    <a:pt x="13556" y="53075"/>
                  </a:lnTo>
                  <a:lnTo>
                    <a:pt x="13646" y="52734"/>
                  </a:lnTo>
                  <a:lnTo>
                    <a:pt x="14674" y="48828"/>
                  </a:lnTo>
                  <a:lnTo>
                    <a:pt x="16043" y="43121"/>
                  </a:lnTo>
                  <a:lnTo>
                    <a:pt x="16416" y="41565"/>
                  </a:lnTo>
                  <a:lnTo>
                    <a:pt x="18741" y="31873"/>
                  </a:lnTo>
                  <a:lnTo>
                    <a:pt x="20824" y="23008"/>
                  </a:lnTo>
                  <a:lnTo>
                    <a:pt x="21902" y="18274"/>
                  </a:lnTo>
                  <a:lnTo>
                    <a:pt x="22134" y="17256"/>
                  </a:lnTo>
                  <a:lnTo>
                    <a:pt x="22216" y="16893"/>
                  </a:lnTo>
                  <a:lnTo>
                    <a:pt x="22666" y="14917"/>
                  </a:lnTo>
                  <a:lnTo>
                    <a:pt x="22695" y="14761"/>
                  </a:lnTo>
                  <a:lnTo>
                    <a:pt x="24833" y="3200"/>
                  </a:lnTo>
                  <a:lnTo>
                    <a:pt x="25280" y="787"/>
                  </a:lnTo>
                  <a:lnTo>
                    <a:pt x="25425" y="0"/>
                  </a:lnTo>
                  <a:lnTo>
                    <a:pt x="27460" y="3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1674531" y="2930836"/>
              <a:ext cx="132833" cy="69228"/>
            </a:xfrm>
            <a:custGeom>
              <a:avLst/>
              <a:pathLst>
                <a:path w="132833" h="69228">
                  <a:moveTo>
                    <a:pt x="70784" y="24964"/>
                  </a:moveTo>
                  <a:lnTo>
                    <a:pt x="71044" y="25073"/>
                  </a:lnTo>
                  <a:lnTo>
                    <a:pt x="73292" y="20139"/>
                  </a:lnTo>
                  <a:lnTo>
                    <a:pt x="75562" y="15157"/>
                  </a:lnTo>
                  <a:lnTo>
                    <a:pt x="77748" y="10359"/>
                  </a:lnTo>
                  <a:lnTo>
                    <a:pt x="78042" y="10492"/>
                  </a:lnTo>
                  <a:lnTo>
                    <a:pt x="83706" y="13044"/>
                  </a:lnTo>
                  <a:lnTo>
                    <a:pt x="86754" y="14418"/>
                  </a:lnTo>
                  <a:lnTo>
                    <a:pt x="89752" y="15769"/>
                  </a:lnTo>
                  <a:lnTo>
                    <a:pt x="95497" y="18358"/>
                  </a:lnTo>
                  <a:lnTo>
                    <a:pt x="97740" y="18223"/>
                  </a:lnTo>
                  <a:lnTo>
                    <a:pt x="100930" y="19698"/>
                  </a:lnTo>
                  <a:lnTo>
                    <a:pt x="103303" y="20795"/>
                  </a:lnTo>
                  <a:lnTo>
                    <a:pt x="107319" y="22651"/>
                  </a:lnTo>
                  <a:lnTo>
                    <a:pt x="107500" y="22739"/>
                  </a:lnTo>
                  <a:lnTo>
                    <a:pt x="111625" y="24733"/>
                  </a:lnTo>
                  <a:lnTo>
                    <a:pt x="118075" y="27708"/>
                  </a:lnTo>
                  <a:lnTo>
                    <a:pt x="120653" y="24676"/>
                  </a:lnTo>
                  <a:lnTo>
                    <a:pt x="124853" y="25503"/>
                  </a:lnTo>
                  <a:lnTo>
                    <a:pt x="130261" y="26568"/>
                  </a:lnTo>
                  <a:lnTo>
                    <a:pt x="130878" y="26690"/>
                  </a:lnTo>
                  <a:lnTo>
                    <a:pt x="131022" y="26718"/>
                  </a:lnTo>
                  <a:lnTo>
                    <a:pt x="132833" y="27126"/>
                  </a:lnTo>
                  <a:lnTo>
                    <a:pt x="132383" y="29101"/>
                  </a:lnTo>
                  <a:lnTo>
                    <a:pt x="132300" y="29464"/>
                  </a:lnTo>
                  <a:lnTo>
                    <a:pt x="132068" y="30482"/>
                  </a:lnTo>
                  <a:lnTo>
                    <a:pt x="130990" y="35216"/>
                  </a:lnTo>
                  <a:lnTo>
                    <a:pt x="128907" y="44081"/>
                  </a:lnTo>
                  <a:lnTo>
                    <a:pt x="126583" y="53773"/>
                  </a:lnTo>
                  <a:lnTo>
                    <a:pt x="126209" y="55329"/>
                  </a:lnTo>
                  <a:lnTo>
                    <a:pt x="124840" y="61036"/>
                  </a:lnTo>
                  <a:lnTo>
                    <a:pt x="123439" y="60725"/>
                  </a:lnTo>
                  <a:lnTo>
                    <a:pt x="122048" y="60415"/>
                  </a:lnTo>
                  <a:lnTo>
                    <a:pt x="121842" y="60370"/>
                  </a:lnTo>
                  <a:lnTo>
                    <a:pt x="121554" y="60304"/>
                  </a:lnTo>
                  <a:lnTo>
                    <a:pt x="117188" y="59313"/>
                  </a:lnTo>
                  <a:lnTo>
                    <a:pt x="109093" y="57476"/>
                  </a:lnTo>
                  <a:lnTo>
                    <a:pt x="108715" y="57390"/>
                  </a:lnTo>
                  <a:lnTo>
                    <a:pt x="105351" y="56551"/>
                  </a:lnTo>
                  <a:lnTo>
                    <a:pt x="100747" y="55402"/>
                  </a:lnTo>
                  <a:lnTo>
                    <a:pt x="100532" y="55348"/>
                  </a:lnTo>
                  <a:lnTo>
                    <a:pt x="100001" y="55342"/>
                  </a:lnTo>
                  <a:lnTo>
                    <a:pt x="96797" y="53165"/>
                  </a:lnTo>
                  <a:lnTo>
                    <a:pt x="96646" y="53046"/>
                  </a:lnTo>
                  <a:lnTo>
                    <a:pt x="92875" y="50064"/>
                  </a:lnTo>
                  <a:lnTo>
                    <a:pt x="89016" y="47013"/>
                  </a:lnTo>
                  <a:lnTo>
                    <a:pt x="84253" y="43248"/>
                  </a:lnTo>
                  <a:lnTo>
                    <a:pt x="82405" y="47431"/>
                  </a:lnTo>
                  <a:lnTo>
                    <a:pt x="80933" y="50759"/>
                  </a:lnTo>
                  <a:lnTo>
                    <a:pt x="75690" y="62236"/>
                  </a:lnTo>
                  <a:lnTo>
                    <a:pt x="75451" y="62799"/>
                  </a:lnTo>
                  <a:lnTo>
                    <a:pt x="73696" y="66936"/>
                  </a:lnTo>
                  <a:lnTo>
                    <a:pt x="72966" y="69047"/>
                  </a:lnTo>
                  <a:lnTo>
                    <a:pt x="72904" y="69228"/>
                  </a:lnTo>
                  <a:lnTo>
                    <a:pt x="71999" y="69021"/>
                  </a:lnTo>
                  <a:lnTo>
                    <a:pt x="65641" y="67507"/>
                  </a:lnTo>
                  <a:lnTo>
                    <a:pt x="55904" y="65267"/>
                  </a:lnTo>
                  <a:lnTo>
                    <a:pt x="54342" y="64908"/>
                  </a:lnTo>
                  <a:lnTo>
                    <a:pt x="53076" y="64521"/>
                  </a:lnTo>
                  <a:lnTo>
                    <a:pt x="52877" y="64557"/>
                  </a:lnTo>
                  <a:lnTo>
                    <a:pt x="52418" y="64439"/>
                  </a:lnTo>
                  <a:lnTo>
                    <a:pt x="51957" y="64322"/>
                  </a:lnTo>
                  <a:lnTo>
                    <a:pt x="50545" y="63961"/>
                  </a:lnTo>
                  <a:lnTo>
                    <a:pt x="49344" y="63668"/>
                  </a:lnTo>
                  <a:lnTo>
                    <a:pt x="48484" y="63457"/>
                  </a:lnTo>
                  <a:lnTo>
                    <a:pt x="46099" y="62889"/>
                  </a:lnTo>
                  <a:lnTo>
                    <a:pt x="45723" y="62800"/>
                  </a:lnTo>
                  <a:lnTo>
                    <a:pt x="44912" y="62602"/>
                  </a:lnTo>
                  <a:lnTo>
                    <a:pt x="43487" y="62251"/>
                  </a:lnTo>
                  <a:lnTo>
                    <a:pt x="35991" y="60323"/>
                  </a:lnTo>
                  <a:lnTo>
                    <a:pt x="33153" y="59260"/>
                  </a:lnTo>
                  <a:lnTo>
                    <a:pt x="33203" y="59010"/>
                  </a:lnTo>
                  <a:lnTo>
                    <a:pt x="32658" y="58821"/>
                  </a:lnTo>
                  <a:lnTo>
                    <a:pt x="30672" y="58134"/>
                  </a:lnTo>
                  <a:lnTo>
                    <a:pt x="30544" y="58090"/>
                  </a:lnTo>
                  <a:lnTo>
                    <a:pt x="24845" y="55053"/>
                  </a:lnTo>
                  <a:lnTo>
                    <a:pt x="23907" y="54317"/>
                  </a:lnTo>
                  <a:lnTo>
                    <a:pt x="22970" y="53582"/>
                  </a:lnTo>
                  <a:lnTo>
                    <a:pt x="22200" y="52978"/>
                  </a:lnTo>
                  <a:lnTo>
                    <a:pt x="20319" y="51501"/>
                  </a:lnTo>
                  <a:lnTo>
                    <a:pt x="15454" y="47051"/>
                  </a:lnTo>
                  <a:lnTo>
                    <a:pt x="15223" y="46839"/>
                  </a:lnTo>
                  <a:lnTo>
                    <a:pt x="14947" y="46587"/>
                  </a:lnTo>
                  <a:lnTo>
                    <a:pt x="13577" y="45333"/>
                  </a:lnTo>
                  <a:lnTo>
                    <a:pt x="8658" y="40462"/>
                  </a:lnTo>
                  <a:lnTo>
                    <a:pt x="8138" y="39947"/>
                  </a:lnTo>
                  <a:lnTo>
                    <a:pt x="7996" y="39806"/>
                  </a:lnTo>
                  <a:lnTo>
                    <a:pt x="6900" y="38438"/>
                  </a:lnTo>
                  <a:lnTo>
                    <a:pt x="5579" y="36789"/>
                  </a:lnTo>
                  <a:lnTo>
                    <a:pt x="5014" y="36473"/>
                  </a:lnTo>
                  <a:lnTo>
                    <a:pt x="1542" y="34535"/>
                  </a:lnTo>
                  <a:lnTo>
                    <a:pt x="0" y="31721"/>
                  </a:lnTo>
                  <a:lnTo>
                    <a:pt x="2245" y="30422"/>
                  </a:lnTo>
                  <a:lnTo>
                    <a:pt x="4586" y="29068"/>
                  </a:lnTo>
                  <a:lnTo>
                    <a:pt x="5954" y="28277"/>
                  </a:lnTo>
                  <a:lnTo>
                    <a:pt x="8747" y="26661"/>
                  </a:lnTo>
                  <a:lnTo>
                    <a:pt x="8939" y="26486"/>
                  </a:lnTo>
                  <a:lnTo>
                    <a:pt x="12123" y="23595"/>
                  </a:lnTo>
                  <a:lnTo>
                    <a:pt x="15794" y="19275"/>
                  </a:lnTo>
                  <a:lnTo>
                    <a:pt x="19442" y="14981"/>
                  </a:lnTo>
                  <a:lnTo>
                    <a:pt x="19779" y="14583"/>
                  </a:lnTo>
                  <a:lnTo>
                    <a:pt x="20132" y="14080"/>
                  </a:lnTo>
                  <a:lnTo>
                    <a:pt x="20228" y="13942"/>
                  </a:lnTo>
                  <a:lnTo>
                    <a:pt x="23105" y="10597"/>
                  </a:lnTo>
                  <a:lnTo>
                    <a:pt x="23809" y="9778"/>
                  </a:lnTo>
                  <a:lnTo>
                    <a:pt x="26125" y="7085"/>
                  </a:lnTo>
                  <a:lnTo>
                    <a:pt x="30044" y="2528"/>
                  </a:lnTo>
                  <a:lnTo>
                    <a:pt x="30141" y="2379"/>
                  </a:lnTo>
                  <a:lnTo>
                    <a:pt x="30320" y="2105"/>
                  </a:lnTo>
                  <a:lnTo>
                    <a:pt x="31150" y="835"/>
                  </a:lnTo>
                  <a:lnTo>
                    <a:pt x="31314" y="583"/>
                  </a:lnTo>
                  <a:lnTo>
                    <a:pt x="31696" y="0"/>
                  </a:lnTo>
                  <a:lnTo>
                    <a:pt x="32069" y="194"/>
                  </a:lnTo>
                  <a:lnTo>
                    <a:pt x="32237" y="314"/>
                  </a:lnTo>
                  <a:lnTo>
                    <a:pt x="33124" y="947"/>
                  </a:lnTo>
                  <a:lnTo>
                    <a:pt x="34928" y="2235"/>
                  </a:lnTo>
                  <a:lnTo>
                    <a:pt x="39304" y="5359"/>
                  </a:lnTo>
                  <a:lnTo>
                    <a:pt x="36102" y="9576"/>
                  </a:lnTo>
                  <a:lnTo>
                    <a:pt x="35951" y="9775"/>
                  </a:lnTo>
                  <a:lnTo>
                    <a:pt x="42956" y="12835"/>
                  </a:lnTo>
                  <a:lnTo>
                    <a:pt x="43105" y="12901"/>
                  </a:lnTo>
                  <a:lnTo>
                    <a:pt x="49639" y="15778"/>
                  </a:lnTo>
                  <a:lnTo>
                    <a:pt x="54947" y="18116"/>
                  </a:lnTo>
                  <a:lnTo>
                    <a:pt x="58546" y="19701"/>
                  </a:lnTo>
                  <a:lnTo>
                    <a:pt x="59813" y="20258"/>
                  </a:lnTo>
                  <a:lnTo>
                    <a:pt x="64626" y="22378"/>
                  </a:lnTo>
                  <a:lnTo>
                    <a:pt x="64775" y="224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1697677" y="2974085"/>
              <a:ext cx="101695" cy="95480"/>
            </a:xfrm>
            <a:custGeom>
              <a:avLst/>
              <a:pathLst>
                <a:path w="101695" h="95480">
                  <a:moveTo>
                    <a:pt x="100577" y="22035"/>
                  </a:moveTo>
                  <a:lnTo>
                    <a:pt x="98844" y="28618"/>
                  </a:lnTo>
                  <a:lnTo>
                    <a:pt x="97126" y="35146"/>
                  </a:lnTo>
                  <a:lnTo>
                    <a:pt x="96697" y="36776"/>
                  </a:lnTo>
                  <a:lnTo>
                    <a:pt x="96421" y="37826"/>
                  </a:lnTo>
                  <a:lnTo>
                    <a:pt x="96370" y="38018"/>
                  </a:lnTo>
                  <a:lnTo>
                    <a:pt x="96051" y="39229"/>
                  </a:lnTo>
                  <a:lnTo>
                    <a:pt x="95807" y="40157"/>
                  </a:lnTo>
                  <a:lnTo>
                    <a:pt x="90164" y="61960"/>
                  </a:lnTo>
                  <a:lnTo>
                    <a:pt x="88102" y="61862"/>
                  </a:lnTo>
                  <a:lnTo>
                    <a:pt x="86983" y="61809"/>
                  </a:lnTo>
                  <a:lnTo>
                    <a:pt x="80265" y="60980"/>
                  </a:lnTo>
                  <a:lnTo>
                    <a:pt x="80010" y="60949"/>
                  </a:lnTo>
                  <a:lnTo>
                    <a:pt x="77720" y="60640"/>
                  </a:lnTo>
                  <a:lnTo>
                    <a:pt x="65015" y="58927"/>
                  </a:lnTo>
                  <a:lnTo>
                    <a:pt x="64530" y="58861"/>
                  </a:lnTo>
                  <a:lnTo>
                    <a:pt x="63822" y="58766"/>
                  </a:lnTo>
                  <a:lnTo>
                    <a:pt x="58657" y="58187"/>
                  </a:lnTo>
                  <a:lnTo>
                    <a:pt x="57652" y="62319"/>
                  </a:lnTo>
                  <a:lnTo>
                    <a:pt x="57315" y="63705"/>
                  </a:lnTo>
                  <a:lnTo>
                    <a:pt x="57282" y="63998"/>
                  </a:lnTo>
                  <a:lnTo>
                    <a:pt x="57184" y="64866"/>
                  </a:lnTo>
                  <a:lnTo>
                    <a:pt x="58270" y="66144"/>
                  </a:lnTo>
                  <a:lnTo>
                    <a:pt x="60527" y="66451"/>
                  </a:lnTo>
                  <a:lnTo>
                    <a:pt x="60405" y="68283"/>
                  </a:lnTo>
                  <a:lnTo>
                    <a:pt x="60113" y="72699"/>
                  </a:lnTo>
                  <a:lnTo>
                    <a:pt x="58775" y="72617"/>
                  </a:lnTo>
                  <a:lnTo>
                    <a:pt x="56331" y="72466"/>
                  </a:lnTo>
                  <a:lnTo>
                    <a:pt x="56086" y="74643"/>
                  </a:lnTo>
                  <a:lnTo>
                    <a:pt x="61257" y="75181"/>
                  </a:lnTo>
                  <a:lnTo>
                    <a:pt x="61710" y="75241"/>
                  </a:lnTo>
                  <a:lnTo>
                    <a:pt x="61859" y="75260"/>
                  </a:lnTo>
                  <a:lnTo>
                    <a:pt x="66507" y="75873"/>
                  </a:lnTo>
                  <a:lnTo>
                    <a:pt x="66806" y="75909"/>
                  </a:lnTo>
                  <a:lnTo>
                    <a:pt x="78403" y="77333"/>
                  </a:lnTo>
                  <a:lnTo>
                    <a:pt x="83954" y="78014"/>
                  </a:lnTo>
                  <a:lnTo>
                    <a:pt x="84241" y="78049"/>
                  </a:lnTo>
                  <a:lnTo>
                    <a:pt x="84528" y="78084"/>
                  </a:lnTo>
                  <a:lnTo>
                    <a:pt x="84894" y="78136"/>
                  </a:lnTo>
                  <a:lnTo>
                    <a:pt x="85549" y="78229"/>
                  </a:lnTo>
                  <a:lnTo>
                    <a:pt x="86355" y="78343"/>
                  </a:lnTo>
                  <a:lnTo>
                    <a:pt x="83748" y="94925"/>
                  </a:lnTo>
                  <a:lnTo>
                    <a:pt x="83660" y="95480"/>
                  </a:lnTo>
                  <a:lnTo>
                    <a:pt x="82159" y="95332"/>
                  </a:lnTo>
                  <a:lnTo>
                    <a:pt x="81852" y="95302"/>
                  </a:lnTo>
                  <a:lnTo>
                    <a:pt x="79867" y="95107"/>
                  </a:lnTo>
                  <a:lnTo>
                    <a:pt x="77437" y="94868"/>
                  </a:lnTo>
                  <a:lnTo>
                    <a:pt x="76455" y="94772"/>
                  </a:lnTo>
                  <a:lnTo>
                    <a:pt x="75066" y="94635"/>
                  </a:lnTo>
                  <a:lnTo>
                    <a:pt x="74674" y="94597"/>
                  </a:lnTo>
                  <a:lnTo>
                    <a:pt x="74133" y="94548"/>
                  </a:lnTo>
                  <a:lnTo>
                    <a:pt x="72138" y="94368"/>
                  </a:lnTo>
                  <a:lnTo>
                    <a:pt x="71263" y="94289"/>
                  </a:lnTo>
                  <a:lnTo>
                    <a:pt x="68887" y="94096"/>
                  </a:lnTo>
                  <a:lnTo>
                    <a:pt x="68282" y="94047"/>
                  </a:lnTo>
                  <a:lnTo>
                    <a:pt x="66667" y="93878"/>
                  </a:lnTo>
                  <a:lnTo>
                    <a:pt x="65383" y="93744"/>
                  </a:lnTo>
                  <a:lnTo>
                    <a:pt x="64697" y="93682"/>
                  </a:lnTo>
                  <a:lnTo>
                    <a:pt x="62667" y="93498"/>
                  </a:lnTo>
                  <a:lnTo>
                    <a:pt x="61794" y="93419"/>
                  </a:lnTo>
                  <a:lnTo>
                    <a:pt x="60626" y="93298"/>
                  </a:lnTo>
                  <a:lnTo>
                    <a:pt x="60111" y="93244"/>
                  </a:lnTo>
                  <a:lnTo>
                    <a:pt x="59562" y="93187"/>
                  </a:lnTo>
                  <a:lnTo>
                    <a:pt x="58451" y="93072"/>
                  </a:lnTo>
                  <a:lnTo>
                    <a:pt x="58077" y="93033"/>
                  </a:lnTo>
                  <a:lnTo>
                    <a:pt x="57855" y="93010"/>
                  </a:lnTo>
                  <a:lnTo>
                    <a:pt x="57677" y="92991"/>
                  </a:lnTo>
                  <a:lnTo>
                    <a:pt x="54300" y="92644"/>
                  </a:lnTo>
                  <a:lnTo>
                    <a:pt x="54074" y="92620"/>
                  </a:lnTo>
                  <a:lnTo>
                    <a:pt x="52755" y="92485"/>
                  </a:lnTo>
                  <a:lnTo>
                    <a:pt x="52512" y="92462"/>
                  </a:lnTo>
                  <a:lnTo>
                    <a:pt x="51817" y="92396"/>
                  </a:lnTo>
                  <a:lnTo>
                    <a:pt x="51052" y="92323"/>
                  </a:lnTo>
                  <a:lnTo>
                    <a:pt x="45999" y="91844"/>
                  </a:lnTo>
                  <a:lnTo>
                    <a:pt x="43307" y="91575"/>
                  </a:lnTo>
                  <a:lnTo>
                    <a:pt x="41909" y="91435"/>
                  </a:lnTo>
                  <a:lnTo>
                    <a:pt x="39724" y="91216"/>
                  </a:lnTo>
                  <a:lnTo>
                    <a:pt x="37453" y="91008"/>
                  </a:lnTo>
                  <a:lnTo>
                    <a:pt x="36399" y="90912"/>
                  </a:lnTo>
                  <a:lnTo>
                    <a:pt x="35974" y="90871"/>
                  </a:lnTo>
                  <a:lnTo>
                    <a:pt x="35573" y="90832"/>
                  </a:lnTo>
                  <a:lnTo>
                    <a:pt x="33279" y="90612"/>
                  </a:lnTo>
                  <a:lnTo>
                    <a:pt x="31594" y="90451"/>
                  </a:lnTo>
                  <a:lnTo>
                    <a:pt x="30814" y="90376"/>
                  </a:lnTo>
                  <a:lnTo>
                    <a:pt x="28295" y="90125"/>
                  </a:lnTo>
                  <a:lnTo>
                    <a:pt x="26753" y="89971"/>
                  </a:lnTo>
                  <a:lnTo>
                    <a:pt x="22284" y="89524"/>
                  </a:lnTo>
                  <a:lnTo>
                    <a:pt x="21935" y="89490"/>
                  </a:lnTo>
                  <a:lnTo>
                    <a:pt x="20270" y="89333"/>
                  </a:lnTo>
                  <a:lnTo>
                    <a:pt x="19848" y="89294"/>
                  </a:lnTo>
                  <a:lnTo>
                    <a:pt x="18408" y="89153"/>
                  </a:lnTo>
                  <a:lnTo>
                    <a:pt x="17559" y="89069"/>
                  </a:lnTo>
                  <a:lnTo>
                    <a:pt x="17376" y="89051"/>
                  </a:lnTo>
                  <a:lnTo>
                    <a:pt x="16432" y="88959"/>
                  </a:lnTo>
                  <a:lnTo>
                    <a:pt x="16113" y="88928"/>
                  </a:lnTo>
                  <a:lnTo>
                    <a:pt x="15640" y="88887"/>
                  </a:lnTo>
                  <a:lnTo>
                    <a:pt x="14545" y="88794"/>
                  </a:lnTo>
                  <a:lnTo>
                    <a:pt x="13841" y="88734"/>
                  </a:lnTo>
                  <a:lnTo>
                    <a:pt x="12590" y="88619"/>
                  </a:lnTo>
                  <a:lnTo>
                    <a:pt x="11693" y="88536"/>
                  </a:lnTo>
                  <a:lnTo>
                    <a:pt x="10764" y="88450"/>
                  </a:lnTo>
                  <a:lnTo>
                    <a:pt x="9883" y="88369"/>
                  </a:lnTo>
                  <a:lnTo>
                    <a:pt x="9506" y="88334"/>
                  </a:lnTo>
                  <a:lnTo>
                    <a:pt x="8740" y="88263"/>
                  </a:lnTo>
                  <a:lnTo>
                    <a:pt x="8600" y="88250"/>
                  </a:lnTo>
                  <a:lnTo>
                    <a:pt x="7548" y="88153"/>
                  </a:lnTo>
                  <a:lnTo>
                    <a:pt x="7021" y="88104"/>
                  </a:lnTo>
                  <a:lnTo>
                    <a:pt x="5821" y="87994"/>
                  </a:lnTo>
                  <a:lnTo>
                    <a:pt x="5605" y="87974"/>
                  </a:lnTo>
                  <a:lnTo>
                    <a:pt x="4834" y="87903"/>
                  </a:lnTo>
                  <a:lnTo>
                    <a:pt x="4482" y="87870"/>
                  </a:lnTo>
                  <a:lnTo>
                    <a:pt x="3997" y="87834"/>
                  </a:lnTo>
                  <a:lnTo>
                    <a:pt x="3264" y="87780"/>
                  </a:lnTo>
                  <a:lnTo>
                    <a:pt x="3002" y="87760"/>
                  </a:lnTo>
                  <a:lnTo>
                    <a:pt x="2586" y="87729"/>
                  </a:lnTo>
                  <a:lnTo>
                    <a:pt x="2055" y="87687"/>
                  </a:lnTo>
                  <a:lnTo>
                    <a:pt x="1812" y="87658"/>
                  </a:lnTo>
                  <a:lnTo>
                    <a:pt x="1382" y="87607"/>
                  </a:lnTo>
                  <a:lnTo>
                    <a:pt x="964" y="87556"/>
                  </a:lnTo>
                  <a:lnTo>
                    <a:pt x="0" y="87441"/>
                  </a:lnTo>
                  <a:lnTo>
                    <a:pt x="250" y="86881"/>
                  </a:lnTo>
                  <a:lnTo>
                    <a:pt x="633" y="86024"/>
                  </a:lnTo>
                  <a:lnTo>
                    <a:pt x="776" y="85702"/>
                  </a:lnTo>
                  <a:lnTo>
                    <a:pt x="874" y="85483"/>
                  </a:lnTo>
                  <a:lnTo>
                    <a:pt x="1429" y="84241"/>
                  </a:lnTo>
                  <a:lnTo>
                    <a:pt x="2346" y="82189"/>
                  </a:lnTo>
                  <a:lnTo>
                    <a:pt x="2673" y="81457"/>
                  </a:lnTo>
                  <a:lnTo>
                    <a:pt x="3556" y="79480"/>
                  </a:lnTo>
                  <a:lnTo>
                    <a:pt x="4387" y="77619"/>
                  </a:lnTo>
                  <a:lnTo>
                    <a:pt x="5638" y="74819"/>
                  </a:lnTo>
                  <a:lnTo>
                    <a:pt x="6385" y="73147"/>
                  </a:lnTo>
                  <a:lnTo>
                    <a:pt x="6978" y="71820"/>
                  </a:lnTo>
                  <a:lnTo>
                    <a:pt x="7302" y="71095"/>
                  </a:lnTo>
                  <a:lnTo>
                    <a:pt x="7693" y="70220"/>
                  </a:lnTo>
                  <a:lnTo>
                    <a:pt x="8271" y="68971"/>
                  </a:lnTo>
                  <a:lnTo>
                    <a:pt x="8443" y="68599"/>
                  </a:lnTo>
                  <a:lnTo>
                    <a:pt x="9554" y="66202"/>
                  </a:lnTo>
                  <a:lnTo>
                    <a:pt x="9750" y="65774"/>
                  </a:lnTo>
                  <a:lnTo>
                    <a:pt x="10110" y="64964"/>
                  </a:lnTo>
                  <a:lnTo>
                    <a:pt x="10377" y="64363"/>
                  </a:lnTo>
                  <a:lnTo>
                    <a:pt x="12001" y="60710"/>
                  </a:lnTo>
                  <a:lnTo>
                    <a:pt x="13967" y="56240"/>
                  </a:lnTo>
                  <a:lnTo>
                    <a:pt x="16181" y="51204"/>
                  </a:lnTo>
                  <a:lnTo>
                    <a:pt x="16359" y="50799"/>
                  </a:lnTo>
                  <a:lnTo>
                    <a:pt x="18593" y="45719"/>
                  </a:lnTo>
                  <a:lnTo>
                    <a:pt x="18653" y="45582"/>
                  </a:lnTo>
                  <a:lnTo>
                    <a:pt x="18758" y="45354"/>
                  </a:lnTo>
                  <a:lnTo>
                    <a:pt x="19194" y="44397"/>
                  </a:lnTo>
                  <a:lnTo>
                    <a:pt x="20370" y="41821"/>
                  </a:lnTo>
                  <a:lnTo>
                    <a:pt x="20947" y="40555"/>
                  </a:lnTo>
                  <a:lnTo>
                    <a:pt x="21700" y="38906"/>
                  </a:lnTo>
                  <a:lnTo>
                    <a:pt x="22672" y="36776"/>
                  </a:lnTo>
                  <a:lnTo>
                    <a:pt x="24530" y="32705"/>
                  </a:lnTo>
                  <a:lnTo>
                    <a:pt x="25625" y="30307"/>
                  </a:lnTo>
                  <a:lnTo>
                    <a:pt x="26103" y="29260"/>
                  </a:lnTo>
                  <a:lnTo>
                    <a:pt x="28384" y="24262"/>
                  </a:lnTo>
                  <a:lnTo>
                    <a:pt x="28493" y="24022"/>
                  </a:lnTo>
                  <a:lnTo>
                    <a:pt x="28856" y="23227"/>
                  </a:lnTo>
                  <a:lnTo>
                    <a:pt x="29005" y="22900"/>
                  </a:lnTo>
                  <a:lnTo>
                    <a:pt x="29732" y="21308"/>
                  </a:lnTo>
                  <a:lnTo>
                    <a:pt x="29931" y="21272"/>
                  </a:lnTo>
                  <a:lnTo>
                    <a:pt x="31196" y="21659"/>
                  </a:lnTo>
                  <a:lnTo>
                    <a:pt x="32758" y="22018"/>
                  </a:lnTo>
                  <a:lnTo>
                    <a:pt x="42495" y="24258"/>
                  </a:lnTo>
                  <a:lnTo>
                    <a:pt x="48854" y="25773"/>
                  </a:lnTo>
                  <a:lnTo>
                    <a:pt x="49758" y="25979"/>
                  </a:lnTo>
                  <a:lnTo>
                    <a:pt x="49821" y="25798"/>
                  </a:lnTo>
                  <a:lnTo>
                    <a:pt x="50551" y="23687"/>
                  </a:lnTo>
                  <a:lnTo>
                    <a:pt x="52306" y="19550"/>
                  </a:lnTo>
                  <a:lnTo>
                    <a:pt x="52545" y="18987"/>
                  </a:lnTo>
                  <a:lnTo>
                    <a:pt x="57788" y="7511"/>
                  </a:lnTo>
                  <a:lnTo>
                    <a:pt x="59259" y="4182"/>
                  </a:lnTo>
                  <a:lnTo>
                    <a:pt x="61108" y="0"/>
                  </a:lnTo>
                  <a:lnTo>
                    <a:pt x="65870" y="3764"/>
                  </a:lnTo>
                  <a:lnTo>
                    <a:pt x="69729" y="6816"/>
                  </a:lnTo>
                  <a:lnTo>
                    <a:pt x="73500" y="9797"/>
                  </a:lnTo>
                  <a:lnTo>
                    <a:pt x="73742" y="9988"/>
                  </a:lnTo>
                  <a:lnTo>
                    <a:pt x="76855" y="12093"/>
                  </a:lnTo>
                  <a:lnTo>
                    <a:pt x="77386" y="12099"/>
                  </a:lnTo>
                  <a:lnTo>
                    <a:pt x="77677" y="12172"/>
                  </a:lnTo>
                  <a:lnTo>
                    <a:pt x="82205" y="13302"/>
                  </a:lnTo>
                  <a:lnTo>
                    <a:pt x="85570" y="14141"/>
                  </a:lnTo>
                  <a:lnTo>
                    <a:pt x="85947" y="14227"/>
                  </a:lnTo>
                  <a:lnTo>
                    <a:pt x="94042" y="16064"/>
                  </a:lnTo>
                  <a:lnTo>
                    <a:pt x="98409" y="17056"/>
                  </a:lnTo>
                  <a:lnTo>
                    <a:pt x="98697" y="17121"/>
                  </a:lnTo>
                  <a:lnTo>
                    <a:pt x="98903" y="17167"/>
                  </a:lnTo>
                  <a:lnTo>
                    <a:pt x="100294" y="17476"/>
                  </a:lnTo>
                  <a:lnTo>
                    <a:pt x="101695" y="17787"/>
                  </a:lnTo>
                  <a:lnTo>
                    <a:pt x="100667" y="216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1776998" y="3048192"/>
              <a:ext cx="75729" cy="42261"/>
            </a:xfrm>
            <a:custGeom>
              <a:avLst/>
              <a:pathLst>
                <a:path w="75729" h="42261">
                  <a:moveTo>
                    <a:pt x="49227" y="4299"/>
                  </a:moveTo>
                  <a:lnTo>
                    <a:pt x="52349" y="4559"/>
                  </a:lnTo>
                  <a:lnTo>
                    <a:pt x="52589" y="4410"/>
                  </a:lnTo>
                  <a:lnTo>
                    <a:pt x="52843" y="4252"/>
                  </a:lnTo>
                  <a:lnTo>
                    <a:pt x="53002" y="4263"/>
                  </a:lnTo>
                  <a:lnTo>
                    <a:pt x="53353" y="4286"/>
                  </a:lnTo>
                  <a:lnTo>
                    <a:pt x="53558" y="4300"/>
                  </a:lnTo>
                  <a:lnTo>
                    <a:pt x="55558" y="4462"/>
                  </a:lnTo>
                  <a:lnTo>
                    <a:pt x="55815" y="4483"/>
                  </a:lnTo>
                  <a:lnTo>
                    <a:pt x="59377" y="4771"/>
                  </a:lnTo>
                  <a:lnTo>
                    <a:pt x="63144" y="5076"/>
                  </a:lnTo>
                  <a:lnTo>
                    <a:pt x="67052" y="5392"/>
                  </a:lnTo>
                  <a:lnTo>
                    <a:pt x="67330" y="5415"/>
                  </a:lnTo>
                  <a:lnTo>
                    <a:pt x="67211" y="6186"/>
                  </a:lnTo>
                  <a:lnTo>
                    <a:pt x="71921" y="6416"/>
                  </a:lnTo>
                  <a:lnTo>
                    <a:pt x="72877" y="6463"/>
                  </a:lnTo>
                  <a:lnTo>
                    <a:pt x="73224" y="6480"/>
                  </a:lnTo>
                  <a:lnTo>
                    <a:pt x="73230" y="6969"/>
                  </a:lnTo>
                  <a:lnTo>
                    <a:pt x="73259" y="9270"/>
                  </a:lnTo>
                  <a:lnTo>
                    <a:pt x="73263" y="9615"/>
                  </a:lnTo>
                  <a:lnTo>
                    <a:pt x="73267" y="9912"/>
                  </a:lnTo>
                  <a:lnTo>
                    <a:pt x="73270" y="10197"/>
                  </a:lnTo>
                  <a:lnTo>
                    <a:pt x="73293" y="12077"/>
                  </a:lnTo>
                  <a:lnTo>
                    <a:pt x="73308" y="13221"/>
                  </a:lnTo>
                  <a:lnTo>
                    <a:pt x="73312" y="13572"/>
                  </a:lnTo>
                  <a:lnTo>
                    <a:pt x="73338" y="15685"/>
                  </a:lnTo>
                  <a:lnTo>
                    <a:pt x="73355" y="17989"/>
                  </a:lnTo>
                  <a:lnTo>
                    <a:pt x="73370" y="20083"/>
                  </a:lnTo>
                  <a:lnTo>
                    <a:pt x="73373" y="20451"/>
                  </a:lnTo>
                  <a:lnTo>
                    <a:pt x="73380" y="21452"/>
                  </a:lnTo>
                  <a:lnTo>
                    <a:pt x="73381" y="21623"/>
                  </a:lnTo>
                  <a:lnTo>
                    <a:pt x="73409" y="25491"/>
                  </a:lnTo>
                  <a:lnTo>
                    <a:pt x="73425" y="27609"/>
                  </a:lnTo>
                  <a:lnTo>
                    <a:pt x="73471" y="27894"/>
                  </a:lnTo>
                  <a:lnTo>
                    <a:pt x="73687" y="29246"/>
                  </a:lnTo>
                  <a:lnTo>
                    <a:pt x="74794" y="31927"/>
                  </a:lnTo>
                  <a:lnTo>
                    <a:pt x="75101" y="32780"/>
                  </a:lnTo>
                  <a:lnTo>
                    <a:pt x="75729" y="35197"/>
                  </a:lnTo>
                  <a:lnTo>
                    <a:pt x="75636" y="36353"/>
                  </a:lnTo>
                  <a:lnTo>
                    <a:pt x="74990" y="40764"/>
                  </a:lnTo>
                  <a:lnTo>
                    <a:pt x="74928" y="41188"/>
                  </a:lnTo>
                  <a:lnTo>
                    <a:pt x="74743" y="42261"/>
                  </a:lnTo>
                  <a:lnTo>
                    <a:pt x="74547" y="42242"/>
                  </a:lnTo>
                  <a:lnTo>
                    <a:pt x="65142" y="41314"/>
                  </a:lnTo>
                  <a:lnTo>
                    <a:pt x="64267" y="41228"/>
                  </a:lnTo>
                  <a:lnTo>
                    <a:pt x="63895" y="40783"/>
                  </a:lnTo>
                  <a:lnTo>
                    <a:pt x="62985" y="38864"/>
                  </a:lnTo>
                  <a:lnTo>
                    <a:pt x="61810" y="38756"/>
                  </a:lnTo>
                  <a:lnTo>
                    <a:pt x="58548" y="38457"/>
                  </a:lnTo>
                  <a:lnTo>
                    <a:pt x="56536" y="38272"/>
                  </a:lnTo>
                  <a:lnTo>
                    <a:pt x="53304" y="37975"/>
                  </a:lnTo>
                  <a:lnTo>
                    <a:pt x="52990" y="37946"/>
                  </a:lnTo>
                  <a:lnTo>
                    <a:pt x="48390" y="37523"/>
                  </a:lnTo>
                  <a:lnTo>
                    <a:pt x="47734" y="37463"/>
                  </a:lnTo>
                  <a:lnTo>
                    <a:pt x="47860" y="36133"/>
                  </a:lnTo>
                  <a:lnTo>
                    <a:pt x="42767" y="35630"/>
                  </a:lnTo>
                  <a:lnTo>
                    <a:pt x="41093" y="34826"/>
                  </a:lnTo>
                  <a:lnTo>
                    <a:pt x="38273" y="34562"/>
                  </a:lnTo>
                  <a:lnTo>
                    <a:pt x="33523" y="34117"/>
                  </a:lnTo>
                  <a:lnTo>
                    <a:pt x="33449" y="34725"/>
                  </a:lnTo>
                  <a:lnTo>
                    <a:pt x="27901" y="34205"/>
                  </a:lnTo>
                  <a:lnTo>
                    <a:pt x="23399" y="33784"/>
                  </a:lnTo>
                  <a:lnTo>
                    <a:pt x="22293" y="33680"/>
                  </a:lnTo>
                  <a:lnTo>
                    <a:pt x="17804" y="33260"/>
                  </a:lnTo>
                  <a:lnTo>
                    <a:pt x="17108" y="33303"/>
                  </a:lnTo>
                  <a:lnTo>
                    <a:pt x="15959" y="40013"/>
                  </a:lnTo>
                  <a:lnTo>
                    <a:pt x="15863" y="40545"/>
                  </a:lnTo>
                  <a:lnTo>
                    <a:pt x="15184" y="40515"/>
                  </a:lnTo>
                  <a:lnTo>
                    <a:pt x="11394" y="40091"/>
                  </a:lnTo>
                  <a:lnTo>
                    <a:pt x="9423" y="39871"/>
                  </a:lnTo>
                  <a:lnTo>
                    <a:pt x="2299" y="39075"/>
                  </a:lnTo>
                  <a:lnTo>
                    <a:pt x="2079" y="39051"/>
                  </a:lnTo>
                  <a:lnTo>
                    <a:pt x="1740" y="39013"/>
                  </a:lnTo>
                  <a:lnTo>
                    <a:pt x="682" y="38895"/>
                  </a:lnTo>
                  <a:lnTo>
                    <a:pt x="0" y="38670"/>
                  </a:lnTo>
                  <a:lnTo>
                    <a:pt x="178" y="38278"/>
                  </a:lnTo>
                  <a:lnTo>
                    <a:pt x="463" y="37651"/>
                  </a:lnTo>
                  <a:lnTo>
                    <a:pt x="600" y="37348"/>
                  </a:lnTo>
                  <a:lnTo>
                    <a:pt x="1321" y="35666"/>
                  </a:lnTo>
                  <a:lnTo>
                    <a:pt x="1654" y="34739"/>
                  </a:lnTo>
                  <a:lnTo>
                    <a:pt x="1936" y="33951"/>
                  </a:lnTo>
                  <a:lnTo>
                    <a:pt x="2082" y="33543"/>
                  </a:lnTo>
                  <a:lnTo>
                    <a:pt x="3244" y="29778"/>
                  </a:lnTo>
                  <a:lnTo>
                    <a:pt x="3885" y="27095"/>
                  </a:lnTo>
                  <a:lnTo>
                    <a:pt x="4525" y="23610"/>
                  </a:lnTo>
                  <a:lnTo>
                    <a:pt x="4579" y="23090"/>
                  </a:lnTo>
                  <a:lnTo>
                    <a:pt x="4599" y="22888"/>
                  </a:lnTo>
                  <a:lnTo>
                    <a:pt x="4716" y="21747"/>
                  </a:lnTo>
                  <a:lnTo>
                    <a:pt x="4750" y="21413"/>
                  </a:lnTo>
                  <a:lnTo>
                    <a:pt x="4344" y="21342"/>
                  </a:lnTo>
                  <a:lnTo>
                    <a:pt x="4427" y="20818"/>
                  </a:lnTo>
                  <a:lnTo>
                    <a:pt x="7038" y="4203"/>
                  </a:lnTo>
                  <a:lnTo>
                    <a:pt x="7081" y="3929"/>
                  </a:lnTo>
                  <a:lnTo>
                    <a:pt x="7699" y="0"/>
                  </a:lnTo>
                  <a:lnTo>
                    <a:pt x="9907" y="358"/>
                  </a:lnTo>
                  <a:lnTo>
                    <a:pt x="11028" y="540"/>
                  </a:lnTo>
                  <a:lnTo>
                    <a:pt x="11411" y="602"/>
                  </a:lnTo>
                  <a:lnTo>
                    <a:pt x="12035" y="662"/>
                  </a:lnTo>
                  <a:lnTo>
                    <a:pt x="21571" y="1576"/>
                  </a:lnTo>
                  <a:lnTo>
                    <a:pt x="21993" y="1622"/>
                  </a:lnTo>
                  <a:lnTo>
                    <a:pt x="27941" y="2272"/>
                  </a:lnTo>
                  <a:lnTo>
                    <a:pt x="28376" y="2316"/>
                  </a:lnTo>
                  <a:lnTo>
                    <a:pt x="28523" y="2331"/>
                  </a:lnTo>
                  <a:lnTo>
                    <a:pt x="34772" y="2962"/>
                  </a:lnTo>
                  <a:lnTo>
                    <a:pt x="35079" y="2993"/>
                  </a:lnTo>
                  <a:lnTo>
                    <a:pt x="40885" y="3579"/>
                  </a:lnTo>
                  <a:lnTo>
                    <a:pt x="41714" y="3655"/>
                  </a:lnTo>
                  <a:lnTo>
                    <a:pt x="43677" y="3836"/>
                  </a:lnTo>
                  <a:lnTo>
                    <a:pt x="44430" y="3899"/>
                  </a:lnTo>
                  <a:lnTo>
                    <a:pt x="47991" y="4196"/>
                  </a:lnTo>
                  <a:lnTo>
                    <a:pt x="48371" y="42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1850229" y="3055161"/>
              <a:ext cx="81867" cy="38599"/>
            </a:xfrm>
            <a:custGeom>
              <a:avLst/>
              <a:pathLst>
                <a:path w="81867" h="38599">
                  <a:moveTo>
                    <a:pt x="76348" y="6099"/>
                  </a:moveTo>
                  <a:lnTo>
                    <a:pt x="79234" y="6364"/>
                  </a:lnTo>
                  <a:lnTo>
                    <a:pt x="79441" y="7732"/>
                  </a:lnTo>
                  <a:lnTo>
                    <a:pt x="79481" y="8003"/>
                  </a:lnTo>
                  <a:lnTo>
                    <a:pt x="79610" y="8852"/>
                  </a:lnTo>
                  <a:lnTo>
                    <a:pt x="80225" y="12931"/>
                  </a:lnTo>
                  <a:lnTo>
                    <a:pt x="80403" y="14114"/>
                  </a:lnTo>
                  <a:lnTo>
                    <a:pt x="80545" y="15052"/>
                  </a:lnTo>
                  <a:lnTo>
                    <a:pt x="80778" y="16596"/>
                  </a:lnTo>
                  <a:lnTo>
                    <a:pt x="81059" y="18459"/>
                  </a:lnTo>
                  <a:lnTo>
                    <a:pt x="81406" y="20968"/>
                  </a:lnTo>
                  <a:lnTo>
                    <a:pt x="81500" y="21646"/>
                  </a:lnTo>
                  <a:lnTo>
                    <a:pt x="81805" y="24195"/>
                  </a:lnTo>
                  <a:lnTo>
                    <a:pt x="81867" y="24709"/>
                  </a:lnTo>
                  <a:lnTo>
                    <a:pt x="76643" y="25671"/>
                  </a:lnTo>
                  <a:lnTo>
                    <a:pt x="74331" y="26097"/>
                  </a:lnTo>
                  <a:lnTo>
                    <a:pt x="74040" y="26144"/>
                  </a:lnTo>
                  <a:lnTo>
                    <a:pt x="70208" y="26759"/>
                  </a:lnTo>
                  <a:lnTo>
                    <a:pt x="67581" y="26909"/>
                  </a:lnTo>
                  <a:lnTo>
                    <a:pt x="66724" y="26965"/>
                  </a:lnTo>
                  <a:lnTo>
                    <a:pt x="65378" y="26949"/>
                  </a:lnTo>
                  <a:lnTo>
                    <a:pt x="65017" y="26930"/>
                  </a:lnTo>
                  <a:lnTo>
                    <a:pt x="63631" y="26814"/>
                  </a:lnTo>
                  <a:lnTo>
                    <a:pt x="57948" y="26122"/>
                  </a:lnTo>
                  <a:lnTo>
                    <a:pt x="53353" y="25714"/>
                  </a:lnTo>
                  <a:lnTo>
                    <a:pt x="51121" y="25515"/>
                  </a:lnTo>
                  <a:lnTo>
                    <a:pt x="50426" y="25453"/>
                  </a:lnTo>
                  <a:lnTo>
                    <a:pt x="43357" y="25088"/>
                  </a:lnTo>
                  <a:lnTo>
                    <a:pt x="36391" y="24341"/>
                  </a:lnTo>
                  <a:lnTo>
                    <a:pt x="29876" y="23808"/>
                  </a:lnTo>
                  <a:lnTo>
                    <a:pt x="29630" y="23785"/>
                  </a:lnTo>
                  <a:lnTo>
                    <a:pt x="29592" y="24165"/>
                  </a:lnTo>
                  <a:lnTo>
                    <a:pt x="29508" y="24995"/>
                  </a:lnTo>
                  <a:lnTo>
                    <a:pt x="29477" y="25305"/>
                  </a:lnTo>
                  <a:lnTo>
                    <a:pt x="29425" y="25822"/>
                  </a:lnTo>
                  <a:lnTo>
                    <a:pt x="28874" y="32629"/>
                  </a:lnTo>
                  <a:lnTo>
                    <a:pt x="28718" y="33812"/>
                  </a:lnTo>
                  <a:lnTo>
                    <a:pt x="28350" y="36590"/>
                  </a:lnTo>
                  <a:lnTo>
                    <a:pt x="28084" y="38599"/>
                  </a:lnTo>
                  <a:lnTo>
                    <a:pt x="24027" y="38134"/>
                  </a:lnTo>
                  <a:lnTo>
                    <a:pt x="23200" y="38196"/>
                  </a:lnTo>
                  <a:lnTo>
                    <a:pt x="23050" y="38208"/>
                  </a:lnTo>
                  <a:lnTo>
                    <a:pt x="18668" y="37806"/>
                  </a:lnTo>
                  <a:lnTo>
                    <a:pt x="13908" y="37370"/>
                  </a:lnTo>
                  <a:lnTo>
                    <a:pt x="14091" y="35469"/>
                  </a:lnTo>
                  <a:lnTo>
                    <a:pt x="2007" y="34249"/>
                  </a:lnTo>
                  <a:lnTo>
                    <a:pt x="1697" y="34218"/>
                  </a:lnTo>
                  <a:lnTo>
                    <a:pt x="1759" y="33794"/>
                  </a:lnTo>
                  <a:lnTo>
                    <a:pt x="2406" y="29384"/>
                  </a:lnTo>
                  <a:lnTo>
                    <a:pt x="2499" y="28227"/>
                  </a:lnTo>
                  <a:lnTo>
                    <a:pt x="1871" y="25811"/>
                  </a:lnTo>
                  <a:lnTo>
                    <a:pt x="1564" y="24957"/>
                  </a:lnTo>
                  <a:lnTo>
                    <a:pt x="457" y="22276"/>
                  </a:lnTo>
                  <a:lnTo>
                    <a:pt x="240" y="20925"/>
                  </a:lnTo>
                  <a:lnTo>
                    <a:pt x="194" y="20640"/>
                  </a:lnTo>
                  <a:lnTo>
                    <a:pt x="179" y="18521"/>
                  </a:lnTo>
                  <a:lnTo>
                    <a:pt x="151" y="14653"/>
                  </a:lnTo>
                  <a:lnTo>
                    <a:pt x="150" y="14482"/>
                  </a:lnTo>
                  <a:lnTo>
                    <a:pt x="143" y="13482"/>
                  </a:lnTo>
                  <a:lnTo>
                    <a:pt x="140" y="13113"/>
                  </a:lnTo>
                  <a:lnTo>
                    <a:pt x="125" y="11019"/>
                  </a:lnTo>
                  <a:lnTo>
                    <a:pt x="108" y="8715"/>
                  </a:lnTo>
                  <a:lnTo>
                    <a:pt x="82" y="6602"/>
                  </a:lnTo>
                  <a:lnTo>
                    <a:pt x="77" y="6252"/>
                  </a:lnTo>
                  <a:lnTo>
                    <a:pt x="63" y="5108"/>
                  </a:lnTo>
                  <a:lnTo>
                    <a:pt x="40" y="3227"/>
                  </a:lnTo>
                  <a:lnTo>
                    <a:pt x="36" y="2943"/>
                  </a:lnTo>
                  <a:lnTo>
                    <a:pt x="32" y="2645"/>
                  </a:lnTo>
                  <a:lnTo>
                    <a:pt x="28" y="2301"/>
                  </a:lnTo>
                  <a:lnTo>
                    <a:pt x="0" y="0"/>
                  </a:lnTo>
                  <a:lnTo>
                    <a:pt x="450" y="28"/>
                  </a:lnTo>
                  <a:lnTo>
                    <a:pt x="5312" y="341"/>
                  </a:lnTo>
                  <a:lnTo>
                    <a:pt x="12165" y="783"/>
                  </a:lnTo>
                  <a:lnTo>
                    <a:pt x="15244" y="981"/>
                  </a:lnTo>
                  <a:lnTo>
                    <a:pt x="17412" y="1120"/>
                  </a:lnTo>
                  <a:lnTo>
                    <a:pt x="18958" y="1220"/>
                  </a:lnTo>
                  <a:lnTo>
                    <a:pt x="20881" y="1344"/>
                  </a:lnTo>
                  <a:lnTo>
                    <a:pt x="22560" y="1452"/>
                  </a:lnTo>
                  <a:lnTo>
                    <a:pt x="25722" y="1655"/>
                  </a:lnTo>
                  <a:lnTo>
                    <a:pt x="25965" y="1671"/>
                  </a:lnTo>
                  <a:lnTo>
                    <a:pt x="29526" y="1900"/>
                  </a:lnTo>
                  <a:lnTo>
                    <a:pt x="30006" y="1931"/>
                  </a:lnTo>
                  <a:lnTo>
                    <a:pt x="37883" y="2438"/>
                  </a:lnTo>
                  <a:lnTo>
                    <a:pt x="38468" y="2489"/>
                  </a:lnTo>
                  <a:lnTo>
                    <a:pt x="40514" y="2667"/>
                  </a:lnTo>
                  <a:lnTo>
                    <a:pt x="47437" y="3323"/>
                  </a:lnTo>
                  <a:lnTo>
                    <a:pt x="47596" y="3338"/>
                  </a:lnTo>
                  <a:lnTo>
                    <a:pt x="51091" y="3669"/>
                  </a:lnTo>
                  <a:lnTo>
                    <a:pt x="53486" y="3896"/>
                  </a:lnTo>
                  <a:lnTo>
                    <a:pt x="55427" y="4079"/>
                  </a:lnTo>
                  <a:lnTo>
                    <a:pt x="55863" y="4122"/>
                  </a:lnTo>
                  <a:lnTo>
                    <a:pt x="60224" y="4552"/>
                  </a:lnTo>
                  <a:lnTo>
                    <a:pt x="63880" y="4912"/>
                  </a:lnTo>
                  <a:lnTo>
                    <a:pt x="65923" y="5113"/>
                  </a:lnTo>
                  <a:lnTo>
                    <a:pt x="68562" y="5372"/>
                  </a:lnTo>
                  <a:lnTo>
                    <a:pt x="69394" y="5454"/>
                  </a:lnTo>
                  <a:lnTo>
                    <a:pt x="71364" y="5633"/>
                  </a:lnTo>
                  <a:lnTo>
                    <a:pt x="72649" y="5750"/>
                  </a:lnTo>
                  <a:lnTo>
                    <a:pt x="73671" y="5843"/>
                  </a:lnTo>
                  <a:lnTo>
                    <a:pt x="74085" y="588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1849587" y="3078946"/>
              <a:ext cx="88887" cy="60356"/>
            </a:xfrm>
            <a:custGeom>
              <a:avLst/>
              <a:pathLst>
                <a:path w="88887" h="60356">
                  <a:moveTo>
                    <a:pt x="66020" y="3163"/>
                  </a:moveTo>
                  <a:lnTo>
                    <a:pt x="67366" y="3180"/>
                  </a:lnTo>
                  <a:lnTo>
                    <a:pt x="68223" y="3123"/>
                  </a:lnTo>
                  <a:lnTo>
                    <a:pt x="70850" y="2974"/>
                  </a:lnTo>
                  <a:lnTo>
                    <a:pt x="74682" y="2358"/>
                  </a:lnTo>
                  <a:lnTo>
                    <a:pt x="74973" y="2312"/>
                  </a:lnTo>
                  <a:lnTo>
                    <a:pt x="77289" y="1885"/>
                  </a:lnTo>
                  <a:lnTo>
                    <a:pt x="82509" y="924"/>
                  </a:lnTo>
                  <a:lnTo>
                    <a:pt x="82633" y="1785"/>
                  </a:lnTo>
                  <a:lnTo>
                    <a:pt x="82800" y="3461"/>
                  </a:lnTo>
                  <a:lnTo>
                    <a:pt x="82825" y="3708"/>
                  </a:lnTo>
                  <a:lnTo>
                    <a:pt x="82931" y="4289"/>
                  </a:lnTo>
                  <a:lnTo>
                    <a:pt x="83101" y="5326"/>
                  </a:lnTo>
                  <a:lnTo>
                    <a:pt x="83486" y="7664"/>
                  </a:lnTo>
                  <a:lnTo>
                    <a:pt x="83755" y="8899"/>
                  </a:lnTo>
                  <a:lnTo>
                    <a:pt x="83942" y="9766"/>
                  </a:lnTo>
                  <a:lnTo>
                    <a:pt x="84186" y="11039"/>
                  </a:lnTo>
                  <a:lnTo>
                    <a:pt x="84459" y="12468"/>
                  </a:lnTo>
                  <a:lnTo>
                    <a:pt x="84495" y="12657"/>
                  </a:lnTo>
                  <a:lnTo>
                    <a:pt x="85168" y="17207"/>
                  </a:lnTo>
                  <a:lnTo>
                    <a:pt x="85459" y="19293"/>
                  </a:lnTo>
                  <a:lnTo>
                    <a:pt x="85536" y="19839"/>
                  </a:lnTo>
                  <a:lnTo>
                    <a:pt x="85568" y="20074"/>
                  </a:lnTo>
                  <a:lnTo>
                    <a:pt x="85784" y="21619"/>
                  </a:lnTo>
                  <a:lnTo>
                    <a:pt x="86065" y="23632"/>
                  </a:lnTo>
                  <a:lnTo>
                    <a:pt x="86452" y="25621"/>
                  </a:lnTo>
                  <a:lnTo>
                    <a:pt x="86507" y="25900"/>
                  </a:lnTo>
                  <a:lnTo>
                    <a:pt x="87091" y="28903"/>
                  </a:lnTo>
                  <a:lnTo>
                    <a:pt x="87634" y="32921"/>
                  </a:lnTo>
                  <a:lnTo>
                    <a:pt x="87705" y="33441"/>
                  </a:lnTo>
                  <a:lnTo>
                    <a:pt x="88101" y="36368"/>
                  </a:lnTo>
                  <a:lnTo>
                    <a:pt x="88538" y="39599"/>
                  </a:lnTo>
                  <a:lnTo>
                    <a:pt x="88763" y="40933"/>
                  </a:lnTo>
                  <a:lnTo>
                    <a:pt x="88887" y="41671"/>
                  </a:lnTo>
                  <a:lnTo>
                    <a:pt x="87322" y="41916"/>
                  </a:lnTo>
                  <a:lnTo>
                    <a:pt x="85434" y="42212"/>
                  </a:lnTo>
                  <a:lnTo>
                    <a:pt x="84993" y="42281"/>
                  </a:lnTo>
                  <a:lnTo>
                    <a:pt x="84076" y="42425"/>
                  </a:lnTo>
                  <a:lnTo>
                    <a:pt x="83843" y="42462"/>
                  </a:lnTo>
                  <a:lnTo>
                    <a:pt x="83363" y="42537"/>
                  </a:lnTo>
                  <a:lnTo>
                    <a:pt x="76030" y="43652"/>
                  </a:lnTo>
                  <a:lnTo>
                    <a:pt x="70434" y="44503"/>
                  </a:lnTo>
                  <a:lnTo>
                    <a:pt x="61342" y="45885"/>
                  </a:lnTo>
                  <a:lnTo>
                    <a:pt x="56168" y="46672"/>
                  </a:lnTo>
                  <a:lnTo>
                    <a:pt x="50831" y="47484"/>
                  </a:lnTo>
                  <a:lnTo>
                    <a:pt x="46645" y="48151"/>
                  </a:lnTo>
                  <a:lnTo>
                    <a:pt x="44201" y="49729"/>
                  </a:lnTo>
                  <a:lnTo>
                    <a:pt x="40130" y="53245"/>
                  </a:lnTo>
                  <a:lnTo>
                    <a:pt x="31772" y="60356"/>
                  </a:lnTo>
                  <a:lnTo>
                    <a:pt x="31657" y="60217"/>
                  </a:lnTo>
                  <a:lnTo>
                    <a:pt x="28146" y="56266"/>
                  </a:lnTo>
                  <a:lnTo>
                    <a:pt x="28005" y="56106"/>
                  </a:lnTo>
                  <a:lnTo>
                    <a:pt x="25677" y="53373"/>
                  </a:lnTo>
                  <a:lnTo>
                    <a:pt x="22261" y="49362"/>
                  </a:lnTo>
                  <a:lnTo>
                    <a:pt x="20334" y="47099"/>
                  </a:lnTo>
                  <a:lnTo>
                    <a:pt x="18982" y="45510"/>
                  </a:lnTo>
                  <a:lnTo>
                    <a:pt x="12552" y="37959"/>
                  </a:lnTo>
                  <a:lnTo>
                    <a:pt x="8958" y="33957"/>
                  </a:lnTo>
                  <a:lnTo>
                    <a:pt x="5490" y="30095"/>
                  </a:lnTo>
                  <a:lnTo>
                    <a:pt x="327" y="24345"/>
                  </a:lnTo>
                  <a:lnTo>
                    <a:pt x="0" y="23980"/>
                  </a:lnTo>
                  <a:lnTo>
                    <a:pt x="19" y="23752"/>
                  </a:lnTo>
                  <a:lnTo>
                    <a:pt x="285" y="22226"/>
                  </a:lnTo>
                  <a:lnTo>
                    <a:pt x="331" y="21963"/>
                  </a:lnTo>
                  <a:lnTo>
                    <a:pt x="1376" y="16033"/>
                  </a:lnTo>
                  <a:lnTo>
                    <a:pt x="1417" y="15798"/>
                  </a:lnTo>
                  <a:lnTo>
                    <a:pt x="1475" y="15465"/>
                  </a:lnTo>
                  <a:lnTo>
                    <a:pt x="2155" y="11506"/>
                  </a:lnTo>
                  <a:lnTo>
                    <a:pt x="2339" y="10433"/>
                  </a:lnTo>
                  <a:lnTo>
                    <a:pt x="2649" y="10464"/>
                  </a:lnTo>
                  <a:lnTo>
                    <a:pt x="14733" y="11684"/>
                  </a:lnTo>
                  <a:lnTo>
                    <a:pt x="14550" y="13585"/>
                  </a:lnTo>
                  <a:lnTo>
                    <a:pt x="19310" y="14021"/>
                  </a:lnTo>
                  <a:lnTo>
                    <a:pt x="23692" y="14422"/>
                  </a:lnTo>
                  <a:lnTo>
                    <a:pt x="23842" y="14411"/>
                  </a:lnTo>
                  <a:lnTo>
                    <a:pt x="24669" y="14349"/>
                  </a:lnTo>
                  <a:lnTo>
                    <a:pt x="28726" y="14814"/>
                  </a:lnTo>
                  <a:lnTo>
                    <a:pt x="28992" y="12805"/>
                  </a:lnTo>
                  <a:lnTo>
                    <a:pt x="29359" y="10027"/>
                  </a:lnTo>
                  <a:lnTo>
                    <a:pt x="29516" y="8844"/>
                  </a:lnTo>
                  <a:lnTo>
                    <a:pt x="30067" y="2036"/>
                  </a:lnTo>
                  <a:lnTo>
                    <a:pt x="30119" y="1519"/>
                  </a:lnTo>
                  <a:lnTo>
                    <a:pt x="30150" y="1210"/>
                  </a:lnTo>
                  <a:lnTo>
                    <a:pt x="30233" y="380"/>
                  </a:lnTo>
                  <a:lnTo>
                    <a:pt x="30272" y="0"/>
                  </a:lnTo>
                  <a:lnTo>
                    <a:pt x="30518" y="23"/>
                  </a:lnTo>
                  <a:lnTo>
                    <a:pt x="37033" y="556"/>
                  </a:lnTo>
                  <a:lnTo>
                    <a:pt x="43998" y="1302"/>
                  </a:lnTo>
                  <a:lnTo>
                    <a:pt x="51068" y="1668"/>
                  </a:lnTo>
                  <a:lnTo>
                    <a:pt x="51763" y="1730"/>
                  </a:lnTo>
                  <a:lnTo>
                    <a:pt x="53995" y="1928"/>
                  </a:lnTo>
                  <a:lnTo>
                    <a:pt x="58590" y="2337"/>
                  </a:lnTo>
                  <a:lnTo>
                    <a:pt x="64272" y="3029"/>
                  </a:lnTo>
                  <a:lnTo>
                    <a:pt x="65659" y="314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1849248" y="3102927"/>
              <a:ext cx="97439" cy="95027"/>
            </a:xfrm>
            <a:custGeom>
              <a:avLst/>
              <a:pathLst>
                <a:path w="97439" h="95027">
                  <a:moveTo>
                    <a:pt x="31995" y="36236"/>
                  </a:moveTo>
                  <a:lnTo>
                    <a:pt x="32111" y="36375"/>
                  </a:lnTo>
                  <a:lnTo>
                    <a:pt x="40468" y="29264"/>
                  </a:lnTo>
                  <a:lnTo>
                    <a:pt x="44540" y="25748"/>
                  </a:lnTo>
                  <a:lnTo>
                    <a:pt x="47046" y="24130"/>
                  </a:lnTo>
                  <a:lnTo>
                    <a:pt x="51170" y="23503"/>
                  </a:lnTo>
                  <a:lnTo>
                    <a:pt x="56506" y="22691"/>
                  </a:lnTo>
                  <a:lnTo>
                    <a:pt x="61680" y="21904"/>
                  </a:lnTo>
                  <a:lnTo>
                    <a:pt x="70772" y="20522"/>
                  </a:lnTo>
                  <a:lnTo>
                    <a:pt x="76369" y="19671"/>
                  </a:lnTo>
                  <a:lnTo>
                    <a:pt x="83701" y="18556"/>
                  </a:lnTo>
                  <a:lnTo>
                    <a:pt x="84181" y="18481"/>
                  </a:lnTo>
                  <a:lnTo>
                    <a:pt x="84415" y="18444"/>
                  </a:lnTo>
                  <a:lnTo>
                    <a:pt x="85331" y="18300"/>
                  </a:lnTo>
                  <a:lnTo>
                    <a:pt x="85772" y="18231"/>
                  </a:lnTo>
                  <a:lnTo>
                    <a:pt x="87661" y="17935"/>
                  </a:lnTo>
                  <a:lnTo>
                    <a:pt x="89225" y="17690"/>
                  </a:lnTo>
                  <a:lnTo>
                    <a:pt x="89290" y="18075"/>
                  </a:lnTo>
                  <a:lnTo>
                    <a:pt x="89364" y="18510"/>
                  </a:lnTo>
                  <a:lnTo>
                    <a:pt x="89836" y="21281"/>
                  </a:lnTo>
                  <a:lnTo>
                    <a:pt x="90022" y="22777"/>
                  </a:lnTo>
                  <a:lnTo>
                    <a:pt x="90347" y="25405"/>
                  </a:lnTo>
                  <a:lnTo>
                    <a:pt x="90427" y="26051"/>
                  </a:lnTo>
                  <a:lnTo>
                    <a:pt x="90600" y="27449"/>
                  </a:lnTo>
                  <a:lnTo>
                    <a:pt x="90765" y="28750"/>
                  </a:lnTo>
                  <a:lnTo>
                    <a:pt x="90990" y="30529"/>
                  </a:lnTo>
                  <a:lnTo>
                    <a:pt x="91144" y="31746"/>
                  </a:lnTo>
                  <a:lnTo>
                    <a:pt x="91230" y="32420"/>
                  </a:lnTo>
                  <a:lnTo>
                    <a:pt x="91441" y="34090"/>
                  </a:lnTo>
                  <a:lnTo>
                    <a:pt x="92813" y="42805"/>
                  </a:lnTo>
                  <a:lnTo>
                    <a:pt x="93812" y="49083"/>
                  </a:lnTo>
                  <a:lnTo>
                    <a:pt x="93961" y="50015"/>
                  </a:lnTo>
                  <a:lnTo>
                    <a:pt x="94010" y="50321"/>
                  </a:lnTo>
                  <a:lnTo>
                    <a:pt x="94344" y="52423"/>
                  </a:lnTo>
                  <a:lnTo>
                    <a:pt x="95318" y="58539"/>
                  </a:lnTo>
                  <a:lnTo>
                    <a:pt x="95560" y="60061"/>
                  </a:lnTo>
                  <a:lnTo>
                    <a:pt x="97026" y="69273"/>
                  </a:lnTo>
                  <a:lnTo>
                    <a:pt x="97253" y="70697"/>
                  </a:lnTo>
                  <a:lnTo>
                    <a:pt x="97390" y="71558"/>
                  </a:lnTo>
                  <a:lnTo>
                    <a:pt x="97439" y="72310"/>
                  </a:lnTo>
                  <a:lnTo>
                    <a:pt x="96533" y="72453"/>
                  </a:lnTo>
                  <a:lnTo>
                    <a:pt x="95802" y="72568"/>
                  </a:lnTo>
                  <a:lnTo>
                    <a:pt x="93434" y="72941"/>
                  </a:lnTo>
                  <a:lnTo>
                    <a:pt x="92908" y="73024"/>
                  </a:lnTo>
                  <a:lnTo>
                    <a:pt x="84943" y="74279"/>
                  </a:lnTo>
                  <a:lnTo>
                    <a:pt x="84736" y="74311"/>
                  </a:lnTo>
                  <a:lnTo>
                    <a:pt x="74661" y="75920"/>
                  </a:lnTo>
                  <a:lnTo>
                    <a:pt x="72397" y="77042"/>
                  </a:lnTo>
                  <a:lnTo>
                    <a:pt x="71763" y="77512"/>
                  </a:lnTo>
                  <a:lnTo>
                    <a:pt x="71595" y="77637"/>
                  </a:lnTo>
                  <a:lnTo>
                    <a:pt x="67467" y="80700"/>
                  </a:lnTo>
                  <a:lnTo>
                    <a:pt x="61142" y="85393"/>
                  </a:lnTo>
                  <a:lnTo>
                    <a:pt x="58848" y="87095"/>
                  </a:lnTo>
                  <a:lnTo>
                    <a:pt x="58121" y="87734"/>
                  </a:lnTo>
                  <a:lnTo>
                    <a:pt x="57427" y="88344"/>
                  </a:lnTo>
                  <a:lnTo>
                    <a:pt x="56481" y="89317"/>
                  </a:lnTo>
                  <a:lnTo>
                    <a:pt x="55120" y="90715"/>
                  </a:lnTo>
                  <a:lnTo>
                    <a:pt x="51138" y="95027"/>
                  </a:lnTo>
                  <a:lnTo>
                    <a:pt x="47823" y="91997"/>
                  </a:lnTo>
                  <a:lnTo>
                    <a:pt x="44422" y="88889"/>
                  </a:lnTo>
                  <a:lnTo>
                    <a:pt x="41176" y="85922"/>
                  </a:lnTo>
                  <a:lnTo>
                    <a:pt x="39106" y="84031"/>
                  </a:lnTo>
                  <a:lnTo>
                    <a:pt x="37738" y="82780"/>
                  </a:lnTo>
                  <a:lnTo>
                    <a:pt x="34468" y="79792"/>
                  </a:lnTo>
                  <a:lnTo>
                    <a:pt x="30991" y="76614"/>
                  </a:lnTo>
                  <a:lnTo>
                    <a:pt x="26771" y="72757"/>
                  </a:lnTo>
                  <a:lnTo>
                    <a:pt x="26515" y="72523"/>
                  </a:lnTo>
                  <a:lnTo>
                    <a:pt x="25994" y="72185"/>
                  </a:lnTo>
                  <a:lnTo>
                    <a:pt x="25090" y="71409"/>
                  </a:lnTo>
                  <a:lnTo>
                    <a:pt x="23761" y="69117"/>
                  </a:lnTo>
                  <a:lnTo>
                    <a:pt x="23505" y="68338"/>
                  </a:lnTo>
                  <a:lnTo>
                    <a:pt x="22933" y="66600"/>
                  </a:lnTo>
                  <a:lnTo>
                    <a:pt x="22689" y="63983"/>
                  </a:lnTo>
                  <a:lnTo>
                    <a:pt x="16802" y="64804"/>
                  </a:lnTo>
                  <a:lnTo>
                    <a:pt x="9855" y="65720"/>
                  </a:lnTo>
                  <a:lnTo>
                    <a:pt x="9507" y="65766"/>
                  </a:lnTo>
                  <a:lnTo>
                    <a:pt x="9476" y="65563"/>
                  </a:lnTo>
                  <a:lnTo>
                    <a:pt x="8310" y="56687"/>
                  </a:lnTo>
                  <a:lnTo>
                    <a:pt x="8228" y="56064"/>
                  </a:lnTo>
                  <a:lnTo>
                    <a:pt x="8170" y="55623"/>
                  </a:lnTo>
                  <a:lnTo>
                    <a:pt x="7720" y="53261"/>
                  </a:lnTo>
                  <a:lnTo>
                    <a:pt x="7339" y="51260"/>
                  </a:lnTo>
                  <a:lnTo>
                    <a:pt x="6946" y="48721"/>
                  </a:lnTo>
                  <a:lnTo>
                    <a:pt x="5343" y="38383"/>
                  </a:lnTo>
                  <a:lnTo>
                    <a:pt x="4564" y="33359"/>
                  </a:lnTo>
                  <a:lnTo>
                    <a:pt x="3829" y="28619"/>
                  </a:lnTo>
                  <a:lnTo>
                    <a:pt x="2823" y="22131"/>
                  </a:lnTo>
                  <a:lnTo>
                    <a:pt x="1770" y="15303"/>
                  </a:lnTo>
                  <a:lnTo>
                    <a:pt x="1610" y="14268"/>
                  </a:lnTo>
                  <a:lnTo>
                    <a:pt x="474" y="8311"/>
                  </a:lnTo>
                  <a:lnTo>
                    <a:pt x="256" y="7167"/>
                  </a:lnTo>
                  <a:lnTo>
                    <a:pt x="173" y="6735"/>
                  </a:lnTo>
                  <a:lnTo>
                    <a:pt x="0" y="3998"/>
                  </a:lnTo>
                  <a:lnTo>
                    <a:pt x="338" y="0"/>
                  </a:lnTo>
                  <a:lnTo>
                    <a:pt x="665" y="364"/>
                  </a:lnTo>
                  <a:lnTo>
                    <a:pt x="5829" y="6114"/>
                  </a:lnTo>
                  <a:lnTo>
                    <a:pt x="9296" y="9976"/>
                  </a:lnTo>
                  <a:lnTo>
                    <a:pt x="12985" y="14090"/>
                  </a:lnTo>
                  <a:lnTo>
                    <a:pt x="19320" y="21529"/>
                  </a:lnTo>
                  <a:lnTo>
                    <a:pt x="20673" y="23118"/>
                  </a:lnTo>
                  <a:lnTo>
                    <a:pt x="22600" y="25381"/>
                  </a:lnTo>
                  <a:lnTo>
                    <a:pt x="26016" y="29392"/>
                  </a:lnTo>
                  <a:lnTo>
                    <a:pt x="28343" y="32125"/>
                  </a:lnTo>
                  <a:lnTo>
                    <a:pt x="28485" y="322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1758877" y="3081452"/>
              <a:ext cx="93213" cy="48334"/>
            </a:xfrm>
            <a:custGeom>
              <a:avLst/>
              <a:pathLst>
                <a:path w="93213" h="48334">
                  <a:moveTo>
                    <a:pt x="46022" y="945"/>
                  </a:moveTo>
                  <a:lnTo>
                    <a:pt x="51570" y="1465"/>
                  </a:lnTo>
                  <a:lnTo>
                    <a:pt x="51644" y="857"/>
                  </a:lnTo>
                  <a:lnTo>
                    <a:pt x="56394" y="1302"/>
                  </a:lnTo>
                  <a:lnTo>
                    <a:pt x="59215" y="1566"/>
                  </a:lnTo>
                  <a:lnTo>
                    <a:pt x="60934" y="2393"/>
                  </a:lnTo>
                  <a:lnTo>
                    <a:pt x="65981" y="2873"/>
                  </a:lnTo>
                  <a:lnTo>
                    <a:pt x="65855" y="4203"/>
                  </a:lnTo>
                  <a:lnTo>
                    <a:pt x="66511" y="4263"/>
                  </a:lnTo>
                  <a:lnTo>
                    <a:pt x="71111" y="4686"/>
                  </a:lnTo>
                  <a:lnTo>
                    <a:pt x="71426" y="4715"/>
                  </a:lnTo>
                  <a:lnTo>
                    <a:pt x="74657" y="5012"/>
                  </a:lnTo>
                  <a:lnTo>
                    <a:pt x="76742" y="5203"/>
                  </a:lnTo>
                  <a:lnTo>
                    <a:pt x="79931" y="5496"/>
                  </a:lnTo>
                  <a:lnTo>
                    <a:pt x="81106" y="5604"/>
                  </a:lnTo>
                  <a:lnTo>
                    <a:pt x="82017" y="7523"/>
                  </a:lnTo>
                  <a:lnTo>
                    <a:pt x="82388" y="7968"/>
                  </a:lnTo>
                  <a:lnTo>
                    <a:pt x="83263" y="8054"/>
                  </a:lnTo>
                  <a:lnTo>
                    <a:pt x="92668" y="8982"/>
                  </a:lnTo>
                  <a:lnTo>
                    <a:pt x="92864" y="9001"/>
                  </a:lnTo>
                  <a:lnTo>
                    <a:pt x="92184" y="12960"/>
                  </a:lnTo>
                  <a:lnTo>
                    <a:pt x="92127" y="13293"/>
                  </a:lnTo>
                  <a:lnTo>
                    <a:pt x="92086" y="13528"/>
                  </a:lnTo>
                  <a:lnTo>
                    <a:pt x="91019" y="19578"/>
                  </a:lnTo>
                  <a:lnTo>
                    <a:pt x="90994" y="19721"/>
                  </a:lnTo>
                  <a:lnTo>
                    <a:pt x="90728" y="21246"/>
                  </a:lnTo>
                  <a:lnTo>
                    <a:pt x="90709" y="21475"/>
                  </a:lnTo>
                  <a:lnTo>
                    <a:pt x="90371" y="25473"/>
                  </a:lnTo>
                  <a:lnTo>
                    <a:pt x="90550" y="28238"/>
                  </a:lnTo>
                  <a:lnTo>
                    <a:pt x="90627" y="28643"/>
                  </a:lnTo>
                  <a:lnTo>
                    <a:pt x="90845" y="29786"/>
                  </a:lnTo>
                  <a:lnTo>
                    <a:pt x="91982" y="35744"/>
                  </a:lnTo>
                  <a:lnTo>
                    <a:pt x="92141" y="36778"/>
                  </a:lnTo>
                  <a:lnTo>
                    <a:pt x="93213" y="43729"/>
                  </a:lnTo>
                  <a:lnTo>
                    <a:pt x="92908" y="43774"/>
                  </a:lnTo>
                  <a:lnTo>
                    <a:pt x="87633" y="44556"/>
                  </a:lnTo>
                  <a:lnTo>
                    <a:pt x="86774" y="44705"/>
                  </a:lnTo>
                  <a:lnTo>
                    <a:pt x="80784" y="45744"/>
                  </a:lnTo>
                  <a:lnTo>
                    <a:pt x="78822" y="45837"/>
                  </a:lnTo>
                  <a:lnTo>
                    <a:pt x="77687" y="45837"/>
                  </a:lnTo>
                  <a:lnTo>
                    <a:pt x="77166" y="45811"/>
                  </a:lnTo>
                  <a:lnTo>
                    <a:pt x="76296" y="45661"/>
                  </a:lnTo>
                  <a:lnTo>
                    <a:pt x="76107" y="45653"/>
                  </a:lnTo>
                  <a:lnTo>
                    <a:pt x="73130" y="45529"/>
                  </a:lnTo>
                  <a:lnTo>
                    <a:pt x="72184" y="45490"/>
                  </a:lnTo>
                  <a:lnTo>
                    <a:pt x="67875" y="45342"/>
                  </a:lnTo>
                  <a:lnTo>
                    <a:pt x="62989" y="45173"/>
                  </a:lnTo>
                  <a:lnTo>
                    <a:pt x="62710" y="45147"/>
                  </a:lnTo>
                  <a:lnTo>
                    <a:pt x="57923" y="44698"/>
                  </a:lnTo>
                  <a:lnTo>
                    <a:pt x="57790" y="44692"/>
                  </a:lnTo>
                  <a:lnTo>
                    <a:pt x="53022" y="44480"/>
                  </a:lnTo>
                  <a:lnTo>
                    <a:pt x="48418" y="44275"/>
                  </a:lnTo>
                  <a:lnTo>
                    <a:pt x="44095" y="44083"/>
                  </a:lnTo>
                  <a:lnTo>
                    <a:pt x="43324" y="43960"/>
                  </a:lnTo>
                  <a:lnTo>
                    <a:pt x="42972" y="43904"/>
                  </a:lnTo>
                  <a:lnTo>
                    <a:pt x="34812" y="43562"/>
                  </a:lnTo>
                  <a:lnTo>
                    <a:pt x="34227" y="43522"/>
                  </a:lnTo>
                  <a:lnTo>
                    <a:pt x="33573" y="43477"/>
                  </a:lnTo>
                  <a:lnTo>
                    <a:pt x="31561" y="43520"/>
                  </a:lnTo>
                  <a:lnTo>
                    <a:pt x="29579" y="43564"/>
                  </a:lnTo>
                  <a:lnTo>
                    <a:pt x="28951" y="43467"/>
                  </a:lnTo>
                  <a:lnTo>
                    <a:pt x="28969" y="47763"/>
                  </a:lnTo>
                  <a:lnTo>
                    <a:pt x="29137" y="48334"/>
                  </a:lnTo>
                  <a:lnTo>
                    <a:pt x="24627" y="48144"/>
                  </a:lnTo>
                  <a:lnTo>
                    <a:pt x="23441" y="47968"/>
                  </a:lnTo>
                  <a:lnTo>
                    <a:pt x="22560" y="47744"/>
                  </a:lnTo>
                  <a:lnTo>
                    <a:pt x="22075" y="47556"/>
                  </a:lnTo>
                  <a:lnTo>
                    <a:pt x="20448" y="46928"/>
                  </a:lnTo>
                  <a:lnTo>
                    <a:pt x="17452" y="45599"/>
                  </a:lnTo>
                  <a:lnTo>
                    <a:pt x="14955" y="44491"/>
                  </a:lnTo>
                  <a:lnTo>
                    <a:pt x="14492" y="44272"/>
                  </a:lnTo>
                  <a:lnTo>
                    <a:pt x="12872" y="43506"/>
                  </a:lnTo>
                  <a:lnTo>
                    <a:pt x="9166" y="41753"/>
                  </a:lnTo>
                  <a:lnTo>
                    <a:pt x="2535" y="38616"/>
                  </a:lnTo>
                  <a:lnTo>
                    <a:pt x="1015" y="37897"/>
                  </a:lnTo>
                  <a:lnTo>
                    <a:pt x="751" y="37772"/>
                  </a:lnTo>
                  <a:lnTo>
                    <a:pt x="347" y="37581"/>
                  </a:lnTo>
                  <a:lnTo>
                    <a:pt x="155" y="37490"/>
                  </a:lnTo>
                  <a:lnTo>
                    <a:pt x="0" y="37432"/>
                  </a:lnTo>
                  <a:lnTo>
                    <a:pt x="1017" y="35584"/>
                  </a:lnTo>
                  <a:lnTo>
                    <a:pt x="1133" y="35373"/>
                  </a:lnTo>
                  <a:lnTo>
                    <a:pt x="1282" y="35103"/>
                  </a:lnTo>
                  <a:lnTo>
                    <a:pt x="1819" y="34128"/>
                  </a:lnTo>
                  <a:lnTo>
                    <a:pt x="3381" y="31284"/>
                  </a:lnTo>
                  <a:lnTo>
                    <a:pt x="3707" y="30695"/>
                  </a:lnTo>
                  <a:lnTo>
                    <a:pt x="5534" y="27395"/>
                  </a:lnTo>
                  <a:lnTo>
                    <a:pt x="7026" y="24701"/>
                  </a:lnTo>
                  <a:lnTo>
                    <a:pt x="7106" y="24555"/>
                  </a:lnTo>
                  <a:lnTo>
                    <a:pt x="8056" y="22907"/>
                  </a:lnTo>
                  <a:lnTo>
                    <a:pt x="11322" y="17238"/>
                  </a:lnTo>
                  <a:lnTo>
                    <a:pt x="12969" y="14378"/>
                  </a:lnTo>
                  <a:lnTo>
                    <a:pt x="13284" y="13832"/>
                  </a:lnTo>
                  <a:lnTo>
                    <a:pt x="13475" y="13501"/>
                  </a:lnTo>
                  <a:lnTo>
                    <a:pt x="15574" y="9911"/>
                  </a:lnTo>
                  <a:lnTo>
                    <a:pt x="17199" y="7132"/>
                  </a:lnTo>
                  <a:lnTo>
                    <a:pt x="17763" y="6079"/>
                  </a:lnTo>
                  <a:lnTo>
                    <a:pt x="18178" y="5565"/>
                  </a:lnTo>
                  <a:lnTo>
                    <a:pt x="18902" y="5646"/>
                  </a:lnTo>
                  <a:lnTo>
                    <a:pt x="19862" y="5753"/>
                  </a:lnTo>
                  <a:lnTo>
                    <a:pt x="20200" y="5791"/>
                  </a:lnTo>
                  <a:lnTo>
                    <a:pt x="20420" y="5815"/>
                  </a:lnTo>
                  <a:lnTo>
                    <a:pt x="27544" y="6611"/>
                  </a:lnTo>
                  <a:lnTo>
                    <a:pt x="29515" y="6831"/>
                  </a:lnTo>
                  <a:lnTo>
                    <a:pt x="33306" y="7252"/>
                  </a:lnTo>
                  <a:lnTo>
                    <a:pt x="33985" y="7285"/>
                  </a:lnTo>
                  <a:lnTo>
                    <a:pt x="34080" y="6753"/>
                  </a:lnTo>
                  <a:lnTo>
                    <a:pt x="35229" y="43"/>
                  </a:lnTo>
                  <a:lnTo>
                    <a:pt x="35926" y="0"/>
                  </a:lnTo>
                  <a:lnTo>
                    <a:pt x="40414" y="420"/>
                  </a:lnTo>
                  <a:lnTo>
                    <a:pt x="41520" y="5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1737096" y="3118884"/>
              <a:ext cx="120380" cy="46116"/>
            </a:xfrm>
            <a:custGeom>
              <a:avLst/>
              <a:pathLst>
                <a:path w="120380" h="46116">
                  <a:moveTo>
                    <a:pt x="50999" y="10905"/>
                  </a:moveTo>
                  <a:lnTo>
                    <a:pt x="50749" y="10330"/>
                  </a:lnTo>
                  <a:lnTo>
                    <a:pt x="50732" y="6034"/>
                  </a:lnTo>
                  <a:lnTo>
                    <a:pt x="51359" y="6131"/>
                  </a:lnTo>
                  <a:lnTo>
                    <a:pt x="53342" y="6088"/>
                  </a:lnTo>
                  <a:lnTo>
                    <a:pt x="55353" y="6044"/>
                  </a:lnTo>
                  <a:lnTo>
                    <a:pt x="56007" y="6089"/>
                  </a:lnTo>
                  <a:lnTo>
                    <a:pt x="56592" y="6130"/>
                  </a:lnTo>
                  <a:lnTo>
                    <a:pt x="64752" y="6472"/>
                  </a:lnTo>
                  <a:lnTo>
                    <a:pt x="65105" y="6528"/>
                  </a:lnTo>
                  <a:lnTo>
                    <a:pt x="65875" y="6650"/>
                  </a:lnTo>
                  <a:lnTo>
                    <a:pt x="70199" y="6843"/>
                  </a:lnTo>
                  <a:lnTo>
                    <a:pt x="74802" y="7048"/>
                  </a:lnTo>
                  <a:lnTo>
                    <a:pt x="79571" y="7260"/>
                  </a:lnTo>
                  <a:lnTo>
                    <a:pt x="79703" y="7266"/>
                  </a:lnTo>
                  <a:lnTo>
                    <a:pt x="84491" y="7715"/>
                  </a:lnTo>
                  <a:lnTo>
                    <a:pt x="84770" y="7741"/>
                  </a:lnTo>
                  <a:lnTo>
                    <a:pt x="89656" y="7909"/>
                  </a:lnTo>
                  <a:lnTo>
                    <a:pt x="93964" y="8058"/>
                  </a:lnTo>
                  <a:lnTo>
                    <a:pt x="94911" y="8097"/>
                  </a:lnTo>
                  <a:lnTo>
                    <a:pt x="97888" y="8221"/>
                  </a:lnTo>
                  <a:lnTo>
                    <a:pt x="98076" y="8229"/>
                  </a:lnTo>
                  <a:lnTo>
                    <a:pt x="98947" y="8378"/>
                  </a:lnTo>
                  <a:lnTo>
                    <a:pt x="99467" y="8405"/>
                  </a:lnTo>
                  <a:lnTo>
                    <a:pt x="100602" y="8405"/>
                  </a:lnTo>
                  <a:lnTo>
                    <a:pt x="102565" y="8311"/>
                  </a:lnTo>
                  <a:lnTo>
                    <a:pt x="108555" y="7272"/>
                  </a:lnTo>
                  <a:lnTo>
                    <a:pt x="109414" y="7123"/>
                  </a:lnTo>
                  <a:lnTo>
                    <a:pt x="114688" y="6341"/>
                  </a:lnTo>
                  <a:lnTo>
                    <a:pt x="114994" y="6296"/>
                  </a:lnTo>
                  <a:lnTo>
                    <a:pt x="115981" y="12662"/>
                  </a:lnTo>
                  <a:lnTo>
                    <a:pt x="116716" y="17402"/>
                  </a:lnTo>
                  <a:lnTo>
                    <a:pt x="117495" y="22426"/>
                  </a:lnTo>
                  <a:lnTo>
                    <a:pt x="119098" y="32764"/>
                  </a:lnTo>
                  <a:lnTo>
                    <a:pt x="119491" y="35304"/>
                  </a:lnTo>
                  <a:lnTo>
                    <a:pt x="119872" y="37304"/>
                  </a:lnTo>
                  <a:lnTo>
                    <a:pt x="120330" y="39723"/>
                  </a:lnTo>
                  <a:lnTo>
                    <a:pt x="120380" y="40107"/>
                  </a:lnTo>
                  <a:lnTo>
                    <a:pt x="119759" y="40203"/>
                  </a:lnTo>
                  <a:lnTo>
                    <a:pt x="119495" y="40243"/>
                  </a:lnTo>
                  <a:lnTo>
                    <a:pt x="117987" y="40470"/>
                  </a:lnTo>
                  <a:lnTo>
                    <a:pt x="113907" y="41083"/>
                  </a:lnTo>
                  <a:lnTo>
                    <a:pt x="113691" y="41115"/>
                  </a:lnTo>
                  <a:lnTo>
                    <a:pt x="99893" y="43189"/>
                  </a:lnTo>
                  <a:lnTo>
                    <a:pt x="95011" y="43922"/>
                  </a:lnTo>
                  <a:lnTo>
                    <a:pt x="85730" y="45317"/>
                  </a:lnTo>
                  <a:lnTo>
                    <a:pt x="81831" y="45903"/>
                  </a:lnTo>
                  <a:lnTo>
                    <a:pt x="81679" y="45926"/>
                  </a:lnTo>
                  <a:lnTo>
                    <a:pt x="81399" y="45958"/>
                  </a:lnTo>
                  <a:lnTo>
                    <a:pt x="80779" y="46030"/>
                  </a:lnTo>
                  <a:lnTo>
                    <a:pt x="80116" y="46106"/>
                  </a:lnTo>
                  <a:lnTo>
                    <a:pt x="79211" y="46116"/>
                  </a:lnTo>
                  <a:lnTo>
                    <a:pt x="68164" y="45576"/>
                  </a:lnTo>
                  <a:lnTo>
                    <a:pt x="63103" y="45329"/>
                  </a:lnTo>
                  <a:lnTo>
                    <a:pt x="52907" y="44830"/>
                  </a:lnTo>
                  <a:lnTo>
                    <a:pt x="52665" y="44818"/>
                  </a:lnTo>
                  <a:lnTo>
                    <a:pt x="51719" y="44772"/>
                  </a:lnTo>
                  <a:lnTo>
                    <a:pt x="48013" y="44591"/>
                  </a:lnTo>
                  <a:lnTo>
                    <a:pt x="46793" y="44531"/>
                  </a:lnTo>
                  <a:lnTo>
                    <a:pt x="34681" y="43848"/>
                  </a:lnTo>
                  <a:lnTo>
                    <a:pt x="31582" y="43673"/>
                  </a:lnTo>
                  <a:lnTo>
                    <a:pt x="24028" y="43247"/>
                  </a:lnTo>
                  <a:lnTo>
                    <a:pt x="21769" y="43120"/>
                  </a:lnTo>
                  <a:lnTo>
                    <a:pt x="8576" y="42376"/>
                  </a:lnTo>
                  <a:lnTo>
                    <a:pt x="6920" y="42282"/>
                  </a:lnTo>
                  <a:lnTo>
                    <a:pt x="6070" y="42183"/>
                  </a:lnTo>
                  <a:lnTo>
                    <a:pt x="4895" y="42045"/>
                  </a:lnTo>
                  <a:lnTo>
                    <a:pt x="631" y="41545"/>
                  </a:lnTo>
                  <a:lnTo>
                    <a:pt x="484" y="41528"/>
                  </a:lnTo>
                  <a:lnTo>
                    <a:pt x="0" y="41431"/>
                  </a:lnTo>
                  <a:lnTo>
                    <a:pt x="159" y="41128"/>
                  </a:lnTo>
                  <a:lnTo>
                    <a:pt x="277" y="40902"/>
                  </a:lnTo>
                  <a:lnTo>
                    <a:pt x="719" y="40062"/>
                  </a:lnTo>
                  <a:lnTo>
                    <a:pt x="967" y="39591"/>
                  </a:lnTo>
                  <a:lnTo>
                    <a:pt x="1034" y="39461"/>
                  </a:lnTo>
                  <a:lnTo>
                    <a:pt x="1356" y="38850"/>
                  </a:lnTo>
                  <a:lnTo>
                    <a:pt x="1429" y="38711"/>
                  </a:lnTo>
                  <a:lnTo>
                    <a:pt x="1545" y="38489"/>
                  </a:lnTo>
                  <a:lnTo>
                    <a:pt x="1665" y="38262"/>
                  </a:lnTo>
                  <a:lnTo>
                    <a:pt x="2248" y="37152"/>
                  </a:lnTo>
                  <a:lnTo>
                    <a:pt x="3038" y="35647"/>
                  </a:lnTo>
                  <a:lnTo>
                    <a:pt x="3682" y="34423"/>
                  </a:lnTo>
                  <a:lnTo>
                    <a:pt x="5219" y="31498"/>
                  </a:lnTo>
                  <a:lnTo>
                    <a:pt x="6028" y="29958"/>
                  </a:lnTo>
                  <a:lnTo>
                    <a:pt x="6200" y="29620"/>
                  </a:lnTo>
                  <a:lnTo>
                    <a:pt x="6588" y="28860"/>
                  </a:lnTo>
                  <a:lnTo>
                    <a:pt x="7255" y="27554"/>
                  </a:lnTo>
                  <a:lnTo>
                    <a:pt x="9520" y="23116"/>
                  </a:lnTo>
                  <a:lnTo>
                    <a:pt x="11490" y="19258"/>
                  </a:lnTo>
                  <a:lnTo>
                    <a:pt x="11811" y="18628"/>
                  </a:lnTo>
                  <a:lnTo>
                    <a:pt x="12656" y="16974"/>
                  </a:lnTo>
                  <a:lnTo>
                    <a:pt x="15338" y="11720"/>
                  </a:lnTo>
                  <a:lnTo>
                    <a:pt x="15654" y="11101"/>
                  </a:lnTo>
                  <a:lnTo>
                    <a:pt x="15941" y="10582"/>
                  </a:lnTo>
                  <a:lnTo>
                    <a:pt x="16164" y="10180"/>
                  </a:lnTo>
                  <a:lnTo>
                    <a:pt x="16268" y="9993"/>
                  </a:lnTo>
                  <a:lnTo>
                    <a:pt x="18110" y="6667"/>
                  </a:lnTo>
                  <a:lnTo>
                    <a:pt x="20376" y="2578"/>
                  </a:lnTo>
                  <a:lnTo>
                    <a:pt x="20556" y="2223"/>
                  </a:lnTo>
                  <a:lnTo>
                    <a:pt x="21290" y="890"/>
                  </a:lnTo>
                  <a:lnTo>
                    <a:pt x="21780" y="0"/>
                  </a:lnTo>
                  <a:lnTo>
                    <a:pt x="21936" y="58"/>
                  </a:lnTo>
                  <a:lnTo>
                    <a:pt x="22253" y="208"/>
                  </a:lnTo>
                  <a:lnTo>
                    <a:pt x="22532" y="340"/>
                  </a:lnTo>
                  <a:lnTo>
                    <a:pt x="22796" y="464"/>
                  </a:lnTo>
                  <a:lnTo>
                    <a:pt x="24315" y="1183"/>
                  </a:lnTo>
                  <a:lnTo>
                    <a:pt x="30947" y="4320"/>
                  </a:lnTo>
                  <a:lnTo>
                    <a:pt x="34653" y="6073"/>
                  </a:lnTo>
                  <a:lnTo>
                    <a:pt x="36272" y="6840"/>
                  </a:lnTo>
                  <a:lnTo>
                    <a:pt x="36736" y="7059"/>
                  </a:lnTo>
                  <a:lnTo>
                    <a:pt x="39233" y="8167"/>
                  </a:lnTo>
                  <a:lnTo>
                    <a:pt x="42228" y="9496"/>
                  </a:lnTo>
                  <a:lnTo>
                    <a:pt x="43855" y="10124"/>
                  </a:lnTo>
                  <a:lnTo>
                    <a:pt x="44340" y="10311"/>
                  </a:lnTo>
                  <a:lnTo>
                    <a:pt x="45222" y="10536"/>
                  </a:lnTo>
                  <a:lnTo>
                    <a:pt x="46407" y="107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1712299" y="3158992"/>
              <a:ext cx="147155" cy="55480"/>
            </a:xfrm>
            <a:custGeom>
              <a:avLst/>
              <a:pathLst>
                <a:path w="147155" h="55480">
                  <a:moveTo>
                    <a:pt x="145259" y="623"/>
                  </a:moveTo>
                  <a:lnTo>
                    <a:pt x="146425" y="9498"/>
                  </a:lnTo>
                  <a:lnTo>
                    <a:pt x="146457" y="9701"/>
                  </a:lnTo>
                  <a:lnTo>
                    <a:pt x="147094" y="13858"/>
                  </a:lnTo>
                  <a:lnTo>
                    <a:pt x="147137" y="14663"/>
                  </a:lnTo>
                  <a:lnTo>
                    <a:pt x="147155" y="15468"/>
                  </a:lnTo>
                  <a:lnTo>
                    <a:pt x="147149" y="16273"/>
                  </a:lnTo>
                  <a:lnTo>
                    <a:pt x="147118" y="17078"/>
                  </a:lnTo>
                  <a:lnTo>
                    <a:pt x="147042" y="18128"/>
                  </a:lnTo>
                  <a:lnTo>
                    <a:pt x="146925" y="19175"/>
                  </a:lnTo>
                  <a:lnTo>
                    <a:pt x="146766" y="20216"/>
                  </a:lnTo>
                  <a:lnTo>
                    <a:pt x="146566" y="21249"/>
                  </a:lnTo>
                  <a:lnTo>
                    <a:pt x="146505" y="21468"/>
                  </a:lnTo>
                  <a:lnTo>
                    <a:pt x="146405" y="21823"/>
                  </a:lnTo>
                  <a:lnTo>
                    <a:pt x="146174" y="22539"/>
                  </a:lnTo>
                  <a:lnTo>
                    <a:pt x="145931" y="23209"/>
                  </a:lnTo>
                  <a:lnTo>
                    <a:pt x="145666" y="23870"/>
                  </a:lnTo>
                  <a:lnTo>
                    <a:pt x="145295" y="24704"/>
                  </a:lnTo>
                  <a:lnTo>
                    <a:pt x="144888" y="25520"/>
                  </a:lnTo>
                  <a:lnTo>
                    <a:pt x="144446" y="26319"/>
                  </a:lnTo>
                  <a:lnTo>
                    <a:pt x="143970" y="27098"/>
                  </a:lnTo>
                  <a:lnTo>
                    <a:pt x="143461" y="27855"/>
                  </a:lnTo>
                  <a:lnTo>
                    <a:pt x="142920" y="28591"/>
                  </a:lnTo>
                  <a:lnTo>
                    <a:pt x="142348" y="29302"/>
                  </a:lnTo>
                  <a:lnTo>
                    <a:pt x="141746" y="29987"/>
                  </a:lnTo>
                  <a:lnTo>
                    <a:pt x="141126" y="30636"/>
                  </a:lnTo>
                  <a:lnTo>
                    <a:pt x="140478" y="31259"/>
                  </a:lnTo>
                  <a:lnTo>
                    <a:pt x="140043" y="31643"/>
                  </a:lnTo>
                  <a:lnTo>
                    <a:pt x="139805" y="31853"/>
                  </a:lnTo>
                  <a:lnTo>
                    <a:pt x="139106" y="32418"/>
                  </a:lnTo>
                  <a:lnTo>
                    <a:pt x="138429" y="32923"/>
                  </a:lnTo>
                  <a:lnTo>
                    <a:pt x="137732" y="33399"/>
                  </a:lnTo>
                  <a:lnTo>
                    <a:pt x="137003" y="33856"/>
                  </a:lnTo>
                  <a:lnTo>
                    <a:pt x="136256" y="34283"/>
                  </a:lnTo>
                  <a:lnTo>
                    <a:pt x="135915" y="34509"/>
                  </a:lnTo>
                  <a:lnTo>
                    <a:pt x="133674" y="35539"/>
                  </a:lnTo>
                  <a:lnTo>
                    <a:pt x="131721" y="36188"/>
                  </a:lnTo>
                  <a:lnTo>
                    <a:pt x="129946" y="36593"/>
                  </a:lnTo>
                  <a:lnTo>
                    <a:pt x="125867" y="37194"/>
                  </a:lnTo>
                  <a:lnTo>
                    <a:pt x="121288" y="37869"/>
                  </a:lnTo>
                  <a:lnTo>
                    <a:pt x="116318" y="38601"/>
                  </a:lnTo>
                  <a:lnTo>
                    <a:pt x="114622" y="38851"/>
                  </a:lnTo>
                  <a:lnTo>
                    <a:pt x="111229" y="39345"/>
                  </a:lnTo>
                  <a:lnTo>
                    <a:pt x="107108" y="39945"/>
                  </a:lnTo>
                  <a:lnTo>
                    <a:pt x="93152" y="41978"/>
                  </a:lnTo>
                  <a:lnTo>
                    <a:pt x="86156" y="42996"/>
                  </a:lnTo>
                  <a:lnTo>
                    <a:pt x="85278" y="43124"/>
                  </a:lnTo>
                  <a:lnTo>
                    <a:pt x="79763" y="43915"/>
                  </a:lnTo>
                  <a:lnTo>
                    <a:pt x="76779" y="44342"/>
                  </a:lnTo>
                  <a:lnTo>
                    <a:pt x="75614" y="44509"/>
                  </a:lnTo>
                  <a:lnTo>
                    <a:pt x="63963" y="46179"/>
                  </a:lnTo>
                  <a:lnTo>
                    <a:pt x="63696" y="46217"/>
                  </a:lnTo>
                  <a:lnTo>
                    <a:pt x="52077" y="47883"/>
                  </a:lnTo>
                  <a:lnTo>
                    <a:pt x="42945" y="49191"/>
                  </a:lnTo>
                  <a:lnTo>
                    <a:pt x="42301" y="49284"/>
                  </a:lnTo>
                  <a:lnTo>
                    <a:pt x="41814" y="49355"/>
                  </a:lnTo>
                  <a:lnTo>
                    <a:pt x="30824" y="50965"/>
                  </a:lnTo>
                  <a:lnTo>
                    <a:pt x="28292" y="51336"/>
                  </a:lnTo>
                  <a:lnTo>
                    <a:pt x="25711" y="51714"/>
                  </a:lnTo>
                  <a:lnTo>
                    <a:pt x="15972" y="53141"/>
                  </a:lnTo>
                  <a:lnTo>
                    <a:pt x="14124" y="53411"/>
                  </a:lnTo>
                  <a:lnTo>
                    <a:pt x="13669" y="53478"/>
                  </a:lnTo>
                  <a:lnTo>
                    <a:pt x="13246" y="53540"/>
                  </a:lnTo>
                  <a:lnTo>
                    <a:pt x="11538" y="53790"/>
                  </a:lnTo>
                  <a:lnTo>
                    <a:pt x="10609" y="53926"/>
                  </a:lnTo>
                  <a:lnTo>
                    <a:pt x="9839" y="54039"/>
                  </a:lnTo>
                  <a:lnTo>
                    <a:pt x="7973" y="54312"/>
                  </a:lnTo>
                  <a:lnTo>
                    <a:pt x="2213" y="55156"/>
                  </a:lnTo>
                  <a:lnTo>
                    <a:pt x="1871" y="55206"/>
                  </a:lnTo>
                  <a:lnTo>
                    <a:pt x="611" y="55391"/>
                  </a:lnTo>
                  <a:lnTo>
                    <a:pt x="0" y="55480"/>
                  </a:lnTo>
                  <a:lnTo>
                    <a:pt x="47" y="55337"/>
                  </a:lnTo>
                  <a:lnTo>
                    <a:pt x="104" y="55163"/>
                  </a:lnTo>
                  <a:lnTo>
                    <a:pt x="437" y="54156"/>
                  </a:lnTo>
                  <a:lnTo>
                    <a:pt x="563" y="53865"/>
                  </a:lnTo>
                  <a:lnTo>
                    <a:pt x="713" y="53519"/>
                  </a:lnTo>
                  <a:lnTo>
                    <a:pt x="825" y="53262"/>
                  </a:lnTo>
                  <a:lnTo>
                    <a:pt x="923" y="53038"/>
                  </a:lnTo>
                  <a:lnTo>
                    <a:pt x="987" y="52889"/>
                  </a:lnTo>
                  <a:lnTo>
                    <a:pt x="4083" y="45764"/>
                  </a:lnTo>
                  <a:lnTo>
                    <a:pt x="5308" y="42943"/>
                  </a:lnTo>
                  <a:lnTo>
                    <a:pt x="11574" y="28999"/>
                  </a:lnTo>
                  <a:lnTo>
                    <a:pt x="15087" y="21150"/>
                  </a:lnTo>
                  <a:lnTo>
                    <a:pt x="23440" y="4735"/>
                  </a:lnTo>
                  <a:lnTo>
                    <a:pt x="23708" y="4209"/>
                  </a:lnTo>
                  <a:lnTo>
                    <a:pt x="23910" y="3671"/>
                  </a:lnTo>
                  <a:lnTo>
                    <a:pt x="23994" y="3446"/>
                  </a:lnTo>
                  <a:lnTo>
                    <a:pt x="24150" y="3032"/>
                  </a:lnTo>
                  <a:lnTo>
                    <a:pt x="24459" y="2207"/>
                  </a:lnTo>
                  <a:lnTo>
                    <a:pt x="24563" y="1931"/>
                  </a:lnTo>
                  <a:lnTo>
                    <a:pt x="24777" y="1361"/>
                  </a:lnTo>
                  <a:lnTo>
                    <a:pt x="25281" y="1420"/>
                  </a:lnTo>
                  <a:lnTo>
                    <a:pt x="25429" y="1437"/>
                  </a:lnTo>
                  <a:lnTo>
                    <a:pt x="29692" y="1937"/>
                  </a:lnTo>
                  <a:lnTo>
                    <a:pt x="30867" y="2075"/>
                  </a:lnTo>
                  <a:lnTo>
                    <a:pt x="31717" y="2174"/>
                  </a:lnTo>
                  <a:lnTo>
                    <a:pt x="33374" y="2268"/>
                  </a:lnTo>
                  <a:lnTo>
                    <a:pt x="46566" y="3012"/>
                  </a:lnTo>
                  <a:lnTo>
                    <a:pt x="48825" y="3139"/>
                  </a:lnTo>
                  <a:lnTo>
                    <a:pt x="56379" y="3565"/>
                  </a:lnTo>
                  <a:lnTo>
                    <a:pt x="59478" y="3740"/>
                  </a:lnTo>
                  <a:lnTo>
                    <a:pt x="71591" y="4423"/>
                  </a:lnTo>
                  <a:lnTo>
                    <a:pt x="72810" y="4483"/>
                  </a:lnTo>
                  <a:lnTo>
                    <a:pt x="76516" y="4664"/>
                  </a:lnTo>
                  <a:lnTo>
                    <a:pt x="77462" y="4710"/>
                  </a:lnTo>
                  <a:lnTo>
                    <a:pt x="77704" y="4722"/>
                  </a:lnTo>
                  <a:lnTo>
                    <a:pt x="87901" y="5221"/>
                  </a:lnTo>
                  <a:lnTo>
                    <a:pt x="92961" y="5468"/>
                  </a:lnTo>
                  <a:lnTo>
                    <a:pt x="104008" y="6008"/>
                  </a:lnTo>
                  <a:lnTo>
                    <a:pt x="104914" y="5998"/>
                  </a:lnTo>
                  <a:lnTo>
                    <a:pt x="105576" y="5922"/>
                  </a:lnTo>
                  <a:lnTo>
                    <a:pt x="106196" y="5850"/>
                  </a:lnTo>
                  <a:lnTo>
                    <a:pt x="106476" y="5818"/>
                  </a:lnTo>
                  <a:lnTo>
                    <a:pt x="106629" y="5795"/>
                  </a:lnTo>
                  <a:lnTo>
                    <a:pt x="110527" y="5209"/>
                  </a:lnTo>
                  <a:lnTo>
                    <a:pt x="119809" y="3814"/>
                  </a:lnTo>
                  <a:lnTo>
                    <a:pt x="124690" y="3081"/>
                  </a:lnTo>
                  <a:lnTo>
                    <a:pt x="138489" y="1007"/>
                  </a:lnTo>
                  <a:lnTo>
                    <a:pt x="138705" y="975"/>
                  </a:lnTo>
                  <a:lnTo>
                    <a:pt x="142784" y="362"/>
                  </a:lnTo>
                  <a:lnTo>
                    <a:pt x="144293" y="135"/>
                  </a:lnTo>
                  <a:lnTo>
                    <a:pt x="144557" y="95"/>
                  </a:lnTo>
                  <a:lnTo>
                    <a:pt x="145177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1775278" y="3166911"/>
              <a:ext cx="159635" cy="115899"/>
            </a:xfrm>
            <a:custGeom>
              <a:avLst/>
              <a:pathLst>
                <a:path w="159635" h="115899">
                  <a:moveTo>
                    <a:pt x="157599" y="69305"/>
                  </a:moveTo>
                  <a:lnTo>
                    <a:pt x="155870" y="74395"/>
                  </a:lnTo>
                  <a:lnTo>
                    <a:pt x="154665" y="77944"/>
                  </a:lnTo>
                  <a:lnTo>
                    <a:pt x="153512" y="77598"/>
                  </a:lnTo>
                  <a:lnTo>
                    <a:pt x="150504" y="76696"/>
                  </a:lnTo>
                  <a:lnTo>
                    <a:pt x="149412" y="79963"/>
                  </a:lnTo>
                  <a:lnTo>
                    <a:pt x="148712" y="81965"/>
                  </a:lnTo>
                  <a:lnTo>
                    <a:pt x="148517" y="82524"/>
                  </a:lnTo>
                  <a:lnTo>
                    <a:pt x="148310" y="83181"/>
                  </a:lnTo>
                  <a:lnTo>
                    <a:pt x="148053" y="83914"/>
                  </a:lnTo>
                  <a:lnTo>
                    <a:pt x="147048" y="84399"/>
                  </a:lnTo>
                  <a:lnTo>
                    <a:pt x="109563" y="87042"/>
                  </a:lnTo>
                  <a:lnTo>
                    <a:pt x="88435" y="83459"/>
                  </a:lnTo>
                  <a:lnTo>
                    <a:pt x="79650" y="95921"/>
                  </a:lnTo>
                  <a:lnTo>
                    <a:pt x="66723" y="104700"/>
                  </a:lnTo>
                  <a:lnTo>
                    <a:pt x="55222" y="100203"/>
                  </a:lnTo>
                  <a:lnTo>
                    <a:pt x="50360" y="100266"/>
                  </a:lnTo>
                  <a:lnTo>
                    <a:pt x="46873" y="104531"/>
                  </a:lnTo>
                  <a:lnTo>
                    <a:pt x="46284" y="106489"/>
                  </a:lnTo>
                  <a:lnTo>
                    <a:pt x="44492" y="105354"/>
                  </a:lnTo>
                  <a:lnTo>
                    <a:pt x="43595" y="104313"/>
                  </a:lnTo>
                  <a:lnTo>
                    <a:pt x="41192" y="102294"/>
                  </a:lnTo>
                  <a:lnTo>
                    <a:pt x="38596" y="100500"/>
                  </a:lnTo>
                  <a:lnTo>
                    <a:pt x="36177" y="99378"/>
                  </a:lnTo>
                  <a:lnTo>
                    <a:pt x="34746" y="99130"/>
                  </a:lnTo>
                  <a:lnTo>
                    <a:pt x="34494" y="99626"/>
                  </a:lnTo>
                  <a:lnTo>
                    <a:pt x="33921" y="101096"/>
                  </a:lnTo>
                  <a:lnTo>
                    <a:pt x="33619" y="101111"/>
                  </a:lnTo>
                  <a:lnTo>
                    <a:pt x="32758" y="103854"/>
                  </a:lnTo>
                  <a:lnTo>
                    <a:pt x="33206" y="106180"/>
                  </a:lnTo>
                  <a:lnTo>
                    <a:pt x="33639" y="109298"/>
                  </a:lnTo>
                  <a:lnTo>
                    <a:pt x="34154" y="111104"/>
                  </a:lnTo>
                  <a:lnTo>
                    <a:pt x="34495" y="112443"/>
                  </a:lnTo>
                  <a:lnTo>
                    <a:pt x="34671" y="115316"/>
                  </a:lnTo>
                  <a:lnTo>
                    <a:pt x="32318" y="114487"/>
                  </a:lnTo>
                  <a:lnTo>
                    <a:pt x="32142" y="114046"/>
                  </a:lnTo>
                  <a:lnTo>
                    <a:pt x="31924" y="113624"/>
                  </a:lnTo>
                  <a:lnTo>
                    <a:pt x="31869" y="113317"/>
                  </a:lnTo>
                  <a:lnTo>
                    <a:pt x="31787" y="113015"/>
                  </a:lnTo>
                  <a:lnTo>
                    <a:pt x="31680" y="112721"/>
                  </a:lnTo>
                  <a:lnTo>
                    <a:pt x="31548" y="112438"/>
                  </a:lnTo>
                  <a:lnTo>
                    <a:pt x="31374" y="112138"/>
                  </a:lnTo>
                  <a:lnTo>
                    <a:pt x="31173" y="111857"/>
                  </a:lnTo>
                  <a:lnTo>
                    <a:pt x="30946" y="111596"/>
                  </a:lnTo>
                  <a:lnTo>
                    <a:pt x="30695" y="111358"/>
                  </a:lnTo>
                  <a:lnTo>
                    <a:pt x="30380" y="111114"/>
                  </a:lnTo>
                  <a:lnTo>
                    <a:pt x="30040" y="110907"/>
                  </a:lnTo>
                  <a:lnTo>
                    <a:pt x="29679" y="110737"/>
                  </a:lnTo>
                  <a:lnTo>
                    <a:pt x="29303" y="110608"/>
                  </a:lnTo>
                  <a:lnTo>
                    <a:pt x="28914" y="110521"/>
                  </a:lnTo>
                  <a:lnTo>
                    <a:pt x="28518" y="110477"/>
                  </a:lnTo>
                  <a:lnTo>
                    <a:pt x="28120" y="110477"/>
                  </a:lnTo>
                  <a:lnTo>
                    <a:pt x="27724" y="110519"/>
                  </a:lnTo>
                  <a:lnTo>
                    <a:pt x="27334" y="110605"/>
                  </a:lnTo>
                  <a:lnTo>
                    <a:pt x="26955" y="110734"/>
                  </a:lnTo>
                  <a:lnTo>
                    <a:pt x="26593" y="110903"/>
                  </a:lnTo>
                  <a:lnTo>
                    <a:pt x="26252" y="111110"/>
                  </a:lnTo>
                  <a:lnTo>
                    <a:pt x="24590" y="112394"/>
                  </a:lnTo>
                  <a:lnTo>
                    <a:pt x="24214" y="112756"/>
                  </a:lnTo>
                  <a:lnTo>
                    <a:pt x="24043" y="112961"/>
                  </a:lnTo>
                  <a:lnTo>
                    <a:pt x="23878" y="113157"/>
                  </a:lnTo>
                  <a:lnTo>
                    <a:pt x="23784" y="113288"/>
                  </a:lnTo>
                  <a:lnTo>
                    <a:pt x="23694" y="115899"/>
                  </a:lnTo>
                  <a:lnTo>
                    <a:pt x="23265" y="115854"/>
                  </a:lnTo>
                  <a:lnTo>
                    <a:pt x="21126" y="115665"/>
                  </a:lnTo>
                  <a:lnTo>
                    <a:pt x="17092" y="115323"/>
                  </a:lnTo>
                  <a:lnTo>
                    <a:pt x="12776" y="115404"/>
                  </a:lnTo>
                  <a:lnTo>
                    <a:pt x="10028" y="115455"/>
                  </a:lnTo>
                  <a:lnTo>
                    <a:pt x="9838" y="113616"/>
                  </a:lnTo>
                  <a:lnTo>
                    <a:pt x="9753" y="112788"/>
                  </a:lnTo>
                  <a:lnTo>
                    <a:pt x="7096" y="108095"/>
                  </a:lnTo>
                  <a:lnTo>
                    <a:pt x="6901" y="107793"/>
                  </a:lnTo>
                  <a:lnTo>
                    <a:pt x="7685" y="106916"/>
                  </a:lnTo>
                  <a:lnTo>
                    <a:pt x="10389" y="106710"/>
                  </a:lnTo>
                  <a:lnTo>
                    <a:pt x="9871" y="104436"/>
                  </a:lnTo>
                  <a:lnTo>
                    <a:pt x="9694" y="103976"/>
                  </a:lnTo>
                  <a:lnTo>
                    <a:pt x="9430" y="102382"/>
                  </a:lnTo>
                  <a:lnTo>
                    <a:pt x="9646" y="101677"/>
                  </a:lnTo>
                  <a:lnTo>
                    <a:pt x="9702" y="101492"/>
                  </a:lnTo>
                  <a:lnTo>
                    <a:pt x="10103" y="99274"/>
                  </a:lnTo>
                  <a:lnTo>
                    <a:pt x="10455" y="97808"/>
                  </a:lnTo>
                  <a:lnTo>
                    <a:pt x="11741" y="95581"/>
                  </a:lnTo>
                  <a:lnTo>
                    <a:pt x="12033" y="94363"/>
                  </a:lnTo>
                  <a:lnTo>
                    <a:pt x="11742" y="92884"/>
                  </a:lnTo>
                  <a:lnTo>
                    <a:pt x="10811" y="88854"/>
                  </a:lnTo>
                  <a:lnTo>
                    <a:pt x="12082" y="71971"/>
                  </a:lnTo>
                  <a:lnTo>
                    <a:pt x="9746" y="70621"/>
                  </a:lnTo>
                  <a:lnTo>
                    <a:pt x="9768" y="70224"/>
                  </a:lnTo>
                  <a:lnTo>
                    <a:pt x="9727" y="69895"/>
                  </a:lnTo>
                  <a:lnTo>
                    <a:pt x="9638" y="69593"/>
                  </a:lnTo>
                  <a:lnTo>
                    <a:pt x="9504" y="69313"/>
                  </a:lnTo>
                  <a:lnTo>
                    <a:pt x="775" y="70630"/>
                  </a:lnTo>
                  <a:lnTo>
                    <a:pt x="0" y="65497"/>
                  </a:lnTo>
                  <a:lnTo>
                    <a:pt x="10285" y="63960"/>
                  </a:lnTo>
                  <a:lnTo>
                    <a:pt x="11515" y="63644"/>
                  </a:lnTo>
                  <a:lnTo>
                    <a:pt x="12796" y="62909"/>
                  </a:lnTo>
                  <a:lnTo>
                    <a:pt x="15024" y="61193"/>
                  </a:lnTo>
                  <a:lnTo>
                    <a:pt x="18221" y="55730"/>
                  </a:lnTo>
                  <a:lnTo>
                    <a:pt x="18965" y="55041"/>
                  </a:lnTo>
                  <a:lnTo>
                    <a:pt x="23371" y="47687"/>
                  </a:lnTo>
                  <a:lnTo>
                    <a:pt x="23598" y="46665"/>
                  </a:lnTo>
                  <a:lnTo>
                    <a:pt x="23754" y="44759"/>
                  </a:lnTo>
                  <a:lnTo>
                    <a:pt x="22345" y="35509"/>
                  </a:lnTo>
                  <a:lnTo>
                    <a:pt x="22299" y="35205"/>
                  </a:lnTo>
                  <a:lnTo>
                    <a:pt x="23176" y="35078"/>
                  </a:lnTo>
                  <a:lnTo>
                    <a:pt x="30173" y="34059"/>
                  </a:lnTo>
                  <a:lnTo>
                    <a:pt x="44129" y="32027"/>
                  </a:lnTo>
                  <a:lnTo>
                    <a:pt x="48250" y="31427"/>
                  </a:lnTo>
                  <a:lnTo>
                    <a:pt x="51712" y="30923"/>
                  </a:lnTo>
                  <a:lnTo>
                    <a:pt x="53339" y="30683"/>
                  </a:lnTo>
                  <a:lnTo>
                    <a:pt x="58309" y="29950"/>
                  </a:lnTo>
                  <a:lnTo>
                    <a:pt x="62927" y="29270"/>
                  </a:lnTo>
                  <a:lnTo>
                    <a:pt x="66967" y="28674"/>
                  </a:lnTo>
                  <a:lnTo>
                    <a:pt x="68741" y="28269"/>
                  </a:lnTo>
                  <a:lnTo>
                    <a:pt x="70695" y="27621"/>
                  </a:lnTo>
                  <a:lnTo>
                    <a:pt x="72935" y="26591"/>
                  </a:lnTo>
                  <a:lnTo>
                    <a:pt x="73277" y="26364"/>
                  </a:lnTo>
                  <a:lnTo>
                    <a:pt x="74023" y="25937"/>
                  </a:lnTo>
                  <a:lnTo>
                    <a:pt x="74752" y="25481"/>
                  </a:lnTo>
                  <a:lnTo>
                    <a:pt x="75449" y="25004"/>
                  </a:lnTo>
                  <a:lnTo>
                    <a:pt x="76127" y="24500"/>
                  </a:lnTo>
                  <a:lnTo>
                    <a:pt x="76825" y="23934"/>
                  </a:lnTo>
                  <a:lnTo>
                    <a:pt x="77063" y="23724"/>
                  </a:lnTo>
                  <a:lnTo>
                    <a:pt x="77499" y="23340"/>
                  </a:lnTo>
                  <a:lnTo>
                    <a:pt x="78146" y="22718"/>
                  </a:lnTo>
                  <a:lnTo>
                    <a:pt x="78767" y="22069"/>
                  </a:lnTo>
                  <a:lnTo>
                    <a:pt x="79369" y="21383"/>
                  </a:lnTo>
                  <a:lnTo>
                    <a:pt x="79984" y="20613"/>
                  </a:lnTo>
                  <a:lnTo>
                    <a:pt x="80482" y="19937"/>
                  </a:lnTo>
                  <a:lnTo>
                    <a:pt x="80991" y="19179"/>
                  </a:lnTo>
                  <a:lnTo>
                    <a:pt x="81466" y="18400"/>
                  </a:lnTo>
                  <a:lnTo>
                    <a:pt x="81908" y="17602"/>
                  </a:lnTo>
                  <a:lnTo>
                    <a:pt x="82315" y="16785"/>
                  </a:lnTo>
                  <a:lnTo>
                    <a:pt x="82687" y="15951"/>
                  </a:lnTo>
                  <a:lnTo>
                    <a:pt x="82952" y="15290"/>
                  </a:lnTo>
                  <a:lnTo>
                    <a:pt x="83194" y="14621"/>
                  </a:lnTo>
                  <a:lnTo>
                    <a:pt x="83426" y="13905"/>
                  </a:lnTo>
                  <a:lnTo>
                    <a:pt x="83525" y="13549"/>
                  </a:lnTo>
                  <a:lnTo>
                    <a:pt x="83586" y="13331"/>
                  </a:lnTo>
                  <a:lnTo>
                    <a:pt x="83786" y="12297"/>
                  </a:lnTo>
                  <a:lnTo>
                    <a:pt x="83945" y="11256"/>
                  </a:lnTo>
                  <a:lnTo>
                    <a:pt x="84063" y="10210"/>
                  </a:lnTo>
                  <a:lnTo>
                    <a:pt x="84139" y="9160"/>
                  </a:lnTo>
                  <a:lnTo>
                    <a:pt x="84169" y="8355"/>
                  </a:lnTo>
                  <a:lnTo>
                    <a:pt x="84175" y="7549"/>
                  </a:lnTo>
                  <a:lnTo>
                    <a:pt x="84157" y="6744"/>
                  </a:lnTo>
                  <a:lnTo>
                    <a:pt x="84115" y="5940"/>
                  </a:lnTo>
                  <a:lnTo>
                    <a:pt x="83477" y="1782"/>
                  </a:lnTo>
                  <a:lnTo>
                    <a:pt x="83825" y="1736"/>
                  </a:lnTo>
                  <a:lnTo>
                    <a:pt x="90772" y="821"/>
                  </a:lnTo>
                  <a:lnTo>
                    <a:pt x="96659" y="0"/>
                  </a:lnTo>
                  <a:lnTo>
                    <a:pt x="96903" y="2617"/>
                  </a:lnTo>
                  <a:lnTo>
                    <a:pt x="97475" y="4355"/>
                  </a:lnTo>
                  <a:lnTo>
                    <a:pt x="97731" y="5133"/>
                  </a:lnTo>
                  <a:lnTo>
                    <a:pt x="99060" y="7425"/>
                  </a:lnTo>
                  <a:lnTo>
                    <a:pt x="99964" y="8202"/>
                  </a:lnTo>
                  <a:lnTo>
                    <a:pt x="100530" y="8581"/>
                  </a:lnTo>
                  <a:lnTo>
                    <a:pt x="100741" y="8774"/>
                  </a:lnTo>
                  <a:lnTo>
                    <a:pt x="104961" y="12630"/>
                  </a:lnTo>
                  <a:lnTo>
                    <a:pt x="108438" y="15809"/>
                  </a:lnTo>
                  <a:lnTo>
                    <a:pt x="111708" y="18797"/>
                  </a:lnTo>
                  <a:lnTo>
                    <a:pt x="113076" y="20047"/>
                  </a:lnTo>
                  <a:lnTo>
                    <a:pt x="115146" y="21939"/>
                  </a:lnTo>
                  <a:lnTo>
                    <a:pt x="118392" y="24906"/>
                  </a:lnTo>
                  <a:lnTo>
                    <a:pt x="121793" y="28014"/>
                  </a:lnTo>
                  <a:lnTo>
                    <a:pt x="125108" y="31044"/>
                  </a:lnTo>
                  <a:lnTo>
                    <a:pt x="128745" y="34251"/>
                  </a:lnTo>
                  <a:lnTo>
                    <a:pt x="132050" y="37320"/>
                  </a:lnTo>
                  <a:lnTo>
                    <a:pt x="135302" y="40340"/>
                  </a:lnTo>
                  <a:lnTo>
                    <a:pt x="138517" y="43325"/>
                  </a:lnTo>
                  <a:lnTo>
                    <a:pt x="141751" y="46327"/>
                  </a:lnTo>
                  <a:lnTo>
                    <a:pt x="145028" y="49370"/>
                  </a:lnTo>
                  <a:lnTo>
                    <a:pt x="148324" y="52431"/>
                  </a:lnTo>
                  <a:lnTo>
                    <a:pt x="151993" y="55837"/>
                  </a:lnTo>
                  <a:lnTo>
                    <a:pt x="159063" y="63104"/>
                  </a:lnTo>
                  <a:lnTo>
                    <a:pt x="159635" y="6331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1900470" y="3175226"/>
              <a:ext cx="63560" cy="112218"/>
            </a:xfrm>
            <a:custGeom>
              <a:avLst/>
              <a:pathLst>
                <a:path w="63560" h="112218">
                  <a:moveTo>
                    <a:pt x="45026" y="111478"/>
                  </a:moveTo>
                  <a:lnTo>
                    <a:pt x="40166" y="112218"/>
                  </a:lnTo>
                  <a:lnTo>
                    <a:pt x="39348" y="106190"/>
                  </a:lnTo>
                  <a:lnTo>
                    <a:pt x="39318" y="105975"/>
                  </a:lnTo>
                  <a:lnTo>
                    <a:pt x="38280" y="98733"/>
                  </a:lnTo>
                  <a:lnTo>
                    <a:pt x="37492" y="93481"/>
                  </a:lnTo>
                  <a:lnTo>
                    <a:pt x="36907" y="91325"/>
                  </a:lnTo>
                  <a:lnTo>
                    <a:pt x="36321" y="90422"/>
                  </a:lnTo>
                  <a:lnTo>
                    <a:pt x="29237" y="87669"/>
                  </a:lnTo>
                  <a:lnTo>
                    <a:pt x="23993" y="85625"/>
                  </a:lnTo>
                  <a:lnTo>
                    <a:pt x="25569" y="81256"/>
                  </a:lnTo>
                  <a:lnTo>
                    <a:pt x="27490" y="75931"/>
                  </a:lnTo>
                  <a:lnTo>
                    <a:pt x="29293" y="70933"/>
                  </a:lnTo>
                  <a:lnTo>
                    <a:pt x="29736" y="69705"/>
                  </a:lnTo>
                  <a:lnTo>
                    <a:pt x="29481" y="69608"/>
                  </a:lnTo>
                  <a:lnTo>
                    <a:pt x="30679" y="66080"/>
                  </a:lnTo>
                  <a:lnTo>
                    <a:pt x="32408" y="60990"/>
                  </a:lnTo>
                  <a:lnTo>
                    <a:pt x="34444" y="54994"/>
                  </a:lnTo>
                  <a:lnTo>
                    <a:pt x="33872" y="54788"/>
                  </a:lnTo>
                  <a:lnTo>
                    <a:pt x="26802" y="47522"/>
                  </a:lnTo>
                  <a:lnTo>
                    <a:pt x="23133" y="44115"/>
                  </a:lnTo>
                  <a:lnTo>
                    <a:pt x="19837" y="41055"/>
                  </a:lnTo>
                  <a:lnTo>
                    <a:pt x="16559" y="38011"/>
                  </a:lnTo>
                  <a:lnTo>
                    <a:pt x="13326" y="35009"/>
                  </a:lnTo>
                  <a:lnTo>
                    <a:pt x="10111" y="32024"/>
                  </a:lnTo>
                  <a:lnTo>
                    <a:pt x="6859" y="29004"/>
                  </a:lnTo>
                  <a:lnTo>
                    <a:pt x="3554" y="25936"/>
                  </a:lnTo>
                  <a:lnTo>
                    <a:pt x="0" y="22636"/>
                  </a:lnTo>
                  <a:lnTo>
                    <a:pt x="3899" y="18416"/>
                  </a:lnTo>
                  <a:lnTo>
                    <a:pt x="5260" y="17018"/>
                  </a:lnTo>
                  <a:lnTo>
                    <a:pt x="6206" y="16045"/>
                  </a:lnTo>
                  <a:lnTo>
                    <a:pt x="6900" y="15435"/>
                  </a:lnTo>
                  <a:lnTo>
                    <a:pt x="7627" y="14797"/>
                  </a:lnTo>
                  <a:lnTo>
                    <a:pt x="9921" y="13094"/>
                  </a:lnTo>
                  <a:lnTo>
                    <a:pt x="16246" y="8401"/>
                  </a:lnTo>
                  <a:lnTo>
                    <a:pt x="20373" y="5339"/>
                  </a:lnTo>
                  <a:lnTo>
                    <a:pt x="20542" y="5214"/>
                  </a:lnTo>
                  <a:lnTo>
                    <a:pt x="21176" y="4743"/>
                  </a:lnTo>
                  <a:lnTo>
                    <a:pt x="23504" y="3589"/>
                  </a:lnTo>
                  <a:lnTo>
                    <a:pt x="33515" y="2012"/>
                  </a:lnTo>
                  <a:lnTo>
                    <a:pt x="33722" y="1980"/>
                  </a:lnTo>
                  <a:lnTo>
                    <a:pt x="41687" y="725"/>
                  </a:lnTo>
                  <a:lnTo>
                    <a:pt x="42213" y="642"/>
                  </a:lnTo>
                  <a:lnTo>
                    <a:pt x="44581" y="269"/>
                  </a:lnTo>
                  <a:lnTo>
                    <a:pt x="45311" y="154"/>
                  </a:lnTo>
                  <a:lnTo>
                    <a:pt x="46286" y="0"/>
                  </a:lnTo>
                  <a:lnTo>
                    <a:pt x="46507" y="1386"/>
                  </a:lnTo>
                  <a:lnTo>
                    <a:pt x="46628" y="2149"/>
                  </a:lnTo>
                  <a:lnTo>
                    <a:pt x="46838" y="3466"/>
                  </a:lnTo>
                  <a:lnTo>
                    <a:pt x="46997" y="4464"/>
                  </a:lnTo>
                  <a:lnTo>
                    <a:pt x="47176" y="5587"/>
                  </a:lnTo>
                  <a:lnTo>
                    <a:pt x="47705" y="8916"/>
                  </a:lnTo>
                  <a:lnTo>
                    <a:pt x="48069" y="11202"/>
                  </a:lnTo>
                  <a:lnTo>
                    <a:pt x="48227" y="12191"/>
                  </a:lnTo>
                  <a:lnTo>
                    <a:pt x="48533" y="14115"/>
                  </a:lnTo>
                  <a:lnTo>
                    <a:pt x="48897" y="16400"/>
                  </a:lnTo>
                  <a:lnTo>
                    <a:pt x="49022" y="17189"/>
                  </a:lnTo>
                  <a:lnTo>
                    <a:pt x="50179" y="24460"/>
                  </a:lnTo>
                  <a:lnTo>
                    <a:pt x="50935" y="29210"/>
                  </a:lnTo>
                  <a:lnTo>
                    <a:pt x="51403" y="32146"/>
                  </a:lnTo>
                  <a:lnTo>
                    <a:pt x="51584" y="33286"/>
                  </a:lnTo>
                  <a:lnTo>
                    <a:pt x="52066" y="36312"/>
                  </a:lnTo>
                  <a:lnTo>
                    <a:pt x="52270" y="37597"/>
                  </a:lnTo>
                  <a:lnTo>
                    <a:pt x="52422" y="38549"/>
                  </a:lnTo>
                  <a:lnTo>
                    <a:pt x="52711" y="40364"/>
                  </a:lnTo>
                  <a:lnTo>
                    <a:pt x="53288" y="43987"/>
                  </a:lnTo>
                  <a:lnTo>
                    <a:pt x="53513" y="45401"/>
                  </a:lnTo>
                  <a:lnTo>
                    <a:pt x="54429" y="51160"/>
                  </a:lnTo>
                  <a:lnTo>
                    <a:pt x="54463" y="51375"/>
                  </a:lnTo>
                  <a:lnTo>
                    <a:pt x="54812" y="53567"/>
                  </a:lnTo>
                  <a:lnTo>
                    <a:pt x="55006" y="54786"/>
                  </a:lnTo>
                  <a:lnTo>
                    <a:pt x="55370" y="57071"/>
                  </a:lnTo>
                  <a:lnTo>
                    <a:pt x="55627" y="58684"/>
                  </a:lnTo>
                  <a:lnTo>
                    <a:pt x="55689" y="59075"/>
                  </a:lnTo>
                  <a:lnTo>
                    <a:pt x="56802" y="66102"/>
                  </a:lnTo>
                  <a:lnTo>
                    <a:pt x="57176" y="68462"/>
                  </a:lnTo>
                  <a:lnTo>
                    <a:pt x="57337" y="69481"/>
                  </a:lnTo>
                  <a:lnTo>
                    <a:pt x="57425" y="70036"/>
                  </a:lnTo>
                  <a:lnTo>
                    <a:pt x="57612" y="71213"/>
                  </a:lnTo>
                  <a:lnTo>
                    <a:pt x="57838" y="72644"/>
                  </a:lnTo>
                  <a:lnTo>
                    <a:pt x="58093" y="74250"/>
                  </a:lnTo>
                  <a:lnTo>
                    <a:pt x="58521" y="76952"/>
                  </a:lnTo>
                  <a:lnTo>
                    <a:pt x="58825" y="78873"/>
                  </a:lnTo>
                  <a:lnTo>
                    <a:pt x="59702" y="84410"/>
                  </a:lnTo>
                  <a:lnTo>
                    <a:pt x="59726" y="84560"/>
                  </a:lnTo>
                  <a:lnTo>
                    <a:pt x="60132" y="87121"/>
                  </a:lnTo>
                  <a:lnTo>
                    <a:pt x="60336" y="88412"/>
                  </a:lnTo>
                  <a:lnTo>
                    <a:pt x="60729" y="90892"/>
                  </a:lnTo>
                  <a:lnTo>
                    <a:pt x="60874" y="91808"/>
                  </a:lnTo>
                  <a:lnTo>
                    <a:pt x="61001" y="92607"/>
                  </a:lnTo>
                  <a:lnTo>
                    <a:pt x="61287" y="94406"/>
                  </a:lnTo>
                  <a:lnTo>
                    <a:pt x="61619" y="96498"/>
                  </a:lnTo>
                  <a:lnTo>
                    <a:pt x="62258" y="100516"/>
                  </a:lnTo>
                  <a:lnTo>
                    <a:pt x="62778" y="103785"/>
                  </a:lnTo>
                  <a:lnTo>
                    <a:pt x="63065" y="105594"/>
                  </a:lnTo>
                  <a:lnTo>
                    <a:pt x="63195" y="106414"/>
                  </a:lnTo>
                  <a:lnTo>
                    <a:pt x="63338" y="107310"/>
                  </a:lnTo>
                  <a:lnTo>
                    <a:pt x="63560" y="108706"/>
                  </a:lnTo>
                  <a:lnTo>
                    <a:pt x="63154" y="108720"/>
                  </a:lnTo>
                  <a:lnTo>
                    <a:pt x="61465" y="108977"/>
                  </a:lnTo>
                  <a:lnTo>
                    <a:pt x="57255" y="109618"/>
                  </a:lnTo>
                  <a:lnTo>
                    <a:pt x="56266" y="109768"/>
                  </a:lnTo>
                  <a:lnTo>
                    <a:pt x="50705" y="110614"/>
                  </a:lnTo>
                  <a:lnTo>
                    <a:pt x="50524" y="110642"/>
                  </a:lnTo>
                  <a:lnTo>
                    <a:pt x="45556" y="1113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1851355" y="3243607"/>
              <a:ext cx="114739" cy="77889"/>
            </a:xfrm>
            <a:custGeom>
              <a:avLst/>
              <a:pathLst>
                <a:path w="114739" h="77889">
                  <a:moveTo>
                    <a:pt x="77435" y="902"/>
                  </a:moveTo>
                  <a:lnTo>
                    <a:pt x="78595" y="1227"/>
                  </a:lnTo>
                  <a:lnTo>
                    <a:pt x="78850" y="1324"/>
                  </a:lnTo>
                  <a:lnTo>
                    <a:pt x="78407" y="2552"/>
                  </a:lnTo>
                  <a:lnTo>
                    <a:pt x="76604" y="7550"/>
                  </a:lnTo>
                  <a:lnTo>
                    <a:pt x="74683" y="12875"/>
                  </a:lnTo>
                  <a:lnTo>
                    <a:pt x="73141" y="17257"/>
                  </a:lnTo>
                  <a:lnTo>
                    <a:pt x="78351" y="19288"/>
                  </a:lnTo>
                  <a:lnTo>
                    <a:pt x="85435" y="22041"/>
                  </a:lnTo>
                  <a:lnTo>
                    <a:pt x="86021" y="22943"/>
                  </a:lnTo>
                  <a:lnTo>
                    <a:pt x="86615" y="25130"/>
                  </a:lnTo>
                  <a:lnTo>
                    <a:pt x="87398" y="30380"/>
                  </a:lnTo>
                  <a:lnTo>
                    <a:pt x="88433" y="37594"/>
                  </a:lnTo>
                  <a:lnTo>
                    <a:pt x="88462" y="37809"/>
                  </a:lnTo>
                  <a:lnTo>
                    <a:pt x="89281" y="43837"/>
                  </a:lnTo>
                  <a:lnTo>
                    <a:pt x="94140" y="43097"/>
                  </a:lnTo>
                  <a:lnTo>
                    <a:pt x="94670" y="43017"/>
                  </a:lnTo>
                  <a:lnTo>
                    <a:pt x="99638" y="42261"/>
                  </a:lnTo>
                  <a:lnTo>
                    <a:pt x="99819" y="42233"/>
                  </a:lnTo>
                  <a:lnTo>
                    <a:pt x="105380" y="41387"/>
                  </a:lnTo>
                  <a:lnTo>
                    <a:pt x="106369" y="41237"/>
                  </a:lnTo>
                  <a:lnTo>
                    <a:pt x="110670" y="40582"/>
                  </a:lnTo>
                  <a:lnTo>
                    <a:pt x="112268" y="40339"/>
                  </a:lnTo>
                  <a:lnTo>
                    <a:pt x="112674" y="40325"/>
                  </a:lnTo>
                  <a:lnTo>
                    <a:pt x="112882" y="41635"/>
                  </a:lnTo>
                  <a:lnTo>
                    <a:pt x="113069" y="42810"/>
                  </a:lnTo>
                  <a:lnTo>
                    <a:pt x="113152" y="43332"/>
                  </a:lnTo>
                  <a:lnTo>
                    <a:pt x="113621" y="46784"/>
                  </a:lnTo>
                  <a:lnTo>
                    <a:pt x="113819" y="48238"/>
                  </a:lnTo>
                  <a:lnTo>
                    <a:pt x="114077" y="49940"/>
                  </a:lnTo>
                  <a:lnTo>
                    <a:pt x="113096" y="50078"/>
                  </a:lnTo>
                  <a:lnTo>
                    <a:pt x="112352" y="50183"/>
                  </a:lnTo>
                  <a:lnTo>
                    <a:pt x="112452" y="50856"/>
                  </a:lnTo>
                  <a:lnTo>
                    <a:pt x="112821" y="53343"/>
                  </a:lnTo>
                  <a:lnTo>
                    <a:pt x="113522" y="58059"/>
                  </a:lnTo>
                  <a:lnTo>
                    <a:pt x="113872" y="60420"/>
                  </a:lnTo>
                  <a:lnTo>
                    <a:pt x="114239" y="62891"/>
                  </a:lnTo>
                  <a:lnTo>
                    <a:pt x="114381" y="63844"/>
                  </a:lnTo>
                  <a:lnTo>
                    <a:pt x="114570" y="64755"/>
                  </a:lnTo>
                  <a:lnTo>
                    <a:pt x="114635" y="65071"/>
                  </a:lnTo>
                  <a:lnTo>
                    <a:pt x="114739" y="65574"/>
                  </a:lnTo>
                  <a:lnTo>
                    <a:pt x="114164" y="66010"/>
                  </a:lnTo>
                  <a:lnTo>
                    <a:pt x="112353" y="67382"/>
                  </a:lnTo>
                  <a:lnTo>
                    <a:pt x="109076" y="66895"/>
                  </a:lnTo>
                  <a:lnTo>
                    <a:pt x="107611" y="66677"/>
                  </a:lnTo>
                  <a:lnTo>
                    <a:pt x="106838" y="66729"/>
                  </a:lnTo>
                  <a:lnTo>
                    <a:pt x="103971" y="66920"/>
                  </a:lnTo>
                  <a:lnTo>
                    <a:pt x="103750" y="66951"/>
                  </a:lnTo>
                  <a:lnTo>
                    <a:pt x="103286" y="67018"/>
                  </a:lnTo>
                  <a:lnTo>
                    <a:pt x="97961" y="67777"/>
                  </a:lnTo>
                  <a:lnTo>
                    <a:pt x="97475" y="67846"/>
                  </a:lnTo>
                  <a:lnTo>
                    <a:pt x="93225" y="68452"/>
                  </a:lnTo>
                  <a:lnTo>
                    <a:pt x="92320" y="68581"/>
                  </a:lnTo>
                  <a:lnTo>
                    <a:pt x="76891" y="70536"/>
                  </a:lnTo>
                  <a:lnTo>
                    <a:pt x="75145" y="70616"/>
                  </a:lnTo>
                  <a:lnTo>
                    <a:pt x="73761" y="70679"/>
                  </a:lnTo>
                  <a:lnTo>
                    <a:pt x="71105" y="70800"/>
                  </a:lnTo>
                  <a:lnTo>
                    <a:pt x="68932" y="71141"/>
                  </a:lnTo>
                  <a:lnTo>
                    <a:pt x="68688" y="71180"/>
                  </a:lnTo>
                  <a:lnTo>
                    <a:pt x="67700" y="71335"/>
                  </a:lnTo>
                  <a:lnTo>
                    <a:pt x="62306" y="72183"/>
                  </a:lnTo>
                  <a:lnTo>
                    <a:pt x="57033" y="73012"/>
                  </a:lnTo>
                  <a:lnTo>
                    <a:pt x="52190" y="73774"/>
                  </a:lnTo>
                  <a:lnTo>
                    <a:pt x="46703" y="74637"/>
                  </a:lnTo>
                  <a:lnTo>
                    <a:pt x="45057" y="74896"/>
                  </a:lnTo>
                  <a:lnTo>
                    <a:pt x="41408" y="75469"/>
                  </a:lnTo>
                  <a:lnTo>
                    <a:pt x="39122" y="75829"/>
                  </a:lnTo>
                  <a:lnTo>
                    <a:pt x="34174" y="76607"/>
                  </a:lnTo>
                  <a:lnTo>
                    <a:pt x="30191" y="77233"/>
                  </a:lnTo>
                  <a:lnTo>
                    <a:pt x="29751" y="77303"/>
                  </a:lnTo>
                  <a:lnTo>
                    <a:pt x="29266" y="77357"/>
                  </a:lnTo>
                  <a:lnTo>
                    <a:pt x="28900" y="77397"/>
                  </a:lnTo>
                  <a:lnTo>
                    <a:pt x="28149" y="77481"/>
                  </a:lnTo>
                  <a:lnTo>
                    <a:pt x="23514" y="77889"/>
                  </a:lnTo>
                  <a:lnTo>
                    <a:pt x="20732" y="59215"/>
                  </a:lnTo>
                  <a:lnTo>
                    <a:pt x="20710" y="59082"/>
                  </a:lnTo>
                  <a:lnTo>
                    <a:pt x="15708" y="59930"/>
                  </a:lnTo>
                  <a:lnTo>
                    <a:pt x="14612" y="53371"/>
                  </a:lnTo>
                  <a:lnTo>
                    <a:pt x="14143" y="50434"/>
                  </a:lnTo>
                  <a:lnTo>
                    <a:pt x="19193" y="49812"/>
                  </a:lnTo>
                  <a:lnTo>
                    <a:pt x="19404" y="45366"/>
                  </a:lnTo>
                  <a:lnTo>
                    <a:pt x="18819" y="44779"/>
                  </a:lnTo>
                  <a:lnTo>
                    <a:pt x="18319" y="44350"/>
                  </a:lnTo>
                  <a:lnTo>
                    <a:pt x="17386" y="44202"/>
                  </a:lnTo>
                  <a:lnTo>
                    <a:pt x="16466" y="44209"/>
                  </a:lnTo>
                  <a:lnTo>
                    <a:pt x="15457" y="44541"/>
                  </a:lnTo>
                  <a:lnTo>
                    <a:pt x="14763" y="45074"/>
                  </a:lnTo>
                  <a:lnTo>
                    <a:pt x="12935" y="45358"/>
                  </a:lnTo>
                  <a:lnTo>
                    <a:pt x="12478" y="45029"/>
                  </a:lnTo>
                  <a:lnTo>
                    <a:pt x="10876" y="44006"/>
                  </a:lnTo>
                  <a:lnTo>
                    <a:pt x="10580" y="43489"/>
                  </a:lnTo>
                  <a:lnTo>
                    <a:pt x="10438" y="43559"/>
                  </a:lnTo>
                  <a:lnTo>
                    <a:pt x="10209" y="43325"/>
                  </a:lnTo>
                  <a:lnTo>
                    <a:pt x="8323" y="41904"/>
                  </a:lnTo>
                  <a:lnTo>
                    <a:pt x="7255" y="40729"/>
                  </a:lnTo>
                  <a:lnTo>
                    <a:pt x="6478" y="40032"/>
                  </a:lnTo>
                  <a:lnTo>
                    <a:pt x="5605" y="39391"/>
                  </a:lnTo>
                  <a:lnTo>
                    <a:pt x="4916" y="38927"/>
                  </a:lnTo>
                  <a:lnTo>
                    <a:pt x="3843" y="38150"/>
                  </a:lnTo>
                  <a:lnTo>
                    <a:pt x="3474" y="37661"/>
                  </a:lnTo>
                  <a:lnTo>
                    <a:pt x="2914" y="37020"/>
                  </a:lnTo>
                  <a:lnTo>
                    <a:pt x="1728" y="35434"/>
                  </a:lnTo>
                  <a:lnTo>
                    <a:pt x="1039" y="33624"/>
                  </a:lnTo>
                  <a:lnTo>
                    <a:pt x="684" y="32063"/>
                  </a:lnTo>
                  <a:lnTo>
                    <a:pt x="0" y="29855"/>
                  </a:lnTo>
                  <a:lnTo>
                    <a:pt x="4596" y="27635"/>
                  </a:lnTo>
                  <a:lnTo>
                    <a:pt x="12358" y="6762"/>
                  </a:lnTo>
                  <a:lnTo>
                    <a:pt x="33486" y="10346"/>
                  </a:lnTo>
                  <a:lnTo>
                    <a:pt x="70971" y="7703"/>
                  </a:lnTo>
                  <a:lnTo>
                    <a:pt x="71976" y="7217"/>
                  </a:lnTo>
                  <a:lnTo>
                    <a:pt x="72233" y="6485"/>
                  </a:lnTo>
                  <a:lnTo>
                    <a:pt x="72440" y="5827"/>
                  </a:lnTo>
                  <a:lnTo>
                    <a:pt x="72635" y="5269"/>
                  </a:lnTo>
                  <a:lnTo>
                    <a:pt x="73335" y="3266"/>
                  </a:lnTo>
                  <a:lnTo>
                    <a:pt x="74427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1776517" y="3250370"/>
              <a:ext cx="98369" cy="79124"/>
            </a:xfrm>
            <a:custGeom>
              <a:avLst/>
              <a:pathLst>
                <a:path w="98369" h="79124">
                  <a:moveTo>
                    <a:pt x="85046" y="36562"/>
                  </a:moveTo>
                  <a:lnTo>
                    <a:pt x="85276" y="36796"/>
                  </a:lnTo>
                  <a:lnTo>
                    <a:pt x="85418" y="36726"/>
                  </a:lnTo>
                  <a:lnTo>
                    <a:pt x="85714" y="37243"/>
                  </a:lnTo>
                  <a:lnTo>
                    <a:pt x="87316" y="38266"/>
                  </a:lnTo>
                  <a:lnTo>
                    <a:pt x="87773" y="38595"/>
                  </a:lnTo>
                  <a:lnTo>
                    <a:pt x="89601" y="38311"/>
                  </a:lnTo>
                  <a:lnTo>
                    <a:pt x="90295" y="37779"/>
                  </a:lnTo>
                  <a:lnTo>
                    <a:pt x="91304" y="37447"/>
                  </a:lnTo>
                  <a:lnTo>
                    <a:pt x="92224" y="37439"/>
                  </a:lnTo>
                  <a:lnTo>
                    <a:pt x="93157" y="37588"/>
                  </a:lnTo>
                  <a:lnTo>
                    <a:pt x="93657" y="38016"/>
                  </a:lnTo>
                  <a:lnTo>
                    <a:pt x="94242" y="38603"/>
                  </a:lnTo>
                  <a:lnTo>
                    <a:pt x="94031" y="43049"/>
                  </a:lnTo>
                  <a:lnTo>
                    <a:pt x="88981" y="43671"/>
                  </a:lnTo>
                  <a:lnTo>
                    <a:pt x="89450" y="46608"/>
                  </a:lnTo>
                  <a:lnTo>
                    <a:pt x="90546" y="53168"/>
                  </a:lnTo>
                  <a:lnTo>
                    <a:pt x="95548" y="52319"/>
                  </a:lnTo>
                  <a:lnTo>
                    <a:pt x="95570" y="52453"/>
                  </a:lnTo>
                  <a:lnTo>
                    <a:pt x="98369" y="71238"/>
                  </a:lnTo>
                  <a:lnTo>
                    <a:pt x="98085" y="71282"/>
                  </a:lnTo>
                  <a:lnTo>
                    <a:pt x="88050" y="72831"/>
                  </a:lnTo>
                  <a:lnTo>
                    <a:pt x="82850" y="73634"/>
                  </a:lnTo>
                  <a:lnTo>
                    <a:pt x="81512" y="73840"/>
                  </a:lnTo>
                  <a:lnTo>
                    <a:pt x="79416" y="74164"/>
                  </a:lnTo>
                  <a:lnTo>
                    <a:pt x="71872" y="75329"/>
                  </a:lnTo>
                  <a:lnTo>
                    <a:pt x="66198" y="76205"/>
                  </a:lnTo>
                  <a:lnTo>
                    <a:pt x="65651" y="76289"/>
                  </a:lnTo>
                  <a:lnTo>
                    <a:pt x="65156" y="76366"/>
                  </a:lnTo>
                  <a:lnTo>
                    <a:pt x="56861" y="77646"/>
                  </a:lnTo>
                  <a:lnTo>
                    <a:pt x="53434" y="78175"/>
                  </a:lnTo>
                  <a:lnTo>
                    <a:pt x="52880" y="78261"/>
                  </a:lnTo>
                  <a:lnTo>
                    <a:pt x="46686" y="78913"/>
                  </a:lnTo>
                  <a:lnTo>
                    <a:pt x="45755" y="78952"/>
                  </a:lnTo>
                  <a:lnTo>
                    <a:pt x="45239" y="78973"/>
                  </a:lnTo>
                  <a:lnTo>
                    <a:pt x="41960" y="79110"/>
                  </a:lnTo>
                  <a:lnTo>
                    <a:pt x="34705" y="78626"/>
                  </a:lnTo>
                  <a:lnTo>
                    <a:pt x="34005" y="78583"/>
                  </a:lnTo>
                  <a:lnTo>
                    <a:pt x="33811" y="78575"/>
                  </a:lnTo>
                  <a:lnTo>
                    <a:pt x="27114" y="78323"/>
                  </a:lnTo>
                  <a:lnTo>
                    <a:pt x="26779" y="78311"/>
                  </a:lnTo>
                  <a:lnTo>
                    <a:pt x="26477" y="78301"/>
                  </a:lnTo>
                  <a:lnTo>
                    <a:pt x="25958" y="78283"/>
                  </a:lnTo>
                  <a:lnTo>
                    <a:pt x="21548" y="78137"/>
                  </a:lnTo>
                  <a:lnTo>
                    <a:pt x="21409" y="78132"/>
                  </a:lnTo>
                  <a:lnTo>
                    <a:pt x="19600" y="78072"/>
                  </a:lnTo>
                  <a:lnTo>
                    <a:pt x="17856" y="78217"/>
                  </a:lnTo>
                  <a:lnTo>
                    <a:pt x="14961" y="78457"/>
                  </a:lnTo>
                  <a:lnTo>
                    <a:pt x="13200" y="78604"/>
                  </a:lnTo>
                  <a:lnTo>
                    <a:pt x="12794" y="78637"/>
                  </a:lnTo>
                  <a:lnTo>
                    <a:pt x="12404" y="78647"/>
                  </a:lnTo>
                  <a:lnTo>
                    <a:pt x="12058" y="78656"/>
                  </a:lnTo>
                  <a:lnTo>
                    <a:pt x="1336" y="79124"/>
                  </a:lnTo>
                  <a:lnTo>
                    <a:pt x="1087" y="71236"/>
                  </a:lnTo>
                  <a:lnTo>
                    <a:pt x="896" y="65218"/>
                  </a:lnTo>
                  <a:lnTo>
                    <a:pt x="723" y="59736"/>
                  </a:lnTo>
                  <a:lnTo>
                    <a:pt x="588" y="55475"/>
                  </a:lnTo>
                  <a:lnTo>
                    <a:pt x="383" y="51378"/>
                  </a:lnTo>
                  <a:lnTo>
                    <a:pt x="226" y="48217"/>
                  </a:lnTo>
                  <a:lnTo>
                    <a:pt x="0" y="43693"/>
                  </a:lnTo>
                  <a:lnTo>
                    <a:pt x="4100" y="43442"/>
                  </a:lnTo>
                  <a:lnTo>
                    <a:pt x="11960" y="42959"/>
                  </a:lnTo>
                  <a:lnTo>
                    <a:pt x="16580" y="42675"/>
                  </a:lnTo>
                  <a:lnTo>
                    <a:pt x="24888" y="42165"/>
                  </a:lnTo>
                  <a:lnTo>
                    <a:pt x="33148" y="41657"/>
                  </a:lnTo>
                  <a:lnTo>
                    <a:pt x="32994" y="37773"/>
                  </a:lnTo>
                  <a:lnTo>
                    <a:pt x="32953" y="36764"/>
                  </a:lnTo>
                  <a:lnTo>
                    <a:pt x="36125" y="33978"/>
                  </a:lnTo>
                  <a:lnTo>
                    <a:pt x="38658" y="31074"/>
                  </a:lnTo>
                  <a:lnTo>
                    <a:pt x="40533" y="32697"/>
                  </a:lnTo>
                  <a:lnTo>
                    <a:pt x="38690" y="35294"/>
                  </a:lnTo>
                  <a:lnTo>
                    <a:pt x="41557" y="37997"/>
                  </a:lnTo>
                  <a:lnTo>
                    <a:pt x="47447" y="33047"/>
                  </a:lnTo>
                  <a:lnTo>
                    <a:pt x="60699" y="23524"/>
                  </a:lnTo>
                  <a:lnTo>
                    <a:pt x="64737" y="21748"/>
                  </a:lnTo>
                  <a:lnTo>
                    <a:pt x="65484" y="21241"/>
                  </a:lnTo>
                  <a:lnTo>
                    <a:pt x="78411" y="12462"/>
                  </a:lnTo>
                  <a:lnTo>
                    <a:pt x="87196" y="0"/>
                  </a:lnTo>
                  <a:lnTo>
                    <a:pt x="79434" y="20872"/>
                  </a:lnTo>
                  <a:lnTo>
                    <a:pt x="74837" y="23093"/>
                  </a:lnTo>
                  <a:lnTo>
                    <a:pt x="75522" y="25300"/>
                  </a:lnTo>
                  <a:lnTo>
                    <a:pt x="75877" y="26861"/>
                  </a:lnTo>
                  <a:lnTo>
                    <a:pt x="76566" y="28671"/>
                  </a:lnTo>
                  <a:lnTo>
                    <a:pt x="77751" y="30257"/>
                  </a:lnTo>
                  <a:lnTo>
                    <a:pt x="78312" y="30898"/>
                  </a:lnTo>
                  <a:lnTo>
                    <a:pt x="78681" y="31387"/>
                  </a:lnTo>
                  <a:lnTo>
                    <a:pt x="79754" y="32164"/>
                  </a:lnTo>
                  <a:lnTo>
                    <a:pt x="80443" y="32629"/>
                  </a:lnTo>
                  <a:lnTo>
                    <a:pt x="81316" y="33269"/>
                  </a:lnTo>
                  <a:lnTo>
                    <a:pt x="82093" y="33966"/>
                  </a:lnTo>
                  <a:lnTo>
                    <a:pt x="83161" y="351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1746029" y="3255765"/>
              <a:ext cx="95972" cy="75604"/>
            </a:xfrm>
            <a:custGeom>
              <a:avLst/>
              <a:pathLst>
                <a:path w="95972" h="75604">
                  <a:moveTo>
                    <a:pt x="39087" y="24762"/>
                  </a:moveTo>
                  <a:lnTo>
                    <a:pt x="39277" y="26601"/>
                  </a:lnTo>
                  <a:lnTo>
                    <a:pt x="42025" y="26550"/>
                  </a:lnTo>
                  <a:lnTo>
                    <a:pt x="46459" y="26466"/>
                  </a:lnTo>
                  <a:lnTo>
                    <a:pt x="50375" y="26811"/>
                  </a:lnTo>
                  <a:lnTo>
                    <a:pt x="52514" y="27000"/>
                  </a:lnTo>
                  <a:lnTo>
                    <a:pt x="52944" y="27045"/>
                  </a:lnTo>
                  <a:lnTo>
                    <a:pt x="53033" y="24434"/>
                  </a:lnTo>
                  <a:lnTo>
                    <a:pt x="53128" y="24303"/>
                  </a:lnTo>
                  <a:lnTo>
                    <a:pt x="53292" y="24107"/>
                  </a:lnTo>
                  <a:lnTo>
                    <a:pt x="53463" y="23902"/>
                  </a:lnTo>
                  <a:lnTo>
                    <a:pt x="53840" y="23540"/>
                  </a:lnTo>
                  <a:lnTo>
                    <a:pt x="55501" y="22256"/>
                  </a:lnTo>
                  <a:lnTo>
                    <a:pt x="55843" y="22049"/>
                  </a:lnTo>
                  <a:lnTo>
                    <a:pt x="56205" y="21880"/>
                  </a:lnTo>
                  <a:lnTo>
                    <a:pt x="56583" y="21751"/>
                  </a:lnTo>
                  <a:lnTo>
                    <a:pt x="56973" y="21665"/>
                  </a:lnTo>
                  <a:lnTo>
                    <a:pt x="57369" y="21623"/>
                  </a:lnTo>
                  <a:lnTo>
                    <a:pt x="57767" y="21623"/>
                  </a:lnTo>
                  <a:lnTo>
                    <a:pt x="58163" y="21667"/>
                  </a:lnTo>
                  <a:lnTo>
                    <a:pt x="58552" y="21754"/>
                  </a:lnTo>
                  <a:lnTo>
                    <a:pt x="58929" y="21883"/>
                  </a:lnTo>
                  <a:lnTo>
                    <a:pt x="59289" y="22052"/>
                  </a:lnTo>
                  <a:lnTo>
                    <a:pt x="59629" y="22260"/>
                  </a:lnTo>
                  <a:lnTo>
                    <a:pt x="59944" y="22503"/>
                  </a:lnTo>
                  <a:lnTo>
                    <a:pt x="60195" y="22742"/>
                  </a:lnTo>
                  <a:lnTo>
                    <a:pt x="60422" y="23003"/>
                  </a:lnTo>
                  <a:lnTo>
                    <a:pt x="60623" y="23284"/>
                  </a:lnTo>
                  <a:lnTo>
                    <a:pt x="60797" y="23584"/>
                  </a:lnTo>
                  <a:lnTo>
                    <a:pt x="60929" y="23867"/>
                  </a:lnTo>
                  <a:lnTo>
                    <a:pt x="61036" y="24161"/>
                  </a:lnTo>
                  <a:lnTo>
                    <a:pt x="61118" y="24463"/>
                  </a:lnTo>
                  <a:lnTo>
                    <a:pt x="61173" y="24770"/>
                  </a:lnTo>
                  <a:lnTo>
                    <a:pt x="61391" y="25192"/>
                  </a:lnTo>
                  <a:lnTo>
                    <a:pt x="61567" y="25633"/>
                  </a:lnTo>
                  <a:lnTo>
                    <a:pt x="63921" y="26462"/>
                  </a:lnTo>
                  <a:lnTo>
                    <a:pt x="63744" y="23589"/>
                  </a:lnTo>
                  <a:lnTo>
                    <a:pt x="63403" y="22250"/>
                  </a:lnTo>
                  <a:lnTo>
                    <a:pt x="62888" y="20444"/>
                  </a:lnTo>
                  <a:lnTo>
                    <a:pt x="62455" y="17326"/>
                  </a:lnTo>
                  <a:lnTo>
                    <a:pt x="62007" y="15000"/>
                  </a:lnTo>
                  <a:lnTo>
                    <a:pt x="62868" y="12257"/>
                  </a:lnTo>
                  <a:lnTo>
                    <a:pt x="63170" y="12242"/>
                  </a:lnTo>
                  <a:lnTo>
                    <a:pt x="63743" y="10772"/>
                  </a:lnTo>
                  <a:lnTo>
                    <a:pt x="63996" y="10267"/>
                  </a:lnTo>
                  <a:lnTo>
                    <a:pt x="65426" y="10524"/>
                  </a:lnTo>
                  <a:lnTo>
                    <a:pt x="67845" y="11646"/>
                  </a:lnTo>
                  <a:lnTo>
                    <a:pt x="70441" y="13440"/>
                  </a:lnTo>
                  <a:lnTo>
                    <a:pt x="72844" y="15459"/>
                  </a:lnTo>
                  <a:lnTo>
                    <a:pt x="73741" y="16500"/>
                  </a:lnTo>
                  <a:lnTo>
                    <a:pt x="75533" y="17635"/>
                  </a:lnTo>
                  <a:lnTo>
                    <a:pt x="76122" y="15677"/>
                  </a:lnTo>
                  <a:lnTo>
                    <a:pt x="79609" y="11412"/>
                  </a:lnTo>
                  <a:lnTo>
                    <a:pt x="84472" y="11349"/>
                  </a:lnTo>
                  <a:lnTo>
                    <a:pt x="95972" y="15846"/>
                  </a:lnTo>
                  <a:lnTo>
                    <a:pt x="95225" y="16354"/>
                  </a:lnTo>
                  <a:lnTo>
                    <a:pt x="91187" y="18129"/>
                  </a:lnTo>
                  <a:lnTo>
                    <a:pt x="77936" y="27652"/>
                  </a:lnTo>
                  <a:lnTo>
                    <a:pt x="72046" y="32603"/>
                  </a:lnTo>
                  <a:lnTo>
                    <a:pt x="69178" y="29900"/>
                  </a:lnTo>
                  <a:lnTo>
                    <a:pt x="71022" y="27302"/>
                  </a:lnTo>
                  <a:lnTo>
                    <a:pt x="69147" y="25680"/>
                  </a:lnTo>
                  <a:lnTo>
                    <a:pt x="66614" y="28584"/>
                  </a:lnTo>
                  <a:lnTo>
                    <a:pt x="63442" y="31370"/>
                  </a:lnTo>
                  <a:lnTo>
                    <a:pt x="63482" y="32378"/>
                  </a:lnTo>
                  <a:lnTo>
                    <a:pt x="63636" y="36263"/>
                  </a:lnTo>
                  <a:lnTo>
                    <a:pt x="55329" y="36773"/>
                  </a:lnTo>
                  <a:lnTo>
                    <a:pt x="47007" y="37284"/>
                  </a:lnTo>
                  <a:lnTo>
                    <a:pt x="42448" y="37564"/>
                  </a:lnTo>
                  <a:lnTo>
                    <a:pt x="34505" y="38052"/>
                  </a:lnTo>
                  <a:lnTo>
                    <a:pt x="30488" y="38299"/>
                  </a:lnTo>
                  <a:lnTo>
                    <a:pt x="30714" y="42822"/>
                  </a:lnTo>
                  <a:lnTo>
                    <a:pt x="30872" y="45983"/>
                  </a:lnTo>
                  <a:lnTo>
                    <a:pt x="31077" y="50092"/>
                  </a:lnTo>
                  <a:lnTo>
                    <a:pt x="31211" y="54342"/>
                  </a:lnTo>
                  <a:lnTo>
                    <a:pt x="31385" y="59823"/>
                  </a:lnTo>
                  <a:lnTo>
                    <a:pt x="31575" y="65841"/>
                  </a:lnTo>
                  <a:lnTo>
                    <a:pt x="31614" y="73872"/>
                  </a:lnTo>
                  <a:lnTo>
                    <a:pt x="30123" y="73961"/>
                  </a:lnTo>
                  <a:lnTo>
                    <a:pt x="29682" y="73987"/>
                  </a:lnTo>
                  <a:lnTo>
                    <a:pt x="28940" y="74031"/>
                  </a:lnTo>
                  <a:lnTo>
                    <a:pt x="26914" y="74152"/>
                  </a:lnTo>
                  <a:lnTo>
                    <a:pt x="17860" y="74693"/>
                  </a:lnTo>
                  <a:lnTo>
                    <a:pt x="13056" y="74980"/>
                  </a:lnTo>
                  <a:lnTo>
                    <a:pt x="12825" y="74994"/>
                  </a:lnTo>
                  <a:lnTo>
                    <a:pt x="11941" y="75047"/>
                  </a:lnTo>
                  <a:lnTo>
                    <a:pt x="10796" y="75115"/>
                  </a:lnTo>
                  <a:lnTo>
                    <a:pt x="4358" y="75500"/>
                  </a:lnTo>
                  <a:lnTo>
                    <a:pt x="2539" y="75604"/>
                  </a:lnTo>
                  <a:lnTo>
                    <a:pt x="2530" y="75430"/>
                  </a:lnTo>
                  <a:lnTo>
                    <a:pt x="2218" y="69190"/>
                  </a:lnTo>
                  <a:lnTo>
                    <a:pt x="2004" y="64897"/>
                  </a:lnTo>
                  <a:lnTo>
                    <a:pt x="1793" y="60686"/>
                  </a:lnTo>
                  <a:lnTo>
                    <a:pt x="1765" y="60491"/>
                  </a:lnTo>
                  <a:lnTo>
                    <a:pt x="1162" y="59053"/>
                  </a:lnTo>
                  <a:lnTo>
                    <a:pt x="77" y="56467"/>
                  </a:lnTo>
                  <a:lnTo>
                    <a:pt x="0" y="55736"/>
                  </a:lnTo>
                  <a:lnTo>
                    <a:pt x="175" y="53869"/>
                  </a:lnTo>
                  <a:lnTo>
                    <a:pt x="304" y="50426"/>
                  </a:lnTo>
                  <a:lnTo>
                    <a:pt x="1137" y="50445"/>
                  </a:lnTo>
                  <a:lnTo>
                    <a:pt x="1492" y="50454"/>
                  </a:lnTo>
                  <a:lnTo>
                    <a:pt x="2613" y="50555"/>
                  </a:lnTo>
                  <a:lnTo>
                    <a:pt x="3733" y="50654"/>
                  </a:lnTo>
                  <a:lnTo>
                    <a:pt x="3797" y="49307"/>
                  </a:lnTo>
                  <a:lnTo>
                    <a:pt x="3866" y="48893"/>
                  </a:lnTo>
                  <a:lnTo>
                    <a:pt x="3897" y="48707"/>
                  </a:lnTo>
                  <a:lnTo>
                    <a:pt x="4123" y="47353"/>
                  </a:lnTo>
                  <a:lnTo>
                    <a:pt x="4238" y="45963"/>
                  </a:lnTo>
                  <a:lnTo>
                    <a:pt x="4287" y="45372"/>
                  </a:lnTo>
                  <a:lnTo>
                    <a:pt x="4559" y="42101"/>
                  </a:lnTo>
                  <a:lnTo>
                    <a:pt x="4613" y="41442"/>
                  </a:lnTo>
                  <a:lnTo>
                    <a:pt x="4852" y="38571"/>
                  </a:lnTo>
                  <a:lnTo>
                    <a:pt x="4920" y="37259"/>
                  </a:lnTo>
                  <a:lnTo>
                    <a:pt x="3592" y="35036"/>
                  </a:lnTo>
                  <a:lnTo>
                    <a:pt x="3380" y="34682"/>
                  </a:lnTo>
                  <a:lnTo>
                    <a:pt x="3169" y="34328"/>
                  </a:lnTo>
                  <a:lnTo>
                    <a:pt x="3050" y="34130"/>
                  </a:lnTo>
                  <a:lnTo>
                    <a:pt x="504" y="29867"/>
                  </a:lnTo>
                  <a:lnTo>
                    <a:pt x="5156" y="27130"/>
                  </a:lnTo>
                  <a:lnTo>
                    <a:pt x="3300" y="22839"/>
                  </a:lnTo>
                  <a:lnTo>
                    <a:pt x="4416" y="22412"/>
                  </a:lnTo>
                  <a:lnTo>
                    <a:pt x="40060" y="0"/>
                  </a:lnTo>
                  <a:lnTo>
                    <a:pt x="40991" y="4030"/>
                  </a:lnTo>
                  <a:lnTo>
                    <a:pt x="41282" y="5509"/>
                  </a:lnTo>
                  <a:lnTo>
                    <a:pt x="40990" y="6727"/>
                  </a:lnTo>
                  <a:lnTo>
                    <a:pt x="39704" y="8954"/>
                  </a:lnTo>
                  <a:lnTo>
                    <a:pt x="39352" y="10420"/>
                  </a:lnTo>
                  <a:lnTo>
                    <a:pt x="38951" y="12638"/>
                  </a:lnTo>
                  <a:lnTo>
                    <a:pt x="38895" y="12823"/>
                  </a:lnTo>
                  <a:lnTo>
                    <a:pt x="38679" y="13528"/>
                  </a:lnTo>
                  <a:lnTo>
                    <a:pt x="38943" y="15122"/>
                  </a:lnTo>
                  <a:lnTo>
                    <a:pt x="39120" y="15582"/>
                  </a:lnTo>
                  <a:lnTo>
                    <a:pt x="39638" y="17856"/>
                  </a:lnTo>
                  <a:lnTo>
                    <a:pt x="36934" y="18062"/>
                  </a:lnTo>
                  <a:lnTo>
                    <a:pt x="36150" y="18939"/>
                  </a:lnTo>
                  <a:lnTo>
                    <a:pt x="36345" y="19241"/>
                  </a:lnTo>
                  <a:lnTo>
                    <a:pt x="39002" y="239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1711041" y="3202117"/>
              <a:ext cx="87991" cy="129917"/>
            </a:xfrm>
            <a:custGeom>
              <a:avLst/>
              <a:pathLst>
                <a:path w="87991" h="129917">
                  <a:moveTo>
                    <a:pt x="64237" y="30291"/>
                  </a:moveTo>
                  <a:lnTo>
                    <a:pt x="65012" y="35425"/>
                  </a:lnTo>
                  <a:lnTo>
                    <a:pt x="73741" y="34107"/>
                  </a:lnTo>
                  <a:lnTo>
                    <a:pt x="73906" y="34478"/>
                  </a:lnTo>
                  <a:lnTo>
                    <a:pt x="73984" y="34793"/>
                  </a:lnTo>
                  <a:lnTo>
                    <a:pt x="74009" y="35106"/>
                  </a:lnTo>
                  <a:lnTo>
                    <a:pt x="73982" y="35422"/>
                  </a:lnTo>
                  <a:lnTo>
                    <a:pt x="76320" y="36765"/>
                  </a:lnTo>
                  <a:lnTo>
                    <a:pt x="75048" y="53648"/>
                  </a:lnTo>
                  <a:lnTo>
                    <a:pt x="39404" y="76060"/>
                  </a:lnTo>
                  <a:lnTo>
                    <a:pt x="38288" y="76487"/>
                  </a:lnTo>
                  <a:lnTo>
                    <a:pt x="40144" y="80778"/>
                  </a:lnTo>
                  <a:lnTo>
                    <a:pt x="35492" y="83515"/>
                  </a:lnTo>
                  <a:lnTo>
                    <a:pt x="38038" y="87778"/>
                  </a:lnTo>
                  <a:lnTo>
                    <a:pt x="38157" y="87976"/>
                  </a:lnTo>
                  <a:lnTo>
                    <a:pt x="38368" y="88330"/>
                  </a:lnTo>
                  <a:lnTo>
                    <a:pt x="38580" y="88684"/>
                  </a:lnTo>
                  <a:lnTo>
                    <a:pt x="39908" y="90907"/>
                  </a:lnTo>
                  <a:lnTo>
                    <a:pt x="39840" y="92219"/>
                  </a:lnTo>
                  <a:lnTo>
                    <a:pt x="39601" y="95091"/>
                  </a:lnTo>
                  <a:lnTo>
                    <a:pt x="39547" y="95749"/>
                  </a:lnTo>
                  <a:lnTo>
                    <a:pt x="39275" y="99020"/>
                  </a:lnTo>
                  <a:lnTo>
                    <a:pt x="39226" y="99611"/>
                  </a:lnTo>
                  <a:lnTo>
                    <a:pt x="39111" y="101001"/>
                  </a:lnTo>
                  <a:lnTo>
                    <a:pt x="38885" y="102355"/>
                  </a:lnTo>
                  <a:lnTo>
                    <a:pt x="38854" y="102541"/>
                  </a:lnTo>
                  <a:lnTo>
                    <a:pt x="38785" y="102955"/>
                  </a:lnTo>
                  <a:lnTo>
                    <a:pt x="38721" y="104305"/>
                  </a:lnTo>
                  <a:lnTo>
                    <a:pt x="37601" y="104203"/>
                  </a:lnTo>
                  <a:lnTo>
                    <a:pt x="36480" y="104102"/>
                  </a:lnTo>
                  <a:lnTo>
                    <a:pt x="36125" y="104094"/>
                  </a:lnTo>
                  <a:lnTo>
                    <a:pt x="35292" y="104074"/>
                  </a:lnTo>
                  <a:lnTo>
                    <a:pt x="35163" y="107517"/>
                  </a:lnTo>
                  <a:lnTo>
                    <a:pt x="34987" y="109384"/>
                  </a:lnTo>
                  <a:lnTo>
                    <a:pt x="35065" y="110115"/>
                  </a:lnTo>
                  <a:lnTo>
                    <a:pt x="36150" y="112702"/>
                  </a:lnTo>
                  <a:lnTo>
                    <a:pt x="36774" y="114189"/>
                  </a:lnTo>
                  <a:lnTo>
                    <a:pt x="36786" y="114421"/>
                  </a:lnTo>
                  <a:lnTo>
                    <a:pt x="36992" y="118545"/>
                  </a:lnTo>
                  <a:lnTo>
                    <a:pt x="37206" y="122838"/>
                  </a:lnTo>
                  <a:lnTo>
                    <a:pt x="37518" y="129078"/>
                  </a:lnTo>
                  <a:lnTo>
                    <a:pt x="37527" y="129252"/>
                  </a:lnTo>
                  <a:lnTo>
                    <a:pt x="37292" y="129198"/>
                  </a:lnTo>
                  <a:lnTo>
                    <a:pt x="33252" y="129395"/>
                  </a:lnTo>
                  <a:lnTo>
                    <a:pt x="32906" y="129412"/>
                  </a:lnTo>
                  <a:lnTo>
                    <a:pt x="29234" y="129674"/>
                  </a:lnTo>
                  <a:lnTo>
                    <a:pt x="27318" y="129810"/>
                  </a:lnTo>
                  <a:lnTo>
                    <a:pt x="26795" y="129847"/>
                  </a:lnTo>
                  <a:lnTo>
                    <a:pt x="26229" y="129888"/>
                  </a:lnTo>
                  <a:lnTo>
                    <a:pt x="25817" y="129917"/>
                  </a:lnTo>
                  <a:lnTo>
                    <a:pt x="25753" y="129687"/>
                  </a:lnTo>
                  <a:lnTo>
                    <a:pt x="25673" y="129399"/>
                  </a:lnTo>
                  <a:lnTo>
                    <a:pt x="25474" y="128438"/>
                  </a:lnTo>
                  <a:lnTo>
                    <a:pt x="25435" y="128247"/>
                  </a:lnTo>
                  <a:lnTo>
                    <a:pt x="25319" y="127685"/>
                  </a:lnTo>
                  <a:lnTo>
                    <a:pt x="25234" y="127273"/>
                  </a:lnTo>
                  <a:lnTo>
                    <a:pt x="24314" y="123394"/>
                  </a:lnTo>
                  <a:lnTo>
                    <a:pt x="23803" y="121217"/>
                  </a:lnTo>
                  <a:lnTo>
                    <a:pt x="23752" y="120999"/>
                  </a:lnTo>
                  <a:lnTo>
                    <a:pt x="23120" y="118307"/>
                  </a:lnTo>
                  <a:lnTo>
                    <a:pt x="23001" y="117796"/>
                  </a:lnTo>
                  <a:lnTo>
                    <a:pt x="22904" y="117384"/>
                  </a:lnTo>
                  <a:lnTo>
                    <a:pt x="22648" y="116293"/>
                  </a:lnTo>
                  <a:lnTo>
                    <a:pt x="22405" y="115281"/>
                  </a:lnTo>
                  <a:lnTo>
                    <a:pt x="22111" y="114057"/>
                  </a:lnTo>
                  <a:lnTo>
                    <a:pt x="22068" y="113876"/>
                  </a:lnTo>
                  <a:lnTo>
                    <a:pt x="21990" y="113553"/>
                  </a:lnTo>
                  <a:lnTo>
                    <a:pt x="21805" y="112771"/>
                  </a:lnTo>
                  <a:lnTo>
                    <a:pt x="21683" y="112260"/>
                  </a:lnTo>
                  <a:lnTo>
                    <a:pt x="21637" y="112057"/>
                  </a:lnTo>
                  <a:lnTo>
                    <a:pt x="21191" y="110096"/>
                  </a:lnTo>
                  <a:lnTo>
                    <a:pt x="19952" y="104654"/>
                  </a:lnTo>
                  <a:lnTo>
                    <a:pt x="19804" y="103994"/>
                  </a:lnTo>
                  <a:lnTo>
                    <a:pt x="19773" y="103858"/>
                  </a:lnTo>
                  <a:lnTo>
                    <a:pt x="19103" y="100878"/>
                  </a:lnTo>
                  <a:lnTo>
                    <a:pt x="18922" y="100074"/>
                  </a:lnTo>
                  <a:lnTo>
                    <a:pt x="18747" y="99219"/>
                  </a:lnTo>
                  <a:lnTo>
                    <a:pt x="18693" y="98983"/>
                  </a:lnTo>
                  <a:lnTo>
                    <a:pt x="18487" y="98085"/>
                  </a:lnTo>
                  <a:lnTo>
                    <a:pt x="18298" y="97257"/>
                  </a:lnTo>
                  <a:lnTo>
                    <a:pt x="18155" y="96633"/>
                  </a:lnTo>
                  <a:lnTo>
                    <a:pt x="17607" y="94266"/>
                  </a:lnTo>
                  <a:lnTo>
                    <a:pt x="17525" y="93922"/>
                  </a:lnTo>
                  <a:lnTo>
                    <a:pt x="17406" y="93423"/>
                  </a:lnTo>
                  <a:lnTo>
                    <a:pt x="17278" y="92885"/>
                  </a:lnTo>
                  <a:lnTo>
                    <a:pt x="17197" y="92531"/>
                  </a:lnTo>
                  <a:lnTo>
                    <a:pt x="16860" y="91056"/>
                  </a:lnTo>
                  <a:lnTo>
                    <a:pt x="16312" y="88659"/>
                  </a:lnTo>
                  <a:lnTo>
                    <a:pt x="15744" y="86178"/>
                  </a:lnTo>
                  <a:lnTo>
                    <a:pt x="15634" y="85674"/>
                  </a:lnTo>
                  <a:lnTo>
                    <a:pt x="15454" y="84899"/>
                  </a:lnTo>
                  <a:lnTo>
                    <a:pt x="15349" y="84446"/>
                  </a:lnTo>
                  <a:lnTo>
                    <a:pt x="15271" y="84094"/>
                  </a:lnTo>
                  <a:lnTo>
                    <a:pt x="15207" y="83808"/>
                  </a:lnTo>
                  <a:lnTo>
                    <a:pt x="15107" y="83355"/>
                  </a:lnTo>
                  <a:lnTo>
                    <a:pt x="14999" y="82868"/>
                  </a:lnTo>
                  <a:lnTo>
                    <a:pt x="14445" y="80435"/>
                  </a:lnTo>
                  <a:lnTo>
                    <a:pt x="14318" y="79879"/>
                  </a:lnTo>
                  <a:lnTo>
                    <a:pt x="14160" y="79185"/>
                  </a:lnTo>
                  <a:lnTo>
                    <a:pt x="14052" y="78713"/>
                  </a:lnTo>
                  <a:lnTo>
                    <a:pt x="13347" y="75617"/>
                  </a:lnTo>
                  <a:lnTo>
                    <a:pt x="13189" y="74923"/>
                  </a:lnTo>
                  <a:lnTo>
                    <a:pt x="13035" y="74247"/>
                  </a:lnTo>
                  <a:lnTo>
                    <a:pt x="12940" y="73827"/>
                  </a:lnTo>
                  <a:lnTo>
                    <a:pt x="12818" y="73293"/>
                  </a:lnTo>
                  <a:lnTo>
                    <a:pt x="12712" y="72830"/>
                  </a:lnTo>
                  <a:lnTo>
                    <a:pt x="12642" y="72518"/>
                  </a:lnTo>
                  <a:lnTo>
                    <a:pt x="12495" y="71873"/>
                  </a:lnTo>
                  <a:lnTo>
                    <a:pt x="12457" y="71710"/>
                  </a:lnTo>
                  <a:lnTo>
                    <a:pt x="12228" y="70700"/>
                  </a:lnTo>
                  <a:lnTo>
                    <a:pt x="12158" y="70397"/>
                  </a:lnTo>
                  <a:lnTo>
                    <a:pt x="12057" y="69975"/>
                  </a:lnTo>
                  <a:lnTo>
                    <a:pt x="11396" y="70105"/>
                  </a:lnTo>
                  <a:lnTo>
                    <a:pt x="11184" y="70147"/>
                  </a:lnTo>
                  <a:lnTo>
                    <a:pt x="10941" y="69117"/>
                  </a:lnTo>
                  <a:lnTo>
                    <a:pt x="10793" y="68493"/>
                  </a:lnTo>
                  <a:lnTo>
                    <a:pt x="8592" y="59174"/>
                  </a:lnTo>
                  <a:lnTo>
                    <a:pt x="8338" y="58099"/>
                  </a:lnTo>
                  <a:lnTo>
                    <a:pt x="7909" y="56310"/>
                  </a:lnTo>
                  <a:lnTo>
                    <a:pt x="7308" y="53798"/>
                  </a:lnTo>
                  <a:lnTo>
                    <a:pt x="6105" y="48781"/>
                  </a:lnTo>
                  <a:lnTo>
                    <a:pt x="5711" y="47137"/>
                  </a:lnTo>
                  <a:lnTo>
                    <a:pt x="4857" y="43571"/>
                  </a:lnTo>
                  <a:lnTo>
                    <a:pt x="4654" y="42725"/>
                  </a:lnTo>
                  <a:lnTo>
                    <a:pt x="4115" y="40475"/>
                  </a:lnTo>
                  <a:lnTo>
                    <a:pt x="3630" y="38451"/>
                  </a:lnTo>
                  <a:lnTo>
                    <a:pt x="3487" y="37819"/>
                  </a:lnTo>
                  <a:lnTo>
                    <a:pt x="3124" y="36207"/>
                  </a:lnTo>
                  <a:lnTo>
                    <a:pt x="2717" y="34403"/>
                  </a:lnTo>
                  <a:lnTo>
                    <a:pt x="1709" y="29938"/>
                  </a:lnTo>
                  <a:lnTo>
                    <a:pt x="1564" y="29291"/>
                  </a:lnTo>
                  <a:lnTo>
                    <a:pt x="1204" y="27699"/>
                  </a:lnTo>
                  <a:lnTo>
                    <a:pt x="1072" y="27111"/>
                  </a:lnTo>
                  <a:lnTo>
                    <a:pt x="842" y="26049"/>
                  </a:lnTo>
                  <a:lnTo>
                    <a:pt x="185" y="23012"/>
                  </a:lnTo>
                  <a:lnTo>
                    <a:pt x="30" y="21322"/>
                  </a:lnTo>
                  <a:lnTo>
                    <a:pt x="0" y="20992"/>
                  </a:lnTo>
                  <a:lnTo>
                    <a:pt x="48" y="19016"/>
                  </a:lnTo>
                  <a:lnTo>
                    <a:pt x="65" y="18326"/>
                  </a:lnTo>
                  <a:lnTo>
                    <a:pt x="216" y="15875"/>
                  </a:lnTo>
                  <a:lnTo>
                    <a:pt x="424" y="14275"/>
                  </a:lnTo>
                  <a:lnTo>
                    <a:pt x="496" y="13790"/>
                  </a:lnTo>
                  <a:lnTo>
                    <a:pt x="683" y="13005"/>
                  </a:lnTo>
                  <a:lnTo>
                    <a:pt x="733" y="12798"/>
                  </a:lnTo>
                  <a:lnTo>
                    <a:pt x="786" y="12576"/>
                  </a:lnTo>
                  <a:lnTo>
                    <a:pt x="823" y="12419"/>
                  </a:lnTo>
                  <a:lnTo>
                    <a:pt x="1333" y="12345"/>
                  </a:lnTo>
                  <a:lnTo>
                    <a:pt x="1868" y="12266"/>
                  </a:lnTo>
                  <a:lnTo>
                    <a:pt x="3129" y="12082"/>
                  </a:lnTo>
                  <a:lnTo>
                    <a:pt x="3470" y="12032"/>
                  </a:lnTo>
                  <a:lnTo>
                    <a:pt x="9231" y="11188"/>
                  </a:lnTo>
                  <a:lnTo>
                    <a:pt x="11097" y="10914"/>
                  </a:lnTo>
                  <a:lnTo>
                    <a:pt x="11867" y="10802"/>
                  </a:lnTo>
                  <a:lnTo>
                    <a:pt x="12796" y="10666"/>
                  </a:lnTo>
                  <a:lnTo>
                    <a:pt x="14503" y="10415"/>
                  </a:lnTo>
                  <a:lnTo>
                    <a:pt x="14927" y="10353"/>
                  </a:lnTo>
                  <a:lnTo>
                    <a:pt x="15382" y="10287"/>
                  </a:lnTo>
                  <a:lnTo>
                    <a:pt x="17230" y="10016"/>
                  </a:lnTo>
                  <a:lnTo>
                    <a:pt x="26969" y="8589"/>
                  </a:lnTo>
                  <a:lnTo>
                    <a:pt x="29549" y="8211"/>
                  </a:lnTo>
                  <a:lnTo>
                    <a:pt x="32082" y="7840"/>
                  </a:lnTo>
                  <a:lnTo>
                    <a:pt x="43072" y="6231"/>
                  </a:lnTo>
                  <a:lnTo>
                    <a:pt x="43559" y="6159"/>
                  </a:lnTo>
                  <a:lnTo>
                    <a:pt x="44203" y="6067"/>
                  </a:lnTo>
                  <a:lnTo>
                    <a:pt x="53335" y="4758"/>
                  </a:lnTo>
                  <a:lnTo>
                    <a:pt x="64954" y="3093"/>
                  </a:lnTo>
                  <a:lnTo>
                    <a:pt x="65220" y="3055"/>
                  </a:lnTo>
                  <a:lnTo>
                    <a:pt x="76871" y="1385"/>
                  </a:lnTo>
                  <a:lnTo>
                    <a:pt x="78037" y="1218"/>
                  </a:lnTo>
                  <a:lnTo>
                    <a:pt x="81021" y="790"/>
                  </a:lnTo>
                  <a:lnTo>
                    <a:pt x="86536" y="0"/>
                  </a:lnTo>
                  <a:lnTo>
                    <a:pt x="86582" y="303"/>
                  </a:lnTo>
                  <a:lnTo>
                    <a:pt x="87991" y="9553"/>
                  </a:lnTo>
                  <a:lnTo>
                    <a:pt x="87835" y="11459"/>
                  </a:lnTo>
                  <a:lnTo>
                    <a:pt x="87608" y="12481"/>
                  </a:lnTo>
                  <a:lnTo>
                    <a:pt x="83202" y="19835"/>
                  </a:lnTo>
                  <a:lnTo>
                    <a:pt x="82458" y="20524"/>
                  </a:lnTo>
                  <a:lnTo>
                    <a:pt x="79261" y="25987"/>
                  </a:lnTo>
                  <a:lnTo>
                    <a:pt x="77034" y="27704"/>
                  </a:lnTo>
                  <a:lnTo>
                    <a:pt x="75752" y="28438"/>
                  </a:lnTo>
                  <a:lnTo>
                    <a:pt x="74522" y="287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1736859" y="3329726"/>
              <a:ext cx="69334" cy="70320"/>
            </a:xfrm>
            <a:custGeom>
              <a:avLst/>
              <a:pathLst>
                <a:path w="69334" h="70320">
                  <a:moveTo>
                    <a:pt x="39422" y="1528"/>
                  </a:moveTo>
                  <a:lnTo>
                    <a:pt x="39937" y="7631"/>
                  </a:lnTo>
                  <a:lnTo>
                    <a:pt x="40011" y="10989"/>
                  </a:lnTo>
                  <a:lnTo>
                    <a:pt x="40036" y="12411"/>
                  </a:lnTo>
                  <a:lnTo>
                    <a:pt x="45859" y="12002"/>
                  </a:lnTo>
                  <a:lnTo>
                    <a:pt x="50336" y="11687"/>
                  </a:lnTo>
                  <a:lnTo>
                    <a:pt x="50833" y="11652"/>
                  </a:lnTo>
                  <a:lnTo>
                    <a:pt x="62210" y="10847"/>
                  </a:lnTo>
                  <a:lnTo>
                    <a:pt x="62235" y="11195"/>
                  </a:lnTo>
                  <a:lnTo>
                    <a:pt x="62750" y="16230"/>
                  </a:lnTo>
                  <a:lnTo>
                    <a:pt x="62779" y="16514"/>
                  </a:lnTo>
                  <a:lnTo>
                    <a:pt x="63258" y="21618"/>
                  </a:lnTo>
                  <a:lnTo>
                    <a:pt x="66481" y="21390"/>
                  </a:lnTo>
                  <a:lnTo>
                    <a:pt x="68123" y="21271"/>
                  </a:lnTo>
                  <a:lnTo>
                    <a:pt x="68666" y="21230"/>
                  </a:lnTo>
                  <a:lnTo>
                    <a:pt x="69014" y="26876"/>
                  </a:lnTo>
                  <a:lnTo>
                    <a:pt x="69191" y="31418"/>
                  </a:lnTo>
                  <a:lnTo>
                    <a:pt x="69334" y="32922"/>
                  </a:lnTo>
                  <a:lnTo>
                    <a:pt x="69332" y="33597"/>
                  </a:lnTo>
                  <a:lnTo>
                    <a:pt x="69204" y="34866"/>
                  </a:lnTo>
                  <a:lnTo>
                    <a:pt x="69074" y="38221"/>
                  </a:lnTo>
                  <a:lnTo>
                    <a:pt x="68845" y="42178"/>
                  </a:lnTo>
                  <a:lnTo>
                    <a:pt x="68503" y="42235"/>
                  </a:lnTo>
                  <a:lnTo>
                    <a:pt x="62155" y="43314"/>
                  </a:lnTo>
                  <a:lnTo>
                    <a:pt x="61540" y="43418"/>
                  </a:lnTo>
                  <a:lnTo>
                    <a:pt x="58759" y="43890"/>
                  </a:lnTo>
                  <a:lnTo>
                    <a:pt x="55091" y="44513"/>
                  </a:lnTo>
                  <a:lnTo>
                    <a:pt x="54963" y="44535"/>
                  </a:lnTo>
                  <a:lnTo>
                    <a:pt x="54751" y="44571"/>
                  </a:lnTo>
                  <a:lnTo>
                    <a:pt x="51078" y="45195"/>
                  </a:lnTo>
                  <a:lnTo>
                    <a:pt x="47775" y="45756"/>
                  </a:lnTo>
                  <a:lnTo>
                    <a:pt x="47294" y="45838"/>
                  </a:lnTo>
                  <a:lnTo>
                    <a:pt x="43893" y="46293"/>
                  </a:lnTo>
                  <a:lnTo>
                    <a:pt x="44373" y="49964"/>
                  </a:lnTo>
                  <a:lnTo>
                    <a:pt x="44819" y="52484"/>
                  </a:lnTo>
                  <a:lnTo>
                    <a:pt x="44990" y="53563"/>
                  </a:lnTo>
                  <a:lnTo>
                    <a:pt x="45559" y="56939"/>
                  </a:lnTo>
                  <a:lnTo>
                    <a:pt x="45652" y="57664"/>
                  </a:lnTo>
                  <a:lnTo>
                    <a:pt x="46258" y="60497"/>
                  </a:lnTo>
                  <a:lnTo>
                    <a:pt x="47182" y="65495"/>
                  </a:lnTo>
                  <a:lnTo>
                    <a:pt x="47236" y="65784"/>
                  </a:lnTo>
                  <a:lnTo>
                    <a:pt x="47374" y="66532"/>
                  </a:lnTo>
                  <a:lnTo>
                    <a:pt x="47460" y="66996"/>
                  </a:lnTo>
                  <a:lnTo>
                    <a:pt x="45822" y="67283"/>
                  </a:lnTo>
                  <a:lnTo>
                    <a:pt x="41537" y="68031"/>
                  </a:lnTo>
                  <a:lnTo>
                    <a:pt x="39855" y="68325"/>
                  </a:lnTo>
                  <a:lnTo>
                    <a:pt x="39695" y="68353"/>
                  </a:lnTo>
                  <a:lnTo>
                    <a:pt x="36161" y="68971"/>
                  </a:lnTo>
                  <a:lnTo>
                    <a:pt x="33762" y="69390"/>
                  </a:lnTo>
                  <a:lnTo>
                    <a:pt x="33075" y="69524"/>
                  </a:lnTo>
                  <a:lnTo>
                    <a:pt x="31908" y="69751"/>
                  </a:lnTo>
                  <a:lnTo>
                    <a:pt x="31592" y="69813"/>
                  </a:lnTo>
                  <a:lnTo>
                    <a:pt x="31386" y="69853"/>
                  </a:lnTo>
                  <a:lnTo>
                    <a:pt x="30945" y="69939"/>
                  </a:lnTo>
                  <a:lnTo>
                    <a:pt x="29877" y="70147"/>
                  </a:lnTo>
                  <a:lnTo>
                    <a:pt x="28826" y="70320"/>
                  </a:lnTo>
                  <a:lnTo>
                    <a:pt x="28233" y="69178"/>
                  </a:lnTo>
                  <a:lnTo>
                    <a:pt x="27888" y="68514"/>
                  </a:lnTo>
                  <a:lnTo>
                    <a:pt x="27750" y="68249"/>
                  </a:lnTo>
                  <a:lnTo>
                    <a:pt x="27593" y="67947"/>
                  </a:lnTo>
                  <a:lnTo>
                    <a:pt x="27321" y="67424"/>
                  </a:lnTo>
                  <a:lnTo>
                    <a:pt x="27248" y="67283"/>
                  </a:lnTo>
                  <a:lnTo>
                    <a:pt x="27098" y="66995"/>
                  </a:lnTo>
                  <a:lnTo>
                    <a:pt x="25142" y="62884"/>
                  </a:lnTo>
                  <a:lnTo>
                    <a:pt x="24709" y="61976"/>
                  </a:lnTo>
                  <a:lnTo>
                    <a:pt x="24573" y="61675"/>
                  </a:lnTo>
                  <a:lnTo>
                    <a:pt x="24271" y="61011"/>
                  </a:lnTo>
                  <a:lnTo>
                    <a:pt x="23809" y="60022"/>
                  </a:lnTo>
                  <a:lnTo>
                    <a:pt x="22868" y="58008"/>
                  </a:lnTo>
                  <a:lnTo>
                    <a:pt x="22517" y="57315"/>
                  </a:lnTo>
                  <a:lnTo>
                    <a:pt x="22235" y="56759"/>
                  </a:lnTo>
                  <a:lnTo>
                    <a:pt x="21509" y="55329"/>
                  </a:lnTo>
                  <a:lnTo>
                    <a:pt x="20698" y="53735"/>
                  </a:lnTo>
                  <a:lnTo>
                    <a:pt x="20538" y="53415"/>
                  </a:lnTo>
                  <a:lnTo>
                    <a:pt x="19515" y="51367"/>
                  </a:lnTo>
                  <a:lnTo>
                    <a:pt x="18336" y="49031"/>
                  </a:lnTo>
                  <a:lnTo>
                    <a:pt x="17728" y="47824"/>
                  </a:lnTo>
                  <a:lnTo>
                    <a:pt x="17453" y="47280"/>
                  </a:lnTo>
                  <a:lnTo>
                    <a:pt x="16972" y="46326"/>
                  </a:lnTo>
                  <a:lnTo>
                    <a:pt x="16102" y="44613"/>
                  </a:lnTo>
                  <a:lnTo>
                    <a:pt x="15759" y="43937"/>
                  </a:lnTo>
                  <a:lnTo>
                    <a:pt x="15592" y="43609"/>
                  </a:lnTo>
                  <a:lnTo>
                    <a:pt x="15477" y="43391"/>
                  </a:lnTo>
                  <a:lnTo>
                    <a:pt x="15146" y="42765"/>
                  </a:lnTo>
                  <a:lnTo>
                    <a:pt x="14561" y="41658"/>
                  </a:lnTo>
                  <a:lnTo>
                    <a:pt x="13321" y="39178"/>
                  </a:lnTo>
                  <a:lnTo>
                    <a:pt x="12870" y="38276"/>
                  </a:lnTo>
                  <a:lnTo>
                    <a:pt x="12129" y="36792"/>
                  </a:lnTo>
                  <a:lnTo>
                    <a:pt x="10485" y="33592"/>
                  </a:lnTo>
                  <a:lnTo>
                    <a:pt x="9730" y="32036"/>
                  </a:lnTo>
                  <a:lnTo>
                    <a:pt x="9082" y="30699"/>
                  </a:lnTo>
                  <a:lnTo>
                    <a:pt x="8972" y="30457"/>
                  </a:lnTo>
                  <a:lnTo>
                    <a:pt x="8863" y="30217"/>
                  </a:lnTo>
                  <a:lnTo>
                    <a:pt x="7911" y="27856"/>
                  </a:lnTo>
                  <a:lnTo>
                    <a:pt x="7679" y="27280"/>
                  </a:lnTo>
                  <a:lnTo>
                    <a:pt x="7329" y="26425"/>
                  </a:lnTo>
                  <a:lnTo>
                    <a:pt x="6912" y="25505"/>
                  </a:lnTo>
                  <a:lnTo>
                    <a:pt x="6854" y="25368"/>
                  </a:lnTo>
                  <a:lnTo>
                    <a:pt x="6790" y="25218"/>
                  </a:lnTo>
                  <a:lnTo>
                    <a:pt x="6048" y="23482"/>
                  </a:lnTo>
                  <a:lnTo>
                    <a:pt x="5990" y="23348"/>
                  </a:lnTo>
                  <a:lnTo>
                    <a:pt x="5685" y="22634"/>
                  </a:lnTo>
                  <a:lnTo>
                    <a:pt x="5553" y="22327"/>
                  </a:lnTo>
                  <a:lnTo>
                    <a:pt x="5514" y="22183"/>
                  </a:lnTo>
                  <a:lnTo>
                    <a:pt x="5474" y="22033"/>
                  </a:lnTo>
                  <a:lnTo>
                    <a:pt x="4940" y="20069"/>
                  </a:lnTo>
                  <a:lnTo>
                    <a:pt x="4775" y="19471"/>
                  </a:lnTo>
                  <a:lnTo>
                    <a:pt x="4000" y="16649"/>
                  </a:lnTo>
                  <a:lnTo>
                    <a:pt x="3684" y="15499"/>
                  </a:lnTo>
                  <a:lnTo>
                    <a:pt x="3537" y="14962"/>
                  </a:lnTo>
                  <a:lnTo>
                    <a:pt x="3334" y="14234"/>
                  </a:lnTo>
                  <a:lnTo>
                    <a:pt x="3199" y="13753"/>
                  </a:lnTo>
                  <a:lnTo>
                    <a:pt x="3030" y="13149"/>
                  </a:lnTo>
                  <a:lnTo>
                    <a:pt x="2494" y="11232"/>
                  </a:lnTo>
                  <a:lnTo>
                    <a:pt x="2380" y="10824"/>
                  </a:lnTo>
                  <a:lnTo>
                    <a:pt x="2279" y="10461"/>
                  </a:lnTo>
                  <a:lnTo>
                    <a:pt x="1931" y="9216"/>
                  </a:lnTo>
                  <a:lnTo>
                    <a:pt x="1196" y="6586"/>
                  </a:lnTo>
                  <a:lnTo>
                    <a:pt x="967" y="5769"/>
                  </a:lnTo>
                  <a:lnTo>
                    <a:pt x="356" y="3583"/>
                  </a:lnTo>
                  <a:lnTo>
                    <a:pt x="263" y="3252"/>
                  </a:lnTo>
                  <a:lnTo>
                    <a:pt x="200" y="3024"/>
                  </a:lnTo>
                  <a:lnTo>
                    <a:pt x="142" y="2816"/>
                  </a:lnTo>
                  <a:lnTo>
                    <a:pt x="0" y="2307"/>
                  </a:lnTo>
                  <a:lnTo>
                    <a:pt x="411" y="2278"/>
                  </a:lnTo>
                  <a:lnTo>
                    <a:pt x="978" y="2238"/>
                  </a:lnTo>
                  <a:lnTo>
                    <a:pt x="1500" y="2201"/>
                  </a:lnTo>
                  <a:lnTo>
                    <a:pt x="3416" y="2064"/>
                  </a:lnTo>
                  <a:lnTo>
                    <a:pt x="7088" y="1803"/>
                  </a:lnTo>
                  <a:lnTo>
                    <a:pt x="7434" y="1786"/>
                  </a:lnTo>
                  <a:lnTo>
                    <a:pt x="11474" y="1589"/>
                  </a:lnTo>
                  <a:lnTo>
                    <a:pt x="11725" y="1646"/>
                  </a:lnTo>
                  <a:lnTo>
                    <a:pt x="13528" y="1538"/>
                  </a:lnTo>
                  <a:lnTo>
                    <a:pt x="19966" y="1154"/>
                  </a:lnTo>
                  <a:lnTo>
                    <a:pt x="21111" y="1085"/>
                  </a:lnTo>
                  <a:lnTo>
                    <a:pt x="21996" y="1033"/>
                  </a:lnTo>
                  <a:lnTo>
                    <a:pt x="22226" y="1019"/>
                  </a:lnTo>
                  <a:lnTo>
                    <a:pt x="27030" y="732"/>
                  </a:lnTo>
                  <a:lnTo>
                    <a:pt x="36084" y="191"/>
                  </a:lnTo>
                  <a:lnTo>
                    <a:pt x="38110" y="70"/>
                  </a:lnTo>
                  <a:lnTo>
                    <a:pt x="38852" y="26"/>
                  </a:lnTo>
                  <a:lnTo>
                    <a:pt x="39293" y="0"/>
                  </a:lnTo>
                  <a:lnTo>
                    <a:pt x="39361" y="8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1776153" y="3324211"/>
              <a:ext cx="85998" cy="72436"/>
            </a:xfrm>
            <a:custGeom>
              <a:avLst/>
              <a:pathLst>
                <a:path w="85998" h="72436">
                  <a:moveTo>
                    <a:pt x="82247" y="2264"/>
                  </a:moveTo>
                  <a:lnTo>
                    <a:pt x="83017" y="6973"/>
                  </a:lnTo>
                  <a:lnTo>
                    <a:pt x="83047" y="7228"/>
                  </a:lnTo>
                  <a:lnTo>
                    <a:pt x="83679" y="12612"/>
                  </a:lnTo>
                  <a:lnTo>
                    <a:pt x="84570" y="18519"/>
                  </a:lnTo>
                  <a:lnTo>
                    <a:pt x="85146" y="25155"/>
                  </a:lnTo>
                  <a:lnTo>
                    <a:pt x="85693" y="28691"/>
                  </a:lnTo>
                  <a:lnTo>
                    <a:pt x="85998" y="30659"/>
                  </a:lnTo>
                  <a:lnTo>
                    <a:pt x="70483" y="33087"/>
                  </a:lnTo>
                  <a:lnTo>
                    <a:pt x="71822" y="35760"/>
                  </a:lnTo>
                  <a:lnTo>
                    <a:pt x="72005" y="36124"/>
                  </a:lnTo>
                  <a:lnTo>
                    <a:pt x="72831" y="40645"/>
                  </a:lnTo>
                  <a:lnTo>
                    <a:pt x="73953" y="45799"/>
                  </a:lnTo>
                  <a:lnTo>
                    <a:pt x="74440" y="48132"/>
                  </a:lnTo>
                  <a:lnTo>
                    <a:pt x="75368" y="53141"/>
                  </a:lnTo>
                  <a:lnTo>
                    <a:pt x="76646" y="59505"/>
                  </a:lnTo>
                  <a:lnTo>
                    <a:pt x="76713" y="59841"/>
                  </a:lnTo>
                  <a:lnTo>
                    <a:pt x="76776" y="60151"/>
                  </a:lnTo>
                  <a:lnTo>
                    <a:pt x="76911" y="60825"/>
                  </a:lnTo>
                  <a:lnTo>
                    <a:pt x="76985" y="61192"/>
                  </a:lnTo>
                  <a:lnTo>
                    <a:pt x="71786" y="62118"/>
                  </a:lnTo>
                  <a:lnTo>
                    <a:pt x="69568" y="62514"/>
                  </a:lnTo>
                  <a:lnTo>
                    <a:pt x="68717" y="62661"/>
                  </a:lnTo>
                  <a:lnTo>
                    <a:pt x="66949" y="62966"/>
                  </a:lnTo>
                  <a:lnTo>
                    <a:pt x="65836" y="63159"/>
                  </a:lnTo>
                  <a:lnTo>
                    <a:pt x="64265" y="63420"/>
                  </a:lnTo>
                  <a:lnTo>
                    <a:pt x="63471" y="63552"/>
                  </a:lnTo>
                  <a:lnTo>
                    <a:pt x="56964" y="64634"/>
                  </a:lnTo>
                  <a:lnTo>
                    <a:pt x="56025" y="64790"/>
                  </a:lnTo>
                  <a:lnTo>
                    <a:pt x="50490" y="65709"/>
                  </a:lnTo>
                  <a:lnTo>
                    <a:pt x="49295" y="65908"/>
                  </a:lnTo>
                  <a:lnTo>
                    <a:pt x="48128" y="66102"/>
                  </a:lnTo>
                  <a:lnTo>
                    <a:pt x="47655" y="66180"/>
                  </a:lnTo>
                  <a:lnTo>
                    <a:pt x="47129" y="66268"/>
                  </a:lnTo>
                  <a:lnTo>
                    <a:pt x="46951" y="66297"/>
                  </a:lnTo>
                  <a:lnTo>
                    <a:pt x="46442" y="66382"/>
                  </a:lnTo>
                  <a:lnTo>
                    <a:pt x="45739" y="66496"/>
                  </a:lnTo>
                  <a:lnTo>
                    <a:pt x="45345" y="66554"/>
                  </a:lnTo>
                  <a:lnTo>
                    <a:pt x="34945" y="68081"/>
                  </a:lnTo>
                  <a:lnTo>
                    <a:pt x="33182" y="68370"/>
                  </a:lnTo>
                  <a:lnTo>
                    <a:pt x="25686" y="69601"/>
                  </a:lnTo>
                  <a:lnTo>
                    <a:pt x="19235" y="70660"/>
                  </a:lnTo>
                  <a:lnTo>
                    <a:pt x="17715" y="70909"/>
                  </a:lnTo>
                  <a:lnTo>
                    <a:pt x="11427" y="71942"/>
                  </a:lnTo>
                  <a:lnTo>
                    <a:pt x="8152" y="72436"/>
                  </a:lnTo>
                  <a:lnTo>
                    <a:pt x="8080" y="72047"/>
                  </a:lnTo>
                  <a:lnTo>
                    <a:pt x="7942" y="71299"/>
                  </a:lnTo>
                  <a:lnTo>
                    <a:pt x="7888" y="71010"/>
                  </a:lnTo>
                  <a:lnTo>
                    <a:pt x="6964" y="66012"/>
                  </a:lnTo>
                  <a:lnTo>
                    <a:pt x="6358" y="63179"/>
                  </a:lnTo>
                  <a:lnTo>
                    <a:pt x="6265" y="62454"/>
                  </a:lnTo>
                  <a:lnTo>
                    <a:pt x="5696" y="59078"/>
                  </a:lnTo>
                  <a:lnTo>
                    <a:pt x="5525" y="57999"/>
                  </a:lnTo>
                  <a:lnTo>
                    <a:pt x="5079" y="55479"/>
                  </a:lnTo>
                  <a:lnTo>
                    <a:pt x="4599" y="51809"/>
                  </a:lnTo>
                  <a:lnTo>
                    <a:pt x="8000" y="51353"/>
                  </a:lnTo>
                  <a:lnTo>
                    <a:pt x="8481" y="51271"/>
                  </a:lnTo>
                  <a:lnTo>
                    <a:pt x="11784" y="50710"/>
                  </a:lnTo>
                  <a:lnTo>
                    <a:pt x="15457" y="50086"/>
                  </a:lnTo>
                  <a:lnTo>
                    <a:pt x="15669" y="50050"/>
                  </a:lnTo>
                  <a:lnTo>
                    <a:pt x="15797" y="50029"/>
                  </a:lnTo>
                  <a:lnTo>
                    <a:pt x="19465" y="49406"/>
                  </a:lnTo>
                  <a:lnTo>
                    <a:pt x="22247" y="48933"/>
                  </a:lnTo>
                  <a:lnTo>
                    <a:pt x="22861" y="48829"/>
                  </a:lnTo>
                  <a:lnTo>
                    <a:pt x="29209" y="47751"/>
                  </a:lnTo>
                  <a:lnTo>
                    <a:pt x="29551" y="47694"/>
                  </a:lnTo>
                  <a:lnTo>
                    <a:pt x="29781" y="43736"/>
                  </a:lnTo>
                  <a:lnTo>
                    <a:pt x="29917" y="40317"/>
                  </a:lnTo>
                  <a:lnTo>
                    <a:pt x="30038" y="39112"/>
                  </a:lnTo>
                  <a:lnTo>
                    <a:pt x="30040" y="38437"/>
                  </a:lnTo>
                  <a:lnTo>
                    <a:pt x="29896" y="36889"/>
                  </a:lnTo>
                  <a:lnTo>
                    <a:pt x="29718" y="32332"/>
                  </a:lnTo>
                  <a:lnTo>
                    <a:pt x="29372" y="26745"/>
                  </a:lnTo>
                  <a:lnTo>
                    <a:pt x="28829" y="26786"/>
                  </a:lnTo>
                  <a:lnTo>
                    <a:pt x="27187" y="26905"/>
                  </a:lnTo>
                  <a:lnTo>
                    <a:pt x="23965" y="27133"/>
                  </a:lnTo>
                  <a:lnTo>
                    <a:pt x="23486" y="22029"/>
                  </a:lnTo>
                  <a:lnTo>
                    <a:pt x="23456" y="21745"/>
                  </a:lnTo>
                  <a:lnTo>
                    <a:pt x="22941" y="16710"/>
                  </a:lnTo>
                  <a:lnTo>
                    <a:pt x="22916" y="16362"/>
                  </a:lnTo>
                  <a:lnTo>
                    <a:pt x="11540" y="17167"/>
                  </a:lnTo>
                  <a:lnTo>
                    <a:pt x="11043" y="17202"/>
                  </a:lnTo>
                  <a:lnTo>
                    <a:pt x="6565" y="17517"/>
                  </a:lnTo>
                  <a:lnTo>
                    <a:pt x="742" y="17926"/>
                  </a:lnTo>
                  <a:lnTo>
                    <a:pt x="717" y="16504"/>
                  </a:lnTo>
                  <a:lnTo>
                    <a:pt x="644" y="13146"/>
                  </a:lnTo>
                  <a:lnTo>
                    <a:pt x="129" y="7044"/>
                  </a:lnTo>
                  <a:lnTo>
                    <a:pt x="67" y="6317"/>
                  </a:lnTo>
                  <a:lnTo>
                    <a:pt x="0" y="5515"/>
                  </a:lnTo>
                  <a:lnTo>
                    <a:pt x="1705" y="5408"/>
                  </a:lnTo>
                  <a:lnTo>
                    <a:pt x="12422" y="4815"/>
                  </a:lnTo>
                  <a:lnTo>
                    <a:pt x="12768" y="4806"/>
                  </a:lnTo>
                  <a:lnTo>
                    <a:pt x="13158" y="4796"/>
                  </a:lnTo>
                  <a:lnTo>
                    <a:pt x="13564" y="4763"/>
                  </a:lnTo>
                  <a:lnTo>
                    <a:pt x="15325" y="4616"/>
                  </a:lnTo>
                  <a:lnTo>
                    <a:pt x="18220" y="4376"/>
                  </a:lnTo>
                  <a:lnTo>
                    <a:pt x="19965" y="4231"/>
                  </a:lnTo>
                  <a:lnTo>
                    <a:pt x="21773" y="4291"/>
                  </a:lnTo>
                  <a:lnTo>
                    <a:pt x="21913" y="4296"/>
                  </a:lnTo>
                  <a:lnTo>
                    <a:pt x="26323" y="4443"/>
                  </a:lnTo>
                  <a:lnTo>
                    <a:pt x="26841" y="4460"/>
                  </a:lnTo>
                  <a:lnTo>
                    <a:pt x="27143" y="4470"/>
                  </a:lnTo>
                  <a:lnTo>
                    <a:pt x="27565" y="4486"/>
                  </a:lnTo>
                  <a:lnTo>
                    <a:pt x="34176" y="4734"/>
                  </a:lnTo>
                  <a:lnTo>
                    <a:pt x="34486" y="4746"/>
                  </a:lnTo>
                  <a:lnTo>
                    <a:pt x="35070" y="4785"/>
                  </a:lnTo>
                  <a:lnTo>
                    <a:pt x="42325" y="5269"/>
                  </a:lnTo>
                  <a:lnTo>
                    <a:pt x="45603" y="5132"/>
                  </a:lnTo>
                  <a:lnTo>
                    <a:pt x="46120" y="5111"/>
                  </a:lnTo>
                  <a:lnTo>
                    <a:pt x="47051" y="5072"/>
                  </a:lnTo>
                  <a:lnTo>
                    <a:pt x="53245" y="4420"/>
                  </a:lnTo>
                  <a:lnTo>
                    <a:pt x="53799" y="4335"/>
                  </a:lnTo>
                  <a:lnTo>
                    <a:pt x="57226" y="3805"/>
                  </a:lnTo>
                  <a:lnTo>
                    <a:pt x="65520" y="2525"/>
                  </a:lnTo>
                  <a:lnTo>
                    <a:pt x="66016" y="2448"/>
                  </a:lnTo>
                  <a:lnTo>
                    <a:pt x="66563" y="2364"/>
                  </a:lnTo>
                  <a:lnTo>
                    <a:pt x="72236" y="1488"/>
                  </a:lnTo>
                  <a:lnTo>
                    <a:pt x="79781" y="323"/>
                  </a:lnTo>
                  <a:lnTo>
                    <a:pt x="8187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1846637" y="3309182"/>
              <a:ext cx="128498" cy="76221"/>
            </a:xfrm>
            <a:custGeom>
              <a:avLst/>
              <a:pathLst>
                <a:path w="128498" h="76221">
                  <a:moveTo>
                    <a:pt x="119458" y="0"/>
                  </a:moveTo>
                  <a:lnTo>
                    <a:pt x="119868" y="1979"/>
                  </a:lnTo>
                  <a:lnTo>
                    <a:pt x="120188" y="3523"/>
                  </a:lnTo>
                  <a:lnTo>
                    <a:pt x="120846" y="6699"/>
                  </a:lnTo>
                  <a:lnTo>
                    <a:pt x="125016" y="26831"/>
                  </a:lnTo>
                  <a:lnTo>
                    <a:pt x="128498" y="43639"/>
                  </a:lnTo>
                  <a:lnTo>
                    <a:pt x="126494" y="43917"/>
                  </a:lnTo>
                  <a:lnTo>
                    <a:pt x="125578" y="44072"/>
                  </a:lnTo>
                  <a:lnTo>
                    <a:pt x="124628" y="44232"/>
                  </a:lnTo>
                  <a:lnTo>
                    <a:pt x="123358" y="44425"/>
                  </a:lnTo>
                  <a:lnTo>
                    <a:pt x="122286" y="44588"/>
                  </a:lnTo>
                  <a:lnTo>
                    <a:pt x="120596" y="44844"/>
                  </a:lnTo>
                  <a:lnTo>
                    <a:pt x="120191" y="44905"/>
                  </a:lnTo>
                  <a:lnTo>
                    <a:pt x="119073" y="45063"/>
                  </a:lnTo>
                  <a:lnTo>
                    <a:pt x="118795" y="45103"/>
                  </a:lnTo>
                  <a:lnTo>
                    <a:pt x="117962" y="45220"/>
                  </a:lnTo>
                  <a:lnTo>
                    <a:pt x="117484" y="45288"/>
                  </a:lnTo>
                  <a:lnTo>
                    <a:pt x="114467" y="45716"/>
                  </a:lnTo>
                  <a:lnTo>
                    <a:pt x="111306" y="46173"/>
                  </a:lnTo>
                  <a:lnTo>
                    <a:pt x="104180" y="47177"/>
                  </a:lnTo>
                  <a:lnTo>
                    <a:pt x="102394" y="47429"/>
                  </a:lnTo>
                  <a:lnTo>
                    <a:pt x="100824" y="47655"/>
                  </a:lnTo>
                  <a:lnTo>
                    <a:pt x="97917" y="48074"/>
                  </a:lnTo>
                  <a:lnTo>
                    <a:pt x="97144" y="48192"/>
                  </a:lnTo>
                  <a:lnTo>
                    <a:pt x="94984" y="48522"/>
                  </a:lnTo>
                  <a:lnTo>
                    <a:pt x="94305" y="48626"/>
                  </a:lnTo>
                  <a:lnTo>
                    <a:pt x="90671" y="49388"/>
                  </a:lnTo>
                  <a:lnTo>
                    <a:pt x="90439" y="49450"/>
                  </a:lnTo>
                  <a:lnTo>
                    <a:pt x="86660" y="50458"/>
                  </a:lnTo>
                  <a:lnTo>
                    <a:pt x="86453" y="50513"/>
                  </a:lnTo>
                  <a:lnTo>
                    <a:pt x="81079" y="52255"/>
                  </a:lnTo>
                  <a:lnTo>
                    <a:pt x="78023" y="53237"/>
                  </a:lnTo>
                  <a:lnTo>
                    <a:pt x="77827" y="53303"/>
                  </a:lnTo>
                  <a:lnTo>
                    <a:pt x="77674" y="53354"/>
                  </a:lnTo>
                  <a:lnTo>
                    <a:pt x="70062" y="55916"/>
                  </a:lnTo>
                  <a:lnTo>
                    <a:pt x="67858" y="56658"/>
                  </a:lnTo>
                  <a:lnTo>
                    <a:pt x="66960" y="56961"/>
                  </a:lnTo>
                  <a:lnTo>
                    <a:pt x="66054" y="57264"/>
                  </a:lnTo>
                  <a:lnTo>
                    <a:pt x="65779" y="57356"/>
                  </a:lnTo>
                  <a:lnTo>
                    <a:pt x="65256" y="57530"/>
                  </a:lnTo>
                  <a:lnTo>
                    <a:pt x="62495" y="58448"/>
                  </a:lnTo>
                  <a:lnTo>
                    <a:pt x="60574" y="59087"/>
                  </a:lnTo>
                  <a:lnTo>
                    <a:pt x="59329" y="59501"/>
                  </a:lnTo>
                  <a:lnTo>
                    <a:pt x="49320" y="62831"/>
                  </a:lnTo>
                  <a:lnTo>
                    <a:pt x="49041" y="62923"/>
                  </a:lnTo>
                  <a:lnTo>
                    <a:pt x="48774" y="63013"/>
                  </a:lnTo>
                  <a:lnTo>
                    <a:pt x="47715" y="63366"/>
                  </a:lnTo>
                  <a:lnTo>
                    <a:pt x="45066" y="64249"/>
                  </a:lnTo>
                  <a:lnTo>
                    <a:pt x="43831" y="64662"/>
                  </a:lnTo>
                  <a:lnTo>
                    <a:pt x="43084" y="64911"/>
                  </a:lnTo>
                  <a:lnTo>
                    <a:pt x="42693" y="65046"/>
                  </a:lnTo>
                  <a:lnTo>
                    <a:pt x="42077" y="65259"/>
                  </a:lnTo>
                  <a:lnTo>
                    <a:pt x="33687" y="68165"/>
                  </a:lnTo>
                  <a:lnTo>
                    <a:pt x="29933" y="69457"/>
                  </a:lnTo>
                  <a:lnTo>
                    <a:pt x="27815" y="70167"/>
                  </a:lnTo>
                  <a:lnTo>
                    <a:pt x="26507" y="70606"/>
                  </a:lnTo>
                  <a:lnTo>
                    <a:pt x="25656" y="70891"/>
                  </a:lnTo>
                  <a:lnTo>
                    <a:pt x="25291" y="71014"/>
                  </a:lnTo>
                  <a:lnTo>
                    <a:pt x="24719" y="71205"/>
                  </a:lnTo>
                  <a:lnTo>
                    <a:pt x="23750" y="71529"/>
                  </a:lnTo>
                  <a:lnTo>
                    <a:pt x="23470" y="71622"/>
                  </a:lnTo>
                  <a:lnTo>
                    <a:pt x="22298" y="72010"/>
                  </a:lnTo>
                  <a:lnTo>
                    <a:pt x="21971" y="72118"/>
                  </a:lnTo>
                  <a:lnTo>
                    <a:pt x="19687" y="72873"/>
                  </a:lnTo>
                  <a:lnTo>
                    <a:pt x="19278" y="73007"/>
                  </a:lnTo>
                  <a:lnTo>
                    <a:pt x="17843" y="73434"/>
                  </a:lnTo>
                  <a:lnTo>
                    <a:pt x="14661" y="74383"/>
                  </a:lnTo>
                  <a:lnTo>
                    <a:pt x="10975" y="75300"/>
                  </a:lnTo>
                  <a:lnTo>
                    <a:pt x="6768" y="76173"/>
                  </a:lnTo>
                  <a:lnTo>
                    <a:pt x="6501" y="76221"/>
                  </a:lnTo>
                  <a:lnTo>
                    <a:pt x="6410" y="75765"/>
                  </a:lnTo>
                  <a:lnTo>
                    <a:pt x="6292" y="75181"/>
                  </a:lnTo>
                  <a:lnTo>
                    <a:pt x="6230" y="74870"/>
                  </a:lnTo>
                  <a:lnTo>
                    <a:pt x="6162" y="74534"/>
                  </a:lnTo>
                  <a:lnTo>
                    <a:pt x="4885" y="68170"/>
                  </a:lnTo>
                  <a:lnTo>
                    <a:pt x="3932" y="63044"/>
                  </a:lnTo>
                  <a:lnTo>
                    <a:pt x="3469" y="60828"/>
                  </a:lnTo>
                  <a:lnTo>
                    <a:pt x="2347" y="55674"/>
                  </a:lnTo>
                  <a:lnTo>
                    <a:pt x="1521" y="51154"/>
                  </a:lnTo>
                  <a:lnTo>
                    <a:pt x="1339" y="50790"/>
                  </a:lnTo>
                  <a:lnTo>
                    <a:pt x="0" y="48116"/>
                  </a:lnTo>
                  <a:lnTo>
                    <a:pt x="15514" y="45689"/>
                  </a:lnTo>
                  <a:lnTo>
                    <a:pt x="15210" y="43720"/>
                  </a:lnTo>
                  <a:lnTo>
                    <a:pt x="14663" y="40184"/>
                  </a:lnTo>
                  <a:lnTo>
                    <a:pt x="14086" y="33549"/>
                  </a:lnTo>
                  <a:lnTo>
                    <a:pt x="13184" y="27538"/>
                  </a:lnTo>
                  <a:lnTo>
                    <a:pt x="12564" y="22258"/>
                  </a:lnTo>
                  <a:lnTo>
                    <a:pt x="12534" y="22002"/>
                  </a:lnTo>
                  <a:lnTo>
                    <a:pt x="11763" y="17293"/>
                  </a:lnTo>
                  <a:lnTo>
                    <a:pt x="11393" y="15029"/>
                  </a:lnTo>
                  <a:lnTo>
                    <a:pt x="12731" y="14822"/>
                  </a:lnTo>
                  <a:lnTo>
                    <a:pt x="17931" y="14019"/>
                  </a:lnTo>
                  <a:lnTo>
                    <a:pt x="27966" y="12470"/>
                  </a:lnTo>
                  <a:lnTo>
                    <a:pt x="28350" y="12411"/>
                  </a:lnTo>
                  <a:lnTo>
                    <a:pt x="32868" y="11907"/>
                  </a:lnTo>
                  <a:lnTo>
                    <a:pt x="33618" y="11823"/>
                  </a:lnTo>
                  <a:lnTo>
                    <a:pt x="33985" y="11782"/>
                  </a:lnTo>
                  <a:lnTo>
                    <a:pt x="34470" y="11728"/>
                  </a:lnTo>
                  <a:lnTo>
                    <a:pt x="34910" y="11659"/>
                  </a:lnTo>
                  <a:lnTo>
                    <a:pt x="38892" y="11033"/>
                  </a:lnTo>
                  <a:lnTo>
                    <a:pt x="43841" y="10255"/>
                  </a:lnTo>
                  <a:lnTo>
                    <a:pt x="46127" y="9895"/>
                  </a:lnTo>
                  <a:lnTo>
                    <a:pt x="49776" y="9322"/>
                  </a:lnTo>
                  <a:lnTo>
                    <a:pt x="51422" y="9063"/>
                  </a:lnTo>
                  <a:lnTo>
                    <a:pt x="56908" y="8200"/>
                  </a:lnTo>
                  <a:lnTo>
                    <a:pt x="61752" y="7438"/>
                  </a:lnTo>
                  <a:lnTo>
                    <a:pt x="67025" y="6609"/>
                  </a:lnTo>
                  <a:lnTo>
                    <a:pt x="72419" y="5761"/>
                  </a:lnTo>
                  <a:lnTo>
                    <a:pt x="73407" y="5606"/>
                  </a:lnTo>
                  <a:lnTo>
                    <a:pt x="73651" y="5567"/>
                  </a:lnTo>
                  <a:lnTo>
                    <a:pt x="75824" y="5226"/>
                  </a:lnTo>
                  <a:lnTo>
                    <a:pt x="78480" y="5105"/>
                  </a:lnTo>
                  <a:lnTo>
                    <a:pt x="79864" y="5042"/>
                  </a:lnTo>
                  <a:lnTo>
                    <a:pt x="81610" y="4962"/>
                  </a:lnTo>
                  <a:lnTo>
                    <a:pt x="97039" y="3007"/>
                  </a:lnTo>
                  <a:lnTo>
                    <a:pt x="97944" y="2878"/>
                  </a:lnTo>
                  <a:lnTo>
                    <a:pt x="102194" y="2272"/>
                  </a:lnTo>
                  <a:lnTo>
                    <a:pt x="102680" y="2203"/>
                  </a:lnTo>
                  <a:lnTo>
                    <a:pt x="108005" y="1443"/>
                  </a:lnTo>
                  <a:lnTo>
                    <a:pt x="108469" y="1377"/>
                  </a:lnTo>
                  <a:lnTo>
                    <a:pt x="108690" y="1346"/>
                  </a:lnTo>
                  <a:lnTo>
                    <a:pt x="111557" y="1154"/>
                  </a:lnTo>
                  <a:lnTo>
                    <a:pt x="112330" y="1103"/>
                  </a:lnTo>
                  <a:lnTo>
                    <a:pt x="113795" y="1321"/>
                  </a:lnTo>
                  <a:lnTo>
                    <a:pt x="117072" y="1808"/>
                  </a:lnTo>
                  <a:lnTo>
                    <a:pt x="118882" y="4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1754861" y="3032272"/>
              <a:ext cx="32980" cy="12409"/>
            </a:xfrm>
            <a:custGeom>
              <a:avLst/>
              <a:pathLst>
                <a:path w="32980" h="12409">
                  <a:moveTo>
                    <a:pt x="32838" y="4323"/>
                  </a:moveTo>
                  <a:lnTo>
                    <a:pt x="30859" y="11966"/>
                  </a:lnTo>
                  <a:lnTo>
                    <a:pt x="29647" y="11816"/>
                  </a:lnTo>
                  <a:lnTo>
                    <a:pt x="28966" y="11732"/>
                  </a:lnTo>
                  <a:lnTo>
                    <a:pt x="28598" y="11687"/>
                  </a:lnTo>
                  <a:lnTo>
                    <a:pt x="28025" y="11617"/>
                  </a:lnTo>
                  <a:lnTo>
                    <a:pt x="24627" y="11198"/>
                  </a:lnTo>
                  <a:lnTo>
                    <a:pt x="24608" y="11384"/>
                  </a:lnTo>
                  <a:lnTo>
                    <a:pt x="24568" y="11762"/>
                  </a:lnTo>
                  <a:lnTo>
                    <a:pt x="24383" y="12409"/>
                  </a:lnTo>
                  <a:lnTo>
                    <a:pt x="21923" y="12109"/>
                  </a:lnTo>
                  <a:lnTo>
                    <a:pt x="21683" y="12081"/>
                  </a:lnTo>
                  <a:lnTo>
                    <a:pt x="19203" y="11849"/>
                  </a:lnTo>
                  <a:lnTo>
                    <a:pt x="18644" y="11818"/>
                  </a:lnTo>
                  <a:lnTo>
                    <a:pt x="18315" y="11800"/>
                  </a:lnTo>
                  <a:lnTo>
                    <a:pt x="17008" y="11728"/>
                  </a:lnTo>
                  <a:lnTo>
                    <a:pt x="16845" y="11719"/>
                  </a:lnTo>
                  <a:lnTo>
                    <a:pt x="16694" y="11710"/>
                  </a:lnTo>
                  <a:lnTo>
                    <a:pt x="14192" y="11312"/>
                  </a:lnTo>
                  <a:lnTo>
                    <a:pt x="14043" y="11288"/>
                  </a:lnTo>
                  <a:lnTo>
                    <a:pt x="13255" y="11169"/>
                  </a:lnTo>
                  <a:lnTo>
                    <a:pt x="12694" y="11084"/>
                  </a:lnTo>
                  <a:lnTo>
                    <a:pt x="12438" y="11045"/>
                  </a:lnTo>
                  <a:lnTo>
                    <a:pt x="11674" y="10929"/>
                  </a:lnTo>
                  <a:lnTo>
                    <a:pt x="10236" y="10833"/>
                  </a:lnTo>
                  <a:lnTo>
                    <a:pt x="8995" y="10750"/>
                  </a:lnTo>
                  <a:lnTo>
                    <a:pt x="8203" y="10646"/>
                  </a:lnTo>
                  <a:lnTo>
                    <a:pt x="6517" y="10425"/>
                  </a:lnTo>
                  <a:lnTo>
                    <a:pt x="6070" y="10367"/>
                  </a:lnTo>
                  <a:lnTo>
                    <a:pt x="5064" y="10271"/>
                  </a:lnTo>
                  <a:lnTo>
                    <a:pt x="4694" y="10236"/>
                  </a:lnTo>
                  <a:lnTo>
                    <a:pt x="3833" y="10154"/>
                  </a:lnTo>
                  <a:lnTo>
                    <a:pt x="3227" y="9994"/>
                  </a:lnTo>
                  <a:lnTo>
                    <a:pt x="3342" y="8264"/>
                  </a:lnTo>
                  <a:lnTo>
                    <a:pt x="1086" y="7957"/>
                  </a:lnTo>
                  <a:lnTo>
                    <a:pt x="0" y="6678"/>
                  </a:lnTo>
                  <a:lnTo>
                    <a:pt x="97" y="5810"/>
                  </a:lnTo>
                  <a:lnTo>
                    <a:pt x="130" y="5518"/>
                  </a:lnTo>
                  <a:lnTo>
                    <a:pt x="467" y="4132"/>
                  </a:lnTo>
                  <a:lnTo>
                    <a:pt x="1472" y="0"/>
                  </a:lnTo>
                  <a:lnTo>
                    <a:pt x="6638" y="579"/>
                  </a:lnTo>
                  <a:lnTo>
                    <a:pt x="7345" y="674"/>
                  </a:lnTo>
                  <a:lnTo>
                    <a:pt x="7830" y="739"/>
                  </a:lnTo>
                  <a:lnTo>
                    <a:pt x="20536" y="2453"/>
                  </a:lnTo>
                  <a:lnTo>
                    <a:pt x="22825" y="2762"/>
                  </a:lnTo>
                  <a:lnTo>
                    <a:pt x="23081" y="2793"/>
                  </a:lnTo>
                  <a:lnTo>
                    <a:pt x="29799" y="3622"/>
                  </a:lnTo>
                  <a:lnTo>
                    <a:pt x="30917" y="3675"/>
                  </a:lnTo>
                  <a:lnTo>
                    <a:pt x="32980" y="377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1753763" y="3042368"/>
              <a:ext cx="31958" cy="10059"/>
            </a:xfrm>
            <a:custGeom>
              <a:avLst/>
              <a:pathLst>
                <a:path w="31958" h="10059">
                  <a:moveTo>
                    <a:pt x="25601" y="2284"/>
                  </a:moveTo>
                  <a:lnTo>
                    <a:pt x="25666" y="1666"/>
                  </a:lnTo>
                  <a:lnTo>
                    <a:pt x="25706" y="1288"/>
                  </a:lnTo>
                  <a:lnTo>
                    <a:pt x="25726" y="1102"/>
                  </a:lnTo>
                  <a:lnTo>
                    <a:pt x="29123" y="1521"/>
                  </a:lnTo>
                  <a:lnTo>
                    <a:pt x="29696" y="1591"/>
                  </a:lnTo>
                  <a:lnTo>
                    <a:pt x="30064" y="1637"/>
                  </a:lnTo>
                  <a:lnTo>
                    <a:pt x="30746" y="1720"/>
                  </a:lnTo>
                  <a:lnTo>
                    <a:pt x="31958" y="1870"/>
                  </a:lnTo>
                  <a:lnTo>
                    <a:pt x="31659" y="3022"/>
                  </a:lnTo>
                  <a:lnTo>
                    <a:pt x="30934" y="5823"/>
                  </a:lnTo>
                  <a:lnTo>
                    <a:pt x="30316" y="9752"/>
                  </a:lnTo>
                  <a:lnTo>
                    <a:pt x="30268" y="10059"/>
                  </a:lnTo>
                  <a:lnTo>
                    <a:pt x="29462" y="9945"/>
                  </a:lnTo>
                  <a:lnTo>
                    <a:pt x="28807" y="9853"/>
                  </a:lnTo>
                  <a:lnTo>
                    <a:pt x="28441" y="9801"/>
                  </a:lnTo>
                  <a:lnTo>
                    <a:pt x="28154" y="9766"/>
                  </a:lnTo>
                  <a:lnTo>
                    <a:pt x="27867" y="9730"/>
                  </a:lnTo>
                  <a:lnTo>
                    <a:pt x="22317" y="9049"/>
                  </a:lnTo>
                  <a:lnTo>
                    <a:pt x="10720" y="7626"/>
                  </a:lnTo>
                  <a:lnTo>
                    <a:pt x="10420" y="7589"/>
                  </a:lnTo>
                  <a:lnTo>
                    <a:pt x="5773" y="6977"/>
                  </a:lnTo>
                  <a:lnTo>
                    <a:pt x="5623" y="6957"/>
                  </a:lnTo>
                  <a:lnTo>
                    <a:pt x="5170" y="6898"/>
                  </a:lnTo>
                  <a:lnTo>
                    <a:pt x="0" y="6360"/>
                  </a:lnTo>
                  <a:lnTo>
                    <a:pt x="244" y="4183"/>
                  </a:lnTo>
                  <a:lnTo>
                    <a:pt x="2689" y="4333"/>
                  </a:lnTo>
                  <a:lnTo>
                    <a:pt x="4026" y="4416"/>
                  </a:lnTo>
                  <a:lnTo>
                    <a:pt x="4319" y="0"/>
                  </a:lnTo>
                  <a:lnTo>
                    <a:pt x="4931" y="58"/>
                  </a:lnTo>
                  <a:lnTo>
                    <a:pt x="5793" y="140"/>
                  </a:lnTo>
                  <a:lnTo>
                    <a:pt x="6269" y="185"/>
                  </a:lnTo>
                  <a:lnTo>
                    <a:pt x="7168" y="271"/>
                  </a:lnTo>
                  <a:lnTo>
                    <a:pt x="7624" y="331"/>
                  </a:lnTo>
                  <a:lnTo>
                    <a:pt x="9301" y="550"/>
                  </a:lnTo>
                  <a:lnTo>
                    <a:pt x="10141" y="657"/>
                  </a:lnTo>
                  <a:lnTo>
                    <a:pt x="11334" y="737"/>
                  </a:lnTo>
                  <a:lnTo>
                    <a:pt x="12837" y="843"/>
                  </a:lnTo>
                  <a:lnTo>
                    <a:pt x="13536" y="949"/>
                  </a:lnTo>
                  <a:lnTo>
                    <a:pt x="13833" y="994"/>
                  </a:lnTo>
                  <a:lnTo>
                    <a:pt x="14353" y="1073"/>
                  </a:lnTo>
                  <a:lnTo>
                    <a:pt x="15154" y="1194"/>
                  </a:lnTo>
                  <a:lnTo>
                    <a:pt x="15290" y="1216"/>
                  </a:lnTo>
                  <a:lnTo>
                    <a:pt x="17796" y="1615"/>
                  </a:lnTo>
                  <a:lnTo>
                    <a:pt x="17943" y="1623"/>
                  </a:lnTo>
                  <a:lnTo>
                    <a:pt x="18106" y="1632"/>
                  </a:lnTo>
                  <a:lnTo>
                    <a:pt x="19498" y="1709"/>
                  </a:lnTo>
                  <a:lnTo>
                    <a:pt x="19742" y="1722"/>
                  </a:lnTo>
                  <a:lnTo>
                    <a:pt x="20417" y="1759"/>
                  </a:lnTo>
                  <a:lnTo>
                    <a:pt x="22867" y="1994"/>
                  </a:lnTo>
                  <a:lnTo>
                    <a:pt x="23021" y="20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2700304" y="2375942"/>
              <a:ext cx="118921" cy="108749"/>
            </a:xfrm>
            <a:custGeom>
              <a:avLst/>
              <a:pathLst>
                <a:path w="118921" h="108749">
                  <a:moveTo>
                    <a:pt x="77029" y="85475"/>
                  </a:moveTo>
                  <a:lnTo>
                    <a:pt x="77370" y="85198"/>
                  </a:lnTo>
                  <a:lnTo>
                    <a:pt x="77592" y="84879"/>
                  </a:lnTo>
                  <a:lnTo>
                    <a:pt x="77919" y="84410"/>
                  </a:lnTo>
                  <a:lnTo>
                    <a:pt x="78685" y="83311"/>
                  </a:lnTo>
                  <a:lnTo>
                    <a:pt x="81893" y="77013"/>
                  </a:lnTo>
                  <a:lnTo>
                    <a:pt x="83482" y="76032"/>
                  </a:lnTo>
                  <a:lnTo>
                    <a:pt x="85953" y="74507"/>
                  </a:lnTo>
                  <a:lnTo>
                    <a:pt x="88409" y="72991"/>
                  </a:lnTo>
                  <a:lnTo>
                    <a:pt x="91406" y="71112"/>
                  </a:lnTo>
                  <a:lnTo>
                    <a:pt x="92898" y="72982"/>
                  </a:lnTo>
                  <a:lnTo>
                    <a:pt x="93553" y="73802"/>
                  </a:lnTo>
                  <a:lnTo>
                    <a:pt x="95523" y="72557"/>
                  </a:lnTo>
                  <a:lnTo>
                    <a:pt x="95873" y="72237"/>
                  </a:lnTo>
                  <a:lnTo>
                    <a:pt x="96256" y="72712"/>
                  </a:lnTo>
                  <a:lnTo>
                    <a:pt x="97165" y="73840"/>
                  </a:lnTo>
                  <a:lnTo>
                    <a:pt x="97317" y="73698"/>
                  </a:lnTo>
                  <a:lnTo>
                    <a:pt x="97502" y="73524"/>
                  </a:lnTo>
                  <a:lnTo>
                    <a:pt x="98547" y="72543"/>
                  </a:lnTo>
                  <a:lnTo>
                    <a:pt x="99981" y="73516"/>
                  </a:lnTo>
                  <a:lnTo>
                    <a:pt x="100777" y="73905"/>
                  </a:lnTo>
                  <a:lnTo>
                    <a:pt x="101029" y="74028"/>
                  </a:lnTo>
                  <a:lnTo>
                    <a:pt x="100892" y="74489"/>
                  </a:lnTo>
                  <a:lnTo>
                    <a:pt x="100871" y="74634"/>
                  </a:lnTo>
                  <a:lnTo>
                    <a:pt x="102876" y="75599"/>
                  </a:lnTo>
                  <a:lnTo>
                    <a:pt x="103400" y="75851"/>
                  </a:lnTo>
                  <a:lnTo>
                    <a:pt x="104655" y="76229"/>
                  </a:lnTo>
                  <a:lnTo>
                    <a:pt x="105692" y="76248"/>
                  </a:lnTo>
                  <a:lnTo>
                    <a:pt x="106361" y="76259"/>
                  </a:lnTo>
                  <a:lnTo>
                    <a:pt x="107028" y="76258"/>
                  </a:lnTo>
                  <a:lnTo>
                    <a:pt x="108532" y="76102"/>
                  </a:lnTo>
                  <a:lnTo>
                    <a:pt x="109095" y="76044"/>
                  </a:lnTo>
                  <a:lnTo>
                    <a:pt x="110459" y="73891"/>
                  </a:lnTo>
                  <a:lnTo>
                    <a:pt x="111807" y="74331"/>
                  </a:lnTo>
                  <a:lnTo>
                    <a:pt x="113297" y="72654"/>
                  </a:lnTo>
                  <a:lnTo>
                    <a:pt x="116719" y="73846"/>
                  </a:lnTo>
                  <a:lnTo>
                    <a:pt x="118921" y="75974"/>
                  </a:lnTo>
                  <a:lnTo>
                    <a:pt x="118545" y="78964"/>
                  </a:lnTo>
                  <a:lnTo>
                    <a:pt x="118243" y="81421"/>
                  </a:lnTo>
                  <a:lnTo>
                    <a:pt x="117546" y="81321"/>
                  </a:lnTo>
                  <a:lnTo>
                    <a:pt x="116328" y="81321"/>
                  </a:lnTo>
                  <a:lnTo>
                    <a:pt x="115752" y="81449"/>
                  </a:lnTo>
                  <a:lnTo>
                    <a:pt x="114790" y="81663"/>
                  </a:lnTo>
                  <a:lnTo>
                    <a:pt x="112611" y="82496"/>
                  </a:lnTo>
                  <a:lnTo>
                    <a:pt x="111693" y="83030"/>
                  </a:lnTo>
                  <a:lnTo>
                    <a:pt x="111390" y="83309"/>
                  </a:lnTo>
                  <a:lnTo>
                    <a:pt x="110881" y="83778"/>
                  </a:lnTo>
                  <a:lnTo>
                    <a:pt x="110103" y="85261"/>
                  </a:lnTo>
                  <a:lnTo>
                    <a:pt x="109988" y="85479"/>
                  </a:lnTo>
                  <a:lnTo>
                    <a:pt x="109878" y="85690"/>
                  </a:lnTo>
                  <a:lnTo>
                    <a:pt x="109335" y="86816"/>
                  </a:lnTo>
                  <a:lnTo>
                    <a:pt x="109191" y="87115"/>
                  </a:lnTo>
                  <a:lnTo>
                    <a:pt x="108332" y="88899"/>
                  </a:lnTo>
                  <a:lnTo>
                    <a:pt x="107651" y="90313"/>
                  </a:lnTo>
                  <a:lnTo>
                    <a:pt x="104550" y="89644"/>
                  </a:lnTo>
                  <a:lnTo>
                    <a:pt x="102714" y="89247"/>
                  </a:lnTo>
                  <a:lnTo>
                    <a:pt x="100819" y="89144"/>
                  </a:lnTo>
                  <a:lnTo>
                    <a:pt x="99675" y="90582"/>
                  </a:lnTo>
                  <a:lnTo>
                    <a:pt x="99097" y="90884"/>
                  </a:lnTo>
                  <a:lnTo>
                    <a:pt x="97339" y="91802"/>
                  </a:lnTo>
                  <a:lnTo>
                    <a:pt x="96319" y="92335"/>
                  </a:lnTo>
                  <a:lnTo>
                    <a:pt x="95786" y="92608"/>
                  </a:lnTo>
                  <a:lnTo>
                    <a:pt x="93256" y="94421"/>
                  </a:lnTo>
                  <a:lnTo>
                    <a:pt x="91041" y="91617"/>
                  </a:lnTo>
                  <a:lnTo>
                    <a:pt x="90766" y="91286"/>
                  </a:lnTo>
                  <a:lnTo>
                    <a:pt x="88647" y="92971"/>
                  </a:lnTo>
                  <a:lnTo>
                    <a:pt x="85943" y="95120"/>
                  </a:lnTo>
                  <a:lnTo>
                    <a:pt x="85735" y="95292"/>
                  </a:lnTo>
                  <a:lnTo>
                    <a:pt x="84092" y="96649"/>
                  </a:lnTo>
                  <a:lnTo>
                    <a:pt x="83746" y="96935"/>
                  </a:lnTo>
                  <a:lnTo>
                    <a:pt x="83930" y="99066"/>
                  </a:lnTo>
                  <a:lnTo>
                    <a:pt x="83564" y="99379"/>
                  </a:lnTo>
                  <a:lnTo>
                    <a:pt x="83292" y="99612"/>
                  </a:lnTo>
                  <a:lnTo>
                    <a:pt x="82204" y="100595"/>
                  </a:lnTo>
                  <a:lnTo>
                    <a:pt x="79242" y="103324"/>
                  </a:lnTo>
                  <a:lnTo>
                    <a:pt x="78696" y="103827"/>
                  </a:lnTo>
                  <a:lnTo>
                    <a:pt x="77863" y="104584"/>
                  </a:lnTo>
                  <a:lnTo>
                    <a:pt x="76921" y="103972"/>
                  </a:lnTo>
                  <a:lnTo>
                    <a:pt x="76572" y="103744"/>
                  </a:lnTo>
                  <a:lnTo>
                    <a:pt x="76722" y="100686"/>
                  </a:lnTo>
                  <a:lnTo>
                    <a:pt x="75603" y="100637"/>
                  </a:lnTo>
                  <a:lnTo>
                    <a:pt x="74668" y="100596"/>
                  </a:lnTo>
                  <a:lnTo>
                    <a:pt x="74344" y="104546"/>
                  </a:lnTo>
                  <a:lnTo>
                    <a:pt x="74323" y="104798"/>
                  </a:lnTo>
                  <a:lnTo>
                    <a:pt x="74241" y="105795"/>
                  </a:lnTo>
                  <a:lnTo>
                    <a:pt x="74222" y="106031"/>
                  </a:lnTo>
                  <a:lnTo>
                    <a:pt x="73304" y="105997"/>
                  </a:lnTo>
                  <a:lnTo>
                    <a:pt x="71668" y="105938"/>
                  </a:lnTo>
                  <a:lnTo>
                    <a:pt x="71241" y="106636"/>
                  </a:lnTo>
                  <a:lnTo>
                    <a:pt x="71007" y="107018"/>
                  </a:lnTo>
                  <a:lnTo>
                    <a:pt x="69949" y="108749"/>
                  </a:lnTo>
                  <a:lnTo>
                    <a:pt x="67562" y="106151"/>
                  </a:lnTo>
                  <a:lnTo>
                    <a:pt x="62751" y="100882"/>
                  </a:lnTo>
                  <a:lnTo>
                    <a:pt x="59810" y="97660"/>
                  </a:lnTo>
                  <a:lnTo>
                    <a:pt x="59614" y="97446"/>
                  </a:lnTo>
                  <a:lnTo>
                    <a:pt x="59102" y="97877"/>
                  </a:lnTo>
                  <a:lnTo>
                    <a:pt x="56328" y="100453"/>
                  </a:lnTo>
                  <a:lnTo>
                    <a:pt x="53497" y="103081"/>
                  </a:lnTo>
                  <a:lnTo>
                    <a:pt x="50672" y="105703"/>
                  </a:lnTo>
                  <a:lnTo>
                    <a:pt x="50488" y="105864"/>
                  </a:lnTo>
                  <a:lnTo>
                    <a:pt x="50294" y="105631"/>
                  </a:lnTo>
                  <a:lnTo>
                    <a:pt x="48685" y="103705"/>
                  </a:lnTo>
                  <a:lnTo>
                    <a:pt x="48201" y="101775"/>
                  </a:lnTo>
                  <a:lnTo>
                    <a:pt x="48203" y="100789"/>
                  </a:lnTo>
                  <a:lnTo>
                    <a:pt x="48221" y="98090"/>
                  </a:lnTo>
                  <a:lnTo>
                    <a:pt x="48226" y="95832"/>
                  </a:lnTo>
                  <a:lnTo>
                    <a:pt x="46791" y="94829"/>
                  </a:lnTo>
                  <a:lnTo>
                    <a:pt x="45267" y="93764"/>
                  </a:lnTo>
                  <a:lnTo>
                    <a:pt x="44990" y="94011"/>
                  </a:lnTo>
                  <a:lnTo>
                    <a:pt x="44426" y="94533"/>
                  </a:lnTo>
                  <a:lnTo>
                    <a:pt x="44195" y="94795"/>
                  </a:lnTo>
                  <a:lnTo>
                    <a:pt x="44074" y="94932"/>
                  </a:lnTo>
                  <a:lnTo>
                    <a:pt x="43443" y="94602"/>
                  </a:lnTo>
                  <a:lnTo>
                    <a:pt x="39403" y="92488"/>
                  </a:lnTo>
                  <a:lnTo>
                    <a:pt x="37408" y="91444"/>
                  </a:lnTo>
                  <a:lnTo>
                    <a:pt x="36394" y="91129"/>
                  </a:lnTo>
                  <a:lnTo>
                    <a:pt x="35651" y="89698"/>
                  </a:lnTo>
                  <a:lnTo>
                    <a:pt x="34930" y="88308"/>
                  </a:lnTo>
                  <a:lnTo>
                    <a:pt x="34815" y="88087"/>
                  </a:lnTo>
                  <a:lnTo>
                    <a:pt x="34729" y="87919"/>
                  </a:lnTo>
                  <a:lnTo>
                    <a:pt x="31963" y="88878"/>
                  </a:lnTo>
                  <a:lnTo>
                    <a:pt x="29647" y="88367"/>
                  </a:lnTo>
                  <a:lnTo>
                    <a:pt x="24573" y="87248"/>
                  </a:lnTo>
                  <a:lnTo>
                    <a:pt x="22908" y="86523"/>
                  </a:lnTo>
                  <a:lnTo>
                    <a:pt x="22756" y="86457"/>
                  </a:lnTo>
                  <a:lnTo>
                    <a:pt x="20508" y="85479"/>
                  </a:lnTo>
                  <a:lnTo>
                    <a:pt x="20745" y="83078"/>
                  </a:lnTo>
                  <a:lnTo>
                    <a:pt x="23975" y="82010"/>
                  </a:lnTo>
                  <a:lnTo>
                    <a:pt x="24157" y="79312"/>
                  </a:lnTo>
                  <a:lnTo>
                    <a:pt x="22614" y="78993"/>
                  </a:lnTo>
                  <a:lnTo>
                    <a:pt x="21881" y="75933"/>
                  </a:lnTo>
                  <a:lnTo>
                    <a:pt x="20599" y="75036"/>
                  </a:lnTo>
                  <a:lnTo>
                    <a:pt x="19587" y="72990"/>
                  </a:lnTo>
                  <a:lnTo>
                    <a:pt x="21069" y="69439"/>
                  </a:lnTo>
                  <a:lnTo>
                    <a:pt x="21163" y="67082"/>
                  </a:lnTo>
                  <a:lnTo>
                    <a:pt x="21240" y="65167"/>
                  </a:lnTo>
                  <a:lnTo>
                    <a:pt x="22005" y="64672"/>
                  </a:lnTo>
                  <a:lnTo>
                    <a:pt x="22693" y="64227"/>
                  </a:lnTo>
                  <a:lnTo>
                    <a:pt x="22992" y="62817"/>
                  </a:lnTo>
                  <a:lnTo>
                    <a:pt x="22694" y="62697"/>
                  </a:lnTo>
                  <a:lnTo>
                    <a:pt x="22134" y="62472"/>
                  </a:lnTo>
                  <a:lnTo>
                    <a:pt x="19497" y="61411"/>
                  </a:lnTo>
                  <a:lnTo>
                    <a:pt x="21625" y="57476"/>
                  </a:lnTo>
                  <a:lnTo>
                    <a:pt x="21197" y="56024"/>
                  </a:lnTo>
                  <a:lnTo>
                    <a:pt x="19470" y="56451"/>
                  </a:lnTo>
                  <a:lnTo>
                    <a:pt x="19258" y="55986"/>
                  </a:lnTo>
                  <a:lnTo>
                    <a:pt x="16079" y="49020"/>
                  </a:lnTo>
                  <a:lnTo>
                    <a:pt x="9596" y="51631"/>
                  </a:lnTo>
                  <a:lnTo>
                    <a:pt x="8056" y="48495"/>
                  </a:lnTo>
                  <a:lnTo>
                    <a:pt x="7966" y="48312"/>
                  </a:lnTo>
                  <a:lnTo>
                    <a:pt x="7668" y="48468"/>
                  </a:lnTo>
                  <a:lnTo>
                    <a:pt x="3790" y="50499"/>
                  </a:lnTo>
                  <a:lnTo>
                    <a:pt x="137" y="44443"/>
                  </a:lnTo>
                  <a:lnTo>
                    <a:pt x="2874" y="42253"/>
                  </a:lnTo>
                  <a:lnTo>
                    <a:pt x="0" y="38216"/>
                  </a:lnTo>
                  <a:lnTo>
                    <a:pt x="446" y="37345"/>
                  </a:lnTo>
                  <a:lnTo>
                    <a:pt x="642" y="36962"/>
                  </a:lnTo>
                  <a:lnTo>
                    <a:pt x="934" y="36392"/>
                  </a:lnTo>
                  <a:lnTo>
                    <a:pt x="2200" y="33922"/>
                  </a:lnTo>
                  <a:lnTo>
                    <a:pt x="4400" y="33281"/>
                  </a:lnTo>
                  <a:lnTo>
                    <a:pt x="4703" y="33182"/>
                  </a:lnTo>
                  <a:lnTo>
                    <a:pt x="7868" y="32142"/>
                  </a:lnTo>
                  <a:lnTo>
                    <a:pt x="8981" y="30774"/>
                  </a:lnTo>
                  <a:lnTo>
                    <a:pt x="9363" y="30305"/>
                  </a:lnTo>
                  <a:lnTo>
                    <a:pt x="14105" y="32954"/>
                  </a:lnTo>
                  <a:lnTo>
                    <a:pt x="14789" y="26246"/>
                  </a:lnTo>
                  <a:lnTo>
                    <a:pt x="14898" y="25487"/>
                  </a:lnTo>
                  <a:lnTo>
                    <a:pt x="14840" y="23484"/>
                  </a:lnTo>
                  <a:lnTo>
                    <a:pt x="14766" y="21084"/>
                  </a:lnTo>
                  <a:lnTo>
                    <a:pt x="14739" y="20220"/>
                  </a:lnTo>
                  <a:lnTo>
                    <a:pt x="11162" y="13491"/>
                  </a:lnTo>
                  <a:lnTo>
                    <a:pt x="10899" y="13387"/>
                  </a:lnTo>
                  <a:lnTo>
                    <a:pt x="5075" y="11070"/>
                  </a:lnTo>
                  <a:lnTo>
                    <a:pt x="4746" y="10942"/>
                  </a:lnTo>
                  <a:lnTo>
                    <a:pt x="4325" y="4610"/>
                  </a:lnTo>
                  <a:lnTo>
                    <a:pt x="9624" y="2339"/>
                  </a:lnTo>
                  <a:lnTo>
                    <a:pt x="12508" y="0"/>
                  </a:lnTo>
                  <a:lnTo>
                    <a:pt x="14526" y="801"/>
                  </a:lnTo>
                  <a:lnTo>
                    <a:pt x="13314" y="9280"/>
                  </a:lnTo>
                  <a:lnTo>
                    <a:pt x="12273" y="11860"/>
                  </a:lnTo>
                  <a:lnTo>
                    <a:pt x="13040" y="12860"/>
                  </a:lnTo>
                  <a:lnTo>
                    <a:pt x="14641" y="14581"/>
                  </a:lnTo>
                  <a:lnTo>
                    <a:pt x="15710" y="16345"/>
                  </a:lnTo>
                  <a:lnTo>
                    <a:pt x="17063" y="18549"/>
                  </a:lnTo>
                  <a:lnTo>
                    <a:pt x="20800" y="15725"/>
                  </a:lnTo>
                  <a:lnTo>
                    <a:pt x="23877" y="12695"/>
                  </a:lnTo>
                  <a:lnTo>
                    <a:pt x="24283" y="12278"/>
                  </a:lnTo>
                  <a:lnTo>
                    <a:pt x="26653" y="14027"/>
                  </a:lnTo>
                  <a:lnTo>
                    <a:pt x="28391" y="15310"/>
                  </a:lnTo>
                  <a:lnTo>
                    <a:pt x="36993" y="28450"/>
                  </a:lnTo>
                  <a:lnTo>
                    <a:pt x="40227" y="26838"/>
                  </a:lnTo>
                  <a:lnTo>
                    <a:pt x="43270" y="31816"/>
                  </a:lnTo>
                  <a:lnTo>
                    <a:pt x="44301" y="39446"/>
                  </a:lnTo>
                  <a:lnTo>
                    <a:pt x="37316" y="43782"/>
                  </a:lnTo>
                  <a:lnTo>
                    <a:pt x="38215" y="45109"/>
                  </a:lnTo>
                  <a:lnTo>
                    <a:pt x="36387" y="46272"/>
                  </a:lnTo>
                  <a:lnTo>
                    <a:pt x="34479" y="47487"/>
                  </a:lnTo>
                  <a:lnTo>
                    <a:pt x="34027" y="47775"/>
                  </a:lnTo>
                  <a:lnTo>
                    <a:pt x="33120" y="48352"/>
                  </a:lnTo>
                  <a:lnTo>
                    <a:pt x="33082" y="49370"/>
                  </a:lnTo>
                  <a:lnTo>
                    <a:pt x="33090" y="49503"/>
                  </a:lnTo>
                  <a:lnTo>
                    <a:pt x="32728" y="51230"/>
                  </a:lnTo>
                  <a:lnTo>
                    <a:pt x="34631" y="51275"/>
                  </a:lnTo>
                  <a:lnTo>
                    <a:pt x="34535" y="52488"/>
                  </a:lnTo>
                  <a:lnTo>
                    <a:pt x="34455" y="53502"/>
                  </a:lnTo>
                  <a:lnTo>
                    <a:pt x="34450" y="55015"/>
                  </a:lnTo>
                  <a:lnTo>
                    <a:pt x="37783" y="57325"/>
                  </a:lnTo>
                  <a:lnTo>
                    <a:pt x="40862" y="55472"/>
                  </a:lnTo>
                  <a:lnTo>
                    <a:pt x="42372" y="57144"/>
                  </a:lnTo>
                  <a:lnTo>
                    <a:pt x="41301" y="58101"/>
                  </a:lnTo>
                  <a:lnTo>
                    <a:pt x="40973" y="58354"/>
                  </a:lnTo>
                  <a:lnTo>
                    <a:pt x="43531" y="61821"/>
                  </a:lnTo>
                  <a:lnTo>
                    <a:pt x="45880" y="57435"/>
                  </a:lnTo>
                  <a:lnTo>
                    <a:pt x="46146" y="57097"/>
                  </a:lnTo>
                  <a:lnTo>
                    <a:pt x="52866" y="57755"/>
                  </a:lnTo>
                  <a:lnTo>
                    <a:pt x="53217" y="57788"/>
                  </a:lnTo>
                  <a:lnTo>
                    <a:pt x="53275" y="59494"/>
                  </a:lnTo>
                  <a:lnTo>
                    <a:pt x="53302" y="60288"/>
                  </a:lnTo>
                  <a:lnTo>
                    <a:pt x="54642" y="60779"/>
                  </a:lnTo>
                  <a:lnTo>
                    <a:pt x="54783" y="60831"/>
                  </a:lnTo>
                  <a:lnTo>
                    <a:pt x="54958" y="61271"/>
                  </a:lnTo>
                  <a:lnTo>
                    <a:pt x="55599" y="62879"/>
                  </a:lnTo>
                  <a:lnTo>
                    <a:pt x="55903" y="63642"/>
                  </a:lnTo>
                  <a:lnTo>
                    <a:pt x="56183" y="64204"/>
                  </a:lnTo>
                  <a:lnTo>
                    <a:pt x="56363" y="64466"/>
                  </a:lnTo>
                  <a:lnTo>
                    <a:pt x="57843" y="66618"/>
                  </a:lnTo>
                  <a:lnTo>
                    <a:pt x="57935" y="66751"/>
                  </a:lnTo>
                  <a:lnTo>
                    <a:pt x="58304" y="67358"/>
                  </a:lnTo>
                  <a:lnTo>
                    <a:pt x="59177" y="68796"/>
                  </a:lnTo>
                  <a:lnTo>
                    <a:pt x="59758" y="69752"/>
                  </a:lnTo>
                  <a:lnTo>
                    <a:pt x="59882" y="69955"/>
                  </a:lnTo>
                  <a:lnTo>
                    <a:pt x="60084" y="70294"/>
                  </a:lnTo>
                  <a:lnTo>
                    <a:pt x="60483" y="70311"/>
                  </a:lnTo>
                  <a:lnTo>
                    <a:pt x="61549" y="70356"/>
                  </a:lnTo>
                  <a:lnTo>
                    <a:pt x="61947" y="70918"/>
                  </a:lnTo>
                  <a:lnTo>
                    <a:pt x="62427" y="71064"/>
                  </a:lnTo>
                  <a:lnTo>
                    <a:pt x="65561" y="72019"/>
                  </a:lnTo>
                  <a:lnTo>
                    <a:pt x="66502" y="72113"/>
                  </a:lnTo>
                  <a:lnTo>
                    <a:pt x="67279" y="71838"/>
                  </a:lnTo>
                  <a:lnTo>
                    <a:pt x="68333" y="71466"/>
                  </a:lnTo>
                  <a:lnTo>
                    <a:pt x="68165" y="71162"/>
                  </a:lnTo>
                  <a:lnTo>
                    <a:pt x="67783" y="70505"/>
                  </a:lnTo>
                  <a:lnTo>
                    <a:pt x="66877" y="69422"/>
                  </a:lnTo>
                  <a:lnTo>
                    <a:pt x="66245" y="68612"/>
                  </a:lnTo>
                  <a:lnTo>
                    <a:pt x="65379" y="67626"/>
                  </a:lnTo>
                  <a:lnTo>
                    <a:pt x="63547" y="65578"/>
                  </a:lnTo>
                  <a:lnTo>
                    <a:pt x="61424" y="63019"/>
                  </a:lnTo>
                  <a:lnTo>
                    <a:pt x="60904" y="61689"/>
                  </a:lnTo>
                  <a:lnTo>
                    <a:pt x="62614" y="60652"/>
                  </a:lnTo>
                  <a:lnTo>
                    <a:pt x="63933" y="62380"/>
                  </a:lnTo>
                  <a:lnTo>
                    <a:pt x="66091" y="65074"/>
                  </a:lnTo>
                  <a:lnTo>
                    <a:pt x="69542" y="68964"/>
                  </a:lnTo>
                  <a:lnTo>
                    <a:pt x="70902" y="70628"/>
                  </a:lnTo>
                  <a:lnTo>
                    <a:pt x="72464" y="72536"/>
                  </a:lnTo>
                  <a:lnTo>
                    <a:pt x="73989" y="74112"/>
                  </a:lnTo>
                  <a:lnTo>
                    <a:pt x="75621" y="74759"/>
                  </a:lnTo>
                  <a:lnTo>
                    <a:pt x="78098" y="75740"/>
                  </a:lnTo>
                  <a:lnTo>
                    <a:pt x="75129" y="83415"/>
                  </a:lnTo>
                  <a:lnTo>
                    <a:pt x="74371" y="85377"/>
                  </a:lnTo>
                  <a:lnTo>
                    <a:pt x="74237" y="85723"/>
                  </a:lnTo>
                  <a:lnTo>
                    <a:pt x="73766" y="86939"/>
                  </a:lnTo>
                  <a:lnTo>
                    <a:pt x="72743" y="89836"/>
                  </a:lnTo>
                  <a:lnTo>
                    <a:pt x="74793" y="89912"/>
                  </a:lnTo>
                  <a:lnTo>
                    <a:pt x="75448" y="89936"/>
                  </a:lnTo>
                  <a:lnTo>
                    <a:pt x="75551" y="87853"/>
                  </a:lnTo>
                  <a:lnTo>
                    <a:pt x="75652" y="87274"/>
                  </a:lnTo>
                  <a:lnTo>
                    <a:pt x="75867" y="864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2737569" y="2327708"/>
              <a:ext cx="103703" cy="138170"/>
            </a:xfrm>
            <a:custGeom>
              <a:avLst/>
              <a:pathLst>
                <a:path w="103703" h="138170">
                  <a:moveTo>
                    <a:pt x="30822" y="1986"/>
                  </a:moveTo>
                  <a:lnTo>
                    <a:pt x="24935" y="12365"/>
                  </a:lnTo>
                  <a:lnTo>
                    <a:pt x="19991" y="16644"/>
                  </a:lnTo>
                  <a:lnTo>
                    <a:pt x="20064" y="18266"/>
                  </a:lnTo>
                  <a:lnTo>
                    <a:pt x="23837" y="17783"/>
                  </a:lnTo>
                  <a:lnTo>
                    <a:pt x="25947" y="22960"/>
                  </a:lnTo>
                  <a:lnTo>
                    <a:pt x="37239" y="17542"/>
                  </a:lnTo>
                  <a:lnTo>
                    <a:pt x="39449" y="18587"/>
                  </a:lnTo>
                  <a:lnTo>
                    <a:pt x="39643" y="24233"/>
                  </a:lnTo>
                  <a:lnTo>
                    <a:pt x="39976" y="24783"/>
                  </a:lnTo>
                  <a:lnTo>
                    <a:pt x="42260" y="28559"/>
                  </a:lnTo>
                  <a:lnTo>
                    <a:pt x="45091" y="28826"/>
                  </a:lnTo>
                  <a:lnTo>
                    <a:pt x="46800" y="30641"/>
                  </a:lnTo>
                  <a:lnTo>
                    <a:pt x="45091" y="37477"/>
                  </a:lnTo>
                  <a:lnTo>
                    <a:pt x="44930" y="40735"/>
                  </a:lnTo>
                  <a:lnTo>
                    <a:pt x="42687" y="44420"/>
                  </a:lnTo>
                  <a:lnTo>
                    <a:pt x="42527" y="47464"/>
                  </a:lnTo>
                  <a:lnTo>
                    <a:pt x="39857" y="49600"/>
                  </a:lnTo>
                  <a:lnTo>
                    <a:pt x="38041" y="48051"/>
                  </a:lnTo>
                  <a:lnTo>
                    <a:pt x="34036" y="54192"/>
                  </a:lnTo>
                  <a:lnTo>
                    <a:pt x="33298" y="53818"/>
                  </a:lnTo>
                  <a:lnTo>
                    <a:pt x="32289" y="53305"/>
                  </a:lnTo>
                  <a:lnTo>
                    <a:pt x="29763" y="57496"/>
                  </a:lnTo>
                  <a:lnTo>
                    <a:pt x="24584" y="55634"/>
                  </a:lnTo>
                  <a:lnTo>
                    <a:pt x="25311" y="58733"/>
                  </a:lnTo>
                  <a:lnTo>
                    <a:pt x="25998" y="61659"/>
                  </a:lnTo>
                  <a:lnTo>
                    <a:pt x="26208" y="62175"/>
                  </a:lnTo>
                  <a:lnTo>
                    <a:pt x="30313" y="72233"/>
                  </a:lnTo>
                  <a:lnTo>
                    <a:pt x="26073" y="74022"/>
                  </a:lnTo>
                  <a:lnTo>
                    <a:pt x="28578" y="81991"/>
                  </a:lnTo>
                  <a:lnTo>
                    <a:pt x="28908" y="81876"/>
                  </a:lnTo>
                  <a:lnTo>
                    <a:pt x="32487" y="80627"/>
                  </a:lnTo>
                  <a:lnTo>
                    <a:pt x="34549" y="84051"/>
                  </a:lnTo>
                  <a:lnTo>
                    <a:pt x="35478" y="85594"/>
                  </a:lnTo>
                  <a:lnTo>
                    <a:pt x="38896" y="86021"/>
                  </a:lnTo>
                  <a:lnTo>
                    <a:pt x="39697" y="81321"/>
                  </a:lnTo>
                  <a:lnTo>
                    <a:pt x="44236" y="78277"/>
                  </a:lnTo>
                  <a:lnTo>
                    <a:pt x="44994" y="77482"/>
                  </a:lnTo>
                  <a:lnTo>
                    <a:pt x="46944" y="75435"/>
                  </a:lnTo>
                  <a:lnTo>
                    <a:pt x="50659" y="72341"/>
                  </a:lnTo>
                  <a:lnTo>
                    <a:pt x="54198" y="71145"/>
                  </a:lnTo>
                  <a:lnTo>
                    <a:pt x="55732" y="70984"/>
                  </a:lnTo>
                  <a:lnTo>
                    <a:pt x="59029" y="70908"/>
                  </a:lnTo>
                  <a:lnTo>
                    <a:pt x="60038" y="71073"/>
                  </a:lnTo>
                  <a:lnTo>
                    <a:pt x="61583" y="72661"/>
                  </a:lnTo>
                  <a:lnTo>
                    <a:pt x="66767" y="71132"/>
                  </a:lnTo>
                  <a:lnTo>
                    <a:pt x="68491" y="70623"/>
                  </a:lnTo>
                  <a:lnTo>
                    <a:pt x="68935" y="71371"/>
                  </a:lnTo>
                  <a:lnTo>
                    <a:pt x="69550" y="73017"/>
                  </a:lnTo>
                  <a:lnTo>
                    <a:pt x="69684" y="73376"/>
                  </a:lnTo>
                  <a:lnTo>
                    <a:pt x="69862" y="73846"/>
                  </a:lnTo>
                  <a:lnTo>
                    <a:pt x="69980" y="74159"/>
                  </a:lnTo>
                  <a:lnTo>
                    <a:pt x="70805" y="75651"/>
                  </a:lnTo>
                  <a:lnTo>
                    <a:pt x="71785" y="77388"/>
                  </a:lnTo>
                  <a:lnTo>
                    <a:pt x="72740" y="78714"/>
                  </a:lnTo>
                  <a:lnTo>
                    <a:pt x="73942" y="79214"/>
                  </a:lnTo>
                  <a:lnTo>
                    <a:pt x="74943" y="79281"/>
                  </a:lnTo>
                  <a:lnTo>
                    <a:pt x="76389" y="79241"/>
                  </a:lnTo>
                  <a:lnTo>
                    <a:pt x="77345" y="79214"/>
                  </a:lnTo>
                  <a:lnTo>
                    <a:pt x="79649" y="79214"/>
                  </a:lnTo>
                  <a:lnTo>
                    <a:pt x="82753" y="79782"/>
                  </a:lnTo>
                  <a:lnTo>
                    <a:pt x="84829" y="80358"/>
                  </a:lnTo>
                  <a:lnTo>
                    <a:pt x="86213" y="80743"/>
                  </a:lnTo>
                  <a:lnTo>
                    <a:pt x="86535" y="80832"/>
                  </a:lnTo>
                  <a:lnTo>
                    <a:pt x="90697" y="81717"/>
                  </a:lnTo>
                  <a:lnTo>
                    <a:pt x="92695" y="82661"/>
                  </a:lnTo>
                  <a:lnTo>
                    <a:pt x="93100" y="82852"/>
                  </a:lnTo>
                  <a:lnTo>
                    <a:pt x="94694" y="83978"/>
                  </a:lnTo>
                  <a:lnTo>
                    <a:pt x="96171" y="85022"/>
                  </a:lnTo>
                  <a:lnTo>
                    <a:pt x="97740" y="87125"/>
                  </a:lnTo>
                  <a:lnTo>
                    <a:pt x="98274" y="87625"/>
                  </a:lnTo>
                  <a:lnTo>
                    <a:pt x="99409" y="88159"/>
                  </a:lnTo>
                  <a:lnTo>
                    <a:pt x="100126" y="88693"/>
                  </a:lnTo>
                  <a:lnTo>
                    <a:pt x="100977" y="90362"/>
                  </a:lnTo>
                  <a:lnTo>
                    <a:pt x="101406" y="91665"/>
                  </a:lnTo>
                  <a:lnTo>
                    <a:pt x="101735" y="92664"/>
                  </a:lnTo>
                  <a:lnTo>
                    <a:pt x="102012" y="93833"/>
                  </a:lnTo>
                  <a:lnTo>
                    <a:pt x="101979" y="97257"/>
                  </a:lnTo>
                  <a:lnTo>
                    <a:pt x="101578" y="100042"/>
                  </a:lnTo>
                  <a:lnTo>
                    <a:pt x="101330" y="100989"/>
                  </a:lnTo>
                  <a:lnTo>
                    <a:pt x="102434" y="104972"/>
                  </a:lnTo>
                  <a:lnTo>
                    <a:pt x="103035" y="107375"/>
                  </a:lnTo>
                  <a:lnTo>
                    <a:pt x="103703" y="109311"/>
                  </a:lnTo>
                  <a:lnTo>
                    <a:pt x="99924" y="110206"/>
                  </a:lnTo>
                  <a:lnTo>
                    <a:pt x="95866" y="111594"/>
                  </a:lnTo>
                  <a:lnTo>
                    <a:pt x="92448" y="113623"/>
                  </a:lnTo>
                  <a:lnTo>
                    <a:pt x="87214" y="116080"/>
                  </a:lnTo>
                  <a:lnTo>
                    <a:pt x="84971" y="118216"/>
                  </a:lnTo>
                  <a:lnTo>
                    <a:pt x="79455" y="122080"/>
                  </a:lnTo>
                  <a:lnTo>
                    <a:pt x="76033" y="120888"/>
                  </a:lnTo>
                  <a:lnTo>
                    <a:pt x="74543" y="122565"/>
                  </a:lnTo>
                  <a:lnTo>
                    <a:pt x="73195" y="122125"/>
                  </a:lnTo>
                  <a:lnTo>
                    <a:pt x="71726" y="124289"/>
                  </a:lnTo>
                  <a:lnTo>
                    <a:pt x="71268" y="124336"/>
                  </a:lnTo>
                  <a:lnTo>
                    <a:pt x="69752" y="124491"/>
                  </a:lnTo>
                  <a:lnTo>
                    <a:pt x="69096" y="124493"/>
                  </a:lnTo>
                  <a:lnTo>
                    <a:pt x="68428" y="124481"/>
                  </a:lnTo>
                  <a:lnTo>
                    <a:pt x="67391" y="124463"/>
                  </a:lnTo>
                  <a:lnTo>
                    <a:pt x="66136" y="124085"/>
                  </a:lnTo>
                  <a:lnTo>
                    <a:pt x="65612" y="123832"/>
                  </a:lnTo>
                  <a:lnTo>
                    <a:pt x="63607" y="122868"/>
                  </a:lnTo>
                  <a:lnTo>
                    <a:pt x="63628" y="122723"/>
                  </a:lnTo>
                  <a:lnTo>
                    <a:pt x="63702" y="122231"/>
                  </a:lnTo>
                  <a:lnTo>
                    <a:pt x="63513" y="122139"/>
                  </a:lnTo>
                  <a:lnTo>
                    <a:pt x="62717" y="121749"/>
                  </a:lnTo>
                  <a:lnTo>
                    <a:pt x="61283" y="120777"/>
                  </a:lnTo>
                  <a:lnTo>
                    <a:pt x="60238" y="121758"/>
                  </a:lnTo>
                  <a:lnTo>
                    <a:pt x="60053" y="121932"/>
                  </a:lnTo>
                  <a:lnTo>
                    <a:pt x="59733" y="121865"/>
                  </a:lnTo>
                  <a:lnTo>
                    <a:pt x="58991" y="120946"/>
                  </a:lnTo>
                  <a:lnTo>
                    <a:pt x="58557" y="120505"/>
                  </a:lnTo>
                  <a:lnTo>
                    <a:pt x="58259" y="120791"/>
                  </a:lnTo>
                  <a:lnTo>
                    <a:pt x="56289" y="122036"/>
                  </a:lnTo>
                  <a:lnTo>
                    <a:pt x="55634" y="121216"/>
                  </a:lnTo>
                  <a:lnTo>
                    <a:pt x="54142" y="119346"/>
                  </a:lnTo>
                  <a:lnTo>
                    <a:pt x="51145" y="121225"/>
                  </a:lnTo>
                  <a:lnTo>
                    <a:pt x="48689" y="122741"/>
                  </a:lnTo>
                  <a:lnTo>
                    <a:pt x="46218" y="124266"/>
                  </a:lnTo>
                  <a:lnTo>
                    <a:pt x="44629" y="125247"/>
                  </a:lnTo>
                  <a:lnTo>
                    <a:pt x="41352" y="131643"/>
                  </a:lnTo>
                  <a:lnTo>
                    <a:pt x="40655" y="132644"/>
                  </a:lnTo>
                  <a:lnTo>
                    <a:pt x="40328" y="133113"/>
                  </a:lnTo>
                  <a:lnTo>
                    <a:pt x="40106" y="133432"/>
                  </a:lnTo>
                  <a:lnTo>
                    <a:pt x="39764" y="133708"/>
                  </a:lnTo>
                  <a:lnTo>
                    <a:pt x="38603" y="134650"/>
                  </a:lnTo>
                  <a:lnTo>
                    <a:pt x="38388" y="135508"/>
                  </a:lnTo>
                  <a:lnTo>
                    <a:pt x="38287" y="136087"/>
                  </a:lnTo>
                  <a:lnTo>
                    <a:pt x="38184" y="138170"/>
                  </a:lnTo>
                  <a:lnTo>
                    <a:pt x="37529" y="138146"/>
                  </a:lnTo>
                  <a:lnTo>
                    <a:pt x="35479" y="138069"/>
                  </a:lnTo>
                  <a:lnTo>
                    <a:pt x="36502" y="135173"/>
                  </a:lnTo>
                  <a:lnTo>
                    <a:pt x="36973" y="133957"/>
                  </a:lnTo>
                  <a:lnTo>
                    <a:pt x="37107" y="133610"/>
                  </a:lnTo>
                  <a:lnTo>
                    <a:pt x="37865" y="131649"/>
                  </a:lnTo>
                  <a:lnTo>
                    <a:pt x="40834" y="123974"/>
                  </a:lnTo>
                  <a:lnTo>
                    <a:pt x="38357" y="122992"/>
                  </a:lnTo>
                  <a:lnTo>
                    <a:pt x="36725" y="122346"/>
                  </a:lnTo>
                  <a:lnTo>
                    <a:pt x="35200" y="120770"/>
                  </a:lnTo>
                  <a:lnTo>
                    <a:pt x="33638" y="118861"/>
                  </a:lnTo>
                  <a:lnTo>
                    <a:pt x="32278" y="117198"/>
                  </a:lnTo>
                  <a:lnTo>
                    <a:pt x="28827" y="113308"/>
                  </a:lnTo>
                  <a:lnTo>
                    <a:pt x="26669" y="110614"/>
                  </a:lnTo>
                  <a:lnTo>
                    <a:pt x="25296" y="108918"/>
                  </a:lnTo>
                  <a:lnTo>
                    <a:pt x="23640" y="109922"/>
                  </a:lnTo>
                  <a:lnTo>
                    <a:pt x="24160" y="111253"/>
                  </a:lnTo>
                  <a:lnTo>
                    <a:pt x="26283" y="113812"/>
                  </a:lnTo>
                  <a:lnTo>
                    <a:pt x="28115" y="115860"/>
                  </a:lnTo>
                  <a:lnTo>
                    <a:pt x="29045" y="116919"/>
                  </a:lnTo>
                  <a:lnTo>
                    <a:pt x="29613" y="117656"/>
                  </a:lnTo>
                  <a:lnTo>
                    <a:pt x="30572" y="118802"/>
                  </a:lnTo>
                  <a:lnTo>
                    <a:pt x="30901" y="119396"/>
                  </a:lnTo>
                  <a:lnTo>
                    <a:pt x="31069" y="119699"/>
                  </a:lnTo>
                  <a:lnTo>
                    <a:pt x="30014" y="120072"/>
                  </a:lnTo>
                  <a:lnTo>
                    <a:pt x="29238" y="120346"/>
                  </a:lnTo>
                  <a:lnTo>
                    <a:pt x="28297" y="120253"/>
                  </a:lnTo>
                  <a:lnTo>
                    <a:pt x="25163" y="119298"/>
                  </a:lnTo>
                  <a:lnTo>
                    <a:pt x="24683" y="119151"/>
                  </a:lnTo>
                  <a:lnTo>
                    <a:pt x="24285" y="118590"/>
                  </a:lnTo>
                  <a:lnTo>
                    <a:pt x="23219" y="118545"/>
                  </a:lnTo>
                  <a:lnTo>
                    <a:pt x="22702" y="118523"/>
                  </a:lnTo>
                  <a:lnTo>
                    <a:pt x="22617" y="118189"/>
                  </a:lnTo>
                  <a:lnTo>
                    <a:pt x="22494" y="117986"/>
                  </a:lnTo>
                  <a:lnTo>
                    <a:pt x="21913" y="117030"/>
                  </a:lnTo>
                  <a:lnTo>
                    <a:pt x="21040" y="115591"/>
                  </a:lnTo>
                  <a:lnTo>
                    <a:pt x="20671" y="114984"/>
                  </a:lnTo>
                  <a:lnTo>
                    <a:pt x="20579" y="114851"/>
                  </a:lnTo>
                  <a:lnTo>
                    <a:pt x="19057" y="112638"/>
                  </a:lnTo>
                  <a:lnTo>
                    <a:pt x="18856" y="112328"/>
                  </a:lnTo>
                  <a:lnTo>
                    <a:pt x="18639" y="111875"/>
                  </a:lnTo>
                  <a:lnTo>
                    <a:pt x="18335" y="111113"/>
                  </a:lnTo>
                  <a:lnTo>
                    <a:pt x="17694" y="109504"/>
                  </a:lnTo>
                  <a:lnTo>
                    <a:pt x="17519" y="109065"/>
                  </a:lnTo>
                  <a:lnTo>
                    <a:pt x="17378" y="109013"/>
                  </a:lnTo>
                  <a:lnTo>
                    <a:pt x="16038" y="108522"/>
                  </a:lnTo>
                  <a:lnTo>
                    <a:pt x="16011" y="107728"/>
                  </a:lnTo>
                  <a:lnTo>
                    <a:pt x="15953" y="106022"/>
                  </a:lnTo>
                  <a:lnTo>
                    <a:pt x="19867" y="104794"/>
                  </a:lnTo>
                  <a:lnTo>
                    <a:pt x="18178" y="102437"/>
                  </a:lnTo>
                  <a:lnTo>
                    <a:pt x="18122" y="102258"/>
                  </a:lnTo>
                  <a:lnTo>
                    <a:pt x="17064" y="98838"/>
                  </a:lnTo>
                  <a:lnTo>
                    <a:pt x="16875" y="98229"/>
                  </a:lnTo>
                  <a:lnTo>
                    <a:pt x="16834" y="96517"/>
                  </a:lnTo>
                  <a:lnTo>
                    <a:pt x="16813" y="96090"/>
                  </a:lnTo>
                  <a:lnTo>
                    <a:pt x="19491" y="95937"/>
                  </a:lnTo>
                  <a:lnTo>
                    <a:pt x="16405" y="83718"/>
                  </a:lnTo>
                  <a:lnTo>
                    <a:pt x="12880" y="84300"/>
                  </a:lnTo>
                  <a:lnTo>
                    <a:pt x="10067" y="70327"/>
                  </a:lnTo>
                  <a:lnTo>
                    <a:pt x="0" y="70837"/>
                  </a:lnTo>
                  <a:lnTo>
                    <a:pt x="3905" y="59426"/>
                  </a:lnTo>
                  <a:lnTo>
                    <a:pt x="7979" y="49714"/>
                  </a:lnTo>
                  <a:lnTo>
                    <a:pt x="11985" y="44040"/>
                  </a:lnTo>
                  <a:lnTo>
                    <a:pt x="10305" y="43215"/>
                  </a:lnTo>
                  <a:lnTo>
                    <a:pt x="10332" y="42653"/>
                  </a:lnTo>
                  <a:lnTo>
                    <a:pt x="10556" y="38018"/>
                  </a:lnTo>
                  <a:lnTo>
                    <a:pt x="13754" y="39000"/>
                  </a:lnTo>
                  <a:lnTo>
                    <a:pt x="13063" y="32831"/>
                  </a:lnTo>
                  <a:lnTo>
                    <a:pt x="8547" y="32057"/>
                  </a:lnTo>
                  <a:lnTo>
                    <a:pt x="8626" y="31452"/>
                  </a:lnTo>
                  <a:lnTo>
                    <a:pt x="9935" y="21449"/>
                  </a:lnTo>
                  <a:lnTo>
                    <a:pt x="13964" y="21807"/>
                  </a:lnTo>
                  <a:lnTo>
                    <a:pt x="15258" y="18493"/>
                  </a:lnTo>
                  <a:lnTo>
                    <a:pt x="12252" y="17838"/>
                  </a:lnTo>
                  <a:lnTo>
                    <a:pt x="9328" y="17631"/>
                  </a:lnTo>
                  <a:lnTo>
                    <a:pt x="7767" y="17520"/>
                  </a:lnTo>
                  <a:lnTo>
                    <a:pt x="7319" y="9688"/>
                  </a:lnTo>
                  <a:lnTo>
                    <a:pt x="9805" y="9504"/>
                  </a:lnTo>
                  <a:lnTo>
                    <a:pt x="9770" y="7465"/>
                  </a:lnTo>
                  <a:lnTo>
                    <a:pt x="14288" y="5030"/>
                  </a:lnTo>
                  <a:lnTo>
                    <a:pt x="17533" y="9898"/>
                  </a:lnTo>
                  <a:lnTo>
                    <a:pt x="2758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2643878" y="2437699"/>
              <a:ext cx="132755" cy="78655"/>
            </a:xfrm>
            <a:custGeom>
              <a:avLst/>
              <a:pathLst>
                <a:path w="132755" h="78655">
                  <a:moveTo>
                    <a:pt x="23371" y="2691"/>
                  </a:moveTo>
                  <a:lnTo>
                    <a:pt x="22923" y="6889"/>
                  </a:lnTo>
                  <a:lnTo>
                    <a:pt x="23654" y="8693"/>
                  </a:lnTo>
                  <a:lnTo>
                    <a:pt x="23749" y="8926"/>
                  </a:lnTo>
                  <a:lnTo>
                    <a:pt x="24365" y="10445"/>
                  </a:lnTo>
                  <a:lnTo>
                    <a:pt x="25458" y="11353"/>
                  </a:lnTo>
                  <a:lnTo>
                    <a:pt x="26063" y="11855"/>
                  </a:lnTo>
                  <a:lnTo>
                    <a:pt x="26371" y="11909"/>
                  </a:lnTo>
                  <a:lnTo>
                    <a:pt x="29363" y="12432"/>
                  </a:lnTo>
                  <a:lnTo>
                    <a:pt x="28913" y="15538"/>
                  </a:lnTo>
                  <a:lnTo>
                    <a:pt x="29972" y="15956"/>
                  </a:lnTo>
                  <a:lnTo>
                    <a:pt x="30599" y="15426"/>
                  </a:lnTo>
                  <a:lnTo>
                    <a:pt x="32722" y="17345"/>
                  </a:lnTo>
                  <a:lnTo>
                    <a:pt x="32339" y="19154"/>
                  </a:lnTo>
                  <a:lnTo>
                    <a:pt x="33291" y="19992"/>
                  </a:lnTo>
                  <a:lnTo>
                    <a:pt x="38033" y="19775"/>
                  </a:lnTo>
                  <a:lnTo>
                    <a:pt x="39184" y="19754"/>
                  </a:lnTo>
                  <a:lnTo>
                    <a:pt x="39085" y="21465"/>
                  </a:lnTo>
                  <a:lnTo>
                    <a:pt x="39238" y="23342"/>
                  </a:lnTo>
                  <a:lnTo>
                    <a:pt x="39296" y="24063"/>
                  </a:lnTo>
                  <a:lnTo>
                    <a:pt x="47691" y="22653"/>
                  </a:lnTo>
                  <a:lnTo>
                    <a:pt x="47544" y="18821"/>
                  </a:lnTo>
                  <a:lnTo>
                    <a:pt x="47515" y="18444"/>
                  </a:lnTo>
                  <a:lnTo>
                    <a:pt x="53731" y="17120"/>
                  </a:lnTo>
                  <a:lnTo>
                    <a:pt x="54148" y="19721"/>
                  </a:lnTo>
                  <a:lnTo>
                    <a:pt x="55237" y="19850"/>
                  </a:lnTo>
                  <a:lnTo>
                    <a:pt x="55942" y="24784"/>
                  </a:lnTo>
                  <a:lnTo>
                    <a:pt x="60306" y="24517"/>
                  </a:lnTo>
                  <a:lnTo>
                    <a:pt x="61203" y="25108"/>
                  </a:lnTo>
                  <a:lnTo>
                    <a:pt x="63734" y="26779"/>
                  </a:lnTo>
                  <a:lnTo>
                    <a:pt x="68473" y="30357"/>
                  </a:lnTo>
                  <a:lnTo>
                    <a:pt x="67405" y="32239"/>
                  </a:lnTo>
                  <a:lnTo>
                    <a:pt x="67687" y="32324"/>
                  </a:lnTo>
                  <a:lnTo>
                    <a:pt x="71902" y="33588"/>
                  </a:lnTo>
                  <a:lnTo>
                    <a:pt x="72060" y="32284"/>
                  </a:lnTo>
                  <a:lnTo>
                    <a:pt x="72164" y="31420"/>
                  </a:lnTo>
                  <a:lnTo>
                    <a:pt x="75571" y="30405"/>
                  </a:lnTo>
                  <a:lnTo>
                    <a:pt x="75967" y="30288"/>
                  </a:lnTo>
                  <a:lnTo>
                    <a:pt x="76208" y="30216"/>
                  </a:lnTo>
                  <a:lnTo>
                    <a:pt x="76478" y="28422"/>
                  </a:lnTo>
                  <a:lnTo>
                    <a:pt x="78353" y="26917"/>
                  </a:lnTo>
                  <a:lnTo>
                    <a:pt x="79102" y="26317"/>
                  </a:lnTo>
                  <a:lnTo>
                    <a:pt x="79183" y="24700"/>
                  </a:lnTo>
                  <a:lnTo>
                    <a:pt x="79335" y="24767"/>
                  </a:lnTo>
                  <a:lnTo>
                    <a:pt x="81000" y="25491"/>
                  </a:lnTo>
                  <a:lnTo>
                    <a:pt x="86074" y="26610"/>
                  </a:lnTo>
                  <a:lnTo>
                    <a:pt x="88390" y="27121"/>
                  </a:lnTo>
                  <a:lnTo>
                    <a:pt x="91155" y="26162"/>
                  </a:lnTo>
                  <a:lnTo>
                    <a:pt x="91279" y="26401"/>
                  </a:lnTo>
                  <a:lnTo>
                    <a:pt x="91357" y="26551"/>
                  </a:lnTo>
                  <a:lnTo>
                    <a:pt x="92078" y="27941"/>
                  </a:lnTo>
                  <a:lnTo>
                    <a:pt x="92821" y="29373"/>
                  </a:lnTo>
                  <a:lnTo>
                    <a:pt x="93834" y="29687"/>
                  </a:lnTo>
                  <a:lnTo>
                    <a:pt x="95830" y="30731"/>
                  </a:lnTo>
                  <a:lnTo>
                    <a:pt x="99871" y="32846"/>
                  </a:lnTo>
                  <a:lnTo>
                    <a:pt x="100501" y="33175"/>
                  </a:lnTo>
                  <a:lnTo>
                    <a:pt x="100622" y="33038"/>
                  </a:lnTo>
                  <a:lnTo>
                    <a:pt x="100953" y="32669"/>
                  </a:lnTo>
                  <a:lnTo>
                    <a:pt x="101417" y="32254"/>
                  </a:lnTo>
                  <a:lnTo>
                    <a:pt x="101702" y="32013"/>
                  </a:lnTo>
                  <a:lnTo>
                    <a:pt x="103272" y="33110"/>
                  </a:lnTo>
                  <a:lnTo>
                    <a:pt x="104653" y="34075"/>
                  </a:lnTo>
                  <a:lnTo>
                    <a:pt x="104633" y="36336"/>
                  </a:lnTo>
                  <a:lnTo>
                    <a:pt x="104629" y="39033"/>
                  </a:lnTo>
                  <a:lnTo>
                    <a:pt x="104628" y="40019"/>
                  </a:lnTo>
                  <a:lnTo>
                    <a:pt x="105112" y="41948"/>
                  </a:lnTo>
                  <a:lnTo>
                    <a:pt x="106721" y="43874"/>
                  </a:lnTo>
                  <a:lnTo>
                    <a:pt x="106928" y="44105"/>
                  </a:lnTo>
                  <a:lnTo>
                    <a:pt x="107099" y="43946"/>
                  </a:lnTo>
                  <a:lnTo>
                    <a:pt x="109924" y="41324"/>
                  </a:lnTo>
                  <a:lnTo>
                    <a:pt x="112755" y="38696"/>
                  </a:lnTo>
                  <a:lnTo>
                    <a:pt x="115529" y="36121"/>
                  </a:lnTo>
                  <a:lnTo>
                    <a:pt x="116041" y="35689"/>
                  </a:lnTo>
                  <a:lnTo>
                    <a:pt x="116350" y="36028"/>
                  </a:lnTo>
                  <a:lnTo>
                    <a:pt x="119178" y="39125"/>
                  </a:lnTo>
                  <a:lnTo>
                    <a:pt x="123989" y="44395"/>
                  </a:lnTo>
                  <a:lnTo>
                    <a:pt x="126375" y="46992"/>
                  </a:lnTo>
                  <a:lnTo>
                    <a:pt x="126485" y="48037"/>
                  </a:lnTo>
                  <a:lnTo>
                    <a:pt x="126567" y="48816"/>
                  </a:lnTo>
                  <a:lnTo>
                    <a:pt x="126918" y="52162"/>
                  </a:lnTo>
                  <a:lnTo>
                    <a:pt x="126973" y="52500"/>
                  </a:lnTo>
                  <a:lnTo>
                    <a:pt x="127141" y="52803"/>
                  </a:lnTo>
                  <a:lnTo>
                    <a:pt x="127614" y="53661"/>
                  </a:lnTo>
                  <a:lnTo>
                    <a:pt x="128760" y="54591"/>
                  </a:lnTo>
                  <a:lnTo>
                    <a:pt x="130456" y="55710"/>
                  </a:lnTo>
                  <a:lnTo>
                    <a:pt x="132603" y="55849"/>
                  </a:lnTo>
                  <a:lnTo>
                    <a:pt x="132755" y="55865"/>
                  </a:lnTo>
                  <a:lnTo>
                    <a:pt x="132464" y="56310"/>
                  </a:lnTo>
                  <a:lnTo>
                    <a:pt x="132166" y="56764"/>
                  </a:lnTo>
                  <a:lnTo>
                    <a:pt x="130555" y="59221"/>
                  </a:lnTo>
                  <a:lnTo>
                    <a:pt x="130373" y="59498"/>
                  </a:lnTo>
                  <a:lnTo>
                    <a:pt x="129393" y="60992"/>
                  </a:lnTo>
                  <a:lnTo>
                    <a:pt x="128750" y="61972"/>
                  </a:lnTo>
                  <a:lnTo>
                    <a:pt x="128088" y="62982"/>
                  </a:lnTo>
                  <a:lnTo>
                    <a:pt x="127852" y="63342"/>
                  </a:lnTo>
                  <a:lnTo>
                    <a:pt x="125700" y="66623"/>
                  </a:lnTo>
                  <a:lnTo>
                    <a:pt x="125439" y="67039"/>
                  </a:lnTo>
                  <a:lnTo>
                    <a:pt x="124892" y="68010"/>
                  </a:lnTo>
                  <a:lnTo>
                    <a:pt x="124493" y="68719"/>
                  </a:lnTo>
                  <a:lnTo>
                    <a:pt x="124178" y="69278"/>
                  </a:lnTo>
                  <a:lnTo>
                    <a:pt x="123376" y="70702"/>
                  </a:lnTo>
                  <a:lnTo>
                    <a:pt x="123259" y="70895"/>
                  </a:lnTo>
                  <a:lnTo>
                    <a:pt x="121950" y="73019"/>
                  </a:lnTo>
                  <a:lnTo>
                    <a:pt x="121590" y="72772"/>
                  </a:lnTo>
                  <a:lnTo>
                    <a:pt x="116961" y="69595"/>
                  </a:lnTo>
                  <a:lnTo>
                    <a:pt x="116787" y="69842"/>
                  </a:lnTo>
                  <a:lnTo>
                    <a:pt x="115832" y="71333"/>
                  </a:lnTo>
                  <a:lnTo>
                    <a:pt x="116470" y="71852"/>
                  </a:lnTo>
                  <a:lnTo>
                    <a:pt x="117927" y="73036"/>
                  </a:lnTo>
                  <a:lnTo>
                    <a:pt x="119309" y="74160"/>
                  </a:lnTo>
                  <a:lnTo>
                    <a:pt x="118858" y="75132"/>
                  </a:lnTo>
                  <a:lnTo>
                    <a:pt x="118471" y="75456"/>
                  </a:lnTo>
                  <a:lnTo>
                    <a:pt x="118097" y="75770"/>
                  </a:lnTo>
                  <a:lnTo>
                    <a:pt x="117561" y="75336"/>
                  </a:lnTo>
                  <a:lnTo>
                    <a:pt x="116701" y="74592"/>
                  </a:lnTo>
                  <a:lnTo>
                    <a:pt x="114702" y="72861"/>
                  </a:lnTo>
                  <a:lnTo>
                    <a:pt x="114552" y="72746"/>
                  </a:lnTo>
                  <a:lnTo>
                    <a:pt x="112628" y="71277"/>
                  </a:lnTo>
                  <a:lnTo>
                    <a:pt x="111885" y="72003"/>
                  </a:lnTo>
                  <a:lnTo>
                    <a:pt x="111977" y="72233"/>
                  </a:lnTo>
                  <a:lnTo>
                    <a:pt x="112307" y="73060"/>
                  </a:lnTo>
                  <a:lnTo>
                    <a:pt x="108964" y="76982"/>
                  </a:lnTo>
                  <a:lnTo>
                    <a:pt x="108149" y="77938"/>
                  </a:lnTo>
                  <a:lnTo>
                    <a:pt x="107592" y="78655"/>
                  </a:lnTo>
                  <a:lnTo>
                    <a:pt x="106493" y="78007"/>
                  </a:lnTo>
                  <a:lnTo>
                    <a:pt x="104926" y="77084"/>
                  </a:lnTo>
                  <a:lnTo>
                    <a:pt x="103081" y="75544"/>
                  </a:lnTo>
                  <a:lnTo>
                    <a:pt x="100875" y="72501"/>
                  </a:lnTo>
                  <a:lnTo>
                    <a:pt x="100464" y="70220"/>
                  </a:lnTo>
                  <a:lnTo>
                    <a:pt x="100773" y="70127"/>
                  </a:lnTo>
                  <a:lnTo>
                    <a:pt x="102124" y="69673"/>
                  </a:lnTo>
                  <a:lnTo>
                    <a:pt x="103610" y="71218"/>
                  </a:lnTo>
                  <a:lnTo>
                    <a:pt x="104461" y="70527"/>
                  </a:lnTo>
                  <a:lnTo>
                    <a:pt x="107266" y="67854"/>
                  </a:lnTo>
                  <a:lnTo>
                    <a:pt x="107467" y="67685"/>
                  </a:lnTo>
                  <a:lnTo>
                    <a:pt x="108342" y="66951"/>
                  </a:lnTo>
                  <a:lnTo>
                    <a:pt x="108881" y="66500"/>
                  </a:lnTo>
                  <a:lnTo>
                    <a:pt x="108250" y="64313"/>
                  </a:lnTo>
                  <a:lnTo>
                    <a:pt x="107123" y="65154"/>
                  </a:lnTo>
                  <a:lnTo>
                    <a:pt x="105207" y="63276"/>
                  </a:lnTo>
                  <a:lnTo>
                    <a:pt x="104961" y="63474"/>
                  </a:lnTo>
                  <a:lnTo>
                    <a:pt x="102953" y="65090"/>
                  </a:lnTo>
                  <a:lnTo>
                    <a:pt x="101741" y="66066"/>
                  </a:lnTo>
                  <a:lnTo>
                    <a:pt x="100783" y="65225"/>
                  </a:lnTo>
                  <a:lnTo>
                    <a:pt x="99715" y="64288"/>
                  </a:lnTo>
                  <a:lnTo>
                    <a:pt x="96857" y="63407"/>
                  </a:lnTo>
                  <a:lnTo>
                    <a:pt x="96418" y="64377"/>
                  </a:lnTo>
                  <a:lnTo>
                    <a:pt x="95194" y="64061"/>
                  </a:lnTo>
                  <a:lnTo>
                    <a:pt x="94432" y="63864"/>
                  </a:lnTo>
                  <a:lnTo>
                    <a:pt x="93911" y="64565"/>
                  </a:lnTo>
                  <a:lnTo>
                    <a:pt x="88034" y="59587"/>
                  </a:lnTo>
                  <a:lnTo>
                    <a:pt x="88911" y="57328"/>
                  </a:lnTo>
                  <a:lnTo>
                    <a:pt x="86736" y="56682"/>
                  </a:lnTo>
                  <a:lnTo>
                    <a:pt x="87572" y="54163"/>
                  </a:lnTo>
                  <a:lnTo>
                    <a:pt x="84870" y="52698"/>
                  </a:lnTo>
                  <a:lnTo>
                    <a:pt x="84545" y="52487"/>
                  </a:lnTo>
                  <a:lnTo>
                    <a:pt x="84502" y="52140"/>
                  </a:lnTo>
                  <a:lnTo>
                    <a:pt x="84843" y="51402"/>
                  </a:lnTo>
                  <a:lnTo>
                    <a:pt x="83654" y="50829"/>
                  </a:lnTo>
                  <a:lnTo>
                    <a:pt x="82980" y="51636"/>
                  </a:lnTo>
                  <a:lnTo>
                    <a:pt x="82526" y="52230"/>
                  </a:lnTo>
                  <a:lnTo>
                    <a:pt x="81430" y="55826"/>
                  </a:lnTo>
                  <a:lnTo>
                    <a:pt x="75514" y="53837"/>
                  </a:lnTo>
                  <a:lnTo>
                    <a:pt x="67788" y="51641"/>
                  </a:lnTo>
                  <a:lnTo>
                    <a:pt x="67425" y="51659"/>
                  </a:lnTo>
                  <a:lnTo>
                    <a:pt x="66921" y="52546"/>
                  </a:lnTo>
                  <a:lnTo>
                    <a:pt x="65078" y="51774"/>
                  </a:lnTo>
                  <a:lnTo>
                    <a:pt x="62944" y="50196"/>
                  </a:lnTo>
                  <a:lnTo>
                    <a:pt x="59133" y="48547"/>
                  </a:lnTo>
                  <a:lnTo>
                    <a:pt x="58673" y="48292"/>
                  </a:lnTo>
                  <a:lnTo>
                    <a:pt x="57446" y="47182"/>
                  </a:lnTo>
                  <a:lnTo>
                    <a:pt x="54747" y="45484"/>
                  </a:lnTo>
                  <a:lnTo>
                    <a:pt x="54058" y="45159"/>
                  </a:lnTo>
                  <a:lnTo>
                    <a:pt x="51089" y="43761"/>
                  </a:lnTo>
                  <a:lnTo>
                    <a:pt x="46052" y="42025"/>
                  </a:lnTo>
                  <a:lnTo>
                    <a:pt x="42342" y="42278"/>
                  </a:lnTo>
                  <a:lnTo>
                    <a:pt x="38320" y="42619"/>
                  </a:lnTo>
                  <a:lnTo>
                    <a:pt x="38000" y="42646"/>
                  </a:lnTo>
                  <a:lnTo>
                    <a:pt x="32458" y="43176"/>
                  </a:lnTo>
                  <a:lnTo>
                    <a:pt x="31497" y="44298"/>
                  </a:lnTo>
                  <a:lnTo>
                    <a:pt x="30692" y="44165"/>
                  </a:lnTo>
                  <a:lnTo>
                    <a:pt x="27542" y="43644"/>
                  </a:lnTo>
                  <a:lnTo>
                    <a:pt x="25073" y="43236"/>
                  </a:lnTo>
                  <a:lnTo>
                    <a:pt x="24715" y="43176"/>
                  </a:lnTo>
                  <a:lnTo>
                    <a:pt x="19908" y="44725"/>
                  </a:lnTo>
                  <a:lnTo>
                    <a:pt x="17612" y="48463"/>
                  </a:lnTo>
                  <a:lnTo>
                    <a:pt x="15155" y="49745"/>
                  </a:lnTo>
                  <a:lnTo>
                    <a:pt x="9844" y="53352"/>
                  </a:lnTo>
                  <a:lnTo>
                    <a:pt x="8219" y="53687"/>
                  </a:lnTo>
                  <a:lnTo>
                    <a:pt x="5588" y="50533"/>
                  </a:lnTo>
                  <a:lnTo>
                    <a:pt x="5451" y="49062"/>
                  </a:lnTo>
                  <a:lnTo>
                    <a:pt x="6344" y="47929"/>
                  </a:lnTo>
                  <a:lnTo>
                    <a:pt x="4859" y="42712"/>
                  </a:lnTo>
                  <a:lnTo>
                    <a:pt x="0" y="38481"/>
                  </a:lnTo>
                  <a:lnTo>
                    <a:pt x="2869" y="34561"/>
                  </a:lnTo>
                  <a:lnTo>
                    <a:pt x="5678" y="33122"/>
                  </a:lnTo>
                  <a:lnTo>
                    <a:pt x="6890" y="31739"/>
                  </a:lnTo>
                  <a:lnTo>
                    <a:pt x="17886" y="36182"/>
                  </a:lnTo>
                  <a:lnTo>
                    <a:pt x="18402" y="34074"/>
                  </a:lnTo>
                  <a:lnTo>
                    <a:pt x="19086" y="31115"/>
                  </a:lnTo>
                  <a:lnTo>
                    <a:pt x="19842" y="28792"/>
                  </a:lnTo>
                  <a:lnTo>
                    <a:pt x="25574" y="29930"/>
                  </a:lnTo>
                  <a:lnTo>
                    <a:pt x="26171" y="27351"/>
                  </a:lnTo>
                  <a:lnTo>
                    <a:pt x="24999" y="26952"/>
                  </a:lnTo>
                  <a:lnTo>
                    <a:pt x="25640" y="24091"/>
                  </a:lnTo>
                  <a:lnTo>
                    <a:pt x="25070" y="20571"/>
                  </a:lnTo>
                  <a:lnTo>
                    <a:pt x="24000" y="20089"/>
                  </a:lnTo>
                  <a:lnTo>
                    <a:pt x="23157" y="20618"/>
                  </a:lnTo>
                  <a:lnTo>
                    <a:pt x="20680" y="22173"/>
                  </a:lnTo>
                  <a:lnTo>
                    <a:pt x="17977" y="20780"/>
                  </a:lnTo>
                  <a:lnTo>
                    <a:pt x="16921" y="20236"/>
                  </a:lnTo>
                  <a:lnTo>
                    <a:pt x="16514" y="20026"/>
                  </a:lnTo>
                  <a:lnTo>
                    <a:pt x="15810" y="15444"/>
                  </a:lnTo>
                  <a:lnTo>
                    <a:pt x="14304" y="12560"/>
                  </a:lnTo>
                  <a:lnTo>
                    <a:pt x="13470" y="10734"/>
                  </a:lnTo>
                  <a:lnTo>
                    <a:pt x="13676" y="10456"/>
                  </a:lnTo>
                  <a:lnTo>
                    <a:pt x="14111" y="9868"/>
                  </a:lnTo>
                  <a:lnTo>
                    <a:pt x="10561" y="8120"/>
                  </a:lnTo>
                  <a:lnTo>
                    <a:pt x="7799" y="6760"/>
                  </a:lnTo>
                  <a:lnTo>
                    <a:pt x="8896" y="3395"/>
                  </a:lnTo>
                  <a:lnTo>
                    <a:pt x="16056" y="5173"/>
                  </a:lnTo>
                  <a:lnTo>
                    <a:pt x="18060" y="2742"/>
                  </a:lnTo>
                  <a:lnTo>
                    <a:pt x="21029" y="2460"/>
                  </a:lnTo>
                  <a:lnTo>
                    <a:pt x="21641" y="0"/>
                  </a:lnTo>
                  <a:lnTo>
                    <a:pt x="24593" y="152"/>
                  </a:lnTo>
                  <a:lnTo>
                    <a:pt x="26608" y="256"/>
                  </a:lnTo>
                  <a:lnTo>
                    <a:pt x="26159" y="265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2765841" y="2437020"/>
              <a:ext cx="106458" cy="95234"/>
            </a:xfrm>
            <a:custGeom>
              <a:avLst/>
              <a:pathLst>
                <a:path w="106458" h="95234">
                  <a:moveTo>
                    <a:pt x="103143" y="65524"/>
                  </a:moveTo>
                  <a:lnTo>
                    <a:pt x="101573" y="67046"/>
                  </a:lnTo>
                  <a:lnTo>
                    <a:pt x="97375" y="64515"/>
                  </a:lnTo>
                  <a:lnTo>
                    <a:pt x="99854" y="60742"/>
                  </a:lnTo>
                  <a:lnTo>
                    <a:pt x="93996" y="56784"/>
                  </a:lnTo>
                  <a:lnTo>
                    <a:pt x="93387" y="57553"/>
                  </a:lnTo>
                  <a:lnTo>
                    <a:pt x="93044" y="57292"/>
                  </a:lnTo>
                  <a:lnTo>
                    <a:pt x="85831" y="52600"/>
                  </a:lnTo>
                  <a:lnTo>
                    <a:pt x="85505" y="53179"/>
                  </a:lnTo>
                  <a:lnTo>
                    <a:pt x="83512" y="55813"/>
                  </a:lnTo>
                  <a:lnTo>
                    <a:pt x="81149" y="57446"/>
                  </a:lnTo>
                  <a:lnTo>
                    <a:pt x="80855" y="57649"/>
                  </a:lnTo>
                  <a:lnTo>
                    <a:pt x="80099" y="57056"/>
                  </a:lnTo>
                  <a:lnTo>
                    <a:pt x="76982" y="55035"/>
                  </a:lnTo>
                  <a:lnTo>
                    <a:pt x="76310" y="55700"/>
                  </a:lnTo>
                  <a:lnTo>
                    <a:pt x="75811" y="56164"/>
                  </a:lnTo>
                  <a:lnTo>
                    <a:pt x="76108" y="58154"/>
                  </a:lnTo>
                  <a:lnTo>
                    <a:pt x="76251" y="59037"/>
                  </a:lnTo>
                  <a:lnTo>
                    <a:pt x="80362" y="62896"/>
                  </a:lnTo>
                  <a:lnTo>
                    <a:pt x="79601" y="63890"/>
                  </a:lnTo>
                  <a:lnTo>
                    <a:pt x="79783" y="64425"/>
                  </a:lnTo>
                  <a:lnTo>
                    <a:pt x="82723" y="73090"/>
                  </a:lnTo>
                  <a:lnTo>
                    <a:pt x="81838" y="74631"/>
                  </a:lnTo>
                  <a:lnTo>
                    <a:pt x="80103" y="76433"/>
                  </a:lnTo>
                  <a:lnTo>
                    <a:pt x="77967" y="77902"/>
                  </a:lnTo>
                  <a:lnTo>
                    <a:pt x="75383" y="79186"/>
                  </a:lnTo>
                  <a:lnTo>
                    <a:pt x="67299" y="84100"/>
                  </a:lnTo>
                  <a:lnTo>
                    <a:pt x="64981" y="85463"/>
                  </a:lnTo>
                  <a:lnTo>
                    <a:pt x="63630" y="86256"/>
                  </a:lnTo>
                  <a:lnTo>
                    <a:pt x="58807" y="89126"/>
                  </a:lnTo>
                  <a:lnTo>
                    <a:pt x="58631" y="89266"/>
                  </a:lnTo>
                  <a:lnTo>
                    <a:pt x="57800" y="89927"/>
                  </a:lnTo>
                  <a:lnTo>
                    <a:pt x="57582" y="90101"/>
                  </a:lnTo>
                  <a:lnTo>
                    <a:pt x="57338" y="90294"/>
                  </a:lnTo>
                  <a:lnTo>
                    <a:pt x="56995" y="90531"/>
                  </a:lnTo>
                  <a:lnTo>
                    <a:pt x="55296" y="91461"/>
                  </a:lnTo>
                  <a:lnTo>
                    <a:pt x="54103" y="92113"/>
                  </a:lnTo>
                  <a:lnTo>
                    <a:pt x="51958" y="93286"/>
                  </a:lnTo>
                  <a:lnTo>
                    <a:pt x="49296" y="94742"/>
                  </a:lnTo>
                  <a:lnTo>
                    <a:pt x="48397" y="95234"/>
                  </a:lnTo>
                  <a:lnTo>
                    <a:pt x="47525" y="93766"/>
                  </a:lnTo>
                  <a:lnTo>
                    <a:pt x="46313" y="93789"/>
                  </a:lnTo>
                  <a:lnTo>
                    <a:pt x="45501" y="93804"/>
                  </a:lnTo>
                  <a:lnTo>
                    <a:pt x="45268" y="93804"/>
                  </a:lnTo>
                  <a:lnTo>
                    <a:pt x="45015" y="93803"/>
                  </a:lnTo>
                  <a:lnTo>
                    <a:pt x="43986" y="93738"/>
                  </a:lnTo>
                  <a:lnTo>
                    <a:pt x="42671" y="93654"/>
                  </a:lnTo>
                  <a:lnTo>
                    <a:pt x="39647" y="93461"/>
                  </a:lnTo>
                  <a:lnTo>
                    <a:pt x="35852" y="93218"/>
                  </a:lnTo>
                  <a:lnTo>
                    <a:pt x="31957" y="93000"/>
                  </a:lnTo>
                  <a:lnTo>
                    <a:pt x="28122" y="92784"/>
                  </a:lnTo>
                  <a:lnTo>
                    <a:pt x="27936" y="92775"/>
                  </a:lnTo>
                  <a:lnTo>
                    <a:pt x="26558" y="92709"/>
                  </a:lnTo>
                  <a:lnTo>
                    <a:pt x="26173" y="92690"/>
                  </a:lnTo>
                  <a:lnTo>
                    <a:pt x="25590" y="92662"/>
                  </a:lnTo>
                  <a:lnTo>
                    <a:pt x="25358" y="92651"/>
                  </a:lnTo>
                  <a:lnTo>
                    <a:pt x="24792" y="92624"/>
                  </a:lnTo>
                  <a:lnTo>
                    <a:pt x="24159" y="92593"/>
                  </a:lnTo>
                  <a:lnTo>
                    <a:pt x="23337" y="92554"/>
                  </a:lnTo>
                  <a:lnTo>
                    <a:pt x="22402" y="92509"/>
                  </a:lnTo>
                  <a:lnTo>
                    <a:pt x="22245" y="92501"/>
                  </a:lnTo>
                  <a:lnTo>
                    <a:pt x="22047" y="92491"/>
                  </a:lnTo>
                  <a:lnTo>
                    <a:pt x="20279" y="92406"/>
                  </a:lnTo>
                  <a:lnTo>
                    <a:pt x="20072" y="92396"/>
                  </a:lnTo>
                  <a:lnTo>
                    <a:pt x="19626" y="92375"/>
                  </a:lnTo>
                  <a:lnTo>
                    <a:pt x="19647" y="92068"/>
                  </a:lnTo>
                  <a:lnTo>
                    <a:pt x="19667" y="91778"/>
                  </a:lnTo>
                  <a:lnTo>
                    <a:pt x="19738" y="90950"/>
                  </a:lnTo>
                  <a:lnTo>
                    <a:pt x="19778" y="90480"/>
                  </a:lnTo>
                  <a:lnTo>
                    <a:pt x="19848" y="89675"/>
                  </a:lnTo>
                  <a:lnTo>
                    <a:pt x="19926" y="88761"/>
                  </a:lnTo>
                  <a:lnTo>
                    <a:pt x="19961" y="88349"/>
                  </a:lnTo>
                  <a:lnTo>
                    <a:pt x="19492" y="88312"/>
                  </a:lnTo>
                  <a:lnTo>
                    <a:pt x="19191" y="88288"/>
                  </a:lnTo>
                  <a:lnTo>
                    <a:pt x="18727" y="88251"/>
                  </a:lnTo>
                  <a:lnTo>
                    <a:pt x="16435" y="88071"/>
                  </a:lnTo>
                  <a:lnTo>
                    <a:pt x="14719" y="87936"/>
                  </a:lnTo>
                  <a:lnTo>
                    <a:pt x="14399" y="87911"/>
                  </a:lnTo>
                  <a:lnTo>
                    <a:pt x="6865" y="87318"/>
                  </a:lnTo>
                  <a:lnTo>
                    <a:pt x="6875" y="87167"/>
                  </a:lnTo>
                  <a:lnTo>
                    <a:pt x="6777" y="86909"/>
                  </a:lnTo>
                  <a:lnTo>
                    <a:pt x="6789" y="86728"/>
                  </a:lnTo>
                  <a:lnTo>
                    <a:pt x="7004" y="83347"/>
                  </a:lnTo>
                  <a:lnTo>
                    <a:pt x="7090" y="82012"/>
                  </a:lnTo>
                  <a:lnTo>
                    <a:pt x="6956" y="81383"/>
                  </a:lnTo>
                  <a:lnTo>
                    <a:pt x="6782" y="81034"/>
                  </a:lnTo>
                  <a:lnTo>
                    <a:pt x="6577" y="80624"/>
                  </a:lnTo>
                  <a:lnTo>
                    <a:pt x="6107" y="80047"/>
                  </a:lnTo>
                  <a:lnTo>
                    <a:pt x="5767" y="79671"/>
                  </a:lnTo>
                  <a:lnTo>
                    <a:pt x="1966" y="75462"/>
                  </a:lnTo>
                  <a:lnTo>
                    <a:pt x="1518" y="75062"/>
                  </a:lnTo>
                  <a:lnTo>
                    <a:pt x="1206" y="74784"/>
                  </a:lnTo>
                  <a:lnTo>
                    <a:pt x="366" y="74034"/>
                  </a:lnTo>
                  <a:lnTo>
                    <a:pt x="0" y="73707"/>
                  </a:lnTo>
                  <a:lnTo>
                    <a:pt x="1296" y="71574"/>
                  </a:lnTo>
                  <a:lnTo>
                    <a:pt x="1417" y="71375"/>
                  </a:lnTo>
                  <a:lnTo>
                    <a:pt x="2215" y="69957"/>
                  </a:lnTo>
                  <a:lnTo>
                    <a:pt x="2529" y="69398"/>
                  </a:lnTo>
                  <a:lnTo>
                    <a:pt x="2929" y="68689"/>
                  </a:lnTo>
                  <a:lnTo>
                    <a:pt x="3542" y="67600"/>
                  </a:lnTo>
                  <a:lnTo>
                    <a:pt x="3737" y="67302"/>
                  </a:lnTo>
                  <a:lnTo>
                    <a:pt x="5914" y="63982"/>
                  </a:lnTo>
                  <a:lnTo>
                    <a:pt x="6125" y="63660"/>
                  </a:lnTo>
                  <a:lnTo>
                    <a:pt x="6787" y="62651"/>
                  </a:lnTo>
                  <a:lnTo>
                    <a:pt x="7429" y="61671"/>
                  </a:lnTo>
                  <a:lnTo>
                    <a:pt x="8445" y="60123"/>
                  </a:lnTo>
                  <a:lnTo>
                    <a:pt x="8591" y="59900"/>
                  </a:lnTo>
                  <a:lnTo>
                    <a:pt x="10203" y="57442"/>
                  </a:lnTo>
                  <a:lnTo>
                    <a:pt x="10575" y="56875"/>
                  </a:lnTo>
                  <a:lnTo>
                    <a:pt x="10792" y="56544"/>
                  </a:lnTo>
                  <a:lnTo>
                    <a:pt x="10639" y="56527"/>
                  </a:lnTo>
                  <a:lnTo>
                    <a:pt x="8492" y="56389"/>
                  </a:lnTo>
                  <a:lnTo>
                    <a:pt x="6797" y="55269"/>
                  </a:lnTo>
                  <a:lnTo>
                    <a:pt x="5651" y="54340"/>
                  </a:lnTo>
                  <a:lnTo>
                    <a:pt x="5177" y="53482"/>
                  </a:lnTo>
                  <a:lnTo>
                    <a:pt x="5010" y="53179"/>
                  </a:lnTo>
                  <a:lnTo>
                    <a:pt x="4955" y="52841"/>
                  </a:lnTo>
                  <a:lnTo>
                    <a:pt x="4603" y="49495"/>
                  </a:lnTo>
                  <a:lnTo>
                    <a:pt x="4522" y="48716"/>
                  </a:lnTo>
                  <a:lnTo>
                    <a:pt x="4417" y="47663"/>
                  </a:lnTo>
                  <a:lnTo>
                    <a:pt x="5471" y="45940"/>
                  </a:lnTo>
                  <a:lnTo>
                    <a:pt x="5704" y="45558"/>
                  </a:lnTo>
                  <a:lnTo>
                    <a:pt x="6180" y="44861"/>
                  </a:lnTo>
                  <a:lnTo>
                    <a:pt x="7768" y="44919"/>
                  </a:lnTo>
                  <a:lnTo>
                    <a:pt x="8694" y="44846"/>
                  </a:lnTo>
                  <a:lnTo>
                    <a:pt x="8705" y="44717"/>
                  </a:lnTo>
                  <a:lnTo>
                    <a:pt x="8787" y="43720"/>
                  </a:lnTo>
                  <a:lnTo>
                    <a:pt x="8807" y="43468"/>
                  </a:lnTo>
                  <a:lnTo>
                    <a:pt x="9240" y="39523"/>
                  </a:lnTo>
                  <a:lnTo>
                    <a:pt x="10066" y="39559"/>
                  </a:lnTo>
                  <a:lnTo>
                    <a:pt x="11186" y="39608"/>
                  </a:lnTo>
                  <a:lnTo>
                    <a:pt x="11041" y="42670"/>
                  </a:lnTo>
                  <a:lnTo>
                    <a:pt x="11385" y="42894"/>
                  </a:lnTo>
                  <a:lnTo>
                    <a:pt x="12440" y="43412"/>
                  </a:lnTo>
                  <a:lnTo>
                    <a:pt x="13160" y="42749"/>
                  </a:lnTo>
                  <a:lnTo>
                    <a:pt x="13706" y="42246"/>
                  </a:lnTo>
                  <a:lnTo>
                    <a:pt x="16677" y="39508"/>
                  </a:lnTo>
                  <a:lnTo>
                    <a:pt x="17756" y="38534"/>
                  </a:lnTo>
                  <a:lnTo>
                    <a:pt x="18028" y="38301"/>
                  </a:lnTo>
                  <a:lnTo>
                    <a:pt x="18393" y="37988"/>
                  </a:lnTo>
                  <a:lnTo>
                    <a:pt x="18327" y="35760"/>
                  </a:lnTo>
                  <a:lnTo>
                    <a:pt x="18556" y="35571"/>
                  </a:lnTo>
                  <a:lnTo>
                    <a:pt x="20198" y="34215"/>
                  </a:lnTo>
                  <a:lnTo>
                    <a:pt x="20444" y="34013"/>
                  </a:lnTo>
                  <a:lnTo>
                    <a:pt x="23110" y="31893"/>
                  </a:lnTo>
                  <a:lnTo>
                    <a:pt x="25237" y="30201"/>
                  </a:lnTo>
                  <a:lnTo>
                    <a:pt x="25505" y="30539"/>
                  </a:lnTo>
                  <a:lnTo>
                    <a:pt x="27723" y="33348"/>
                  </a:lnTo>
                  <a:lnTo>
                    <a:pt x="30249" y="31530"/>
                  </a:lnTo>
                  <a:lnTo>
                    <a:pt x="30782" y="31257"/>
                  </a:lnTo>
                  <a:lnTo>
                    <a:pt x="31802" y="30724"/>
                  </a:lnTo>
                  <a:lnTo>
                    <a:pt x="33560" y="29806"/>
                  </a:lnTo>
                  <a:lnTo>
                    <a:pt x="34205" y="29421"/>
                  </a:lnTo>
                  <a:lnTo>
                    <a:pt x="35317" y="28047"/>
                  </a:lnTo>
                  <a:lnTo>
                    <a:pt x="37177" y="28169"/>
                  </a:lnTo>
                  <a:lnTo>
                    <a:pt x="39014" y="28566"/>
                  </a:lnTo>
                  <a:lnTo>
                    <a:pt x="42114" y="29235"/>
                  </a:lnTo>
                  <a:lnTo>
                    <a:pt x="42795" y="27822"/>
                  </a:lnTo>
                  <a:lnTo>
                    <a:pt x="43688" y="25967"/>
                  </a:lnTo>
                  <a:lnTo>
                    <a:pt x="43799" y="25738"/>
                  </a:lnTo>
                  <a:lnTo>
                    <a:pt x="44341" y="24612"/>
                  </a:lnTo>
                  <a:lnTo>
                    <a:pt x="44452" y="24401"/>
                  </a:lnTo>
                  <a:lnTo>
                    <a:pt x="44566" y="24183"/>
                  </a:lnTo>
                  <a:lnTo>
                    <a:pt x="45344" y="22700"/>
                  </a:lnTo>
                  <a:lnTo>
                    <a:pt x="45853" y="22231"/>
                  </a:lnTo>
                  <a:lnTo>
                    <a:pt x="46156" y="21952"/>
                  </a:lnTo>
                  <a:lnTo>
                    <a:pt x="47074" y="21418"/>
                  </a:lnTo>
                  <a:lnTo>
                    <a:pt x="49253" y="20585"/>
                  </a:lnTo>
                  <a:lnTo>
                    <a:pt x="50216" y="20371"/>
                  </a:lnTo>
                  <a:lnTo>
                    <a:pt x="50791" y="20243"/>
                  </a:lnTo>
                  <a:lnTo>
                    <a:pt x="52009" y="20243"/>
                  </a:lnTo>
                  <a:lnTo>
                    <a:pt x="52706" y="20343"/>
                  </a:lnTo>
                  <a:lnTo>
                    <a:pt x="53008" y="17887"/>
                  </a:lnTo>
                  <a:lnTo>
                    <a:pt x="53384" y="14896"/>
                  </a:lnTo>
                  <a:lnTo>
                    <a:pt x="51182" y="12768"/>
                  </a:lnTo>
                  <a:lnTo>
                    <a:pt x="56699" y="8905"/>
                  </a:lnTo>
                  <a:lnTo>
                    <a:pt x="58942" y="6768"/>
                  </a:lnTo>
                  <a:lnTo>
                    <a:pt x="64175" y="4312"/>
                  </a:lnTo>
                  <a:lnTo>
                    <a:pt x="67593" y="2282"/>
                  </a:lnTo>
                  <a:lnTo>
                    <a:pt x="71652" y="894"/>
                  </a:lnTo>
                  <a:lnTo>
                    <a:pt x="75430" y="0"/>
                  </a:lnTo>
                  <a:lnTo>
                    <a:pt x="76965" y="333"/>
                  </a:lnTo>
                  <a:lnTo>
                    <a:pt x="78234" y="2603"/>
                  </a:lnTo>
                  <a:lnTo>
                    <a:pt x="78834" y="4606"/>
                  </a:lnTo>
                  <a:lnTo>
                    <a:pt x="79435" y="7209"/>
                  </a:lnTo>
                  <a:lnTo>
                    <a:pt x="80637" y="11081"/>
                  </a:lnTo>
                  <a:lnTo>
                    <a:pt x="80904" y="13284"/>
                  </a:lnTo>
                  <a:lnTo>
                    <a:pt x="81371" y="15286"/>
                  </a:lnTo>
                  <a:lnTo>
                    <a:pt x="82773" y="17890"/>
                  </a:lnTo>
                  <a:lnTo>
                    <a:pt x="83374" y="18357"/>
                  </a:lnTo>
                  <a:lnTo>
                    <a:pt x="85043" y="20960"/>
                  </a:lnTo>
                  <a:lnTo>
                    <a:pt x="85176" y="22429"/>
                  </a:lnTo>
                  <a:lnTo>
                    <a:pt x="84175" y="22896"/>
                  </a:lnTo>
                  <a:lnTo>
                    <a:pt x="83774" y="23697"/>
                  </a:lnTo>
                  <a:lnTo>
                    <a:pt x="83908" y="24966"/>
                  </a:lnTo>
                  <a:lnTo>
                    <a:pt x="84041" y="25366"/>
                  </a:lnTo>
                  <a:lnTo>
                    <a:pt x="84193" y="27913"/>
                  </a:lnTo>
                  <a:lnTo>
                    <a:pt x="85330" y="33450"/>
                  </a:lnTo>
                  <a:lnTo>
                    <a:pt x="97893" y="33485"/>
                  </a:lnTo>
                  <a:lnTo>
                    <a:pt x="98331" y="38347"/>
                  </a:lnTo>
                  <a:lnTo>
                    <a:pt x="98374" y="42107"/>
                  </a:lnTo>
                  <a:lnTo>
                    <a:pt x="94385" y="47760"/>
                  </a:lnTo>
                  <a:lnTo>
                    <a:pt x="90645" y="48062"/>
                  </a:lnTo>
                  <a:lnTo>
                    <a:pt x="93726" y="53552"/>
                  </a:lnTo>
                  <a:lnTo>
                    <a:pt x="96957" y="53016"/>
                  </a:lnTo>
                  <a:lnTo>
                    <a:pt x="98866" y="54965"/>
                  </a:lnTo>
                  <a:lnTo>
                    <a:pt x="101518" y="54760"/>
                  </a:lnTo>
                  <a:lnTo>
                    <a:pt x="106458" y="55962"/>
                  </a:lnTo>
                  <a:lnTo>
                    <a:pt x="104722" y="637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2751471" y="2507294"/>
              <a:ext cx="103352" cy="72745"/>
            </a:xfrm>
            <a:custGeom>
              <a:avLst/>
              <a:pathLst>
                <a:path w="103352" h="72745">
                  <a:moveTo>
                    <a:pt x="16336" y="5188"/>
                  </a:moveTo>
                  <a:lnTo>
                    <a:pt x="20138" y="9397"/>
                  </a:lnTo>
                  <a:lnTo>
                    <a:pt x="20477" y="9773"/>
                  </a:lnTo>
                  <a:lnTo>
                    <a:pt x="20947" y="10349"/>
                  </a:lnTo>
                  <a:lnTo>
                    <a:pt x="21153" y="10760"/>
                  </a:lnTo>
                  <a:lnTo>
                    <a:pt x="21353" y="11161"/>
                  </a:lnTo>
                  <a:lnTo>
                    <a:pt x="21460" y="11738"/>
                  </a:lnTo>
                  <a:lnTo>
                    <a:pt x="21375" y="13073"/>
                  </a:lnTo>
                  <a:lnTo>
                    <a:pt x="21159" y="16454"/>
                  </a:lnTo>
                  <a:lnTo>
                    <a:pt x="21191" y="16750"/>
                  </a:lnTo>
                  <a:lnTo>
                    <a:pt x="21245" y="16893"/>
                  </a:lnTo>
                  <a:lnTo>
                    <a:pt x="21236" y="17044"/>
                  </a:lnTo>
                  <a:lnTo>
                    <a:pt x="28769" y="17637"/>
                  </a:lnTo>
                  <a:lnTo>
                    <a:pt x="29090" y="17662"/>
                  </a:lnTo>
                  <a:lnTo>
                    <a:pt x="30806" y="17797"/>
                  </a:lnTo>
                  <a:lnTo>
                    <a:pt x="33098" y="17977"/>
                  </a:lnTo>
                  <a:lnTo>
                    <a:pt x="33582" y="18015"/>
                  </a:lnTo>
                  <a:lnTo>
                    <a:pt x="33863" y="18038"/>
                  </a:lnTo>
                  <a:lnTo>
                    <a:pt x="34332" y="18076"/>
                  </a:lnTo>
                  <a:lnTo>
                    <a:pt x="34283" y="18650"/>
                  </a:lnTo>
                  <a:lnTo>
                    <a:pt x="34218" y="19401"/>
                  </a:lnTo>
                  <a:lnTo>
                    <a:pt x="34149" y="20206"/>
                  </a:lnTo>
                  <a:lnTo>
                    <a:pt x="34109" y="20676"/>
                  </a:lnTo>
                  <a:lnTo>
                    <a:pt x="34037" y="21512"/>
                  </a:lnTo>
                  <a:lnTo>
                    <a:pt x="34017" y="21794"/>
                  </a:lnTo>
                  <a:lnTo>
                    <a:pt x="33996" y="22101"/>
                  </a:lnTo>
                  <a:lnTo>
                    <a:pt x="34442" y="22122"/>
                  </a:lnTo>
                  <a:lnTo>
                    <a:pt x="34650" y="22132"/>
                  </a:lnTo>
                  <a:lnTo>
                    <a:pt x="36417" y="22217"/>
                  </a:lnTo>
                  <a:lnTo>
                    <a:pt x="36615" y="22227"/>
                  </a:lnTo>
                  <a:lnTo>
                    <a:pt x="36772" y="22234"/>
                  </a:lnTo>
                  <a:lnTo>
                    <a:pt x="37707" y="22280"/>
                  </a:lnTo>
                  <a:lnTo>
                    <a:pt x="38577" y="22321"/>
                  </a:lnTo>
                  <a:lnTo>
                    <a:pt x="39163" y="22350"/>
                  </a:lnTo>
                  <a:lnTo>
                    <a:pt x="39728" y="22377"/>
                  </a:lnTo>
                  <a:lnTo>
                    <a:pt x="39961" y="22388"/>
                  </a:lnTo>
                  <a:lnTo>
                    <a:pt x="40544" y="22416"/>
                  </a:lnTo>
                  <a:lnTo>
                    <a:pt x="40929" y="22435"/>
                  </a:lnTo>
                  <a:lnTo>
                    <a:pt x="42307" y="22501"/>
                  </a:lnTo>
                  <a:lnTo>
                    <a:pt x="42494" y="22510"/>
                  </a:lnTo>
                  <a:lnTo>
                    <a:pt x="46328" y="22725"/>
                  </a:lnTo>
                  <a:lnTo>
                    <a:pt x="50249" y="22946"/>
                  </a:lnTo>
                  <a:lnTo>
                    <a:pt x="54017" y="23187"/>
                  </a:lnTo>
                  <a:lnTo>
                    <a:pt x="57042" y="23380"/>
                  </a:lnTo>
                  <a:lnTo>
                    <a:pt x="58356" y="23463"/>
                  </a:lnTo>
                  <a:lnTo>
                    <a:pt x="59385" y="23529"/>
                  </a:lnTo>
                  <a:lnTo>
                    <a:pt x="59657" y="23530"/>
                  </a:lnTo>
                  <a:lnTo>
                    <a:pt x="59872" y="23530"/>
                  </a:lnTo>
                  <a:lnTo>
                    <a:pt x="60684" y="23515"/>
                  </a:lnTo>
                  <a:lnTo>
                    <a:pt x="61896" y="23492"/>
                  </a:lnTo>
                  <a:lnTo>
                    <a:pt x="62799" y="24942"/>
                  </a:lnTo>
                  <a:lnTo>
                    <a:pt x="63666" y="24468"/>
                  </a:lnTo>
                  <a:lnTo>
                    <a:pt x="66422" y="22961"/>
                  </a:lnTo>
                  <a:lnTo>
                    <a:pt x="68474" y="21839"/>
                  </a:lnTo>
                  <a:lnTo>
                    <a:pt x="69666" y="21186"/>
                  </a:lnTo>
                  <a:lnTo>
                    <a:pt x="71476" y="20187"/>
                  </a:lnTo>
                  <a:lnTo>
                    <a:pt x="71812" y="19938"/>
                  </a:lnTo>
                  <a:lnTo>
                    <a:pt x="71953" y="19826"/>
                  </a:lnTo>
                  <a:lnTo>
                    <a:pt x="72170" y="19653"/>
                  </a:lnTo>
                  <a:lnTo>
                    <a:pt x="73001" y="18992"/>
                  </a:lnTo>
                  <a:lnTo>
                    <a:pt x="73177" y="18852"/>
                  </a:lnTo>
                  <a:lnTo>
                    <a:pt x="78000" y="15982"/>
                  </a:lnTo>
                  <a:lnTo>
                    <a:pt x="79351" y="15188"/>
                  </a:lnTo>
                  <a:lnTo>
                    <a:pt x="81669" y="13826"/>
                  </a:lnTo>
                  <a:lnTo>
                    <a:pt x="89754" y="8912"/>
                  </a:lnTo>
                  <a:lnTo>
                    <a:pt x="92337" y="7628"/>
                  </a:lnTo>
                  <a:lnTo>
                    <a:pt x="94473" y="6159"/>
                  </a:lnTo>
                  <a:lnTo>
                    <a:pt x="96209" y="4357"/>
                  </a:lnTo>
                  <a:lnTo>
                    <a:pt x="97094" y="2816"/>
                  </a:lnTo>
                  <a:lnTo>
                    <a:pt x="96876" y="4624"/>
                  </a:lnTo>
                  <a:lnTo>
                    <a:pt x="97544" y="9096"/>
                  </a:lnTo>
                  <a:lnTo>
                    <a:pt x="98479" y="12501"/>
                  </a:lnTo>
                  <a:lnTo>
                    <a:pt x="98746" y="14437"/>
                  </a:lnTo>
                  <a:lnTo>
                    <a:pt x="99346" y="16973"/>
                  </a:lnTo>
                  <a:lnTo>
                    <a:pt x="99563" y="18843"/>
                  </a:lnTo>
                  <a:lnTo>
                    <a:pt x="99593" y="19019"/>
                  </a:lnTo>
                  <a:lnTo>
                    <a:pt x="99788" y="20189"/>
                  </a:lnTo>
                  <a:lnTo>
                    <a:pt x="99924" y="21008"/>
                  </a:lnTo>
                  <a:lnTo>
                    <a:pt x="100284" y="23632"/>
                  </a:lnTo>
                  <a:lnTo>
                    <a:pt x="100406" y="24521"/>
                  </a:lnTo>
                  <a:lnTo>
                    <a:pt x="100437" y="24810"/>
                  </a:lnTo>
                  <a:lnTo>
                    <a:pt x="100949" y="26653"/>
                  </a:lnTo>
                  <a:lnTo>
                    <a:pt x="102350" y="28589"/>
                  </a:lnTo>
                  <a:lnTo>
                    <a:pt x="103352" y="31125"/>
                  </a:lnTo>
                  <a:lnTo>
                    <a:pt x="102951" y="32327"/>
                  </a:lnTo>
                  <a:lnTo>
                    <a:pt x="101549" y="34396"/>
                  </a:lnTo>
                  <a:lnTo>
                    <a:pt x="100012" y="37077"/>
                  </a:lnTo>
                  <a:lnTo>
                    <a:pt x="98054" y="38314"/>
                  </a:lnTo>
                  <a:lnTo>
                    <a:pt x="97590" y="38608"/>
                  </a:lnTo>
                  <a:lnTo>
                    <a:pt x="95853" y="39907"/>
                  </a:lnTo>
                  <a:lnTo>
                    <a:pt x="92749" y="41075"/>
                  </a:lnTo>
                  <a:lnTo>
                    <a:pt x="90765" y="41821"/>
                  </a:lnTo>
                  <a:lnTo>
                    <a:pt x="86097" y="44961"/>
                  </a:lnTo>
                  <a:lnTo>
                    <a:pt x="84156" y="50673"/>
                  </a:lnTo>
                  <a:lnTo>
                    <a:pt x="83876" y="51498"/>
                  </a:lnTo>
                  <a:lnTo>
                    <a:pt x="82885" y="56124"/>
                  </a:lnTo>
                  <a:lnTo>
                    <a:pt x="82690" y="57139"/>
                  </a:lnTo>
                  <a:lnTo>
                    <a:pt x="82662" y="57287"/>
                  </a:lnTo>
                  <a:lnTo>
                    <a:pt x="82572" y="57754"/>
                  </a:lnTo>
                  <a:lnTo>
                    <a:pt x="82825" y="57849"/>
                  </a:lnTo>
                  <a:lnTo>
                    <a:pt x="82365" y="58791"/>
                  </a:lnTo>
                  <a:lnTo>
                    <a:pt x="79985" y="63579"/>
                  </a:lnTo>
                  <a:lnTo>
                    <a:pt x="79646" y="64275"/>
                  </a:lnTo>
                  <a:lnTo>
                    <a:pt x="78321" y="67170"/>
                  </a:lnTo>
                  <a:lnTo>
                    <a:pt x="77059" y="69925"/>
                  </a:lnTo>
                  <a:lnTo>
                    <a:pt x="75540" y="69232"/>
                  </a:lnTo>
                  <a:lnTo>
                    <a:pt x="75410" y="69475"/>
                  </a:lnTo>
                  <a:lnTo>
                    <a:pt x="75081" y="70092"/>
                  </a:lnTo>
                  <a:lnTo>
                    <a:pt x="73607" y="72745"/>
                  </a:lnTo>
                  <a:lnTo>
                    <a:pt x="69829" y="68476"/>
                  </a:lnTo>
                  <a:lnTo>
                    <a:pt x="67998" y="66408"/>
                  </a:lnTo>
                  <a:lnTo>
                    <a:pt x="67871" y="66264"/>
                  </a:lnTo>
                  <a:lnTo>
                    <a:pt x="64620" y="62590"/>
                  </a:lnTo>
                  <a:lnTo>
                    <a:pt x="63109" y="60882"/>
                  </a:lnTo>
                  <a:lnTo>
                    <a:pt x="62318" y="60281"/>
                  </a:lnTo>
                  <a:lnTo>
                    <a:pt x="61926" y="59984"/>
                  </a:lnTo>
                  <a:lnTo>
                    <a:pt x="60528" y="59670"/>
                  </a:lnTo>
                  <a:lnTo>
                    <a:pt x="59382" y="59412"/>
                  </a:lnTo>
                  <a:lnTo>
                    <a:pt x="56479" y="58760"/>
                  </a:lnTo>
                  <a:lnTo>
                    <a:pt x="55458" y="58520"/>
                  </a:lnTo>
                  <a:lnTo>
                    <a:pt x="55513" y="57073"/>
                  </a:lnTo>
                  <a:lnTo>
                    <a:pt x="55128" y="57051"/>
                  </a:lnTo>
                  <a:lnTo>
                    <a:pt x="54919" y="57039"/>
                  </a:lnTo>
                  <a:lnTo>
                    <a:pt x="53629" y="56964"/>
                  </a:lnTo>
                  <a:lnTo>
                    <a:pt x="53248" y="56942"/>
                  </a:lnTo>
                  <a:lnTo>
                    <a:pt x="52917" y="56923"/>
                  </a:lnTo>
                  <a:lnTo>
                    <a:pt x="51623" y="56848"/>
                  </a:lnTo>
                  <a:lnTo>
                    <a:pt x="49394" y="56719"/>
                  </a:lnTo>
                  <a:lnTo>
                    <a:pt x="47956" y="56636"/>
                  </a:lnTo>
                  <a:lnTo>
                    <a:pt x="47573" y="56603"/>
                  </a:lnTo>
                  <a:lnTo>
                    <a:pt x="45008" y="56386"/>
                  </a:lnTo>
                  <a:lnTo>
                    <a:pt x="44789" y="56371"/>
                  </a:lnTo>
                  <a:lnTo>
                    <a:pt x="43904" y="56507"/>
                  </a:lnTo>
                  <a:lnTo>
                    <a:pt x="43700" y="56699"/>
                  </a:lnTo>
                  <a:lnTo>
                    <a:pt x="43470" y="56916"/>
                  </a:lnTo>
                  <a:lnTo>
                    <a:pt x="40306" y="56622"/>
                  </a:lnTo>
                  <a:lnTo>
                    <a:pt x="39665" y="56262"/>
                  </a:lnTo>
                  <a:lnTo>
                    <a:pt x="39532" y="56255"/>
                  </a:lnTo>
                  <a:lnTo>
                    <a:pt x="35708" y="56059"/>
                  </a:lnTo>
                  <a:lnTo>
                    <a:pt x="32108" y="55875"/>
                  </a:lnTo>
                  <a:lnTo>
                    <a:pt x="30546" y="55721"/>
                  </a:lnTo>
                  <a:lnTo>
                    <a:pt x="30713" y="55486"/>
                  </a:lnTo>
                  <a:lnTo>
                    <a:pt x="31174" y="54830"/>
                  </a:lnTo>
                  <a:lnTo>
                    <a:pt x="31323" y="54482"/>
                  </a:lnTo>
                  <a:lnTo>
                    <a:pt x="31407" y="54286"/>
                  </a:lnTo>
                  <a:lnTo>
                    <a:pt x="31474" y="54131"/>
                  </a:lnTo>
                  <a:lnTo>
                    <a:pt x="31753" y="53477"/>
                  </a:lnTo>
                  <a:lnTo>
                    <a:pt x="31841" y="52996"/>
                  </a:lnTo>
                  <a:lnTo>
                    <a:pt x="31876" y="52805"/>
                  </a:lnTo>
                  <a:lnTo>
                    <a:pt x="31915" y="52589"/>
                  </a:lnTo>
                  <a:lnTo>
                    <a:pt x="31953" y="52380"/>
                  </a:lnTo>
                  <a:lnTo>
                    <a:pt x="32242" y="47995"/>
                  </a:lnTo>
                  <a:lnTo>
                    <a:pt x="32255" y="47800"/>
                  </a:lnTo>
                  <a:lnTo>
                    <a:pt x="32280" y="47416"/>
                  </a:lnTo>
                  <a:lnTo>
                    <a:pt x="32316" y="46864"/>
                  </a:lnTo>
                  <a:lnTo>
                    <a:pt x="32340" y="46511"/>
                  </a:lnTo>
                  <a:lnTo>
                    <a:pt x="32358" y="46225"/>
                  </a:lnTo>
                  <a:lnTo>
                    <a:pt x="32435" y="44815"/>
                  </a:lnTo>
                  <a:lnTo>
                    <a:pt x="32502" y="43598"/>
                  </a:lnTo>
                  <a:lnTo>
                    <a:pt x="32511" y="43427"/>
                  </a:lnTo>
                  <a:lnTo>
                    <a:pt x="32533" y="43021"/>
                  </a:lnTo>
                  <a:lnTo>
                    <a:pt x="32596" y="41871"/>
                  </a:lnTo>
                  <a:lnTo>
                    <a:pt x="32677" y="40383"/>
                  </a:lnTo>
                  <a:lnTo>
                    <a:pt x="27963" y="40074"/>
                  </a:lnTo>
                  <a:lnTo>
                    <a:pt x="27990" y="39685"/>
                  </a:lnTo>
                  <a:lnTo>
                    <a:pt x="28029" y="39144"/>
                  </a:lnTo>
                  <a:lnTo>
                    <a:pt x="28091" y="38251"/>
                  </a:lnTo>
                  <a:lnTo>
                    <a:pt x="28123" y="37803"/>
                  </a:lnTo>
                  <a:lnTo>
                    <a:pt x="28137" y="37603"/>
                  </a:lnTo>
                  <a:lnTo>
                    <a:pt x="28170" y="37135"/>
                  </a:lnTo>
                  <a:lnTo>
                    <a:pt x="28186" y="36909"/>
                  </a:lnTo>
                  <a:lnTo>
                    <a:pt x="28205" y="36635"/>
                  </a:lnTo>
                  <a:lnTo>
                    <a:pt x="28302" y="35256"/>
                  </a:lnTo>
                  <a:lnTo>
                    <a:pt x="28314" y="35096"/>
                  </a:lnTo>
                  <a:lnTo>
                    <a:pt x="28350" y="34584"/>
                  </a:lnTo>
                  <a:lnTo>
                    <a:pt x="24098" y="34368"/>
                  </a:lnTo>
                  <a:lnTo>
                    <a:pt x="24219" y="35256"/>
                  </a:lnTo>
                  <a:lnTo>
                    <a:pt x="24256" y="35524"/>
                  </a:lnTo>
                  <a:lnTo>
                    <a:pt x="24299" y="35840"/>
                  </a:lnTo>
                  <a:lnTo>
                    <a:pt x="24322" y="36045"/>
                  </a:lnTo>
                  <a:lnTo>
                    <a:pt x="24716" y="39481"/>
                  </a:lnTo>
                  <a:lnTo>
                    <a:pt x="22748" y="39406"/>
                  </a:lnTo>
                  <a:lnTo>
                    <a:pt x="22718" y="38929"/>
                  </a:lnTo>
                  <a:lnTo>
                    <a:pt x="17802" y="39190"/>
                  </a:lnTo>
                  <a:lnTo>
                    <a:pt x="17654" y="38761"/>
                  </a:lnTo>
                  <a:lnTo>
                    <a:pt x="17564" y="38501"/>
                  </a:lnTo>
                  <a:lnTo>
                    <a:pt x="17474" y="38242"/>
                  </a:lnTo>
                  <a:lnTo>
                    <a:pt x="17400" y="38026"/>
                  </a:lnTo>
                  <a:lnTo>
                    <a:pt x="17194" y="37431"/>
                  </a:lnTo>
                  <a:lnTo>
                    <a:pt x="17142" y="37282"/>
                  </a:lnTo>
                  <a:lnTo>
                    <a:pt x="16906" y="36598"/>
                  </a:lnTo>
                  <a:lnTo>
                    <a:pt x="16722" y="36172"/>
                  </a:lnTo>
                  <a:lnTo>
                    <a:pt x="16509" y="35677"/>
                  </a:lnTo>
                  <a:lnTo>
                    <a:pt x="16134" y="34806"/>
                  </a:lnTo>
                  <a:lnTo>
                    <a:pt x="16009" y="34517"/>
                  </a:lnTo>
                  <a:lnTo>
                    <a:pt x="15656" y="33821"/>
                  </a:lnTo>
                  <a:lnTo>
                    <a:pt x="15482" y="33662"/>
                  </a:lnTo>
                  <a:lnTo>
                    <a:pt x="15217" y="33421"/>
                  </a:lnTo>
                  <a:lnTo>
                    <a:pt x="14972" y="33199"/>
                  </a:lnTo>
                  <a:lnTo>
                    <a:pt x="14755" y="33000"/>
                  </a:lnTo>
                  <a:lnTo>
                    <a:pt x="14455" y="32728"/>
                  </a:lnTo>
                  <a:lnTo>
                    <a:pt x="13583" y="31933"/>
                  </a:lnTo>
                  <a:lnTo>
                    <a:pt x="13636" y="31732"/>
                  </a:lnTo>
                  <a:lnTo>
                    <a:pt x="13857" y="30909"/>
                  </a:lnTo>
                  <a:lnTo>
                    <a:pt x="14094" y="30020"/>
                  </a:lnTo>
                  <a:lnTo>
                    <a:pt x="14086" y="29701"/>
                  </a:lnTo>
                  <a:lnTo>
                    <a:pt x="14056" y="28569"/>
                  </a:lnTo>
                  <a:lnTo>
                    <a:pt x="13259" y="27058"/>
                  </a:lnTo>
                  <a:lnTo>
                    <a:pt x="12931" y="26423"/>
                  </a:lnTo>
                  <a:lnTo>
                    <a:pt x="12038" y="25861"/>
                  </a:lnTo>
                  <a:lnTo>
                    <a:pt x="11037" y="24859"/>
                  </a:lnTo>
                  <a:lnTo>
                    <a:pt x="9727" y="23859"/>
                  </a:lnTo>
                  <a:lnTo>
                    <a:pt x="8779" y="21348"/>
                  </a:lnTo>
                  <a:lnTo>
                    <a:pt x="8726" y="21207"/>
                  </a:lnTo>
                  <a:lnTo>
                    <a:pt x="8592" y="20854"/>
                  </a:lnTo>
                  <a:lnTo>
                    <a:pt x="7358" y="19464"/>
                  </a:lnTo>
                  <a:lnTo>
                    <a:pt x="6557" y="18076"/>
                  </a:lnTo>
                  <a:lnTo>
                    <a:pt x="6476" y="17408"/>
                  </a:lnTo>
                  <a:lnTo>
                    <a:pt x="6318" y="17126"/>
                  </a:lnTo>
                  <a:lnTo>
                    <a:pt x="2591" y="16793"/>
                  </a:lnTo>
                  <a:lnTo>
                    <a:pt x="4078" y="13216"/>
                  </a:lnTo>
                  <a:lnTo>
                    <a:pt x="2418" y="13087"/>
                  </a:lnTo>
                  <a:lnTo>
                    <a:pt x="1600" y="13023"/>
                  </a:lnTo>
                  <a:lnTo>
                    <a:pt x="1689" y="12095"/>
                  </a:lnTo>
                  <a:lnTo>
                    <a:pt x="1899" y="9905"/>
                  </a:lnTo>
                  <a:lnTo>
                    <a:pt x="0" y="9060"/>
                  </a:lnTo>
                  <a:lnTo>
                    <a:pt x="556" y="8343"/>
                  </a:lnTo>
                  <a:lnTo>
                    <a:pt x="1458" y="7285"/>
                  </a:lnTo>
                  <a:lnTo>
                    <a:pt x="4714" y="3465"/>
                  </a:lnTo>
                  <a:lnTo>
                    <a:pt x="4384" y="2638"/>
                  </a:lnTo>
                  <a:lnTo>
                    <a:pt x="4292" y="2407"/>
                  </a:lnTo>
                  <a:lnTo>
                    <a:pt x="5042" y="1675"/>
                  </a:lnTo>
                  <a:lnTo>
                    <a:pt x="6959" y="3150"/>
                  </a:lnTo>
                  <a:lnTo>
                    <a:pt x="7109" y="3266"/>
                  </a:lnTo>
                  <a:lnTo>
                    <a:pt x="9108" y="4996"/>
                  </a:lnTo>
                  <a:lnTo>
                    <a:pt x="9968" y="5741"/>
                  </a:lnTo>
                  <a:lnTo>
                    <a:pt x="10613" y="6083"/>
                  </a:lnTo>
                  <a:lnTo>
                    <a:pt x="10878" y="5861"/>
                  </a:lnTo>
                  <a:lnTo>
                    <a:pt x="11265" y="5537"/>
                  </a:lnTo>
                  <a:lnTo>
                    <a:pt x="11716" y="4564"/>
                  </a:lnTo>
                  <a:lnTo>
                    <a:pt x="10334" y="3441"/>
                  </a:lnTo>
                  <a:lnTo>
                    <a:pt x="8877" y="2257"/>
                  </a:lnTo>
                  <a:lnTo>
                    <a:pt x="8186" y="1647"/>
                  </a:lnTo>
                  <a:lnTo>
                    <a:pt x="9194" y="246"/>
                  </a:lnTo>
                  <a:lnTo>
                    <a:pt x="9368" y="0"/>
                  </a:lnTo>
                  <a:lnTo>
                    <a:pt x="13997" y="3177"/>
                  </a:lnTo>
                  <a:lnTo>
                    <a:pt x="14370" y="3433"/>
                  </a:lnTo>
                  <a:lnTo>
                    <a:pt x="14737" y="3760"/>
                  </a:lnTo>
                  <a:lnTo>
                    <a:pt x="15577" y="4510"/>
                  </a:lnTo>
                  <a:lnTo>
                    <a:pt x="15889" y="47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2778898" y="2563015"/>
              <a:ext cx="101896" cy="60240"/>
            </a:xfrm>
            <a:custGeom>
              <a:avLst/>
              <a:pathLst>
                <a:path w="101896" h="60240">
                  <a:moveTo>
                    <a:pt x="12879" y="901"/>
                  </a:moveTo>
                  <a:lnTo>
                    <a:pt x="16043" y="1195"/>
                  </a:lnTo>
                  <a:lnTo>
                    <a:pt x="16273" y="978"/>
                  </a:lnTo>
                  <a:lnTo>
                    <a:pt x="16477" y="786"/>
                  </a:lnTo>
                  <a:lnTo>
                    <a:pt x="17378" y="647"/>
                  </a:lnTo>
                  <a:lnTo>
                    <a:pt x="17580" y="665"/>
                  </a:lnTo>
                  <a:lnTo>
                    <a:pt x="20146" y="882"/>
                  </a:lnTo>
                  <a:lnTo>
                    <a:pt x="20529" y="914"/>
                  </a:lnTo>
                  <a:lnTo>
                    <a:pt x="21967" y="998"/>
                  </a:lnTo>
                  <a:lnTo>
                    <a:pt x="24196" y="1127"/>
                  </a:lnTo>
                  <a:lnTo>
                    <a:pt x="25490" y="1202"/>
                  </a:lnTo>
                  <a:lnTo>
                    <a:pt x="25932" y="1227"/>
                  </a:lnTo>
                  <a:lnTo>
                    <a:pt x="26202" y="1243"/>
                  </a:lnTo>
                  <a:lnTo>
                    <a:pt x="27492" y="1317"/>
                  </a:lnTo>
                  <a:lnTo>
                    <a:pt x="27701" y="1329"/>
                  </a:lnTo>
                  <a:lnTo>
                    <a:pt x="28085" y="1352"/>
                  </a:lnTo>
                  <a:lnTo>
                    <a:pt x="28030" y="2810"/>
                  </a:lnTo>
                  <a:lnTo>
                    <a:pt x="29052" y="3039"/>
                  </a:lnTo>
                  <a:lnTo>
                    <a:pt x="31955" y="3691"/>
                  </a:lnTo>
                  <a:lnTo>
                    <a:pt x="33101" y="3948"/>
                  </a:lnTo>
                  <a:lnTo>
                    <a:pt x="34499" y="4262"/>
                  </a:lnTo>
                  <a:lnTo>
                    <a:pt x="34891" y="4560"/>
                  </a:lnTo>
                  <a:lnTo>
                    <a:pt x="35684" y="5163"/>
                  </a:lnTo>
                  <a:lnTo>
                    <a:pt x="37193" y="6869"/>
                  </a:lnTo>
                  <a:lnTo>
                    <a:pt x="40444" y="10542"/>
                  </a:lnTo>
                  <a:lnTo>
                    <a:pt x="40571" y="10686"/>
                  </a:lnTo>
                  <a:lnTo>
                    <a:pt x="42402" y="12755"/>
                  </a:lnTo>
                  <a:lnTo>
                    <a:pt x="46216" y="17066"/>
                  </a:lnTo>
                  <a:lnTo>
                    <a:pt x="47654" y="14371"/>
                  </a:lnTo>
                  <a:lnTo>
                    <a:pt x="47982" y="13754"/>
                  </a:lnTo>
                  <a:lnTo>
                    <a:pt x="48128" y="13517"/>
                  </a:lnTo>
                  <a:lnTo>
                    <a:pt x="49632" y="14204"/>
                  </a:lnTo>
                  <a:lnTo>
                    <a:pt x="50893" y="11448"/>
                  </a:lnTo>
                  <a:lnTo>
                    <a:pt x="52299" y="8379"/>
                  </a:lnTo>
                  <a:lnTo>
                    <a:pt x="52558" y="7857"/>
                  </a:lnTo>
                  <a:lnTo>
                    <a:pt x="54952" y="3041"/>
                  </a:lnTo>
                  <a:lnTo>
                    <a:pt x="55398" y="2128"/>
                  </a:lnTo>
                  <a:lnTo>
                    <a:pt x="58200" y="3467"/>
                  </a:lnTo>
                  <a:lnTo>
                    <a:pt x="58729" y="3719"/>
                  </a:lnTo>
                  <a:lnTo>
                    <a:pt x="59440" y="4029"/>
                  </a:lnTo>
                  <a:lnTo>
                    <a:pt x="61131" y="4765"/>
                  </a:lnTo>
                  <a:lnTo>
                    <a:pt x="62465" y="5346"/>
                  </a:lnTo>
                  <a:lnTo>
                    <a:pt x="62873" y="5524"/>
                  </a:lnTo>
                  <a:lnTo>
                    <a:pt x="62438" y="6625"/>
                  </a:lnTo>
                  <a:lnTo>
                    <a:pt x="62272" y="7042"/>
                  </a:lnTo>
                  <a:lnTo>
                    <a:pt x="62871" y="7309"/>
                  </a:lnTo>
                  <a:lnTo>
                    <a:pt x="65660" y="8556"/>
                  </a:lnTo>
                  <a:lnTo>
                    <a:pt x="66822" y="6720"/>
                  </a:lnTo>
                  <a:lnTo>
                    <a:pt x="67341" y="6581"/>
                  </a:lnTo>
                  <a:lnTo>
                    <a:pt x="67514" y="6535"/>
                  </a:lnTo>
                  <a:lnTo>
                    <a:pt x="67927" y="6424"/>
                  </a:lnTo>
                  <a:lnTo>
                    <a:pt x="68446" y="6071"/>
                  </a:lnTo>
                  <a:lnTo>
                    <a:pt x="68669" y="5827"/>
                  </a:lnTo>
                  <a:lnTo>
                    <a:pt x="68865" y="5884"/>
                  </a:lnTo>
                  <a:lnTo>
                    <a:pt x="71106" y="6359"/>
                  </a:lnTo>
                  <a:lnTo>
                    <a:pt x="71327" y="6405"/>
                  </a:lnTo>
                  <a:lnTo>
                    <a:pt x="73603" y="6887"/>
                  </a:lnTo>
                  <a:lnTo>
                    <a:pt x="73951" y="6961"/>
                  </a:lnTo>
                  <a:lnTo>
                    <a:pt x="74486" y="7072"/>
                  </a:lnTo>
                  <a:lnTo>
                    <a:pt x="76250" y="7413"/>
                  </a:lnTo>
                  <a:lnTo>
                    <a:pt x="76401" y="7445"/>
                  </a:lnTo>
                  <a:lnTo>
                    <a:pt x="77473" y="9409"/>
                  </a:lnTo>
                  <a:lnTo>
                    <a:pt x="77779" y="9969"/>
                  </a:lnTo>
                  <a:lnTo>
                    <a:pt x="77368" y="10217"/>
                  </a:lnTo>
                  <a:lnTo>
                    <a:pt x="77207" y="10314"/>
                  </a:lnTo>
                  <a:lnTo>
                    <a:pt x="77946" y="11238"/>
                  </a:lnTo>
                  <a:lnTo>
                    <a:pt x="78343" y="11734"/>
                  </a:lnTo>
                  <a:lnTo>
                    <a:pt x="77814" y="12094"/>
                  </a:lnTo>
                  <a:lnTo>
                    <a:pt x="78053" y="12611"/>
                  </a:lnTo>
                  <a:lnTo>
                    <a:pt x="78288" y="13222"/>
                  </a:lnTo>
                  <a:lnTo>
                    <a:pt x="78378" y="13512"/>
                  </a:lnTo>
                  <a:lnTo>
                    <a:pt x="78454" y="13757"/>
                  </a:lnTo>
                  <a:lnTo>
                    <a:pt x="78510" y="13938"/>
                  </a:lnTo>
                  <a:lnTo>
                    <a:pt x="78595" y="14257"/>
                  </a:lnTo>
                  <a:lnTo>
                    <a:pt x="78731" y="14769"/>
                  </a:lnTo>
                  <a:lnTo>
                    <a:pt x="79001" y="15782"/>
                  </a:lnTo>
                  <a:lnTo>
                    <a:pt x="79503" y="17669"/>
                  </a:lnTo>
                  <a:lnTo>
                    <a:pt x="79699" y="18185"/>
                  </a:lnTo>
                  <a:lnTo>
                    <a:pt x="79852" y="18464"/>
                  </a:lnTo>
                  <a:lnTo>
                    <a:pt x="81593" y="20517"/>
                  </a:lnTo>
                  <a:lnTo>
                    <a:pt x="82163" y="21188"/>
                  </a:lnTo>
                  <a:lnTo>
                    <a:pt x="82480" y="21682"/>
                  </a:lnTo>
                  <a:lnTo>
                    <a:pt x="82351" y="21781"/>
                  </a:lnTo>
                  <a:lnTo>
                    <a:pt x="82216" y="21884"/>
                  </a:lnTo>
                  <a:lnTo>
                    <a:pt x="81381" y="22521"/>
                  </a:lnTo>
                  <a:lnTo>
                    <a:pt x="81883" y="22516"/>
                  </a:lnTo>
                  <a:lnTo>
                    <a:pt x="82094" y="22476"/>
                  </a:lnTo>
                  <a:lnTo>
                    <a:pt x="82484" y="22401"/>
                  </a:lnTo>
                  <a:lnTo>
                    <a:pt x="82720" y="22356"/>
                  </a:lnTo>
                  <a:lnTo>
                    <a:pt x="82859" y="22329"/>
                  </a:lnTo>
                  <a:lnTo>
                    <a:pt x="83056" y="22292"/>
                  </a:lnTo>
                  <a:lnTo>
                    <a:pt x="83277" y="22249"/>
                  </a:lnTo>
                  <a:lnTo>
                    <a:pt x="83567" y="22194"/>
                  </a:lnTo>
                  <a:lnTo>
                    <a:pt x="83694" y="22169"/>
                  </a:lnTo>
                  <a:lnTo>
                    <a:pt x="84136" y="22085"/>
                  </a:lnTo>
                  <a:lnTo>
                    <a:pt x="84538" y="22008"/>
                  </a:lnTo>
                  <a:lnTo>
                    <a:pt x="85254" y="21871"/>
                  </a:lnTo>
                  <a:lnTo>
                    <a:pt x="85658" y="21794"/>
                  </a:lnTo>
                  <a:lnTo>
                    <a:pt x="86260" y="21678"/>
                  </a:lnTo>
                  <a:lnTo>
                    <a:pt x="86799" y="21259"/>
                  </a:lnTo>
                  <a:lnTo>
                    <a:pt x="86814" y="21040"/>
                  </a:lnTo>
                  <a:lnTo>
                    <a:pt x="88580" y="20812"/>
                  </a:lnTo>
                  <a:lnTo>
                    <a:pt x="89475" y="18846"/>
                  </a:lnTo>
                  <a:lnTo>
                    <a:pt x="90491" y="19021"/>
                  </a:lnTo>
                  <a:lnTo>
                    <a:pt x="91883" y="19261"/>
                  </a:lnTo>
                  <a:lnTo>
                    <a:pt x="92115" y="19407"/>
                  </a:lnTo>
                  <a:lnTo>
                    <a:pt x="92588" y="19706"/>
                  </a:lnTo>
                  <a:lnTo>
                    <a:pt x="92874" y="19886"/>
                  </a:lnTo>
                  <a:lnTo>
                    <a:pt x="93263" y="20132"/>
                  </a:lnTo>
                  <a:lnTo>
                    <a:pt x="93475" y="20265"/>
                  </a:lnTo>
                  <a:lnTo>
                    <a:pt x="93808" y="20570"/>
                  </a:lnTo>
                  <a:lnTo>
                    <a:pt x="94345" y="21061"/>
                  </a:lnTo>
                  <a:lnTo>
                    <a:pt x="95285" y="21920"/>
                  </a:lnTo>
                  <a:lnTo>
                    <a:pt x="95658" y="22260"/>
                  </a:lnTo>
                  <a:lnTo>
                    <a:pt x="95799" y="22422"/>
                  </a:lnTo>
                  <a:lnTo>
                    <a:pt x="95351" y="22582"/>
                  </a:lnTo>
                  <a:lnTo>
                    <a:pt x="95206" y="22634"/>
                  </a:lnTo>
                  <a:lnTo>
                    <a:pt x="94561" y="22865"/>
                  </a:lnTo>
                  <a:lnTo>
                    <a:pt x="93600" y="23208"/>
                  </a:lnTo>
                  <a:lnTo>
                    <a:pt x="92252" y="23667"/>
                  </a:lnTo>
                  <a:lnTo>
                    <a:pt x="90451" y="24091"/>
                  </a:lnTo>
                  <a:lnTo>
                    <a:pt x="90112" y="24171"/>
                  </a:lnTo>
                  <a:lnTo>
                    <a:pt x="89905" y="24248"/>
                  </a:lnTo>
                  <a:lnTo>
                    <a:pt x="89681" y="24331"/>
                  </a:lnTo>
                  <a:lnTo>
                    <a:pt x="89443" y="24490"/>
                  </a:lnTo>
                  <a:lnTo>
                    <a:pt x="89427" y="24921"/>
                  </a:lnTo>
                  <a:lnTo>
                    <a:pt x="92111" y="26684"/>
                  </a:lnTo>
                  <a:lnTo>
                    <a:pt x="95117" y="28659"/>
                  </a:lnTo>
                  <a:lnTo>
                    <a:pt x="95413" y="28853"/>
                  </a:lnTo>
                  <a:lnTo>
                    <a:pt x="97753" y="30390"/>
                  </a:lnTo>
                  <a:lnTo>
                    <a:pt x="101896" y="33113"/>
                  </a:lnTo>
                  <a:lnTo>
                    <a:pt x="101643" y="33499"/>
                  </a:lnTo>
                  <a:lnTo>
                    <a:pt x="101419" y="33830"/>
                  </a:lnTo>
                  <a:lnTo>
                    <a:pt x="97308" y="39889"/>
                  </a:lnTo>
                  <a:lnTo>
                    <a:pt x="95038" y="43236"/>
                  </a:lnTo>
                  <a:lnTo>
                    <a:pt x="94247" y="44401"/>
                  </a:lnTo>
                  <a:lnTo>
                    <a:pt x="93166" y="45995"/>
                  </a:lnTo>
                  <a:lnTo>
                    <a:pt x="90607" y="49766"/>
                  </a:lnTo>
                  <a:lnTo>
                    <a:pt x="85605" y="57140"/>
                  </a:lnTo>
                  <a:lnTo>
                    <a:pt x="84125" y="59321"/>
                  </a:lnTo>
                  <a:lnTo>
                    <a:pt x="83424" y="60240"/>
                  </a:lnTo>
                  <a:lnTo>
                    <a:pt x="80604" y="58384"/>
                  </a:lnTo>
                  <a:lnTo>
                    <a:pt x="76418" y="55628"/>
                  </a:lnTo>
                  <a:lnTo>
                    <a:pt x="76214" y="55492"/>
                  </a:lnTo>
                  <a:lnTo>
                    <a:pt x="64611" y="47755"/>
                  </a:lnTo>
                  <a:lnTo>
                    <a:pt x="64122" y="47429"/>
                  </a:lnTo>
                  <a:lnTo>
                    <a:pt x="63609" y="47086"/>
                  </a:lnTo>
                  <a:lnTo>
                    <a:pt x="62844" y="46576"/>
                  </a:lnTo>
                  <a:lnTo>
                    <a:pt x="51012" y="38686"/>
                  </a:lnTo>
                  <a:lnTo>
                    <a:pt x="50865" y="38588"/>
                  </a:lnTo>
                  <a:lnTo>
                    <a:pt x="47643" y="36439"/>
                  </a:lnTo>
                  <a:lnTo>
                    <a:pt x="44440" y="34303"/>
                  </a:lnTo>
                  <a:lnTo>
                    <a:pt x="42387" y="32934"/>
                  </a:lnTo>
                  <a:lnTo>
                    <a:pt x="41317" y="32220"/>
                  </a:lnTo>
                  <a:lnTo>
                    <a:pt x="38757" y="30513"/>
                  </a:lnTo>
                  <a:lnTo>
                    <a:pt x="38006" y="30043"/>
                  </a:lnTo>
                  <a:lnTo>
                    <a:pt x="37869" y="29948"/>
                  </a:lnTo>
                  <a:lnTo>
                    <a:pt x="37629" y="29783"/>
                  </a:lnTo>
                  <a:lnTo>
                    <a:pt x="36156" y="28766"/>
                  </a:lnTo>
                  <a:lnTo>
                    <a:pt x="35115" y="28047"/>
                  </a:lnTo>
                  <a:lnTo>
                    <a:pt x="34025" y="27295"/>
                  </a:lnTo>
                  <a:lnTo>
                    <a:pt x="33196" y="26723"/>
                  </a:lnTo>
                  <a:lnTo>
                    <a:pt x="30362" y="24766"/>
                  </a:lnTo>
                  <a:lnTo>
                    <a:pt x="29534" y="24194"/>
                  </a:lnTo>
                  <a:lnTo>
                    <a:pt x="27256" y="22621"/>
                  </a:lnTo>
                  <a:lnTo>
                    <a:pt x="26522" y="22115"/>
                  </a:lnTo>
                  <a:lnTo>
                    <a:pt x="26297" y="21959"/>
                  </a:lnTo>
                  <a:lnTo>
                    <a:pt x="26102" y="21826"/>
                  </a:lnTo>
                  <a:lnTo>
                    <a:pt x="25782" y="21610"/>
                  </a:lnTo>
                  <a:lnTo>
                    <a:pt x="22718" y="19545"/>
                  </a:lnTo>
                  <a:lnTo>
                    <a:pt x="21355" y="18627"/>
                  </a:lnTo>
                  <a:lnTo>
                    <a:pt x="14478" y="13994"/>
                  </a:lnTo>
                  <a:lnTo>
                    <a:pt x="13900" y="13604"/>
                  </a:lnTo>
                  <a:lnTo>
                    <a:pt x="13556" y="13372"/>
                  </a:lnTo>
                  <a:lnTo>
                    <a:pt x="12925" y="12948"/>
                  </a:lnTo>
                  <a:lnTo>
                    <a:pt x="12484" y="12650"/>
                  </a:lnTo>
                  <a:lnTo>
                    <a:pt x="11973" y="12307"/>
                  </a:lnTo>
                  <a:lnTo>
                    <a:pt x="11473" y="11981"/>
                  </a:lnTo>
                  <a:lnTo>
                    <a:pt x="6227" y="8547"/>
                  </a:lnTo>
                  <a:lnTo>
                    <a:pt x="4849" y="7645"/>
                  </a:lnTo>
                  <a:lnTo>
                    <a:pt x="3439" y="6722"/>
                  </a:lnTo>
                  <a:lnTo>
                    <a:pt x="1495" y="5449"/>
                  </a:lnTo>
                  <a:lnTo>
                    <a:pt x="1331" y="5342"/>
                  </a:lnTo>
                  <a:lnTo>
                    <a:pt x="0" y="4398"/>
                  </a:lnTo>
                  <a:lnTo>
                    <a:pt x="310" y="3961"/>
                  </a:lnTo>
                  <a:lnTo>
                    <a:pt x="3119" y="0"/>
                  </a:lnTo>
                  <a:lnTo>
                    <a:pt x="4681" y="153"/>
                  </a:lnTo>
                  <a:lnTo>
                    <a:pt x="8280" y="338"/>
                  </a:lnTo>
                  <a:lnTo>
                    <a:pt x="12104" y="534"/>
                  </a:lnTo>
                  <a:lnTo>
                    <a:pt x="12354" y="6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2834044" y="2536354"/>
              <a:ext cx="77056" cy="59771"/>
            </a:xfrm>
            <a:custGeom>
              <a:avLst/>
              <a:pathLst>
                <a:path w="77056" h="59771">
                  <a:moveTo>
                    <a:pt x="48282" y="2382"/>
                  </a:moveTo>
                  <a:lnTo>
                    <a:pt x="47821" y="3219"/>
                  </a:lnTo>
                  <a:lnTo>
                    <a:pt x="47641" y="3545"/>
                  </a:lnTo>
                  <a:lnTo>
                    <a:pt x="48773" y="4280"/>
                  </a:lnTo>
                  <a:lnTo>
                    <a:pt x="49790" y="4940"/>
                  </a:lnTo>
                  <a:lnTo>
                    <a:pt x="50766" y="5573"/>
                  </a:lnTo>
                  <a:lnTo>
                    <a:pt x="51310" y="5926"/>
                  </a:lnTo>
                  <a:lnTo>
                    <a:pt x="51765" y="6221"/>
                  </a:lnTo>
                  <a:lnTo>
                    <a:pt x="52260" y="6543"/>
                  </a:lnTo>
                  <a:lnTo>
                    <a:pt x="54116" y="7752"/>
                  </a:lnTo>
                  <a:lnTo>
                    <a:pt x="55250" y="8449"/>
                  </a:lnTo>
                  <a:lnTo>
                    <a:pt x="55573" y="7977"/>
                  </a:lnTo>
                  <a:lnTo>
                    <a:pt x="58275" y="9789"/>
                  </a:lnTo>
                  <a:lnTo>
                    <a:pt x="58837" y="10166"/>
                  </a:lnTo>
                  <a:lnTo>
                    <a:pt x="59316" y="10487"/>
                  </a:lnTo>
                  <a:lnTo>
                    <a:pt x="60184" y="11069"/>
                  </a:lnTo>
                  <a:lnTo>
                    <a:pt x="61605" y="12022"/>
                  </a:lnTo>
                  <a:lnTo>
                    <a:pt x="61737" y="12110"/>
                  </a:lnTo>
                  <a:lnTo>
                    <a:pt x="65004" y="14301"/>
                  </a:lnTo>
                  <a:lnTo>
                    <a:pt x="67060" y="15679"/>
                  </a:lnTo>
                  <a:lnTo>
                    <a:pt x="67599" y="16041"/>
                  </a:lnTo>
                  <a:lnTo>
                    <a:pt x="68116" y="16387"/>
                  </a:lnTo>
                  <a:lnTo>
                    <a:pt x="68492" y="16616"/>
                  </a:lnTo>
                  <a:lnTo>
                    <a:pt x="68802" y="16805"/>
                  </a:lnTo>
                  <a:lnTo>
                    <a:pt x="69426" y="17168"/>
                  </a:lnTo>
                  <a:lnTo>
                    <a:pt x="71085" y="18133"/>
                  </a:lnTo>
                  <a:lnTo>
                    <a:pt x="71736" y="20389"/>
                  </a:lnTo>
                  <a:lnTo>
                    <a:pt x="71992" y="21265"/>
                  </a:lnTo>
                  <a:lnTo>
                    <a:pt x="72192" y="21946"/>
                  </a:lnTo>
                  <a:lnTo>
                    <a:pt x="72279" y="22245"/>
                  </a:lnTo>
                  <a:lnTo>
                    <a:pt x="72856" y="24216"/>
                  </a:lnTo>
                  <a:lnTo>
                    <a:pt x="72954" y="24550"/>
                  </a:lnTo>
                  <a:lnTo>
                    <a:pt x="73179" y="25318"/>
                  </a:lnTo>
                  <a:lnTo>
                    <a:pt x="73972" y="28028"/>
                  </a:lnTo>
                  <a:lnTo>
                    <a:pt x="75000" y="31540"/>
                  </a:lnTo>
                  <a:lnTo>
                    <a:pt x="75149" y="32048"/>
                  </a:lnTo>
                  <a:lnTo>
                    <a:pt x="76364" y="36202"/>
                  </a:lnTo>
                  <a:lnTo>
                    <a:pt x="76483" y="36607"/>
                  </a:lnTo>
                  <a:lnTo>
                    <a:pt x="76680" y="37280"/>
                  </a:lnTo>
                  <a:lnTo>
                    <a:pt x="76831" y="37795"/>
                  </a:lnTo>
                  <a:lnTo>
                    <a:pt x="76903" y="38041"/>
                  </a:lnTo>
                  <a:lnTo>
                    <a:pt x="77056" y="38562"/>
                  </a:lnTo>
                  <a:lnTo>
                    <a:pt x="76727" y="38648"/>
                  </a:lnTo>
                  <a:lnTo>
                    <a:pt x="76255" y="38771"/>
                  </a:lnTo>
                  <a:lnTo>
                    <a:pt x="70633" y="40243"/>
                  </a:lnTo>
                  <a:lnTo>
                    <a:pt x="69406" y="40610"/>
                  </a:lnTo>
                  <a:lnTo>
                    <a:pt x="68731" y="40811"/>
                  </a:lnTo>
                  <a:lnTo>
                    <a:pt x="68319" y="40963"/>
                  </a:lnTo>
                  <a:lnTo>
                    <a:pt x="66294" y="41712"/>
                  </a:lnTo>
                  <a:lnTo>
                    <a:pt x="64091" y="42661"/>
                  </a:lnTo>
                  <a:lnTo>
                    <a:pt x="61955" y="43581"/>
                  </a:lnTo>
                  <a:lnTo>
                    <a:pt x="60038" y="44548"/>
                  </a:lnTo>
                  <a:lnTo>
                    <a:pt x="59180" y="44981"/>
                  </a:lnTo>
                  <a:lnTo>
                    <a:pt x="57236" y="46739"/>
                  </a:lnTo>
                  <a:lnTo>
                    <a:pt x="55905" y="48150"/>
                  </a:lnTo>
                  <a:lnTo>
                    <a:pt x="55127" y="48976"/>
                  </a:lnTo>
                  <a:lnTo>
                    <a:pt x="54165" y="49996"/>
                  </a:lnTo>
                  <a:lnTo>
                    <a:pt x="53921" y="50279"/>
                  </a:lnTo>
                  <a:lnTo>
                    <a:pt x="50801" y="53892"/>
                  </a:lnTo>
                  <a:lnTo>
                    <a:pt x="50129" y="54866"/>
                  </a:lnTo>
                  <a:lnTo>
                    <a:pt x="49557" y="55696"/>
                  </a:lnTo>
                  <a:lnTo>
                    <a:pt x="49410" y="55910"/>
                  </a:lnTo>
                  <a:lnTo>
                    <a:pt x="49209" y="56201"/>
                  </a:lnTo>
                  <a:lnTo>
                    <a:pt x="49047" y="56436"/>
                  </a:lnTo>
                  <a:lnTo>
                    <a:pt x="48309" y="57506"/>
                  </a:lnTo>
                  <a:lnTo>
                    <a:pt x="47200" y="59115"/>
                  </a:lnTo>
                  <a:lnTo>
                    <a:pt x="47044" y="59342"/>
                  </a:lnTo>
                  <a:lnTo>
                    <a:pt x="46746" y="59771"/>
                  </a:lnTo>
                  <a:lnTo>
                    <a:pt x="42607" y="57051"/>
                  </a:lnTo>
                  <a:lnTo>
                    <a:pt x="40267" y="55514"/>
                  </a:lnTo>
                  <a:lnTo>
                    <a:pt x="39888" y="55265"/>
                  </a:lnTo>
                  <a:lnTo>
                    <a:pt x="36965" y="53345"/>
                  </a:lnTo>
                  <a:lnTo>
                    <a:pt x="34047" y="51427"/>
                  </a:lnTo>
                  <a:lnTo>
                    <a:pt x="34392" y="51046"/>
                  </a:lnTo>
                  <a:lnTo>
                    <a:pt x="34595" y="50970"/>
                  </a:lnTo>
                  <a:lnTo>
                    <a:pt x="34760" y="50909"/>
                  </a:lnTo>
                  <a:lnTo>
                    <a:pt x="34966" y="50832"/>
                  </a:lnTo>
                  <a:lnTo>
                    <a:pt x="35305" y="50752"/>
                  </a:lnTo>
                  <a:lnTo>
                    <a:pt x="37289" y="50285"/>
                  </a:lnTo>
                  <a:lnTo>
                    <a:pt x="38454" y="49869"/>
                  </a:lnTo>
                  <a:lnTo>
                    <a:pt x="39415" y="49526"/>
                  </a:lnTo>
                  <a:lnTo>
                    <a:pt x="40060" y="49295"/>
                  </a:lnTo>
                  <a:lnTo>
                    <a:pt x="40205" y="49244"/>
                  </a:lnTo>
                  <a:lnTo>
                    <a:pt x="40679" y="49074"/>
                  </a:lnTo>
                  <a:lnTo>
                    <a:pt x="40512" y="48921"/>
                  </a:lnTo>
                  <a:lnTo>
                    <a:pt x="40140" y="48581"/>
                  </a:lnTo>
                  <a:lnTo>
                    <a:pt x="39199" y="47722"/>
                  </a:lnTo>
                  <a:lnTo>
                    <a:pt x="38662" y="47231"/>
                  </a:lnTo>
                  <a:lnTo>
                    <a:pt x="38329" y="46926"/>
                  </a:lnTo>
                  <a:lnTo>
                    <a:pt x="38006" y="46723"/>
                  </a:lnTo>
                  <a:lnTo>
                    <a:pt x="37729" y="46547"/>
                  </a:lnTo>
                  <a:lnTo>
                    <a:pt x="37370" y="46321"/>
                  </a:lnTo>
                  <a:lnTo>
                    <a:pt x="36970" y="46069"/>
                  </a:lnTo>
                  <a:lnTo>
                    <a:pt x="36738" y="45922"/>
                  </a:lnTo>
                  <a:lnTo>
                    <a:pt x="35345" y="45682"/>
                  </a:lnTo>
                  <a:lnTo>
                    <a:pt x="34329" y="45507"/>
                  </a:lnTo>
                  <a:lnTo>
                    <a:pt x="33404" y="47540"/>
                  </a:lnTo>
                  <a:lnTo>
                    <a:pt x="31668" y="47701"/>
                  </a:lnTo>
                  <a:lnTo>
                    <a:pt x="31632" y="48240"/>
                  </a:lnTo>
                  <a:lnTo>
                    <a:pt x="31114" y="48339"/>
                  </a:lnTo>
                  <a:lnTo>
                    <a:pt x="30451" y="48466"/>
                  </a:lnTo>
                  <a:lnTo>
                    <a:pt x="30108" y="48532"/>
                  </a:lnTo>
                  <a:lnTo>
                    <a:pt x="29392" y="48669"/>
                  </a:lnTo>
                  <a:lnTo>
                    <a:pt x="28991" y="48746"/>
                  </a:lnTo>
                  <a:lnTo>
                    <a:pt x="28548" y="48831"/>
                  </a:lnTo>
                  <a:lnTo>
                    <a:pt x="28421" y="48855"/>
                  </a:lnTo>
                  <a:lnTo>
                    <a:pt x="28131" y="48910"/>
                  </a:lnTo>
                  <a:lnTo>
                    <a:pt x="27910" y="48953"/>
                  </a:lnTo>
                  <a:lnTo>
                    <a:pt x="27713" y="48990"/>
                  </a:lnTo>
                  <a:lnTo>
                    <a:pt x="27506" y="49030"/>
                  </a:lnTo>
                  <a:lnTo>
                    <a:pt x="27338" y="49062"/>
                  </a:lnTo>
                  <a:lnTo>
                    <a:pt x="26949" y="49137"/>
                  </a:lnTo>
                  <a:lnTo>
                    <a:pt x="26665" y="49191"/>
                  </a:lnTo>
                  <a:lnTo>
                    <a:pt x="26340" y="49102"/>
                  </a:lnTo>
                  <a:lnTo>
                    <a:pt x="27070" y="48545"/>
                  </a:lnTo>
                  <a:lnTo>
                    <a:pt x="27205" y="48442"/>
                  </a:lnTo>
                  <a:lnTo>
                    <a:pt x="27316" y="48201"/>
                  </a:lnTo>
                  <a:lnTo>
                    <a:pt x="26993" y="47820"/>
                  </a:lnTo>
                  <a:lnTo>
                    <a:pt x="26447" y="47178"/>
                  </a:lnTo>
                  <a:lnTo>
                    <a:pt x="24706" y="45125"/>
                  </a:lnTo>
                  <a:lnTo>
                    <a:pt x="24439" y="44638"/>
                  </a:lnTo>
                  <a:lnTo>
                    <a:pt x="24357" y="44330"/>
                  </a:lnTo>
                  <a:lnTo>
                    <a:pt x="23846" y="42411"/>
                  </a:lnTo>
                  <a:lnTo>
                    <a:pt x="23585" y="41430"/>
                  </a:lnTo>
                  <a:lnTo>
                    <a:pt x="23449" y="40918"/>
                  </a:lnTo>
                  <a:lnTo>
                    <a:pt x="23348" y="40545"/>
                  </a:lnTo>
                  <a:lnTo>
                    <a:pt x="23308" y="40418"/>
                  </a:lnTo>
                  <a:lnTo>
                    <a:pt x="23232" y="40173"/>
                  </a:lnTo>
                  <a:lnTo>
                    <a:pt x="23064" y="39631"/>
                  </a:lnTo>
                  <a:lnTo>
                    <a:pt x="22810" y="39051"/>
                  </a:lnTo>
                  <a:lnTo>
                    <a:pt x="22691" y="38732"/>
                  </a:lnTo>
                  <a:lnTo>
                    <a:pt x="23183" y="38376"/>
                  </a:lnTo>
                  <a:lnTo>
                    <a:pt x="22801" y="37899"/>
                  </a:lnTo>
                  <a:lnTo>
                    <a:pt x="22062" y="36975"/>
                  </a:lnTo>
                  <a:lnTo>
                    <a:pt x="22222" y="36879"/>
                  </a:lnTo>
                  <a:lnTo>
                    <a:pt x="22633" y="36630"/>
                  </a:lnTo>
                  <a:lnTo>
                    <a:pt x="22304" y="36028"/>
                  </a:lnTo>
                  <a:lnTo>
                    <a:pt x="21255" y="34107"/>
                  </a:lnTo>
                  <a:lnTo>
                    <a:pt x="21105" y="34074"/>
                  </a:lnTo>
                  <a:lnTo>
                    <a:pt x="19341" y="33733"/>
                  </a:lnTo>
                  <a:lnTo>
                    <a:pt x="18805" y="33622"/>
                  </a:lnTo>
                  <a:lnTo>
                    <a:pt x="18457" y="33548"/>
                  </a:lnTo>
                  <a:lnTo>
                    <a:pt x="16181" y="33066"/>
                  </a:lnTo>
                  <a:lnTo>
                    <a:pt x="15961" y="33020"/>
                  </a:lnTo>
                  <a:lnTo>
                    <a:pt x="13671" y="32531"/>
                  </a:lnTo>
                  <a:lnTo>
                    <a:pt x="13523" y="32488"/>
                  </a:lnTo>
                  <a:lnTo>
                    <a:pt x="13179" y="32858"/>
                  </a:lnTo>
                  <a:lnTo>
                    <a:pt x="12781" y="33085"/>
                  </a:lnTo>
                  <a:lnTo>
                    <a:pt x="12368" y="33196"/>
                  </a:lnTo>
                  <a:lnTo>
                    <a:pt x="12195" y="33242"/>
                  </a:lnTo>
                  <a:lnTo>
                    <a:pt x="11676" y="33381"/>
                  </a:lnTo>
                  <a:lnTo>
                    <a:pt x="10514" y="35217"/>
                  </a:lnTo>
                  <a:lnTo>
                    <a:pt x="7725" y="33970"/>
                  </a:lnTo>
                  <a:lnTo>
                    <a:pt x="7127" y="33703"/>
                  </a:lnTo>
                  <a:lnTo>
                    <a:pt x="7292" y="33286"/>
                  </a:lnTo>
                  <a:lnTo>
                    <a:pt x="7728" y="32185"/>
                  </a:lnTo>
                  <a:lnTo>
                    <a:pt x="7319" y="32007"/>
                  </a:lnTo>
                  <a:lnTo>
                    <a:pt x="5985" y="31426"/>
                  </a:lnTo>
                  <a:lnTo>
                    <a:pt x="4294" y="30690"/>
                  </a:lnTo>
                  <a:lnTo>
                    <a:pt x="3584" y="30380"/>
                  </a:lnTo>
                  <a:lnTo>
                    <a:pt x="3054" y="30128"/>
                  </a:lnTo>
                  <a:lnTo>
                    <a:pt x="252" y="28789"/>
                  </a:lnTo>
                  <a:lnTo>
                    <a:pt x="0" y="28694"/>
                  </a:lnTo>
                  <a:lnTo>
                    <a:pt x="89" y="28227"/>
                  </a:lnTo>
                  <a:lnTo>
                    <a:pt x="117" y="28079"/>
                  </a:lnTo>
                  <a:lnTo>
                    <a:pt x="312" y="27064"/>
                  </a:lnTo>
                  <a:lnTo>
                    <a:pt x="1303" y="22437"/>
                  </a:lnTo>
                  <a:lnTo>
                    <a:pt x="1583" y="21613"/>
                  </a:lnTo>
                  <a:lnTo>
                    <a:pt x="3524" y="15901"/>
                  </a:lnTo>
                  <a:lnTo>
                    <a:pt x="8192" y="12761"/>
                  </a:lnTo>
                  <a:lnTo>
                    <a:pt x="10176" y="12015"/>
                  </a:lnTo>
                  <a:lnTo>
                    <a:pt x="13280" y="10847"/>
                  </a:lnTo>
                  <a:lnTo>
                    <a:pt x="15017" y="9548"/>
                  </a:lnTo>
                  <a:lnTo>
                    <a:pt x="15481" y="9254"/>
                  </a:lnTo>
                  <a:lnTo>
                    <a:pt x="17439" y="8016"/>
                  </a:lnTo>
                  <a:lnTo>
                    <a:pt x="18976" y="5336"/>
                  </a:lnTo>
                  <a:lnTo>
                    <a:pt x="20378" y="3267"/>
                  </a:lnTo>
                  <a:lnTo>
                    <a:pt x="22448" y="3000"/>
                  </a:lnTo>
                  <a:lnTo>
                    <a:pt x="24584" y="2800"/>
                  </a:lnTo>
                  <a:lnTo>
                    <a:pt x="26853" y="2466"/>
                  </a:lnTo>
                  <a:lnTo>
                    <a:pt x="29190" y="2466"/>
                  </a:lnTo>
                  <a:lnTo>
                    <a:pt x="33437" y="3118"/>
                  </a:lnTo>
                  <a:lnTo>
                    <a:pt x="33600" y="2470"/>
                  </a:lnTo>
                  <a:lnTo>
                    <a:pt x="34221" y="0"/>
                  </a:lnTo>
                  <a:lnTo>
                    <a:pt x="34408" y="60"/>
                  </a:lnTo>
                  <a:lnTo>
                    <a:pt x="35761" y="286"/>
                  </a:lnTo>
                  <a:lnTo>
                    <a:pt x="37340" y="550"/>
                  </a:lnTo>
                  <a:lnTo>
                    <a:pt x="37519" y="580"/>
                  </a:lnTo>
                  <a:lnTo>
                    <a:pt x="38058" y="671"/>
                  </a:lnTo>
                  <a:lnTo>
                    <a:pt x="38723" y="782"/>
                  </a:lnTo>
                  <a:lnTo>
                    <a:pt x="43977" y="1661"/>
                  </a:lnTo>
                  <a:lnTo>
                    <a:pt x="46484" y="2081"/>
                  </a:lnTo>
                  <a:lnTo>
                    <a:pt x="47758" y="229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2841652" y="2489620"/>
              <a:ext cx="107796" cy="85295"/>
            </a:xfrm>
            <a:custGeom>
              <a:avLst/>
              <a:pathLst>
                <a:path w="107796" h="85295">
                  <a:moveTo>
                    <a:pt x="17233" y="4691"/>
                  </a:moveTo>
                  <a:lnTo>
                    <a:pt x="17576" y="4952"/>
                  </a:lnTo>
                  <a:lnTo>
                    <a:pt x="18185" y="4183"/>
                  </a:lnTo>
                  <a:lnTo>
                    <a:pt x="24043" y="8142"/>
                  </a:lnTo>
                  <a:lnTo>
                    <a:pt x="21564" y="11915"/>
                  </a:lnTo>
                  <a:lnTo>
                    <a:pt x="25761" y="14446"/>
                  </a:lnTo>
                  <a:lnTo>
                    <a:pt x="27331" y="12924"/>
                  </a:lnTo>
                  <a:lnTo>
                    <a:pt x="30558" y="13258"/>
                  </a:lnTo>
                  <a:lnTo>
                    <a:pt x="30759" y="13361"/>
                  </a:lnTo>
                  <a:lnTo>
                    <a:pt x="34312" y="15178"/>
                  </a:lnTo>
                  <a:lnTo>
                    <a:pt x="35294" y="15956"/>
                  </a:lnTo>
                  <a:lnTo>
                    <a:pt x="35523" y="16138"/>
                  </a:lnTo>
                  <a:lnTo>
                    <a:pt x="35723" y="16297"/>
                  </a:lnTo>
                  <a:lnTo>
                    <a:pt x="36307" y="16795"/>
                  </a:lnTo>
                  <a:lnTo>
                    <a:pt x="36541" y="16935"/>
                  </a:lnTo>
                  <a:lnTo>
                    <a:pt x="36820" y="17100"/>
                  </a:lnTo>
                  <a:lnTo>
                    <a:pt x="40716" y="19419"/>
                  </a:lnTo>
                  <a:lnTo>
                    <a:pt x="40956" y="19573"/>
                  </a:lnTo>
                  <a:lnTo>
                    <a:pt x="41157" y="19701"/>
                  </a:lnTo>
                  <a:lnTo>
                    <a:pt x="41360" y="19831"/>
                  </a:lnTo>
                  <a:lnTo>
                    <a:pt x="42658" y="20661"/>
                  </a:lnTo>
                  <a:lnTo>
                    <a:pt x="46496" y="22983"/>
                  </a:lnTo>
                  <a:lnTo>
                    <a:pt x="46755" y="23139"/>
                  </a:lnTo>
                  <a:lnTo>
                    <a:pt x="47051" y="23339"/>
                  </a:lnTo>
                  <a:lnTo>
                    <a:pt x="47937" y="23932"/>
                  </a:lnTo>
                  <a:lnTo>
                    <a:pt x="50138" y="25301"/>
                  </a:lnTo>
                  <a:lnTo>
                    <a:pt x="50814" y="25722"/>
                  </a:lnTo>
                  <a:lnTo>
                    <a:pt x="50981" y="25826"/>
                  </a:lnTo>
                  <a:lnTo>
                    <a:pt x="51605" y="26230"/>
                  </a:lnTo>
                  <a:lnTo>
                    <a:pt x="51917" y="26432"/>
                  </a:lnTo>
                  <a:lnTo>
                    <a:pt x="52512" y="26818"/>
                  </a:lnTo>
                  <a:lnTo>
                    <a:pt x="55071" y="28476"/>
                  </a:lnTo>
                  <a:lnTo>
                    <a:pt x="55201" y="28560"/>
                  </a:lnTo>
                  <a:lnTo>
                    <a:pt x="55435" y="28710"/>
                  </a:lnTo>
                  <a:lnTo>
                    <a:pt x="58272" y="30528"/>
                  </a:lnTo>
                  <a:lnTo>
                    <a:pt x="58483" y="30663"/>
                  </a:lnTo>
                  <a:lnTo>
                    <a:pt x="59570" y="31359"/>
                  </a:lnTo>
                  <a:lnTo>
                    <a:pt x="61897" y="32851"/>
                  </a:lnTo>
                  <a:lnTo>
                    <a:pt x="63140" y="30979"/>
                  </a:lnTo>
                  <a:lnTo>
                    <a:pt x="63449" y="30513"/>
                  </a:lnTo>
                  <a:lnTo>
                    <a:pt x="64173" y="29423"/>
                  </a:lnTo>
                  <a:lnTo>
                    <a:pt x="64554" y="28972"/>
                  </a:lnTo>
                  <a:lnTo>
                    <a:pt x="64789" y="29153"/>
                  </a:lnTo>
                  <a:lnTo>
                    <a:pt x="66696" y="30215"/>
                  </a:lnTo>
                  <a:lnTo>
                    <a:pt x="67425" y="30621"/>
                  </a:lnTo>
                  <a:lnTo>
                    <a:pt x="67647" y="30744"/>
                  </a:lnTo>
                  <a:lnTo>
                    <a:pt x="69248" y="31636"/>
                  </a:lnTo>
                  <a:lnTo>
                    <a:pt x="70707" y="32299"/>
                  </a:lnTo>
                  <a:lnTo>
                    <a:pt x="71324" y="32493"/>
                  </a:lnTo>
                  <a:lnTo>
                    <a:pt x="71825" y="32651"/>
                  </a:lnTo>
                  <a:lnTo>
                    <a:pt x="72842" y="32813"/>
                  </a:lnTo>
                  <a:lnTo>
                    <a:pt x="73057" y="32796"/>
                  </a:lnTo>
                  <a:lnTo>
                    <a:pt x="73267" y="32642"/>
                  </a:lnTo>
                  <a:lnTo>
                    <a:pt x="73400" y="32544"/>
                  </a:lnTo>
                  <a:lnTo>
                    <a:pt x="73841" y="31970"/>
                  </a:lnTo>
                  <a:lnTo>
                    <a:pt x="74322" y="30755"/>
                  </a:lnTo>
                  <a:lnTo>
                    <a:pt x="74346" y="29613"/>
                  </a:lnTo>
                  <a:lnTo>
                    <a:pt x="74159" y="26011"/>
                  </a:lnTo>
                  <a:lnTo>
                    <a:pt x="74151" y="25850"/>
                  </a:lnTo>
                  <a:lnTo>
                    <a:pt x="74061" y="24110"/>
                  </a:lnTo>
                  <a:lnTo>
                    <a:pt x="74040" y="23706"/>
                  </a:lnTo>
                  <a:lnTo>
                    <a:pt x="73970" y="22355"/>
                  </a:lnTo>
                  <a:lnTo>
                    <a:pt x="73961" y="22188"/>
                  </a:lnTo>
                  <a:lnTo>
                    <a:pt x="73951" y="21984"/>
                  </a:lnTo>
                  <a:lnTo>
                    <a:pt x="77180" y="19731"/>
                  </a:lnTo>
                  <a:lnTo>
                    <a:pt x="78136" y="19065"/>
                  </a:lnTo>
                  <a:lnTo>
                    <a:pt x="80937" y="17111"/>
                  </a:lnTo>
                  <a:lnTo>
                    <a:pt x="81727" y="18434"/>
                  </a:lnTo>
                  <a:lnTo>
                    <a:pt x="82199" y="19225"/>
                  </a:lnTo>
                  <a:lnTo>
                    <a:pt x="82468" y="19675"/>
                  </a:lnTo>
                  <a:lnTo>
                    <a:pt x="82625" y="19938"/>
                  </a:lnTo>
                  <a:lnTo>
                    <a:pt x="84093" y="22398"/>
                  </a:lnTo>
                  <a:lnTo>
                    <a:pt x="84228" y="22686"/>
                  </a:lnTo>
                  <a:lnTo>
                    <a:pt x="84878" y="24080"/>
                  </a:lnTo>
                  <a:lnTo>
                    <a:pt x="85358" y="25444"/>
                  </a:lnTo>
                  <a:lnTo>
                    <a:pt x="85414" y="25604"/>
                  </a:lnTo>
                  <a:lnTo>
                    <a:pt x="85804" y="26714"/>
                  </a:lnTo>
                  <a:lnTo>
                    <a:pt x="86017" y="27389"/>
                  </a:lnTo>
                  <a:lnTo>
                    <a:pt x="86759" y="29735"/>
                  </a:lnTo>
                  <a:lnTo>
                    <a:pt x="87018" y="30553"/>
                  </a:lnTo>
                  <a:lnTo>
                    <a:pt x="87088" y="30773"/>
                  </a:lnTo>
                  <a:lnTo>
                    <a:pt x="87385" y="31593"/>
                  </a:lnTo>
                  <a:lnTo>
                    <a:pt x="87878" y="32951"/>
                  </a:lnTo>
                  <a:lnTo>
                    <a:pt x="88190" y="34042"/>
                  </a:lnTo>
                  <a:lnTo>
                    <a:pt x="88265" y="34304"/>
                  </a:lnTo>
                  <a:lnTo>
                    <a:pt x="88695" y="35810"/>
                  </a:lnTo>
                  <a:lnTo>
                    <a:pt x="88955" y="36720"/>
                  </a:lnTo>
                  <a:lnTo>
                    <a:pt x="89107" y="37252"/>
                  </a:lnTo>
                  <a:lnTo>
                    <a:pt x="89849" y="39851"/>
                  </a:lnTo>
                  <a:lnTo>
                    <a:pt x="90171" y="40975"/>
                  </a:lnTo>
                  <a:lnTo>
                    <a:pt x="90313" y="41475"/>
                  </a:lnTo>
                  <a:lnTo>
                    <a:pt x="91155" y="44355"/>
                  </a:lnTo>
                  <a:lnTo>
                    <a:pt x="91767" y="46450"/>
                  </a:lnTo>
                  <a:lnTo>
                    <a:pt x="91819" y="46628"/>
                  </a:lnTo>
                  <a:lnTo>
                    <a:pt x="92065" y="47570"/>
                  </a:lnTo>
                  <a:lnTo>
                    <a:pt x="93077" y="51449"/>
                  </a:lnTo>
                  <a:lnTo>
                    <a:pt x="93201" y="51923"/>
                  </a:lnTo>
                  <a:lnTo>
                    <a:pt x="93237" y="52062"/>
                  </a:lnTo>
                  <a:lnTo>
                    <a:pt x="93629" y="53563"/>
                  </a:lnTo>
                  <a:lnTo>
                    <a:pt x="93911" y="54645"/>
                  </a:lnTo>
                  <a:lnTo>
                    <a:pt x="94614" y="57337"/>
                  </a:lnTo>
                  <a:lnTo>
                    <a:pt x="94724" y="57759"/>
                  </a:lnTo>
                  <a:lnTo>
                    <a:pt x="94783" y="57987"/>
                  </a:lnTo>
                  <a:lnTo>
                    <a:pt x="94895" y="58407"/>
                  </a:lnTo>
                  <a:lnTo>
                    <a:pt x="94957" y="58638"/>
                  </a:lnTo>
                  <a:lnTo>
                    <a:pt x="95420" y="60368"/>
                  </a:lnTo>
                  <a:lnTo>
                    <a:pt x="95861" y="62019"/>
                  </a:lnTo>
                  <a:lnTo>
                    <a:pt x="95953" y="62361"/>
                  </a:lnTo>
                  <a:lnTo>
                    <a:pt x="96561" y="62906"/>
                  </a:lnTo>
                  <a:lnTo>
                    <a:pt x="96723" y="63015"/>
                  </a:lnTo>
                  <a:lnTo>
                    <a:pt x="97104" y="63273"/>
                  </a:lnTo>
                  <a:lnTo>
                    <a:pt x="98100" y="63947"/>
                  </a:lnTo>
                  <a:lnTo>
                    <a:pt x="100408" y="64822"/>
                  </a:lnTo>
                  <a:lnTo>
                    <a:pt x="100844" y="65220"/>
                  </a:lnTo>
                  <a:lnTo>
                    <a:pt x="104169" y="68250"/>
                  </a:lnTo>
                  <a:lnTo>
                    <a:pt x="104357" y="68422"/>
                  </a:lnTo>
                  <a:lnTo>
                    <a:pt x="104621" y="68662"/>
                  </a:lnTo>
                  <a:lnTo>
                    <a:pt x="104819" y="68843"/>
                  </a:lnTo>
                  <a:lnTo>
                    <a:pt x="106626" y="70489"/>
                  </a:lnTo>
                  <a:lnTo>
                    <a:pt x="107796" y="71555"/>
                  </a:lnTo>
                  <a:lnTo>
                    <a:pt x="104101" y="72633"/>
                  </a:lnTo>
                  <a:lnTo>
                    <a:pt x="102944" y="72970"/>
                  </a:lnTo>
                  <a:lnTo>
                    <a:pt x="97468" y="74566"/>
                  </a:lnTo>
                  <a:lnTo>
                    <a:pt x="93450" y="75737"/>
                  </a:lnTo>
                  <a:lnTo>
                    <a:pt x="91396" y="76336"/>
                  </a:lnTo>
                  <a:lnTo>
                    <a:pt x="90102" y="76713"/>
                  </a:lnTo>
                  <a:lnTo>
                    <a:pt x="87994" y="77328"/>
                  </a:lnTo>
                  <a:lnTo>
                    <a:pt x="84716" y="78283"/>
                  </a:lnTo>
                  <a:lnTo>
                    <a:pt x="80200" y="79600"/>
                  </a:lnTo>
                  <a:lnTo>
                    <a:pt x="80247" y="79757"/>
                  </a:lnTo>
                  <a:lnTo>
                    <a:pt x="80778" y="81548"/>
                  </a:lnTo>
                  <a:lnTo>
                    <a:pt x="80929" y="82079"/>
                  </a:lnTo>
                  <a:lnTo>
                    <a:pt x="80108" y="82304"/>
                  </a:lnTo>
                  <a:lnTo>
                    <a:pt x="79913" y="82359"/>
                  </a:lnTo>
                  <a:lnTo>
                    <a:pt x="79396" y="82506"/>
                  </a:lnTo>
                  <a:lnTo>
                    <a:pt x="78794" y="82677"/>
                  </a:lnTo>
                  <a:lnTo>
                    <a:pt x="77886" y="82934"/>
                  </a:lnTo>
                  <a:lnTo>
                    <a:pt x="70902" y="84914"/>
                  </a:lnTo>
                  <a:lnTo>
                    <a:pt x="69447" y="85295"/>
                  </a:lnTo>
                  <a:lnTo>
                    <a:pt x="69280" y="84725"/>
                  </a:lnTo>
                  <a:lnTo>
                    <a:pt x="69222" y="84529"/>
                  </a:lnTo>
                  <a:lnTo>
                    <a:pt x="69071" y="84014"/>
                  </a:lnTo>
                  <a:lnTo>
                    <a:pt x="68874" y="83340"/>
                  </a:lnTo>
                  <a:lnTo>
                    <a:pt x="68756" y="82936"/>
                  </a:lnTo>
                  <a:lnTo>
                    <a:pt x="67540" y="78782"/>
                  </a:lnTo>
                  <a:lnTo>
                    <a:pt x="67391" y="78274"/>
                  </a:lnTo>
                  <a:lnTo>
                    <a:pt x="66363" y="74762"/>
                  </a:lnTo>
                  <a:lnTo>
                    <a:pt x="65570" y="72052"/>
                  </a:lnTo>
                  <a:lnTo>
                    <a:pt x="65335" y="71250"/>
                  </a:lnTo>
                  <a:lnTo>
                    <a:pt x="65247" y="70949"/>
                  </a:lnTo>
                  <a:lnTo>
                    <a:pt x="64670" y="68978"/>
                  </a:lnTo>
                  <a:lnTo>
                    <a:pt x="64583" y="68680"/>
                  </a:lnTo>
                  <a:lnTo>
                    <a:pt x="64384" y="67998"/>
                  </a:lnTo>
                  <a:lnTo>
                    <a:pt x="64127" y="67123"/>
                  </a:lnTo>
                  <a:lnTo>
                    <a:pt x="63312" y="64771"/>
                  </a:lnTo>
                  <a:lnTo>
                    <a:pt x="61817" y="63902"/>
                  </a:lnTo>
                  <a:lnTo>
                    <a:pt x="61193" y="63539"/>
                  </a:lnTo>
                  <a:lnTo>
                    <a:pt x="60883" y="63350"/>
                  </a:lnTo>
                  <a:lnTo>
                    <a:pt x="60507" y="63121"/>
                  </a:lnTo>
                  <a:lnTo>
                    <a:pt x="59990" y="62774"/>
                  </a:lnTo>
                  <a:lnTo>
                    <a:pt x="59451" y="62413"/>
                  </a:lnTo>
                  <a:lnTo>
                    <a:pt x="57396" y="61035"/>
                  </a:lnTo>
                  <a:lnTo>
                    <a:pt x="54128" y="58843"/>
                  </a:lnTo>
                  <a:lnTo>
                    <a:pt x="53996" y="58755"/>
                  </a:lnTo>
                  <a:lnTo>
                    <a:pt x="52575" y="57802"/>
                  </a:lnTo>
                  <a:lnTo>
                    <a:pt x="51708" y="57221"/>
                  </a:lnTo>
                  <a:lnTo>
                    <a:pt x="51228" y="56899"/>
                  </a:lnTo>
                  <a:lnTo>
                    <a:pt x="50666" y="56523"/>
                  </a:lnTo>
                  <a:lnTo>
                    <a:pt x="47964" y="54711"/>
                  </a:lnTo>
                  <a:lnTo>
                    <a:pt x="47621" y="55211"/>
                  </a:lnTo>
                  <a:lnTo>
                    <a:pt x="46471" y="54462"/>
                  </a:lnTo>
                  <a:lnTo>
                    <a:pt x="44558" y="53216"/>
                  </a:lnTo>
                  <a:lnTo>
                    <a:pt x="44156" y="52955"/>
                  </a:lnTo>
                  <a:lnTo>
                    <a:pt x="43701" y="52660"/>
                  </a:lnTo>
                  <a:lnTo>
                    <a:pt x="43157" y="52307"/>
                  </a:lnTo>
                  <a:lnTo>
                    <a:pt x="42181" y="51673"/>
                  </a:lnTo>
                  <a:lnTo>
                    <a:pt x="41164" y="51013"/>
                  </a:lnTo>
                  <a:lnTo>
                    <a:pt x="40032" y="50279"/>
                  </a:lnTo>
                  <a:lnTo>
                    <a:pt x="40212" y="49953"/>
                  </a:lnTo>
                  <a:lnTo>
                    <a:pt x="40563" y="49097"/>
                  </a:lnTo>
                  <a:lnTo>
                    <a:pt x="40149" y="49028"/>
                  </a:lnTo>
                  <a:lnTo>
                    <a:pt x="38875" y="48815"/>
                  </a:lnTo>
                  <a:lnTo>
                    <a:pt x="36368" y="48395"/>
                  </a:lnTo>
                  <a:lnTo>
                    <a:pt x="31114" y="47516"/>
                  </a:lnTo>
                  <a:lnTo>
                    <a:pt x="30347" y="47387"/>
                  </a:lnTo>
                  <a:lnTo>
                    <a:pt x="29910" y="47314"/>
                  </a:lnTo>
                  <a:lnTo>
                    <a:pt x="29731" y="47284"/>
                  </a:lnTo>
                  <a:lnTo>
                    <a:pt x="28153" y="47020"/>
                  </a:lnTo>
                  <a:lnTo>
                    <a:pt x="26799" y="46793"/>
                  </a:lnTo>
                  <a:lnTo>
                    <a:pt x="26612" y="46733"/>
                  </a:lnTo>
                  <a:lnTo>
                    <a:pt x="25991" y="49204"/>
                  </a:lnTo>
                  <a:lnTo>
                    <a:pt x="25828" y="49852"/>
                  </a:lnTo>
                  <a:lnTo>
                    <a:pt x="21581" y="49199"/>
                  </a:lnTo>
                  <a:lnTo>
                    <a:pt x="19245" y="49199"/>
                  </a:lnTo>
                  <a:lnTo>
                    <a:pt x="16975" y="49533"/>
                  </a:lnTo>
                  <a:lnTo>
                    <a:pt x="14839" y="49733"/>
                  </a:lnTo>
                  <a:lnTo>
                    <a:pt x="12769" y="50001"/>
                  </a:lnTo>
                  <a:lnTo>
                    <a:pt x="13170" y="48799"/>
                  </a:lnTo>
                  <a:lnTo>
                    <a:pt x="12169" y="46262"/>
                  </a:lnTo>
                  <a:lnTo>
                    <a:pt x="10767" y="44326"/>
                  </a:lnTo>
                  <a:lnTo>
                    <a:pt x="10255" y="42484"/>
                  </a:lnTo>
                  <a:lnTo>
                    <a:pt x="10224" y="42194"/>
                  </a:lnTo>
                  <a:lnTo>
                    <a:pt x="10102" y="41306"/>
                  </a:lnTo>
                  <a:lnTo>
                    <a:pt x="9742" y="38681"/>
                  </a:lnTo>
                  <a:lnTo>
                    <a:pt x="9606" y="37862"/>
                  </a:lnTo>
                  <a:lnTo>
                    <a:pt x="9411" y="36692"/>
                  </a:lnTo>
                  <a:lnTo>
                    <a:pt x="9388" y="36502"/>
                  </a:lnTo>
                  <a:lnTo>
                    <a:pt x="9165" y="34647"/>
                  </a:lnTo>
                  <a:lnTo>
                    <a:pt x="8564" y="32110"/>
                  </a:lnTo>
                  <a:lnTo>
                    <a:pt x="8297" y="30174"/>
                  </a:lnTo>
                  <a:lnTo>
                    <a:pt x="7362" y="26770"/>
                  </a:lnTo>
                  <a:lnTo>
                    <a:pt x="6695" y="22297"/>
                  </a:lnTo>
                  <a:lnTo>
                    <a:pt x="6912" y="20489"/>
                  </a:lnTo>
                  <a:lnTo>
                    <a:pt x="3971" y="11824"/>
                  </a:lnTo>
                  <a:lnTo>
                    <a:pt x="3790" y="11290"/>
                  </a:lnTo>
                  <a:lnTo>
                    <a:pt x="4551" y="10296"/>
                  </a:lnTo>
                  <a:lnTo>
                    <a:pt x="440" y="6436"/>
                  </a:lnTo>
                  <a:lnTo>
                    <a:pt x="297" y="5554"/>
                  </a:lnTo>
                  <a:lnTo>
                    <a:pt x="0" y="3563"/>
                  </a:lnTo>
                  <a:lnTo>
                    <a:pt x="498" y="3099"/>
                  </a:lnTo>
                  <a:lnTo>
                    <a:pt x="1171" y="2435"/>
                  </a:lnTo>
                  <a:lnTo>
                    <a:pt x="2044" y="3000"/>
                  </a:lnTo>
                  <a:lnTo>
                    <a:pt x="3530" y="3965"/>
                  </a:lnTo>
                  <a:lnTo>
                    <a:pt x="4287" y="4456"/>
                  </a:lnTo>
                  <a:lnTo>
                    <a:pt x="5044" y="5048"/>
                  </a:lnTo>
                  <a:lnTo>
                    <a:pt x="7700" y="3212"/>
                  </a:lnTo>
                  <a:lnTo>
                    <a:pt x="9694" y="578"/>
                  </a:lnTo>
                  <a:lnTo>
                    <a:pt x="10020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2838899" y="2409396"/>
              <a:ext cx="100300" cy="113075"/>
            </a:xfrm>
            <a:custGeom>
              <a:avLst/>
              <a:pathLst>
                <a:path w="100300" h="113075">
                  <a:moveTo>
                    <a:pt x="30129" y="93153"/>
                  </a:moveTo>
                  <a:lnTo>
                    <a:pt x="31665" y="91415"/>
                  </a:lnTo>
                  <a:lnTo>
                    <a:pt x="33400" y="83586"/>
                  </a:lnTo>
                  <a:lnTo>
                    <a:pt x="28461" y="82384"/>
                  </a:lnTo>
                  <a:lnTo>
                    <a:pt x="25808" y="82589"/>
                  </a:lnTo>
                  <a:lnTo>
                    <a:pt x="23899" y="80640"/>
                  </a:lnTo>
                  <a:lnTo>
                    <a:pt x="20668" y="81176"/>
                  </a:lnTo>
                  <a:lnTo>
                    <a:pt x="17587" y="75685"/>
                  </a:lnTo>
                  <a:lnTo>
                    <a:pt x="21327" y="75384"/>
                  </a:lnTo>
                  <a:lnTo>
                    <a:pt x="25316" y="69731"/>
                  </a:lnTo>
                  <a:lnTo>
                    <a:pt x="25274" y="65971"/>
                  </a:lnTo>
                  <a:lnTo>
                    <a:pt x="24836" y="61109"/>
                  </a:lnTo>
                  <a:lnTo>
                    <a:pt x="20894" y="61098"/>
                  </a:lnTo>
                  <a:lnTo>
                    <a:pt x="12488" y="61075"/>
                  </a:lnTo>
                  <a:lnTo>
                    <a:pt x="12273" y="61074"/>
                  </a:lnTo>
                  <a:lnTo>
                    <a:pt x="11136" y="55537"/>
                  </a:lnTo>
                  <a:lnTo>
                    <a:pt x="10984" y="52990"/>
                  </a:lnTo>
                  <a:lnTo>
                    <a:pt x="10850" y="52590"/>
                  </a:lnTo>
                  <a:lnTo>
                    <a:pt x="10717" y="51321"/>
                  </a:lnTo>
                  <a:lnTo>
                    <a:pt x="11117" y="50520"/>
                  </a:lnTo>
                  <a:lnTo>
                    <a:pt x="12119" y="50053"/>
                  </a:lnTo>
                  <a:lnTo>
                    <a:pt x="11985" y="48584"/>
                  </a:lnTo>
                  <a:lnTo>
                    <a:pt x="10316" y="45981"/>
                  </a:lnTo>
                  <a:lnTo>
                    <a:pt x="9715" y="45514"/>
                  </a:lnTo>
                  <a:lnTo>
                    <a:pt x="8314" y="42910"/>
                  </a:lnTo>
                  <a:lnTo>
                    <a:pt x="7846" y="40908"/>
                  </a:lnTo>
                  <a:lnTo>
                    <a:pt x="7579" y="38705"/>
                  </a:lnTo>
                  <a:lnTo>
                    <a:pt x="6378" y="34833"/>
                  </a:lnTo>
                  <a:lnTo>
                    <a:pt x="5777" y="32229"/>
                  </a:lnTo>
                  <a:lnTo>
                    <a:pt x="5176" y="30227"/>
                  </a:lnTo>
                  <a:lnTo>
                    <a:pt x="3908" y="27957"/>
                  </a:lnTo>
                  <a:lnTo>
                    <a:pt x="2372" y="27623"/>
                  </a:lnTo>
                  <a:lnTo>
                    <a:pt x="1705" y="25688"/>
                  </a:lnTo>
                  <a:lnTo>
                    <a:pt x="1104" y="23284"/>
                  </a:lnTo>
                  <a:lnTo>
                    <a:pt x="0" y="19301"/>
                  </a:lnTo>
                  <a:lnTo>
                    <a:pt x="248" y="18354"/>
                  </a:lnTo>
                  <a:lnTo>
                    <a:pt x="649" y="15569"/>
                  </a:lnTo>
                  <a:lnTo>
                    <a:pt x="682" y="12146"/>
                  </a:lnTo>
                  <a:lnTo>
                    <a:pt x="405" y="10976"/>
                  </a:lnTo>
                  <a:lnTo>
                    <a:pt x="81" y="9975"/>
                  </a:lnTo>
                  <a:lnTo>
                    <a:pt x="928" y="9518"/>
                  </a:lnTo>
                  <a:lnTo>
                    <a:pt x="2345" y="8755"/>
                  </a:lnTo>
                  <a:lnTo>
                    <a:pt x="10502" y="3463"/>
                  </a:lnTo>
                  <a:lnTo>
                    <a:pt x="12782" y="1983"/>
                  </a:lnTo>
                  <a:lnTo>
                    <a:pt x="15839" y="0"/>
                  </a:lnTo>
                  <a:lnTo>
                    <a:pt x="16279" y="539"/>
                  </a:lnTo>
                  <a:lnTo>
                    <a:pt x="16732" y="1094"/>
                  </a:lnTo>
                  <a:lnTo>
                    <a:pt x="17518" y="2103"/>
                  </a:lnTo>
                  <a:lnTo>
                    <a:pt x="17835" y="2510"/>
                  </a:lnTo>
                  <a:lnTo>
                    <a:pt x="17969" y="2683"/>
                  </a:lnTo>
                  <a:lnTo>
                    <a:pt x="18316" y="3158"/>
                  </a:lnTo>
                  <a:lnTo>
                    <a:pt x="18428" y="3312"/>
                  </a:lnTo>
                  <a:lnTo>
                    <a:pt x="21212" y="7129"/>
                  </a:lnTo>
                  <a:lnTo>
                    <a:pt x="22065" y="8273"/>
                  </a:lnTo>
                  <a:lnTo>
                    <a:pt x="23136" y="9707"/>
                  </a:lnTo>
                  <a:lnTo>
                    <a:pt x="25804" y="13281"/>
                  </a:lnTo>
                  <a:lnTo>
                    <a:pt x="26085" y="13537"/>
                  </a:lnTo>
                  <a:lnTo>
                    <a:pt x="26296" y="13730"/>
                  </a:lnTo>
                  <a:lnTo>
                    <a:pt x="26610" y="13881"/>
                  </a:lnTo>
                  <a:lnTo>
                    <a:pt x="29318" y="15185"/>
                  </a:lnTo>
                  <a:lnTo>
                    <a:pt x="29799" y="15417"/>
                  </a:lnTo>
                  <a:lnTo>
                    <a:pt x="31184" y="17739"/>
                  </a:lnTo>
                  <a:lnTo>
                    <a:pt x="31645" y="18512"/>
                  </a:lnTo>
                  <a:lnTo>
                    <a:pt x="33236" y="21180"/>
                  </a:lnTo>
                  <a:lnTo>
                    <a:pt x="33697" y="21953"/>
                  </a:lnTo>
                  <a:lnTo>
                    <a:pt x="34195" y="22644"/>
                  </a:lnTo>
                  <a:lnTo>
                    <a:pt x="34523" y="23098"/>
                  </a:lnTo>
                  <a:lnTo>
                    <a:pt x="35677" y="24700"/>
                  </a:lnTo>
                  <a:lnTo>
                    <a:pt x="36395" y="25696"/>
                  </a:lnTo>
                  <a:lnTo>
                    <a:pt x="36606" y="25891"/>
                  </a:lnTo>
                  <a:lnTo>
                    <a:pt x="37134" y="26379"/>
                  </a:lnTo>
                  <a:lnTo>
                    <a:pt x="40371" y="29374"/>
                  </a:lnTo>
                  <a:lnTo>
                    <a:pt x="41260" y="30352"/>
                  </a:lnTo>
                  <a:lnTo>
                    <a:pt x="41952" y="31113"/>
                  </a:lnTo>
                  <a:lnTo>
                    <a:pt x="42336" y="31536"/>
                  </a:lnTo>
                  <a:lnTo>
                    <a:pt x="43739" y="33088"/>
                  </a:lnTo>
                  <a:lnTo>
                    <a:pt x="44080" y="32811"/>
                  </a:lnTo>
                  <a:lnTo>
                    <a:pt x="44594" y="32395"/>
                  </a:lnTo>
                  <a:lnTo>
                    <a:pt x="47427" y="30099"/>
                  </a:lnTo>
                  <a:lnTo>
                    <a:pt x="48039" y="29603"/>
                  </a:lnTo>
                  <a:lnTo>
                    <a:pt x="48643" y="29114"/>
                  </a:lnTo>
                  <a:lnTo>
                    <a:pt x="51613" y="26707"/>
                  </a:lnTo>
                  <a:lnTo>
                    <a:pt x="52186" y="26243"/>
                  </a:lnTo>
                  <a:lnTo>
                    <a:pt x="52716" y="25814"/>
                  </a:lnTo>
                  <a:lnTo>
                    <a:pt x="53359" y="25293"/>
                  </a:lnTo>
                  <a:lnTo>
                    <a:pt x="53945" y="24841"/>
                  </a:lnTo>
                  <a:lnTo>
                    <a:pt x="54612" y="24327"/>
                  </a:lnTo>
                  <a:lnTo>
                    <a:pt x="55850" y="23372"/>
                  </a:lnTo>
                  <a:lnTo>
                    <a:pt x="57021" y="22469"/>
                  </a:lnTo>
                  <a:lnTo>
                    <a:pt x="57796" y="21872"/>
                  </a:lnTo>
                  <a:lnTo>
                    <a:pt x="58227" y="21539"/>
                  </a:lnTo>
                  <a:lnTo>
                    <a:pt x="58486" y="21331"/>
                  </a:lnTo>
                  <a:lnTo>
                    <a:pt x="58871" y="21021"/>
                  </a:lnTo>
                  <a:lnTo>
                    <a:pt x="59421" y="20579"/>
                  </a:lnTo>
                  <a:lnTo>
                    <a:pt x="62287" y="18275"/>
                  </a:lnTo>
                  <a:lnTo>
                    <a:pt x="62584" y="18036"/>
                  </a:lnTo>
                  <a:lnTo>
                    <a:pt x="62908" y="17756"/>
                  </a:lnTo>
                  <a:lnTo>
                    <a:pt x="63497" y="17246"/>
                  </a:lnTo>
                  <a:lnTo>
                    <a:pt x="65680" y="15353"/>
                  </a:lnTo>
                  <a:lnTo>
                    <a:pt x="65928" y="15138"/>
                  </a:lnTo>
                  <a:lnTo>
                    <a:pt x="66555" y="14651"/>
                  </a:lnTo>
                  <a:lnTo>
                    <a:pt x="66889" y="14511"/>
                  </a:lnTo>
                  <a:lnTo>
                    <a:pt x="67594" y="14928"/>
                  </a:lnTo>
                  <a:lnTo>
                    <a:pt x="67433" y="16274"/>
                  </a:lnTo>
                  <a:lnTo>
                    <a:pt x="67010" y="17246"/>
                  </a:lnTo>
                  <a:lnTo>
                    <a:pt x="66120" y="19286"/>
                  </a:lnTo>
                  <a:lnTo>
                    <a:pt x="65900" y="19754"/>
                  </a:lnTo>
                  <a:lnTo>
                    <a:pt x="65513" y="20579"/>
                  </a:lnTo>
                  <a:lnTo>
                    <a:pt x="64678" y="22362"/>
                  </a:lnTo>
                  <a:lnTo>
                    <a:pt x="64490" y="23372"/>
                  </a:lnTo>
                  <a:lnTo>
                    <a:pt x="64307" y="24349"/>
                  </a:lnTo>
                  <a:lnTo>
                    <a:pt x="64122" y="25342"/>
                  </a:lnTo>
                  <a:lnTo>
                    <a:pt x="63820" y="26640"/>
                  </a:lnTo>
                  <a:lnTo>
                    <a:pt x="63740" y="26988"/>
                  </a:lnTo>
                  <a:lnTo>
                    <a:pt x="62820" y="31171"/>
                  </a:lnTo>
                  <a:lnTo>
                    <a:pt x="63108" y="31937"/>
                  </a:lnTo>
                  <a:lnTo>
                    <a:pt x="64363" y="33112"/>
                  </a:lnTo>
                  <a:lnTo>
                    <a:pt x="66659" y="33993"/>
                  </a:lnTo>
                  <a:lnTo>
                    <a:pt x="69120" y="33993"/>
                  </a:lnTo>
                  <a:lnTo>
                    <a:pt x="69903" y="33993"/>
                  </a:lnTo>
                  <a:lnTo>
                    <a:pt x="70464" y="33993"/>
                  </a:lnTo>
                  <a:lnTo>
                    <a:pt x="71092" y="33993"/>
                  </a:lnTo>
                  <a:lnTo>
                    <a:pt x="72068" y="34008"/>
                  </a:lnTo>
                  <a:lnTo>
                    <a:pt x="74148" y="34040"/>
                  </a:lnTo>
                  <a:lnTo>
                    <a:pt x="76913" y="34082"/>
                  </a:lnTo>
                  <a:lnTo>
                    <a:pt x="79369" y="34119"/>
                  </a:lnTo>
                  <a:lnTo>
                    <a:pt x="81612" y="34153"/>
                  </a:lnTo>
                  <a:lnTo>
                    <a:pt x="81409" y="36826"/>
                  </a:lnTo>
                  <a:lnTo>
                    <a:pt x="81318" y="38025"/>
                  </a:lnTo>
                  <a:lnTo>
                    <a:pt x="80243" y="39232"/>
                  </a:lnTo>
                  <a:lnTo>
                    <a:pt x="78793" y="39469"/>
                  </a:lnTo>
                  <a:lnTo>
                    <a:pt x="70531" y="40820"/>
                  </a:lnTo>
                  <a:lnTo>
                    <a:pt x="68772" y="41108"/>
                  </a:lnTo>
                  <a:lnTo>
                    <a:pt x="67083" y="42355"/>
                  </a:lnTo>
                  <a:lnTo>
                    <a:pt x="67552" y="43186"/>
                  </a:lnTo>
                  <a:lnTo>
                    <a:pt x="69503" y="46638"/>
                  </a:lnTo>
                  <a:lnTo>
                    <a:pt x="71551" y="50026"/>
                  </a:lnTo>
                  <a:lnTo>
                    <a:pt x="79694" y="47509"/>
                  </a:lnTo>
                  <a:lnTo>
                    <a:pt x="79773" y="47748"/>
                  </a:lnTo>
                  <a:lnTo>
                    <a:pt x="80164" y="48918"/>
                  </a:lnTo>
                  <a:lnTo>
                    <a:pt x="82991" y="48705"/>
                  </a:lnTo>
                  <a:lnTo>
                    <a:pt x="84659" y="48579"/>
                  </a:lnTo>
                  <a:lnTo>
                    <a:pt x="84886" y="49611"/>
                  </a:lnTo>
                  <a:lnTo>
                    <a:pt x="85197" y="51021"/>
                  </a:lnTo>
                  <a:lnTo>
                    <a:pt x="86125" y="51076"/>
                  </a:lnTo>
                  <a:lnTo>
                    <a:pt x="88241" y="51202"/>
                  </a:lnTo>
                  <a:lnTo>
                    <a:pt x="90194" y="51001"/>
                  </a:lnTo>
                  <a:lnTo>
                    <a:pt x="90465" y="50771"/>
                  </a:lnTo>
                  <a:lnTo>
                    <a:pt x="92364" y="49156"/>
                  </a:lnTo>
                  <a:lnTo>
                    <a:pt x="93391" y="48281"/>
                  </a:lnTo>
                  <a:lnTo>
                    <a:pt x="95692" y="46339"/>
                  </a:lnTo>
                  <a:lnTo>
                    <a:pt x="98218" y="44207"/>
                  </a:lnTo>
                  <a:lnTo>
                    <a:pt x="100300" y="46423"/>
                  </a:lnTo>
                  <a:lnTo>
                    <a:pt x="96789" y="49603"/>
                  </a:lnTo>
                  <a:lnTo>
                    <a:pt x="96968" y="55994"/>
                  </a:lnTo>
                  <a:lnTo>
                    <a:pt x="97150" y="62449"/>
                  </a:lnTo>
                  <a:lnTo>
                    <a:pt x="97194" y="63707"/>
                  </a:lnTo>
                  <a:lnTo>
                    <a:pt x="97225" y="64617"/>
                  </a:lnTo>
                  <a:lnTo>
                    <a:pt x="97388" y="69283"/>
                  </a:lnTo>
                  <a:lnTo>
                    <a:pt x="97452" y="71108"/>
                  </a:lnTo>
                  <a:lnTo>
                    <a:pt x="97470" y="71624"/>
                  </a:lnTo>
                  <a:lnTo>
                    <a:pt x="97470" y="71906"/>
                  </a:lnTo>
                  <a:lnTo>
                    <a:pt x="97695" y="73316"/>
                  </a:lnTo>
                  <a:lnTo>
                    <a:pt x="97755" y="73690"/>
                  </a:lnTo>
                  <a:lnTo>
                    <a:pt x="98352" y="77434"/>
                  </a:lnTo>
                  <a:lnTo>
                    <a:pt x="98682" y="78992"/>
                  </a:lnTo>
                  <a:lnTo>
                    <a:pt x="100029" y="85346"/>
                  </a:lnTo>
                  <a:lnTo>
                    <a:pt x="91107" y="86061"/>
                  </a:lnTo>
                  <a:lnTo>
                    <a:pt x="91143" y="86574"/>
                  </a:lnTo>
                  <a:lnTo>
                    <a:pt x="91152" y="86719"/>
                  </a:lnTo>
                  <a:lnTo>
                    <a:pt x="91163" y="86896"/>
                  </a:lnTo>
                  <a:lnTo>
                    <a:pt x="91195" y="87423"/>
                  </a:lnTo>
                  <a:lnTo>
                    <a:pt x="91211" y="87672"/>
                  </a:lnTo>
                  <a:lnTo>
                    <a:pt x="91228" y="87958"/>
                  </a:lnTo>
                  <a:lnTo>
                    <a:pt x="91138" y="88488"/>
                  </a:lnTo>
                  <a:lnTo>
                    <a:pt x="90897" y="89891"/>
                  </a:lnTo>
                  <a:lnTo>
                    <a:pt x="93930" y="89490"/>
                  </a:lnTo>
                  <a:lnTo>
                    <a:pt x="94122" y="89543"/>
                  </a:lnTo>
                  <a:lnTo>
                    <a:pt x="94306" y="89594"/>
                  </a:lnTo>
                  <a:lnTo>
                    <a:pt x="94915" y="89810"/>
                  </a:lnTo>
                  <a:lnTo>
                    <a:pt x="95315" y="90131"/>
                  </a:lnTo>
                  <a:lnTo>
                    <a:pt x="95540" y="90432"/>
                  </a:lnTo>
                  <a:lnTo>
                    <a:pt x="94175" y="91133"/>
                  </a:lnTo>
                  <a:lnTo>
                    <a:pt x="92004" y="92249"/>
                  </a:lnTo>
                  <a:lnTo>
                    <a:pt x="89419" y="93576"/>
                  </a:lnTo>
                  <a:lnTo>
                    <a:pt x="88064" y="94291"/>
                  </a:lnTo>
                  <a:lnTo>
                    <a:pt x="86669" y="95026"/>
                  </a:lnTo>
                  <a:lnTo>
                    <a:pt x="86501" y="95115"/>
                  </a:lnTo>
                  <a:lnTo>
                    <a:pt x="84900" y="96136"/>
                  </a:lnTo>
                  <a:lnTo>
                    <a:pt x="84648" y="96297"/>
                  </a:lnTo>
                  <a:lnTo>
                    <a:pt x="83484" y="97039"/>
                  </a:lnTo>
                  <a:lnTo>
                    <a:pt x="83691" y="97335"/>
                  </a:lnTo>
                  <a:lnTo>
                    <a:pt x="80889" y="99289"/>
                  </a:lnTo>
                  <a:lnTo>
                    <a:pt x="79934" y="99956"/>
                  </a:lnTo>
                  <a:lnTo>
                    <a:pt x="76704" y="102208"/>
                  </a:lnTo>
                  <a:lnTo>
                    <a:pt x="76715" y="102412"/>
                  </a:lnTo>
                  <a:lnTo>
                    <a:pt x="76724" y="102580"/>
                  </a:lnTo>
                  <a:lnTo>
                    <a:pt x="76794" y="103931"/>
                  </a:lnTo>
                  <a:lnTo>
                    <a:pt x="76815" y="104334"/>
                  </a:lnTo>
                  <a:lnTo>
                    <a:pt x="76905" y="106074"/>
                  </a:lnTo>
                  <a:lnTo>
                    <a:pt x="76913" y="106235"/>
                  </a:lnTo>
                  <a:lnTo>
                    <a:pt x="77099" y="110011"/>
                  </a:lnTo>
                  <a:lnTo>
                    <a:pt x="77075" y="110980"/>
                  </a:lnTo>
                  <a:lnTo>
                    <a:pt x="76595" y="112195"/>
                  </a:lnTo>
                  <a:lnTo>
                    <a:pt x="76154" y="112769"/>
                  </a:lnTo>
                  <a:lnTo>
                    <a:pt x="76021" y="112866"/>
                  </a:lnTo>
                  <a:lnTo>
                    <a:pt x="75754" y="113063"/>
                  </a:lnTo>
                  <a:lnTo>
                    <a:pt x="75596" y="113037"/>
                  </a:lnTo>
                  <a:lnTo>
                    <a:pt x="74579" y="112876"/>
                  </a:lnTo>
                  <a:lnTo>
                    <a:pt x="74078" y="112718"/>
                  </a:lnTo>
                  <a:lnTo>
                    <a:pt x="73350" y="112488"/>
                  </a:lnTo>
                  <a:lnTo>
                    <a:pt x="72002" y="111861"/>
                  </a:lnTo>
                  <a:lnTo>
                    <a:pt x="70400" y="110969"/>
                  </a:lnTo>
                  <a:lnTo>
                    <a:pt x="70179" y="110846"/>
                  </a:lnTo>
                  <a:lnTo>
                    <a:pt x="69449" y="110439"/>
                  </a:lnTo>
                  <a:lnTo>
                    <a:pt x="67543" y="109378"/>
                  </a:lnTo>
                  <a:lnTo>
                    <a:pt x="67307" y="109197"/>
                  </a:lnTo>
                  <a:lnTo>
                    <a:pt x="66926" y="109647"/>
                  </a:lnTo>
                  <a:lnTo>
                    <a:pt x="66203" y="110738"/>
                  </a:lnTo>
                  <a:lnTo>
                    <a:pt x="65894" y="111203"/>
                  </a:lnTo>
                  <a:lnTo>
                    <a:pt x="64651" y="113075"/>
                  </a:lnTo>
                  <a:lnTo>
                    <a:pt x="62323" y="111584"/>
                  </a:lnTo>
                  <a:lnTo>
                    <a:pt x="61237" y="110888"/>
                  </a:lnTo>
                  <a:lnTo>
                    <a:pt x="61026" y="110752"/>
                  </a:lnTo>
                  <a:lnTo>
                    <a:pt x="58189" y="108934"/>
                  </a:lnTo>
                  <a:lnTo>
                    <a:pt x="57955" y="108784"/>
                  </a:lnTo>
                  <a:lnTo>
                    <a:pt x="57825" y="108701"/>
                  </a:lnTo>
                  <a:lnTo>
                    <a:pt x="55266" y="107043"/>
                  </a:lnTo>
                  <a:lnTo>
                    <a:pt x="54671" y="106657"/>
                  </a:lnTo>
                  <a:lnTo>
                    <a:pt x="54358" y="106455"/>
                  </a:lnTo>
                  <a:lnTo>
                    <a:pt x="53734" y="106050"/>
                  </a:lnTo>
                  <a:lnTo>
                    <a:pt x="53568" y="105946"/>
                  </a:lnTo>
                  <a:lnTo>
                    <a:pt x="52797" y="105467"/>
                  </a:lnTo>
                  <a:lnTo>
                    <a:pt x="50584" y="104090"/>
                  </a:lnTo>
                  <a:lnTo>
                    <a:pt x="49805" y="103564"/>
                  </a:lnTo>
                  <a:lnTo>
                    <a:pt x="49508" y="103364"/>
                  </a:lnTo>
                  <a:lnTo>
                    <a:pt x="49250" y="103207"/>
                  </a:lnTo>
                  <a:lnTo>
                    <a:pt x="45408" y="100883"/>
                  </a:lnTo>
                  <a:lnTo>
                    <a:pt x="44114" y="100056"/>
                  </a:lnTo>
                  <a:lnTo>
                    <a:pt x="43911" y="99926"/>
                  </a:lnTo>
                  <a:lnTo>
                    <a:pt x="43710" y="99797"/>
                  </a:lnTo>
                  <a:lnTo>
                    <a:pt x="43470" y="99644"/>
                  </a:lnTo>
                  <a:lnTo>
                    <a:pt x="39573" y="97325"/>
                  </a:lnTo>
                  <a:lnTo>
                    <a:pt x="39295" y="97159"/>
                  </a:lnTo>
                  <a:lnTo>
                    <a:pt x="39061" y="97020"/>
                  </a:lnTo>
                  <a:lnTo>
                    <a:pt x="38477" y="96521"/>
                  </a:lnTo>
                  <a:lnTo>
                    <a:pt x="38276" y="96362"/>
                  </a:lnTo>
                  <a:lnTo>
                    <a:pt x="38048" y="96181"/>
                  </a:lnTo>
                  <a:lnTo>
                    <a:pt x="37066" y="95402"/>
                  </a:lnTo>
                  <a:lnTo>
                    <a:pt x="33513" y="93586"/>
                  </a:lnTo>
                  <a:lnTo>
                    <a:pt x="33311" y="934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779034" y="2356504"/>
              <a:ext cx="158507" cy="91569"/>
            </a:xfrm>
            <a:custGeom>
              <a:avLst/>
              <a:pathLst>
                <a:path w="158507" h="91569">
                  <a:moveTo>
                    <a:pt x="85066" y="8067"/>
                  </a:moveTo>
                  <a:lnTo>
                    <a:pt x="85402" y="8702"/>
                  </a:lnTo>
                  <a:lnTo>
                    <a:pt x="88078" y="8131"/>
                  </a:lnTo>
                  <a:lnTo>
                    <a:pt x="91791" y="5811"/>
                  </a:lnTo>
                  <a:lnTo>
                    <a:pt x="96080" y="4450"/>
                  </a:lnTo>
                  <a:lnTo>
                    <a:pt x="104692" y="2424"/>
                  </a:lnTo>
                  <a:lnTo>
                    <a:pt x="108034" y="1637"/>
                  </a:lnTo>
                  <a:lnTo>
                    <a:pt x="109034" y="1402"/>
                  </a:lnTo>
                  <a:lnTo>
                    <a:pt x="114528" y="2012"/>
                  </a:lnTo>
                  <a:lnTo>
                    <a:pt x="117109" y="2299"/>
                  </a:lnTo>
                  <a:lnTo>
                    <a:pt x="122928" y="5914"/>
                  </a:lnTo>
                  <a:lnTo>
                    <a:pt x="123197" y="6080"/>
                  </a:lnTo>
                  <a:lnTo>
                    <a:pt x="123028" y="12630"/>
                  </a:lnTo>
                  <a:lnTo>
                    <a:pt x="119624" y="12617"/>
                  </a:lnTo>
                  <a:lnTo>
                    <a:pt x="119095" y="19538"/>
                  </a:lnTo>
                  <a:lnTo>
                    <a:pt x="128900" y="20499"/>
                  </a:lnTo>
                  <a:lnTo>
                    <a:pt x="128772" y="22037"/>
                  </a:lnTo>
                  <a:lnTo>
                    <a:pt x="135949" y="27036"/>
                  </a:lnTo>
                  <a:lnTo>
                    <a:pt x="136533" y="26485"/>
                  </a:lnTo>
                  <a:lnTo>
                    <a:pt x="136683" y="26342"/>
                  </a:lnTo>
                  <a:lnTo>
                    <a:pt x="139475" y="23704"/>
                  </a:lnTo>
                  <a:lnTo>
                    <a:pt x="140130" y="23084"/>
                  </a:lnTo>
                  <a:lnTo>
                    <a:pt x="147549" y="27548"/>
                  </a:lnTo>
                  <a:lnTo>
                    <a:pt x="145137" y="31533"/>
                  </a:lnTo>
                  <a:lnTo>
                    <a:pt x="149026" y="33212"/>
                  </a:lnTo>
                  <a:lnTo>
                    <a:pt x="153573" y="35175"/>
                  </a:lnTo>
                  <a:lnTo>
                    <a:pt x="153380" y="39404"/>
                  </a:lnTo>
                  <a:lnTo>
                    <a:pt x="155367" y="44018"/>
                  </a:lnTo>
                  <a:lnTo>
                    <a:pt x="156357" y="44761"/>
                  </a:lnTo>
                  <a:lnTo>
                    <a:pt x="157930" y="45941"/>
                  </a:lnTo>
                  <a:lnTo>
                    <a:pt x="158342" y="49323"/>
                  </a:lnTo>
                  <a:lnTo>
                    <a:pt x="158507" y="50683"/>
                  </a:lnTo>
                  <a:lnTo>
                    <a:pt x="155687" y="58181"/>
                  </a:lnTo>
                  <a:lnTo>
                    <a:pt x="154844" y="62102"/>
                  </a:lnTo>
                  <a:lnTo>
                    <a:pt x="153508" y="68306"/>
                  </a:lnTo>
                  <a:lnTo>
                    <a:pt x="152661" y="68677"/>
                  </a:lnTo>
                  <a:lnTo>
                    <a:pt x="150432" y="69652"/>
                  </a:lnTo>
                  <a:lnTo>
                    <a:pt x="150090" y="72295"/>
                  </a:lnTo>
                  <a:lnTo>
                    <a:pt x="151025" y="73630"/>
                  </a:lnTo>
                  <a:lnTo>
                    <a:pt x="151666" y="76074"/>
                  </a:lnTo>
                  <a:lnTo>
                    <a:pt x="151991" y="78034"/>
                  </a:lnTo>
                  <a:lnTo>
                    <a:pt x="153373" y="81202"/>
                  </a:lnTo>
                  <a:lnTo>
                    <a:pt x="153348" y="83243"/>
                  </a:lnTo>
                  <a:lnTo>
                    <a:pt x="152827" y="84204"/>
                  </a:lnTo>
                  <a:lnTo>
                    <a:pt x="152507" y="85366"/>
                  </a:lnTo>
                  <a:lnTo>
                    <a:pt x="152106" y="87569"/>
                  </a:lnTo>
                  <a:lnTo>
                    <a:pt x="151946" y="88450"/>
                  </a:lnTo>
                  <a:lnTo>
                    <a:pt x="149857" y="89592"/>
                  </a:lnTo>
                  <a:lnTo>
                    <a:pt x="143832" y="91569"/>
                  </a:lnTo>
                  <a:lnTo>
                    <a:pt x="141183" y="90917"/>
                  </a:lnTo>
                  <a:lnTo>
                    <a:pt x="141274" y="89718"/>
                  </a:lnTo>
                  <a:lnTo>
                    <a:pt x="141467" y="87045"/>
                  </a:lnTo>
                  <a:lnTo>
                    <a:pt x="139234" y="87011"/>
                  </a:lnTo>
                  <a:lnTo>
                    <a:pt x="136778" y="86974"/>
                  </a:lnTo>
                  <a:lnTo>
                    <a:pt x="134013" y="86931"/>
                  </a:lnTo>
                  <a:lnTo>
                    <a:pt x="131933" y="86900"/>
                  </a:lnTo>
                  <a:lnTo>
                    <a:pt x="130957" y="86885"/>
                  </a:lnTo>
                  <a:lnTo>
                    <a:pt x="130329" y="86885"/>
                  </a:lnTo>
                  <a:lnTo>
                    <a:pt x="129768" y="86885"/>
                  </a:lnTo>
                  <a:lnTo>
                    <a:pt x="128985" y="86885"/>
                  </a:lnTo>
                  <a:lnTo>
                    <a:pt x="126524" y="86885"/>
                  </a:lnTo>
                  <a:lnTo>
                    <a:pt x="124228" y="86004"/>
                  </a:lnTo>
                  <a:lnTo>
                    <a:pt x="122973" y="84829"/>
                  </a:lnTo>
                  <a:lnTo>
                    <a:pt x="122671" y="83895"/>
                  </a:lnTo>
                  <a:lnTo>
                    <a:pt x="123605" y="79880"/>
                  </a:lnTo>
                  <a:lnTo>
                    <a:pt x="123712" y="79417"/>
                  </a:lnTo>
                  <a:lnTo>
                    <a:pt x="123987" y="78234"/>
                  </a:lnTo>
                  <a:lnTo>
                    <a:pt x="124172" y="77241"/>
                  </a:lnTo>
                  <a:lnTo>
                    <a:pt x="124355" y="76264"/>
                  </a:lnTo>
                  <a:lnTo>
                    <a:pt x="124543" y="75254"/>
                  </a:lnTo>
                  <a:lnTo>
                    <a:pt x="125378" y="73471"/>
                  </a:lnTo>
                  <a:lnTo>
                    <a:pt x="125765" y="72646"/>
                  </a:lnTo>
                  <a:lnTo>
                    <a:pt x="125985" y="72178"/>
                  </a:lnTo>
                  <a:lnTo>
                    <a:pt x="126875" y="70137"/>
                  </a:lnTo>
                  <a:lnTo>
                    <a:pt x="127298" y="69166"/>
                  </a:lnTo>
                  <a:lnTo>
                    <a:pt x="127444" y="67811"/>
                  </a:lnTo>
                  <a:lnTo>
                    <a:pt x="126754" y="67403"/>
                  </a:lnTo>
                  <a:lnTo>
                    <a:pt x="126294" y="67596"/>
                  </a:lnTo>
                  <a:lnTo>
                    <a:pt x="125793" y="68030"/>
                  </a:lnTo>
                  <a:lnTo>
                    <a:pt x="125545" y="68245"/>
                  </a:lnTo>
                  <a:lnTo>
                    <a:pt x="123361" y="70137"/>
                  </a:lnTo>
                  <a:lnTo>
                    <a:pt x="122773" y="70647"/>
                  </a:lnTo>
                  <a:lnTo>
                    <a:pt x="122449" y="70928"/>
                  </a:lnTo>
                  <a:lnTo>
                    <a:pt x="122152" y="71167"/>
                  </a:lnTo>
                  <a:lnTo>
                    <a:pt x="119203" y="73538"/>
                  </a:lnTo>
                  <a:lnTo>
                    <a:pt x="118736" y="73913"/>
                  </a:lnTo>
                  <a:lnTo>
                    <a:pt x="118351" y="74223"/>
                  </a:lnTo>
                  <a:lnTo>
                    <a:pt x="118092" y="74431"/>
                  </a:lnTo>
                  <a:lnTo>
                    <a:pt x="117661" y="74764"/>
                  </a:lnTo>
                  <a:lnTo>
                    <a:pt x="116886" y="75361"/>
                  </a:lnTo>
                  <a:lnTo>
                    <a:pt x="115715" y="76264"/>
                  </a:lnTo>
                  <a:lnTo>
                    <a:pt x="114477" y="77219"/>
                  </a:lnTo>
                  <a:lnTo>
                    <a:pt x="113810" y="77733"/>
                  </a:lnTo>
                  <a:lnTo>
                    <a:pt x="113224" y="78185"/>
                  </a:lnTo>
                  <a:lnTo>
                    <a:pt x="112581" y="78706"/>
                  </a:lnTo>
                  <a:lnTo>
                    <a:pt x="112051" y="79134"/>
                  </a:lnTo>
                  <a:lnTo>
                    <a:pt x="111478" y="79599"/>
                  </a:lnTo>
                  <a:lnTo>
                    <a:pt x="108508" y="82006"/>
                  </a:lnTo>
                  <a:lnTo>
                    <a:pt x="107904" y="82495"/>
                  </a:lnTo>
                  <a:lnTo>
                    <a:pt x="107292" y="82991"/>
                  </a:lnTo>
                  <a:lnTo>
                    <a:pt x="104459" y="85287"/>
                  </a:lnTo>
                  <a:lnTo>
                    <a:pt x="103945" y="85703"/>
                  </a:lnTo>
                  <a:lnTo>
                    <a:pt x="103541" y="85902"/>
                  </a:lnTo>
                  <a:lnTo>
                    <a:pt x="102096" y="84312"/>
                  </a:lnTo>
                  <a:lnTo>
                    <a:pt x="101817" y="84005"/>
                  </a:lnTo>
                  <a:lnTo>
                    <a:pt x="101125" y="83244"/>
                  </a:lnTo>
                  <a:lnTo>
                    <a:pt x="100236" y="82265"/>
                  </a:lnTo>
                  <a:lnTo>
                    <a:pt x="96999" y="79271"/>
                  </a:lnTo>
                  <a:lnTo>
                    <a:pt x="96471" y="78782"/>
                  </a:lnTo>
                  <a:lnTo>
                    <a:pt x="96260" y="78588"/>
                  </a:lnTo>
                  <a:lnTo>
                    <a:pt x="95542" y="77592"/>
                  </a:lnTo>
                  <a:lnTo>
                    <a:pt x="94388" y="75990"/>
                  </a:lnTo>
                  <a:lnTo>
                    <a:pt x="94060" y="75535"/>
                  </a:lnTo>
                  <a:lnTo>
                    <a:pt x="93562" y="74845"/>
                  </a:lnTo>
                  <a:lnTo>
                    <a:pt x="93101" y="74072"/>
                  </a:lnTo>
                  <a:lnTo>
                    <a:pt x="91510" y="71404"/>
                  </a:lnTo>
                  <a:lnTo>
                    <a:pt x="91049" y="70631"/>
                  </a:lnTo>
                  <a:lnTo>
                    <a:pt x="89664" y="68309"/>
                  </a:lnTo>
                  <a:lnTo>
                    <a:pt x="89183" y="68077"/>
                  </a:lnTo>
                  <a:lnTo>
                    <a:pt x="86475" y="66773"/>
                  </a:lnTo>
                  <a:lnTo>
                    <a:pt x="86161" y="66622"/>
                  </a:lnTo>
                  <a:lnTo>
                    <a:pt x="85950" y="66429"/>
                  </a:lnTo>
                  <a:lnTo>
                    <a:pt x="85669" y="66173"/>
                  </a:lnTo>
                  <a:lnTo>
                    <a:pt x="83001" y="62599"/>
                  </a:lnTo>
                  <a:lnTo>
                    <a:pt x="81930" y="61165"/>
                  </a:lnTo>
                  <a:lnTo>
                    <a:pt x="81077" y="60021"/>
                  </a:lnTo>
                  <a:lnTo>
                    <a:pt x="78293" y="56203"/>
                  </a:lnTo>
                  <a:lnTo>
                    <a:pt x="78181" y="56050"/>
                  </a:lnTo>
                  <a:lnTo>
                    <a:pt x="77834" y="55575"/>
                  </a:lnTo>
                  <a:lnTo>
                    <a:pt x="77700" y="55402"/>
                  </a:lnTo>
                  <a:lnTo>
                    <a:pt x="77383" y="54994"/>
                  </a:lnTo>
                  <a:lnTo>
                    <a:pt x="76597" y="53986"/>
                  </a:lnTo>
                  <a:lnTo>
                    <a:pt x="76144" y="53431"/>
                  </a:lnTo>
                  <a:lnTo>
                    <a:pt x="75704" y="52891"/>
                  </a:lnTo>
                  <a:lnTo>
                    <a:pt x="72647" y="54875"/>
                  </a:lnTo>
                  <a:lnTo>
                    <a:pt x="70367" y="56354"/>
                  </a:lnTo>
                  <a:lnTo>
                    <a:pt x="62210" y="61647"/>
                  </a:lnTo>
                  <a:lnTo>
                    <a:pt x="60793" y="62410"/>
                  </a:lnTo>
                  <a:lnTo>
                    <a:pt x="59941" y="62869"/>
                  </a:lnTo>
                  <a:lnTo>
                    <a:pt x="59512" y="61566"/>
                  </a:lnTo>
                  <a:lnTo>
                    <a:pt x="58661" y="59897"/>
                  </a:lnTo>
                  <a:lnTo>
                    <a:pt x="57944" y="59363"/>
                  </a:lnTo>
                  <a:lnTo>
                    <a:pt x="56809" y="58829"/>
                  </a:lnTo>
                  <a:lnTo>
                    <a:pt x="56275" y="58329"/>
                  </a:lnTo>
                  <a:lnTo>
                    <a:pt x="54706" y="56226"/>
                  </a:lnTo>
                  <a:lnTo>
                    <a:pt x="53229" y="55182"/>
                  </a:lnTo>
                  <a:lnTo>
                    <a:pt x="51635" y="54057"/>
                  </a:lnTo>
                  <a:lnTo>
                    <a:pt x="51230" y="53865"/>
                  </a:lnTo>
                  <a:lnTo>
                    <a:pt x="49232" y="52922"/>
                  </a:lnTo>
                  <a:lnTo>
                    <a:pt x="45069" y="52037"/>
                  </a:lnTo>
                  <a:lnTo>
                    <a:pt x="44748" y="51947"/>
                  </a:lnTo>
                  <a:lnTo>
                    <a:pt x="43364" y="51563"/>
                  </a:lnTo>
                  <a:lnTo>
                    <a:pt x="41288" y="50986"/>
                  </a:lnTo>
                  <a:lnTo>
                    <a:pt x="38184" y="50418"/>
                  </a:lnTo>
                  <a:lnTo>
                    <a:pt x="35880" y="50418"/>
                  </a:lnTo>
                  <a:lnTo>
                    <a:pt x="34924" y="50445"/>
                  </a:lnTo>
                  <a:lnTo>
                    <a:pt x="33478" y="50485"/>
                  </a:lnTo>
                  <a:lnTo>
                    <a:pt x="32477" y="50418"/>
                  </a:lnTo>
                  <a:lnTo>
                    <a:pt x="31275" y="49918"/>
                  </a:lnTo>
                  <a:lnTo>
                    <a:pt x="30320" y="48593"/>
                  </a:lnTo>
                  <a:lnTo>
                    <a:pt x="29340" y="46855"/>
                  </a:lnTo>
                  <a:lnTo>
                    <a:pt x="28515" y="45363"/>
                  </a:lnTo>
                  <a:lnTo>
                    <a:pt x="28397" y="45051"/>
                  </a:lnTo>
                  <a:lnTo>
                    <a:pt x="28219" y="44580"/>
                  </a:lnTo>
                  <a:lnTo>
                    <a:pt x="28085" y="44221"/>
                  </a:lnTo>
                  <a:lnTo>
                    <a:pt x="27470" y="42575"/>
                  </a:lnTo>
                  <a:lnTo>
                    <a:pt x="27026" y="41827"/>
                  </a:lnTo>
                  <a:lnTo>
                    <a:pt x="24983" y="30772"/>
                  </a:lnTo>
                  <a:lnTo>
                    <a:pt x="24699" y="29511"/>
                  </a:lnTo>
                  <a:lnTo>
                    <a:pt x="24218" y="27855"/>
                  </a:lnTo>
                  <a:lnTo>
                    <a:pt x="24058" y="27535"/>
                  </a:lnTo>
                  <a:lnTo>
                    <a:pt x="23524" y="27321"/>
                  </a:lnTo>
                  <a:lnTo>
                    <a:pt x="23123" y="27268"/>
                  </a:lnTo>
                  <a:lnTo>
                    <a:pt x="22561" y="27409"/>
                  </a:lnTo>
                  <a:lnTo>
                    <a:pt x="21842" y="27588"/>
                  </a:lnTo>
                  <a:lnTo>
                    <a:pt x="18477" y="29191"/>
                  </a:lnTo>
                  <a:lnTo>
                    <a:pt x="17287" y="29841"/>
                  </a:lnTo>
                  <a:lnTo>
                    <a:pt x="14119" y="31574"/>
                  </a:lnTo>
                  <a:lnTo>
                    <a:pt x="12122" y="32182"/>
                  </a:lnTo>
                  <a:lnTo>
                    <a:pt x="7444" y="33607"/>
                  </a:lnTo>
                  <a:lnTo>
                    <a:pt x="1742" y="34758"/>
                  </a:lnTo>
                  <a:lnTo>
                    <a:pt x="120" y="34279"/>
                  </a:lnTo>
                  <a:lnTo>
                    <a:pt x="59" y="33836"/>
                  </a:lnTo>
                  <a:lnTo>
                    <a:pt x="0" y="33409"/>
                  </a:lnTo>
                  <a:lnTo>
                    <a:pt x="213" y="32715"/>
                  </a:lnTo>
                  <a:lnTo>
                    <a:pt x="1162" y="32321"/>
                  </a:lnTo>
                  <a:lnTo>
                    <a:pt x="3044" y="31540"/>
                  </a:lnTo>
                  <a:lnTo>
                    <a:pt x="4325" y="30980"/>
                  </a:lnTo>
                  <a:lnTo>
                    <a:pt x="5215" y="30380"/>
                  </a:lnTo>
                  <a:lnTo>
                    <a:pt x="6168" y="29137"/>
                  </a:lnTo>
                  <a:lnTo>
                    <a:pt x="7529" y="27375"/>
                  </a:lnTo>
                  <a:lnTo>
                    <a:pt x="8331" y="25527"/>
                  </a:lnTo>
                  <a:lnTo>
                    <a:pt x="8550" y="25177"/>
                  </a:lnTo>
                  <a:lnTo>
                    <a:pt x="8418" y="24464"/>
                  </a:lnTo>
                  <a:lnTo>
                    <a:pt x="7589" y="19987"/>
                  </a:lnTo>
                  <a:lnTo>
                    <a:pt x="14310" y="11406"/>
                  </a:lnTo>
                  <a:lnTo>
                    <a:pt x="16624" y="8451"/>
                  </a:lnTo>
                  <a:lnTo>
                    <a:pt x="28929" y="9156"/>
                  </a:lnTo>
                  <a:lnTo>
                    <a:pt x="36397" y="13261"/>
                  </a:lnTo>
                  <a:lnTo>
                    <a:pt x="37324" y="13770"/>
                  </a:lnTo>
                  <a:lnTo>
                    <a:pt x="38798" y="16334"/>
                  </a:lnTo>
                  <a:lnTo>
                    <a:pt x="39879" y="16435"/>
                  </a:lnTo>
                  <a:lnTo>
                    <a:pt x="41041" y="16077"/>
                  </a:lnTo>
                  <a:lnTo>
                    <a:pt x="42402" y="14553"/>
                  </a:lnTo>
                  <a:lnTo>
                    <a:pt x="44950" y="13578"/>
                  </a:lnTo>
                  <a:lnTo>
                    <a:pt x="46388" y="10149"/>
                  </a:lnTo>
                  <a:lnTo>
                    <a:pt x="48192" y="8905"/>
                  </a:lnTo>
                  <a:lnTo>
                    <a:pt x="50373" y="7935"/>
                  </a:lnTo>
                  <a:lnTo>
                    <a:pt x="52372" y="7847"/>
                  </a:lnTo>
                  <a:lnTo>
                    <a:pt x="58984" y="9541"/>
                  </a:lnTo>
                  <a:lnTo>
                    <a:pt x="63278" y="10438"/>
                  </a:lnTo>
                  <a:lnTo>
                    <a:pt x="66162" y="9989"/>
                  </a:lnTo>
                  <a:lnTo>
                    <a:pt x="76928" y="3901"/>
                  </a:lnTo>
                  <a:lnTo>
                    <a:pt x="78813" y="1150"/>
                  </a:lnTo>
                  <a:lnTo>
                    <a:pt x="79961" y="290"/>
                  </a:lnTo>
                  <a:lnTo>
                    <a:pt x="81241" y="0"/>
                  </a:lnTo>
                  <a:lnTo>
                    <a:pt x="82510" y="283"/>
                  </a:lnTo>
                  <a:lnTo>
                    <a:pt x="83095" y="414"/>
                  </a:lnTo>
                  <a:lnTo>
                    <a:pt x="84041" y="2171"/>
                  </a:lnTo>
                  <a:lnTo>
                    <a:pt x="84670" y="578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921856" y="2482350"/>
              <a:ext cx="69890" cy="112077"/>
            </a:xfrm>
            <a:custGeom>
              <a:avLst/>
              <a:pathLst>
                <a:path w="69890" h="112077">
                  <a:moveTo>
                    <a:pt x="28871" y="15710"/>
                  </a:moveTo>
                  <a:lnTo>
                    <a:pt x="29192" y="18402"/>
                  </a:lnTo>
                  <a:lnTo>
                    <a:pt x="29451" y="20297"/>
                  </a:lnTo>
                  <a:lnTo>
                    <a:pt x="29530" y="20873"/>
                  </a:lnTo>
                  <a:lnTo>
                    <a:pt x="29608" y="21779"/>
                  </a:lnTo>
                  <a:lnTo>
                    <a:pt x="29753" y="23445"/>
                  </a:lnTo>
                  <a:lnTo>
                    <a:pt x="29803" y="25460"/>
                  </a:lnTo>
                  <a:lnTo>
                    <a:pt x="30198" y="27989"/>
                  </a:lnTo>
                  <a:lnTo>
                    <a:pt x="30432" y="29023"/>
                  </a:lnTo>
                  <a:lnTo>
                    <a:pt x="30603" y="29774"/>
                  </a:lnTo>
                  <a:lnTo>
                    <a:pt x="30881" y="30632"/>
                  </a:lnTo>
                  <a:lnTo>
                    <a:pt x="30998" y="31910"/>
                  </a:lnTo>
                  <a:lnTo>
                    <a:pt x="30889" y="33828"/>
                  </a:lnTo>
                  <a:lnTo>
                    <a:pt x="31448" y="35599"/>
                  </a:lnTo>
                  <a:lnTo>
                    <a:pt x="32446" y="39217"/>
                  </a:lnTo>
                  <a:lnTo>
                    <a:pt x="32242" y="39880"/>
                  </a:lnTo>
                  <a:lnTo>
                    <a:pt x="32130" y="40084"/>
                  </a:lnTo>
                  <a:lnTo>
                    <a:pt x="32363" y="41259"/>
                  </a:lnTo>
                  <a:lnTo>
                    <a:pt x="32276" y="41739"/>
                  </a:lnTo>
                  <a:lnTo>
                    <a:pt x="32091" y="42365"/>
                  </a:lnTo>
                  <a:lnTo>
                    <a:pt x="32301" y="43981"/>
                  </a:lnTo>
                  <a:lnTo>
                    <a:pt x="32459" y="44718"/>
                  </a:lnTo>
                  <a:lnTo>
                    <a:pt x="32800" y="46891"/>
                  </a:lnTo>
                  <a:lnTo>
                    <a:pt x="30529" y="47633"/>
                  </a:lnTo>
                  <a:lnTo>
                    <a:pt x="29870" y="47848"/>
                  </a:lnTo>
                  <a:lnTo>
                    <a:pt x="30094" y="48872"/>
                  </a:lnTo>
                  <a:lnTo>
                    <a:pt x="30239" y="49490"/>
                  </a:lnTo>
                  <a:lnTo>
                    <a:pt x="32726" y="51053"/>
                  </a:lnTo>
                  <a:lnTo>
                    <a:pt x="31802" y="52779"/>
                  </a:lnTo>
                  <a:lnTo>
                    <a:pt x="30910" y="54444"/>
                  </a:lnTo>
                  <a:lnTo>
                    <a:pt x="31534" y="54060"/>
                  </a:lnTo>
                  <a:lnTo>
                    <a:pt x="32730" y="53323"/>
                  </a:lnTo>
                  <a:lnTo>
                    <a:pt x="33243" y="53088"/>
                  </a:lnTo>
                  <a:lnTo>
                    <a:pt x="33724" y="53077"/>
                  </a:lnTo>
                  <a:lnTo>
                    <a:pt x="34485" y="53358"/>
                  </a:lnTo>
                  <a:lnTo>
                    <a:pt x="34955" y="52702"/>
                  </a:lnTo>
                  <a:lnTo>
                    <a:pt x="35294" y="52383"/>
                  </a:lnTo>
                  <a:lnTo>
                    <a:pt x="36539" y="53574"/>
                  </a:lnTo>
                  <a:lnTo>
                    <a:pt x="36675" y="53901"/>
                  </a:lnTo>
                  <a:lnTo>
                    <a:pt x="36112" y="54704"/>
                  </a:lnTo>
                  <a:lnTo>
                    <a:pt x="36429" y="54966"/>
                  </a:lnTo>
                  <a:lnTo>
                    <a:pt x="37451" y="55913"/>
                  </a:lnTo>
                  <a:lnTo>
                    <a:pt x="37718" y="56161"/>
                  </a:lnTo>
                  <a:lnTo>
                    <a:pt x="38088" y="55670"/>
                  </a:lnTo>
                  <a:lnTo>
                    <a:pt x="39400" y="55016"/>
                  </a:lnTo>
                  <a:lnTo>
                    <a:pt x="40542" y="54659"/>
                  </a:lnTo>
                  <a:lnTo>
                    <a:pt x="40802" y="54578"/>
                  </a:lnTo>
                  <a:lnTo>
                    <a:pt x="41989" y="54208"/>
                  </a:lnTo>
                  <a:lnTo>
                    <a:pt x="42494" y="54208"/>
                  </a:lnTo>
                  <a:lnTo>
                    <a:pt x="43816" y="54207"/>
                  </a:lnTo>
                  <a:lnTo>
                    <a:pt x="45636" y="55441"/>
                  </a:lnTo>
                  <a:lnTo>
                    <a:pt x="49262" y="57886"/>
                  </a:lnTo>
                  <a:lnTo>
                    <a:pt x="49413" y="57664"/>
                  </a:lnTo>
                  <a:lnTo>
                    <a:pt x="58217" y="44744"/>
                  </a:lnTo>
                  <a:lnTo>
                    <a:pt x="58417" y="44877"/>
                  </a:lnTo>
                  <a:lnTo>
                    <a:pt x="59231" y="45422"/>
                  </a:lnTo>
                  <a:lnTo>
                    <a:pt x="60523" y="46288"/>
                  </a:lnTo>
                  <a:lnTo>
                    <a:pt x="62341" y="47505"/>
                  </a:lnTo>
                  <a:lnTo>
                    <a:pt x="62789" y="47804"/>
                  </a:lnTo>
                  <a:lnTo>
                    <a:pt x="66908" y="50561"/>
                  </a:lnTo>
                  <a:lnTo>
                    <a:pt x="68937" y="51920"/>
                  </a:lnTo>
                  <a:lnTo>
                    <a:pt x="69890" y="52558"/>
                  </a:lnTo>
                  <a:lnTo>
                    <a:pt x="69648" y="52900"/>
                  </a:lnTo>
                  <a:lnTo>
                    <a:pt x="65143" y="59289"/>
                  </a:lnTo>
                  <a:lnTo>
                    <a:pt x="64945" y="59574"/>
                  </a:lnTo>
                  <a:lnTo>
                    <a:pt x="61103" y="65092"/>
                  </a:lnTo>
                  <a:lnTo>
                    <a:pt x="60993" y="65249"/>
                  </a:lnTo>
                  <a:lnTo>
                    <a:pt x="60795" y="65534"/>
                  </a:lnTo>
                  <a:lnTo>
                    <a:pt x="60702" y="65667"/>
                  </a:lnTo>
                  <a:lnTo>
                    <a:pt x="60574" y="65852"/>
                  </a:lnTo>
                  <a:lnTo>
                    <a:pt x="60079" y="66562"/>
                  </a:lnTo>
                  <a:lnTo>
                    <a:pt x="51903" y="78305"/>
                  </a:lnTo>
                  <a:lnTo>
                    <a:pt x="51645" y="78693"/>
                  </a:lnTo>
                  <a:lnTo>
                    <a:pt x="51059" y="79576"/>
                  </a:lnTo>
                  <a:lnTo>
                    <a:pt x="50211" y="80855"/>
                  </a:lnTo>
                  <a:lnTo>
                    <a:pt x="47939" y="84279"/>
                  </a:lnTo>
                  <a:lnTo>
                    <a:pt x="47332" y="85194"/>
                  </a:lnTo>
                  <a:lnTo>
                    <a:pt x="46328" y="86967"/>
                  </a:lnTo>
                  <a:lnTo>
                    <a:pt x="46111" y="87179"/>
                  </a:lnTo>
                  <a:lnTo>
                    <a:pt x="45147" y="88065"/>
                  </a:lnTo>
                  <a:lnTo>
                    <a:pt x="44911" y="88193"/>
                  </a:lnTo>
                  <a:lnTo>
                    <a:pt x="44221" y="88567"/>
                  </a:lnTo>
                  <a:lnTo>
                    <a:pt x="43731" y="88751"/>
                  </a:lnTo>
                  <a:lnTo>
                    <a:pt x="42755" y="89056"/>
                  </a:lnTo>
                  <a:lnTo>
                    <a:pt x="42845" y="89296"/>
                  </a:lnTo>
                  <a:lnTo>
                    <a:pt x="42975" y="89649"/>
                  </a:lnTo>
                  <a:lnTo>
                    <a:pt x="43036" y="89813"/>
                  </a:lnTo>
                  <a:lnTo>
                    <a:pt x="43235" y="90350"/>
                  </a:lnTo>
                  <a:lnTo>
                    <a:pt x="43313" y="90560"/>
                  </a:lnTo>
                  <a:lnTo>
                    <a:pt x="43487" y="91029"/>
                  </a:lnTo>
                  <a:lnTo>
                    <a:pt x="43963" y="92311"/>
                  </a:lnTo>
                  <a:lnTo>
                    <a:pt x="44049" y="92543"/>
                  </a:lnTo>
                  <a:lnTo>
                    <a:pt x="44764" y="93603"/>
                  </a:lnTo>
                  <a:lnTo>
                    <a:pt x="46753" y="95317"/>
                  </a:lnTo>
                  <a:lnTo>
                    <a:pt x="47179" y="95685"/>
                  </a:lnTo>
                  <a:lnTo>
                    <a:pt x="48898" y="97167"/>
                  </a:lnTo>
                  <a:lnTo>
                    <a:pt x="50715" y="98734"/>
                  </a:lnTo>
                  <a:lnTo>
                    <a:pt x="51019" y="98997"/>
                  </a:lnTo>
                  <a:lnTo>
                    <a:pt x="51265" y="99208"/>
                  </a:lnTo>
                  <a:lnTo>
                    <a:pt x="51946" y="99778"/>
                  </a:lnTo>
                  <a:lnTo>
                    <a:pt x="53073" y="100721"/>
                  </a:lnTo>
                  <a:lnTo>
                    <a:pt x="53952" y="101457"/>
                  </a:lnTo>
                  <a:lnTo>
                    <a:pt x="54419" y="101839"/>
                  </a:lnTo>
                  <a:lnTo>
                    <a:pt x="54763" y="102110"/>
                  </a:lnTo>
                  <a:lnTo>
                    <a:pt x="54948" y="102257"/>
                  </a:lnTo>
                  <a:lnTo>
                    <a:pt x="54677" y="102368"/>
                  </a:lnTo>
                  <a:lnTo>
                    <a:pt x="53965" y="102659"/>
                  </a:lnTo>
                  <a:lnTo>
                    <a:pt x="52449" y="103279"/>
                  </a:lnTo>
                  <a:lnTo>
                    <a:pt x="50891" y="103841"/>
                  </a:lnTo>
                  <a:lnTo>
                    <a:pt x="47563" y="105041"/>
                  </a:lnTo>
                  <a:lnTo>
                    <a:pt x="44568" y="105909"/>
                  </a:lnTo>
                  <a:lnTo>
                    <a:pt x="43499" y="106219"/>
                  </a:lnTo>
                  <a:lnTo>
                    <a:pt x="40470" y="107095"/>
                  </a:lnTo>
                  <a:lnTo>
                    <a:pt x="36789" y="108045"/>
                  </a:lnTo>
                  <a:lnTo>
                    <a:pt x="34867" y="108819"/>
                  </a:lnTo>
                  <a:lnTo>
                    <a:pt x="33705" y="109287"/>
                  </a:lnTo>
                  <a:lnTo>
                    <a:pt x="32253" y="110088"/>
                  </a:lnTo>
                  <a:lnTo>
                    <a:pt x="30220" y="111209"/>
                  </a:lnTo>
                  <a:lnTo>
                    <a:pt x="29103" y="112077"/>
                  </a:lnTo>
                  <a:lnTo>
                    <a:pt x="28744" y="111804"/>
                  </a:lnTo>
                  <a:lnTo>
                    <a:pt x="26256" y="109917"/>
                  </a:lnTo>
                  <a:lnTo>
                    <a:pt x="25891" y="109639"/>
                  </a:lnTo>
                  <a:lnTo>
                    <a:pt x="25720" y="109509"/>
                  </a:lnTo>
                  <a:lnTo>
                    <a:pt x="24678" y="106235"/>
                  </a:lnTo>
                  <a:lnTo>
                    <a:pt x="24628" y="106079"/>
                  </a:lnTo>
                  <a:lnTo>
                    <a:pt x="21871" y="106828"/>
                  </a:lnTo>
                  <a:lnTo>
                    <a:pt x="21342" y="104820"/>
                  </a:lnTo>
                  <a:lnTo>
                    <a:pt x="20917" y="103211"/>
                  </a:lnTo>
                  <a:lnTo>
                    <a:pt x="20874" y="103054"/>
                  </a:lnTo>
                  <a:lnTo>
                    <a:pt x="20783" y="102719"/>
                  </a:lnTo>
                  <a:lnTo>
                    <a:pt x="19847" y="99301"/>
                  </a:lnTo>
                  <a:lnTo>
                    <a:pt x="19785" y="99073"/>
                  </a:lnTo>
                  <a:lnTo>
                    <a:pt x="19712" y="98807"/>
                  </a:lnTo>
                  <a:lnTo>
                    <a:pt x="18747" y="95282"/>
                  </a:lnTo>
                  <a:lnTo>
                    <a:pt x="18661" y="94968"/>
                  </a:lnTo>
                  <a:lnTo>
                    <a:pt x="17890" y="92152"/>
                  </a:lnTo>
                  <a:lnTo>
                    <a:pt x="17698" y="91451"/>
                  </a:lnTo>
                  <a:lnTo>
                    <a:pt x="17591" y="91059"/>
                  </a:lnTo>
                  <a:lnTo>
                    <a:pt x="15978" y="85168"/>
                  </a:lnTo>
                  <a:lnTo>
                    <a:pt x="15844" y="85204"/>
                  </a:lnTo>
                  <a:lnTo>
                    <a:pt x="13554" y="85832"/>
                  </a:lnTo>
                  <a:lnTo>
                    <a:pt x="728" y="89339"/>
                  </a:lnTo>
                  <a:lnTo>
                    <a:pt x="574" y="88818"/>
                  </a:lnTo>
                  <a:lnTo>
                    <a:pt x="43" y="87027"/>
                  </a:lnTo>
                  <a:lnTo>
                    <a:pt x="0" y="86869"/>
                  </a:lnTo>
                  <a:lnTo>
                    <a:pt x="4511" y="85553"/>
                  </a:lnTo>
                  <a:lnTo>
                    <a:pt x="7790" y="84598"/>
                  </a:lnTo>
                  <a:lnTo>
                    <a:pt x="9898" y="83983"/>
                  </a:lnTo>
                  <a:lnTo>
                    <a:pt x="11191" y="83606"/>
                  </a:lnTo>
                  <a:lnTo>
                    <a:pt x="13246" y="83007"/>
                  </a:lnTo>
                  <a:lnTo>
                    <a:pt x="17264" y="81836"/>
                  </a:lnTo>
                  <a:lnTo>
                    <a:pt x="22740" y="80240"/>
                  </a:lnTo>
                  <a:lnTo>
                    <a:pt x="23896" y="79903"/>
                  </a:lnTo>
                  <a:lnTo>
                    <a:pt x="27592" y="78825"/>
                  </a:lnTo>
                  <a:lnTo>
                    <a:pt x="26422" y="77759"/>
                  </a:lnTo>
                  <a:lnTo>
                    <a:pt x="24615" y="76113"/>
                  </a:lnTo>
                  <a:lnTo>
                    <a:pt x="24287" y="75814"/>
                  </a:lnTo>
                  <a:lnTo>
                    <a:pt x="24153" y="75692"/>
                  </a:lnTo>
                  <a:lnTo>
                    <a:pt x="23965" y="75520"/>
                  </a:lnTo>
                  <a:lnTo>
                    <a:pt x="20577" y="72433"/>
                  </a:lnTo>
                  <a:lnTo>
                    <a:pt x="20204" y="72092"/>
                  </a:lnTo>
                  <a:lnTo>
                    <a:pt x="17895" y="71217"/>
                  </a:lnTo>
                  <a:lnTo>
                    <a:pt x="16900" y="70543"/>
                  </a:lnTo>
                  <a:lnTo>
                    <a:pt x="16518" y="70285"/>
                  </a:lnTo>
                  <a:lnTo>
                    <a:pt x="16357" y="70175"/>
                  </a:lnTo>
                  <a:lnTo>
                    <a:pt x="15749" y="69631"/>
                  </a:lnTo>
                  <a:lnTo>
                    <a:pt x="15657" y="69289"/>
                  </a:lnTo>
                  <a:lnTo>
                    <a:pt x="15216" y="67638"/>
                  </a:lnTo>
                  <a:lnTo>
                    <a:pt x="14753" y="65908"/>
                  </a:lnTo>
                  <a:lnTo>
                    <a:pt x="14691" y="65677"/>
                  </a:lnTo>
                  <a:lnTo>
                    <a:pt x="14579" y="65257"/>
                  </a:lnTo>
                  <a:lnTo>
                    <a:pt x="14519" y="65029"/>
                  </a:lnTo>
                  <a:lnTo>
                    <a:pt x="14389" y="64529"/>
                  </a:lnTo>
                  <a:lnTo>
                    <a:pt x="13707" y="61915"/>
                  </a:lnTo>
                  <a:lnTo>
                    <a:pt x="13424" y="60832"/>
                  </a:lnTo>
                  <a:lnTo>
                    <a:pt x="13033" y="59332"/>
                  </a:lnTo>
                  <a:lnTo>
                    <a:pt x="12997" y="59193"/>
                  </a:lnTo>
                  <a:lnTo>
                    <a:pt x="12873" y="58719"/>
                  </a:lnTo>
                  <a:lnTo>
                    <a:pt x="11839" y="54756"/>
                  </a:lnTo>
                  <a:lnTo>
                    <a:pt x="11615" y="53898"/>
                  </a:lnTo>
                  <a:lnTo>
                    <a:pt x="11563" y="53720"/>
                  </a:lnTo>
                  <a:lnTo>
                    <a:pt x="10936" y="51574"/>
                  </a:lnTo>
                  <a:lnTo>
                    <a:pt x="10109" y="48745"/>
                  </a:lnTo>
                  <a:lnTo>
                    <a:pt x="9955" y="48206"/>
                  </a:lnTo>
                  <a:lnTo>
                    <a:pt x="9645" y="47121"/>
                  </a:lnTo>
                  <a:lnTo>
                    <a:pt x="8903" y="44522"/>
                  </a:lnTo>
                  <a:lnTo>
                    <a:pt x="8751" y="43990"/>
                  </a:lnTo>
                  <a:lnTo>
                    <a:pt x="8491" y="43080"/>
                  </a:lnTo>
                  <a:lnTo>
                    <a:pt x="8060" y="41574"/>
                  </a:lnTo>
                  <a:lnTo>
                    <a:pt x="7985" y="41312"/>
                  </a:lnTo>
                  <a:lnTo>
                    <a:pt x="7674" y="40221"/>
                  </a:lnTo>
                  <a:lnTo>
                    <a:pt x="7181" y="38863"/>
                  </a:lnTo>
                  <a:lnTo>
                    <a:pt x="6884" y="38043"/>
                  </a:lnTo>
                  <a:lnTo>
                    <a:pt x="6791" y="37751"/>
                  </a:lnTo>
                  <a:lnTo>
                    <a:pt x="6555" y="37005"/>
                  </a:lnTo>
                  <a:lnTo>
                    <a:pt x="5813" y="34658"/>
                  </a:lnTo>
                  <a:lnTo>
                    <a:pt x="5587" y="33945"/>
                  </a:lnTo>
                  <a:lnTo>
                    <a:pt x="5210" y="32874"/>
                  </a:lnTo>
                  <a:lnTo>
                    <a:pt x="5154" y="32714"/>
                  </a:lnTo>
                  <a:lnTo>
                    <a:pt x="4674" y="31350"/>
                  </a:lnTo>
                  <a:lnTo>
                    <a:pt x="4019" y="29947"/>
                  </a:lnTo>
                  <a:lnTo>
                    <a:pt x="3889" y="29668"/>
                  </a:lnTo>
                  <a:lnTo>
                    <a:pt x="2420" y="27208"/>
                  </a:lnTo>
                  <a:lnTo>
                    <a:pt x="2263" y="26945"/>
                  </a:lnTo>
                  <a:lnTo>
                    <a:pt x="1995" y="26495"/>
                  </a:lnTo>
                  <a:lnTo>
                    <a:pt x="1523" y="25704"/>
                  </a:lnTo>
                  <a:lnTo>
                    <a:pt x="733" y="24381"/>
                  </a:lnTo>
                  <a:lnTo>
                    <a:pt x="526" y="24084"/>
                  </a:lnTo>
                  <a:lnTo>
                    <a:pt x="1691" y="23342"/>
                  </a:lnTo>
                  <a:lnTo>
                    <a:pt x="1942" y="23182"/>
                  </a:lnTo>
                  <a:lnTo>
                    <a:pt x="3543" y="22161"/>
                  </a:lnTo>
                  <a:lnTo>
                    <a:pt x="3711" y="22072"/>
                  </a:lnTo>
                  <a:lnTo>
                    <a:pt x="5106" y="21336"/>
                  </a:lnTo>
                  <a:lnTo>
                    <a:pt x="6461" y="20622"/>
                  </a:lnTo>
                  <a:lnTo>
                    <a:pt x="9046" y="19294"/>
                  </a:lnTo>
                  <a:lnTo>
                    <a:pt x="11217" y="18179"/>
                  </a:lnTo>
                  <a:lnTo>
                    <a:pt x="12582" y="17478"/>
                  </a:lnTo>
                  <a:lnTo>
                    <a:pt x="12357" y="17176"/>
                  </a:lnTo>
                  <a:lnTo>
                    <a:pt x="11957" y="16856"/>
                  </a:lnTo>
                  <a:lnTo>
                    <a:pt x="11348" y="16639"/>
                  </a:lnTo>
                  <a:lnTo>
                    <a:pt x="11164" y="16588"/>
                  </a:lnTo>
                  <a:lnTo>
                    <a:pt x="10972" y="16535"/>
                  </a:lnTo>
                  <a:lnTo>
                    <a:pt x="7939" y="16936"/>
                  </a:lnTo>
                  <a:lnTo>
                    <a:pt x="8202" y="15404"/>
                  </a:lnTo>
                  <a:lnTo>
                    <a:pt x="8271" y="15004"/>
                  </a:lnTo>
                  <a:lnTo>
                    <a:pt x="8250" y="14666"/>
                  </a:lnTo>
                  <a:lnTo>
                    <a:pt x="8237" y="14468"/>
                  </a:lnTo>
                  <a:lnTo>
                    <a:pt x="8205" y="13942"/>
                  </a:lnTo>
                  <a:lnTo>
                    <a:pt x="8194" y="13764"/>
                  </a:lnTo>
                  <a:lnTo>
                    <a:pt x="8185" y="13619"/>
                  </a:lnTo>
                  <a:lnTo>
                    <a:pt x="8150" y="13106"/>
                  </a:lnTo>
                  <a:lnTo>
                    <a:pt x="17071" y="12392"/>
                  </a:lnTo>
                  <a:lnTo>
                    <a:pt x="15724" y="6037"/>
                  </a:lnTo>
                  <a:lnTo>
                    <a:pt x="15394" y="4479"/>
                  </a:lnTo>
                  <a:lnTo>
                    <a:pt x="14802" y="731"/>
                  </a:lnTo>
                  <a:lnTo>
                    <a:pt x="20783" y="0"/>
                  </a:lnTo>
                  <a:lnTo>
                    <a:pt x="22728" y="6327"/>
                  </a:lnTo>
                  <a:lnTo>
                    <a:pt x="26702" y="12907"/>
                  </a:lnTo>
                  <a:lnTo>
                    <a:pt x="28089" y="146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942658" y="2473426"/>
              <a:ext cx="67572" cy="66822"/>
            </a:xfrm>
            <a:custGeom>
              <a:avLst/>
              <a:pathLst>
                <a:path w="67572" h="66822">
                  <a:moveTo>
                    <a:pt x="37724" y="11894"/>
                  </a:moveTo>
                  <a:lnTo>
                    <a:pt x="39751" y="13058"/>
                  </a:lnTo>
                  <a:lnTo>
                    <a:pt x="40482" y="13446"/>
                  </a:lnTo>
                  <a:lnTo>
                    <a:pt x="40877" y="13656"/>
                  </a:lnTo>
                  <a:lnTo>
                    <a:pt x="42379" y="14455"/>
                  </a:lnTo>
                  <a:lnTo>
                    <a:pt x="42309" y="15855"/>
                  </a:lnTo>
                  <a:lnTo>
                    <a:pt x="42438" y="15849"/>
                  </a:lnTo>
                  <a:lnTo>
                    <a:pt x="43322" y="16334"/>
                  </a:lnTo>
                  <a:lnTo>
                    <a:pt x="43488" y="16426"/>
                  </a:lnTo>
                  <a:lnTo>
                    <a:pt x="44093" y="17663"/>
                  </a:lnTo>
                  <a:lnTo>
                    <a:pt x="44794" y="18197"/>
                  </a:lnTo>
                  <a:lnTo>
                    <a:pt x="45883" y="19805"/>
                  </a:lnTo>
                  <a:lnTo>
                    <a:pt x="46905" y="20213"/>
                  </a:lnTo>
                  <a:lnTo>
                    <a:pt x="47094" y="20568"/>
                  </a:lnTo>
                  <a:lnTo>
                    <a:pt x="47146" y="21591"/>
                  </a:lnTo>
                  <a:lnTo>
                    <a:pt x="47166" y="21986"/>
                  </a:lnTo>
                  <a:lnTo>
                    <a:pt x="48690" y="22984"/>
                  </a:lnTo>
                  <a:lnTo>
                    <a:pt x="49130" y="23271"/>
                  </a:lnTo>
                  <a:lnTo>
                    <a:pt x="51246" y="24656"/>
                  </a:lnTo>
                  <a:lnTo>
                    <a:pt x="55392" y="27371"/>
                  </a:lnTo>
                  <a:lnTo>
                    <a:pt x="55778" y="27623"/>
                  </a:lnTo>
                  <a:lnTo>
                    <a:pt x="59944" y="30350"/>
                  </a:lnTo>
                  <a:lnTo>
                    <a:pt x="60226" y="30535"/>
                  </a:lnTo>
                  <a:lnTo>
                    <a:pt x="66373" y="34559"/>
                  </a:lnTo>
                  <a:lnTo>
                    <a:pt x="66579" y="34694"/>
                  </a:lnTo>
                  <a:lnTo>
                    <a:pt x="67343" y="35194"/>
                  </a:lnTo>
                  <a:lnTo>
                    <a:pt x="67572" y="35344"/>
                  </a:lnTo>
                  <a:lnTo>
                    <a:pt x="67385" y="35612"/>
                  </a:lnTo>
                  <a:lnTo>
                    <a:pt x="67266" y="35783"/>
                  </a:lnTo>
                  <a:lnTo>
                    <a:pt x="67153" y="35945"/>
                  </a:lnTo>
                  <a:lnTo>
                    <a:pt x="66909" y="36289"/>
                  </a:lnTo>
                  <a:lnTo>
                    <a:pt x="66738" y="36529"/>
                  </a:lnTo>
                  <a:lnTo>
                    <a:pt x="58729" y="47813"/>
                  </a:lnTo>
                  <a:lnTo>
                    <a:pt x="58427" y="48238"/>
                  </a:lnTo>
                  <a:lnTo>
                    <a:pt x="58301" y="48416"/>
                  </a:lnTo>
                  <a:lnTo>
                    <a:pt x="57775" y="49163"/>
                  </a:lnTo>
                  <a:lnTo>
                    <a:pt x="56962" y="50315"/>
                  </a:lnTo>
                  <a:lnTo>
                    <a:pt x="50568" y="59384"/>
                  </a:lnTo>
                  <a:lnTo>
                    <a:pt x="49789" y="60489"/>
                  </a:lnTo>
                  <a:lnTo>
                    <a:pt x="49493" y="60908"/>
                  </a:lnTo>
                  <a:lnTo>
                    <a:pt x="49046" y="61454"/>
                  </a:lnTo>
                  <a:lnTo>
                    <a:pt x="48136" y="60845"/>
                  </a:lnTo>
                  <a:lnTo>
                    <a:pt x="46106" y="59486"/>
                  </a:lnTo>
                  <a:lnTo>
                    <a:pt x="41988" y="56729"/>
                  </a:lnTo>
                  <a:lnTo>
                    <a:pt x="41540" y="56429"/>
                  </a:lnTo>
                  <a:lnTo>
                    <a:pt x="39722" y="55212"/>
                  </a:lnTo>
                  <a:lnTo>
                    <a:pt x="38430" y="54347"/>
                  </a:lnTo>
                  <a:lnTo>
                    <a:pt x="37615" y="53802"/>
                  </a:lnTo>
                  <a:lnTo>
                    <a:pt x="37416" y="53669"/>
                  </a:lnTo>
                  <a:lnTo>
                    <a:pt x="28612" y="66589"/>
                  </a:lnTo>
                  <a:lnTo>
                    <a:pt x="28453" y="66822"/>
                  </a:lnTo>
                  <a:lnTo>
                    <a:pt x="24834" y="64366"/>
                  </a:lnTo>
                  <a:lnTo>
                    <a:pt x="23015" y="63131"/>
                  </a:lnTo>
                  <a:lnTo>
                    <a:pt x="21693" y="63133"/>
                  </a:lnTo>
                  <a:lnTo>
                    <a:pt x="21187" y="63133"/>
                  </a:lnTo>
                  <a:lnTo>
                    <a:pt x="20001" y="63503"/>
                  </a:lnTo>
                  <a:lnTo>
                    <a:pt x="19741" y="63584"/>
                  </a:lnTo>
                  <a:lnTo>
                    <a:pt x="18598" y="63941"/>
                  </a:lnTo>
                  <a:lnTo>
                    <a:pt x="17287" y="64595"/>
                  </a:lnTo>
                  <a:lnTo>
                    <a:pt x="16917" y="65086"/>
                  </a:lnTo>
                  <a:lnTo>
                    <a:pt x="16650" y="64838"/>
                  </a:lnTo>
                  <a:lnTo>
                    <a:pt x="15628" y="63891"/>
                  </a:lnTo>
                  <a:lnTo>
                    <a:pt x="15311" y="63629"/>
                  </a:lnTo>
                  <a:lnTo>
                    <a:pt x="15956" y="62708"/>
                  </a:lnTo>
                  <a:lnTo>
                    <a:pt x="15738" y="62499"/>
                  </a:lnTo>
                  <a:lnTo>
                    <a:pt x="14493" y="61308"/>
                  </a:lnTo>
                  <a:lnTo>
                    <a:pt x="14154" y="61627"/>
                  </a:lnTo>
                  <a:lnTo>
                    <a:pt x="13684" y="62283"/>
                  </a:lnTo>
                  <a:lnTo>
                    <a:pt x="12922" y="62002"/>
                  </a:lnTo>
                  <a:lnTo>
                    <a:pt x="12442" y="62013"/>
                  </a:lnTo>
                  <a:lnTo>
                    <a:pt x="11929" y="62248"/>
                  </a:lnTo>
                  <a:lnTo>
                    <a:pt x="10733" y="62985"/>
                  </a:lnTo>
                  <a:lnTo>
                    <a:pt x="10109" y="63369"/>
                  </a:lnTo>
                  <a:lnTo>
                    <a:pt x="11001" y="61704"/>
                  </a:lnTo>
                  <a:lnTo>
                    <a:pt x="11924" y="59978"/>
                  </a:lnTo>
                  <a:lnTo>
                    <a:pt x="9438" y="58415"/>
                  </a:lnTo>
                  <a:lnTo>
                    <a:pt x="9293" y="57797"/>
                  </a:lnTo>
                  <a:lnTo>
                    <a:pt x="9069" y="56773"/>
                  </a:lnTo>
                  <a:lnTo>
                    <a:pt x="9728" y="56558"/>
                  </a:lnTo>
                  <a:lnTo>
                    <a:pt x="12116" y="55778"/>
                  </a:lnTo>
                  <a:lnTo>
                    <a:pt x="11658" y="53643"/>
                  </a:lnTo>
                  <a:lnTo>
                    <a:pt x="11500" y="52906"/>
                  </a:lnTo>
                  <a:lnTo>
                    <a:pt x="11289" y="51290"/>
                  </a:lnTo>
                  <a:lnTo>
                    <a:pt x="11475" y="50664"/>
                  </a:lnTo>
                  <a:lnTo>
                    <a:pt x="11562" y="50184"/>
                  </a:lnTo>
                  <a:lnTo>
                    <a:pt x="11328" y="49009"/>
                  </a:lnTo>
                  <a:lnTo>
                    <a:pt x="11441" y="48805"/>
                  </a:lnTo>
                  <a:lnTo>
                    <a:pt x="11645" y="48141"/>
                  </a:lnTo>
                  <a:lnTo>
                    <a:pt x="10646" y="44524"/>
                  </a:lnTo>
                  <a:lnTo>
                    <a:pt x="10088" y="42752"/>
                  </a:lnTo>
                  <a:lnTo>
                    <a:pt x="10196" y="40835"/>
                  </a:lnTo>
                  <a:lnTo>
                    <a:pt x="10080" y="39556"/>
                  </a:lnTo>
                  <a:lnTo>
                    <a:pt x="9801" y="38699"/>
                  </a:lnTo>
                  <a:lnTo>
                    <a:pt x="9631" y="37948"/>
                  </a:lnTo>
                  <a:lnTo>
                    <a:pt x="9396" y="36914"/>
                  </a:lnTo>
                  <a:lnTo>
                    <a:pt x="9002" y="34385"/>
                  </a:lnTo>
                  <a:lnTo>
                    <a:pt x="8952" y="32370"/>
                  </a:lnTo>
                  <a:lnTo>
                    <a:pt x="8807" y="30704"/>
                  </a:lnTo>
                  <a:lnTo>
                    <a:pt x="8728" y="29798"/>
                  </a:lnTo>
                  <a:lnTo>
                    <a:pt x="8650" y="29221"/>
                  </a:lnTo>
                  <a:lnTo>
                    <a:pt x="8385" y="27286"/>
                  </a:lnTo>
                  <a:lnTo>
                    <a:pt x="8070" y="24635"/>
                  </a:lnTo>
                  <a:lnTo>
                    <a:pt x="7288" y="23624"/>
                  </a:lnTo>
                  <a:lnTo>
                    <a:pt x="5900" y="21831"/>
                  </a:lnTo>
                  <a:lnTo>
                    <a:pt x="1927" y="15252"/>
                  </a:lnTo>
                  <a:lnTo>
                    <a:pt x="0" y="8877"/>
                  </a:lnTo>
                  <a:lnTo>
                    <a:pt x="861" y="6735"/>
                  </a:lnTo>
                  <a:lnTo>
                    <a:pt x="1400" y="6582"/>
                  </a:lnTo>
                  <a:lnTo>
                    <a:pt x="2442" y="7036"/>
                  </a:lnTo>
                  <a:lnTo>
                    <a:pt x="3371" y="7923"/>
                  </a:lnTo>
                  <a:lnTo>
                    <a:pt x="3883" y="8344"/>
                  </a:lnTo>
                  <a:lnTo>
                    <a:pt x="4068" y="8363"/>
                  </a:lnTo>
                  <a:lnTo>
                    <a:pt x="4925" y="8451"/>
                  </a:lnTo>
                  <a:lnTo>
                    <a:pt x="6020" y="8878"/>
                  </a:lnTo>
                  <a:lnTo>
                    <a:pt x="7300" y="9732"/>
                  </a:lnTo>
                  <a:lnTo>
                    <a:pt x="7542" y="9893"/>
                  </a:lnTo>
                  <a:lnTo>
                    <a:pt x="8610" y="10934"/>
                  </a:lnTo>
                  <a:lnTo>
                    <a:pt x="9357" y="11709"/>
                  </a:lnTo>
                  <a:lnTo>
                    <a:pt x="10025" y="12029"/>
                  </a:lnTo>
                  <a:lnTo>
                    <a:pt x="10853" y="12002"/>
                  </a:lnTo>
                  <a:lnTo>
                    <a:pt x="11770" y="11065"/>
                  </a:lnTo>
                  <a:lnTo>
                    <a:pt x="12268" y="10080"/>
                  </a:lnTo>
                  <a:lnTo>
                    <a:pt x="12241" y="9225"/>
                  </a:lnTo>
                  <a:lnTo>
                    <a:pt x="12219" y="9051"/>
                  </a:lnTo>
                  <a:lnTo>
                    <a:pt x="12177" y="8725"/>
                  </a:lnTo>
                  <a:lnTo>
                    <a:pt x="12108" y="8184"/>
                  </a:lnTo>
                  <a:lnTo>
                    <a:pt x="12305" y="7424"/>
                  </a:lnTo>
                  <a:lnTo>
                    <a:pt x="12481" y="6742"/>
                  </a:lnTo>
                  <a:lnTo>
                    <a:pt x="13012" y="5889"/>
                  </a:lnTo>
                  <a:lnTo>
                    <a:pt x="13363" y="5327"/>
                  </a:lnTo>
                  <a:lnTo>
                    <a:pt x="14885" y="4179"/>
                  </a:lnTo>
                  <a:lnTo>
                    <a:pt x="16405" y="3554"/>
                  </a:lnTo>
                  <a:lnTo>
                    <a:pt x="16834" y="3378"/>
                  </a:lnTo>
                  <a:lnTo>
                    <a:pt x="17635" y="2710"/>
                  </a:lnTo>
                  <a:lnTo>
                    <a:pt x="18167" y="2335"/>
                  </a:lnTo>
                  <a:lnTo>
                    <a:pt x="18543" y="2069"/>
                  </a:lnTo>
                  <a:lnTo>
                    <a:pt x="19210" y="1455"/>
                  </a:lnTo>
                  <a:lnTo>
                    <a:pt x="19318" y="649"/>
                  </a:lnTo>
                  <a:lnTo>
                    <a:pt x="19921" y="623"/>
                  </a:lnTo>
                  <a:lnTo>
                    <a:pt x="20105" y="615"/>
                  </a:lnTo>
                  <a:lnTo>
                    <a:pt x="21488" y="344"/>
                  </a:lnTo>
                  <a:lnTo>
                    <a:pt x="22819" y="83"/>
                  </a:lnTo>
                  <a:lnTo>
                    <a:pt x="23245" y="0"/>
                  </a:lnTo>
                  <a:lnTo>
                    <a:pt x="23644" y="73"/>
                  </a:lnTo>
                  <a:lnTo>
                    <a:pt x="23873" y="115"/>
                  </a:lnTo>
                  <a:lnTo>
                    <a:pt x="24274" y="666"/>
                  </a:lnTo>
                  <a:lnTo>
                    <a:pt x="24942" y="1582"/>
                  </a:lnTo>
                  <a:lnTo>
                    <a:pt x="26064" y="3123"/>
                  </a:lnTo>
                  <a:lnTo>
                    <a:pt x="26432" y="3379"/>
                  </a:lnTo>
                  <a:lnTo>
                    <a:pt x="26942" y="3913"/>
                  </a:lnTo>
                  <a:lnTo>
                    <a:pt x="27981" y="5082"/>
                  </a:lnTo>
                  <a:lnTo>
                    <a:pt x="28362" y="5512"/>
                  </a:lnTo>
                  <a:lnTo>
                    <a:pt x="28579" y="5685"/>
                  </a:lnTo>
                  <a:lnTo>
                    <a:pt x="30773" y="7438"/>
                  </a:lnTo>
                  <a:lnTo>
                    <a:pt x="31438" y="7969"/>
                  </a:lnTo>
                  <a:lnTo>
                    <a:pt x="33801" y="9772"/>
                  </a:lnTo>
                  <a:lnTo>
                    <a:pt x="34506" y="10309"/>
                  </a:lnTo>
                  <a:lnTo>
                    <a:pt x="35208" y="10622"/>
                  </a:lnTo>
                  <a:lnTo>
                    <a:pt x="35373" y="10696"/>
                  </a:lnTo>
                  <a:lnTo>
                    <a:pt x="35829" y="10995"/>
                  </a:lnTo>
                  <a:lnTo>
                    <a:pt x="36090" y="11128"/>
                  </a:lnTo>
                  <a:lnTo>
                    <a:pt x="36793" y="113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964612" y="2508807"/>
              <a:ext cx="87444" cy="121383"/>
            </a:xfrm>
            <a:custGeom>
              <a:avLst/>
              <a:pathLst>
                <a:path w="87444" h="121383">
                  <a:moveTo>
                    <a:pt x="72328" y="107003"/>
                  </a:moveTo>
                  <a:lnTo>
                    <a:pt x="74959" y="108976"/>
                  </a:lnTo>
                  <a:lnTo>
                    <a:pt x="75405" y="109300"/>
                  </a:lnTo>
                  <a:lnTo>
                    <a:pt x="77252" y="112654"/>
                  </a:lnTo>
                  <a:lnTo>
                    <a:pt x="78114" y="114036"/>
                  </a:lnTo>
                  <a:lnTo>
                    <a:pt x="72637" y="114699"/>
                  </a:lnTo>
                  <a:lnTo>
                    <a:pt x="69629" y="115292"/>
                  </a:lnTo>
                  <a:lnTo>
                    <a:pt x="67721" y="115839"/>
                  </a:lnTo>
                  <a:lnTo>
                    <a:pt x="67164" y="115999"/>
                  </a:lnTo>
                  <a:lnTo>
                    <a:pt x="67233" y="116801"/>
                  </a:lnTo>
                  <a:lnTo>
                    <a:pt x="67259" y="117096"/>
                  </a:lnTo>
                  <a:lnTo>
                    <a:pt x="67036" y="117166"/>
                  </a:lnTo>
                  <a:lnTo>
                    <a:pt x="66851" y="117224"/>
                  </a:lnTo>
                  <a:lnTo>
                    <a:pt x="64809" y="117864"/>
                  </a:lnTo>
                  <a:lnTo>
                    <a:pt x="63839" y="118168"/>
                  </a:lnTo>
                  <a:lnTo>
                    <a:pt x="63578" y="118229"/>
                  </a:lnTo>
                  <a:lnTo>
                    <a:pt x="62565" y="118465"/>
                  </a:lnTo>
                  <a:lnTo>
                    <a:pt x="62021" y="118593"/>
                  </a:lnTo>
                  <a:lnTo>
                    <a:pt x="61178" y="118790"/>
                  </a:lnTo>
                  <a:lnTo>
                    <a:pt x="57841" y="119881"/>
                  </a:lnTo>
                  <a:lnTo>
                    <a:pt x="56029" y="120474"/>
                  </a:lnTo>
                  <a:lnTo>
                    <a:pt x="55831" y="120539"/>
                  </a:lnTo>
                  <a:lnTo>
                    <a:pt x="53603" y="121158"/>
                  </a:lnTo>
                  <a:lnTo>
                    <a:pt x="52287" y="121383"/>
                  </a:lnTo>
                  <a:lnTo>
                    <a:pt x="52003" y="120723"/>
                  </a:lnTo>
                  <a:lnTo>
                    <a:pt x="51914" y="120518"/>
                  </a:lnTo>
                  <a:lnTo>
                    <a:pt x="51587" y="119759"/>
                  </a:lnTo>
                  <a:lnTo>
                    <a:pt x="51490" y="119533"/>
                  </a:lnTo>
                  <a:lnTo>
                    <a:pt x="51346" y="119200"/>
                  </a:lnTo>
                  <a:lnTo>
                    <a:pt x="50531" y="117311"/>
                  </a:lnTo>
                  <a:lnTo>
                    <a:pt x="49966" y="116000"/>
                  </a:lnTo>
                  <a:lnTo>
                    <a:pt x="49717" y="115423"/>
                  </a:lnTo>
                  <a:lnTo>
                    <a:pt x="49580" y="115105"/>
                  </a:lnTo>
                  <a:lnTo>
                    <a:pt x="48245" y="113984"/>
                  </a:lnTo>
                  <a:lnTo>
                    <a:pt x="47963" y="113956"/>
                  </a:lnTo>
                  <a:lnTo>
                    <a:pt x="46352" y="113792"/>
                  </a:lnTo>
                  <a:lnTo>
                    <a:pt x="46056" y="113763"/>
                  </a:lnTo>
                  <a:lnTo>
                    <a:pt x="43759" y="113530"/>
                  </a:lnTo>
                  <a:lnTo>
                    <a:pt x="42924" y="112844"/>
                  </a:lnTo>
                  <a:lnTo>
                    <a:pt x="42719" y="112682"/>
                  </a:lnTo>
                  <a:lnTo>
                    <a:pt x="40955" y="111287"/>
                  </a:lnTo>
                  <a:lnTo>
                    <a:pt x="40825" y="111239"/>
                  </a:lnTo>
                  <a:lnTo>
                    <a:pt x="40397" y="111080"/>
                  </a:lnTo>
                  <a:lnTo>
                    <a:pt x="40010" y="110936"/>
                  </a:lnTo>
                  <a:lnTo>
                    <a:pt x="38927" y="110533"/>
                  </a:lnTo>
                  <a:lnTo>
                    <a:pt x="38263" y="110286"/>
                  </a:lnTo>
                  <a:lnTo>
                    <a:pt x="37938" y="110166"/>
                  </a:lnTo>
                  <a:lnTo>
                    <a:pt x="37184" y="109835"/>
                  </a:lnTo>
                  <a:lnTo>
                    <a:pt x="34930" y="108845"/>
                  </a:lnTo>
                  <a:lnTo>
                    <a:pt x="33936" y="108409"/>
                  </a:lnTo>
                  <a:lnTo>
                    <a:pt x="33587" y="108256"/>
                  </a:lnTo>
                  <a:lnTo>
                    <a:pt x="31983" y="108662"/>
                  </a:lnTo>
                  <a:lnTo>
                    <a:pt x="29213" y="110030"/>
                  </a:lnTo>
                  <a:lnTo>
                    <a:pt x="28722" y="110132"/>
                  </a:lnTo>
                  <a:lnTo>
                    <a:pt x="27767" y="110330"/>
                  </a:lnTo>
                  <a:lnTo>
                    <a:pt x="27583" y="110368"/>
                  </a:lnTo>
                  <a:lnTo>
                    <a:pt x="26476" y="110598"/>
                  </a:lnTo>
                  <a:lnTo>
                    <a:pt x="24566" y="110560"/>
                  </a:lnTo>
                  <a:lnTo>
                    <a:pt x="23635" y="110528"/>
                  </a:lnTo>
                  <a:lnTo>
                    <a:pt x="22423" y="110347"/>
                  </a:lnTo>
                  <a:lnTo>
                    <a:pt x="22304" y="110511"/>
                  </a:lnTo>
                  <a:lnTo>
                    <a:pt x="21253" y="111964"/>
                  </a:lnTo>
                  <a:lnTo>
                    <a:pt x="18481" y="110684"/>
                  </a:lnTo>
                  <a:lnTo>
                    <a:pt x="17050" y="110024"/>
                  </a:lnTo>
                  <a:lnTo>
                    <a:pt x="16321" y="109688"/>
                  </a:lnTo>
                  <a:lnTo>
                    <a:pt x="16070" y="109600"/>
                  </a:lnTo>
                  <a:lnTo>
                    <a:pt x="14244" y="109129"/>
                  </a:lnTo>
                  <a:lnTo>
                    <a:pt x="16418" y="106064"/>
                  </a:lnTo>
                  <a:lnTo>
                    <a:pt x="18806" y="102587"/>
                  </a:lnTo>
                  <a:lnTo>
                    <a:pt x="21724" y="98336"/>
                  </a:lnTo>
                  <a:lnTo>
                    <a:pt x="23365" y="95988"/>
                  </a:lnTo>
                  <a:lnTo>
                    <a:pt x="24775" y="93970"/>
                  </a:lnTo>
                  <a:lnTo>
                    <a:pt x="25790" y="92518"/>
                  </a:lnTo>
                  <a:lnTo>
                    <a:pt x="25974" y="92254"/>
                  </a:lnTo>
                  <a:lnTo>
                    <a:pt x="26336" y="91736"/>
                  </a:lnTo>
                  <a:lnTo>
                    <a:pt x="26482" y="91153"/>
                  </a:lnTo>
                  <a:lnTo>
                    <a:pt x="26735" y="90141"/>
                  </a:lnTo>
                  <a:lnTo>
                    <a:pt x="26687" y="89944"/>
                  </a:lnTo>
                  <a:lnTo>
                    <a:pt x="26475" y="89086"/>
                  </a:lnTo>
                  <a:lnTo>
                    <a:pt x="26388" y="88731"/>
                  </a:lnTo>
                  <a:lnTo>
                    <a:pt x="26359" y="88532"/>
                  </a:lnTo>
                  <a:lnTo>
                    <a:pt x="26268" y="87915"/>
                  </a:lnTo>
                  <a:lnTo>
                    <a:pt x="25972" y="87211"/>
                  </a:lnTo>
                  <a:lnTo>
                    <a:pt x="24991" y="86396"/>
                  </a:lnTo>
                  <a:lnTo>
                    <a:pt x="24619" y="86087"/>
                  </a:lnTo>
                  <a:lnTo>
                    <a:pt x="24486" y="85977"/>
                  </a:lnTo>
                  <a:lnTo>
                    <a:pt x="23251" y="84951"/>
                  </a:lnTo>
                  <a:lnTo>
                    <a:pt x="22721" y="84511"/>
                  </a:lnTo>
                  <a:lnTo>
                    <a:pt x="22318" y="84176"/>
                  </a:lnTo>
                  <a:lnTo>
                    <a:pt x="21688" y="83653"/>
                  </a:lnTo>
                  <a:lnTo>
                    <a:pt x="21550" y="83538"/>
                  </a:lnTo>
                  <a:lnTo>
                    <a:pt x="19631" y="81830"/>
                  </a:lnTo>
                  <a:lnTo>
                    <a:pt x="18939" y="81214"/>
                  </a:lnTo>
                  <a:lnTo>
                    <a:pt x="18537" y="80856"/>
                  </a:lnTo>
                  <a:lnTo>
                    <a:pt x="18060" y="80441"/>
                  </a:lnTo>
                  <a:lnTo>
                    <a:pt x="17748" y="80195"/>
                  </a:lnTo>
                  <a:lnTo>
                    <a:pt x="17530" y="80022"/>
                  </a:lnTo>
                  <a:lnTo>
                    <a:pt x="17120" y="79698"/>
                  </a:lnTo>
                  <a:lnTo>
                    <a:pt x="14332" y="77493"/>
                  </a:lnTo>
                  <a:lnTo>
                    <a:pt x="13745" y="77029"/>
                  </a:lnTo>
                  <a:lnTo>
                    <a:pt x="12449" y="76004"/>
                  </a:lnTo>
                  <a:lnTo>
                    <a:pt x="12192" y="75800"/>
                  </a:lnTo>
                  <a:lnTo>
                    <a:pt x="11943" y="75604"/>
                  </a:lnTo>
                  <a:lnTo>
                    <a:pt x="11470" y="75229"/>
                  </a:lnTo>
                  <a:lnTo>
                    <a:pt x="11196" y="75000"/>
                  </a:lnTo>
                  <a:lnTo>
                    <a:pt x="10317" y="74265"/>
                  </a:lnTo>
                  <a:lnTo>
                    <a:pt x="9190" y="73321"/>
                  </a:lnTo>
                  <a:lnTo>
                    <a:pt x="8509" y="72752"/>
                  </a:lnTo>
                  <a:lnTo>
                    <a:pt x="8264" y="72540"/>
                  </a:lnTo>
                  <a:lnTo>
                    <a:pt x="7773" y="72117"/>
                  </a:lnTo>
                  <a:lnTo>
                    <a:pt x="6142" y="70710"/>
                  </a:lnTo>
                  <a:lnTo>
                    <a:pt x="4385" y="69196"/>
                  </a:lnTo>
                  <a:lnTo>
                    <a:pt x="3897" y="68774"/>
                  </a:lnTo>
                  <a:lnTo>
                    <a:pt x="2009" y="67146"/>
                  </a:lnTo>
                  <a:lnTo>
                    <a:pt x="1293" y="66087"/>
                  </a:lnTo>
                  <a:lnTo>
                    <a:pt x="1207" y="65855"/>
                  </a:lnTo>
                  <a:lnTo>
                    <a:pt x="731" y="64573"/>
                  </a:lnTo>
                  <a:lnTo>
                    <a:pt x="557" y="64104"/>
                  </a:lnTo>
                  <a:lnTo>
                    <a:pt x="479" y="63893"/>
                  </a:lnTo>
                  <a:lnTo>
                    <a:pt x="280" y="63356"/>
                  </a:lnTo>
                  <a:lnTo>
                    <a:pt x="220" y="63193"/>
                  </a:lnTo>
                  <a:lnTo>
                    <a:pt x="89" y="62840"/>
                  </a:lnTo>
                  <a:lnTo>
                    <a:pt x="0" y="62599"/>
                  </a:lnTo>
                  <a:lnTo>
                    <a:pt x="1009" y="62282"/>
                  </a:lnTo>
                  <a:lnTo>
                    <a:pt x="1489" y="62098"/>
                  </a:lnTo>
                  <a:lnTo>
                    <a:pt x="2155" y="61737"/>
                  </a:lnTo>
                  <a:lnTo>
                    <a:pt x="2470" y="61566"/>
                  </a:lnTo>
                  <a:lnTo>
                    <a:pt x="3356" y="60723"/>
                  </a:lnTo>
                  <a:lnTo>
                    <a:pt x="3607" y="60449"/>
                  </a:lnTo>
                  <a:lnTo>
                    <a:pt x="4576" y="58738"/>
                  </a:lnTo>
                  <a:lnTo>
                    <a:pt x="5183" y="57823"/>
                  </a:lnTo>
                  <a:lnTo>
                    <a:pt x="7455" y="54399"/>
                  </a:lnTo>
                  <a:lnTo>
                    <a:pt x="8303" y="53120"/>
                  </a:lnTo>
                  <a:lnTo>
                    <a:pt x="8935" y="52168"/>
                  </a:lnTo>
                  <a:lnTo>
                    <a:pt x="9225" y="51737"/>
                  </a:lnTo>
                  <a:lnTo>
                    <a:pt x="17323" y="40105"/>
                  </a:lnTo>
                  <a:lnTo>
                    <a:pt x="17818" y="39396"/>
                  </a:lnTo>
                  <a:lnTo>
                    <a:pt x="17947" y="39211"/>
                  </a:lnTo>
                  <a:lnTo>
                    <a:pt x="18039" y="39078"/>
                  </a:lnTo>
                  <a:lnTo>
                    <a:pt x="18237" y="38793"/>
                  </a:lnTo>
                  <a:lnTo>
                    <a:pt x="18347" y="38636"/>
                  </a:lnTo>
                  <a:lnTo>
                    <a:pt x="22189" y="33117"/>
                  </a:lnTo>
                  <a:lnTo>
                    <a:pt x="22387" y="32833"/>
                  </a:lnTo>
                  <a:lnTo>
                    <a:pt x="26892" y="26443"/>
                  </a:lnTo>
                  <a:lnTo>
                    <a:pt x="27135" y="26100"/>
                  </a:lnTo>
                  <a:lnTo>
                    <a:pt x="27538" y="25527"/>
                  </a:lnTo>
                  <a:lnTo>
                    <a:pt x="27834" y="25108"/>
                  </a:lnTo>
                  <a:lnTo>
                    <a:pt x="28613" y="24003"/>
                  </a:lnTo>
                  <a:lnTo>
                    <a:pt x="35008" y="14934"/>
                  </a:lnTo>
                  <a:lnTo>
                    <a:pt x="35820" y="13781"/>
                  </a:lnTo>
                  <a:lnTo>
                    <a:pt x="36347" y="13035"/>
                  </a:lnTo>
                  <a:lnTo>
                    <a:pt x="36473" y="12856"/>
                  </a:lnTo>
                  <a:lnTo>
                    <a:pt x="36774" y="12432"/>
                  </a:lnTo>
                  <a:lnTo>
                    <a:pt x="44784" y="1148"/>
                  </a:lnTo>
                  <a:lnTo>
                    <a:pt x="44954" y="908"/>
                  </a:lnTo>
                  <a:lnTo>
                    <a:pt x="45199" y="564"/>
                  </a:lnTo>
                  <a:lnTo>
                    <a:pt x="45312" y="402"/>
                  </a:lnTo>
                  <a:lnTo>
                    <a:pt x="45431" y="231"/>
                  </a:lnTo>
                  <a:lnTo>
                    <a:pt x="45672" y="0"/>
                  </a:lnTo>
                  <a:lnTo>
                    <a:pt x="52009" y="4308"/>
                  </a:lnTo>
                  <a:lnTo>
                    <a:pt x="52249" y="4472"/>
                  </a:lnTo>
                  <a:lnTo>
                    <a:pt x="55781" y="6892"/>
                  </a:lnTo>
                  <a:lnTo>
                    <a:pt x="56451" y="7351"/>
                  </a:lnTo>
                  <a:lnTo>
                    <a:pt x="56624" y="7469"/>
                  </a:lnTo>
                  <a:lnTo>
                    <a:pt x="60754" y="10299"/>
                  </a:lnTo>
                  <a:lnTo>
                    <a:pt x="60928" y="10418"/>
                  </a:lnTo>
                  <a:lnTo>
                    <a:pt x="65346" y="13444"/>
                  </a:lnTo>
                  <a:lnTo>
                    <a:pt x="65570" y="13598"/>
                  </a:lnTo>
                  <a:lnTo>
                    <a:pt x="74131" y="19444"/>
                  </a:lnTo>
                  <a:lnTo>
                    <a:pt x="78547" y="22459"/>
                  </a:lnTo>
                  <a:lnTo>
                    <a:pt x="82878" y="25416"/>
                  </a:lnTo>
                  <a:lnTo>
                    <a:pt x="83043" y="25533"/>
                  </a:lnTo>
                  <a:lnTo>
                    <a:pt x="83360" y="25757"/>
                  </a:lnTo>
                  <a:lnTo>
                    <a:pt x="83717" y="26009"/>
                  </a:lnTo>
                  <a:lnTo>
                    <a:pt x="84480" y="26547"/>
                  </a:lnTo>
                  <a:lnTo>
                    <a:pt x="84706" y="26699"/>
                  </a:lnTo>
                  <a:lnTo>
                    <a:pt x="87086" y="28295"/>
                  </a:lnTo>
                  <a:lnTo>
                    <a:pt x="87444" y="28704"/>
                  </a:lnTo>
                  <a:lnTo>
                    <a:pt x="82541" y="35810"/>
                  </a:lnTo>
                  <a:lnTo>
                    <a:pt x="81504" y="37312"/>
                  </a:lnTo>
                  <a:lnTo>
                    <a:pt x="81199" y="37754"/>
                  </a:lnTo>
                  <a:lnTo>
                    <a:pt x="78447" y="41742"/>
                  </a:lnTo>
                  <a:lnTo>
                    <a:pt x="76805" y="44121"/>
                  </a:lnTo>
                  <a:lnTo>
                    <a:pt x="76369" y="44754"/>
                  </a:lnTo>
                  <a:lnTo>
                    <a:pt x="75933" y="45393"/>
                  </a:lnTo>
                  <a:lnTo>
                    <a:pt x="75651" y="45807"/>
                  </a:lnTo>
                  <a:lnTo>
                    <a:pt x="74827" y="47018"/>
                  </a:lnTo>
                  <a:lnTo>
                    <a:pt x="74009" y="48219"/>
                  </a:lnTo>
                  <a:lnTo>
                    <a:pt x="72107" y="51011"/>
                  </a:lnTo>
                  <a:lnTo>
                    <a:pt x="71051" y="52562"/>
                  </a:lnTo>
                  <a:lnTo>
                    <a:pt x="70455" y="53437"/>
                  </a:lnTo>
                  <a:lnTo>
                    <a:pt x="69895" y="54259"/>
                  </a:lnTo>
                  <a:lnTo>
                    <a:pt x="69719" y="54511"/>
                  </a:lnTo>
                  <a:lnTo>
                    <a:pt x="69521" y="54793"/>
                  </a:lnTo>
                  <a:lnTo>
                    <a:pt x="68068" y="56860"/>
                  </a:lnTo>
                  <a:lnTo>
                    <a:pt x="67051" y="58308"/>
                  </a:lnTo>
                  <a:lnTo>
                    <a:pt x="63148" y="63864"/>
                  </a:lnTo>
                  <a:lnTo>
                    <a:pt x="62422" y="64899"/>
                  </a:lnTo>
                  <a:lnTo>
                    <a:pt x="62203" y="65299"/>
                  </a:lnTo>
                  <a:lnTo>
                    <a:pt x="60878" y="67726"/>
                  </a:lnTo>
                  <a:lnTo>
                    <a:pt x="60629" y="68085"/>
                  </a:lnTo>
                  <a:lnTo>
                    <a:pt x="60338" y="68505"/>
                  </a:lnTo>
                  <a:lnTo>
                    <a:pt x="58437" y="71240"/>
                  </a:lnTo>
                  <a:lnTo>
                    <a:pt x="58158" y="71749"/>
                  </a:lnTo>
                  <a:lnTo>
                    <a:pt x="58119" y="71894"/>
                  </a:lnTo>
                  <a:lnTo>
                    <a:pt x="58083" y="72029"/>
                  </a:lnTo>
                  <a:lnTo>
                    <a:pt x="58020" y="72266"/>
                  </a:lnTo>
                  <a:lnTo>
                    <a:pt x="57698" y="72525"/>
                  </a:lnTo>
                  <a:lnTo>
                    <a:pt x="57358" y="72800"/>
                  </a:lnTo>
                  <a:lnTo>
                    <a:pt x="56589" y="73542"/>
                  </a:lnTo>
                  <a:lnTo>
                    <a:pt x="55761" y="74745"/>
                  </a:lnTo>
                  <a:lnTo>
                    <a:pt x="55982" y="74966"/>
                  </a:lnTo>
                  <a:lnTo>
                    <a:pt x="56260" y="75244"/>
                  </a:lnTo>
                  <a:lnTo>
                    <a:pt x="56512" y="75496"/>
                  </a:lnTo>
                  <a:lnTo>
                    <a:pt x="57302" y="76286"/>
                  </a:lnTo>
                  <a:lnTo>
                    <a:pt x="57843" y="76843"/>
                  </a:lnTo>
                  <a:lnTo>
                    <a:pt x="58095" y="77136"/>
                  </a:lnTo>
                  <a:lnTo>
                    <a:pt x="58642" y="77775"/>
                  </a:lnTo>
                  <a:lnTo>
                    <a:pt x="56213" y="79889"/>
                  </a:lnTo>
                  <a:lnTo>
                    <a:pt x="54567" y="81234"/>
                  </a:lnTo>
                  <a:lnTo>
                    <a:pt x="54183" y="81547"/>
                  </a:lnTo>
                  <a:lnTo>
                    <a:pt x="54361" y="81733"/>
                  </a:lnTo>
                  <a:lnTo>
                    <a:pt x="54988" y="82294"/>
                  </a:lnTo>
                  <a:lnTo>
                    <a:pt x="55504" y="82431"/>
                  </a:lnTo>
                  <a:lnTo>
                    <a:pt x="55723" y="82489"/>
                  </a:lnTo>
                  <a:lnTo>
                    <a:pt x="56506" y="83080"/>
                  </a:lnTo>
                  <a:lnTo>
                    <a:pt x="56656" y="84223"/>
                  </a:lnTo>
                  <a:lnTo>
                    <a:pt x="57169" y="85080"/>
                  </a:lnTo>
                  <a:lnTo>
                    <a:pt x="57486" y="85648"/>
                  </a:lnTo>
                  <a:lnTo>
                    <a:pt x="58289" y="86531"/>
                  </a:lnTo>
                  <a:lnTo>
                    <a:pt x="58780" y="87040"/>
                  </a:lnTo>
                  <a:lnTo>
                    <a:pt x="59607" y="88221"/>
                  </a:lnTo>
                  <a:lnTo>
                    <a:pt x="59745" y="88324"/>
                  </a:lnTo>
                  <a:lnTo>
                    <a:pt x="60518" y="89011"/>
                  </a:lnTo>
                  <a:lnTo>
                    <a:pt x="61090" y="89520"/>
                  </a:lnTo>
                  <a:lnTo>
                    <a:pt x="61797" y="90149"/>
                  </a:lnTo>
                  <a:lnTo>
                    <a:pt x="62443" y="90625"/>
                  </a:lnTo>
                  <a:lnTo>
                    <a:pt x="62861" y="90933"/>
                  </a:lnTo>
                  <a:lnTo>
                    <a:pt x="63015" y="91046"/>
                  </a:lnTo>
                  <a:lnTo>
                    <a:pt x="63708" y="91508"/>
                  </a:lnTo>
                  <a:lnTo>
                    <a:pt x="64036" y="91832"/>
                  </a:lnTo>
                  <a:lnTo>
                    <a:pt x="64398" y="92395"/>
                  </a:lnTo>
                  <a:lnTo>
                    <a:pt x="65547" y="95100"/>
                  </a:lnTo>
                  <a:lnTo>
                    <a:pt x="66145" y="95952"/>
                  </a:lnTo>
                  <a:lnTo>
                    <a:pt x="66455" y="96395"/>
                  </a:lnTo>
                  <a:lnTo>
                    <a:pt x="67783" y="97626"/>
                  </a:lnTo>
                  <a:lnTo>
                    <a:pt x="68013" y="97839"/>
                  </a:lnTo>
                  <a:lnTo>
                    <a:pt x="69423" y="99163"/>
                  </a:lnTo>
                  <a:lnTo>
                    <a:pt x="70478" y="100306"/>
                  </a:lnTo>
                  <a:lnTo>
                    <a:pt x="70866" y="101595"/>
                  </a:lnTo>
                  <a:lnTo>
                    <a:pt x="70982" y="101983"/>
                  </a:lnTo>
                  <a:lnTo>
                    <a:pt x="70925" y="102651"/>
                  </a:lnTo>
                  <a:lnTo>
                    <a:pt x="70747" y="104717"/>
                  </a:lnTo>
                  <a:lnTo>
                    <a:pt x="70820" y="105040"/>
                  </a:lnTo>
                  <a:lnTo>
                    <a:pt x="70982" y="1057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3040559" y="2537396"/>
              <a:ext cx="79834" cy="74177"/>
            </a:xfrm>
            <a:custGeom>
              <a:avLst/>
              <a:pathLst>
                <a:path w="79834" h="74177">
                  <a:moveTo>
                    <a:pt x="69237" y="49350"/>
                  </a:moveTo>
                  <a:lnTo>
                    <a:pt x="79834" y="68311"/>
                  </a:lnTo>
                  <a:lnTo>
                    <a:pt x="78922" y="74177"/>
                  </a:lnTo>
                  <a:lnTo>
                    <a:pt x="75654" y="74093"/>
                  </a:lnTo>
                  <a:lnTo>
                    <a:pt x="71887" y="73996"/>
                  </a:lnTo>
                  <a:lnTo>
                    <a:pt x="70399" y="73957"/>
                  </a:lnTo>
                  <a:lnTo>
                    <a:pt x="66479" y="73856"/>
                  </a:lnTo>
                  <a:lnTo>
                    <a:pt x="57560" y="70812"/>
                  </a:lnTo>
                  <a:lnTo>
                    <a:pt x="55294" y="70394"/>
                  </a:lnTo>
                  <a:lnTo>
                    <a:pt x="51609" y="71062"/>
                  </a:lnTo>
                  <a:lnTo>
                    <a:pt x="49874" y="69993"/>
                  </a:lnTo>
                  <a:lnTo>
                    <a:pt x="46376" y="67478"/>
                  </a:lnTo>
                  <a:lnTo>
                    <a:pt x="44401" y="66215"/>
                  </a:lnTo>
                  <a:lnTo>
                    <a:pt x="44708" y="65017"/>
                  </a:lnTo>
                  <a:lnTo>
                    <a:pt x="44497" y="64937"/>
                  </a:lnTo>
                  <a:lnTo>
                    <a:pt x="44123" y="64797"/>
                  </a:lnTo>
                  <a:lnTo>
                    <a:pt x="42004" y="64001"/>
                  </a:lnTo>
                  <a:lnTo>
                    <a:pt x="40370" y="63388"/>
                  </a:lnTo>
                  <a:lnTo>
                    <a:pt x="39730" y="63147"/>
                  </a:lnTo>
                  <a:lnTo>
                    <a:pt x="39411" y="63081"/>
                  </a:lnTo>
                  <a:lnTo>
                    <a:pt x="37091" y="62597"/>
                  </a:lnTo>
                  <a:lnTo>
                    <a:pt x="36648" y="62529"/>
                  </a:lnTo>
                  <a:lnTo>
                    <a:pt x="36217" y="62462"/>
                  </a:lnTo>
                  <a:lnTo>
                    <a:pt x="34602" y="62213"/>
                  </a:lnTo>
                  <a:lnTo>
                    <a:pt x="33705" y="62075"/>
                  </a:lnTo>
                  <a:lnTo>
                    <a:pt x="32615" y="62163"/>
                  </a:lnTo>
                  <a:lnTo>
                    <a:pt x="32135" y="58665"/>
                  </a:lnTo>
                  <a:lnTo>
                    <a:pt x="30039" y="58308"/>
                  </a:lnTo>
                  <a:lnTo>
                    <a:pt x="28547" y="58139"/>
                  </a:lnTo>
                  <a:lnTo>
                    <a:pt x="22928" y="57408"/>
                  </a:lnTo>
                  <a:lnTo>
                    <a:pt x="22933" y="56870"/>
                  </a:lnTo>
                  <a:lnTo>
                    <a:pt x="21321" y="55560"/>
                  </a:lnTo>
                  <a:lnTo>
                    <a:pt x="21017" y="55243"/>
                  </a:lnTo>
                  <a:lnTo>
                    <a:pt x="20139" y="54329"/>
                  </a:lnTo>
                  <a:lnTo>
                    <a:pt x="19812" y="53989"/>
                  </a:lnTo>
                  <a:lnTo>
                    <a:pt x="19342" y="53641"/>
                  </a:lnTo>
                  <a:lnTo>
                    <a:pt x="18114" y="52718"/>
                  </a:lnTo>
                  <a:lnTo>
                    <a:pt x="17694" y="52187"/>
                  </a:lnTo>
                  <a:lnTo>
                    <a:pt x="16531" y="50714"/>
                  </a:lnTo>
                  <a:lnTo>
                    <a:pt x="15798" y="49787"/>
                  </a:lnTo>
                  <a:lnTo>
                    <a:pt x="15013" y="48443"/>
                  </a:lnTo>
                  <a:lnTo>
                    <a:pt x="16531" y="47115"/>
                  </a:lnTo>
                  <a:lnTo>
                    <a:pt x="16697" y="46970"/>
                  </a:lnTo>
                  <a:lnTo>
                    <a:pt x="18054" y="45729"/>
                  </a:lnTo>
                  <a:lnTo>
                    <a:pt x="17530" y="44949"/>
                  </a:lnTo>
                  <a:lnTo>
                    <a:pt x="17374" y="44716"/>
                  </a:lnTo>
                  <a:lnTo>
                    <a:pt x="16923" y="44045"/>
                  </a:lnTo>
                  <a:lnTo>
                    <a:pt x="16531" y="43667"/>
                  </a:lnTo>
                  <a:lnTo>
                    <a:pt x="16022" y="43177"/>
                  </a:lnTo>
                  <a:lnTo>
                    <a:pt x="15843" y="42738"/>
                  </a:lnTo>
                  <a:lnTo>
                    <a:pt x="15715" y="42423"/>
                  </a:lnTo>
                  <a:lnTo>
                    <a:pt x="15288" y="41375"/>
                  </a:lnTo>
                  <a:lnTo>
                    <a:pt x="12906" y="40225"/>
                  </a:lnTo>
                  <a:lnTo>
                    <a:pt x="12395" y="39378"/>
                  </a:lnTo>
                  <a:lnTo>
                    <a:pt x="11220" y="37432"/>
                  </a:lnTo>
                  <a:lnTo>
                    <a:pt x="10788" y="36598"/>
                  </a:lnTo>
                  <a:lnTo>
                    <a:pt x="10607" y="36249"/>
                  </a:lnTo>
                  <a:lnTo>
                    <a:pt x="9756" y="34602"/>
                  </a:lnTo>
                  <a:lnTo>
                    <a:pt x="9288" y="33841"/>
                  </a:lnTo>
                  <a:lnTo>
                    <a:pt x="7573" y="31048"/>
                  </a:lnTo>
                  <a:lnTo>
                    <a:pt x="5814" y="28096"/>
                  </a:lnTo>
                  <a:lnTo>
                    <a:pt x="5665" y="27845"/>
                  </a:lnTo>
                  <a:lnTo>
                    <a:pt x="3788" y="24693"/>
                  </a:lnTo>
                  <a:lnTo>
                    <a:pt x="2999" y="23368"/>
                  </a:lnTo>
                  <a:lnTo>
                    <a:pt x="2654" y="22788"/>
                  </a:lnTo>
                  <a:lnTo>
                    <a:pt x="2572" y="22651"/>
                  </a:lnTo>
                  <a:lnTo>
                    <a:pt x="2117" y="21751"/>
                  </a:lnTo>
                  <a:lnTo>
                    <a:pt x="1864" y="21251"/>
                  </a:lnTo>
                  <a:lnTo>
                    <a:pt x="1104" y="19748"/>
                  </a:lnTo>
                  <a:lnTo>
                    <a:pt x="889" y="19181"/>
                  </a:lnTo>
                  <a:lnTo>
                    <a:pt x="419" y="17944"/>
                  </a:lnTo>
                  <a:lnTo>
                    <a:pt x="200" y="17367"/>
                  </a:lnTo>
                  <a:lnTo>
                    <a:pt x="0" y="16785"/>
                  </a:lnTo>
                  <a:lnTo>
                    <a:pt x="422" y="16164"/>
                  </a:lnTo>
                  <a:lnTo>
                    <a:pt x="858" y="15532"/>
                  </a:lnTo>
                  <a:lnTo>
                    <a:pt x="2500" y="13153"/>
                  </a:lnTo>
                  <a:lnTo>
                    <a:pt x="5253" y="9164"/>
                  </a:lnTo>
                  <a:lnTo>
                    <a:pt x="5557" y="8723"/>
                  </a:lnTo>
                  <a:lnTo>
                    <a:pt x="6594" y="7221"/>
                  </a:lnTo>
                  <a:lnTo>
                    <a:pt x="11577" y="0"/>
                  </a:lnTo>
                  <a:lnTo>
                    <a:pt x="13323" y="1211"/>
                  </a:lnTo>
                  <a:lnTo>
                    <a:pt x="16461" y="3386"/>
                  </a:lnTo>
                  <a:lnTo>
                    <a:pt x="18561" y="4795"/>
                  </a:lnTo>
                  <a:lnTo>
                    <a:pt x="18759" y="4927"/>
                  </a:lnTo>
                  <a:lnTo>
                    <a:pt x="21484" y="6755"/>
                  </a:lnTo>
                  <a:lnTo>
                    <a:pt x="21795" y="6964"/>
                  </a:lnTo>
                  <a:lnTo>
                    <a:pt x="24700" y="8912"/>
                  </a:lnTo>
                  <a:lnTo>
                    <a:pt x="25144" y="9209"/>
                  </a:lnTo>
                  <a:lnTo>
                    <a:pt x="30577" y="12853"/>
                  </a:lnTo>
                  <a:lnTo>
                    <a:pt x="30756" y="12973"/>
                  </a:lnTo>
                  <a:lnTo>
                    <a:pt x="31727" y="13624"/>
                  </a:lnTo>
                  <a:lnTo>
                    <a:pt x="32357" y="14090"/>
                  </a:lnTo>
                  <a:lnTo>
                    <a:pt x="32780" y="14403"/>
                  </a:lnTo>
                  <a:lnTo>
                    <a:pt x="34389" y="15594"/>
                  </a:lnTo>
                  <a:lnTo>
                    <a:pt x="35689" y="16709"/>
                  </a:lnTo>
                  <a:lnTo>
                    <a:pt x="36139" y="16951"/>
                  </a:lnTo>
                  <a:lnTo>
                    <a:pt x="37168" y="17502"/>
                  </a:lnTo>
                  <a:lnTo>
                    <a:pt x="37782" y="17831"/>
                  </a:lnTo>
                  <a:lnTo>
                    <a:pt x="40105" y="19308"/>
                  </a:lnTo>
                  <a:lnTo>
                    <a:pt x="40722" y="19785"/>
                  </a:lnTo>
                  <a:lnTo>
                    <a:pt x="44096" y="21539"/>
                  </a:lnTo>
                  <a:lnTo>
                    <a:pt x="44539" y="21769"/>
                  </a:lnTo>
                  <a:lnTo>
                    <a:pt x="44508" y="23607"/>
                  </a:lnTo>
                  <a:lnTo>
                    <a:pt x="44753" y="23614"/>
                  </a:lnTo>
                  <a:lnTo>
                    <a:pt x="44963" y="23620"/>
                  </a:lnTo>
                  <a:lnTo>
                    <a:pt x="47580" y="24009"/>
                  </a:lnTo>
                  <a:lnTo>
                    <a:pt x="47601" y="24205"/>
                  </a:lnTo>
                  <a:lnTo>
                    <a:pt x="47669" y="24822"/>
                  </a:lnTo>
                  <a:lnTo>
                    <a:pt x="48963" y="25272"/>
                  </a:lnTo>
                  <a:lnTo>
                    <a:pt x="49644" y="25509"/>
                  </a:lnTo>
                  <a:lnTo>
                    <a:pt x="50063" y="25655"/>
                  </a:lnTo>
                  <a:lnTo>
                    <a:pt x="52539" y="26563"/>
                  </a:lnTo>
                  <a:lnTo>
                    <a:pt x="52838" y="27535"/>
                  </a:lnTo>
                  <a:lnTo>
                    <a:pt x="53142" y="28817"/>
                  </a:lnTo>
                  <a:lnTo>
                    <a:pt x="60033" y="29420"/>
                  </a:lnTo>
                  <a:lnTo>
                    <a:pt x="61106" y="29514"/>
                  </a:lnTo>
                  <a:lnTo>
                    <a:pt x="61093" y="35999"/>
                  </a:lnTo>
                  <a:lnTo>
                    <a:pt x="58556" y="38135"/>
                  </a:lnTo>
                  <a:lnTo>
                    <a:pt x="58222" y="40137"/>
                  </a:lnTo>
                  <a:lnTo>
                    <a:pt x="58823" y="42073"/>
                  </a:lnTo>
                  <a:lnTo>
                    <a:pt x="61894" y="43542"/>
                  </a:lnTo>
                  <a:lnTo>
                    <a:pt x="63296" y="464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3018796" y="2554252"/>
              <a:ext cx="195072" cy="160596"/>
            </a:xfrm>
            <a:custGeom>
              <a:avLst/>
              <a:pathLst>
                <a:path w="195072" h="160596">
                  <a:moveTo>
                    <a:pt x="61285" y="107415"/>
                  </a:moveTo>
                  <a:lnTo>
                    <a:pt x="60773" y="109937"/>
                  </a:lnTo>
                  <a:lnTo>
                    <a:pt x="60239" y="113008"/>
                  </a:lnTo>
                  <a:lnTo>
                    <a:pt x="60372" y="115812"/>
                  </a:lnTo>
                  <a:lnTo>
                    <a:pt x="54899" y="115011"/>
                  </a:lnTo>
                  <a:lnTo>
                    <a:pt x="51027" y="113409"/>
                  </a:lnTo>
                  <a:lnTo>
                    <a:pt x="48624" y="109403"/>
                  </a:lnTo>
                  <a:lnTo>
                    <a:pt x="40880" y="103929"/>
                  </a:lnTo>
                  <a:lnTo>
                    <a:pt x="35188" y="98214"/>
                  </a:lnTo>
                  <a:lnTo>
                    <a:pt x="35028" y="96768"/>
                  </a:lnTo>
                  <a:lnTo>
                    <a:pt x="34966" y="93819"/>
                  </a:lnTo>
                  <a:lnTo>
                    <a:pt x="30289" y="84882"/>
                  </a:lnTo>
                  <a:lnTo>
                    <a:pt x="28727" y="83868"/>
                  </a:lnTo>
                  <a:lnTo>
                    <a:pt x="26826" y="80425"/>
                  </a:lnTo>
                  <a:lnTo>
                    <a:pt x="26519" y="74526"/>
                  </a:lnTo>
                  <a:lnTo>
                    <a:pt x="27148" y="73133"/>
                  </a:lnTo>
                  <a:lnTo>
                    <a:pt x="27511" y="72950"/>
                  </a:lnTo>
                  <a:lnTo>
                    <a:pt x="27389" y="72599"/>
                  </a:lnTo>
                  <a:lnTo>
                    <a:pt x="26369" y="69665"/>
                  </a:lnTo>
                  <a:lnTo>
                    <a:pt x="24884" y="70471"/>
                  </a:lnTo>
                  <a:lnTo>
                    <a:pt x="23931" y="68591"/>
                  </a:lnTo>
                  <a:lnTo>
                    <a:pt x="23069" y="67209"/>
                  </a:lnTo>
                  <a:lnTo>
                    <a:pt x="21222" y="63854"/>
                  </a:lnTo>
                  <a:lnTo>
                    <a:pt x="20775" y="63531"/>
                  </a:lnTo>
                  <a:lnTo>
                    <a:pt x="18145" y="61558"/>
                  </a:lnTo>
                  <a:lnTo>
                    <a:pt x="16799" y="60319"/>
                  </a:lnTo>
                  <a:lnTo>
                    <a:pt x="16636" y="59595"/>
                  </a:lnTo>
                  <a:lnTo>
                    <a:pt x="16564" y="59272"/>
                  </a:lnTo>
                  <a:lnTo>
                    <a:pt x="16741" y="57206"/>
                  </a:lnTo>
                  <a:lnTo>
                    <a:pt x="16799" y="56538"/>
                  </a:lnTo>
                  <a:lnTo>
                    <a:pt x="16682" y="56150"/>
                  </a:lnTo>
                  <a:lnTo>
                    <a:pt x="16294" y="54861"/>
                  </a:lnTo>
                  <a:lnTo>
                    <a:pt x="15239" y="53718"/>
                  </a:lnTo>
                  <a:lnTo>
                    <a:pt x="13745" y="52316"/>
                  </a:lnTo>
                  <a:lnTo>
                    <a:pt x="13599" y="52181"/>
                  </a:lnTo>
                  <a:lnTo>
                    <a:pt x="12265" y="50941"/>
                  </a:lnTo>
                  <a:lnTo>
                    <a:pt x="11961" y="50507"/>
                  </a:lnTo>
                  <a:lnTo>
                    <a:pt x="11364" y="49655"/>
                  </a:lnTo>
                  <a:lnTo>
                    <a:pt x="10215" y="46950"/>
                  </a:lnTo>
                  <a:lnTo>
                    <a:pt x="9852" y="46387"/>
                  </a:lnTo>
                  <a:lnTo>
                    <a:pt x="9524" y="46063"/>
                  </a:lnTo>
                  <a:lnTo>
                    <a:pt x="8831" y="45601"/>
                  </a:lnTo>
                  <a:lnTo>
                    <a:pt x="8678" y="45488"/>
                  </a:lnTo>
                  <a:lnTo>
                    <a:pt x="8259" y="45180"/>
                  </a:lnTo>
                  <a:lnTo>
                    <a:pt x="7613" y="44704"/>
                  </a:lnTo>
                  <a:lnTo>
                    <a:pt x="6906" y="44075"/>
                  </a:lnTo>
                  <a:lnTo>
                    <a:pt x="6220" y="43464"/>
                  </a:lnTo>
                  <a:lnTo>
                    <a:pt x="5562" y="42879"/>
                  </a:lnTo>
                  <a:lnTo>
                    <a:pt x="5316" y="42666"/>
                  </a:lnTo>
                  <a:lnTo>
                    <a:pt x="4597" y="41595"/>
                  </a:lnTo>
                  <a:lnTo>
                    <a:pt x="4106" y="41086"/>
                  </a:lnTo>
                  <a:lnTo>
                    <a:pt x="3303" y="40203"/>
                  </a:lnTo>
                  <a:lnTo>
                    <a:pt x="2986" y="39635"/>
                  </a:lnTo>
                  <a:lnTo>
                    <a:pt x="2473" y="38778"/>
                  </a:lnTo>
                  <a:lnTo>
                    <a:pt x="2323" y="37635"/>
                  </a:lnTo>
                  <a:lnTo>
                    <a:pt x="1459" y="37023"/>
                  </a:lnTo>
                  <a:lnTo>
                    <a:pt x="1320" y="36986"/>
                  </a:lnTo>
                  <a:lnTo>
                    <a:pt x="805" y="36849"/>
                  </a:lnTo>
                  <a:lnTo>
                    <a:pt x="177" y="36288"/>
                  </a:lnTo>
                  <a:lnTo>
                    <a:pt x="0" y="36102"/>
                  </a:lnTo>
                  <a:lnTo>
                    <a:pt x="383" y="35789"/>
                  </a:lnTo>
                  <a:lnTo>
                    <a:pt x="2030" y="34444"/>
                  </a:lnTo>
                  <a:lnTo>
                    <a:pt x="4317" y="32164"/>
                  </a:lnTo>
                  <a:lnTo>
                    <a:pt x="3911" y="31691"/>
                  </a:lnTo>
                  <a:lnTo>
                    <a:pt x="3570" y="31292"/>
                  </a:lnTo>
                  <a:lnTo>
                    <a:pt x="3118" y="30841"/>
                  </a:lnTo>
                  <a:lnTo>
                    <a:pt x="2329" y="30051"/>
                  </a:lnTo>
                  <a:lnTo>
                    <a:pt x="2040" y="29763"/>
                  </a:lnTo>
                  <a:lnTo>
                    <a:pt x="1798" y="29521"/>
                  </a:lnTo>
                  <a:lnTo>
                    <a:pt x="1526" y="29249"/>
                  </a:lnTo>
                  <a:lnTo>
                    <a:pt x="2406" y="28097"/>
                  </a:lnTo>
                  <a:lnTo>
                    <a:pt x="3175" y="27355"/>
                  </a:lnTo>
                  <a:lnTo>
                    <a:pt x="3515" y="27080"/>
                  </a:lnTo>
                  <a:lnTo>
                    <a:pt x="3837" y="26821"/>
                  </a:lnTo>
                  <a:lnTo>
                    <a:pt x="3900" y="26584"/>
                  </a:lnTo>
                  <a:lnTo>
                    <a:pt x="3936" y="26449"/>
                  </a:lnTo>
                  <a:lnTo>
                    <a:pt x="4005" y="26187"/>
                  </a:lnTo>
                  <a:lnTo>
                    <a:pt x="4253" y="25795"/>
                  </a:lnTo>
                  <a:lnTo>
                    <a:pt x="6154" y="23060"/>
                  </a:lnTo>
                  <a:lnTo>
                    <a:pt x="6446" y="22640"/>
                  </a:lnTo>
                  <a:lnTo>
                    <a:pt x="6695" y="22281"/>
                  </a:lnTo>
                  <a:lnTo>
                    <a:pt x="8020" y="19854"/>
                  </a:lnTo>
                  <a:lnTo>
                    <a:pt x="8238" y="19454"/>
                  </a:lnTo>
                  <a:lnTo>
                    <a:pt x="8965" y="18419"/>
                  </a:lnTo>
                  <a:lnTo>
                    <a:pt x="12868" y="12863"/>
                  </a:lnTo>
                  <a:lnTo>
                    <a:pt x="13885" y="11415"/>
                  </a:lnTo>
                  <a:lnTo>
                    <a:pt x="15337" y="9348"/>
                  </a:lnTo>
                  <a:lnTo>
                    <a:pt x="15535" y="9066"/>
                  </a:lnTo>
                  <a:lnTo>
                    <a:pt x="15712" y="8814"/>
                  </a:lnTo>
                  <a:lnTo>
                    <a:pt x="16272" y="7992"/>
                  </a:lnTo>
                  <a:lnTo>
                    <a:pt x="16868" y="7117"/>
                  </a:lnTo>
                  <a:lnTo>
                    <a:pt x="17924" y="5566"/>
                  </a:lnTo>
                  <a:lnTo>
                    <a:pt x="19825" y="2774"/>
                  </a:lnTo>
                  <a:lnTo>
                    <a:pt x="20643" y="1573"/>
                  </a:lnTo>
                  <a:lnTo>
                    <a:pt x="21468" y="362"/>
                  </a:lnTo>
                  <a:lnTo>
                    <a:pt x="21769" y="0"/>
                  </a:lnTo>
                  <a:lnTo>
                    <a:pt x="21963" y="511"/>
                  </a:lnTo>
                  <a:lnTo>
                    <a:pt x="22182" y="1089"/>
                  </a:lnTo>
                  <a:lnTo>
                    <a:pt x="22652" y="2326"/>
                  </a:lnTo>
                  <a:lnTo>
                    <a:pt x="22916" y="2991"/>
                  </a:lnTo>
                  <a:lnTo>
                    <a:pt x="23628" y="4397"/>
                  </a:lnTo>
                  <a:lnTo>
                    <a:pt x="23880" y="4895"/>
                  </a:lnTo>
                  <a:lnTo>
                    <a:pt x="24335" y="5796"/>
                  </a:lnTo>
                  <a:lnTo>
                    <a:pt x="24420" y="5939"/>
                  </a:lnTo>
                  <a:lnTo>
                    <a:pt x="24762" y="6513"/>
                  </a:lnTo>
                  <a:lnTo>
                    <a:pt x="25570" y="7869"/>
                  </a:lnTo>
                  <a:lnTo>
                    <a:pt x="27428" y="10989"/>
                  </a:lnTo>
                  <a:lnTo>
                    <a:pt x="27577" y="11240"/>
                  </a:lnTo>
                  <a:lnTo>
                    <a:pt x="29388" y="14278"/>
                  </a:lnTo>
                  <a:lnTo>
                    <a:pt x="31051" y="16985"/>
                  </a:lnTo>
                  <a:lnTo>
                    <a:pt x="31519" y="17746"/>
                  </a:lnTo>
                  <a:lnTo>
                    <a:pt x="32370" y="19393"/>
                  </a:lnTo>
                  <a:lnTo>
                    <a:pt x="32551" y="19742"/>
                  </a:lnTo>
                  <a:lnTo>
                    <a:pt x="32982" y="20577"/>
                  </a:lnTo>
                  <a:lnTo>
                    <a:pt x="34158" y="22522"/>
                  </a:lnTo>
                  <a:lnTo>
                    <a:pt x="34669" y="23369"/>
                  </a:lnTo>
                  <a:lnTo>
                    <a:pt x="37050" y="24519"/>
                  </a:lnTo>
                  <a:lnTo>
                    <a:pt x="37478" y="25568"/>
                  </a:lnTo>
                  <a:lnTo>
                    <a:pt x="37606" y="25882"/>
                  </a:lnTo>
                  <a:lnTo>
                    <a:pt x="37785" y="26321"/>
                  </a:lnTo>
                  <a:lnTo>
                    <a:pt x="38294" y="26812"/>
                  </a:lnTo>
                  <a:lnTo>
                    <a:pt x="38686" y="27189"/>
                  </a:lnTo>
                  <a:lnTo>
                    <a:pt x="39137" y="27861"/>
                  </a:lnTo>
                  <a:lnTo>
                    <a:pt x="39293" y="28094"/>
                  </a:lnTo>
                  <a:lnTo>
                    <a:pt x="39677" y="29049"/>
                  </a:lnTo>
                  <a:lnTo>
                    <a:pt x="38460" y="30114"/>
                  </a:lnTo>
                  <a:lnTo>
                    <a:pt x="38294" y="30259"/>
                  </a:lnTo>
                  <a:lnTo>
                    <a:pt x="36611" y="31727"/>
                  </a:lnTo>
                  <a:lnTo>
                    <a:pt x="37561" y="32931"/>
                  </a:lnTo>
                  <a:lnTo>
                    <a:pt x="38294" y="33859"/>
                  </a:lnTo>
                  <a:lnTo>
                    <a:pt x="39457" y="35332"/>
                  </a:lnTo>
                  <a:lnTo>
                    <a:pt x="39905" y="35899"/>
                  </a:lnTo>
                  <a:lnTo>
                    <a:pt x="41105" y="36785"/>
                  </a:lnTo>
                  <a:lnTo>
                    <a:pt x="41575" y="37133"/>
                  </a:lnTo>
                  <a:lnTo>
                    <a:pt x="41902" y="37474"/>
                  </a:lnTo>
                  <a:lnTo>
                    <a:pt x="42780" y="38388"/>
                  </a:lnTo>
                  <a:lnTo>
                    <a:pt x="43113" y="38735"/>
                  </a:lnTo>
                  <a:lnTo>
                    <a:pt x="44696" y="40014"/>
                  </a:lnTo>
                  <a:lnTo>
                    <a:pt x="44723" y="40610"/>
                  </a:lnTo>
                  <a:lnTo>
                    <a:pt x="50358" y="41289"/>
                  </a:lnTo>
                  <a:lnTo>
                    <a:pt x="51802" y="41452"/>
                  </a:lnTo>
                  <a:lnTo>
                    <a:pt x="53901" y="41831"/>
                  </a:lnTo>
                  <a:lnTo>
                    <a:pt x="54378" y="45307"/>
                  </a:lnTo>
                  <a:lnTo>
                    <a:pt x="55468" y="45220"/>
                  </a:lnTo>
                  <a:lnTo>
                    <a:pt x="56364" y="45358"/>
                  </a:lnTo>
                  <a:lnTo>
                    <a:pt x="57980" y="45607"/>
                  </a:lnTo>
                  <a:lnTo>
                    <a:pt x="58411" y="45673"/>
                  </a:lnTo>
                  <a:lnTo>
                    <a:pt x="58854" y="45742"/>
                  </a:lnTo>
                  <a:lnTo>
                    <a:pt x="61174" y="46225"/>
                  </a:lnTo>
                  <a:lnTo>
                    <a:pt x="61493" y="46291"/>
                  </a:lnTo>
                  <a:lnTo>
                    <a:pt x="62245" y="46574"/>
                  </a:lnTo>
                  <a:lnTo>
                    <a:pt x="63767" y="47145"/>
                  </a:lnTo>
                  <a:lnTo>
                    <a:pt x="65886" y="47941"/>
                  </a:lnTo>
                  <a:lnTo>
                    <a:pt x="66259" y="48082"/>
                  </a:lnTo>
                  <a:lnTo>
                    <a:pt x="66484" y="48166"/>
                  </a:lnTo>
                  <a:lnTo>
                    <a:pt x="66152" y="49405"/>
                  </a:lnTo>
                  <a:lnTo>
                    <a:pt x="68139" y="50622"/>
                  </a:lnTo>
                  <a:lnTo>
                    <a:pt x="71637" y="53138"/>
                  </a:lnTo>
                  <a:lnTo>
                    <a:pt x="73372" y="54206"/>
                  </a:lnTo>
                  <a:lnTo>
                    <a:pt x="77057" y="53538"/>
                  </a:lnTo>
                  <a:lnTo>
                    <a:pt x="79323" y="53957"/>
                  </a:lnTo>
                  <a:lnTo>
                    <a:pt x="88241" y="57001"/>
                  </a:lnTo>
                  <a:lnTo>
                    <a:pt x="92162" y="57102"/>
                  </a:lnTo>
                  <a:lnTo>
                    <a:pt x="93650" y="57140"/>
                  </a:lnTo>
                  <a:lnTo>
                    <a:pt x="97417" y="57237"/>
                  </a:lnTo>
                  <a:lnTo>
                    <a:pt x="100685" y="57321"/>
                  </a:lnTo>
                  <a:lnTo>
                    <a:pt x="102238" y="59777"/>
                  </a:lnTo>
                  <a:lnTo>
                    <a:pt x="102464" y="69208"/>
                  </a:lnTo>
                  <a:lnTo>
                    <a:pt x="99607" y="69235"/>
                  </a:lnTo>
                  <a:lnTo>
                    <a:pt x="99420" y="72305"/>
                  </a:lnTo>
                  <a:lnTo>
                    <a:pt x="99527" y="78500"/>
                  </a:lnTo>
                  <a:lnTo>
                    <a:pt x="114176" y="78931"/>
                  </a:lnTo>
                  <a:lnTo>
                    <a:pt x="114185" y="80554"/>
                  </a:lnTo>
                  <a:lnTo>
                    <a:pt x="121556" y="81272"/>
                  </a:lnTo>
                  <a:lnTo>
                    <a:pt x="121756" y="81292"/>
                  </a:lnTo>
                  <a:lnTo>
                    <a:pt x="121841" y="80759"/>
                  </a:lnTo>
                  <a:lnTo>
                    <a:pt x="123924" y="80959"/>
                  </a:lnTo>
                  <a:lnTo>
                    <a:pt x="127008" y="75512"/>
                  </a:lnTo>
                  <a:lnTo>
                    <a:pt x="129171" y="76193"/>
                  </a:lnTo>
                  <a:lnTo>
                    <a:pt x="132135" y="73269"/>
                  </a:lnTo>
                  <a:lnTo>
                    <a:pt x="136381" y="76874"/>
                  </a:lnTo>
                  <a:lnTo>
                    <a:pt x="138063" y="78636"/>
                  </a:lnTo>
                  <a:lnTo>
                    <a:pt x="139745" y="81600"/>
                  </a:lnTo>
                  <a:lnTo>
                    <a:pt x="141988" y="86367"/>
                  </a:lnTo>
                  <a:lnTo>
                    <a:pt x="141748" y="94657"/>
                  </a:lnTo>
                  <a:lnTo>
                    <a:pt x="142829" y="96340"/>
                  </a:lnTo>
                  <a:lnTo>
                    <a:pt x="143470" y="98903"/>
                  </a:lnTo>
                  <a:lnTo>
                    <a:pt x="143470" y="101226"/>
                  </a:lnTo>
                  <a:lnTo>
                    <a:pt x="141627" y="103549"/>
                  </a:lnTo>
                  <a:lnTo>
                    <a:pt x="140266" y="104030"/>
                  </a:lnTo>
                  <a:lnTo>
                    <a:pt x="137553" y="100357"/>
                  </a:lnTo>
                  <a:lnTo>
                    <a:pt x="136788" y="100612"/>
                  </a:lnTo>
                  <a:lnTo>
                    <a:pt x="136303" y="100773"/>
                  </a:lnTo>
                  <a:lnTo>
                    <a:pt x="135598" y="101190"/>
                  </a:lnTo>
                  <a:lnTo>
                    <a:pt x="134605" y="101703"/>
                  </a:lnTo>
                  <a:lnTo>
                    <a:pt x="133804" y="101863"/>
                  </a:lnTo>
                  <a:lnTo>
                    <a:pt x="133291" y="102247"/>
                  </a:lnTo>
                  <a:lnTo>
                    <a:pt x="133067" y="102824"/>
                  </a:lnTo>
                  <a:lnTo>
                    <a:pt x="132330" y="103273"/>
                  </a:lnTo>
                  <a:lnTo>
                    <a:pt x="131497" y="103465"/>
                  </a:lnTo>
                  <a:lnTo>
                    <a:pt x="129756" y="105377"/>
                  </a:lnTo>
                  <a:lnTo>
                    <a:pt x="129414" y="107000"/>
                  </a:lnTo>
                  <a:lnTo>
                    <a:pt x="129889" y="109295"/>
                  </a:lnTo>
                  <a:lnTo>
                    <a:pt x="131807" y="112127"/>
                  </a:lnTo>
                  <a:lnTo>
                    <a:pt x="133430" y="114263"/>
                  </a:lnTo>
                  <a:lnTo>
                    <a:pt x="134962" y="115335"/>
                  </a:lnTo>
                  <a:lnTo>
                    <a:pt x="134934" y="116410"/>
                  </a:lnTo>
                  <a:lnTo>
                    <a:pt x="133182" y="119401"/>
                  </a:lnTo>
                  <a:lnTo>
                    <a:pt x="141983" y="118589"/>
                  </a:lnTo>
                  <a:lnTo>
                    <a:pt x="144198" y="115891"/>
                  </a:lnTo>
                  <a:lnTo>
                    <a:pt x="148604" y="116372"/>
                  </a:lnTo>
                  <a:lnTo>
                    <a:pt x="150203" y="117140"/>
                  </a:lnTo>
                  <a:lnTo>
                    <a:pt x="152151" y="118076"/>
                  </a:lnTo>
                  <a:lnTo>
                    <a:pt x="153219" y="118290"/>
                  </a:lnTo>
                  <a:lnTo>
                    <a:pt x="154330" y="118503"/>
                  </a:lnTo>
                  <a:lnTo>
                    <a:pt x="155783" y="118888"/>
                  </a:lnTo>
                  <a:lnTo>
                    <a:pt x="157022" y="119144"/>
                  </a:lnTo>
                  <a:lnTo>
                    <a:pt x="158717" y="119198"/>
                  </a:lnTo>
                  <a:lnTo>
                    <a:pt x="159713" y="119230"/>
                  </a:lnTo>
                  <a:lnTo>
                    <a:pt x="162746" y="119059"/>
                  </a:lnTo>
                  <a:lnTo>
                    <a:pt x="165823" y="118888"/>
                  </a:lnTo>
                  <a:lnTo>
                    <a:pt x="167574" y="118546"/>
                  </a:lnTo>
                  <a:lnTo>
                    <a:pt x="168728" y="117478"/>
                  </a:lnTo>
                  <a:lnTo>
                    <a:pt x="170437" y="117991"/>
                  </a:lnTo>
                  <a:lnTo>
                    <a:pt x="171676" y="119016"/>
                  </a:lnTo>
                  <a:lnTo>
                    <a:pt x="172829" y="120127"/>
                  </a:lnTo>
                  <a:lnTo>
                    <a:pt x="173513" y="120682"/>
                  </a:lnTo>
                  <a:lnTo>
                    <a:pt x="174623" y="120554"/>
                  </a:lnTo>
                  <a:lnTo>
                    <a:pt x="177469" y="122471"/>
                  </a:lnTo>
                  <a:lnTo>
                    <a:pt x="177914" y="122770"/>
                  </a:lnTo>
                  <a:lnTo>
                    <a:pt x="180776" y="124698"/>
                  </a:lnTo>
                  <a:lnTo>
                    <a:pt x="182356" y="126535"/>
                  </a:lnTo>
                  <a:lnTo>
                    <a:pt x="183467" y="128372"/>
                  </a:lnTo>
                  <a:lnTo>
                    <a:pt x="184322" y="130167"/>
                  </a:lnTo>
                  <a:lnTo>
                    <a:pt x="186287" y="132517"/>
                  </a:lnTo>
                  <a:lnTo>
                    <a:pt x="188337" y="135464"/>
                  </a:lnTo>
                  <a:lnTo>
                    <a:pt x="189406" y="139352"/>
                  </a:lnTo>
                  <a:lnTo>
                    <a:pt x="189961" y="140890"/>
                  </a:lnTo>
                  <a:lnTo>
                    <a:pt x="190046" y="142386"/>
                  </a:lnTo>
                  <a:lnTo>
                    <a:pt x="189790" y="143368"/>
                  </a:lnTo>
                  <a:lnTo>
                    <a:pt x="189491" y="144479"/>
                  </a:lnTo>
                  <a:lnTo>
                    <a:pt x="189277" y="146060"/>
                  </a:lnTo>
                  <a:lnTo>
                    <a:pt x="189277" y="147427"/>
                  </a:lnTo>
                  <a:lnTo>
                    <a:pt x="189058" y="148493"/>
                  </a:lnTo>
                  <a:lnTo>
                    <a:pt x="189349" y="148494"/>
                  </a:lnTo>
                  <a:lnTo>
                    <a:pt x="193503" y="148514"/>
                  </a:lnTo>
                  <a:lnTo>
                    <a:pt x="195072" y="148447"/>
                  </a:lnTo>
                  <a:lnTo>
                    <a:pt x="194604" y="149315"/>
                  </a:lnTo>
                  <a:lnTo>
                    <a:pt x="193636" y="150683"/>
                  </a:lnTo>
                  <a:lnTo>
                    <a:pt x="192735" y="151585"/>
                  </a:lnTo>
                  <a:lnTo>
                    <a:pt x="191066" y="152786"/>
                  </a:lnTo>
                  <a:lnTo>
                    <a:pt x="189831" y="153687"/>
                  </a:lnTo>
                  <a:lnTo>
                    <a:pt x="189197" y="154589"/>
                  </a:lnTo>
                  <a:lnTo>
                    <a:pt x="188296" y="155556"/>
                  </a:lnTo>
                  <a:lnTo>
                    <a:pt x="187328" y="156458"/>
                  </a:lnTo>
                  <a:lnTo>
                    <a:pt x="186193" y="157426"/>
                  </a:lnTo>
                  <a:lnTo>
                    <a:pt x="181153" y="160163"/>
                  </a:lnTo>
                  <a:lnTo>
                    <a:pt x="179918" y="160596"/>
                  </a:lnTo>
                  <a:lnTo>
                    <a:pt x="174378" y="157659"/>
                  </a:lnTo>
                  <a:lnTo>
                    <a:pt x="172339" y="156773"/>
                  </a:lnTo>
                  <a:lnTo>
                    <a:pt x="171817" y="156546"/>
                  </a:lnTo>
                  <a:lnTo>
                    <a:pt x="171490" y="156486"/>
                  </a:lnTo>
                  <a:lnTo>
                    <a:pt x="170992" y="156281"/>
                  </a:lnTo>
                  <a:lnTo>
                    <a:pt x="170636" y="156134"/>
                  </a:lnTo>
                  <a:lnTo>
                    <a:pt x="170248" y="156034"/>
                  </a:lnTo>
                  <a:lnTo>
                    <a:pt x="169140" y="155750"/>
                  </a:lnTo>
                  <a:lnTo>
                    <a:pt x="168132" y="155533"/>
                  </a:lnTo>
                  <a:lnTo>
                    <a:pt x="167590" y="155417"/>
                  </a:lnTo>
                  <a:lnTo>
                    <a:pt x="165808" y="155034"/>
                  </a:lnTo>
                  <a:lnTo>
                    <a:pt x="164377" y="154425"/>
                  </a:lnTo>
                  <a:lnTo>
                    <a:pt x="161835" y="153218"/>
                  </a:lnTo>
                  <a:lnTo>
                    <a:pt x="160142" y="152722"/>
                  </a:lnTo>
                  <a:lnTo>
                    <a:pt x="158513" y="152268"/>
                  </a:lnTo>
                  <a:lnTo>
                    <a:pt x="156350" y="152241"/>
                  </a:lnTo>
                  <a:lnTo>
                    <a:pt x="153093" y="152321"/>
                  </a:lnTo>
                  <a:lnTo>
                    <a:pt x="152158" y="152214"/>
                  </a:lnTo>
                  <a:lnTo>
                    <a:pt x="151819" y="152089"/>
                  </a:lnTo>
                  <a:lnTo>
                    <a:pt x="150636" y="151653"/>
                  </a:lnTo>
                  <a:lnTo>
                    <a:pt x="149095" y="151145"/>
                  </a:lnTo>
                  <a:lnTo>
                    <a:pt x="148253" y="150868"/>
                  </a:lnTo>
                  <a:lnTo>
                    <a:pt x="146406" y="150258"/>
                  </a:lnTo>
                  <a:lnTo>
                    <a:pt x="145274" y="149885"/>
                  </a:lnTo>
                  <a:lnTo>
                    <a:pt x="124660" y="146147"/>
                  </a:lnTo>
                  <a:lnTo>
                    <a:pt x="124166" y="146137"/>
                  </a:lnTo>
                  <a:lnTo>
                    <a:pt x="119928" y="146052"/>
                  </a:lnTo>
                  <a:lnTo>
                    <a:pt x="121879" y="142452"/>
                  </a:lnTo>
                  <a:lnTo>
                    <a:pt x="121452" y="141330"/>
                  </a:lnTo>
                  <a:lnTo>
                    <a:pt x="120971" y="139301"/>
                  </a:lnTo>
                  <a:lnTo>
                    <a:pt x="120010" y="136417"/>
                  </a:lnTo>
                  <a:lnTo>
                    <a:pt x="119476" y="133266"/>
                  </a:lnTo>
                  <a:lnTo>
                    <a:pt x="119344" y="132370"/>
                  </a:lnTo>
                  <a:lnTo>
                    <a:pt x="118888" y="129261"/>
                  </a:lnTo>
                  <a:lnTo>
                    <a:pt x="117734" y="127073"/>
                  </a:lnTo>
                  <a:lnTo>
                    <a:pt x="117340" y="126324"/>
                  </a:lnTo>
                  <a:lnTo>
                    <a:pt x="115844" y="124455"/>
                  </a:lnTo>
                  <a:lnTo>
                    <a:pt x="114135" y="123280"/>
                  </a:lnTo>
                  <a:lnTo>
                    <a:pt x="112907" y="121686"/>
                  </a:lnTo>
                  <a:lnTo>
                    <a:pt x="112159" y="120716"/>
                  </a:lnTo>
                  <a:lnTo>
                    <a:pt x="110557" y="116978"/>
                  </a:lnTo>
                  <a:lnTo>
                    <a:pt x="108742" y="115643"/>
                  </a:lnTo>
                  <a:lnTo>
                    <a:pt x="105965" y="114575"/>
                  </a:lnTo>
                  <a:lnTo>
                    <a:pt x="101929" y="113390"/>
                  </a:lnTo>
                  <a:lnTo>
                    <a:pt x="98324" y="111468"/>
                  </a:lnTo>
                  <a:lnTo>
                    <a:pt x="95112" y="110360"/>
                  </a:lnTo>
                  <a:lnTo>
                    <a:pt x="90477" y="107327"/>
                  </a:lnTo>
                  <a:lnTo>
                    <a:pt x="88206" y="105273"/>
                  </a:lnTo>
                  <a:lnTo>
                    <a:pt x="87154" y="104322"/>
                  </a:lnTo>
                  <a:lnTo>
                    <a:pt x="86843" y="104041"/>
                  </a:lnTo>
                  <a:lnTo>
                    <a:pt x="85803" y="103104"/>
                  </a:lnTo>
                  <a:lnTo>
                    <a:pt x="85565" y="102936"/>
                  </a:lnTo>
                  <a:lnTo>
                    <a:pt x="85437" y="102846"/>
                  </a:lnTo>
                  <a:lnTo>
                    <a:pt x="84043" y="101789"/>
                  </a:lnTo>
                  <a:lnTo>
                    <a:pt x="83308" y="100779"/>
                  </a:lnTo>
                  <a:lnTo>
                    <a:pt x="82466" y="100568"/>
                  </a:lnTo>
                  <a:lnTo>
                    <a:pt x="81778" y="100395"/>
                  </a:lnTo>
                  <a:lnTo>
                    <a:pt x="81141" y="99942"/>
                  </a:lnTo>
                  <a:lnTo>
                    <a:pt x="80784" y="99688"/>
                  </a:lnTo>
                  <a:lnTo>
                    <a:pt x="80614" y="99567"/>
                  </a:lnTo>
                  <a:lnTo>
                    <a:pt x="75152" y="100227"/>
                  </a:lnTo>
                  <a:lnTo>
                    <a:pt x="74486" y="100307"/>
                  </a:lnTo>
                  <a:lnTo>
                    <a:pt x="74061" y="100241"/>
                  </a:lnTo>
                  <a:lnTo>
                    <a:pt x="73495" y="100152"/>
                  </a:lnTo>
                  <a:lnTo>
                    <a:pt x="71367" y="99849"/>
                  </a:lnTo>
                  <a:lnTo>
                    <a:pt x="71228" y="99815"/>
                  </a:lnTo>
                  <a:lnTo>
                    <a:pt x="69303" y="99327"/>
                  </a:lnTo>
                  <a:lnTo>
                    <a:pt x="68750" y="99778"/>
                  </a:lnTo>
                  <a:lnTo>
                    <a:pt x="68307" y="99812"/>
                  </a:lnTo>
                  <a:lnTo>
                    <a:pt x="66027" y="99985"/>
                  </a:lnTo>
                  <a:lnTo>
                    <a:pt x="65836" y="100000"/>
                  </a:lnTo>
                  <a:lnTo>
                    <a:pt x="64648" y="99504"/>
                  </a:lnTo>
                  <a:lnTo>
                    <a:pt x="64306" y="100000"/>
                  </a:lnTo>
                  <a:lnTo>
                    <a:pt x="64129" y="100256"/>
                  </a:lnTo>
                  <a:lnTo>
                    <a:pt x="63289" y="101628"/>
                  </a:lnTo>
                  <a:lnTo>
                    <a:pt x="62954" y="102176"/>
                  </a:lnTo>
                  <a:lnTo>
                    <a:pt x="62643" y="102683"/>
                  </a:lnTo>
                  <a:lnTo>
                    <a:pt x="62402" y="103768"/>
                  </a:lnTo>
                  <a:lnTo>
                    <a:pt x="62344" y="104029"/>
                  </a:lnTo>
                  <a:lnTo>
                    <a:pt x="62111" y="104651"/>
                  </a:lnTo>
                  <a:lnTo>
                    <a:pt x="61642" y="105901"/>
                  </a:lnTo>
                  <a:lnTo>
                    <a:pt x="61290" y="1069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941362" y="2584608"/>
              <a:ext cx="75592" cy="73075"/>
            </a:xfrm>
            <a:custGeom>
              <a:avLst/>
              <a:pathLst>
                <a:path w="75592" h="73075">
                  <a:moveTo>
                    <a:pt x="41731" y="34883"/>
                  </a:moveTo>
                  <a:lnTo>
                    <a:pt x="44503" y="36163"/>
                  </a:lnTo>
                  <a:lnTo>
                    <a:pt x="45554" y="34710"/>
                  </a:lnTo>
                  <a:lnTo>
                    <a:pt x="45673" y="34546"/>
                  </a:lnTo>
                  <a:lnTo>
                    <a:pt x="46885" y="34727"/>
                  </a:lnTo>
                  <a:lnTo>
                    <a:pt x="47923" y="34763"/>
                  </a:lnTo>
                  <a:lnTo>
                    <a:pt x="49803" y="34780"/>
                  </a:lnTo>
                  <a:lnTo>
                    <a:pt x="50833" y="34567"/>
                  </a:lnTo>
                  <a:lnTo>
                    <a:pt x="51017" y="34529"/>
                  </a:lnTo>
                  <a:lnTo>
                    <a:pt x="51972" y="34331"/>
                  </a:lnTo>
                  <a:lnTo>
                    <a:pt x="52463" y="34229"/>
                  </a:lnTo>
                  <a:lnTo>
                    <a:pt x="55233" y="32861"/>
                  </a:lnTo>
                  <a:lnTo>
                    <a:pt x="56837" y="32455"/>
                  </a:lnTo>
                  <a:lnTo>
                    <a:pt x="57186" y="32608"/>
                  </a:lnTo>
                  <a:lnTo>
                    <a:pt x="58180" y="33045"/>
                  </a:lnTo>
                  <a:lnTo>
                    <a:pt x="60434" y="34034"/>
                  </a:lnTo>
                  <a:lnTo>
                    <a:pt x="61188" y="34365"/>
                  </a:lnTo>
                  <a:lnTo>
                    <a:pt x="61513" y="34485"/>
                  </a:lnTo>
                  <a:lnTo>
                    <a:pt x="62199" y="34741"/>
                  </a:lnTo>
                  <a:lnTo>
                    <a:pt x="63377" y="35179"/>
                  </a:lnTo>
                  <a:lnTo>
                    <a:pt x="63647" y="35279"/>
                  </a:lnTo>
                  <a:lnTo>
                    <a:pt x="64075" y="35438"/>
                  </a:lnTo>
                  <a:lnTo>
                    <a:pt x="64205" y="35486"/>
                  </a:lnTo>
                  <a:lnTo>
                    <a:pt x="65969" y="36881"/>
                  </a:lnTo>
                  <a:lnTo>
                    <a:pt x="66174" y="37043"/>
                  </a:lnTo>
                  <a:lnTo>
                    <a:pt x="67009" y="37729"/>
                  </a:lnTo>
                  <a:lnTo>
                    <a:pt x="69306" y="37962"/>
                  </a:lnTo>
                  <a:lnTo>
                    <a:pt x="69602" y="37991"/>
                  </a:lnTo>
                  <a:lnTo>
                    <a:pt x="71213" y="38155"/>
                  </a:lnTo>
                  <a:lnTo>
                    <a:pt x="71495" y="38183"/>
                  </a:lnTo>
                  <a:lnTo>
                    <a:pt x="72830" y="39305"/>
                  </a:lnTo>
                  <a:lnTo>
                    <a:pt x="72967" y="39622"/>
                  </a:lnTo>
                  <a:lnTo>
                    <a:pt x="73216" y="40199"/>
                  </a:lnTo>
                  <a:lnTo>
                    <a:pt x="73781" y="41510"/>
                  </a:lnTo>
                  <a:lnTo>
                    <a:pt x="74603" y="43416"/>
                  </a:lnTo>
                  <a:lnTo>
                    <a:pt x="74739" y="43732"/>
                  </a:lnTo>
                  <a:lnTo>
                    <a:pt x="74867" y="44028"/>
                  </a:lnTo>
                  <a:lnTo>
                    <a:pt x="75164" y="44717"/>
                  </a:lnTo>
                  <a:lnTo>
                    <a:pt x="75253" y="44922"/>
                  </a:lnTo>
                  <a:lnTo>
                    <a:pt x="75592" y="45708"/>
                  </a:lnTo>
                  <a:lnTo>
                    <a:pt x="71367" y="46882"/>
                  </a:lnTo>
                  <a:lnTo>
                    <a:pt x="70781" y="47045"/>
                  </a:lnTo>
                  <a:lnTo>
                    <a:pt x="70878" y="47347"/>
                  </a:lnTo>
                  <a:lnTo>
                    <a:pt x="71732" y="49977"/>
                  </a:lnTo>
                  <a:lnTo>
                    <a:pt x="71778" y="50119"/>
                  </a:lnTo>
                  <a:lnTo>
                    <a:pt x="72207" y="51446"/>
                  </a:lnTo>
                  <a:lnTo>
                    <a:pt x="72807" y="53302"/>
                  </a:lnTo>
                  <a:lnTo>
                    <a:pt x="73126" y="53670"/>
                  </a:lnTo>
                  <a:lnTo>
                    <a:pt x="73441" y="53851"/>
                  </a:lnTo>
                  <a:lnTo>
                    <a:pt x="73991" y="54167"/>
                  </a:lnTo>
                  <a:lnTo>
                    <a:pt x="74235" y="54269"/>
                  </a:lnTo>
                  <a:lnTo>
                    <a:pt x="74940" y="54564"/>
                  </a:lnTo>
                  <a:lnTo>
                    <a:pt x="75185" y="54667"/>
                  </a:lnTo>
                  <a:lnTo>
                    <a:pt x="74155" y="56352"/>
                  </a:lnTo>
                  <a:lnTo>
                    <a:pt x="73258" y="56133"/>
                  </a:lnTo>
                  <a:lnTo>
                    <a:pt x="73095" y="56093"/>
                  </a:lnTo>
                  <a:lnTo>
                    <a:pt x="72185" y="55871"/>
                  </a:lnTo>
                  <a:lnTo>
                    <a:pt x="71860" y="55749"/>
                  </a:lnTo>
                  <a:lnTo>
                    <a:pt x="70974" y="55416"/>
                  </a:lnTo>
                  <a:lnTo>
                    <a:pt x="70803" y="55277"/>
                  </a:lnTo>
                  <a:lnTo>
                    <a:pt x="70675" y="55174"/>
                  </a:lnTo>
                  <a:lnTo>
                    <a:pt x="69154" y="53945"/>
                  </a:lnTo>
                  <a:lnTo>
                    <a:pt x="68798" y="53658"/>
                  </a:lnTo>
                  <a:lnTo>
                    <a:pt x="68277" y="53237"/>
                  </a:lnTo>
                  <a:lnTo>
                    <a:pt x="67988" y="53587"/>
                  </a:lnTo>
                  <a:lnTo>
                    <a:pt x="65963" y="56033"/>
                  </a:lnTo>
                  <a:lnTo>
                    <a:pt x="65744" y="56297"/>
                  </a:lnTo>
                  <a:lnTo>
                    <a:pt x="65510" y="56662"/>
                  </a:lnTo>
                  <a:lnTo>
                    <a:pt x="64760" y="57829"/>
                  </a:lnTo>
                  <a:lnTo>
                    <a:pt x="64439" y="58117"/>
                  </a:lnTo>
                  <a:lnTo>
                    <a:pt x="63847" y="58646"/>
                  </a:lnTo>
                  <a:lnTo>
                    <a:pt x="63540" y="59345"/>
                  </a:lnTo>
                  <a:lnTo>
                    <a:pt x="63353" y="59734"/>
                  </a:lnTo>
                  <a:lnTo>
                    <a:pt x="63038" y="60390"/>
                  </a:lnTo>
                  <a:lnTo>
                    <a:pt x="62561" y="61179"/>
                  </a:lnTo>
                  <a:lnTo>
                    <a:pt x="62227" y="61733"/>
                  </a:lnTo>
                  <a:lnTo>
                    <a:pt x="61842" y="62370"/>
                  </a:lnTo>
                  <a:lnTo>
                    <a:pt x="61711" y="62586"/>
                  </a:lnTo>
                  <a:lnTo>
                    <a:pt x="61179" y="63068"/>
                  </a:lnTo>
                  <a:lnTo>
                    <a:pt x="60244" y="64857"/>
                  </a:lnTo>
                  <a:lnTo>
                    <a:pt x="60145" y="65522"/>
                  </a:lnTo>
                  <a:lnTo>
                    <a:pt x="59973" y="66696"/>
                  </a:lnTo>
                  <a:lnTo>
                    <a:pt x="60209" y="68116"/>
                  </a:lnTo>
                  <a:lnTo>
                    <a:pt x="60315" y="68751"/>
                  </a:lnTo>
                  <a:lnTo>
                    <a:pt x="60465" y="69654"/>
                  </a:lnTo>
                  <a:lnTo>
                    <a:pt x="60532" y="70036"/>
                  </a:lnTo>
                  <a:lnTo>
                    <a:pt x="60561" y="70199"/>
                  </a:lnTo>
                  <a:lnTo>
                    <a:pt x="60575" y="70540"/>
                  </a:lnTo>
                  <a:lnTo>
                    <a:pt x="60614" y="70788"/>
                  </a:lnTo>
                  <a:lnTo>
                    <a:pt x="60465" y="71224"/>
                  </a:lnTo>
                  <a:lnTo>
                    <a:pt x="60384" y="71375"/>
                  </a:lnTo>
                  <a:lnTo>
                    <a:pt x="60208" y="71705"/>
                  </a:lnTo>
                  <a:lnTo>
                    <a:pt x="59888" y="72137"/>
                  </a:lnTo>
                  <a:lnTo>
                    <a:pt x="59360" y="73075"/>
                  </a:lnTo>
                  <a:lnTo>
                    <a:pt x="58281" y="72404"/>
                  </a:lnTo>
                  <a:lnTo>
                    <a:pt x="58110" y="72297"/>
                  </a:lnTo>
                  <a:lnTo>
                    <a:pt x="57949" y="72198"/>
                  </a:lnTo>
                  <a:lnTo>
                    <a:pt x="56910" y="71558"/>
                  </a:lnTo>
                  <a:lnTo>
                    <a:pt x="56681" y="71416"/>
                  </a:lnTo>
                  <a:lnTo>
                    <a:pt x="54505" y="72578"/>
                  </a:lnTo>
                  <a:lnTo>
                    <a:pt x="54062" y="71975"/>
                  </a:lnTo>
                  <a:lnTo>
                    <a:pt x="52785" y="70241"/>
                  </a:lnTo>
                  <a:lnTo>
                    <a:pt x="51348" y="69837"/>
                  </a:lnTo>
                  <a:lnTo>
                    <a:pt x="49303" y="67639"/>
                  </a:lnTo>
                  <a:lnTo>
                    <a:pt x="48490" y="66524"/>
                  </a:lnTo>
                  <a:lnTo>
                    <a:pt x="47941" y="65770"/>
                  </a:lnTo>
                  <a:lnTo>
                    <a:pt x="47262" y="64565"/>
                  </a:lnTo>
                  <a:lnTo>
                    <a:pt x="46976" y="64062"/>
                  </a:lnTo>
                  <a:lnTo>
                    <a:pt x="46845" y="63922"/>
                  </a:lnTo>
                  <a:lnTo>
                    <a:pt x="46696" y="63762"/>
                  </a:lnTo>
                  <a:lnTo>
                    <a:pt x="45235" y="62198"/>
                  </a:lnTo>
                  <a:lnTo>
                    <a:pt x="43231" y="60051"/>
                  </a:lnTo>
                  <a:lnTo>
                    <a:pt x="43038" y="59834"/>
                  </a:lnTo>
                  <a:lnTo>
                    <a:pt x="42925" y="59680"/>
                  </a:lnTo>
                  <a:lnTo>
                    <a:pt x="42571" y="59198"/>
                  </a:lnTo>
                  <a:lnTo>
                    <a:pt x="42071" y="58515"/>
                  </a:lnTo>
                  <a:lnTo>
                    <a:pt x="41921" y="58311"/>
                  </a:lnTo>
                  <a:lnTo>
                    <a:pt x="41646" y="57936"/>
                  </a:lnTo>
                  <a:lnTo>
                    <a:pt x="41366" y="57554"/>
                  </a:lnTo>
                  <a:lnTo>
                    <a:pt x="41099" y="57254"/>
                  </a:lnTo>
                  <a:lnTo>
                    <a:pt x="40691" y="56795"/>
                  </a:lnTo>
                  <a:lnTo>
                    <a:pt x="40171" y="56074"/>
                  </a:lnTo>
                  <a:lnTo>
                    <a:pt x="39699" y="55087"/>
                  </a:lnTo>
                  <a:lnTo>
                    <a:pt x="39615" y="54612"/>
                  </a:lnTo>
                  <a:lnTo>
                    <a:pt x="39480" y="53850"/>
                  </a:lnTo>
                  <a:lnTo>
                    <a:pt x="39251" y="52556"/>
                  </a:lnTo>
                  <a:lnTo>
                    <a:pt x="39632" y="51855"/>
                  </a:lnTo>
                  <a:lnTo>
                    <a:pt x="39864" y="51430"/>
                  </a:lnTo>
                  <a:lnTo>
                    <a:pt x="39146" y="51942"/>
                  </a:lnTo>
                  <a:lnTo>
                    <a:pt x="38660" y="52290"/>
                  </a:lnTo>
                  <a:lnTo>
                    <a:pt x="37877" y="53373"/>
                  </a:lnTo>
                  <a:lnTo>
                    <a:pt x="37316" y="54655"/>
                  </a:lnTo>
                  <a:lnTo>
                    <a:pt x="37153" y="55644"/>
                  </a:lnTo>
                  <a:lnTo>
                    <a:pt x="36804" y="55903"/>
                  </a:lnTo>
                  <a:lnTo>
                    <a:pt x="36243" y="56319"/>
                  </a:lnTo>
                  <a:lnTo>
                    <a:pt x="35908" y="56567"/>
                  </a:lnTo>
                  <a:lnTo>
                    <a:pt x="34629" y="57572"/>
                  </a:lnTo>
                  <a:lnTo>
                    <a:pt x="34215" y="57898"/>
                  </a:lnTo>
                  <a:lnTo>
                    <a:pt x="33065" y="56851"/>
                  </a:lnTo>
                  <a:lnTo>
                    <a:pt x="32769" y="56582"/>
                  </a:lnTo>
                  <a:lnTo>
                    <a:pt x="30995" y="55018"/>
                  </a:lnTo>
                  <a:lnTo>
                    <a:pt x="30741" y="54609"/>
                  </a:lnTo>
                  <a:lnTo>
                    <a:pt x="31001" y="54324"/>
                  </a:lnTo>
                  <a:lnTo>
                    <a:pt x="33100" y="51832"/>
                  </a:lnTo>
                  <a:lnTo>
                    <a:pt x="30976" y="50303"/>
                  </a:lnTo>
                  <a:lnTo>
                    <a:pt x="30244" y="49777"/>
                  </a:lnTo>
                  <a:lnTo>
                    <a:pt x="28163" y="48280"/>
                  </a:lnTo>
                  <a:lnTo>
                    <a:pt x="27047" y="47477"/>
                  </a:lnTo>
                  <a:lnTo>
                    <a:pt x="26649" y="47189"/>
                  </a:lnTo>
                  <a:lnTo>
                    <a:pt x="26224" y="46864"/>
                  </a:lnTo>
                  <a:lnTo>
                    <a:pt x="25831" y="46563"/>
                  </a:lnTo>
                  <a:lnTo>
                    <a:pt x="25383" y="46220"/>
                  </a:lnTo>
                  <a:lnTo>
                    <a:pt x="25005" y="45931"/>
                  </a:lnTo>
                  <a:lnTo>
                    <a:pt x="24243" y="45347"/>
                  </a:lnTo>
                  <a:lnTo>
                    <a:pt x="25328" y="44017"/>
                  </a:lnTo>
                  <a:lnTo>
                    <a:pt x="27229" y="41481"/>
                  </a:lnTo>
                  <a:lnTo>
                    <a:pt x="24323" y="39461"/>
                  </a:lnTo>
                  <a:lnTo>
                    <a:pt x="23538" y="38916"/>
                  </a:lnTo>
                  <a:lnTo>
                    <a:pt x="22936" y="38497"/>
                  </a:lnTo>
                  <a:lnTo>
                    <a:pt x="22629" y="38284"/>
                  </a:lnTo>
                  <a:lnTo>
                    <a:pt x="20176" y="36579"/>
                  </a:lnTo>
                  <a:lnTo>
                    <a:pt x="19632" y="36201"/>
                  </a:lnTo>
                  <a:lnTo>
                    <a:pt x="17999" y="35066"/>
                  </a:lnTo>
                  <a:lnTo>
                    <a:pt x="16859" y="34274"/>
                  </a:lnTo>
                  <a:lnTo>
                    <a:pt x="13412" y="31878"/>
                  </a:lnTo>
                  <a:lnTo>
                    <a:pt x="13239" y="31758"/>
                  </a:lnTo>
                  <a:lnTo>
                    <a:pt x="11889" y="30820"/>
                  </a:lnTo>
                  <a:lnTo>
                    <a:pt x="9891" y="29431"/>
                  </a:lnTo>
                  <a:lnTo>
                    <a:pt x="4462" y="25659"/>
                  </a:lnTo>
                  <a:lnTo>
                    <a:pt x="4086" y="25397"/>
                  </a:lnTo>
                  <a:lnTo>
                    <a:pt x="3007" y="24690"/>
                  </a:lnTo>
                  <a:lnTo>
                    <a:pt x="0" y="22719"/>
                  </a:lnTo>
                  <a:lnTo>
                    <a:pt x="308" y="22269"/>
                  </a:lnTo>
                  <a:lnTo>
                    <a:pt x="656" y="21763"/>
                  </a:lnTo>
                  <a:lnTo>
                    <a:pt x="1655" y="20308"/>
                  </a:lnTo>
                  <a:lnTo>
                    <a:pt x="2382" y="19249"/>
                  </a:lnTo>
                  <a:lnTo>
                    <a:pt x="4445" y="16245"/>
                  </a:lnTo>
                  <a:lnTo>
                    <a:pt x="6326" y="13507"/>
                  </a:lnTo>
                  <a:lnTo>
                    <a:pt x="6523" y="13220"/>
                  </a:lnTo>
                  <a:lnTo>
                    <a:pt x="6896" y="12750"/>
                  </a:lnTo>
                  <a:lnTo>
                    <a:pt x="7840" y="11563"/>
                  </a:lnTo>
                  <a:lnTo>
                    <a:pt x="8626" y="10574"/>
                  </a:lnTo>
                  <a:lnTo>
                    <a:pt x="9459" y="9927"/>
                  </a:lnTo>
                  <a:lnTo>
                    <a:pt x="9597" y="9820"/>
                  </a:lnTo>
                  <a:lnTo>
                    <a:pt x="10714" y="8952"/>
                  </a:lnTo>
                  <a:lnTo>
                    <a:pt x="12747" y="7831"/>
                  </a:lnTo>
                  <a:lnTo>
                    <a:pt x="14199" y="7030"/>
                  </a:lnTo>
                  <a:lnTo>
                    <a:pt x="15361" y="6562"/>
                  </a:lnTo>
                  <a:lnTo>
                    <a:pt x="17283" y="5788"/>
                  </a:lnTo>
                  <a:lnTo>
                    <a:pt x="21007" y="4827"/>
                  </a:lnTo>
                  <a:lnTo>
                    <a:pt x="23993" y="3962"/>
                  </a:lnTo>
                  <a:lnTo>
                    <a:pt x="25070" y="3650"/>
                  </a:lnTo>
                  <a:lnTo>
                    <a:pt x="28097" y="2770"/>
                  </a:lnTo>
                  <a:lnTo>
                    <a:pt x="31385" y="1584"/>
                  </a:lnTo>
                  <a:lnTo>
                    <a:pt x="33032" y="986"/>
                  </a:lnTo>
                  <a:lnTo>
                    <a:pt x="34459" y="401"/>
                  </a:lnTo>
                  <a:lnTo>
                    <a:pt x="35171" y="110"/>
                  </a:lnTo>
                  <a:lnTo>
                    <a:pt x="35442" y="0"/>
                  </a:lnTo>
                  <a:lnTo>
                    <a:pt x="35699" y="203"/>
                  </a:lnTo>
                  <a:lnTo>
                    <a:pt x="36995" y="1228"/>
                  </a:lnTo>
                  <a:lnTo>
                    <a:pt x="37582" y="1692"/>
                  </a:lnTo>
                  <a:lnTo>
                    <a:pt x="40370" y="3897"/>
                  </a:lnTo>
                  <a:lnTo>
                    <a:pt x="40780" y="4221"/>
                  </a:lnTo>
                  <a:lnTo>
                    <a:pt x="40998" y="4394"/>
                  </a:lnTo>
                  <a:lnTo>
                    <a:pt x="41408" y="4718"/>
                  </a:lnTo>
                  <a:lnTo>
                    <a:pt x="41787" y="5055"/>
                  </a:lnTo>
                  <a:lnTo>
                    <a:pt x="42189" y="5413"/>
                  </a:lnTo>
                  <a:lnTo>
                    <a:pt x="42881" y="6029"/>
                  </a:lnTo>
                  <a:lnTo>
                    <a:pt x="44800" y="7737"/>
                  </a:lnTo>
                  <a:lnTo>
                    <a:pt x="44938" y="7852"/>
                  </a:lnTo>
                  <a:lnTo>
                    <a:pt x="45568" y="8375"/>
                  </a:lnTo>
                  <a:lnTo>
                    <a:pt x="45971" y="8710"/>
                  </a:lnTo>
                  <a:lnTo>
                    <a:pt x="46501" y="9150"/>
                  </a:lnTo>
                  <a:lnTo>
                    <a:pt x="47736" y="10176"/>
                  </a:lnTo>
                  <a:lnTo>
                    <a:pt x="47869" y="10286"/>
                  </a:lnTo>
                  <a:lnTo>
                    <a:pt x="48241" y="10595"/>
                  </a:lnTo>
                  <a:lnTo>
                    <a:pt x="49222" y="11410"/>
                  </a:lnTo>
                  <a:lnTo>
                    <a:pt x="49534" y="12221"/>
                  </a:lnTo>
                  <a:lnTo>
                    <a:pt x="49608" y="12731"/>
                  </a:lnTo>
                  <a:lnTo>
                    <a:pt x="49661" y="13026"/>
                  </a:lnTo>
                  <a:lnTo>
                    <a:pt x="49759" y="13421"/>
                  </a:lnTo>
                  <a:lnTo>
                    <a:pt x="49936" y="14143"/>
                  </a:lnTo>
                  <a:lnTo>
                    <a:pt x="49985" y="14340"/>
                  </a:lnTo>
                  <a:lnTo>
                    <a:pt x="49732" y="15352"/>
                  </a:lnTo>
                  <a:lnTo>
                    <a:pt x="49586" y="15935"/>
                  </a:lnTo>
                  <a:lnTo>
                    <a:pt x="49224" y="16453"/>
                  </a:lnTo>
                  <a:lnTo>
                    <a:pt x="49039" y="16717"/>
                  </a:lnTo>
                  <a:lnTo>
                    <a:pt x="48025" y="18169"/>
                  </a:lnTo>
                  <a:lnTo>
                    <a:pt x="46615" y="20187"/>
                  </a:lnTo>
                  <a:lnTo>
                    <a:pt x="44974" y="22535"/>
                  </a:lnTo>
                  <a:lnTo>
                    <a:pt x="42056" y="26786"/>
                  </a:lnTo>
                  <a:lnTo>
                    <a:pt x="39668" y="30263"/>
                  </a:lnTo>
                  <a:lnTo>
                    <a:pt x="37494" y="33329"/>
                  </a:lnTo>
                  <a:lnTo>
                    <a:pt x="39320" y="33799"/>
                  </a:lnTo>
                  <a:lnTo>
                    <a:pt x="39571" y="33887"/>
                  </a:lnTo>
                  <a:lnTo>
                    <a:pt x="40300" y="342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880602" y="2567519"/>
              <a:ext cx="112109" cy="90630"/>
            </a:xfrm>
            <a:custGeom>
              <a:avLst/>
              <a:pathLst>
                <a:path w="112109" h="90630">
                  <a:moveTo>
                    <a:pt x="62596" y="19652"/>
                  </a:moveTo>
                  <a:lnTo>
                    <a:pt x="63155" y="21652"/>
                  </a:lnTo>
                  <a:lnTo>
                    <a:pt x="65883" y="20910"/>
                  </a:lnTo>
                  <a:lnTo>
                    <a:pt x="65933" y="21067"/>
                  </a:lnTo>
                  <a:lnTo>
                    <a:pt x="66975" y="24341"/>
                  </a:lnTo>
                  <a:lnTo>
                    <a:pt x="67146" y="24471"/>
                  </a:lnTo>
                  <a:lnTo>
                    <a:pt x="67511" y="24749"/>
                  </a:lnTo>
                  <a:lnTo>
                    <a:pt x="69998" y="26636"/>
                  </a:lnTo>
                  <a:lnTo>
                    <a:pt x="70358" y="26909"/>
                  </a:lnTo>
                  <a:lnTo>
                    <a:pt x="70219" y="27016"/>
                  </a:lnTo>
                  <a:lnTo>
                    <a:pt x="69387" y="27663"/>
                  </a:lnTo>
                  <a:lnTo>
                    <a:pt x="68600" y="28652"/>
                  </a:lnTo>
                  <a:lnTo>
                    <a:pt x="67657" y="29840"/>
                  </a:lnTo>
                  <a:lnTo>
                    <a:pt x="67284" y="30309"/>
                  </a:lnTo>
                  <a:lnTo>
                    <a:pt x="67087" y="30596"/>
                  </a:lnTo>
                  <a:lnTo>
                    <a:pt x="65206" y="33335"/>
                  </a:lnTo>
                  <a:lnTo>
                    <a:pt x="63143" y="36338"/>
                  </a:lnTo>
                  <a:lnTo>
                    <a:pt x="62416" y="37397"/>
                  </a:lnTo>
                  <a:lnTo>
                    <a:pt x="61417" y="38852"/>
                  </a:lnTo>
                  <a:lnTo>
                    <a:pt x="60996" y="39464"/>
                  </a:lnTo>
                  <a:lnTo>
                    <a:pt x="60883" y="39889"/>
                  </a:lnTo>
                  <a:lnTo>
                    <a:pt x="63768" y="41779"/>
                  </a:lnTo>
                  <a:lnTo>
                    <a:pt x="64847" y="42486"/>
                  </a:lnTo>
                  <a:lnTo>
                    <a:pt x="65229" y="42752"/>
                  </a:lnTo>
                  <a:lnTo>
                    <a:pt x="70652" y="46520"/>
                  </a:lnTo>
                  <a:lnTo>
                    <a:pt x="72650" y="47909"/>
                  </a:lnTo>
                  <a:lnTo>
                    <a:pt x="74000" y="48847"/>
                  </a:lnTo>
                  <a:lnTo>
                    <a:pt x="74172" y="48967"/>
                  </a:lnTo>
                  <a:lnTo>
                    <a:pt x="77620" y="51363"/>
                  </a:lnTo>
                  <a:lnTo>
                    <a:pt x="78760" y="52156"/>
                  </a:lnTo>
                  <a:lnTo>
                    <a:pt x="80393" y="53290"/>
                  </a:lnTo>
                  <a:lnTo>
                    <a:pt x="80936" y="53668"/>
                  </a:lnTo>
                  <a:lnTo>
                    <a:pt x="83390" y="55373"/>
                  </a:lnTo>
                  <a:lnTo>
                    <a:pt x="83697" y="55587"/>
                  </a:lnTo>
                  <a:lnTo>
                    <a:pt x="84371" y="56055"/>
                  </a:lnTo>
                  <a:lnTo>
                    <a:pt x="85084" y="56550"/>
                  </a:lnTo>
                  <a:lnTo>
                    <a:pt x="88060" y="58691"/>
                  </a:lnTo>
                  <a:lnTo>
                    <a:pt x="86089" y="61107"/>
                  </a:lnTo>
                  <a:lnTo>
                    <a:pt x="85189" y="62578"/>
                  </a:lnTo>
                  <a:lnTo>
                    <a:pt x="85766" y="63020"/>
                  </a:lnTo>
                  <a:lnTo>
                    <a:pt x="86144" y="63310"/>
                  </a:lnTo>
                  <a:lnTo>
                    <a:pt x="86592" y="63652"/>
                  </a:lnTo>
                  <a:lnTo>
                    <a:pt x="86998" y="63964"/>
                  </a:lnTo>
                  <a:lnTo>
                    <a:pt x="87567" y="64393"/>
                  </a:lnTo>
                  <a:lnTo>
                    <a:pt x="87807" y="64566"/>
                  </a:lnTo>
                  <a:lnTo>
                    <a:pt x="88924" y="65369"/>
                  </a:lnTo>
                  <a:lnTo>
                    <a:pt x="91005" y="66866"/>
                  </a:lnTo>
                  <a:lnTo>
                    <a:pt x="91736" y="67393"/>
                  </a:lnTo>
                  <a:lnTo>
                    <a:pt x="93938" y="69023"/>
                  </a:lnTo>
                  <a:lnTo>
                    <a:pt x="91662" y="71523"/>
                  </a:lnTo>
                  <a:lnTo>
                    <a:pt x="91413" y="71806"/>
                  </a:lnTo>
                  <a:lnTo>
                    <a:pt x="91755" y="72108"/>
                  </a:lnTo>
                  <a:lnTo>
                    <a:pt x="93529" y="73671"/>
                  </a:lnTo>
                  <a:lnTo>
                    <a:pt x="93825" y="73941"/>
                  </a:lnTo>
                  <a:lnTo>
                    <a:pt x="94975" y="74987"/>
                  </a:lnTo>
                  <a:lnTo>
                    <a:pt x="95390" y="74661"/>
                  </a:lnTo>
                  <a:lnTo>
                    <a:pt x="96669" y="73656"/>
                  </a:lnTo>
                  <a:lnTo>
                    <a:pt x="97004" y="73408"/>
                  </a:lnTo>
                  <a:lnTo>
                    <a:pt x="97565" y="72992"/>
                  </a:lnTo>
                  <a:lnTo>
                    <a:pt x="97922" y="72719"/>
                  </a:lnTo>
                  <a:lnTo>
                    <a:pt x="98102" y="71685"/>
                  </a:lnTo>
                  <a:lnTo>
                    <a:pt x="98637" y="70462"/>
                  </a:lnTo>
                  <a:lnTo>
                    <a:pt x="99421" y="69379"/>
                  </a:lnTo>
                  <a:lnTo>
                    <a:pt x="99907" y="69032"/>
                  </a:lnTo>
                  <a:lnTo>
                    <a:pt x="100624" y="68520"/>
                  </a:lnTo>
                  <a:lnTo>
                    <a:pt x="100393" y="68944"/>
                  </a:lnTo>
                  <a:lnTo>
                    <a:pt x="100012" y="69645"/>
                  </a:lnTo>
                  <a:lnTo>
                    <a:pt x="100241" y="70939"/>
                  </a:lnTo>
                  <a:lnTo>
                    <a:pt x="100376" y="71701"/>
                  </a:lnTo>
                  <a:lnTo>
                    <a:pt x="100460" y="72176"/>
                  </a:lnTo>
                  <a:lnTo>
                    <a:pt x="100931" y="73163"/>
                  </a:lnTo>
                  <a:lnTo>
                    <a:pt x="101452" y="73884"/>
                  </a:lnTo>
                  <a:lnTo>
                    <a:pt x="101860" y="74344"/>
                  </a:lnTo>
                  <a:lnTo>
                    <a:pt x="102126" y="74643"/>
                  </a:lnTo>
                  <a:lnTo>
                    <a:pt x="102406" y="75025"/>
                  </a:lnTo>
                  <a:lnTo>
                    <a:pt x="102682" y="75401"/>
                  </a:lnTo>
                  <a:lnTo>
                    <a:pt x="102831" y="75605"/>
                  </a:lnTo>
                  <a:lnTo>
                    <a:pt x="103332" y="76287"/>
                  </a:lnTo>
                  <a:lnTo>
                    <a:pt x="103686" y="76770"/>
                  </a:lnTo>
                  <a:lnTo>
                    <a:pt x="103834" y="76972"/>
                  </a:lnTo>
                  <a:lnTo>
                    <a:pt x="103991" y="77140"/>
                  </a:lnTo>
                  <a:lnTo>
                    <a:pt x="105996" y="79287"/>
                  </a:lnTo>
                  <a:lnTo>
                    <a:pt x="107457" y="80851"/>
                  </a:lnTo>
                  <a:lnTo>
                    <a:pt x="107606" y="81011"/>
                  </a:lnTo>
                  <a:lnTo>
                    <a:pt x="107741" y="81156"/>
                  </a:lnTo>
                  <a:lnTo>
                    <a:pt x="108022" y="81655"/>
                  </a:lnTo>
                  <a:lnTo>
                    <a:pt x="108702" y="82859"/>
                  </a:lnTo>
                  <a:lnTo>
                    <a:pt x="109251" y="83613"/>
                  </a:lnTo>
                  <a:lnTo>
                    <a:pt x="110111" y="84780"/>
                  </a:lnTo>
                  <a:lnTo>
                    <a:pt x="112109" y="86927"/>
                  </a:lnTo>
                  <a:lnTo>
                    <a:pt x="110521" y="88464"/>
                  </a:lnTo>
                  <a:lnTo>
                    <a:pt x="109976" y="88990"/>
                  </a:lnTo>
                  <a:lnTo>
                    <a:pt x="109219" y="89708"/>
                  </a:lnTo>
                  <a:lnTo>
                    <a:pt x="107879" y="90630"/>
                  </a:lnTo>
                  <a:lnTo>
                    <a:pt x="106603" y="89902"/>
                  </a:lnTo>
                  <a:lnTo>
                    <a:pt x="106027" y="89652"/>
                  </a:lnTo>
                  <a:lnTo>
                    <a:pt x="105258" y="89620"/>
                  </a:lnTo>
                  <a:lnTo>
                    <a:pt x="104457" y="90084"/>
                  </a:lnTo>
                  <a:lnTo>
                    <a:pt x="103929" y="90613"/>
                  </a:lnTo>
                  <a:lnTo>
                    <a:pt x="103010" y="90597"/>
                  </a:lnTo>
                  <a:lnTo>
                    <a:pt x="101577" y="89302"/>
                  </a:lnTo>
                  <a:lnTo>
                    <a:pt x="100942" y="88589"/>
                  </a:lnTo>
                  <a:lnTo>
                    <a:pt x="100816" y="88448"/>
                  </a:lnTo>
                  <a:lnTo>
                    <a:pt x="100188" y="87660"/>
                  </a:lnTo>
                  <a:lnTo>
                    <a:pt x="100002" y="87305"/>
                  </a:lnTo>
                  <a:lnTo>
                    <a:pt x="100075" y="86627"/>
                  </a:lnTo>
                  <a:lnTo>
                    <a:pt x="99839" y="86625"/>
                  </a:lnTo>
                  <a:lnTo>
                    <a:pt x="99158" y="86617"/>
                  </a:lnTo>
                  <a:lnTo>
                    <a:pt x="98675" y="86559"/>
                  </a:lnTo>
                  <a:lnTo>
                    <a:pt x="97758" y="86451"/>
                  </a:lnTo>
                  <a:lnTo>
                    <a:pt x="96390" y="86290"/>
                  </a:lnTo>
                  <a:lnTo>
                    <a:pt x="95970" y="86240"/>
                  </a:lnTo>
                  <a:lnTo>
                    <a:pt x="95017" y="86184"/>
                  </a:lnTo>
                  <a:lnTo>
                    <a:pt x="94713" y="86096"/>
                  </a:lnTo>
                  <a:lnTo>
                    <a:pt x="93243" y="85670"/>
                  </a:lnTo>
                  <a:lnTo>
                    <a:pt x="92029" y="85456"/>
                  </a:lnTo>
                  <a:lnTo>
                    <a:pt x="90277" y="85076"/>
                  </a:lnTo>
                  <a:lnTo>
                    <a:pt x="89720" y="84955"/>
                  </a:lnTo>
                  <a:lnTo>
                    <a:pt x="88051" y="84768"/>
                  </a:lnTo>
                  <a:lnTo>
                    <a:pt x="87442" y="84795"/>
                  </a:lnTo>
                  <a:lnTo>
                    <a:pt x="86287" y="84848"/>
                  </a:lnTo>
                  <a:lnTo>
                    <a:pt x="83511" y="84974"/>
                  </a:lnTo>
                  <a:lnTo>
                    <a:pt x="82582" y="84718"/>
                  </a:lnTo>
                  <a:lnTo>
                    <a:pt x="82561" y="84063"/>
                  </a:lnTo>
                  <a:lnTo>
                    <a:pt x="82337" y="82973"/>
                  </a:lnTo>
                  <a:lnTo>
                    <a:pt x="80691" y="79950"/>
                  </a:lnTo>
                  <a:lnTo>
                    <a:pt x="80140" y="79910"/>
                  </a:lnTo>
                  <a:lnTo>
                    <a:pt x="79042" y="79830"/>
                  </a:lnTo>
                  <a:lnTo>
                    <a:pt x="78352" y="79779"/>
                  </a:lnTo>
                  <a:lnTo>
                    <a:pt x="77201" y="79500"/>
                  </a:lnTo>
                  <a:lnTo>
                    <a:pt x="75178" y="78736"/>
                  </a:lnTo>
                  <a:lnTo>
                    <a:pt x="75104" y="78268"/>
                  </a:lnTo>
                  <a:lnTo>
                    <a:pt x="74842" y="77040"/>
                  </a:lnTo>
                  <a:lnTo>
                    <a:pt x="74630" y="76379"/>
                  </a:lnTo>
                  <a:lnTo>
                    <a:pt x="74554" y="76141"/>
                  </a:lnTo>
                  <a:lnTo>
                    <a:pt x="75345" y="74984"/>
                  </a:lnTo>
                  <a:lnTo>
                    <a:pt x="74212" y="72787"/>
                  </a:lnTo>
                  <a:lnTo>
                    <a:pt x="73728" y="71848"/>
                  </a:lnTo>
                  <a:lnTo>
                    <a:pt x="72031" y="72192"/>
                  </a:lnTo>
                  <a:lnTo>
                    <a:pt x="71837" y="72232"/>
                  </a:lnTo>
                  <a:lnTo>
                    <a:pt x="71918" y="72859"/>
                  </a:lnTo>
                  <a:lnTo>
                    <a:pt x="71949" y="73097"/>
                  </a:lnTo>
                  <a:lnTo>
                    <a:pt x="70631" y="73196"/>
                  </a:lnTo>
                  <a:lnTo>
                    <a:pt x="70517" y="72674"/>
                  </a:lnTo>
                  <a:lnTo>
                    <a:pt x="70183" y="71151"/>
                  </a:lnTo>
                  <a:lnTo>
                    <a:pt x="69536" y="68194"/>
                  </a:lnTo>
                  <a:lnTo>
                    <a:pt x="69076" y="68242"/>
                  </a:lnTo>
                  <a:lnTo>
                    <a:pt x="68796" y="68271"/>
                  </a:lnTo>
                  <a:lnTo>
                    <a:pt x="65926" y="68647"/>
                  </a:lnTo>
                  <a:lnTo>
                    <a:pt x="64199" y="68873"/>
                  </a:lnTo>
                  <a:lnTo>
                    <a:pt x="63134" y="69013"/>
                  </a:lnTo>
                  <a:lnTo>
                    <a:pt x="62867" y="69397"/>
                  </a:lnTo>
                  <a:lnTo>
                    <a:pt x="62658" y="69698"/>
                  </a:lnTo>
                  <a:lnTo>
                    <a:pt x="62426" y="70033"/>
                  </a:lnTo>
                  <a:lnTo>
                    <a:pt x="62111" y="70486"/>
                  </a:lnTo>
                  <a:lnTo>
                    <a:pt x="56190" y="66523"/>
                  </a:lnTo>
                  <a:lnTo>
                    <a:pt x="54714" y="65534"/>
                  </a:lnTo>
                  <a:lnTo>
                    <a:pt x="50840" y="62941"/>
                  </a:lnTo>
                  <a:lnTo>
                    <a:pt x="46831" y="60257"/>
                  </a:lnTo>
                  <a:lnTo>
                    <a:pt x="42356" y="57261"/>
                  </a:lnTo>
                  <a:lnTo>
                    <a:pt x="38981" y="55002"/>
                  </a:lnTo>
                  <a:lnTo>
                    <a:pt x="36950" y="53642"/>
                  </a:lnTo>
                  <a:lnTo>
                    <a:pt x="35273" y="52520"/>
                  </a:lnTo>
                  <a:lnTo>
                    <a:pt x="28741" y="48147"/>
                  </a:lnTo>
                  <a:lnTo>
                    <a:pt x="26536" y="46671"/>
                  </a:lnTo>
                  <a:lnTo>
                    <a:pt x="26225" y="46463"/>
                  </a:lnTo>
                  <a:lnTo>
                    <a:pt x="17381" y="40542"/>
                  </a:lnTo>
                  <a:lnTo>
                    <a:pt x="16723" y="40102"/>
                  </a:lnTo>
                  <a:lnTo>
                    <a:pt x="16214" y="39761"/>
                  </a:lnTo>
                  <a:lnTo>
                    <a:pt x="6020" y="32938"/>
                  </a:lnTo>
                  <a:lnTo>
                    <a:pt x="0" y="28907"/>
                  </a:lnTo>
                  <a:lnTo>
                    <a:pt x="271" y="28488"/>
                  </a:lnTo>
                  <a:lnTo>
                    <a:pt x="485" y="28177"/>
                  </a:lnTo>
                  <a:lnTo>
                    <a:pt x="641" y="27951"/>
                  </a:lnTo>
                  <a:lnTo>
                    <a:pt x="1797" y="26275"/>
                  </a:lnTo>
                  <a:lnTo>
                    <a:pt x="2488" y="25272"/>
                  </a:lnTo>
                  <a:lnTo>
                    <a:pt x="2715" y="24943"/>
                  </a:lnTo>
                  <a:lnTo>
                    <a:pt x="2852" y="24745"/>
                  </a:lnTo>
                  <a:lnTo>
                    <a:pt x="3052" y="24454"/>
                  </a:lnTo>
                  <a:lnTo>
                    <a:pt x="3571" y="23702"/>
                  </a:lnTo>
                  <a:lnTo>
                    <a:pt x="4243" y="22727"/>
                  </a:lnTo>
                  <a:lnTo>
                    <a:pt x="7363" y="19114"/>
                  </a:lnTo>
                  <a:lnTo>
                    <a:pt x="7646" y="18790"/>
                  </a:lnTo>
                  <a:lnTo>
                    <a:pt x="8569" y="17811"/>
                  </a:lnTo>
                  <a:lnTo>
                    <a:pt x="9347" y="16986"/>
                  </a:lnTo>
                  <a:lnTo>
                    <a:pt x="10677" y="15574"/>
                  </a:lnTo>
                  <a:lnTo>
                    <a:pt x="12622" y="13817"/>
                  </a:lnTo>
                  <a:lnTo>
                    <a:pt x="13480" y="13384"/>
                  </a:lnTo>
                  <a:lnTo>
                    <a:pt x="15397" y="12417"/>
                  </a:lnTo>
                  <a:lnTo>
                    <a:pt x="17533" y="11497"/>
                  </a:lnTo>
                  <a:lnTo>
                    <a:pt x="19736" y="10548"/>
                  </a:lnTo>
                  <a:lnTo>
                    <a:pt x="21761" y="9799"/>
                  </a:lnTo>
                  <a:lnTo>
                    <a:pt x="22173" y="9646"/>
                  </a:lnTo>
                  <a:lnTo>
                    <a:pt x="22847" y="9445"/>
                  </a:lnTo>
                  <a:lnTo>
                    <a:pt x="24075" y="9079"/>
                  </a:lnTo>
                  <a:lnTo>
                    <a:pt x="29697" y="7607"/>
                  </a:lnTo>
                  <a:lnTo>
                    <a:pt x="30168" y="7483"/>
                  </a:lnTo>
                  <a:lnTo>
                    <a:pt x="30497" y="7397"/>
                  </a:lnTo>
                  <a:lnTo>
                    <a:pt x="31953" y="7016"/>
                  </a:lnTo>
                  <a:lnTo>
                    <a:pt x="38937" y="5036"/>
                  </a:lnTo>
                  <a:lnTo>
                    <a:pt x="39844" y="4779"/>
                  </a:lnTo>
                  <a:lnTo>
                    <a:pt x="40447" y="4608"/>
                  </a:lnTo>
                  <a:lnTo>
                    <a:pt x="40964" y="4461"/>
                  </a:lnTo>
                  <a:lnTo>
                    <a:pt x="41158" y="4406"/>
                  </a:lnTo>
                  <a:lnTo>
                    <a:pt x="41985" y="4180"/>
                  </a:lnTo>
                  <a:lnTo>
                    <a:pt x="54809" y="664"/>
                  </a:lnTo>
                  <a:lnTo>
                    <a:pt x="57099" y="36"/>
                  </a:lnTo>
                  <a:lnTo>
                    <a:pt x="57233" y="0"/>
                  </a:lnTo>
                  <a:lnTo>
                    <a:pt x="58847" y="5896"/>
                  </a:lnTo>
                  <a:lnTo>
                    <a:pt x="58972" y="6354"/>
                  </a:lnTo>
                  <a:lnTo>
                    <a:pt x="59145" y="6984"/>
                  </a:lnTo>
                  <a:lnTo>
                    <a:pt x="59915" y="9800"/>
                  </a:lnTo>
                  <a:lnTo>
                    <a:pt x="60001" y="10114"/>
                  </a:lnTo>
                  <a:lnTo>
                    <a:pt x="60966" y="13639"/>
                  </a:lnTo>
                  <a:lnTo>
                    <a:pt x="61039" y="13905"/>
                  </a:lnTo>
                  <a:lnTo>
                    <a:pt x="61102" y="14133"/>
                  </a:lnTo>
                  <a:lnTo>
                    <a:pt x="62037" y="17551"/>
                  </a:lnTo>
                  <a:lnTo>
                    <a:pt x="62129" y="17886"/>
                  </a:lnTo>
                  <a:lnTo>
                    <a:pt x="62172" y="180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901705" y="2652618"/>
              <a:ext cx="114476" cy="85246"/>
            </a:xfrm>
            <a:custGeom>
              <a:avLst/>
              <a:pathLst>
                <a:path w="114476" h="85246">
                  <a:moveTo>
                    <a:pt x="112380" y="43956"/>
                  </a:moveTo>
                  <a:lnTo>
                    <a:pt x="112347" y="46257"/>
                  </a:lnTo>
                  <a:lnTo>
                    <a:pt x="112827" y="48500"/>
                  </a:lnTo>
                  <a:lnTo>
                    <a:pt x="113468" y="50182"/>
                  </a:lnTo>
                  <a:lnTo>
                    <a:pt x="113869" y="51784"/>
                  </a:lnTo>
                  <a:lnTo>
                    <a:pt x="113835" y="56065"/>
                  </a:lnTo>
                  <a:lnTo>
                    <a:pt x="113354" y="57614"/>
                  </a:lnTo>
                  <a:lnTo>
                    <a:pt x="112697" y="59766"/>
                  </a:lnTo>
                  <a:lnTo>
                    <a:pt x="113040" y="59964"/>
                  </a:lnTo>
                  <a:lnTo>
                    <a:pt x="114476" y="60792"/>
                  </a:lnTo>
                  <a:lnTo>
                    <a:pt x="114293" y="61248"/>
                  </a:lnTo>
                  <a:lnTo>
                    <a:pt x="112659" y="65318"/>
                  </a:lnTo>
                  <a:lnTo>
                    <a:pt x="110530" y="64713"/>
                  </a:lnTo>
                  <a:lnTo>
                    <a:pt x="110304" y="65229"/>
                  </a:lnTo>
                  <a:lnTo>
                    <a:pt x="109792" y="66302"/>
                  </a:lnTo>
                  <a:lnTo>
                    <a:pt x="109581" y="66743"/>
                  </a:lnTo>
                  <a:lnTo>
                    <a:pt x="111666" y="67785"/>
                  </a:lnTo>
                  <a:lnTo>
                    <a:pt x="111378" y="68362"/>
                  </a:lnTo>
                  <a:lnTo>
                    <a:pt x="109213" y="67516"/>
                  </a:lnTo>
                  <a:lnTo>
                    <a:pt x="108622" y="68754"/>
                  </a:lnTo>
                  <a:lnTo>
                    <a:pt x="108402" y="69396"/>
                  </a:lnTo>
                  <a:lnTo>
                    <a:pt x="108893" y="72147"/>
                  </a:lnTo>
                  <a:lnTo>
                    <a:pt x="110865" y="73104"/>
                  </a:lnTo>
                  <a:lnTo>
                    <a:pt x="110576" y="74097"/>
                  </a:lnTo>
                  <a:lnTo>
                    <a:pt x="107050" y="73343"/>
                  </a:lnTo>
                  <a:lnTo>
                    <a:pt x="106619" y="74602"/>
                  </a:lnTo>
                  <a:lnTo>
                    <a:pt x="104989" y="76316"/>
                  </a:lnTo>
                  <a:lnTo>
                    <a:pt x="106324" y="80322"/>
                  </a:lnTo>
                  <a:lnTo>
                    <a:pt x="102712" y="80453"/>
                  </a:lnTo>
                  <a:lnTo>
                    <a:pt x="103598" y="85246"/>
                  </a:lnTo>
                  <a:lnTo>
                    <a:pt x="97881" y="85205"/>
                  </a:lnTo>
                  <a:lnTo>
                    <a:pt x="96572" y="81140"/>
                  </a:lnTo>
                  <a:lnTo>
                    <a:pt x="95787" y="79399"/>
                  </a:lnTo>
                  <a:lnTo>
                    <a:pt x="89330" y="78646"/>
                  </a:lnTo>
                  <a:lnTo>
                    <a:pt x="82174" y="79073"/>
                  </a:lnTo>
                  <a:lnTo>
                    <a:pt x="75338" y="80142"/>
                  </a:lnTo>
                  <a:lnTo>
                    <a:pt x="72454" y="81637"/>
                  </a:lnTo>
                  <a:lnTo>
                    <a:pt x="69784" y="83025"/>
                  </a:lnTo>
                  <a:lnTo>
                    <a:pt x="69784" y="79821"/>
                  </a:lnTo>
                  <a:lnTo>
                    <a:pt x="64871" y="75442"/>
                  </a:lnTo>
                  <a:lnTo>
                    <a:pt x="61911" y="73341"/>
                  </a:lnTo>
                  <a:lnTo>
                    <a:pt x="55430" y="69576"/>
                  </a:lnTo>
                  <a:lnTo>
                    <a:pt x="56010" y="66389"/>
                  </a:lnTo>
                  <a:lnTo>
                    <a:pt x="56048" y="66178"/>
                  </a:lnTo>
                  <a:lnTo>
                    <a:pt x="55631" y="62175"/>
                  </a:lnTo>
                  <a:lnTo>
                    <a:pt x="55612" y="61998"/>
                  </a:lnTo>
                  <a:lnTo>
                    <a:pt x="56067" y="60901"/>
                  </a:lnTo>
                  <a:lnTo>
                    <a:pt x="58900" y="55682"/>
                  </a:lnTo>
                  <a:lnTo>
                    <a:pt x="58976" y="55543"/>
                  </a:lnTo>
                  <a:lnTo>
                    <a:pt x="58744" y="55372"/>
                  </a:lnTo>
                  <a:lnTo>
                    <a:pt x="56385" y="53758"/>
                  </a:lnTo>
                  <a:lnTo>
                    <a:pt x="54540" y="52445"/>
                  </a:lnTo>
                  <a:lnTo>
                    <a:pt x="54010" y="52067"/>
                  </a:lnTo>
                  <a:lnTo>
                    <a:pt x="53185" y="51780"/>
                  </a:lnTo>
                  <a:lnTo>
                    <a:pt x="51099" y="51052"/>
                  </a:lnTo>
                  <a:lnTo>
                    <a:pt x="50368" y="50900"/>
                  </a:lnTo>
                  <a:lnTo>
                    <a:pt x="47895" y="50755"/>
                  </a:lnTo>
                  <a:lnTo>
                    <a:pt x="47696" y="48876"/>
                  </a:lnTo>
                  <a:lnTo>
                    <a:pt x="47635" y="48303"/>
                  </a:lnTo>
                  <a:lnTo>
                    <a:pt x="47187" y="48095"/>
                  </a:lnTo>
                  <a:lnTo>
                    <a:pt x="46594" y="47966"/>
                  </a:lnTo>
                  <a:lnTo>
                    <a:pt x="45953" y="47790"/>
                  </a:lnTo>
                  <a:lnTo>
                    <a:pt x="45462" y="47575"/>
                  </a:lnTo>
                  <a:lnTo>
                    <a:pt x="45182" y="47415"/>
                  </a:lnTo>
                  <a:lnTo>
                    <a:pt x="42554" y="45573"/>
                  </a:lnTo>
                  <a:lnTo>
                    <a:pt x="42162" y="45323"/>
                  </a:lnTo>
                  <a:lnTo>
                    <a:pt x="41732" y="45048"/>
                  </a:lnTo>
                  <a:lnTo>
                    <a:pt x="39731" y="43722"/>
                  </a:lnTo>
                  <a:lnTo>
                    <a:pt x="37851" y="42453"/>
                  </a:lnTo>
                  <a:lnTo>
                    <a:pt x="35951" y="41179"/>
                  </a:lnTo>
                  <a:lnTo>
                    <a:pt x="35033" y="40567"/>
                  </a:lnTo>
                  <a:lnTo>
                    <a:pt x="33038" y="39227"/>
                  </a:lnTo>
                  <a:lnTo>
                    <a:pt x="32560" y="38898"/>
                  </a:lnTo>
                  <a:lnTo>
                    <a:pt x="29628" y="36881"/>
                  </a:lnTo>
                  <a:lnTo>
                    <a:pt x="30711" y="35340"/>
                  </a:lnTo>
                  <a:lnTo>
                    <a:pt x="31835" y="33742"/>
                  </a:lnTo>
                  <a:lnTo>
                    <a:pt x="31600" y="33586"/>
                  </a:lnTo>
                  <a:lnTo>
                    <a:pt x="30193" y="32654"/>
                  </a:lnTo>
                  <a:lnTo>
                    <a:pt x="29862" y="32434"/>
                  </a:lnTo>
                  <a:lnTo>
                    <a:pt x="29122" y="31944"/>
                  </a:lnTo>
                  <a:lnTo>
                    <a:pt x="16378" y="23462"/>
                  </a:lnTo>
                  <a:lnTo>
                    <a:pt x="16375" y="23288"/>
                  </a:lnTo>
                  <a:lnTo>
                    <a:pt x="16282" y="23435"/>
                  </a:lnTo>
                  <a:lnTo>
                    <a:pt x="15657" y="23022"/>
                  </a:lnTo>
                  <a:lnTo>
                    <a:pt x="10448" y="19484"/>
                  </a:lnTo>
                  <a:lnTo>
                    <a:pt x="10217" y="19328"/>
                  </a:lnTo>
                  <a:lnTo>
                    <a:pt x="8135" y="17914"/>
                  </a:lnTo>
                  <a:lnTo>
                    <a:pt x="7096" y="17208"/>
                  </a:lnTo>
                  <a:lnTo>
                    <a:pt x="2371" y="14000"/>
                  </a:lnTo>
                  <a:lnTo>
                    <a:pt x="252" y="12560"/>
                  </a:lnTo>
                  <a:lnTo>
                    <a:pt x="0" y="12389"/>
                  </a:lnTo>
                  <a:lnTo>
                    <a:pt x="259" y="12011"/>
                  </a:lnTo>
                  <a:lnTo>
                    <a:pt x="352" y="11875"/>
                  </a:lnTo>
                  <a:lnTo>
                    <a:pt x="2188" y="9199"/>
                  </a:lnTo>
                  <a:lnTo>
                    <a:pt x="4409" y="5962"/>
                  </a:lnTo>
                  <a:lnTo>
                    <a:pt x="6463" y="2970"/>
                  </a:lnTo>
                  <a:lnTo>
                    <a:pt x="6746" y="2557"/>
                  </a:lnTo>
                  <a:lnTo>
                    <a:pt x="7237" y="1917"/>
                  </a:lnTo>
                  <a:lnTo>
                    <a:pt x="8528" y="2788"/>
                  </a:lnTo>
                  <a:lnTo>
                    <a:pt x="15196" y="7287"/>
                  </a:lnTo>
                  <a:lnTo>
                    <a:pt x="16409" y="8105"/>
                  </a:lnTo>
                  <a:lnTo>
                    <a:pt x="21265" y="11382"/>
                  </a:lnTo>
                  <a:lnTo>
                    <a:pt x="22574" y="12265"/>
                  </a:lnTo>
                  <a:lnTo>
                    <a:pt x="23031" y="12573"/>
                  </a:lnTo>
                  <a:lnTo>
                    <a:pt x="24417" y="10580"/>
                  </a:lnTo>
                  <a:lnTo>
                    <a:pt x="25790" y="8607"/>
                  </a:lnTo>
                  <a:lnTo>
                    <a:pt x="28033" y="5383"/>
                  </a:lnTo>
                  <a:lnTo>
                    <a:pt x="30256" y="2188"/>
                  </a:lnTo>
                  <a:lnTo>
                    <a:pt x="31841" y="0"/>
                  </a:lnTo>
                  <a:lnTo>
                    <a:pt x="32350" y="361"/>
                  </a:lnTo>
                  <a:lnTo>
                    <a:pt x="34643" y="1991"/>
                  </a:lnTo>
                  <a:lnTo>
                    <a:pt x="34990" y="2238"/>
                  </a:lnTo>
                  <a:lnTo>
                    <a:pt x="35295" y="5007"/>
                  </a:lnTo>
                  <a:lnTo>
                    <a:pt x="35782" y="8306"/>
                  </a:lnTo>
                  <a:lnTo>
                    <a:pt x="36058" y="10176"/>
                  </a:lnTo>
                  <a:lnTo>
                    <a:pt x="36136" y="10706"/>
                  </a:lnTo>
                  <a:lnTo>
                    <a:pt x="38119" y="12045"/>
                  </a:lnTo>
                  <a:lnTo>
                    <a:pt x="41268" y="14173"/>
                  </a:lnTo>
                  <a:lnTo>
                    <a:pt x="44291" y="16216"/>
                  </a:lnTo>
                  <a:lnTo>
                    <a:pt x="46915" y="17989"/>
                  </a:lnTo>
                  <a:lnTo>
                    <a:pt x="47141" y="18133"/>
                  </a:lnTo>
                  <a:lnTo>
                    <a:pt x="47331" y="18255"/>
                  </a:lnTo>
                  <a:lnTo>
                    <a:pt x="47497" y="18361"/>
                  </a:lnTo>
                  <a:lnTo>
                    <a:pt x="50142" y="20055"/>
                  </a:lnTo>
                  <a:lnTo>
                    <a:pt x="50538" y="20297"/>
                  </a:lnTo>
                  <a:lnTo>
                    <a:pt x="51066" y="20621"/>
                  </a:lnTo>
                  <a:lnTo>
                    <a:pt x="52989" y="21801"/>
                  </a:lnTo>
                  <a:lnTo>
                    <a:pt x="53325" y="22020"/>
                  </a:lnTo>
                  <a:lnTo>
                    <a:pt x="53720" y="22300"/>
                  </a:lnTo>
                  <a:lnTo>
                    <a:pt x="54318" y="22724"/>
                  </a:lnTo>
                  <a:lnTo>
                    <a:pt x="54537" y="22880"/>
                  </a:lnTo>
                  <a:lnTo>
                    <a:pt x="55640" y="24605"/>
                  </a:lnTo>
                  <a:lnTo>
                    <a:pt x="56021" y="25337"/>
                  </a:lnTo>
                  <a:lnTo>
                    <a:pt x="56209" y="25170"/>
                  </a:lnTo>
                  <a:lnTo>
                    <a:pt x="56651" y="24778"/>
                  </a:lnTo>
                  <a:lnTo>
                    <a:pt x="58809" y="22832"/>
                  </a:lnTo>
                  <a:lnTo>
                    <a:pt x="59094" y="22870"/>
                  </a:lnTo>
                  <a:lnTo>
                    <a:pt x="60711" y="23087"/>
                  </a:lnTo>
                  <a:lnTo>
                    <a:pt x="61691" y="23218"/>
                  </a:lnTo>
                  <a:lnTo>
                    <a:pt x="63377" y="23444"/>
                  </a:lnTo>
                  <a:lnTo>
                    <a:pt x="63531" y="25306"/>
                  </a:lnTo>
                  <a:lnTo>
                    <a:pt x="63713" y="27497"/>
                  </a:lnTo>
                  <a:lnTo>
                    <a:pt x="63458" y="27935"/>
                  </a:lnTo>
                  <a:lnTo>
                    <a:pt x="63526" y="28101"/>
                  </a:lnTo>
                  <a:lnTo>
                    <a:pt x="63775" y="28708"/>
                  </a:lnTo>
                  <a:lnTo>
                    <a:pt x="64165" y="29666"/>
                  </a:lnTo>
                  <a:lnTo>
                    <a:pt x="64975" y="31923"/>
                  </a:lnTo>
                  <a:lnTo>
                    <a:pt x="65102" y="31844"/>
                  </a:lnTo>
                  <a:lnTo>
                    <a:pt x="65394" y="31646"/>
                  </a:lnTo>
                  <a:lnTo>
                    <a:pt x="65564" y="31530"/>
                  </a:lnTo>
                  <a:lnTo>
                    <a:pt x="65889" y="31309"/>
                  </a:lnTo>
                  <a:lnTo>
                    <a:pt x="66902" y="31192"/>
                  </a:lnTo>
                  <a:lnTo>
                    <a:pt x="69441" y="30899"/>
                  </a:lnTo>
                  <a:lnTo>
                    <a:pt x="70402" y="30561"/>
                  </a:lnTo>
                  <a:lnTo>
                    <a:pt x="71447" y="30194"/>
                  </a:lnTo>
                  <a:lnTo>
                    <a:pt x="72676" y="29742"/>
                  </a:lnTo>
                  <a:lnTo>
                    <a:pt x="74870" y="30352"/>
                  </a:lnTo>
                  <a:lnTo>
                    <a:pt x="74773" y="31195"/>
                  </a:lnTo>
                  <a:lnTo>
                    <a:pt x="74684" y="32041"/>
                  </a:lnTo>
                  <a:lnTo>
                    <a:pt x="74657" y="33470"/>
                  </a:lnTo>
                  <a:lnTo>
                    <a:pt x="76711" y="33626"/>
                  </a:lnTo>
                  <a:lnTo>
                    <a:pt x="78673" y="33882"/>
                  </a:lnTo>
                  <a:lnTo>
                    <a:pt x="78670" y="34315"/>
                  </a:lnTo>
                  <a:lnTo>
                    <a:pt x="79627" y="34295"/>
                  </a:lnTo>
                  <a:lnTo>
                    <a:pt x="80085" y="34285"/>
                  </a:lnTo>
                  <a:lnTo>
                    <a:pt x="83425" y="34214"/>
                  </a:lnTo>
                  <a:lnTo>
                    <a:pt x="84129" y="34192"/>
                  </a:lnTo>
                  <a:lnTo>
                    <a:pt x="84953" y="34167"/>
                  </a:lnTo>
                  <a:lnTo>
                    <a:pt x="85463" y="34159"/>
                  </a:lnTo>
                  <a:lnTo>
                    <a:pt x="87085" y="34109"/>
                  </a:lnTo>
                  <a:lnTo>
                    <a:pt x="89196" y="34044"/>
                  </a:lnTo>
                  <a:lnTo>
                    <a:pt x="90067" y="34018"/>
                  </a:lnTo>
                  <a:lnTo>
                    <a:pt x="91099" y="33986"/>
                  </a:lnTo>
                  <a:lnTo>
                    <a:pt x="90684" y="33444"/>
                  </a:lnTo>
                  <a:lnTo>
                    <a:pt x="90324" y="32803"/>
                  </a:lnTo>
                  <a:lnTo>
                    <a:pt x="90120" y="32271"/>
                  </a:lnTo>
                  <a:lnTo>
                    <a:pt x="89915" y="31730"/>
                  </a:lnTo>
                  <a:lnTo>
                    <a:pt x="89707" y="30393"/>
                  </a:lnTo>
                  <a:lnTo>
                    <a:pt x="90524" y="29871"/>
                  </a:lnTo>
                  <a:lnTo>
                    <a:pt x="90798" y="29430"/>
                  </a:lnTo>
                  <a:lnTo>
                    <a:pt x="91181" y="28814"/>
                  </a:lnTo>
                  <a:lnTo>
                    <a:pt x="91329" y="27631"/>
                  </a:lnTo>
                  <a:lnTo>
                    <a:pt x="91454" y="27192"/>
                  </a:lnTo>
                  <a:lnTo>
                    <a:pt x="91561" y="26814"/>
                  </a:lnTo>
                  <a:lnTo>
                    <a:pt x="92897" y="25629"/>
                  </a:lnTo>
                  <a:lnTo>
                    <a:pt x="94269" y="24709"/>
                  </a:lnTo>
                  <a:lnTo>
                    <a:pt x="94777" y="24368"/>
                  </a:lnTo>
                  <a:lnTo>
                    <a:pt x="97728" y="22882"/>
                  </a:lnTo>
                  <a:lnTo>
                    <a:pt x="97845" y="23054"/>
                  </a:lnTo>
                  <a:lnTo>
                    <a:pt x="99708" y="27100"/>
                  </a:lnTo>
                  <a:lnTo>
                    <a:pt x="99140" y="27460"/>
                  </a:lnTo>
                  <a:lnTo>
                    <a:pt x="98659" y="27967"/>
                  </a:lnTo>
                  <a:lnTo>
                    <a:pt x="98659" y="28635"/>
                  </a:lnTo>
                  <a:lnTo>
                    <a:pt x="98926" y="29676"/>
                  </a:lnTo>
                  <a:lnTo>
                    <a:pt x="99478" y="30981"/>
                  </a:lnTo>
                  <a:lnTo>
                    <a:pt x="99861" y="32266"/>
                  </a:lnTo>
                  <a:lnTo>
                    <a:pt x="100048" y="33067"/>
                  </a:lnTo>
                  <a:lnTo>
                    <a:pt x="100635" y="33681"/>
                  </a:lnTo>
                  <a:lnTo>
                    <a:pt x="101356" y="34109"/>
                  </a:lnTo>
                  <a:lnTo>
                    <a:pt x="102415" y="34875"/>
                  </a:lnTo>
                  <a:lnTo>
                    <a:pt x="102691" y="35604"/>
                  </a:lnTo>
                  <a:lnTo>
                    <a:pt x="102718" y="37046"/>
                  </a:lnTo>
                  <a:lnTo>
                    <a:pt x="102771" y="37767"/>
                  </a:lnTo>
                  <a:lnTo>
                    <a:pt x="102932" y="38381"/>
                  </a:lnTo>
                  <a:lnTo>
                    <a:pt x="103599" y="38594"/>
                  </a:lnTo>
                  <a:lnTo>
                    <a:pt x="104485" y="38594"/>
                  </a:lnTo>
                  <a:lnTo>
                    <a:pt x="105121" y="38594"/>
                  </a:lnTo>
                  <a:lnTo>
                    <a:pt x="106536" y="38701"/>
                  </a:lnTo>
                  <a:lnTo>
                    <a:pt x="109714" y="40116"/>
                  </a:lnTo>
                  <a:lnTo>
                    <a:pt x="110408" y="40811"/>
                  </a:lnTo>
                  <a:lnTo>
                    <a:pt x="111984" y="431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933536" y="2635713"/>
              <a:ext cx="92786" cy="72970"/>
            </a:xfrm>
            <a:custGeom>
              <a:avLst/>
              <a:pathLst>
                <a:path w="92786" h="72970">
                  <a:moveTo>
                    <a:pt x="17724" y="5127"/>
                  </a:moveTo>
                  <a:lnTo>
                    <a:pt x="19015" y="4902"/>
                  </a:lnTo>
                  <a:lnTo>
                    <a:pt x="18984" y="4664"/>
                  </a:lnTo>
                  <a:lnTo>
                    <a:pt x="18902" y="4037"/>
                  </a:lnTo>
                  <a:lnTo>
                    <a:pt x="19097" y="3997"/>
                  </a:lnTo>
                  <a:lnTo>
                    <a:pt x="20793" y="3653"/>
                  </a:lnTo>
                  <a:lnTo>
                    <a:pt x="21333" y="4700"/>
                  </a:lnTo>
                  <a:lnTo>
                    <a:pt x="22411" y="6789"/>
                  </a:lnTo>
                  <a:lnTo>
                    <a:pt x="21620" y="7946"/>
                  </a:lnTo>
                  <a:lnTo>
                    <a:pt x="21696" y="8184"/>
                  </a:lnTo>
                  <a:lnTo>
                    <a:pt x="21908" y="8845"/>
                  </a:lnTo>
                  <a:lnTo>
                    <a:pt x="22170" y="10073"/>
                  </a:lnTo>
                  <a:lnTo>
                    <a:pt x="22244" y="10541"/>
                  </a:lnTo>
                  <a:lnTo>
                    <a:pt x="24266" y="11305"/>
                  </a:lnTo>
                  <a:lnTo>
                    <a:pt x="25417" y="11585"/>
                  </a:lnTo>
                  <a:lnTo>
                    <a:pt x="26108" y="11635"/>
                  </a:lnTo>
                  <a:lnTo>
                    <a:pt x="27206" y="11715"/>
                  </a:lnTo>
                  <a:lnTo>
                    <a:pt x="27757" y="11755"/>
                  </a:lnTo>
                  <a:lnTo>
                    <a:pt x="29402" y="14778"/>
                  </a:lnTo>
                  <a:lnTo>
                    <a:pt x="29627" y="15868"/>
                  </a:lnTo>
                  <a:lnTo>
                    <a:pt x="29647" y="16523"/>
                  </a:lnTo>
                  <a:lnTo>
                    <a:pt x="30576" y="16780"/>
                  </a:lnTo>
                  <a:lnTo>
                    <a:pt x="33352" y="16653"/>
                  </a:lnTo>
                  <a:lnTo>
                    <a:pt x="34507" y="16601"/>
                  </a:lnTo>
                  <a:lnTo>
                    <a:pt x="35117" y="16573"/>
                  </a:lnTo>
                  <a:lnTo>
                    <a:pt x="36786" y="16760"/>
                  </a:lnTo>
                  <a:lnTo>
                    <a:pt x="37343" y="16881"/>
                  </a:lnTo>
                  <a:lnTo>
                    <a:pt x="39095" y="17261"/>
                  </a:lnTo>
                  <a:lnTo>
                    <a:pt x="40308" y="17476"/>
                  </a:lnTo>
                  <a:lnTo>
                    <a:pt x="41798" y="17907"/>
                  </a:lnTo>
                  <a:lnTo>
                    <a:pt x="42082" y="17989"/>
                  </a:lnTo>
                  <a:lnTo>
                    <a:pt x="43036" y="18045"/>
                  </a:lnTo>
                  <a:lnTo>
                    <a:pt x="43456" y="18095"/>
                  </a:lnTo>
                  <a:lnTo>
                    <a:pt x="44823" y="18256"/>
                  </a:lnTo>
                  <a:lnTo>
                    <a:pt x="45741" y="18365"/>
                  </a:lnTo>
                  <a:lnTo>
                    <a:pt x="46224" y="18422"/>
                  </a:lnTo>
                  <a:lnTo>
                    <a:pt x="46905" y="18430"/>
                  </a:lnTo>
                  <a:lnTo>
                    <a:pt x="47140" y="18433"/>
                  </a:lnTo>
                  <a:lnTo>
                    <a:pt x="47067" y="19110"/>
                  </a:lnTo>
                  <a:lnTo>
                    <a:pt x="47254" y="19465"/>
                  </a:lnTo>
                  <a:lnTo>
                    <a:pt x="47882" y="20253"/>
                  </a:lnTo>
                  <a:lnTo>
                    <a:pt x="48007" y="20394"/>
                  </a:lnTo>
                  <a:lnTo>
                    <a:pt x="48643" y="21107"/>
                  </a:lnTo>
                  <a:lnTo>
                    <a:pt x="50076" y="22402"/>
                  </a:lnTo>
                  <a:lnTo>
                    <a:pt x="50994" y="22418"/>
                  </a:lnTo>
                  <a:lnTo>
                    <a:pt x="51523" y="21890"/>
                  </a:lnTo>
                  <a:lnTo>
                    <a:pt x="52324" y="21425"/>
                  </a:lnTo>
                  <a:lnTo>
                    <a:pt x="53093" y="21457"/>
                  </a:lnTo>
                  <a:lnTo>
                    <a:pt x="53669" y="21707"/>
                  </a:lnTo>
                  <a:lnTo>
                    <a:pt x="54944" y="22435"/>
                  </a:lnTo>
                  <a:lnTo>
                    <a:pt x="56284" y="21514"/>
                  </a:lnTo>
                  <a:lnTo>
                    <a:pt x="57042" y="20795"/>
                  </a:lnTo>
                  <a:lnTo>
                    <a:pt x="57586" y="20269"/>
                  </a:lnTo>
                  <a:lnTo>
                    <a:pt x="59175" y="18732"/>
                  </a:lnTo>
                  <a:lnTo>
                    <a:pt x="60611" y="19135"/>
                  </a:lnTo>
                  <a:lnTo>
                    <a:pt x="61888" y="20870"/>
                  </a:lnTo>
                  <a:lnTo>
                    <a:pt x="62331" y="21472"/>
                  </a:lnTo>
                  <a:lnTo>
                    <a:pt x="64508" y="20311"/>
                  </a:lnTo>
                  <a:lnTo>
                    <a:pt x="64737" y="20452"/>
                  </a:lnTo>
                  <a:lnTo>
                    <a:pt x="65775" y="21092"/>
                  </a:lnTo>
                  <a:lnTo>
                    <a:pt x="65936" y="21192"/>
                  </a:lnTo>
                  <a:lnTo>
                    <a:pt x="66107" y="21298"/>
                  </a:lnTo>
                  <a:lnTo>
                    <a:pt x="67186" y="21970"/>
                  </a:lnTo>
                  <a:lnTo>
                    <a:pt x="67449" y="22140"/>
                  </a:lnTo>
                  <a:lnTo>
                    <a:pt x="67725" y="22435"/>
                  </a:lnTo>
                  <a:lnTo>
                    <a:pt x="68947" y="23742"/>
                  </a:lnTo>
                  <a:lnTo>
                    <a:pt x="69788" y="24641"/>
                  </a:lnTo>
                  <a:lnTo>
                    <a:pt x="70261" y="25147"/>
                  </a:lnTo>
                  <a:lnTo>
                    <a:pt x="71783" y="26775"/>
                  </a:lnTo>
                  <a:lnTo>
                    <a:pt x="72940" y="28013"/>
                  </a:lnTo>
                  <a:lnTo>
                    <a:pt x="76617" y="31286"/>
                  </a:lnTo>
                  <a:lnTo>
                    <a:pt x="77356" y="31945"/>
                  </a:lnTo>
                  <a:lnTo>
                    <a:pt x="83492" y="37112"/>
                  </a:lnTo>
                  <a:lnTo>
                    <a:pt x="83049" y="37376"/>
                  </a:lnTo>
                  <a:lnTo>
                    <a:pt x="82071" y="38121"/>
                  </a:lnTo>
                  <a:lnTo>
                    <a:pt x="81705" y="38696"/>
                  </a:lnTo>
                  <a:lnTo>
                    <a:pt x="81453" y="39189"/>
                  </a:lnTo>
                  <a:lnTo>
                    <a:pt x="81384" y="39325"/>
                  </a:lnTo>
                  <a:lnTo>
                    <a:pt x="81194" y="39697"/>
                  </a:lnTo>
                  <a:lnTo>
                    <a:pt x="80674" y="40288"/>
                  </a:lnTo>
                  <a:lnTo>
                    <a:pt x="79807" y="40885"/>
                  </a:lnTo>
                  <a:lnTo>
                    <a:pt x="78659" y="41546"/>
                  </a:lnTo>
                  <a:lnTo>
                    <a:pt x="78502" y="41662"/>
                  </a:lnTo>
                  <a:lnTo>
                    <a:pt x="78007" y="43699"/>
                  </a:lnTo>
                  <a:lnTo>
                    <a:pt x="77728" y="44849"/>
                  </a:lnTo>
                  <a:lnTo>
                    <a:pt x="76894" y="47649"/>
                  </a:lnTo>
                  <a:lnTo>
                    <a:pt x="77055" y="47996"/>
                  </a:lnTo>
                  <a:lnTo>
                    <a:pt x="78300" y="48959"/>
                  </a:lnTo>
                  <a:lnTo>
                    <a:pt x="79811" y="50176"/>
                  </a:lnTo>
                  <a:lnTo>
                    <a:pt x="81324" y="51594"/>
                  </a:lnTo>
                  <a:lnTo>
                    <a:pt x="83244" y="53601"/>
                  </a:lnTo>
                  <a:lnTo>
                    <a:pt x="85227" y="55630"/>
                  </a:lnTo>
                  <a:lnTo>
                    <a:pt x="86665" y="57144"/>
                  </a:lnTo>
                  <a:lnTo>
                    <a:pt x="87344" y="57857"/>
                  </a:lnTo>
                  <a:lnTo>
                    <a:pt x="87992" y="58537"/>
                  </a:lnTo>
                  <a:lnTo>
                    <a:pt x="88745" y="59211"/>
                  </a:lnTo>
                  <a:lnTo>
                    <a:pt x="89721" y="59956"/>
                  </a:lnTo>
                  <a:lnTo>
                    <a:pt x="90762" y="60726"/>
                  </a:lnTo>
                  <a:lnTo>
                    <a:pt x="91690" y="61515"/>
                  </a:lnTo>
                  <a:lnTo>
                    <a:pt x="92211" y="62156"/>
                  </a:lnTo>
                  <a:lnTo>
                    <a:pt x="92486" y="62699"/>
                  </a:lnTo>
                  <a:lnTo>
                    <a:pt x="92786" y="62959"/>
                  </a:lnTo>
                  <a:lnTo>
                    <a:pt x="92732" y="63187"/>
                  </a:lnTo>
                  <a:lnTo>
                    <a:pt x="92441" y="64416"/>
                  </a:lnTo>
                  <a:lnTo>
                    <a:pt x="92149" y="65395"/>
                  </a:lnTo>
                  <a:lnTo>
                    <a:pt x="92042" y="65755"/>
                  </a:lnTo>
                  <a:lnTo>
                    <a:pt x="91973" y="65984"/>
                  </a:lnTo>
                  <a:lnTo>
                    <a:pt x="91554" y="66381"/>
                  </a:lnTo>
                  <a:lnTo>
                    <a:pt x="90059" y="67797"/>
                  </a:lnTo>
                  <a:lnTo>
                    <a:pt x="89750" y="68073"/>
                  </a:lnTo>
                  <a:lnTo>
                    <a:pt x="88413" y="68354"/>
                  </a:lnTo>
                  <a:lnTo>
                    <a:pt x="85314" y="70113"/>
                  </a:lnTo>
                  <a:lnTo>
                    <a:pt x="83125" y="71421"/>
                  </a:lnTo>
                  <a:lnTo>
                    <a:pt x="82003" y="72970"/>
                  </a:lnTo>
                  <a:lnTo>
                    <a:pt x="82037" y="68689"/>
                  </a:lnTo>
                  <a:lnTo>
                    <a:pt x="81637" y="67087"/>
                  </a:lnTo>
                  <a:lnTo>
                    <a:pt x="80996" y="65404"/>
                  </a:lnTo>
                  <a:lnTo>
                    <a:pt x="80515" y="63161"/>
                  </a:lnTo>
                  <a:lnTo>
                    <a:pt x="80548" y="60860"/>
                  </a:lnTo>
                  <a:lnTo>
                    <a:pt x="80152" y="60092"/>
                  </a:lnTo>
                  <a:lnTo>
                    <a:pt x="78577" y="57715"/>
                  </a:lnTo>
                  <a:lnTo>
                    <a:pt x="77882" y="57021"/>
                  </a:lnTo>
                  <a:lnTo>
                    <a:pt x="74705" y="55606"/>
                  </a:lnTo>
                  <a:lnTo>
                    <a:pt x="73290" y="55499"/>
                  </a:lnTo>
                  <a:lnTo>
                    <a:pt x="72653" y="55499"/>
                  </a:lnTo>
                  <a:lnTo>
                    <a:pt x="71768" y="55499"/>
                  </a:lnTo>
                  <a:lnTo>
                    <a:pt x="71100" y="55285"/>
                  </a:lnTo>
                  <a:lnTo>
                    <a:pt x="70940" y="54671"/>
                  </a:lnTo>
                  <a:lnTo>
                    <a:pt x="70886" y="53950"/>
                  </a:lnTo>
                  <a:lnTo>
                    <a:pt x="70860" y="52508"/>
                  </a:lnTo>
                  <a:lnTo>
                    <a:pt x="70566" y="51734"/>
                  </a:lnTo>
                  <a:lnTo>
                    <a:pt x="69525" y="51013"/>
                  </a:lnTo>
                  <a:lnTo>
                    <a:pt x="68804" y="50586"/>
                  </a:lnTo>
                  <a:lnTo>
                    <a:pt x="68216" y="49972"/>
                  </a:lnTo>
                  <a:lnTo>
                    <a:pt x="68029" y="49171"/>
                  </a:lnTo>
                  <a:lnTo>
                    <a:pt x="67647" y="47885"/>
                  </a:lnTo>
                  <a:lnTo>
                    <a:pt x="67095" y="46581"/>
                  </a:lnTo>
                  <a:lnTo>
                    <a:pt x="66828" y="45539"/>
                  </a:lnTo>
                  <a:lnTo>
                    <a:pt x="66828" y="44872"/>
                  </a:lnTo>
                  <a:lnTo>
                    <a:pt x="67308" y="44364"/>
                  </a:lnTo>
                  <a:lnTo>
                    <a:pt x="67875" y="44000"/>
                  </a:lnTo>
                  <a:lnTo>
                    <a:pt x="66013" y="39959"/>
                  </a:lnTo>
                  <a:lnTo>
                    <a:pt x="65897" y="39787"/>
                  </a:lnTo>
                  <a:lnTo>
                    <a:pt x="62945" y="41273"/>
                  </a:lnTo>
                  <a:lnTo>
                    <a:pt x="62434" y="41615"/>
                  </a:lnTo>
                  <a:lnTo>
                    <a:pt x="61065" y="42533"/>
                  </a:lnTo>
                  <a:lnTo>
                    <a:pt x="59729" y="43719"/>
                  </a:lnTo>
                  <a:lnTo>
                    <a:pt x="59622" y="44097"/>
                  </a:lnTo>
                  <a:lnTo>
                    <a:pt x="59497" y="44536"/>
                  </a:lnTo>
                  <a:lnTo>
                    <a:pt x="59349" y="45718"/>
                  </a:lnTo>
                  <a:lnTo>
                    <a:pt x="58967" y="46334"/>
                  </a:lnTo>
                  <a:lnTo>
                    <a:pt x="58692" y="46776"/>
                  </a:lnTo>
                  <a:lnTo>
                    <a:pt x="57875" y="47297"/>
                  </a:lnTo>
                  <a:lnTo>
                    <a:pt x="58084" y="48634"/>
                  </a:lnTo>
                  <a:lnTo>
                    <a:pt x="58288" y="49175"/>
                  </a:lnTo>
                  <a:lnTo>
                    <a:pt x="58493" y="49707"/>
                  </a:lnTo>
                  <a:lnTo>
                    <a:pt x="58853" y="50349"/>
                  </a:lnTo>
                  <a:lnTo>
                    <a:pt x="59267" y="50890"/>
                  </a:lnTo>
                  <a:lnTo>
                    <a:pt x="58235" y="50922"/>
                  </a:lnTo>
                  <a:lnTo>
                    <a:pt x="57365" y="50949"/>
                  </a:lnTo>
                  <a:lnTo>
                    <a:pt x="55253" y="51013"/>
                  </a:lnTo>
                  <a:lnTo>
                    <a:pt x="53631" y="51063"/>
                  </a:lnTo>
                  <a:lnTo>
                    <a:pt x="53121" y="51071"/>
                  </a:lnTo>
                  <a:lnTo>
                    <a:pt x="52297" y="51097"/>
                  </a:lnTo>
                  <a:lnTo>
                    <a:pt x="51512" y="51120"/>
                  </a:lnTo>
                  <a:lnTo>
                    <a:pt x="48253" y="51189"/>
                  </a:lnTo>
                  <a:lnTo>
                    <a:pt x="47795" y="51199"/>
                  </a:lnTo>
                  <a:lnTo>
                    <a:pt x="46839" y="51219"/>
                  </a:lnTo>
                  <a:lnTo>
                    <a:pt x="46840" y="50679"/>
                  </a:lnTo>
                  <a:lnTo>
                    <a:pt x="44879" y="50530"/>
                  </a:lnTo>
                  <a:lnTo>
                    <a:pt x="42825" y="50374"/>
                  </a:lnTo>
                  <a:lnTo>
                    <a:pt x="42844" y="48946"/>
                  </a:lnTo>
                  <a:lnTo>
                    <a:pt x="42941" y="48100"/>
                  </a:lnTo>
                  <a:lnTo>
                    <a:pt x="43038" y="47256"/>
                  </a:lnTo>
                  <a:lnTo>
                    <a:pt x="40844" y="46646"/>
                  </a:lnTo>
                  <a:lnTo>
                    <a:pt x="39615" y="47099"/>
                  </a:lnTo>
                  <a:lnTo>
                    <a:pt x="38571" y="47466"/>
                  </a:lnTo>
                  <a:lnTo>
                    <a:pt x="37609" y="47804"/>
                  </a:lnTo>
                  <a:lnTo>
                    <a:pt x="35070" y="48097"/>
                  </a:lnTo>
                  <a:lnTo>
                    <a:pt x="34057" y="48213"/>
                  </a:lnTo>
                  <a:lnTo>
                    <a:pt x="33733" y="48434"/>
                  </a:lnTo>
                  <a:lnTo>
                    <a:pt x="33562" y="48550"/>
                  </a:lnTo>
                  <a:lnTo>
                    <a:pt x="33271" y="48748"/>
                  </a:lnTo>
                  <a:lnTo>
                    <a:pt x="33143" y="48828"/>
                  </a:lnTo>
                  <a:lnTo>
                    <a:pt x="32309" y="46503"/>
                  </a:lnTo>
                  <a:lnTo>
                    <a:pt x="31944" y="45613"/>
                  </a:lnTo>
                  <a:lnTo>
                    <a:pt x="31694" y="45005"/>
                  </a:lnTo>
                  <a:lnTo>
                    <a:pt x="31626" y="44840"/>
                  </a:lnTo>
                  <a:lnTo>
                    <a:pt x="31881" y="44402"/>
                  </a:lnTo>
                  <a:lnTo>
                    <a:pt x="31700" y="42211"/>
                  </a:lnTo>
                  <a:lnTo>
                    <a:pt x="31546" y="40348"/>
                  </a:lnTo>
                  <a:lnTo>
                    <a:pt x="29859" y="40122"/>
                  </a:lnTo>
                  <a:lnTo>
                    <a:pt x="28880" y="39991"/>
                  </a:lnTo>
                  <a:lnTo>
                    <a:pt x="27263" y="39774"/>
                  </a:lnTo>
                  <a:lnTo>
                    <a:pt x="26964" y="39734"/>
                  </a:lnTo>
                  <a:lnTo>
                    <a:pt x="24819" y="41682"/>
                  </a:lnTo>
                  <a:lnTo>
                    <a:pt x="24377" y="42075"/>
                  </a:lnTo>
                  <a:lnTo>
                    <a:pt x="24190" y="42241"/>
                  </a:lnTo>
                  <a:lnTo>
                    <a:pt x="23809" y="41510"/>
                  </a:lnTo>
                  <a:lnTo>
                    <a:pt x="22705" y="39784"/>
                  </a:lnTo>
                  <a:lnTo>
                    <a:pt x="22486" y="39629"/>
                  </a:lnTo>
                  <a:lnTo>
                    <a:pt x="21775" y="39124"/>
                  </a:lnTo>
                  <a:lnTo>
                    <a:pt x="21494" y="38924"/>
                  </a:lnTo>
                  <a:lnTo>
                    <a:pt x="21157" y="38705"/>
                  </a:lnTo>
                  <a:lnTo>
                    <a:pt x="19177" y="37490"/>
                  </a:lnTo>
                  <a:lnTo>
                    <a:pt x="18706" y="37202"/>
                  </a:lnTo>
                  <a:lnTo>
                    <a:pt x="18311" y="36959"/>
                  </a:lnTo>
                  <a:lnTo>
                    <a:pt x="15666" y="35266"/>
                  </a:lnTo>
                  <a:lnTo>
                    <a:pt x="15500" y="35159"/>
                  </a:lnTo>
                  <a:lnTo>
                    <a:pt x="15309" y="35037"/>
                  </a:lnTo>
                  <a:lnTo>
                    <a:pt x="15084" y="34893"/>
                  </a:lnTo>
                  <a:lnTo>
                    <a:pt x="12460" y="33120"/>
                  </a:lnTo>
                  <a:lnTo>
                    <a:pt x="9436" y="31077"/>
                  </a:lnTo>
                  <a:lnTo>
                    <a:pt x="6287" y="28950"/>
                  </a:lnTo>
                  <a:lnTo>
                    <a:pt x="4296" y="27550"/>
                  </a:lnTo>
                  <a:lnTo>
                    <a:pt x="4226" y="27080"/>
                  </a:lnTo>
                  <a:lnTo>
                    <a:pt x="3950" y="25210"/>
                  </a:lnTo>
                  <a:lnTo>
                    <a:pt x="3463" y="21911"/>
                  </a:lnTo>
                  <a:lnTo>
                    <a:pt x="3152" y="19138"/>
                  </a:lnTo>
                  <a:lnTo>
                    <a:pt x="2811" y="18896"/>
                  </a:lnTo>
                  <a:lnTo>
                    <a:pt x="518" y="17266"/>
                  </a:lnTo>
                  <a:lnTo>
                    <a:pt x="0" y="16897"/>
                  </a:lnTo>
                  <a:lnTo>
                    <a:pt x="668" y="15965"/>
                  </a:lnTo>
                  <a:lnTo>
                    <a:pt x="2074" y="14004"/>
                  </a:lnTo>
                  <a:lnTo>
                    <a:pt x="2457" y="13022"/>
                  </a:lnTo>
                  <a:lnTo>
                    <a:pt x="2713" y="12367"/>
                  </a:lnTo>
                  <a:lnTo>
                    <a:pt x="2811" y="12114"/>
                  </a:lnTo>
                  <a:lnTo>
                    <a:pt x="3116" y="11457"/>
                  </a:lnTo>
                  <a:lnTo>
                    <a:pt x="3350" y="11000"/>
                  </a:lnTo>
                  <a:lnTo>
                    <a:pt x="4005" y="9725"/>
                  </a:lnTo>
                  <a:lnTo>
                    <a:pt x="4377" y="9040"/>
                  </a:lnTo>
                  <a:lnTo>
                    <a:pt x="5319" y="7305"/>
                  </a:lnTo>
                  <a:lnTo>
                    <a:pt x="5813" y="6539"/>
                  </a:lnTo>
                  <a:lnTo>
                    <a:pt x="6558" y="5384"/>
                  </a:lnTo>
                  <a:lnTo>
                    <a:pt x="6745" y="5094"/>
                  </a:lnTo>
                  <a:lnTo>
                    <a:pt x="8575" y="2985"/>
                  </a:lnTo>
                  <a:lnTo>
                    <a:pt x="8753" y="2780"/>
                  </a:lnTo>
                  <a:lnTo>
                    <a:pt x="9177" y="2291"/>
                  </a:lnTo>
                  <a:lnTo>
                    <a:pt x="9492" y="1838"/>
                  </a:lnTo>
                  <a:lnTo>
                    <a:pt x="9724" y="1503"/>
                  </a:lnTo>
                  <a:lnTo>
                    <a:pt x="9933" y="1202"/>
                  </a:lnTo>
                  <a:lnTo>
                    <a:pt x="10199" y="818"/>
                  </a:lnTo>
                  <a:lnTo>
                    <a:pt x="11369" y="665"/>
                  </a:lnTo>
                  <a:lnTo>
                    <a:pt x="12991" y="452"/>
                  </a:lnTo>
                  <a:lnTo>
                    <a:pt x="15862" y="76"/>
                  </a:lnTo>
                  <a:lnTo>
                    <a:pt x="16141" y="47"/>
                  </a:lnTo>
                  <a:lnTo>
                    <a:pt x="16601" y="0"/>
                  </a:lnTo>
                  <a:lnTo>
                    <a:pt x="17249" y="2956"/>
                  </a:lnTo>
                  <a:lnTo>
                    <a:pt x="17582" y="44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862393" y="2596544"/>
              <a:ext cx="80320" cy="68647"/>
            </a:xfrm>
            <a:custGeom>
              <a:avLst/>
              <a:pathLst>
                <a:path w="80320" h="68647">
                  <a:moveTo>
                    <a:pt x="63729" y="66654"/>
                  </a:moveTo>
                  <a:lnTo>
                    <a:pt x="62342" y="68647"/>
                  </a:lnTo>
                  <a:lnTo>
                    <a:pt x="61885" y="68338"/>
                  </a:lnTo>
                  <a:lnTo>
                    <a:pt x="60577" y="67456"/>
                  </a:lnTo>
                  <a:lnTo>
                    <a:pt x="55721" y="64179"/>
                  </a:lnTo>
                  <a:lnTo>
                    <a:pt x="54507" y="63361"/>
                  </a:lnTo>
                  <a:lnTo>
                    <a:pt x="47839" y="58862"/>
                  </a:lnTo>
                  <a:lnTo>
                    <a:pt x="46428" y="57908"/>
                  </a:lnTo>
                  <a:lnTo>
                    <a:pt x="46202" y="57751"/>
                  </a:lnTo>
                  <a:lnTo>
                    <a:pt x="44963" y="56894"/>
                  </a:lnTo>
                  <a:lnTo>
                    <a:pt x="42884" y="55455"/>
                  </a:lnTo>
                  <a:lnTo>
                    <a:pt x="36877" y="51297"/>
                  </a:lnTo>
                  <a:lnTo>
                    <a:pt x="36675" y="51163"/>
                  </a:lnTo>
                  <a:lnTo>
                    <a:pt x="35388" y="50307"/>
                  </a:lnTo>
                  <a:lnTo>
                    <a:pt x="35249" y="50214"/>
                  </a:lnTo>
                  <a:lnTo>
                    <a:pt x="35054" y="50084"/>
                  </a:lnTo>
                  <a:lnTo>
                    <a:pt x="34909" y="49987"/>
                  </a:lnTo>
                  <a:lnTo>
                    <a:pt x="34732" y="49870"/>
                  </a:lnTo>
                  <a:lnTo>
                    <a:pt x="31650" y="47819"/>
                  </a:lnTo>
                  <a:lnTo>
                    <a:pt x="26316" y="44270"/>
                  </a:lnTo>
                  <a:lnTo>
                    <a:pt x="25888" y="43985"/>
                  </a:lnTo>
                  <a:lnTo>
                    <a:pt x="17414" y="38346"/>
                  </a:lnTo>
                  <a:lnTo>
                    <a:pt x="17064" y="38113"/>
                  </a:lnTo>
                  <a:lnTo>
                    <a:pt x="15938" y="37364"/>
                  </a:lnTo>
                  <a:lnTo>
                    <a:pt x="15643" y="37168"/>
                  </a:lnTo>
                  <a:lnTo>
                    <a:pt x="13424" y="35691"/>
                  </a:lnTo>
                  <a:lnTo>
                    <a:pt x="7123" y="31498"/>
                  </a:lnTo>
                  <a:lnTo>
                    <a:pt x="6911" y="31357"/>
                  </a:lnTo>
                  <a:lnTo>
                    <a:pt x="3467" y="29066"/>
                  </a:lnTo>
                  <a:lnTo>
                    <a:pt x="2401" y="28356"/>
                  </a:lnTo>
                  <a:lnTo>
                    <a:pt x="0" y="26721"/>
                  </a:lnTo>
                  <a:lnTo>
                    <a:pt x="630" y="25792"/>
                  </a:lnTo>
                  <a:lnTo>
                    <a:pt x="2109" y="23611"/>
                  </a:lnTo>
                  <a:lnTo>
                    <a:pt x="7112" y="16237"/>
                  </a:lnTo>
                  <a:lnTo>
                    <a:pt x="9671" y="12466"/>
                  </a:lnTo>
                  <a:lnTo>
                    <a:pt x="10752" y="10872"/>
                  </a:lnTo>
                  <a:lnTo>
                    <a:pt x="11543" y="9707"/>
                  </a:lnTo>
                  <a:lnTo>
                    <a:pt x="13813" y="6360"/>
                  </a:lnTo>
                  <a:lnTo>
                    <a:pt x="17923" y="301"/>
                  </a:lnTo>
                  <a:lnTo>
                    <a:pt x="18385" y="0"/>
                  </a:lnTo>
                  <a:lnTo>
                    <a:pt x="24229" y="3912"/>
                  </a:lnTo>
                  <a:lnTo>
                    <a:pt x="34423" y="10736"/>
                  </a:lnTo>
                  <a:lnTo>
                    <a:pt x="34932" y="11077"/>
                  </a:lnTo>
                  <a:lnTo>
                    <a:pt x="35589" y="11517"/>
                  </a:lnTo>
                  <a:lnTo>
                    <a:pt x="44434" y="17438"/>
                  </a:lnTo>
                  <a:lnTo>
                    <a:pt x="44745" y="17646"/>
                  </a:lnTo>
                  <a:lnTo>
                    <a:pt x="46950" y="19122"/>
                  </a:lnTo>
                  <a:lnTo>
                    <a:pt x="53482" y="23494"/>
                  </a:lnTo>
                  <a:lnTo>
                    <a:pt x="55158" y="24617"/>
                  </a:lnTo>
                  <a:lnTo>
                    <a:pt x="57189" y="25976"/>
                  </a:lnTo>
                  <a:lnTo>
                    <a:pt x="60564" y="28236"/>
                  </a:lnTo>
                  <a:lnTo>
                    <a:pt x="65040" y="31232"/>
                  </a:lnTo>
                  <a:lnTo>
                    <a:pt x="69049" y="33916"/>
                  </a:lnTo>
                  <a:lnTo>
                    <a:pt x="72923" y="36509"/>
                  </a:lnTo>
                  <a:lnTo>
                    <a:pt x="74399" y="37497"/>
                  </a:lnTo>
                  <a:lnTo>
                    <a:pt x="80320" y="41461"/>
                  </a:lnTo>
                  <a:lnTo>
                    <a:pt x="79896" y="41949"/>
                  </a:lnTo>
                  <a:lnTo>
                    <a:pt x="79718" y="42154"/>
                  </a:lnTo>
                  <a:lnTo>
                    <a:pt x="77888" y="44264"/>
                  </a:lnTo>
                  <a:lnTo>
                    <a:pt x="77624" y="44673"/>
                  </a:lnTo>
                  <a:lnTo>
                    <a:pt x="76956" y="45708"/>
                  </a:lnTo>
                  <a:lnTo>
                    <a:pt x="76462" y="46475"/>
                  </a:lnTo>
                  <a:lnTo>
                    <a:pt x="75520" y="48209"/>
                  </a:lnTo>
                  <a:lnTo>
                    <a:pt x="75148" y="48894"/>
                  </a:lnTo>
                  <a:lnTo>
                    <a:pt x="74493" y="50170"/>
                  </a:lnTo>
                  <a:lnTo>
                    <a:pt x="74259" y="50626"/>
                  </a:lnTo>
                  <a:lnTo>
                    <a:pt x="73955" y="51283"/>
                  </a:lnTo>
                  <a:lnTo>
                    <a:pt x="73856" y="51537"/>
                  </a:lnTo>
                  <a:lnTo>
                    <a:pt x="73600" y="52192"/>
                  </a:lnTo>
                  <a:lnTo>
                    <a:pt x="73218" y="53174"/>
                  </a:lnTo>
                  <a:lnTo>
                    <a:pt x="71811" y="55134"/>
                  </a:lnTo>
                  <a:lnTo>
                    <a:pt x="71143" y="56066"/>
                  </a:lnTo>
                  <a:lnTo>
                    <a:pt x="69559" y="58274"/>
                  </a:lnTo>
                  <a:lnTo>
                    <a:pt x="67345" y="61457"/>
                  </a:lnTo>
                  <a:lnTo>
                    <a:pt x="65101" y="646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789523" y="2593038"/>
              <a:ext cx="72773" cy="76659"/>
            </a:xfrm>
            <a:custGeom>
              <a:avLst/>
              <a:pathLst>
                <a:path w="72773" h="76659">
                  <a:moveTo>
                    <a:pt x="40813" y="76272"/>
                  </a:moveTo>
                  <a:lnTo>
                    <a:pt x="40543" y="76659"/>
                  </a:lnTo>
                  <a:lnTo>
                    <a:pt x="36747" y="74129"/>
                  </a:lnTo>
                  <a:lnTo>
                    <a:pt x="36060" y="73671"/>
                  </a:lnTo>
                  <a:lnTo>
                    <a:pt x="33557" y="71989"/>
                  </a:lnTo>
                  <a:lnTo>
                    <a:pt x="32862" y="71522"/>
                  </a:lnTo>
                  <a:lnTo>
                    <a:pt x="21421" y="63889"/>
                  </a:lnTo>
                  <a:lnTo>
                    <a:pt x="21524" y="63735"/>
                  </a:lnTo>
                  <a:lnTo>
                    <a:pt x="21671" y="63517"/>
                  </a:lnTo>
                  <a:lnTo>
                    <a:pt x="24025" y="60019"/>
                  </a:lnTo>
                  <a:lnTo>
                    <a:pt x="23646" y="59767"/>
                  </a:lnTo>
                  <a:lnTo>
                    <a:pt x="23064" y="59380"/>
                  </a:lnTo>
                  <a:lnTo>
                    <a:pt x="22792" y="59199"/>
                  </a:lnTo>
                  <a:lnTo>
                    <a:pt x="22080" y="58722"/>
                  </a:lnTo>
                  <a:lnTo>
                    <a:pt x="17404" y="55586"/>
                  </a:lnTo>
                  <a:lnTo>
                    <a:pt x="11104" y="51361"/>
                  </a:lnTo>
                  <a:lnTo>
                    <a:pt x="10916" y="51234"/>
                  </a:lnTo>
                  <a:lnTo>
                    <a:pt x="0" y="43913"/>
                  </a:lnTo>
                  <a:lnTo>
                    <a:pt x="4634" y="36843"/>
                  </a:lnTo>
                  <a:lnTo>
                    <a:pt x="5454" y="35592"/>
                  </a:lnTo>
                  <a:lnTo>
                    <a:pt x="6356" y="34227"/>
                  </a:lnTo>
                  <a:lnTo>
                    <a:pt x="6540" y="33977"/>
                  </a:lnTo>
                  <a:lnTo>
                    <a:pt x="6721" y="33730"/>
                  </a:lnTo>
                  <a:lnTo>
                    <a:pt x="8578" y="31198"/>
                  </a:lnTo>
                  <a:lnTo>
                    <a:pt x="8955" y="30661"/>
                  </a:lnTo>
                  <a:lnTo>
                    <a:pt x="9435" y="30044"/>
                  </a:lnTo>
                  <a:lnTo>
                    <a:pt x="9919" y="29593"/>
                  </a:lnTo>
                  <a:lnTo>
                    <a:pt x="10125" y="29313"/>
                  </a:lnTo>
                  <a:lnTo>
                    <a:pt x="10322" y="29045"/>
                  </a:lnTo>
                  <a:lnTo>
                    <a:pt x="10489" y="28945"/>
                  </a:lnTo>
                  <a:lnTo>
                    <a:pt x="11915" y="28319"/>
                  </a:lnTo>
                  <a:lnTo>
                    <a:pt x="12349" y="27915"/>
                  </a:lnTo>
                  <a:lnTo>
                    <a:pt x="12700" y="27592"/>
                  </a:lnTo>
                  <a:lnTo>
                    <a:pt x="12892" y="27441"/>
                  </a:lnTo>
                  <a:lnTo>
                    <a:pt x="13153" y="27123"/>
                  </a:lnTo>
                  <a:lnTo>
                    <a:pt x="13319" y="26920"/>
                  </a:lnTo>
                  <a:lnTo>
                    <a:pt x="13762" y="26297"/>
                  </a:lnTo>
                  <a:lnTo>
                    <a:pt x="14400" y="25398"/>
                  </a:lnTo>
                  <a:lnTo>
                    <a:pt x="15314" y="23853"/>
                  </a:lnTo>
                  <a:lnTo>
                    <a:pt x="16328" y="22369"/>
                  </a:lnTo>
                  <a:lnTo>
                    <a:pt x="16443" y="22188"/>
                  </a:lnTo>
                  <a:lnTo>
                    <a:pt x="16863" y="21523"/>
                  </a:lnTo>
                  <a:lnTo>
                    <a:pt x="17322" y="20799"/>
                  </a:lnTo>
                  <a:lnTo>
                    <a:pt x="17514" y="20530"/>
                  </a:lnTo>
                  <a:lnTo>
                    <a:pt x="18602" y="19008"/>
                  </a:lnTo>
                  <a:lnTo>
                    <a:pt x="15164" y="16594"/>
                  </a:lnTo>
                  <a:lnTo>
                    <a:pt x="17595" y="13366"/>
                  </a:lnTo>
                  <a:lnTo>
                    <a:pt x="17931" y="13310"/>
                  </a:lnTo>
                  <a:lnTo>
                    <a:pt x="18089" y="13283"/>
                  </a:lnTo>
                  <a:lnTo>
                    <a:pt x="20148" y="10344"/>
                  </a:lnTo>
                  <a:lnTo>
                    <a:pt x="20308" y="10117"/>
                  </a:lnTo>
                  <a:lnTo>
                    <a:pt x="22369" y="7175"/>
                  </a:lnTo>
                  <a:lnTo>
                    <a:pt x="24615" y="3968"/>
                  </a:lnTo>
                  <a:lnTo>
                    <a:pt x="26489" y="1292"/>
                  </a:lnTo>
                  <a:lnTo>
                    <a:pt x="27395" y="0"/>
                  </a:lnTo>
                  <a:lnTo>
                    <a:pt x="28199" y="536"/>
                  </a:lnTo>
                  <a:lnTo>
                    <a:pt x="30691" y="2198"/>
                  </a:lnTo>
                  <a:lnTo>
                    <a:pt x="31805" y="2941"/>
                  </a:lnTo>
                  <a:lnTo>
                    <a:pt x="33815" y="4281"/>
                  </a:lnTo>
                  <a:lnTo>
                    <a:pt x="37017" y="6417"/>
                  </a:lnTo>
                  <a:lnTo>
                    <a:pt x="40240" y="8566"/>
                  </a:lnTo>
                  <a:lnTo>
                    <a:pt x="40395" y="8669"/>
                  </a:lnTo>
                  <a:lnTo>
                    <a:pt x="52315" y="16618"/>
                  </a:lnTo>
                  <a:lnTo>
                    <a:pt x="53036" y="17099"/>
                  </a:lnTo>
                  <a:lnTo>
                    <a:pt x="53497" y="17407"/>
                  </a:lnTo>
                  <a:lnTo>
                    <a:pt x="53985" y="17732"/>
                  </a:lnTo>
                  <a:lnTo>
                    <a:pt x="65588" y="25470"/>
                  </a:lnTo>
                  <a:lnTo>
                    <a:pt x="65867" y="25656"/>
                  </a:lnTo>
                  <a:lnTo>
                    <a:pt x="69979" y="28362"/>
                  </a:lnTo>
                  <a:lnTo>
                    <a:pt x="72773" y="30366"/>
                  </a:lnTo>
                  <a:lnTo>
                    <a:pt x="72173" y="31230"/>
                  </a:lnTo>
                  <a:lnTo>
                    <a:pt x="71730" y="31867"/>
                  </a:lnTo>
                  <a:lnTo>
                    <a:pt x="64633" y="42069"/>
                  </a:lnTo>
                  <a:lnTo>
                    <a:pt x="64335" y="42498"/>
                  </a:lnTo>
                  <a:lnTo>
                    <a:pt x="63434" y="43792"/>
                  </a:lnTo>
                  <a:lnTo>
                    <a:pt x="63289" y="44001"/>
                  </a:lnTo>
                  <a:lnTo>
                    <a:pt x="63196" y="44135"/>
                  </a:lnTo>
                  <a:lnTo>
                    <a:pt x="60582" y="47892"/>
                  </a:lnTo>
                  <a:lnTo>
                    <a:pt x="58158" y="51377"/>
                  </a:lnTo>
                  <a:lnTo>
                    <a:pt x="56524" y="53727"/>
                  </a:lnTo>
                  <a:lnTo>
                    <a:pt x="56318" y="54023"/>
                  </a:lnTo>
                  <a:lnTo>
                    <a:pt x="49049" y="64473"/>
                  </a:lnTo>
                  <a:lnTo>
                    <a:pt x="48499" y="65264"/>
                  </a:lnTo>
                  <a:lnTo>
                    <a:pt x="48337" y="654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746527" y="2567463"/>
              <a:ext cx="70377" cy="72538"/>
            </a:xfrm>
            <a:custGeom>
              <a:avLst/>
              <a:pathLst>
                <a:path w="70377" h="72538">
                  <a:moveTo>
                    <a:pt x="47630" y="62418"/>
                  </a:moveTo>
                  <a:lnTo>
                    <a:pt x="42996" y="69487"/>
                  </a:lnTo>
                  <a:lnTo>
                    <a:pt x="42848" y="69412"/>
                  </a:lnTo>
                  <a:lnTo>
                    <a:pt x="42342" y="69154"/>
                  </a:lnTo>
                  <a:lnTo>
                    <a:pt x="42183" y="69053"/>
                  </a:lnTo>
                  <a:lnTo>
                    <a:pt x="41658" y="68720"/>
                  </a:lnTo>
                  <a:lnTo>
                    <a:pt x="41193" y="68369"/>
                  </a:lnTo>
                  <a:lnTo>
                    <a:pt x="40846" y="68917"/>
                  </a:lnTo>
                  <a:lnTo>
                    <a:pt x="39346" y="71289"/>
                  </a:lnTo>
                  <a:lnTo>
                    <a:pt x="38556" y="72538"/>
                  </a:lnTo>
                  <a:lnTo>
                    <a:pt x="38110" y="72281"/>
                  </a:lnTo>
                  <a:lnTo>
                    <a:pt x="37820" y="72107"/>
                  </a:lnTo>
                  <a:lnTo>
                    <a:pt x="36989" y="71552"/>
                  </a:lnTo>
                  <a:lnTo>
                    <a:pt x="32649" y="68656"/>
                  </a:lnTo>
                  <a:lnTo>
                    <a:pt x="30415" y="67165"/>
                  </a:lnTo>
                  <a:lnTo>
                    <a:pt x="29570" y="66601"/>
                  </a:lnTo>
                  <a:lnTo>
                    <a:pt x="26215" y="64363"/>
                  </a:lnTo>
                  <a:lnTo>
                    <a:pt x="25852" y="64121"/>
                  </a:lnTo>
                  <a:lnTo>
                    <a:pt x="25451" y="63850"/>
                  </a:lnTo>
                  <a:lnTo>
                    <a:pt x="23496" y="62532"/>
                  </a:lnTo>
                  <a:lnTo>
                    <a:pt x="23326" y="62418"/>
                  </a:lnTo>
                  <a:lnTo>
                    <a:pt x="18415" y="59107"/>
                  </a:lnTo>
                  <a:lnTo>
                    <a:pt x="17839" y="58719"/>
                  </a:lnTo>
                  <a:lnTo>
                    <a:pt x="14585" y="56525"/>
                  </a:lnTo>
                  <a:lnTo>
                    <a:pt x="14262" y="56307"/>
                  </a:lnTo>
                  <a:lnTo>
                    <a:pt x="13974" y="56139"/>
                  </a:lnTo>
                  <a:lnTo>
                    <a:pt x="13722" y="55992"/>
                  </a:lnTo>
                  <a:lnTo>
                    <a:pt x="13551" y="55893"/>
                  </a:lnTo>
                  <a:lnTo>
                    <a:pt x="13169" y="55670"/>
                  </a:lnTo>
                  <a:lnTo>
                    <a:pt x="11857" y="54798"/>
                  </a:lnTo>
                  <a:lnTo>
                    <a:pt x="11471" y="54542"/>
                  </a:lnTo>
                  <a:lnTo>
                    <a:pt x="10987" y="54220"/>
                  </a:lnTo>
                  <a:lnTo>
                    <a:pt x="9752" y="53400"/>
                  </a:lnTo>
                  <a:lnTo>
                    <a:pt x="6227" y="51060"/>
                  </a:lnTo>
                  <a:lnTo>
                    <a:pt x="3364" y="49158"/>
                  </a:lnTo>
                  <a:lnTo>
                    <a:pt x="806" y="47459"/>
                  </a:lnTo>
                  <a:lnTo>
                    <a:pt x="0" y="46810"/>
                  </a:lnTo>
                  <a:lnTo>
                    <a:pt x="366" y="46283"/>
                  </a:lnTo>
                  <a:lnTo>
                    <a:pt x="1256" y="45006"/>
                  </a:lnTo>
                  <a:lnTo>
                    <a:pt x="2056" y="43856"/>
                  </a:lnTo>
                  <a:lnTo>
                    <a:pt x="2848" y="42720"/>
                  </a:lnTo>
                  <a:lnTo>
                    <a:pt x="3162" y="42282"/>
                  </a:lnTo>
                  <a:lnTo>
                    <a:pt x="4141" y="40920"/>
                  </a:lnTo>
                  <a:lnTo>
                    <a:pt x="4455" y="40485"/>
                  </a:lnTo>
                  <a:lnTo>
                    <a:pt x="5183" y="39472"/>
                  </a:lnTo>
                  <a:lnTo>
                    <a:pt x="5973" y="38372"/>
                  </a:lnTo>
                  <a:lnTo>
                    <a:pt x="7489" y="36265"/>
                  </a:lnTo>
                  <a:lnTo>
                    <a:pt x="7742" y="35884"/>
                  </a:lnTo>
                  <a:lnTo>
                    <a:pt x="8717" y="34418"/>
                  </a:lnTo>
                  <a:lnTo>
                    <a:pt x="9482" y="33271"/>
                  </a:lnTo>
                  <a:lnTo>
                    <a:pt x="9589" y="33110"/>
                  </a:lnTo>
                  <a:lnTo>
                    <a:pt x="9931" y="32608"/>
                  </a:lnTo>
                  <a:lnTo>
                    <a:pt x="10170" y="32258"/>
                  </a:lnTo>
                  <a:lnTo>
                    <a:pt x="11909" y="29715"/>
                  </a:lnTo>
                  <a:lnTo>
                    <a:pt x="14031" y="26609"/>
                  </a:lnTo>
                  <a:lnTo>
                    <a:pt x="15573" y="24432"/>
                  </a:lnTo>
                  <a:lnTo>
                    <a:pt x="15735" y="24204"/>
                  </a:lnTo>
                  <a:lnTo>
                    <a:pt x="15971" y="23871"/>
                  </a:lnTo>
                  <a:lnTo>
                    <a:pt x="16164" y="23598"/>
                  </a:lnTo>
                  <a:lnTo>
                    <a:pt x="16360" y="23316"/>
                  </a:lnTo>
                  <a:lnTo>
                    <a:pt x="16863" y="22566"/>
                  </a:lnTo>
                  <a:lnTo>
                    <a:pt x="17150" y="22137"/>
                  </a:lnTo>
                  <a:lnTo>
                    <a:pt x="17634" y="21415"/>
                  </a:lnTo>
                  <a:lnTo>
                    <a:pt x="18238" y="20512"/>
                  </a:lnTo>
                  <a:lnTo>
                    <a:pt x="18468" y="20169"/>
                  </a:lnTo>
                  <a:lnTo>
                    <a:pt x="18737" y="19784"/>
                  </a:lnTo>
                  <a:lnTo>
                    <a:pt x="19317" y="18951"/>
                  </a:lnTo>
                  <a:lnTo>
                    <a:pt x="19931" y="18069"/>
                  </a:lnTo>
                  <a:lnTo>
                    <a:pt x="20493" y="17263"/>
                  </a:lnTo>
                  <a:lnTo>
                    <a:pt x="20779" y="16852"/>
                  </a:lnTo>
                  <a:lnTo>
                    <a:pt x="24425" y="11273"/>
                  </a:lnTo>
                  <a:lnTo>
                    <a:pt x="24696" y="10859"/>
                  </a:lnTo>
                  <a:lnTo>
                    <a:pt x="25117" y="10214"/>
                  </a:lnTo>
                  <a:lnTo>
                    <a:pt x="25607" y="9465"/>
                  </a:lnTo>
                  <a:lnTo>
                    <a:pt x="25805" y="9162"/>
                  </a:lnTo>
                  <a:lnTo>
                    <a:pt x="25930" y="8970"/>
                  </a:lnTo>
                  <a:lnTo>
                    <a:pt x="26043" y="8813"/>
                  </a:lnTo>
                  <a:lnTo>
                    <a:pt x="26144" y="8671"/>
                  </a:lnTo>
                  <a:lnTo>
                    <a:pt x="27212" y="7175"/>
                  </a:lnTo>
                  <a:lnTo>
                    <a:pt x="28028" y="6032"/>
                  </a:lnTo>
                  <a:lnTo>
                    <a:pt x="28827" y="4913"/>
                  </a:lnTo>
                  <a:lnTo>
                    <a:pt x="29303" y="4246"/>
                  </a:lnTo>
                  <a:lnTo>
                    <a:pt x="30028" y="3231"/>
                  </a:lnTo>
                  <a:lnTo>
                    <a:pt x="31192" y="1601"/>
                  </a:lnTo>
                  <a:lnTo>
                    <a:pt x="31470" y="1211"/>
                  </a:lnTo>
                  <a:lnTo>
                    <a:pt x="32226" y="153"/>
                  </a:lnTo>
                  <a:lnTo>
                    <a:pt x="32335" y="0"/>
                  </a:lnTo>
                  <a:lnTo>
                    <a:pt x="33702" y="894"/>
                  </a:lnTo>
                  <a:lnTo>
                    <a:pt x="33866" y="1001"/>
                  </a:lnTo>
                  <a:lnTo>
                    <a:pt x="35810" y="2274"/>
                  </a:lnTo>
                  <a:lnTo>
                    <a:pt x="37220" y="3196"/>
                  </a:lnTo>
                  <a:lnTo>
                    <a:pt x="38598" y="4099"/>
                  </a:lnTo>
                  <a:lnTo>
                    <a:pt x="43943" y="7597"/>
                  </a:lnTo>
                  <a:lnTo>
                    <a:pt x="44532" y="7984"/>
                  </a:lnTo>
                  <a:lnTo>
                    <a:pt x="44855" y="8202"/>
                  </a:lnTo>
                  <a:lnTo>
                    <a:pt x="45297" y="8499"/>
                  </a:lnTo>
                  <a:lnTo>
                    <a:pt x="45927" y="8924"/>
                  </a:lnTo>
                  <a:lnTo>
                    <a:pt x="46271" y="9156"/>
                  </a:lnTo>
                  <a:lnTo>
                    <a:pt x="46850" y="9546"/>
                  </a:lnTo>
                  <a:lnTo>
                    <a:pt x="53726" y="14179"/>
                  </a:lnTo>
                  <a:lnTo>
                    <a:pt x="55089" y="15097"/>
                  </a:lnTo>
                  <a:lnTo>
                    <a:pt x="58154" y="17162"/>
                  </a:lnTo>
                  <a:lnTo>
                    <a:pt x="58507" y="17400"/>
                  </a:lnTo>
                  <a:lnTo>
                    <a:pt x="58668" y="17511"/>
                  </a:lnTo>
                  <a:lnTo>
                    <a:pt x="58893" y="17666"/>
                  </a:lnTo>
                  <a:lnTo>
                    <a:pt x="59627" y="18173"/>
                  </a:lnTo>
                  <a:lnTo>
                    <a:pt x="61905" y="19746"/>
                  </a:lnTo>
                  <a:lnTo>
                    <a:pt x="62733" y="20318"/>
                  </a:lnTo>
                  <a:lnTo>
                    <a:pt x="65567" y="22274"/>
                  </a:lnTo>
                  <a:lnTo>
                    <a:pt x="66396" y="22846"/>
                  </a:lnTo>
                  <a:lnTo>
                    <a:pt x="67486" y="23599"/>
                  </a:lnTo>
                  <a:lnTo>
                    <a:pt x="68527" y="24317"/>
                  </a:lnTo>
                  <a:lnTo>
                    <a:pt x="70000" y="25334"/>
                  </a:lnTo>
                  <a:lnTo>
                    <a:pt x="70240" y="25500"/>
                  </a:lnTo>
                  <a:lnTo>
                    <a:pt x="70377" y="25595"/>
                  </a:lnTo>
                  <a:lnTo>
                    <a:pt x="69486" y="26866"/>
                  </a:lnTo>
                  <a:lnTo>
                    <a:pt x="67611" y="29542"/>
                  </a:lnTo>
                  <a:lnTo>
                    <a:pt x="65365" y="32749"/>
                  </a:lnTo>
                  <a:lnTo>
                    <a:pt x="63304" y="35691"/>
                  </a:lnTo>
                  <a:lnTo>
                    <a:pt x="63062" y="36036"/>
                  </a:lnTo>
                  <a:lnTo>
                    <a:pt x="61086" y="38857"/>
                  </a:lnTo>
                  <a:lnTo>
                    <a:pt x="60927" y="38884"/>
                  </a:lnTo>
                  <a:lnTo>
                    <a:pt x="60545" y="39003"/>
                  </a:lnTo>
                  <a:lnTo>
                    <a:pt x="58129" y="42210"/>
                  </a:lnTo>
                  <a:lnTo>
                    <a:pt x="61599" y="44582"/>
                  </a:lnTo>
                  <a:lnTo>
                    <a:pt x="60510" y="46104"/>
                  </a:lnTo>
                  <a:lnTo>
                    <a:pt x="60318" y="46373"/>
                  </a:lnTo>
                  <a:lnTo>
                    <a:pt x="59860" y="47097"/>
                  </a:lnTo>
                  <a:lnTo>
                    <a:pt x="59439" y="47762"/>
                  </a:lnTo>
                  <a:lnTo>
                    <a:pt x="59325" y="47943"/>
                  </a:lnTo>
                  <a:lnTo>
                    <a:pt x="58287" y="49466"/>
                  </a:lnTo>
                  <a:lnTo>
                    <a:pt x="57314" y="51089"/>
                  </a:lnTo>
                  <a:lnTo>
                    <a:pt x="56758" y="51871"/>
                  </a:lnTo>
                  <a:lnTo>
                    <a:pt x="56315" y="52494"/>
                  </a:lnTo>
                  <a:lnTo>
                    <a:pt x="56149" y="52697"/>
                  </a:lnTo>
                  <a:lnTo>
                    <a:pt x="55888" y="53015"/>
                  </a:lnTo>
                  <a:lnTo>
                    <a:pt x="55672" y="53185"/>
                  </a:lnTo>
                  <a:lnTo>
                    <a:pt x="55294" y="53537"/>
                  </a:lnTo>
                  <a:lnTo>
                    <a:pt x="54911" y="53893"/>
                  </a:lnTo>
                  <a:lnTo>
                    <a:pt x="53483" y="54520"/>
                  </a:lnTo>
                  <a:lnTo>
                    <a:pt x="53319" y="54619"/>
                  </a:lnTo>
                  <a:lnTo>
                    <a:pt x="53122" y="54887"/>
                  </a:lnTo>
                  <a:lnTo>
                    <a:pt x="52916" y="55167"/>
                  </a:lnTo>
                  <a:lnTo>
                    <a:pt x="52432" y="55618"/>
                  </a:lnTo>
                  <a:lnTo>
                    <a:pt x="51855" y="56419"/>
                  </a:lnTo>
                  <a:lnTo>
                    <a:pt x="51575" y="56772"/>
                  </a:lnTo>
                  <a:lnTo>
                    <a:pt x="49718" y="59304"/>
                  </a:lnTo>
                  <a:lnTo>
                    <a:pt x="49536" y="59551"/>
                  </a:lnTo>
                  <a:lnTo>
                    <a:pt x="49281" y="59899"/>
                  </a:lnTo>
                  <a:lnTo>
                    <a:pt x="48451" y="611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689368" y="2505691"/>
              <a:ext cx="94780" cy="81941"/>
            </a:xfrm>
            <a:custGeom>
              <a:avLst/>
              <a:pathLst>
                <a:path w="94780" h="81941">
                  <a:moveTo>
                    <a:pt x="41035" y="11120"/>
                  </a:moveTo>
                  <a:lnTo>
                    <a:pt x="44907" y="11361"/>
                  </a:lnTo>
                  <a:lnTo>
                    <a:pt x="45937" y="10535"/>
                  </a:lnTo>
                  <a:lnTo>
                    <a:pt x="48755" y="10648"/>
                  </a:lnTo>
                  <a:lnTo>
                    <a:pt x="56512" y="11458"/>
                  </a:lnTo>
                  <a:lnTo>
                    <a:pt x="55852" y="14284"/>
                  </a:lnTo>
                  <a:lnTo>
                    <a:pt x="57799" y="14711"/>
                  </a:lnTo>
                  <a:lnTo>
                    <a:pt x="58162" y="14809"/>
                  </a:lnTo>
                  <a:lnTo>
                    <a:pt x="61680" y="15767"/>
                  </a:lnTo>
                  <a:lnTo>
                    <a:pt x="61918" y="15831"/>
                  </a:lnTo>
                  <a:lnTo>
                    <a:pt x="64678" y="17022"/>
                  </a:lnTo>
                  <a:lnTo>
                    <a:pt x="64693" y="18396"/>
                  </a:lnTo>
                  <a:lnTo>
                    <a:pt x="68420" y="18728"/>
                  </a:lnTo>
                  <a:lnTo>
                    <a:pt x="68579" y="19011"/>
                  </a:lnTo>
                  <a:lnTo>
                    <a:pt x="68659" y="19678"/>
                  </a:lnTo>
                  <a:lnTo>
                    <a:pt x="69460" y="21067"/>
                  </a:lnTo>
                  <a:lnTo>
                    <a:pt x="70695" y="22457"/>
                  </a:lnTo>
                  <a:lnTo>
                    <a:pt x="70828" y="22810"/>
                  </a:lnTo>
                  <a:lnTo>
                    <a:pt x="70881" y="22950"/>
                  </a:lnTo>
                  <a:lnTo>
                    <a:pt x="71830" y="25462"/>
                  </a:lnTo>
                  <a:lnTo>
                    <a:pt x="73139" y="26461"/>
                  </a:lnTo>
                  <a:lnTo>
                    <a:pt x="74184" y="27481"/>
                  </a:lnTo>
                  <a:lnTo>
                    <a:pt x="75034" y="28025"/>
                  </a:lnTo>
                  <a:lnTo>
                    <a:pt x="75361" y="28661"/>
                  </a:lnTo>
                  <a:lnTo>
                    <a:pt x="76159" y="30209"/>
                  </a:lnTo>
                  <a:lnTo>
                    <a:pt x="76188" y="31303"/>
                  </a:lnTo>
                  <a:lnTo>
                    <a:pt x="76197" y="31623"/>
                  </a:lnTo>
                  <a:lnTo>
                    <a:pt x="75959" y="32512"/>
                  </a:lnTo>
                  <a:lnTo>
                    <a:pt x="75739" y="33335"/>
                  </a:lnTo>
                  <a:lnTo>
                    <a:pt x="75685" y="33536"/>
                  </a:lnTo>
                  <a:lnTo>
                    <a:pt x="76557" y="34330"/>
                  </a:lnTo>
                  <a:lnTo>
                    <a:pt x="76857" y="34603"/>
                  </a:lnTo>
                  <a:lnTo>
                    <a:pt x="77075" y="34801"/>
                  </a:lnTo>
                  <a:lnTo>
                    <a:pt x="77319" y="35024"/>
                  </a:lnTo>
                  <a:lnTo>
                    <a:pt x="77584" y="35265"/>
                  </a:lnTo>
                  <a:lnTo>
                    <a:pt x="77847" y="35504"/>
                  </a:lnTo>
                  <a:lnTo>
                    <a:pt x="78112" y="36119"/>
                  </a:lnTo>
                  <a:lnTo>
                    <a:pt x="78268" y="36482"/>
                  </a:lnTo>
                  <a:lnTo>
                    <a:pt x="78611" y="37280"/>
                  </a:lnTo>
                  <a:lnTo>
                    <a:pt x="78824" y="37775"/>
                  </a:lnTo>
                  <a:lnTo>
                    <a:pt x="79028" y="38259"/>
                  </a:lnTo>
                  <a:lnTo>
                    <a:pt x="79245" y="38885"/>
                  </a:lnTo>
                  <a:lnTo>
                    <a:pt x="79296" y="39033"/>
                  </a:lnTo>
                  <a:lnTo>
                    <a:pt x="79502" y="39628"/>
                  </a:lnTo>
                  <a:lnTo>
                    <a:pt x="79577" y="39845"/>
                  </a:lnTo>
                  <a:lnTo>
                    <a:pt x="79666" y="40103"/>
                  </a:lnTo>
                  <a:lnTo>
                    <a:pt x="79756" y="40364"/>
                  </a:lnTo>
                  <a:lnTo>
                    <a:pt x="79905" y="40793"/>
                  </a:lnTo>
                  <a:lnTo>
                    <a:pt x="84822" y="40555"/>
                  </a:lnTo>
                  <a:lnTo>
                    <a:pt x="84851" y="41009"/>
                  </a:lnTo>
                  <a:lnTo>
                    <a:pt x="86819" y="41084"/>
                  </a:lnTo>
                  <a:lnTo>
                    <a:pt x="86425" y="37647"/>
                  </a:lnTo>
                  <a:lnTo>
                    <a:pt x="86401" y="37443"/>
                  </a:lnTo>
                  <a:lnTo>
                    <a:pt x="86358" y="37126"/>
                  </a:lnTo>
                  <a:lnTo>
                    <a:pt x="86321" y="36858"/>
                  </a:lnTo>
                  <a:lnTo>
                    <a:pt x="86200" y="35971"/>
                  </a:lnTo>
                  <a:lnTo>
                    <a:pt x="90446" y="36278"/>
                  </a:lnTo>
                  <a:lnTo>
                    <a:pt x="90416" y="36699"/>
                  </a:lnTo>
                  <a:lnTo>
                    <a:pt x="90405" y="36858"/>
                  </a:lnTo>
                  <a:lnTo>
                    <a:pt x="90308" y="38238"/>
                  </a:lnTo>
                  <a:lnTo>
                    <a:pt x="90288" y="38512"/>
                  </a:lnTo>
                  <a:lnTo>
                    <a:pt x="90272" y="38737"/>
                  </a:lnTo>
                  <a:lnTo>
                    <a:pt x="90239" y="39205"/>
                  </a:lnTo>
                  <a:lnTo>
                    <a:pt x="90219" y="39489"/>
                  </a:lnTo>
                  <a:lnTo>
                    <a:pt x="90194" y="39854"/>
                  </a:lnTo>
                  <a:lnTo>
                    <a:pt x="90131" y="40746"/>
                  </a:lnTo>
                  <a:lnTo>
                    <a:pt x="90084" y="41408"/>
                  </a:lnTo>
                  <a:lnTo>
                    <a:pt x="90065" y="41677"/>
                  </a:lnTo>
                  <a:lnTo>
                    <a:pt x="94780" y="41986"/>
                  </a:lnTo>
                  <a:lnTo>
                    <a:pt x="94698" y="43474"/>
                  </a:lnTo>
                  <a:lnTo>
                    <a:pt x="94635" y="44623"/>
                  </a:lnTo>
                  <a:lnTo>
                    <a:pt x="94613" y="45030"/>
                  </a:lnTo>
                  <a:lnTo>
                    <a:pt x="94595" y="45360"/>
                  </a:lnTo>
                  <a:lnTo>
                    <a:pt x="94532" y="46513"/>
                  </a:lnTo>
                  <a:lnTo>
                    <a:pt x="94460" y="47840"/>
                  </a:lnTo>
                  <a:lnTo>
                    <a:pt x="94436" y="48211"/>
                  </a:lnTo>
                  <a:lnTo>
                    <a:pt x="94412" y="48563"/>
                  </a:lnTo>
                  <a:lnTo>
                    <a:pt x="94382" y="49019"/>
                  </a:lnTo>
                  <a:lnTo>
                    <a:pt x="94357" y="49402"/>
                  </a:lnTo>
                  <a:lnTo>
                    <a:pt x="94345" y="49597"/>
                  </a:lnTo>
                  <a:lnTo>
                    <a:pt x="94052" y="54004"/>
                  </a:lnTo>
                  <a:lnTo>
                    <a:pt x="94018" y="54191"/>
                  </a:lnTo>
                  <a:lnTo>
                    <a:pt x="93978" y="54407"/>
                  </a:lnTo>
                  <a:lnTo>
                    <a:pt x="93943" y="54598"/>
                  </a:lnTo>
                  <a:lnTo>
                    <a:pt x="93812" y="55182"/>
                  </a:lnTo>
                  <a:lnTo>
                    <a:pt x="93576" y="55733"/>
                  </a:lnTo>
                  <a:lnTo>
                    <a:pt x="93509" y="55889"/>
                  </a:lnTo>
                  <a:lnTo>
                    <a:pt x="93372" y="56211"/>
                  </a:lnTo>
                  <a:lnTo>
                    <a:pt x="93093" y="56698"/>
                  </a:lnTo>
                  <a:lnTo>
                    <a:pt x="92762" y="57164"/>
                  </a:lnTo>
                  <a:lnTo>
                    <a:pt x="92649" y="57323"/>
                  </a:lnTo>
                  <a:lnTo>
                    <a:pt x="89840" y="61285"/>
                  </a:lnTo>
                  <a:lnTo>
                    <a:pt x="89494" y="61772"/>
                  </a:lnTo>
                  <a:lnTo>
                    <a:pt x="89385" y="61925"/>
                  </a:lnTo>
                  <a:lnTo>
                    <a:pt x="88629" y="62983"/>
                  </a:lnTo>
                  <a:lnTo>
                    <a:pt x="88351" y="63373"/>
                  </a:lnTo>
                  <a:lnTo>
                    <a:pt x="87186" y="65003"/>
                  </a:lnTo>
                  <a:lnTo>
                    <a:pt x="86462" y="66018"/>
                  </a:lnTo>
                  <a:lnTo>
                    <a:pt x="85986" y="66685"/>
                  </a:lnTo>
                  <a:lnTo>
                    <a:pt x="85187" y="67804"/>
                  </a:lnTo>
                  <a:lnTo>
                    <a:pt x="84370" y="68947"/>
                  </a:lnTo>
                  <a:lnTo>
                    <a:pt x="83302" y="70443"/>
                  </a:lnTo>
                  <a:lnTo>
                    <a:pt x="83201" y="70585"/>
                  </a:lnTo>
                  <a:lnTo>
                    <a:pt x="83089" y="70742"/>
                  </a:lnTo>
                  <a:lnTo>
                    <a:pt x="82964" y="70934"/>
                  </a:lnTo>
                  <a:lnTo>
                    <a:pt x="82765" y="71237"/>
                  </a:lnTo>
                  <a:lnTo>
                    <a:pt x="82276" y="71986"/>
                  </a:lnTo>
                  <a:lnTo>
                    <a:pt x="81840" y="72652"/>
                  </a:lnTo>
                  <a:lnTo>
                    <a:pt x="81584" y="73045"/>
                  </a:lnTo>
                  <a:lnTo>
                    <a:pt x="77938" y="78624"/>
                  </a:lnTo>
                  <a:lnTo>
                    <a:pt x="77651" y="79035"/>
                  </a:lnTo>
                  <a:lnTo>
                    <a:pt x="77089" y="79842"/>
                  </a:lnTo>
                  <a:lnTo>
                    <a:pt x="76475" y="80723"/>
                  </a:lnTo>
                  <a:lnTo>
                    <a:pt x="75895" y="81556"/>
                  </a:lnTo>
                  <a:lnTo>
                    <a:pt x="75627" y="81941"/>
                  </a:lnTo>
                  <a:lnTo>
                    <a:pt x="75319" y="81725"/>
                  </a:lnTo>
                  <a:lnTo>
                    <a:pt x="75143" y="81602"/>
                  </a:lnTo>
                  <a:lnTo>
                    <a:pt x="72741" y="79918"/>
                  </a:lnTo>
                  <a:lnTo>
                    <a:pt x="71576" y="79101"/>
                  </a:lnTo>
                  <a:lnTo>
                    <a:pt x="71318" y="78920"/>
                  </a:lnTo>
                  <a:lnTo>
                    <a:pt x="69852" y="77999"/>
                  </a:lnTo>
                  <a:lnTo>
                    <a:pt x="68839" y="77362"/>
                  </a:lnTo>
                  <a:lnTo>
                    <a:pt x="68405" y="77090"/>
                  </a:lnTo>
                  <a:lnTo>
                    <a:pt x="67822" y="77999"/>
                  </a:lnTo>
                  <a:lnTo>
                    <a:pt x="67539" y="78441"/>
                  </a:lnTo>
                  <a:lnTo>
                    <a:pt x="66727" y="79707"/>
                  </a:lnTo>
                  <a:lnTo>
                    <a:pt x="66556" y="79974"/>
                  </a:lnTo>
                  <a:lnTo>
                    <a:pt x="66222" y="80495"/>
                  </a:lnTo>
                  <a:lnTo>
                    <a:pt x="63720" y="78850"/>
                  </a:lnTo>
                  <a:lnTo>
                    <a:pt x="61760" y="77560"/>
                  </a:lnTo>
                  <a:lnTo>
                    <a:pt x="60595" y="76794"/>
                  </a:lnTo>
                  <a:lnTo>
                    <a:pt x="59626" y="76156"/>
                  </a:lnTo>
                  <a:lnTo>
                    <a:pt x="57228" y="74298"/>
                  </a:lnTo>
                  <a:lnTo>
                    <a:pt x="56385" y="73725"/>
                  </a:lnTo>
                  <a:lnTo>
                    <a:pt x="56170" y="73579"/>
                  </a:lnTo>
                  <a:lnTo>
                    <a:pt x="54548" y="72477"/>
                  </a:lnTo>
                  <a:lnTo>
                    <a:pt x="53234" y="71409"/>
                  </a:lnTo>
                  <a:lnTo>
                    <a:pt x="52677" y="71350"/>
                  </a:lnTo>
                  <a:lnTo>
                    <a:pt x="52344" y="71256"/>
                  </a:lnTo>
                  <a:lnTo>
                    <a:pt x="51819" y="71107"/>
                  </a:lnTo>
                  <a:lnTo>
                    <a:pt x="50381" y="72850"/>
                  </a:lnTo>
                  <a:lnTo>
                    <a:pt x="49594" y="73804"/>
                  </a:lnTo>
                  <a:lnTo>
                    <a:pt x="49208" y="74272"/>
                  </a:lnTo>
                  <a:lnTo>
                    <a:pt x="49026" y="74462"/>
                  </a:lnTo>
                  <a:lnTo>
                    <a:pt x="48674" y="74830"/>
                  </a:lnTo>
                  <a:lnTo>
                    <a:pt x="48150" y="74808"/>
                  </a:lnTo>
                  <a:lnTo>
                    <a:pt x="47900" y="74737"/>
                  </a:lnTo>
                  <a:lnTo>
                    <a:pt x="47765" y="74699"/>
                  </a:lnTo>
                  <a:lnTo>
                    <a:pt x="47435" y="74605"/>
                  </a:lnTo>
                  <a:lnTo>
                    <a:pt x="44992" y="72976"/>
                  </a:lnTo>
                  <a:lnTo>
                    <a:pt x="41892" y="70888"/>
                  </a:lnTo>
                  <a:lnTo>
                    <a:pt x="42112" y="70382"/>
                  </a:lnTo>
                  <a:lnTo>
                    <a:pt x="42369" y="69795"/>
                  </a:lnTo>
                  <a:lnTo>
                    <a:pt x="42369" y="69422"/>
                  </a:lnTo>
                  <a:lnTo>
                    <a:pt x="42360" y="68602"/>
                  </a:lnTo>
                  <a:lnTo>
                    <a:pt x="42091" y="67389"/>
                  </a:lnTo>
                  <a:lnTo>
                    <a:pt x="41234" y="66593"/>
                  </a:lnTo>
                  <a:lnTo>
                    <a:pt x="40986" y="66377"/>
                  </a:lnTo>
                  <a:lnTo>
                    <a:pt x="40040" y="65552"/>
                  </a:lnTo>
                  <a:lnTo>
                    <a:pt x="39876" y="65160"/>
                  </a:lnTo>
                  <a:lnTo>
                    <a:pt x="39389" y="64834"/>
                  </a:lnTo>
                  <a:lnTo>
                    <a:pt x="39179" y="64693"/>
                  </a:lnTo>
                  <a:lnTo>
                    <a:pt x="37607" y="63640"/>
                  </a:lnTo>
                  <a:lnTo>
                    <a:pt x="36818" y="63112"/>
                  </a:lnTo>
                  <a:lnTo>
                    <a:pt x="35928" y="62516"/>
                  </a:lnTo>
                  <a:lnTo>
                    <a:pt x="35105" y="63640"/>
                  </a:lnTo>
                  <a:lnTo>
                    <a:pt x="34497" y="64471"/>
                  </a:lnTo>
                  <a:lnTo>
                    <a:pt x="34142" y="64203"/>
                  </a:lnTo>
                  <a:lnTo>
                    <a:pt x="33396" y="63640"/>
                  </a:lnTo>
                  <a:lnTo>
                    <a:pt x="32989" y="63333"/>
                  </a:lnTo>
                  <a:lnTo>
                    <a:pt x="34060" y="61535"/>
                  </a:lnTo>
                  <a:lnTo>
                    <a:pt x="31022" y="59953"/>
                  </a:lnTo>
                  <a:lnTo>
                    <a:pt x="31716" y="58651"/>
                  </a:lnTo>
                  <a:lnTo>
                    <a:pt x="31169" y="58250"/>
                  </a:lnTo>
                  <a:lnTo>
                    <a:pt x="31366" y="57852"/>
                  </a:lnTo>
                  <a:lnTo>
                    <a:pt x="31659" y="57261"/>
                  </a:lnTo>
                  <a:lnTo>
                    <a:pt x="31870" y="56835"/>
                  </a:lnTo>
                  <a:lnTo>
                    <a:pt x="31719" y="56729"/>
                  </a:lnTo>
                  <a:lnTo>
                    <a:pt x="31216" y="56374"/>
                  </a:lnTo>
                  <a:lnTo>
                    <a:pt x="31603" y="55754"/>
                  </a:lnTo>
                  <a:lnTo>
                    <a:pt x="31216" y="55487"/>
                  </a:lnTo>
                  <a:lnTo>
                    <a:pt x="31850" y="54666"/>
                  </a:lnTo>
                  <a:lnTo>
                    <a:pt x="31596" y="54499"/>
                  </a:lnTo>
                  <a:lnTo>
                    <a:pt x="31282" y="54826"/>
                  </a:lnTo>
                  <a:lnTo>
                    <a:pt x="30061" y="53851"/>
                  </a:lnTo>
                  <a:lnTo>
                    <a:pt x="29700" y="54352"/>
                  </a:lnTo>
                  <a:lnTo>
                    <a:pt x="28612" y="54172"/>
                  </a:lnTo>
                  <a:lnTo>
                    <a:pt x="28484" y="53305"/>
                  </a:lnTo>
                  <a:lnTo>
                    <a:pt x="28451" y="53080"/>
                  </a:lnTo>
                  <a:lnTo>
                    <a:pt x="28313" y="53123"/>
                  </a:lnTo>
                  <a:lnTo>
                    <a:pt x="28052" y="53204"/>
                  </a:lnTo>
                  <a:lnTo>
                    <a:pt x="27786" y="52561"/>
                  </a:lnTo>
                  <a:lnTo>
                    <a:pt x="27685" y="52249"/>
                  </a:lnTo>
                  <a:lnTo>
                    <a:pt x="28283" y="50792"/>
                  </a:lnTo>
                  <a:lnTo>
                    <a:pt x="28908" y="49265"/>
                  </a:lnTo>
                  <a:lnTo>
                    <a:pt x="24647" y="49817"/>
                  </a:lnTo>
                  <a:lnTo>
                    <a:pt x="24357" y="45792"/>
                  </a:lnTo>
                  <a:lnTo>
                    <a:pt x="22901" y="45905"/>
                  </a:lnTo>
                  <a:lnTo>
                    <a:pt x="22863" y="45531"/>
                  </a:lnTo>
                  <a:lnTo>
                    <a:pt x="22840" y="45309"/>
                  </a:lnTo>
                  <a:lnTo>
                    <a:pt x="22830" y="45087"/>
                  </a:lnTo>
                  <a:lnTo>
                    <a:pt x="22801" y="44455"/>
                  </a:lnTo>
                  <a:lnTo>
                    <a:pt x="22744" y="43178"/>
                  </a:lnTo>
                  <a:lnTo>
                    <a:pt x="22723" y="42724"/>
                  </a:lnTo>
                  <a:lnTo>
                    <a:pt x="22687" y="42422"/>
                  </a:lnTo>
                  <a:lnTo>
                    <a:pt x="22656" y="42165"/>
                  </a:lnTo>
                  <a:lnTo>
                    <a:pt x="22554" y="41321"/>
                  </a:lnTo>
                  <a:lnTo>
                    <a:pt x="22519" y="41082"/>
                  </a:lnTo>
                  <a:lnTo>
                    <a:pt x="22487" y="40865"/>
                  </a:lnTo>
                  <a:lnTo>
                    <a:pt x="22397" y="40246"/>
                  </a:lnTo>
                  <a:lnTo>
                    <a:pt x="22210" y="38966"/>
                  </a:lnTo>
                  <a:lnTo>
                    <a:pt x="22067" y="37993"/>
                  </a:lnTo>
                  <a:lnTo>
                    <a:pt x="21232" y="37758"/>
                  </a:lnTo>
                  <a:lnTo>
                    <a:pt x="20198" y="37468"/>
                  </a:lnTo>
                  <a:lnTo>
                    <a:pt x="19988" y="37409"/>
                  </a:lnTo>
                  <a:lnTo>
                    <a:pt x="20132" y="36858"/>
                  </a:lnTo>
                  <a:lnTo>
                    <a:pt x="20234" y="36464"/>
                  </a:lnTo>
                  <a:lnTo>
                    <a:pt x="20624" y="35157"/>
                  </a:lnTo>
                  <a:lnTo>
                    <a:pt x="21249" y="35257"/>
                  </a:lnTo>
                  <a:lnTo>
                    <a:pt x="23172" y="35562"/>
                  </a:lnTo>
                  <a:lnTo>
                    <a:pt x="23411" y="35617"/>
                  </a:lnTo>
                  <a:lnTo>
                    <a:pt x="24806" y="35936"/>
                  </a:lnTo>
                  <a:lnTo>
                    <a:pt x="26735" y="36259"/>
                  </a:lnTo>
                  <a:lnTo>
                    <a:pt x="27027" y="36308"/>
                  </a:lnTo>
                  <a:lnTo>
                    <a:pt x="27464" y="36349"/>
                  </a:lnTo>
                  <a:lnTo>
                    <a:pt x="28017" y="36402"/>
                  </a:lnTo>
                  <a:lnTo>
                    <a:pt x="28228" y="36422"/>
                  </a:lnTo>
                  <a:lnTo>
                    <a:pt x="28460" y="36444"/>
                  </a:lnTo>
                  <a:lnTo>
                    <a:pt x="29756" y="36862"/>
                  </a:lnTo>
                  <a:lnTo>
                    <a:pt x="30479" y="37096"/>
                  </a:lnTo>
                  <a:lnTo>
                    <a:pt x="30792" y="37197"/>
                  </a:lnTo>
                  <a:lnTo>
                    <a:pt x="32550" y="37819"/>
                  </a:lnTo>
                  <a:lnTo>
                    <a:pt x="33110" y="38018"/>
                  </a:lnTo>
                  <a:lnTo>
                    <a:pt x="33271" y="38075"/>
                  </a:lnTo>
                  <a:lnTo>
                    <a:pt x="33439" y="38135"/>
                  </a:lnTo>
                  <a:lnTo>
                    <a:pt x="33601" y="38212"/>
                  </a:lnTo>
                  <a:lnTo>
                    <a:pt x="33773" y="38295"/>
                  </a:lnTo>
                  <a:lnTo>
                    <a:pt x="34452" y="38622"/>
                  </a:lnTo>
                  <a:lnTo>
                    <a:pt x="34583" y="38685"/>
                  </a:lnTo>
                  <a:lnTo>
                    <a:pt x="35998" y="39099"/>
                  </a:lnTo>
                  <a:lnTo>
                    <a:pt x="36591" y="39272"/>
                  </a:lnTo>
                  <a:lnTo>
                    <a:pt x="36988" y="39388"/>
                  </a:lnTo>
                  <a:lnTo>
                    <a:pt x="37676" y="39576"/>
                  </a:lnTo>
                  <a:lnTo>
                    <a:pt x="38810" y="39721"/>
                  </a:lnTo>
                  <a:lnTo>
                    <a:pt x="39229" y="39774"/>
                  </a:lnTo>
                  <a:lnTo>
                    <a:pt x="40058" y="39851"/>
                  </a:lnTo>
                  <a:lnTo>
                    <a:pt x="40272" y="39871"/>
                  </a:lnTo>
                  <a:lnTo>
                    <a:pt x="42850" y="40109"/>
                  </a:lnTo>
                  <a:lnTo>
                    <a:pt x="43451" y="39325"/>
                  </a:lnTo>
                  <a:lnTo>
                    <a:pt x="43598" y="38984"/>
                  </a:lnTo>
                  <a:lnTo>
                    <a:pt x="43691" y="38769"/>
                  </a:lnTo>
                  <a:lnTo>
                    <a:pt x="44771" y="36865"/>
                  </a:lnTo>
                  <a:lnTo>
                    <a:pt x="45107" y="36272"/>
                  </a:lnTo>
                  <a:lnTo>
                    <a:pt x="46455" y="35641"/>
                  </a:lnTo>
                  <a:lnTo>
                    <a:pt x="47694" y="36603"/>
                  </a:lnTo>
                  <a:lnTo>
                    <a:pt x="47921" y="36271"/>
                  </a:lnTo>
                  <a:lnTo>
                    <a:pt x="48871" y="34893"/>
                  </a:lnTo>
                  <a:lnTo>
                    <a:pt x="49949" y="33891"/>
                  </a:lnTo>
                  <a:lnTo>
                    <a:pt x="50430" y="33443"/>
                  </a:lnTo>
                  <a:lnTo>
                    <a:pt x="51731" y="32040"/>
                  </a:lnTo>
                  <a:lnTo>
                    <a:pt x="51250" y="31587"/>
                  </a:lnTo>
                  <a:lnTo>
                    <a:pt x="50972" y="31325"/>
                  </a:lnTo>
                  <a:lnTo>
                    <a:pt x="50365" y="31100"/>
                  </a:lnTo>
                  <a:lnTo>
                    <a:pt x="49949" y="30946"/>
                  </a:lnTo>
                  <a:lnTo>
                    <a:pt x="49590" y="30813"/>
                  </a:lnTo>
                  <a:lnTo>
                    <a:pt x="49442" y="30759"/>
                  </a:lnTo>
                  <a:lnTo>
                    <a:pt x="48244" y="30379"/>
                  </a:lnTo>
                  <a:lnTo>
                    <a:pt x="46901" y="29954"/>
                  </a:lnTo>
                  <a:lnTo>
                    <a:pt x="46288" y="29760"/>
                  </a:lnTo>
                  <a:lnTo>
                    <a:pt x="44232" y="29163"/>
                  </a:lnTo>
                  <a:lnTo>
                    <a:pt x="43978" y="29065"/>
                  </a:lnTo>
                  <a:lnTo>
                    <a:pt x="42864" y="28636"/>
                  </a:lnTo>
                  <a:lnTo>
                    <a:pt x="42310" y="28422"/>
                  </a:lnTo>
                  <a:lnTo>
                    <a:pt x="42038" y="28934"/>
                  </a:lnTo>
                  <a:lnTo>
                    <a:pt x="41057" y="28582"/>
                  </a:lnTo>
                  <a:lnTo>
                    <a:pt x="39045" y="27861"/>
                  </a:lnTo>
                  <a:lnTo>
                    <a:pt x="38402" y="27629"/>
                  </a:lnTo>
                  <a:lnTo>
                    <a:pt x="36442" y="26927"/>
                  </a:lnTo>
                  <a:lnTo>
                    <a:pt x="35782" y="26690"/>
                  </a:lnTo>
                  <a:lnTo>
                    <a:pt x="34307" y="26160"/>
                  </a:lnTo>
                  <a:lnTo>
                    <a:pt x="33853" y="26730"/>
                  </a:lnTo>
                  <a:lnTo>
                    <a:pt x="33265" y="26508"/>
                  </a:lnTo>
                  <a:lnTo>
                    <a:pt x="32979" y="26400"/>
                  </a:lnTo>
                  <a:lnTo>
                    <a:pt x="32359" y="26173"/>
                  </a:lnTo>
                  <a:lnTo>
                    <a:pt x="31736" y="25945"/>
                  </a:lnTo>
                  <a:lnTo>
                    <a:pt x="31577" y="25886"/>
                  </a:lnTo>
                  <a:lnTo>
                    <a:pt x="31301" y="25879"/>
                  </a:lnTo>
                  <a:lnTo>
                    <a:pt x="30547" y="25871"/>
                  </a:lnTo>
                  <a:lnTo>
                    <a:pt x="29942" y="26124"/>
                  </a:lnTo>
                  <a:lnTo>
                    <a:pt x="29637" y="26252"/>
                  </a:lnTo>
                  <a:lnTo>
                    <a:pt x="29030" y="26531"/>
                  </a:lnTo>
                  <a:lnTo>
                    <a:pt x="28832" y="26622"/>
                  </a:lnTo>
                  <a:lnTo>
                    <a:pt x="27961" y="27023"/>
                  </a:lnTo>
                  <a:lnTo>
                    <a:pt x="27202" y="27543"/>
                  </a:lnTo>
                  <a:lnTo>
                    <a:pt x="26970" y="27702"/>
                  </a:lnTo>
                  <a:lnTo>
                    <a:pt x="26821" y="27803"/>
                  </a:lnTo>
                  <a:lnTo>
                    <a:pt x="26596" y="27570"/>
                  </a:lnTo>
                  <a:lnTo>
                    <a:pt x="26435" y="27402"/>
                  </a:lnTo>
                  <a:lnTo>
                    <a:pt x="26602" y="26267"/>
                  </a:lnTo>
                  <a:lnTo>
                    <a:pt x="26767" y="25147"/>
                  </a:lnTo>
                  <a:lnTo>
                    <a:pt x="25796" y="24967"/>
                  </a:lnTo>
                  <a:lnTo>
                    <a:pt x="25300" y="24875"/>
                  </a:lnTo>
                  <a:lnTo>
                    <a:pt x="24422" y="24712"/>
                  </a:lnTo>
                  <a:lnTo>
                    <a:pt x="22358" y="24330"/>
                  </a:lnTo>
                  <a:lnTo>
                    <a:pt x="22111" y="24284"/>
                  </a:lnTo>
                  <a:lnTo>
                    <a:pt x="21641" y="24197"/>
                  </a:lnTo>
                  <a:lnTo>
                    <a:pt x="18603" y="23634"/>
                  </a:lnTo>
                  <a:lnTo>
                    <a:pt x="18440" y="23604"/>
                  </a:lnTo>
                  <a:lnTo>
                    <a:pt x="18140" y="23548"/>
                  </a:lnTo>
                  <a:lnTo>
                    <a:pt x="17932" y="23510"/>
                  </a:lnTo>
                  <a:lnTo>
                    <a:pt x="14769" y="22924"/>
                  </a:lnTo>
                  <a:lnTo>
                    <a:pt x="12615" y="22524"/>
                  </a:lnTo>
                  <a:lnTo>
                    <a:pt x="11392" y="22298"/>
                  </a:lnTo>
                  <a:lnTo>
                    <a:pt x="9982" y="22036"/>
                  </a:lnTo>
                  <a:lnTo>
                    <a:pt x="8835" y="21824"/>
                  </a:lnTo>
                  <a:lnTo>
                    <a:pt x="8424" y="21748"/>
                  </a:lnTo>
                  <a:lnTo>
                    <a:pt x="8107" y="21338"/>
                  </a:lnTo>
                  <a:lnTo>
                    <a:pt x="7890" y="21319"/>
                  </a:lnTo>
                  <a:lnTo>
                    <a:pt x="4296" y="21004"/>
                  </a:lnTo>
                  <a:lnTo>
                    <a:pt x="4108" y="20976"/>
                  </a:lnTo>
                  <a:lnTo>
                    <a:pt x="3313" y="20859"/>
                  </a:lnTo>
                  <a:lnTo>
                    <a:pt x="2499" y="20738"/>
                  </a:lnTo>
                  <a:lnTo>
                    <a:pt x="2118" y="20302"/>
                  </a:lnTo>
                  <a:lnTo>
                    <a:pt x="1780" y="19914"/>
                  </a:lnTo>
                  <a:lnTo>
                    <a:pt x="1409" y="19489"/>
                  </a:lnTo>
                  <a:lnTo>
                    <a:pt x="1224" y="18943"/>
                  </a:lnTo>
                  <a:lnTo>
                    <a:pt x="1132" y="18671"/>
                  </a:lnTo>
                  <a:lnTo>
                    <a:pt x="560" y="16989"/>
                  </a:lnTo>
                  <a:lnTo>
                    <a:pt x="287" y="15896"/>
                  </a:lnTo>
                  <a:lnTo>
                    <a:pt x="42" y="14916"/>
                  </a:lnTo>
                  <a:lnTo>
                    <a:pt x="0" y="14746"/>
                  </a:lnTo>
                  <a:lnTo>
                    <a:pt x="331" y="14113"/>
                  </a:lnTo>
                  <a:lnTo>
                    <a:pt x="5669" y="14331"/>
                  </a:lnTo>
                  <a:lnTo>
                    <a:pt x="5253" y="11735"/>
                  </a:lnTo>
                  <a:lnTo>
                    <a:pt x="3587" y="7762"/>
                  </a:lnTo>
                  <a:lnTo>
                    <a:pt x="2099" y="5840"/>
                  </a:lnTo>
                  <a:lnTo>
                    <a:pt x="3839" y="3671"/>
                  </a:lnTo>
                  <a:lnTo>
                    <a:pt x="10973" y="0"/>
                  </a:lnTo>
                  <a:lnTo>
                    <a:pt x="27283" y="1721"/>
                  </a:lnTo>
                  <a:lnTo>
                    <a:pt x="27308" y="2040"/>
                  </a:lnTo>
                  <a:lnTo>
                    <a:pt x="27550" y="5219"/>
                  </a:lnTo>
                  <a:lnTo>
                    <a:pt x="36843" y="92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609934" y="2496954"/>
              <a:ext cx="116514" cy="90293"/>
            </a:xfrm>
            <a:custGeom>
              <a:avLst/>
              <a:pathLst>
                <a:path w="116514" h="90293">
                  <a:moveTo>
                    <a:pt x="26290" y="1110"/>
                  </a:moveTo>
                  <a:lnTo>
                    <a:pt x="23788" y="6458"/>
                  </a:lnTo>
                  <a:lnTo>
                    <a:pt x="23718" y="6648"/>
                  </a:lnTo>
                  <a:lnTo>
                    <a:pt x="22848" y="10459"/>
                  </a:lnTo>
                  <a:lnTo>
                    <a:pt x="22122" y="12872"/>
                  </a:lnTo>
                  <a:lnTo>
                    <a:pt x="21994" y="15462"/>
                  </a:lnTo>
                  <a:lnTo>
                    <a:pt x="21908" y="17209"/>
                  </a:lnTo>
                  <a:lnTo>
                    <a:pt x="21460" y="18725"/>
                  </a:lnTo>
                  <a:lnTo>
                    <a:pt x="19966" y="22824"/>
                  </a:lnTo>
                  <a:lnTo>
                    <a:pt x="20425" y="23309"/>
                  </a:lnTo>
                  <a:lnTo>
                    <a:pt x="23750" y="20109"/>
                  </a:lnTo>
                  <a:lnTo>
                    <a:pt x="25218" y="22212"/>
                  </a:lnTo>
                  <a:lnTo>
                    <a:pt x="26805" y="21753"/>
                  </a:lnTo>
                  <a:lnTo>
                    <a:pt x="27226" y="22434"/>
                  </a:lnTo>
                  <a:lnTo>
                    <a:pt x="29168" y="23221"/>
                  </a:lnTo>
                  <a:lnTo>
                    <a:pt x="30169" y="25184"/>
                  </a:lnTo>
                  <a:lnTo>
                    <a:pt x="28861" y="25838"/>
                  </a:lnTo>
                  <a:lnTo>
                    <a:pt x="28726" y="25913"/>
                  </a:lnTo>
                  <a:lnTo>
                    <a:pt x="29623" y="28999"/>
                  </a:lnTo>
                  <a:lnTo>
                    <a:pt x="29485" y="29108"/>
                  </a:lnTo>
                  <a:lnTo>
                    <a:pt x="27840" y="30342"/>
                  </a:lnTo>
                  <a:lnTo>
                    <a:pt x="26990" y="30981"/>
                  </a:lnTo>
                  <a:lnTo>
                    <a:pt x="26228" y="31554"/>
                  </a:lnTo>
                  <a:lnTo>
                    <a:pt x="25789" y="31888"/>
                  </a:lnTo>
                  <a:lnTo>
                    <a:pt x="24344" y="32990"/>
                  </a:lnTo>
                  <a:lnTo>
                    <a:pt x="23976" y="33271"/>
                  </a:lnTo>
                  <a:lnTo>
                    <a:pt x="23796" y="33409"/>
                  </a:lnTo>
                  <a:lnTo>
                    <a:pt x="23155" y="33897"/>
                  </a:lnTo>
                  <a:lnTo>
                    <a:pt x="22813" y="34158"/>
                  </a:lnTo>
                  <a:lnTo>
                    <a:pt x="21698" y="35296"/>
                  </a:lnTo>
                  <a:lnTo>
                    <a:pt x="21792" y="35542"/>
                  </a:lnTo>
                  <a:lnTo>
                    <a:pt x="22432" y="35489"/>
                  </a:lnTo>
                  <a:lnTo>
                    <a:pt x="22700" y="35467"/>
                  </a:lnTo>
                  <a:lnTo>
                    <a:pt x="23420" y="35749"/>
                  </a:lnTo>
                  <a:lnTo>
                    <a:pt x="24835" y="36591"/>
                  </a:lnTo>
                  <a:lnTo>
                    <a:pt x="25140" y="36915"/>
                  </a:lnTo>
                  <a:lnTo>
                    <a:pt x="25215" y="37096"/>
                  </a:lnTo>
                  <a:lnTo>
                    <a:pt x="25284" y="37262"/>
                  </a:lnTo>
                  <a:lnTo>
                    <a:pt x="25352" y="37424"/>
                  </a:lnTo>
                  <a:lnTo>
                    <a:pt x="25647" y="38143"/>
                  </a:lnTo>
                  <a:lnTo>
                    <a:pt x="25708" y="38289"/>
                  </a:lnTo>
                  <a:lnTo>
                    <a:pt x="25944" y="38864"/>
                  </a:lnTo>
                  <a:lnTo>
                    <a:pt x="26045" y="39109"/>
                  </a:lnTo>
                  <a:lnTo>
                    <a:pt x="26166" y="39359"/>
                  </a:lnTo>
                  <a:lnTo>
                    <a:pt x="26650" y="40168"/>
                  </a:lnTo>
                  <a:lnTo>
                    <a:pt x="27756" y="41605"/>
                  </a:lnTo>
                  <a:lnTo>
                    <a:pt x="28641" y="42755"/>
                  </a:lnTo>
                  <a:lnTo>
                    <a:pt x="29331" y="43650"/>
                  </a:lnTo>
                  <a:lnTo>
                    <a:pt x="29616" y="44001"/>
                  </a:lnTo>
                  <a:lnTo>
                    <a:pt x="29748" y="44094"/>
                  </a:lnTo>
                  <a:lnTo>
                    <a:pt x="30473" y="44223"/>
                  </a:lnTo>
                  <a:lnTo>
                    <a:pt x="30722" y="44267"/>
                  </a:lnTo>
                  <a:lnTo>
                    <a:pt x="31331" y="44233"/>
                  </a:lnTo>
                  <a:lnTo>
                    <a:pt x="32086" y="44191"/>
                  </a:lnTo>
                  <a:lnTo>
                    <a:pt x="32632" y="44160"/>
                  </a:lnTo>
                  <a:lnTo>
                    <a:pt x="33280" y="44171"/>
                  </a:lnTo>
                  <a:lnTo>
                    <a:pt x="34036" y="44184"/>
                  </a:lnTo>
                  <a:lnTo>
                    <a:pt x="34220" y="44187"/>
                  </a:lnTo>
                  <a:lnTo>
                    <a:pt x="35996" y="44668"/>
                  </a:lnTo>
                  <a:lnTo>
                    <a:pt x="36343" y="44961"/>
                  </a:lnTo>
                  <a:lnTo>
                    <a:pt x="36699" y="45163"/>
                  </a:lnTo>
                  <a:lnTo>
                    <a:pt x="36957" y="45308"/>
                  </a:lnTo>
                  <a:lnTo>
                    <a:pt x="37246" y="45411"/>
                  </a:lnTo>
                  <a:lnTo>
                    <a:pt x="38612" y="45899"/>
                  </a:lnTo>
                  <a:lnTo>
                    <a:pt x="38925" y="46010"/>
                  </a:lnTo>
                  <a:lnTo>
                    <a:pt x="39741" y="46351"/>
                  </a:lnTo>
                  <a:lnTo>
                    <a:pt x="40175" y="46537"/>
                  </a:lnTo>
                  <a:lnTo>
                    <a:pt x="41108" y="47364"/>
                  </a:lnTo>
                  <a:lnTo>
                    <a:pt x="41713" y="47695"/>
                  </a:lnTo>
                  <a:lnTo>
                    <a:pt x="41818" y="47538"/>
                  </a:lnTo>
                  <a:lnTo>
                    <a:pt x="41949" y="47342"/>
                  </a:lnTo>
                  <a:lnTo>
                    <a:pt x="42357" y="46730"/>
                  </a:lnTo>
                  <a:lnTo>
                    <a:pt x="42616" y="46340"/>
                  </a:lnTo>
                  <a:lnTo>
                    <a:pt x="44925" y="46711"/>
                  </a:lnTo>
                  <a:lnTo>
                    <a:pt x="49406" y="47431"/>
                  </a:lnTo>
                  <a:lnTo>
                    <a:pt x="53111" y="47965"/>
                  </a:lnTo>
                  <a:lnTo>
                    <a:pt x="53805" y="48618"/>
                  </a:lnTo>
                  <a:lnTo>
                    <a:pt x="54246" y="49033"/>
                  </a:lnTo>
                  <a:lnTo>
                    <a:pt x="54692" y="49071"/>
                  </a:lnTo>
                  <a:lnTo>
                    <a:pt x="55502" y="49140"/>
                  </a:lnTo>
                  <a:lnTo>
                    <a:pt x="57287" y="49268"/>
                  </a:lnTo>
                  <a:lnTo>
                    <a:pt x="57333" y="48281"/>
                  </a:lnTo>
                  <a:lnTo>
                    <a:pt x="57407" y="46678"/>
                  </a:lnTo>
                  <a:lnTo>
                    <a:pt x="57408" y="46547"/>
                  </a:lnTo>
                  <a:lnTo>
                    <a:pt x="57423" y="44645"/>
                  </a:lnTo>
                  <a:lnTo>
                    <a:pt x="57450" y="41206"/>
                  </a:lnTo>
                  <a:lnTo>
                    <a:pt x="57456" y="40350"/>
                  </a:lnTo>
                  <a:lnTo>
                    <a:pt x="57465" y="39411"/>
                  </a:lnTo>
                  <a:lnTo>
                    <a:pt x="59313" y="39225"/>
                  </a:lnTo>
                  <a:lnTo>
                    <a:pt x="59668" y="40476"/>
                  </a:lnTo>
                  <a:lnTo>
                    <a:pt x="60333" y="42820"/>
                  </a:lnTo>
                  <a:lnTo>
                    <a:pt x="60418" y="45460"/>
                  </a:lnTo>
                  <a:lnTo>
                    <a:pt x="61076" y="45975"/>
                  </a:lnTo>
                  <a:lnTo>
                    <a:pt x="61739" y="45785"/>
                  </a:lnTo>
                  <a:lnTo>
                    <a:pt x="66233" y="44494"/>
                  </a:lnTo>
                  <a:lnTo>
                    <a:pt x="65552" y="43549"/>
                  </a:lnTo>
                  <a:lnTo>
                    <a:pt x="65311" y="43213"/>
                  </a:lnTo>
                  <a:lnTo>
                    <a:pt x="64032" y="40554"/>
                  </a:lnTo>
                  <a:lnTo>
                    <a:pt x="63150" y="38231"/>
                  </a:lnTo>
                  <a:lnTo>
                    <a:pt x="63924" y="37864"/>
                  </a:lnTo>
                  <a:lnTo>
                    <a:pt x="64256" y="37398"/>
                  </a:lnTo>
                  <a:lnTo>
                    <a:pt x="64721" y="36763"/>
                  </a:lnTo>
                  <a:lnTo>
                    <a:pt x="63970" y="35393"/>
                  </a:lnTo>
                  <a:lnTo>
                    <a:pt x="61989" y="31445"/>
                  </a:lnTo>
                  <a:lnTo>
                    <a:pt x="60573" y="31339"/>
                  </a:lnTo>
                  <a:lnTo>
                    <a:pt x="60413" y="33181"/>
                  </a:lnTo>
                  <a:lnTo>
                    <a:pt x="55358" y="32851"/>
                  </a:lnTo>
                  <a:lnTo>
                    <a:pt x="55251" y="34293"/>
                  </a:lnTo>
                  <a:lnTo>
                    <a:pt x="52421" y="34347"/>
                  </a:lnTo>
                  <a:lnTo>
                    <a:pt x="51027" y="32640"/>
                  </a:lnTo>
                  <a:lnTo>
                    <a:pt x="50268" y="31711"/>
                  </a:lnTo>
                  <a:lnTo>
                    <a:pt x="49804" y="31143"/>
                  </a:lnTo>
                  <a:lnTo>
                    <a:pt x="50979" y="25375"/>
                  </a:lnTo>
                  <a:lnTo>
                    <a:pt x="47882" y="22545"/>
                  </a:lnTo>
                  <a:lnTo>
                    <a:pt x="56693" y="12291"/>
                  </a:lnTo>
                  <a:lnTo>
                    <a:pt x="59096" y="11490"/>
                  </a:lnTo>
                  <a:lnTo>
                    <a:pt x="67587" y="12184"/>
                  </a:lnTo>
                  <a:lnTo>
                    <a:pt x="74850" y="12451"/>
                  </a:lnTo>
                  <a:lnTo>
                    <a:pt x="74423" y="9995"/>
                  </a:lnTo>
                  <a:lnTo>
                    <a:pt x="76079" y="9247"/>
                  </a:lnTo>
                  <a:lnTo>
                    <a:pt x="78889" y="15165"/>
                  </a:lnTo>
                  <a:lnTo>
                    <a:pt x="81533" y="14577"/>
                  </a:lnTo>
                  <a:lnTo>
                    <a:pt x="83021" y="16499"/>
                  </a:lnTo>
                  <a:lnTo>
                    <a:pt x="84687" y="20473"/>
                  </a:lnTo>
                  <a:lnTo>
                    <a:pt x="85104" y="23068"/>
                  </a:lnTo>
                  <a:lnTo>
                    <a:pt x="79765" y="22850"/>
                  </a:lnTo>
                  <a:lnTo>
                    <a:pt x="79434" y="23484"/>
                  </a:lnTo>
                  <a:lnTo>
                    <a:pt x="79476" y="23654"/>
                  </a:lnTo>
                  <a:lnTo>
                    <a:pt x="79721" y="24633"/>
                  </a:lnTo>
                  <a:lnTo>
                    <a:pt x="79995" y="25727"/>
                  </a:lnTo>
                  <a:lnTo>
                    <a:pt x="80566" y="27408"/>
                  </a:lnTo>
                  <a:lnTo>
                    <a:pt x="80700" y="27802"/>
                  </a:lnTo>
                  <a:lnTo>
                    <a:pt x="80844" y="28226"/>
                  </a:lnTo>
                  <a:lnTo>
                    <a:pt x="81215" y="28651"/>
                  </a:lnTo>
                  <a:lnTo>
                    <a:pt x="81553" y="29039"/>
                  </a:lnTo>
                  <a:lnTo>
                    <a:pt x="81933" y="29476"/>
                  </a:lnTo>
                  <a:lnTo>
                    <a:pt x="82748" y="29596"/>
                  </a:lnTo>
                  <a:lnTo>
                    <a:pt x="83543" y="29713"/>
                  </a:lnTo>
                  <a:lnTo>
                    <a:pt x="83730" y="29741"/>
                  </a:lnTo>
                  <a:lnTo>
                    <a:pt x="83707" y="31600"/>
                  </a:lnTo>
                  <a:lnTo>
                    <a:pt x="83691" y="32922"/>
                  </a:lnTo>
                  <a:lnTo>
                    <a:pt x="83640" y="33105"/>
                  </a:lnTo>
                  <a:lnTo>
                    <a:pt x="83224" y="34594"/>
                  </a:lnTo>
                  <a:lnTo>
                    <a:pt x="82706" y="36448"/>
                  </a:lnTo>
                  <a:lnTo>
                    <a:pt x="83134" y="36771"/>
                  </a:lnTo>
                  <a:lnTo>
                    <a:pt x="85410" y="38485"/>
                  </a:lnTo>
                  <a:lnTo>
                    <a:pt x="85742" y="39315"/>
                  </a:lnTo>
                  <a:lnTo>
                    <a:pt x="87388" y="39917"/>
                  </a:lnTo>
                  <a:lnTo>
                    <a:pt x="86998" y="41383"/>
                  </a:lnTo>
                  <a:lnTo>
                    <a:pt x="87512" y="41457"/>
                  </a:lnTo>
                  <a:lnTo>
                    <a:pt x="87697" y="41484"/>
                  </a:lnTo>
                  <a:lnTo>
                    <a:pt x="89171" y="41764"/>
                  </a:lnTo>
                  <a:lnTo>
                    <a:pt x="89182" y="42525"/>
                  </a:lnTo>
                  <a:lnTo>
                    <a:pt x="89196" y="43448"/>
                  </a:lnTo>
                  <a:lnTo>
                    <a:pt x="89208" y="44288"/>
                  </a:lnTo>
                  <a:lnTo>
                    <a:pt x="89229" y="45657"/>
                  </a:lnTo>
                  <a:lnTo>
                    <a:pt x="90333" y="45637"/>
                  </a:lnTo>
                  <a:lnTo>
                    <a:pt x="91208" y="45621"/>
                  </a:lnTo>
                  <a:lnTo>
                    <a:pt x="91253" y="45239"/>
                  </a:lnTo>
                  <a:lnTo>
                    <a:pt x="91812" y="45247"/>
                  </a:lnTo>
                  <a:lnTo>
                    <a:pt x="93207" y="45268"/>
                  </a:lnTo>
                  <a:lnTo>
                    <a:pt x="93892" y="45279"/>
                  </a:lnTo>
                  <a:lnTo>
                    <a:pt x="94107" y="45282"/>
                  </a:lnTo>
                  <a:lnTo>
                    <a:pt x="94151" y="46026"/>
                  </a:lnTo>
                  <a:lnTo>
                    <a:pt x="94222" y="46869"/>
                  </a:lnTo>
                  <a:lnTo>
                    <a:pt x="94462" y="46897"/>
                  </a:lnTo>
                  <a:lnTo>
                    <a:pt x="95712" y="47042"/>
                  </a:lnTo>
                  <a:lnTo>
                    <a:pt x="97682" y="47271"/>
                  </a:lnTo>
                  <a:lnTo>
                    <a:pt x="97707" y="45550"/>
                  </a:lnTo>
                  <a:lnTo>
                    <a:pt x="97928" y="45630"/>
                  </a:lnTo>
                  <a:lnTo>
                    <a:pt x="99196" y="46068"/>
                  </a:lnTo>
                  <a:lnTo>
                    <a:pt x="99423" y="46146"/>
                  </a:lnTo>
                  <a:lnTo>
                    <a:pt x="99632" y="46205"/>
                  </a:lnTo>
                  <a:lnTo>
                    <a:pt x="100666" y="46496"/>
                  </a:lnTo>
                  <a:lnTo>
                    <a:pt x="101502" y="46730"/>
                  </a:lnTo>
                  <a:lnTo>
                    <a:pt x="101644" y="47703"/>
                  </a:lnTo>
                  <a:lnTo>
                    <a:pt x="101831" y="48984"/>
                  </a:lnTo>
                  <a:lnTo>
                    <a:pt x="101922" y="49603"/>
                  </a:lnTo>
                  <a:lnTo>
                    <a:pt x="101953" y="49820"/>
                  </a:lnTo>
                  <a:lnTo>
                    <a:pt x="102000" y="50153"/>
                  </a:lnTo>
                  <a:lnTo>
                    <a:pt x="102100" y="50985"/>
                  </a:lnTo>
                  <a:lnTo>
                    <a:pt x="102121" y="51159"/>
                  </a:lnTo>
                  <a:lnTo>
                    <a:pt x="102158" y="51461"/>
                  </a:lnTo>
                  <a:lnTo>
                    <a:pt x="102178" y="51915"/>
                  </a:lnTo>
                  <a:lnTo>
                    <a:pt x="102241" y="53309"/>
                  </a:lnTo>
                  <a:lnTo>
                    <a:pt x="102264" y="53824"/>
                  </a:lnTo>
                  <a:lnTo>
                    <a:pt x="102274" y="54046"/>
                  </a:lnTo>
                  <a:lnTo>
                    <a:pt x="102297" y="54269"/>
                  </a:lnTo>
                  <a:lnTo>
                    <a:pt x="102335" y="54643"/>
                  </a:lnTo>
                  <a:lnTo>
                    <a:pt x="103791" y="54529"/>
                  </a:lnTo>
                  <a:lnTo>
                    <a:pt x="104081" y="58555"/>
                  </a:lnTo>
                  <a:lnTo>
                    <a:pt x="108343" y="58002"/>
                  </a:lnTo>
                  <a:lnTo>
                    <a:pt x="107717" y="59529"/>
                  </a:lnTo>
                  <a:lnTo>
                    <a:pt x="107134" y="61090"/>
                  </a:lnTo>
                  <a:lnTo>
                    <a:pt x="107220" y="61298"/>
                  </a:lnTo>
                  <a:lnTo>
                    <a:pt x="107486" y="61941"/>
                  </a:lnTo>
                  <a:lnTo>
                    <a:pt x="107748" y="61860"/>
                  </a:lnTo>
                  <a:lnTo>
                    <a:pt x="107886" y="61817"/>
                  </a:lnTo>
                  <a:lnTo>
                    <a:pt x="107919" y="62042"/>
                  </a:lnTo>
                  <a:lnTo>
                    <a:pt x="108131" y="62923"/>
                  </a:lnTo>
                  <a:lnTo>
                    <a:pt x="109135" y="63089"/>
                  </a:lnTo>
                  <a:lnTo>
                    <a:pt x="109495" y="62588"/>
                  </a:lnTo>
                  <a:lnTo>
                    <a:pt x="110717" y="63563"/>
                  </a:lnTo>
                  <a:lnTo>
                    <a:pt x="111031" y="63236"/>
                  </a:lnTo>
                  <a:lnTo>
                    <a:pt x="111284" y="63403"/>
                  </a:lnTo>
                  <a:lnTo>
                    <a:pt x="110650" y="64224"/>
                  </a:lnTo>
                  <a:lnTo>
                    <a:pt x="111037" y="64491"/>
                  </a:lnTo>
                  <a:lnTo>
                    <a:pt x="110650" y="65112"/>
                  </a:lnTo>
                  <a:lnTo>
                    <a:pt x="111153" y="65466"/>
                  </a:lnTo>
                  <a:lnTo>
                    <a:pt x="111248" y="65687"/>
                  </a:lnTo>
                  <a:lnTo>
                    <a:pt x="111093" y="65998"/>
                  </a:lnTo>
                  <a:lnTo>
                    <a:pt x="110800" y="66589"/>
                  </a:lnTo>
                  <a:lnTo>
                    <a:pt x="110603" y="66988"/>
                  </a:lnTo>
                  <a:lnTo>
                    <a:pt x="111151" y="67388"/>
                  </a:lnTo>
                  <a:lnTo>
                    <a:pt x="110457" y="68690"/>
                  </a:lnTo>
                  <a:lnTo>
                    <a:pt x="113494" y="70272"/>
                  </a:lnTo>
                  <a:lnTo>
                    <a:pt x="112423" y="72070"/>
                  </a:lnTo>
                  <a:lnTo>
                    <a:pt x="112182" y="71937"/>
                  </a:lnTo>
                  <a:lnTo>
                    <a:pt x="111570" y="71599"/>
                  </a:lnTo>
                  <a:lnTo>
                    <a:pt x="110699" y="71117"/>
                  </a:lnTo>
                  <a:lnTo>
                    <a:pt x="110178" y="70829"/>
                  </a:lnTo>
                  <a:lnTo>
                    <a:pt x="109928" y="71097"/>
                  </a:lnTo>
                  <a:lnTo>
                    <a:pt x="109646" y="71401"/>
                  </a:lnTo>
                  <a:lnTo>
                    <a:pt x="108898" y="72282"/>
                  </a:lnTo>
                  <a:lnTo>
                    <a:pt x="108236" y="73713"/>
                  </a:lnTo>
                  <a:lnTo>
                    <a:pt x="109271" y="74735"/>
                  </a:lnTo>
                  <a:lnTo>
                    <a:pt x="109541" y="74578"/>
                  </a:lnTo>
                  <a:lnTo>
                    <a:pt x="109711" y="74446"/>
                  </a:lnTo>
                  <a:lnTo>
                    <a:pt x="110407" y="75031"/>
                  </a:lnTo>
                  <a:lnTo>
                    <a:pt x="110632" y="75220"/>
                  </a:lnTo>
                  <a:lnTo>
                    <a:pt x="111530" y="75563"/>
                  </a:lnTo>
                  <a:lnTo>
                    <a:pt x="111700" y="75627"/>
                  </a:lnTo>
                  <a:lnTo>
                    <a:pt x="112617" y="76743"/>
                  </a:lnTo>
                  <a:lnTo>
                    <a:pt x="112365" y="77050"/>
                  </a:lnTo>
                  <a:lnTo>
                    <a:pt x="112090" y="77386"/>
                  </a:lnTo>
                  <a:lnTo>
                    <a:pt x="111281" y="78203"/>
                  </a:lnTo>
                  <a:lnTo>
                    <a:pt x="111133" y="78419"/>
                  </a:lnTo>
                  <a:lnTo>
                    <a:pt x="110902" y="78755"/>
                  </a:lnTo>
                  <a:lnTo>
                    <a:pt x="110771" y="79209"/>
                  </a:lnTo>
                  <a:lnTo>
                    <a:pt x="111879" y="79909"/>
                  </a:lnTo>
                  <a:lnTo>
                    <a:pt x="112116" y="79827"/>
                  </a:lnTo>
                  <a:lnTo>
                    <a:pt x="112243" y="79783"/>
                  </a:lnTo>
                  <a:lnTo>
                    <a:pt x="112494" y="79967"/>
                  </a:lnTo>
                  <a:lnTo>
                    <a:pt x="112684" y="80108"/>
                  </a:lnTo>
                  <a:lnTo>
                    <a:pt x="113035" y="80366"/>
                  </a:lnTo>
                  <a:lnTo>
                    <a:pt x="113262" y="80533"/>
                  </a:lnTo>
                  <a:lnTo>
                    <a:pt x="114275" y="81209"/>
                  </a:lnTo>
                  <a:lnTo>
                    <a:pt x="114593" y="81192"/>
                  </a:lnTo>
                  <a:lnTo>
                    <a:pt x="115649" y="81913"/>
                  </a:lnTo>
                  <a:lnTo>
                    <a:pt x="115970" y="82132"/>
                  </a:lnTo>
                  <a:lnTo>
                    <a:pt x="116514" y="82230"/>
                  </a:lnTo>
                  <a:lnTo>
                    <a:pt x="116245" y="82590"/>
                  </a:lnTo>
                  <a:lnTo>
                    <a:pt x="116096" y="82790"/>
                  </a:lnTo>
                  <a:lnTo>
                    <a:pt x="115458" y="83645"/>
                  </a:lnTo>
                  <a:lnTo>
                    <a:pt x="115252" y="83922"/>
                  </a:lnTo>
                  <a:lnTo>
                    <a:pt x="114877" y="84425"/>
                  </a:lnTo>
                  <a:lnTo>
                    <a:pt x="114752" y="84591"/>
                  </a:lnTo>
                  <a:lnTo>
                    <a:pt x="113441" y="84411"/>
                  </a:lnTo>
                  <a:lnTo>
                    <a:pt x="113103" y="84364"/>
                  </a:lnTo>
                  <a:lnTo>
                    <a:pt x="111054" y="84164"/>
                  </a:lnTo>
                  <a:lnTo>
                    <a:pt x="110319" y="83922"/>
                  </a:lnTo>
                  <a:lnTo>
                    <a:pt x="106394" y="82629"/>
                  </a:lnTo>
                  <a:lnTo>
                    <a:pt x="106025" y="85732"/>
                  </a:lnTo>
                  <a:lnTo>
                    <a:pt x="106006" y="85894"/>
                  </a:lnTo>
                  <a:lnTo>
                    <a:pt x="114742" y="86551"/>
                  </a:lnTo>
                  <a:lnTo>
                    <a:pt x="115286" y="86799"/>
                  </a:lnTo>
                  <a:lnTo>
                    <a:pt x="116430" y="87322"/>
                  </a:lnTo>
                  <a:lnTo>
                    <a:pt x="116425" y="87487"/>
                  </a:lnTo>
                  <a:lnTo>
                    <a:pt x="116392" y="88626"/>
                  </a:lnTo>
                  <a:lnTo>
                    <a:pt x="116355" y="89864"/>
                  </a:lnTo>
                  <a:lnTo>
                    <a:pt x="116347" y="90147"/>
                  </a:lnTo>
                  <a:lnTo>
                    <a:pt x="116342" y="90293"/>
                  </a:lnTo>
                  <a:lnTo>
                    <a:pt x="116002" y="90267"/>
                  </a:lnTo>
                  <a:lnTo>
                    <a:pt x="112482" y="89992"/>
                  </a:lnTo>
                  <a:lnTo>
                    <a:pt x="111527" y="89919"/>
                  </a:lnTo>
                  <a:lnTo>
                    <a:pt x="109581" y="89767"/>
                  </a:lnTo>
                  <a:lnTo>
                    <a:pt x="108206" y="89659"/>
                  </a:lnTo>
                  <a:lnTo>
                    <a:pt x="105370" y="89437"/>
                  </a:lnTo>
                  <a:lnTo>
                    <a:pt x="103890" y="89336"/>
                  </a:lnTo>
                  <a:lnTo>
                    <a:pt x="102722" y="89247"/>
                  </a:lnTo>
                  <a:lnTo>
                    <a:pt x="102545" y="89232"/>
                  </a:lnTo>
                  <a:lnTo>
                    <a:pt x="93622" y="88474"/>
                  </a:lnTo>
                  <a:lnTo>
                    <a:pt x="93427" y="88458"/>
                  </a:lnTo>
                  <a:lnTo>
                    <a:pt x="92827" y="88411"/>
                  </a:lnTo>
                  <a:lnTo>
                    <a:pt x="92102" y="88354"/>
                  </a:lnTo>
                  <a:lnTo>
                    <a:pt x="91548" y="88310"/>
                  </a:lnTo>
                  <a:lnTo>
                    <a:pt x="85716" y="87894"/>
                  </a:lnTo>
                  <a:lnTo>
                    <a:pt x="81625" y="87602"/>
                  </a:lnTo>
                  <a:lnTo>
                    <a:pt x="81020" y="87559"/>
                  </a:lnTo>
                  <a:lnTo>
                    <a:pt x="78661" y="87391"/>
                  </a:lnTo>
                  <a:lnTo>
                    <a:pt x="78287" y="87364"/>
                  </a:lnTo>
                  <a:lnTo>
                    <a:pt x="78152" y="87355"/>
                  </a:lnTo>
                  <a:lnTo>
                    <a:pt x="77712" y="87322"/>
                  </a:lnTo>
                  <a:lnTo>
                    <a:pt x="74074" y="87052"/>
                  </a:lnTo>
                  <a:lnTo>
                    <a:pt x="71571" y="86866"/>
                  </a:lnTo>
                  <a:lnTo>
                    <a:pt x="68100" y="86608"/>
                  </a:lnTo>
                  <a:lnTo>
                    <a:pt x="64673" y="86354"/>
                  </a:lnTo>
                  <a:lnTo>
                    <a:pt x="64780" y="85102"/>
                  </a:lnTo>
                  <a:lnTo>
                    <a:pt x="64798" y="84891"/>
                  </a:lnTo>
                  <a:lnTo>
                    <a:pt x="64824" y="84607"/>
                  </a:lnTo>
                  <a:lnTo>
                    <a:pt x="64871" y="84073"/>
                  </a:lnTo>
                  <a:lnTo>
                    <a:pt x="64939" y="83309"/>
                  </a:lnTo>
                  <a:lnTo>
                    <a:pt x="64959" y="83083"/>
                  </a:lnTo>
                  <a:lnTo>
                    <a:pt x="65015" y="82452"/>
                  </a:lnTo>
                  <a:lnTo>
                    <a:pt x="65063" y="81939"/>
                  </a:lnTo>
                  <a:lnTo>
                    <a:pt x="65363" y="78738"/>
                  </a:lnTo>
                  <a:lnTo>
                    <a:pt x="65377" y="78590"/>
                  </a:lnTo>
                  <a:lnTo>
                    <a:pt x="65457" y="77737"/>
                  </a:lnTo>
                  <a:lnTo>
                    <a:pt x="65427" y="77064"/>
                  </a:lnTo>
                  <a:lnTo>
                    <a:pt x="61585" y="76787"/>
                  </a:lnTo>
                  <a:lnTo>
                    <a:pt x="61033" y="76748"/>
                  </a:lnTo>
                  <a:lnTo>
                    <a:pt x="60764" y="76514"/>
                  </a:lnTo>
                  <a:lnTo>
                    <a:pt x="57998" y="74112"/>
                  </a:lnTo>
                  <a:lnTo>
                    <a:pt x="56827" y="73096"/>
                  </a:lnTo>
                  <a:lnTo>
                    <a:pt x="56676" y="72965"/>
                  </a:lnTo>
                  <a:lnTo>
                    <a:pt x="56089" y="73203"/>
                  </a:lnTo>
                  <a:lnTo>
                    <a:pt x="54993" y="73433"/>
                  </a:lnTo>
                  <a:lnTo>
                    <a:pt x="50941" y="74282"/>
                  </a:lnTo>
                  <a:lnTo>
                    <a:pt x="49348" y="74486"/>
                  </a:lnTo>
                  <a:lnTo>
                    <a:pt x="48549" y="72940"/>
                  </a:lnTo>
                  <a:lnTo>
                    <a:pt x="48416" y="72682"/>
                  </a:lnTo>
                  <a:lnTo>
                    <a:pt x="48006" y="71888"/>
                  </a:lnTo>
                  <a:lnTo>
                    <a:pt x="47866" y="71617"/>
                  </a:lnTo>
                  <a:lnTo>
                    <a:pt x="47825" y="70930"/>
                  </a:lnTo>
                  <a:lnTo>
                    <a:pt x="47809" y="70664"/>
                  </a:lnTo>
                  <a:lnTo>
                    <a:pt x="46694" y="68457"/>
                  </a:lnTo>
                  <a:lnTo>
                    <a:pt x="46503" y="67961"/>
                  </a:lnTo>
                  <a:lnTo>
                    <a:pt x="45984" y="66615"/>
                  </a:lnTo>
                  <a:lnTo>
                    <a:pt x="46174" y="66293"/>
                  </a:lnTo>
                  <a:lnTo>
                    <a:pt x="45480" y="64196"/>
                  </a:lnTo>
                  <a:lnTo>
                    <a:pt x="45082" y="62990"/>
                  </a:lnTo>
                  <a:lnTo>
                    <a:pt x="44844" y="62271"/>
                  </a:lnTo>
                  <a:lnTo>
                    <a:pt x="44011" y="61118"/>
                  </a:lnTo>
                  <a:lnTo>
                    <a:pt x="42998" y="60791"/>
                  </a:lnTo>
                  <a:lnTo>
                    <a:pt x="42778" y="60721"/>
                  </a:lnTo>
                  <a:lnTo>
                    <a:pt x="42615" y="60791"/>
                  </a:lnTo>
                  <a:lnTo>
                    <a:pt x="41630" y="61212"/>
                  </a:lnTo>
                  <a:lnTo>
                    <a:pt x="41017" y="60791"/>
                  </a:lnTo>
                  <a:lnTo>
                    <a:pt x="39546" y="59783"/>
                  </a:lnTo>
                  <a:lnTo>
                    <a:pt x="38717" y="59350"/>
                  </a:lnTo>
                  <a:lnTo>
                    <a:pt x="38335" y="59209"/>
                  </a:lnTo>
                  <a:lnTo>
                    <a:pt x="37680" y="59513"/>
                  </a:lnTo>
                  <a:lnTo>
                    <a:pt x="35841" y="56759"/>
                  </a:lnTo>
                  <a:lnTo>
                    <a:pt x="35780" y="56531"/>
                  </a:lnTo>
                  <a:lnTo>
                    <a:pt x="35362" y="54957"/>
                  </a:lnTo>
                  <a:lnTo>
                    <a:pt x="35172" y="54240"/>
                  </a:lnTo>
                  <a:lnTo>
                    <a:pt x="34813" y="53871"/>
                  </a:lnTo>
                  <a:lnTo>
                    <a:pt x="33080" y="52086"/>
                  </a:lnTo>
                  <a:lnTo>
                    <a:pt x="31047" y="54232"/>
                  </a:lnTo>
                  <a:lnTo>
                    <a:pt x="30003" y="53372"/>
                  </a:lnTo>
                  <a:lnTo>
                    <a:pt x="29160" y="52678"/>
                  </a:lnTo>
                  <a:lnTo>
                    <a:pt x="28465" y="52309"/>
                  </a:lnTo>
                  <a:lnTo>
                    <a:pt x="27353" y="51594"/>
                  </a:lnTo>
                  <a:lnTo>
                    <a:pt x="26494" y="51042"/>
                  </a:lnTo>
                  <a:lnTo>
                    <a:pt x="25440" y="50364"/>
                  </a:lnTo>
                  <a:lnTo>
                    <a:pt x="25152" y="50179"/>
                  </a:lnTo>
                  <a:lnTo>
                    <a:pt x="23457" y="49386"/>
                  </a:lnTo>
                  <a:lnTo>
                    <a:pt x="22466" y="48923"/>
                  </a:lnTo>
                  <a:lnTo>
                    <a:pt x="21847" y="48633"/>
                  </a:lnTo>
                  <a:lnTo>
                    <a:pt x="21285" y="48371"/>
                  </a:lnTo>
                  <a:lnTo>
                    <a:pt x="20230" y="46967"/>
                  </a:lnTo>
                  <a:lnTo>
                    <a:pt x="19231" y="46281"/>
                  </a:lnTo>
                  <a:lnTo>
                    <a:pt x="17772" y="45278"/>
                  </a:lnTo>
                  <a:lnTo>
                    <a:pt x="17184" y="44621"/>
                  </a:lnTo>
                  <a:lnTo>
                    <a:pt x="16523" y="43884"/>
                  </a:lnTo>
                  <a:lnTo>
                    <a:pt x="16335" y="43685"/>
                  </a:lnTo>
                  <a:lnTo>
                    <a:pt x="14920" y="42182"/>
                  </a:lnTo>
                  <a:lnTo>
                    <a:pt x="12629" y="39501"/>
                  </a:lnTo>
                  <a:lnTo>
                    <a:pt x="12117" y="38901"/>
                  </a:lnTo>
                  <a:lnTo>
                    <a:pt x="11668" y="39110"/>
                  </a:lnTo>
                  <a:lnTo>
                    <a:pt x="11582" y="38960"/>
                  </a:lnTo>
                  <a:lnTo>
                    <a:pt x="10950" y="37856"/>
                  </a:lnTo>
                  <a:lnTo>
                    <a:pt x="10824" y="37637"/>
                  </a:lnTo>
                  <a:lnTo>
                    <a:pt x="9317" y="35009"/>
                  </a:lnTo>
                  <a:lnTo>
                    <a:pt x="8397" y="34018"/>
                  </a:lnTo>
                  <a:lnTo>
                    <a:pt x="6929" y="32436"/>
                  </a:lnTo>
                  <a:lnTo>
                    <a:pt x="6526" y="32002"/>
                  </a:lnTo>
                  <a:lnTo>
                    <a:pt x="5628" y="31035"/>
                  </a:lnTo>
                  <a:lnTo>
                    <a:pt x="3658" y="28664"/>
                  </a:lnTo>
                  <a:lnTo>
                    <a:pt x="3075" y="28041"/>
                  </a:lnTo>
                  <a:lnTo>
                    <a:pt x="0" y="24756"/>
                  </a:lnTo>
                  <a:lnTo>
                    <a:pt x="1526" y="22923"/>
                  </a:lnTo>
                  <a:lnTo>
                    <a:pt x="2792" y="21994"/>
                  </a:lnTo>
                  <a:lnTo>
                    <a:pt x="1831" y="21047"/>
                  </a:lnTo>
                  <a:lnTo>
                    <a:pt x="324" y="19559"/>
                  </a:lnTo>
                  <a:lnTo>
                    <a:pt x="558" y="19342"/>
                  </a:lnTo>
                  <a:lnTo>
                    <a:pt x="2952" y="17124"/>
                  </a:lnTo>
                  <a:lnTo>
                    <a:pt x="5108" y="19090"/>
                  </a:lnTo>
                  <a:lnTo>
                    <a:pt x="8270" y="21627"/>
                  </a:lnTo>
                  <a:lnTo>
                    <a:pt x="8863" y="21196"/>
                  </a:lnTo>
                  <a:lnTo>
                    <a:pt x="9823" y="19718"/>
                  </a:lnTo>
                  <a:lnTo>
                    <a:pt x="15340" y="20602"/>
                  </a:lnTo>
                  <a:lnTo>
                    <a:pt x="17102" y="16471"/>
                  </a:lnTo>
                  <a:lnTo>
                    <a:pt x="10450" y="13615"/>
                  </a:lnTo>
                  <a:lnTo>
                    <a:pt x="10474" y="13416"/>
                  </a:lnTo>
                  <a:lnTo>
                    <a:pt x="10783" y="10281"/>
                  </a:lnTo>
                  <a:lnTo>
                    <a:pt x="8703" y="8745"/>
                  </a:lnTo>
                  <a:lnTo>
                    <a:pt x="8979" y="8324"/>
                  </a:lnTo>
                  <a:lnTo>
                    <a:pt x="9171" y="8014"/>
                  </a:lnTo>
                  <a:lnTo>
                    <a:pt x="10354" y="6101"/>
                  </a:lnTo>
                  <a:lnTo>
                    <a:pt x="11767" y="6401"/>
                  </a:lnTo>
                  <a:lnTo>
                    <a:pt x="13220" y="6709"/>
                  </a:lnTo>
                  <a:lnTo>
                    <a:pt x="17271" y="7568"/>
                  </a:lnTo>
                  <a:lnTo>
                    <a:pt x="17655" y="7649"/>
                  </a:lnTo>
                  <a:lnTo>
                    <a:pt x="19004" y="6947"/>
                  </a:lnTo>
                  <a:lnTo>
                    <a:pt x="17947" y="5240"/>
                  </a:lnTo>
                  <a:lnTo>
                    <a:pt x="17500" y="4518"/>
                  </a:lnTo>
                  <a:lnTo>
                    <a:pt x="16915" y="3825"/>
                  </a:lnTo>
                  <a:lnTo>
                    <a:pt x="17250" y="3842"/>
                  </a:lnTo>
                  <a:lnTo>
                    <a:pt x="18138" y="3895"/>
                  </a:lnTo>
                  <a:lnTo>
                    <a:pt x="18326" y="3907"/>
                  </a:lnTo>
                  <a:lnTo>
                    <a:pt x="18576" y="3852"/>
                  </a:lnTo>
                  <a:lnTo>
                    <a:pt x="19145" y="3729"/>
                  </a:lnTo>
                  <a:lnTo>
                    <a:pt x="19607" y="3629"/>
                  </a:lnTo>
                  <a:lnTo>
                    <a:pt x="20142" y="3429"/>
                  </a:lnTo>
                  <a:lnTo>
                    <a:pt x="21325" y="2951"/>
                  </a:lnTo>
                  <a:lnTo>
                    <a:pt x="21957" y="2518"/>
                  </a:lnTo>
                  <a:lnTo>
                    <a:pt x="22818" y="1841"/>
                  </a:lnTo>
                  <a:lnTo>
                    <a:pt x="23218" y="1366"/>
                  </a:lnTo>
                  <a:lnTo>
                    <a:pt x="23362" y="1201"/>
                  </a:lnTo>
                  <a:lnTo>
                    <a:pt x="24157" y="532"/>
                  </a:lnTo>
                  <a:lnTo>
                    <a:pt x="24755" y="190"/>
                  </a:lnTo>
                  <a:lnTo>
                    <a:pt x="25094" y="88"/>
                  </a:lnTo>
                  <a:lnTo>
                    <a:pt x="25456" y="0"/>
                  </a:lnTo>
                  <a:lnTo>
                    <a:pt x="25852" y="12"/>
                  </a:lnTo>
                  <a:lnTo>
                    <a:pt x="26058" y="19"/>
                  </a:lnTo>
                  <a:lnTo>
                    <a:pt x="26421" y="2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2584694" y="2516102"/>
              <a:ext cx="90751" cy="67205"/>
            </a:xfrm>
            <a:custGeom>
              <a:avLst/>
              <a:pathLst>
                <a:path w="90751" h="67205">
                  <a:moveTo>
                    <a:pt x="22188" y="1568"/>
                  </a:moveTo>
                  <a:lnTo>
                    <a:pt x="23857" y="6274"/>
                  </a:lnTo>
                  <a:lnTo>
                    <a:pt x="24486" y="5971"/>
                  </a:lnTo>
                  <a:lnTo>
                    <a:pt x="25240" y="5608"/>
                  </a:lnTo>
                  <a:lnTo>
                    <a:pt x="28315" y="8893"/>
                  </a:lnTo>
                  <a:lnTo>
                    <a:pt x="28898" y="9516"/>
                  </a:lnTo>
                  <a:lnTo>
                    <a:pt x="30868" y="11887"/>
                  </a:lnTo>
                  <a:lnTo>
                    <a:pt x="31766" y="12854"/>
                  </a:lnTo>
                  <a:lnTo>
                    <a:pt x="32169" y="13288"/>
                  </a:lnTo>
                  <a:lnTo>
                    <a:pt x="33637" y="14869"/>
                  </a:lnTo>
                  <a:lnTo>
                    <a:pt x="34557" y="15861"/>
                  </a:lnTo>
                  <a:lnTo>
                    <a:pt x="36064" y="18489"/>
                  </a:lnTo>
                  <a:lnTo>
                    <a:pt x="36190" y="18708"/>
                  </a:lnTo>
                  <a:lnTo>
                    <a:pt x="36822" y="19812"/>
                  </a:lnTo>
                  <a:lnTo>
                    <a:pt x="36908" y="19961"/>
                  </a:lnTo>
                  <a:lnTo>
                    <a:pt x="37357" y="19753"/>
                  </a:lnTo>
                  <a:lnTo>
                    <a:pt x="37869" y="20353"/>
                  </a:lnTo>
                  <a:lnTo>
                    <a:pt x="40205" y="23082"/>
                  </a:lnTo>
                  <a:lnTo>
                    <a:pt x="41575" y="24537"/>
                  </a:lnTo>
                  <a:lnTo>
                    <a:pt x="41774" y="24748"/>
                  </a:lnTo>
                  <a:lnTo>
                    <a:pt x="42424" y="25473"/>
                  </a:lnTo>
                  <a:lnTo>
                    <a:pt x="43012" y="26129"/>
                  </a:lnTo>
                  <a:lnTo>
                    <a:pt x="44471" y="27132"/>
                  </a:lnTo>
                  <a:lnTo>
                    <a:pt x="45470" y="27818"/>
                  </a:lnTo>
                  <a:lnTo>
                    <a:pt x="46525" y="29222"/>
                  </a:lnTo>
                  <a:lnTo>
                    <a:pt x="47087" y="29485"/>
                  </a:lnTo>
                  <a:lnTo>
                    <a:pt x="47706" y="29775"/>
                  </a:lnTo>
                  <a:lnTo>
                    <a:pt x="48697" y="30238"/>
                  </a:lnTo>
                  <a:lnTo>
                    <a:pt x="50392" y="31030"/>
                  </a:lnTo>
                  <a:lnTo>
                    <a:pt x="50680" y="31216"/>
                  </a:lnTo>
                  <a:lnTo>
                    <a:pt x="51734" y="31893"/>
                  </a:lnTo>
                  <a:lnTo>
                    <a:pt x="52716" y="32525"/>
                  </a:lnTo>
                  <a:lnTo>
                    <a:pt x="53756" y="33193"/>
                  </a:lnTo>
                  <a:lnTo>
                    <a:pt x="54400" y="33529"/>
                  </a:lnTo>
                  <a:lnTo>
                    <a:pt x="55243" y="34224"/>
                  </a:lnTo>
                  <a:lnTo>
                    <a:pt x="56358" y="35009"/>
                  </a:lnTo>
                  <a:lnTo>
                    <a:pt x="58320" y="32937"/>
                  </a:lnTo>
                  <a:lnTo>
                    <a:pt x="60053" y="34723"/>
                  </a:lnTo>
                  <a:lnTo>
                    <a:pt x="60412" y="35092"/>
                  </a:lnTo>
                  <a:lnTo>
                    <a:pt x="60602" y="35809"/>
                  </a:lnTo>
                  <a:lnTo>
                    <a:pt x="61020" y="37382"/>
                  </a:lnTo>
                  <a:lnTo>
                    <a:pt x="61081" y="37611"/>
                  </a:lnTo>
                  <a:lnTo>
                    <a:pt x="62920" y="40365"/>
                  </a:lnTo>
                  <a:lnTo>
                    <a:pt x="63575" y="40060"/>
                  </a:lnTo>
                  <a:lnTo>
                    <a:pt x="64052" y="40251"/>
                  </a:lnTo>
                  <a:lnTo>
                    <a:pt x="64786" y="40634"/>
                  </a:lnTo>
                  <a:lnTo>
                    <a:pt x="66257" y="41643"/>
                  </a:lnTo>
                  <a:lnTo>
                    <a:pt x="66875" y="42067"/>
                  </a:lnTo>
                  <a:lnTo>
                    <a:pt x="67855" y="41643"/>
                  </a:lnTo>
                  <a:lnTo>
                    <a:pt x="68018" y="41572"/>
                  </a:lnTo>
                  <a:lnTo>
                    <a:pt x="68238" y="41643"/>
                  </a:lnTo>
                  <a:lnTo>
                    <a:pt x="69251" y="41969"/>
                  </a:lnTo>
                  <a:lnTo>
                    <a:pt x="70084" y="43123"/>
                  </a:lnTo>
                  <a:lnTo>
                    <a:pt x="70322" y="43841"/>
                  </a:lnTo>
                  <a:lnTo>
                    <a:pt x="70720" y="45047"/>
                  </a:lnTo>
                  <a:lnTo>
                    <a:pt x="71414" y="47144"/>
                  </a:lnTo>
                  <a:lnTo>
                    <a:pt x="71224" y="47466"/>
                  </a:lnTo>
                  <a:lnTo>
                    <a:pt x="71743" y="48812"/>
                  </a:lnTo>
                  <a:lnTo>
                    <a:pt x="71982" y="49431"/>
                  </a:lnTo>
                  <a:lnTo>
                    <a:pt x="73050" y="51516"/>
                  </a:lnTo>
                  <a:lnTo>
                    <a:pt x="73065" y="51782"/>
                  </a:lnTo>
                  <a:lnTo>
                    <a:pt x="73170" y="52593"/>
                  </a:lnTo>
                  <a:lnTo>
                    <a:pt x="73246" y="52739"/>
                  </a:lnTo>
                  <a:lnTo>
                    <a:pt x="73656" y="53533"/>
                  </a:lnTo>
                  <a:lnTo>
                    <a:pt x="73789" y="53792"/>
                  </a:lnTo>
                  <a:lnTo>
                    <a:pt x="74588" y="55338"/>
                  </a:lnTo>
                  <a:lnTo>
                    <a:pt x="76291" y="55110"/>
                  </a:lnTo>
                  <a:lnTo>
                    <a:pt x="80233" y="54285"/>
                  </a:lnTo>
                  <a:lnTo>
                    <a:pt x="81329" y="54055"/>
                  </a:lnTo>
                  <a:lnTo>
                    <a:pt x="81916" y="53816"/>
                  </a:lnTo>
                  <a:lnTo>
                    <a:pt x="82067" y="53947"/>
                  </a:lnTo>
                  <a:lnTo>
                    <a:pt x="83238" y="54964"/>
                  </a:lnTo>
                  <a:lnTo>
                    <a:pt x="86004" y="57366"/>
                  </a:lnTo>
                  <a:lnTo>
                    <a:pt x="86273" y="57599"/>
                  </a:lnTo>
                  <a:lnTo>
                    <a:pt x="86825" y="57639"/>
                  </a:lnTo>
                  <a:lnTo>
                    <a:pt x="90751" y="58019"/>
                  </a:lnTo>
                  <a:lnTo>
                    <a:pt x="90697" y="58589"/>
                  </a:lnTo>
                  <a:lnTo>
                    <a:pt x="90617" y="59441"/>
                  </a:lnTo>
                  <a:lnTo>
                    <a:pt x="90603" y="59590"/>
                  </a:lnTo>
                  <a:lnTo>
                    <a:pt x="90303" y="62790"/>
                  </a:lnTo>
                  <a:lnTo>
                    <a:pt x="90255" y="63304"/>
                  </a:lnTo>
                  <a:lnTo>
                    <a:pt x="90197" y="63950"/>
                  </a:lnTo>
                  <a:lnTo>
                    <a:pt x="90179" y="64161"/>
                  </a:lnTo>
                  <a:lnTo>
                    <a:pt x="90096" y="65091"/>
                  </a:lnTo>
                  <a:lnTo>
                    <a:pt x="90057" y="65534"/>
                  </a:lnTo>
                  <a:lnTo>
                    <a:pt x="90038" y="65743"/>
                  </a:lnTo>
                  <a:lnTo>
                    <a:pt x="89935" y="66907"/>
                  </a:lnTo>
                  <a:lnTo>
                    <a:pt x="89907" y="67205"/>
                  </a:lnTo>
                  <a:lnTo>
                    <a:pt x="89657" y="67188"/>
                  </a:lnTo>
                  <a:lnTo>
                    <a:pt x="86512" y="66977"/>
                  </a:lnTo>
                  <a:lnTo>
                    <a:pt x="84092" y="66815"/>
                  </a:lnTo>
                  <a:lnTo>
                    <a:pt x="82564" y="66713"/>
                  </a:lnTo>
                  <a:lnTo>
                    <a:pt x="77800" y="66393"/>
                  </a:lnTo>
                  <a:lnTo>
                    <a:pt x="76105" y="66280"/>
                  </a:lnTo>
                  <a:lnTo>
                    <a:pt x="72649" y="66328"/>
                  </a:lnTo>
                  <a:lnTo>
                    <a:pt x="67507" y="66060"/>
                  </a:lnTo>
                  <a:lnTo>
                    <a:pt x="62964" y="65894"/>
                  </a:lnTo>
                  <a:lnTo>
                    <a:pt x="62069" y="65836"/>
                  </a:lnTo>
                  <a:lnTo>
                    <a:pt x="58431" y="65603"/>
                  </a:lnTo>
                  <a:lnTo>
                    <a:pt x="56351" y="65275"/>
                  </a:lnTo>
                  <a:lnTo>
                    <a:pt x="53921" y="65075"/>
                  </a:lnTo>
                  <a:lnTo>
                    <a:pt x="53459" y="65023"/>
                  </a:lnTo>
                  <a:lnTo>
                    <a:pt x="50261" y="64661"/>
                  </a:lnTo>
                  <a:lnTo>
                    <a:pt x="49540" y="64580"/>
                  </a:lnTo>
                  <a:lnTo>
                    <a:pt x="49220" y="64544"/>
                  </a:lnTo>
                  <a:lnTo>
                    <a:pt x="47728" y="64341"/>
                  </a:lnTo>
                  <a:lnTo>
                    <a:pt x="46501" y="64175"/>
                  </a:lnTo>
                  <a:lnTo>
                    <a:pt x="45416" y="64028"/>
                  </a:lnTo>
                  <a:lnTo>
                    <a:pt x="45163" y="63993"/>
                  </a:lnTo>
                  <a:lnTo>
                    <a:pt x="41611" y="63565"/>
                  </a:lnTo>
                  <a:lnTo>
                    <a:pt x="40730" y="63459"/>
                  </a:lnTo>
                  <a:lnTo>
                    <a:pt x="38543" y="63058"/>
                  </a:lnTo>
                  <a:lnTo>
                    <a:pt x="38327" y="63019"/>
                  </a:lnTo>
                  <a:lnTo>
                    <a:pt x="36324" y="62885"/>
                  </a:lnTo>
                  <a:lnTo>
                    <a:pt x="32132" y="62864"/>
                  </a:lnTo>
                  <a:lnTo>
                    <a:pt x="31459" y="62861"/>
                  </a:lnTo>
                  <a:lnTo>
                    <a:pt x="30997" y="62858"/>
                  </a:lnTo>
                  <a:lnTo>
                    <a:pt x="29433" y="62892"/>
                  </a:lnTo>
                  <a:lnTo>
                    <a:pt x="28514" y="62912"/>
                  </a:lnTo>
                  <a:lnTo>
                    <a:pt x="26845" y="62071"/>
                  </a:lnTo>
                  <a:lnTo>
                    <a:pt x="26712" y="62004"/>
                  </a:lnTo>
                  <a:lnTo>
                    <a:pt x="25255" y="60672"/>
                  </a:lnTo>
                  <a:lnTo>
                    <a:pt x="23998" y="59315"/>
                  </a:lnTo>
                  <a:lnTo>
                    <a:pt x="22493" y="57692"/>
                  </a:lnTo>
                  <a:lnTo>
                    <a:pt x="22377" y="57396"/>
                  </a:lnTo>
                  <a:lnTo>
                    <a:pt x="22186" y="56904"/>
                  </a:lnTo>
                  <a:lnTo>
                    <a:pt x="19823" y="54220"/>
                  </a:lnTo>
                  <a:lnTo>
                    <a:pt x="16792" y="53486"/>
                  </a:lnTo>
                  <a:lnTo>
                    <a:pt x="15112" y="53146"/>
                  </a:lnTo>
                  <a:lnTo>
                    <a:pt x="13647" y="52849"/>
                  </a:lnTo>
                  <a:lnTo>
                    <a:pt x="12769" y="52672"/>
                  </a:lnTo>
                  <a:lnTo>
                    <a:pt x="11095" y="52303"/>
                  </a:lnTo>
                  <a:lnTo>
                    <a:pt x="9910" y="51666"/>
                  </a:lnTo>
                  <a:lnTo>
                    <a:pt x="6694" y="49937"/>
                  </a:lnTo>
                  <a:lnTo>
                    <a:pt x="5697" y="49401"/>
                  </a:lnTo>
                  <a:lnTo>
                    <a:pt x="5705" y="48809"/>
                  </a:lnTo>
                  <a:lnTo>
                    <a:pt x="5710" y="48400"/>
                  </a:lnTo>
                  <a:lnTo>
                    <a:pt x="6018" y="47712"/>
                  </a:lnTo>
                  <a:lnTo>
                    <a:pt x="6246" y="47095"/>
                  </a:lnTo>
                  <a:lnTo>
                    <a:pt x="6357" y="46151"/>
                  </a:lnTo>
                  <a:lnTo>
                    <a:pt x="6477" y="45880"/>
                  </a:lnTo>
                  <a:lnTo>
                    <a:pt x="6811" y="45124"/>
                  </a:lnTo>
                  <a:lnTo>
                    <a:pt x="7036" y="44614"/>
                  </a:lnTo>
                  <a:lnTo>
                    <a:pt x="7932" y="42587"/>
                  </a:lnTo>
                  <a:lnTo>
                    <a:pt x="8113" y="41371"/>
                  </a:lnTo>
                  <a:lnTo>
                    <a:pt x="8221" y="39497"/>
                  </a:lnTo>
                  <a:lnTo>
                    <a:pt x="8263" y="38769"/>
                  </a:lnTo>
                  <a:lnTo>
                    <a:pt x="8126" y="37755"/>
                  </a:lnTo>
                  <a:lnTo>
                    <a:pt x="4694" y="38119"/>
                  </a:lnTo>
                  <a:lnTo>
                    <a:pt x="4631" y="37981"/>
                  </a:lnTo>
                  <a:lnTo>
                    <a:pt x="3777" y="36095"/>
                  </a:lnTo>
                  <a:lnTo>
                    <a:pt x="3121" y="34646"/>
                  </a:lnTo>
                  <a:lnTo>
                    <a:pt x="2566" y="34002"/>
                  </a:lnTo>
                  <a:lnTo>
                    <a:pt x="2061" y="32722"/>
                  </a:lnTo>
                  <a:lnTo>
                    <a:pt x="795" y="29508"/>
                  </a:lnTo>
                  <a:lnTo>
                    <a:pt x="208" y="28211"/>
                  </a:lnTo>
                  <a:lnTo>
                    <a:pt x="0" y="27749"/>
                  </a:lnTo>
                  <a:lnTo>
                    <a:pt x="944" y="27501"/>
                  </a:lnTo>
                  <a:lnTo>
                    <a:pt x="2627" y="26673"/>
                  </a:lnTo>
                  <a:lnTo>
                    <a:pt x="5291" y="26322"/>
                  </a:lnTo>
                  <a:lnTo>
                    <a:pt x="7380" y="26193"/>
                  </a:lnTo>
                  <a:lnTo>
                    <a:pt x="9249" y="25659"/>
                  </a:lnTo>
                  <a:lnTo>
                    <a:pt x="9867" y="24811"/>
                  </a:lnTo>
                  <a:lnTo>
                    <a:pt x="13073" y="24574"/>
                  </a:lnTo>
                  <a:lnTo>
                    <a:pt x="20069" y="23026"/>
                  </a:lnTo>
                  <a:lnTo>
                    <a:pt x="19994" y="22676"/>
                  </a:lnTo>
                  <a:lnTo>
                    <a:pt x="19415" y="19955"/>
                  </a:lnTo>
                  <a:lnTo>
                    <a:pt x="21751" y="19621"/>
                  </a:lnTo>
                  <a:lnTo>
                    <a:pt x="20750" y="16390"/>
                  </a:lnTo>
                  <a:lnTo>
                    <a:pt x="19789" y="13827"/>
                  </a:lnTo>
                  <a:lnTo>
                    <a:pt x="18347" y="10730"/>
                  </a:lnTo>
                  <a:lnTo>
                    <a:pt x="15516" y="6831"/>
                  </a:lnTo>
                  <a:lnTo>
                    <a:pt x="16958" y="2612"/>
                  </a:lnTo>
                  <a:lnTo>
                    <a:pt x="18332" y="1089"/>
                  </a:lnTo>
                  <a:lnTo>
                    <a:pt x="2011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462402" y="2507468"/>
              <a:ext cx="194940" cy="115026"/>
            </a:xfrm>
            <a:custGeom>
              <a:avLst/>
              <a:pathLst>
                <a:path w="194940" h="115026">
                  <a:moveTo>
                    <a:pt x="101273" y="619"/>
                  </a:moveTo>
                  <a:lnTo>
                    <a:pt x="101230" y="3588"/>
                  </a:lnTo>
                  <a:lnTo>
                    <a:pt x="97770" y="3567"/>
                  </a:lnTo>
                  <a:lnTo>
                    <a:pt x="96787" y="3994"/>
                  </a:lnTo>
                  <a:lnTo>
                    <a:pt x="96339" y="5212"/>
                  </a:lnTo>
                  <a:lnTo>
                    <a:pt x="93619" y="7599"/>
                  </a:lnTo>
                  <a:lnTo>
                    <a:pt x="95911" y="9698"/>
                  </a:lnTo>
                  <a:lnTo>
                    <a:pt x="94587" y="11471"/>
                  </a:lnTo>
                  <a:lnTo>
                    <a:pt x="95826" y="12624"/>
                  </a:lnTo>
                  <a:lnTo>
                    <a:pt x="95653" y="13038"/>
                  </a:lnTo>
                  <a:lnTo>
                    <a:pt x="95014" y="14568"/>
                  </a:lnTo>
                  <a:lnTo>
                    <a:pt x="94138" y="16491"/>
                  </a:lnTo>
                  <a:lnTo>
                    <a:pt x="89951" y="21703"/>
                  </a:lnTo>
                  <a:lnTo>
                    <a:pt x="88905" y="23412"/>
                  </a:lnTo>
                  <a:lnTo>
                    <a:pt x="91532" y="25185"/>
                  </a:lnTo>
                  <a:lnTo>
                    <a:pt x="92643" y="23668"/>
                  </a:lnTo>
                  <a:lnTo>
                    <a:pt x="95100" y="17601"/>
                  </a:lnTo>
                  <a:lnTo>
                    <a:pt x="95548" y="17623"/>
                  </a:lnTo>
                  <a:lnTo>
                    <a:pt x="96638" y="17601"/>
                  </a:lnTo>
                  <a:lnTo>
                    <a:pt x="96702" y="16085"/>
                  </a:lnTo>
                  <a:lnTo>
                    <a:pt x="97663" y="14803"/>
                  </a:lnTo>
                  <a:lnTo>
                    <a:pt x="97750" y="14200"/>
                  </a:lnTo>
                  <a:lnTo>
                    <a:pt x="98539" y="8758"/>
                  </a:lnTo>
                  <a:lnTo>
                    <a:pt x="105289" y="9783"/>
                  </a:lnTo>
                  <a:lnTo>
                    <a:pt x="104712" y="14354"/>
                  </a:lnTo>
                  <a:lnTo>
                    <a:pt x="111612" y="13585"/>
                  </a:lnTo>
                  <a:lnTo>
                    <a:pt x="113769" y="11620"/>
                  </a:lnTo>
                  <a:lnTo>
                    <a:pt x="117059" y="11043"/>
                  </a:lnTo>
                  <a:lnTo>
                    <a:pt x="120157" y="6322"/>
                  </a:lnTo>
                  <a:lnTo>
                    <a:pt x="122464" y="7647"/>
                  </a:lnTo>
                  <a:lnTo>
                    <a:pt x="124536" y="4635"/>
                  </a:lnTo>
                  <a:lnTo>
                    <a:pt x="130666" y="10424"/>
                  </a:lnTo>
                  <a:lnTo>
                    <a:pt x="129876" y="11535"/>
                  </a:lnTo>
                  <a:lnTo>
                    <a:pt x="129427" y="12240"/>
                  </a:lnTo>
                  <a:lnTo>
                    <a:pt x="129641" y="13436"/>
                  </a:lnTo>
                  <a:lnTo>
                    <a:pt x="135024" y="20186"/>
                  </a:lnTo>
                  <a:lnTo>
                    <a:pt x="129855" y="26338"/>
                  </a:lnTo>
                  <a:lnTo>
                    <a:pt x="126650" y="23326"/>
                  </a:lnTo>
                  <a:lnTo>
                    <a:pt x="125433" y="24480"/>
                  </a:lnTo>
                  <a:lnTo>
                    <a:pt x="122421" y="22322"/>
                  </a:lnTo>
                  <a:lnTo>
                    <a:pt x="121289" y="21938"/>
                  </a:lnTo>
                  <a:lnTo>
                    <a:pt x="120562" y="22130"/>
                  </a:lnTo>
                  <a:lnTo>
                    <a:pt x="119388" y="23283"/>
                  </a:lnTo>
                  <a:lnTo>
                    <a:pt x="118926" y="24197"/>
                  </a:lnTo>
                  <a:lnTo>
                    <a:pt x="118384" y="25270"/>
                  </a:lnTo>
                  <a:lnTo>
                    <a:pt x="119564" y="25308"/>
                  </a:lnTo>
                  <a:lnTo>
                    <a:pt x="120370" y="25334"/>
                  </a:lnTo>
                  <a:lnTo>
                    <a:pt x="120135" y="28047"/>
                  </a:lnTo>
                  <a:lnTo>
                    <a:pt x="117444" y="28795"/>
                  </a:lnTo>
                  <a:lnTo>
                    <a:pt x="116803" y="29478"/>
                  </a:lnTo>
                  <a:lnTo>
                    <a:pt x="115607" y="33024"/>
                  </a:lnTo>
                  <a:lnTo>
                    <a:pt x="116589" y="34626"/>
                  </a:lnTo>
                  <a:lnTo>
                    <a:pt x="114646" y="38343"/>
                  </a:lnTo>
                  <a:lnTo>
                    <a:pt x="113919" y="39732"/>
                  </a:lnTo>
                  <a:lnTo>
                    <a:pt x="112659" y="39305"/>
                  </a:lnTo>
                  <a:lnTo>
                    <a:pt x="112402" y="41120"/>
                  </a:lnTo>
                  <a:lnTo>
                    <a:pt x="114581" y="41313"/>
                  </a:lnTo>
                  <a:lnTo>
                    <a:pt x="114731" y="47016"/>
                  </a:lnTo>
                  <a:lnTo>
                    <a:pt x="116012" y="47208"/>
                  </a:lnTo>
                  <a:lnTo>
                    <a:pt x="116183" y="43598"/>
                  </a:lnTo>
                  <a:lnTo>
                    <a:pt x="118586" y="37335"/>
                  </a:lnTo>
                  <a:lnTo>
                    <a:pt x="119841" y="37148"/>
                  </a:lnTo>
                  <a:lnTo>
                    <a:pt x="119174" y="35706"/>
                  </a:lnTo>
                  <a:lnTo>
                    <a:pt x="121561" y="34665"/>
                  </a:lnTo>
                  <a:lnTo>
                    <a:pt x="121901" y="35522"/>
                  </a:lnTo>
                  <a:lnTo>
                    <a:pt x="122291" y="36384"/>
                  </a:lnTo>
                  <a:lnTo>
                    <a:pt x="122500" y="36845"/>
                  </a:lnTo>
                  <a:lnTo>
                    <a:pt x="123087" y="38142"/>
                  </a:lnTo>
                  <a:lnTo>
                    <a:pt x="124353" y="41356"/>
                  </a:lnTo>
                  <a:lnTo>
                    <a:pt x="124858" y="42636"/>
                  </a:lnTo>
                  <a:lnTo>
                    <a:pt x="125413" y="43280"/>
                  </a:lnTo>
                  <a:lnTo>
                    <a:pt x="126069" y="44729"/>
                  </a:lnTo>
                  <a:lnTo>
                    <a:pt x="126923" y="46615"/>
                  </a:lnTo>
                  <a:lnTo>
                    <a:pt x="126986" y="46754"/>
                  </a:lnTo>
                  <a:lnTo>
                    <a:pt x="130417" y="46389"/>
                  </a:lnTo>
                  <a:lnTo>
                    <a:pt x="130555" y="47403"/>
                  </a:lnTo>
                  <a:lnTo>
                    <a:pt x="130513" y="48131"/>
                  </a:lnTo>
                  <a:lnTo>
                    <a:pt x="130405" y="50005"/>
                  </a:lnTo>
                  <a:lnTo>
                    <a:pt x="130224" y="51222"/>
                  </a:lnTo>
                  <a:lnTo>
                    <a:pt x="129328" y="53248"/>
                  </a:lnTo>
                  <a:lnTo>
                    <a:pt x="129103" y="53758"/>
                  </a:lnTo>
                  <a:lnTo>
                    <a:pt x="128769" y="54514"/>
                  </a:lnTo>
                  <a:lnTo>
                    <a:pt x="128649" y="54785"/>
                  </a:lnTo>
                  <a:lnTo>
                    <a:pt x="128538" y="55729"/>
                  </a:lnTo>
                  <a:lnTo>
                    <a:pt x="128310" y="56346"/>
                  </a:lnTo>
                  <a:lnTo>
                    <a:pt x="128002" y="57034"/>
                  </a:lnTo>
                  <a:lnTo>
                    <a:pt x="127997" y="57443"/>
                  </a:lnTo>
                  <a:lnTo>
                    <a:pt x="127989" y="58035"/>
                  </a:lnTo>
                  <a:lnTo>
                    <a:pt x="128986" y="58571"/>
                  </a:lnTo>
                  <a:lnTo>
                    <a:pt x="132202" y="60300"/>
                  </a:lnTo>
                  <a:lnTo>
                    <a:pt x="133476" y="60985"/>
                  </a:lnTo>
                  <a:lnTo>
                    <a:pt x="135061" y="61306"/>
                  </a:lnTo>
                  <a:lnTo>
                    <a:pt x="135938" y="61484"/>
                  </a:lnTo>
                  <a:lnTo>
                    <a:pt x="137404" y="61780"/>
                  </a:lnTo>
                  <a:lnTo>
                    <a:pt x="139084" y="62120"/>
                  </a:lnTo>
                  <a:lnTo>
                    <a:pt x="142114" y="62855"/>
                  </a:lnTo>
                  <a:lnTo>
                    <a:pt x="144478" y="65538"/>
                  </a:lnTo>
                  <a:lnTo>
                    <a:pt x="144669" y="66030"/>
                  </a:lnTo>
                  <a:lnTo>
                    <a:pt x="144865" y="66413"/>
                  </a:lnTo>
                  <a:lnTo>
                    <a:pt x="146290" y="67949"/>
                  </a:lnTo>
                  <a:lnTo>
                    <a:pt x="147547" y="69306"/>
                  </a:lnTo>
                  <a:lnTo>
                    <a:pt x="149004" y="70638"/>
                  </a:lnTo>
                  <a:lnTo>
                    <a:pt x="149136" y="70705"/>
                  </a:lnTo>
                  <a:lnTo>
                    <a:pt x="150806" y="71546"/>
                  </a:lnTo>
                  <a:lnTo>
                    <a:pt x="151725" y="71526"/>
                  </a:lnTo>
                  <a:lnTo>
                    <a:pt x="153289" y="71493"/>
                  </a:lnTo>
                  <a:lnTo>
                    <a:pt x="153751" y="71495"/>
                  </a:lnTo>
                  <a:lnTo>
                    <a:pt x="154424" y="71498"/>
                  </a:lnTo>
                  <a:lnTo>
                    <a:pt x="158616" y="71519"/>
                  </a:lnTo>
                  <a:lnTo>
                    <a:pt x="160619" y="71653"/>
                  </a:lnTo>
                  <a:lnTo>
                    <a:pt x="160835" y="71692"/>
                  </a:lnTo>
                  <a:lnTo>
                    <a:pt x="163022" y="72093"/>
                  </a:lnTo>
                  <a:lnTo>
                    <a:pt x="163903" y="72199"/>
                  </a:lnTo>
                  <a:lnTo>
                    <a:pt x="167454" y="72627"/>
                  </a:lnTo>
                  <a:lnTo>
                    <a:pt x="167707" y="72662"/>
                  </a:lnTo>
                  <a:lnTo>
                    <a:pt x="168793" y="72809"/>
                  </a:lnTo>
                  <a:lnTo>
                    <a:pt x="170020" y="72976"/>
                  </a:lnTo>
                  <a:lnTo>
                    <a:pt x="171512" y="73178"/>
                  </a:lnTo>
                  <a:lnTo>
                    <a:pt x="171832" y="73214"/>
                  </a:lnTo>
                  <a:lnTo>
                    <a:pt x="172553" y="73295"/>
                  </a:lnTo>
                  <a:lnTo>
                    <a:pt x="175751" y="73657"/>
                  </a:lnTo>
                  <a:lnTo>
                    <a:pt x="176213" y="73709"/>
                  </a:lnTo>
                  <a:lnTo>
                    <a:pt x="178643" y="73909"/>
                  </a:lnTo>
                  <a:lnTo>
                    <a:pt x="180723" y="74237"/>
                  </a:lnTo>
                  <a:lnTo>
                    <a:pt x="184361" y="74470"/>
                  </a:lnTo>
                  <a:lnTo>
                    <a:pt x="185256" y="74528"/>
                  </a:lnTo>
                  <a:lnTo>
                    <a:pt x="189799" y="74694"/>
                  </a:lnTo>
                  <a:lnTo>
                    <a:pt x="194940" y="74962"/>
                  </a:lnTo>
                  <a:lnTo>
                    <a:pt x="194902" y="75466"/>
                  </a:lnTo>
                  <a:lnTo>
                    <a:pt x="194881" y="75737"/>
                  </a:lnTo>
                  <a:lnTo>
                    <a:pt x="194870" y="75871"/>
                  </a:lnTo>
                  <a:lnTo>
                    <a:pt x="194813" y="76606"/>
                  </a:lnTo>
                  <a:lnTo>
                    <a:pt x="194787" y="76948"/>
                  </a:lnTo>
                  <a:lnTo>
                    <a:pt x="194732" y="77658"/>
                  </a:lnTo>
                  <a:lnTo>
                    <a:pt x="194703" y="78040"/>
                  </a:lnTo>
                  <a:lnTo>
                    <a:pt x="194651" y="78714"/>
                  </a:lnTo>
                  <a:lnTo>
                    <a:pt x="194618" y="79139"/>
                  </a:lnTo>
                  <a:lnTo>
                    <a:pt x="194560" y="79881"/>
                  </a:lnTo>
                  <a:lnTo>
                    <a:pt x="194534" y="80223"/>
                  </a:lnTo>
                  <a:lnTo>
                    <a:pt x="194484" y="80869"/>
                  </a:lnTo>
                  <a:lnTo>
                    <a:pt x="194462" y="81152"/>
                  </a:lnTo>
                  <a:lnTo>
                    <a:pt x="194300" y="83257"/>
                  </a:lnTo>
                  <a:lnTo>
                    <a:pt x="194284" y="83465"/>
                  </a:lnTo>
                  <a:lnTo>
                    <a:pt x="194233" y="84116"/>
                  </a:lnTo>
                  <a:lnTo>
                    <a:pt x="194213" y="84384"/>
                  </a:lnTo>
                  <a:lnTo>
                    <a:pt x="194080" y="86106"/>
                  </a:lnTo>
                  <a:lnTo>
                    <a:pt x="194067" y="86263"/>
                  </a:lnTo>
                  <a:lnTo>
                    <a:pt x="193892" y="86257"/>
                  </a:lnTo>
                  <a:lnTo>
                    <a:pt x="193654" y="86250"/>
                  </a:lnTo>
                  <a:lnTo>
                    <a:pt x="191571" y="86183"/>
                  </a:lnTo>
                  <a:lnTo>
                    <a:pt x="190431" y="85931"/>
                  </a:lnTo>
                  <a:lnTo>
                    <a:pt x="189668" y="85762"/>
                  </a:lnTo>
                  <a:lnTo>
                    <a:pt x="188250" y="85844"/>
                  </a:lnTo>
                  <a:lnTo>
                    <a:pt x="187950" y="86016"/>
                  </a:lnTo>
                  <a:lnTo>
                    <a:pt x="187544" y="85534"/>
                  </a:lnTo>
                  <a:lnTo>
                    <a:pt x="187160" y="85071"/>
                  </a:lnTo>
                  <a:lnTo>
                    <a:pt x="186682" y="84365"/>
                  </a:lnTo>
                  <a:lnTo>
                    <a:pt x="186409" y="83962"/>
                  </a:lnTo>
                  <a:lnTo>
                    <a:pt x="185988" y="83340"/>
                  </a:lnTo>
                  <a:lnTo>
                    <a:pt x="185749" y="82987"/>
                  </a:lnTo>
                  <a:lnTo>
                    <a:pt x="185651" y="82843"/>
                  </a:lnTo>
                  <a:lnTo>
                    <a:pt x="185488" y="82602"/>
                  </a:lnTo>
                  <a:lnTo>
                    <a:pt x="185140" y="82773"/>
                  </a:lnTo>
                  <a:lnTo>
                    <a:pt x="183464" y="83594"/>
                  </a:lnTo>
                  <a:lnTo>
                    <a:pt x="182653" y="83991"/>
                  </a:lnTo>
                  <a:lnTo>
                    <a:pt x="182398" y="84116"/>
                  </a:lnTo>
                  <a:lnTo>
                    <a:pt x="182010" y="84306"/>
                  </a:lnTo>
                  <a:lnTo>
                    <a:pt x="181851" y="84384"/>
                  </a:lnTo>
                  <a:lnTo>
                    <a:pt x="181593" y="84434"/>
                  </a:lnTo>
                  <a:lnTo>
                    <a:pt x="180885" y="84569"/>
                  </a:lnTo>
                  <a:lnTo>
                    <a:pt x="180271" y="84682"/>
                  </a:lnTo>
                  <a:lnTo>
                    <a:pt x="180122" y="84705"/>
                  </a:lnTo>
                  <a:lnTo>
                    <a:pt x="179100" y="84863"/>
                  </a:lnTo>
                  <a:lnTo>
                    <a:pt x="178297" y="85002"/>
                  </a:lnTo>
                  <a:lnTo>
                    <a:pt x="177529" y="85134"/>
                  </a:lnTo>
                  <a:lnTo>
                    <a:pt x="177158" y="85198"/>
                  </a:lnTo>
                  <a:lnTo>
                    <a:pt x="176456" y="85320"/>
                  </a:lnTo>
                  <a:lnTo>
                    <a:pt x="175833" y="85353"/>
                  </a:lnTo>
                  <a:lnTo>
                    <a:pt x="175270" y="85384"/>
                  </a:lnTo>
                  <a:lnTo>
                    <a:pt x="174959" y="85642"/>
                  </a:lnTo>
                  <a:lnTo>
                    <a:pt x="174650" y="85706"/>
                  </a:lnTo>
                  <a:lnTo>
                    <a:pt x="172585" y="86127"/>
                  </a:lnTo>
                  <a:lnTo>
                    <a:pt x="172275" y="86172"/>
                  </a:lnTo>
                  <a:lnTo>
                    <a:pt x="172095" y="86198"/>
                  </a:lnTo>
                  <a:lnTo>
                    <a:pt x="171912" y="86224"/>
                  </a:lnTo>
                  <a:lnTo>
                    <a:pt x="171540" y="86278"/>
                  </a:lnTo>
                  <a:lnTo>
                    <a:pt x="169863" y="86521"/>
                  </a:lnTo>
                  <a:lnTo>
                    <a:pt x="169579" y="86574"/>
                  </a:lnTo>
                  <a:lnTo>
                    <a:pt x="169354" y="86615"/>
                  </a:lnTo>
                  <a:lnTo>
                    <a:pt x="169194" y="86645"/>
                  </a:lnTo>
                  <a:lnTo>
                    <a:pt x="169052" y="86671"/>
                  </a:lnTo>
                  <a:lnTo>
                    <a:pt x="168782" y="86721"/>
                  </a:lnTo>
                  <a:lnTo>
                    <a:pt x="168779" y="86579"/>
                  </a:lnTo>
                  <a:lnTo>
                    <a:pt x="168765" y="85940"/>
                  </a:lnTo>
                  <a:lnTo>
                    <a:pt x="168758" y="85613"/>
                  </a:lnTo>
                  <a:lnTo>
                    <a:pt x="167372" y="85190"/>
                  </a:lnTo>
                  <a:lnTo>
                    <a:pt x="165056" y="84437"/>
                  </a:lnTo>
                  <a:lnTo>
                    <a:pt x="164434" y="84169"/>
                  </a:lnTo>
                  <a:lnTo>
                    <a:pt x="163733" y="83662"/>
                  </a:lnTo>
                  <a:lnTo>
                    <a:pt x="163399" y="83842"/>
                  </a:lnTo>
                  <a:lnTo>
                    <a:pt x="163274" y="84076"/>
                  </a:lnTo>
                  <a:lnTo>
                    <a:pt x="162839" y="84891"/>
                  </a:lnTo>
                  <a:lnTo>
                    <a:pt x="162742" y="85073"/>
                  </a:lnTo>
                  <a:lnTo>
                    <a:pt x="162611" y="85318"/>
                  </a:lnTo>
                  <a:lnTo>
                    <a:pt x="162102" y="85978"/>
                  </a:lnTo>
                  <a:lnTo>
                    <a:pt x="159763" y="86364"/>
                  </a:lnTo>
                  <a:lnTo>
                    <a:pt x="160794" y="86769"/>
                  </a:lnTo>
                  <a:lnTo>
                    <a:pt x="160629" y="87227"/>
                  </a:lnTo>
                  <a:lnTo>
                    <a:pt x="160021" y="88909"/>
                  </a:lnTo>
                  <a:lnTo>
                    <a:pt x="159027" y="89277"/>
                  </a:lnTo>
                  <a:lnTo>
                    <a:pt x="158502" y="89472"/>
                  </a:lnTo>
                  <a:lnTo>
                    <a:pt x="158182" y="92044"/>
                  </a:lnTo>
                  <a:lnTo>
                    <a:pt x="158033" y="92042"/>
                  </a:lnTo>
                  <a:lnTo>
                    <a:pt x="157844" y="92084"/>
                  </a:lnTo>
                  <a:lnTo>
                    <a:pt x="157496" y="92161"/>
                  </a:lnTo>
                  <a:lnTo>
                    <a:pt x="157304" y="92204"/>
                  </a:lnTo>
                  <a:lnTo>
                    <a:pt x="157167" y="92234"/>
                  </a:lnTo>
                  <a:lnTo>
                    <a:pt x="156911" y="92116"/>
                  </a:lnTo>
                  <a:lnTo>
                    <a:pt x="156751" y="92042"/>
                  </a:lnTo>
                  <a:lnTo>
                    <a:pt x="156589" y="92144"/>
                  </a:lnTo>
                  <a:lnTo>
                    <a:pt x="156284" y="92336"/>
                  </a:lnTo>
                  <a:lnTo>
                    <a:pt x="155918" y="92566"/>
                  </a:lnTo>
                  <a:lnTo>
                    <a:pt x="155700" y="92703"/>
                  </a:lnTo>
                  <a:lnTo>
                    <a:pt x="154954" y="93172"/>
                  </a:lnTo>
                  <a:lnTo>
                    <a:pt x="154039" y="92439"/>
                  </a:lnTo>
                  <a:lnTo>
                    <a:pt x="153812" y="92256"/>
                  </a:lnTo>
                  <a:lnTo>
                    <a:pt x="153011" y="92383"/>
                  </a:lnTo>
                  <a:lnTo>
                    <a:pt x="152849" y="92470"/>
                  </a:lnTo>
                  <a:lnTo>
                    <a:pt x="152672" y="92617"/>
                  </a:lnTo>
                  <a:lnTo>
                    <a:pt x="151258" y="93794"/>
                  </a:lnTo>
                  <a:lnTo>
                    <a:pt x="152126" y="94998"/>
                  </a:lnTo>
                  <a:lnTo>
                    <a:pt x="151414" y="95459"/>
                  </a:lnTo>
                  <a:lnTo>
                    <a:pt x="151129" y="95806"/>
                  </a:lnTo>
                  <a:lnTo>
                    <a:pt x="150559" y="96501"/>
                  </a:lnTo>
                  <a:lnTo>
                    <a:pt x="149555" y="97725"/>
                  </a:lnTo>
                  <a:lnTo>
                    <a:pt x="149362" y="97960"/>
                  </a:lnTo>
                  <a:lnTo>
                    <a:pt x="149117" y="98258"/>
                  </a:lnTo>
                  <a:lnTo>
                    <a:pt x="148829" y="98610"/>
                  </a:lnTo>
                  <a:lnTo>
                    <a:pt x="148696" y="98750"/>
                  </a:lnTo>
                  <a:lnTo>
                    <a:pt x="148460" y="99001"/>
                  </a:lnTo>
                  <a:lnTo>
                    <a:pt x="147979" y="99510"/>
                  </a:lnTo>
                  <a:lnTo>
                    <a:pt x="146495" y="101141"/>
                  </a:lnTo>
                  <a:lnTo>
                    <a:pt x="150279" y="105098"/>
                  </a:lnTo>
                  <a:lnTo>
                    <a:pt x="150484" y="105313"/>
                  </a:lnTo>
                  <a:lnTo>
                    <a:pt x="150356" y="105384"/>
                  </a:lnTo>
                  <a:lnTo>
                    <a:pt x="148740" y="106287"/>
                  </a:lnTo>
                  <a:lnTo>
                    <a:pt x="146894" y="104555"/>
                  </a:lnTo>
                  <a:lnTo>
                    <a:pt x="145431" y="107315"/>
                  </a:lnTo>
                  <a:lnTo>
                    <a:pt x="145350" y="107468"/>
                  </a:lnTo>
                  <a:lnTo>
                    <a:pt x="145052" y="107520"/>
                  </a:lnTo>
                  <a:lnTo>
                    <a:pt x="144808" y="107319"/>
                  </a:lnTo>
                  <a:lnTo>
                    <a:pt x="143195" y="107063"/>
                  </a:lnTo>
                  <a:lnTo>
                    <a:pt x="139788" y="109374"/>
                  </a:lnTo>
                  <a:lnTo>
                    <a:pt x="140268" y="110228"/>
                  </a:lnTo>
                  <a:lnTo>
                    <a:pt x="139147" y="111563"/>
                  </a:lnTo>
                  <a:lnTo>
                    <a:pt x="136832" y="113024"/>
                  </a:lnTo>
                  <a:lnTo>
                    <a:pt x="136164" y="114759"/>
                  </a:lnTo>
                  <a:lnTo>
                    <a:pt x="133975" y="115026"/>
                  </a:lnTo>
                  <a:lnTo>
                    <a:pt x="132052" y="109739"/>
                  </a:lnTo>
                  <a:lnTo>
                    <a:pt x="126284" y="104933"/>
                  </a:lnTo>
                  <a:lnTo>
                    <a:pt x="125804" y="101569"/>
                  </a:lnTo>
                  <a:lnTo>
                    <a:pt x="123080" y="97083"/>
                  </a:lnTo>
                  <a:lnTo>
                    <a:pt x="118915" y="94840"/>
                  </a:lnTo>
                  <a:lnTo>
                    <a:pt x="116191" y="91956"/>
                  </a:lnTo>
                  <a:lnTo>
                    <a:pt x="112346" y="89072"/>
                  </a:lnTo>
                  <a:lnTo>
                    <a:pt x="107219" y="88271"/>
                  </a:lnTo>
                  <a:lnTo>
                    <a:pt x="103108" y="90433"/>
                  </a:lnTo>
                  <a:lnTo>
                    <a:pt x="104310" y="95720"/>
                  </a:lnTo>
                  <a:lnTo>
                    <a:pt x="101239" y="100740"/>
                  </a:lnTo>
                  <a:lnTo>
                    <a:pt x="100916" y="101054"/>
                  </a:lnTo>
                  <a:lnTo>
                    <a:pt x="99475" y="100442"/>
                  </a:lnTo>
                  <a:lnTo>
                    <a:pt x="99314" y="100259"/>
                  </a:lnTo>
                  <a:lnTo>
                    <a:pt x="97796" y="98645"/>
                  </a:lnTo>
                  <a:lnTo>
                    <a:pt x="97423" y="98510"/>
                  </a:lnTo>
                  <a:lnTo>
                    <a:pt x="95287" y="97737"/>
                  </a:lnTo>
                  <a:lnTo>
                    <a:pt x="92510" y="97014"/>
                  </a:lnTo>
                  <a:lnTo>
                    <a:pt x="89551" y="97247"/>
                  </a:lnTo>
                  <a:lnTo>
                    <a:pt x="88789" y="97306"/>
                  </a:lnTo>
                  <a:lnTo>
                    <a:pt x="88375" y="97339"/>
                  </a:lnTo>
                  <a:lnTo>
                    <a:pt x="88123" y="97374"/>
                  </a:lnTo>
                  <a:lnTo>
                    <a:pt x="84951" y="97821"/>
                  </a:lnTo>
                  <a:lnTo>
                    <a:pt x="84184" y="97928"/>
                  </a:lnTo>
                  <a:lnTo>
                    <a:pt x="81988" y="96490"/>
                  </a:lnTo>
                  <a:lnTo>
                    <a:pt x="79957" y="98402"/>
                  </a:lnTo>
                  <a:lnTo>
                    <a:pt x="79453" y="98932"/>
                  </a:lnTo>
                  <a:lnTo>
                    <a:pt x="78198" y="98344"/>
                  </a:lnTo>
                  <a:lnTo>
                    <a:pt x="77157" y="98157"/>
                  </a:lnTo>
                  <a:lnTo>
                    <a:pt x="76062" y="98691"/>
                  </a:lnTo>
                  <a:lnTo>
                    <a:pt x="75181" y="99466"/>
                  </a:lnTo>
                  <a:lnTo>
                    <a:pt x="73232" y="98691"/>
                  </a:lnTo>
                  <a:lnTo>
                    <a:pt x="72911" y="99466"/>
                  </a:lnTo>
                  <a:lnTo>
                    <a:pt x="68986" y="99385"/>
                  </a:lnTo>
                  <a:lnTo>
                    <a:pt x="68666" y="101094"/>
                  </a:lnTo>
                  <a:lnTo>
                    <a:pt x="63139" y="101094"/>
                  </a:lnTo>
                  <a:lnTo>
                    <a:pt x="61002" y="100293"/>
                  </a:lnTo>
                  <a:lnTo>
                    <a:pt x="59988" y="99038"/>
                  </a:lnTo>
                  <a:lnTo>
                    <a:pt x="58813" y="97116"/>
                  </a:lnTo>
                  <a:lnTo>
                    <a:pt x="58358" y="95131"/>
                  </a:lnTo>
                  <a:lnTo>
                    <a:pt x="57878" y="95327"/>
                  </a:lnTo>
                  <a:lnTo>
                    <a:pt x="56116" y="94072"/>
                  </a:lnTo>
                  <a:lnTo>
                    <a:pt x="53846" y="98344"/>
                  </a:lnTo>
                  <a:lnTo>
                    <a:pt x="46850" y="103070"/>
                  </a:lnTo>
                  <a:lnTo>
                    <a:pt x="40335" y="105100"/>
                  </a:lnTo>
                  <a:lnTo>
                    <a:pt x="38925" y="103495"/>
                  </a:lnTo>
                  <a:lnTo>
                    <a:pt x="34486" y="105970"/>
                  </a:lnTo>
                  <a:lnTo>
                    <a:pt x="33200" y="103467"/>
                  </a:lnTo>
                  <a:lnTo>
                    <a:pt x="32691" y="102475"/>
                  </a:lnTo>
                  <a:lnTo>
                    <a:pt x="33411" y="102079"/>
                  </a:lnTo>
                  <a:lnTo>
                    <a:pt x="38522" y="99271"/>
                  </a:lnTo>
                  <a:lnTo>
                    <a:pt x="39548" y="100937"/>
                  </a:lnTo>
                  <a:lnTo>
                    <a:pt x="46277" y="96643"/>
                  </a:lnTo>
                  <a:lnTo>
                    <a:pt x="40253" y="95490"/>
                  </a:lnTo>
                  <a:lnTo>
                    <a:pt x="40445" y="91645"/>
                  </a:lnTo>
                  <a:lnTo>
                    <a:pt x="44674" y="92094"/>
                  </a:lnTo>
                  <a:lnTo>
                    <a:pt x="47046" y="87928"/>
                  </a:lnTo>
                  <a:lnTo>
                    <a:pt x="43201" y="86582"/>
                  </a:lnTo>
                  <a:lnTo>
                    <a:pt x="41983" y="89082"/>
                  </a:lnTo>
                  <a:lnTo>
                    <a:pt x="39802" y="88303"/>
                  </a:lnTo>
                  <a:lnTo>
                    <a:pt x="37497" y="91196"/>
                  </a:lnTo>
                  <a:lnTo>
                    <a:pt x="34248" y="89826"/>
                  </a:lnTo>
                  <a:lnTo>
                    <a:pt x="30493" y="92261"/>
                  </a:lnTo>
                  <a:lnTo>
                    <a:pt x="28245" y="87766"/>
                  </a:lnTo>
                  <a:lnTo>
                    <a:pt x="27556" y="86387"/>
                  </a:lnTo>
                  <a:lnTo>
                    <a:pt x="25856" y="86994"/>
                  </a:lnTo>
                  <a:lnTo>
                    <a:pt x="24565" y="87455"/>
                  </a:lnTo>
                  <a:lnTo>
                    <a:pt x="21925" y="83506"/>
                  </a:lnTo>
                  <a:lnTo>
                    <a:pt x="19233" y="79725"/>
                  </a:lnTo>
                  <a:lnTo>
                    <a:pt x="17302" y="73196"/>
                  </a:lnTo>
                  <a:lnTo>
                    <a:pt x="15700" y="70473"/>
                  </a:lnTo>
                  <a:lnTo>
                    <a:pt x="12389" y="67162"/>
                  </a:lnTo>
                  <a:lnTo>
                    <a:pt x="11107" y="68176"/>
                  </a:lnTo>
                  <a:lnTo>
                    <a:pt x="6588" y="66655"/>
                  </a:lnTo>
                  <a:lnTo>
                    <a:pt x="5052" y="66139"/>
                  </a:lnTo>
                  <a:lnTo>
                    <a:pt x="0" y="64438"/>
                  </a:lnTo>
                  <a:lnTo>
                    <a:pt x="4120" y="58311"/>
                  </a:lnTo>
                  <a:lnTo>
                    <a:pt x="4490" y="57761"/>
                  </a:lnTo>
                  <a:lnTo>
                    <a:pt x="6002" y="58818"/>
                  </a:lnTo>
                  <a:lnTo>
                    <a:pt x="7595" y="59931"/>
                  </a:lnTo>
                  <a:lnTo>
                    <a:pt x="9931" y="60265"/>
                  </a:lnTo>
                  <a:lnTo>
                    <a:pt x="10350" y="59846"/>
                  </a:lnTo>
                  <a:lnTo>
                    <a:pt x="10665" y="59530"/>
                  </a:lnTo>
                  <a:lnTo>
                    <a:pt x="9664" y="57194"/>
                  </a:lnTo>
                  <a:lnTo>
                    <a:pt x="5714" y="53704"/>
                  </a:lnTo>
                  <a:lnTo>
                    <a:pt x="7702" y="51337"/>
                  </a:lnTo>
                  <a:lnTo>
                    <a:pt x="5058" y="46313"/>
                  </a:lnTo>
                  <a:lnTo>
                    <a:pt x="8295" y="44377"/>
                  </a:lnTo>
                  <a:lnTo>
                    <a:pt x="12835" y="44344"/>
                  </a:lnTo>
                  <a:lnTo>
                    <a:pt x="15438" y="43009"/>
                  </a:lnTo>
                  <a:lnTo>
                    <a:pt x="15858" y="42770"/>
                  </a:lnTo>
                  <a:lnTo>
                    <a:pt x="19441" y="40730"/>
                  </a:lnTo>
                  <a:lnTo>
                    <a:pt x="19777" y="40539"/>
                  </a:lnTo>
                  <a:lnTo>
                    <a:pt x="20580" y="43441"/>
                  </a:lnTo>
                  <a:lnTo>
                    <a:pt x="20912" y="44644"/>
                  </a:lnTo>
                  <a:lnTo>
                    <a:pt x="21049" y="44559"/>
                  </a:lnTo>
                  <a:lnTo>
                    <a:pt x="24150" y="42642"/>
                  </a:lnTo>
                  <a:lnTo>
                    <a:pt x="25985" y="41574"/>
                  </a:lnTo>
                  <a:lnTo>
                    <a:pt x="36533" y="40505"/>
                  </a:lnTo>
                  <a:lnTo>
                    <a:pt x="36447" y="41502"/>
                  </a:lnTo>
                  <a:lnTo>
                    <a:pt x="36421" y="41985"/>
                  </a:lnTo>
                  <a:lnTo>
                    <a:pt x="36826" y="47115"/>
                  </a:lnTo>
                  <a:lnTo>
                    <a:pt x="43619" y="46282"/>
                  </a:lnTo>
                  <a:lnTo>
                    <a:pt x="45493" y="46756"/>
                  </a:lnTo>
                  <a:lnTo>
                    <a:pt x="46529" y="47017"/>
                  </a:lnTo>
                  <a:lnTo>
                    <a:pt x="49578" y="47788"/>
                  </a:lnTo>
                  <a:lnTo>
                    <a:pt x="54440" y="49298"/>
                  </a:lnTo>
                  <a:lnTo>
                    <a:pt x="54758" y="49457"/>
                  </a:lnTo>
                  <a:lnTo>
                    <a:pt x="54966" y="49506"/>
                  </a:lnTo>
                  <a:lnTo>
                    <a:pt x="55216" y="50322"/>
                  </a:lnTo>
                  <a:lnTo>
                    <a:pt x="54381" y="51556"/>
                  </a:lnTo>
                  <a:lnTo>
                    <a:pt x="54136" y="51859"/>
                  </a:lnTo>
                  <a:lnTo>
                    <a:pt x="53839" y="52227"/>
                  </a:lnTo>
                  <a:lnTo>
                    <a:pt x="53587" y="52492"/>
                  </a:lnTo>
                  <a:lnTo>
                    <a:pt x="53438" y="52648"/>
                  </a:lnTo>
                  <a:lnTo>
                    <a:pt x="53232" y="52864"/>
                  </a:lnTo>
                  <a:lnTo>
                    <a:pt x="53653" y="53217"/>
                  </a:lnTo>
                  <a:lnTo>
                    <a:pt x="55301" y="54602"/>
                  </a:lnTo>
                  <a:lnTo>
                    <a:pt x="55832" y="55002"/>
                  </a:lnTo>
                  <a:lnTo>
                    <a:pt x="56099" y="55203"/>
                  </a:lnTo>
                  <a:lnTo>
                    <a:pt x="56739" y="55757"/>
                  </a:lnTo>
                  <a:lnTo>
                    <a:pt x="57201" y="56266"/>
                  </a:lnTo>
                  <a:lnTo>
                    <a:pt x="57554" y="56655"/>
                  </a:lnTo>
                  <a:lnTo>
                    <a:pt x="57715" y="56870"/>
                  </a:lnTo>
                  <a:lnTo>
                    <a:pt x="58301" y="57653"/>
                  </a:lnTo>
                  <a:lnTo>
                    <a:pt x="58699" y="58048"/>
                  </a:lnTo>
                  <a:lnTo>
                    <a:pt x="59440" y="58659"/>
                  </a:lnTo>
                  <a:lnTo>
                    <a:pt x="59703" y="58876"/>
                  </a:lnTo>
                  <a:lnTo>
                    <a:pt x="60054" y="59165"/>
                  </a:lnTo>
                  <a:lnTo>
                    <a:pt x="60337" y="59374"/>
                  </a:lnTo>
                  <a:lnTo>
                    <a:pt x="61678" y="60362"/>
                  </a:lnTo>
                  <a:lnTo>
                    <a:pt x="62370" y="60782"/>
                  </a:lnTo>
                  <a:lnTo>
                    <a:pt x="62533" y="60881"/>
                  </a:lnTo>
                  <a:lnTo>
                    <a:pt x="63525" y="61483"/>
                  </a:lnTo>
                  <a:lnTo>
                    <a:pt x="63097" y="62229"/>
                  </a:lnTo>
                  <a:lnTo>
                    <a:pt x="62960" y="62468"/>
                  </a:lnTo>
                  <a:lnTo>
                    <a:pt x="62598" y="62515"/>
                  </a:lnTo>
                  <a:lnTo>
                    <a:pt x="62145" y="63495"/>
                  </a:lnTo>
                  <a:lnTo>
                    <a:pt x="62177" y="64139"/>
                  </a:lnTo>
                  <a:lnTo>
                    <a:pt x="62506" y="64325"/>
                  </a:lnTo>
                  <a:lnTo>
                    <a:pt x="63327" y="64790"/>
                  </a:lnTo>
                  <a:lnTo>
                    <a:pt x="63730" y="65018"/>
                  </a:lnTo>
                  <a:lnTo>
                    <a:pt x="63878" y="65103"/>
                  </a:lnTo>
                  <a:lnTo>
                    <a:pt x="64258" y="65317"/>
                  </a:lnTo>
                  <a:lnTo>
                    <a:pt x="65108" y="65799"/>
                  </a:lnTo>
                  <a:lnTo>
                    <a:pt x="66765" y="66738"/>
                  </a:lnTo>
                  <a:lnTo>
                    <a:pt x="66919" y="66845"/>
                  </a:lnTo>
                  <a:lnTo>
                    <a:pt x="67438" y="67210"/>
                  </a:lnTo>
                  <a:lnTo>
                    <a:pt x="67828" y="67499"/>
                  </a:lnTo>
                  <a:lnTo>
                    <a:pt x="70985" y="69839"/>
                  </a:lnTo>
                  <a:lnTo>
                    <a:pt x="71230" y="69451"/>
                  </a:lnTo>
                  <a:lnTo>
                    <a:pt x="72544" y="68057"/>
                  </a:lnTo>
                  <a:lnTo>
                    <a:pt x="73307" y="67208"/>
                  </a:lnTo>
                  <a:lnTo>
                    <a:pt x="73407" y="66461"/>
                  </a:lnTo>
                  <a:lnTo>
                    <a:pt x="73504" y="65829"/>
                  </a:lnTo>
                  <a:lnTo>
                    <a:pt x="73636" y="64968"/>
                  </a:lnTo>
                  <a:lnTo>
                    <a:pt x="73900" y="63256"/>
                  </a:lnTo>
                  <a:lnTo>
                    <a:pt x="77376" y="64513"/>
                  </a:lnTo>
                  <a:lnTo>
                    <a:pt x="78626" y="64965"/>
                  </a:lnTo>
                  <a:lnTo>
                    <a:pt x="79869" y="62718"/>
                  </a:lnTo>
                  <a:lnTo>
                    <a:pt x="80283" y="62066"/>
                  </a:lnTo>
                  <a:lnTo>
                    <a:pt x="81323" y="60427"/>
                  </a:lnTo>
                  <a:lnTo>
                    <a:pt x="82011" y="59341"/>
                  </a:lnTo>
                  <a:lnTo>
                    <a:pt x="84289" y="59981"/>
                  </a:lnTo>
                  <a:lnTo>
                    <a:pt x="86788" y="59911"/>
                  </a:lnTo>
                  <a:lnTo>
                    <a:pt x="87239" y="59580"/>
                  </a:lnTo>
                  <a:lnTo>
                    <a:pt x="87538" y="59149"/>
                  </a:lnTo>
                  <a:lnTo>
                    <a:pt x="87183" y="58384"/>
                  </a:lnTo>
                  <a:lnTo>
                    <a:pt x="86924" y="57684"/>
                  </a:lnTo>
                  <a:lnTo>
                    <a:pt x="88327" y="57093"/>
                  </a:lnTo>
                  <a:lnTo>
                    <a:pt x="87834" y="56265"/>
                  </a:lnTo>
                  <a:lnTo>
                    <a:pt x="86942" y="55215"/>
                  </a:lnTo>
                  <a:lnTo>
                    <a:pt x="86732" y="55017"/>
                  </a:lnTo>
                  <a:lnTo>
                    <a:pt x="85949" y="54280"/>
                  </a:lnTo>
                  <a:lnTo>
                    <a:pt x="83412" y="52678"/>
                  </a:lnTo>
                  <a:lnTo>
                    <a:pt x="82144" y="50074"/>
                  </a:lnTo>
                  <a:lnTo>
                    <a:pt x="81858" y="49435"/>
                  </a:lnTo>
                  <a:lnTo>
                    <a:pt x="79002" y="47181"/>
                  </a:lnTo>
                  <a:lnTo>
                    <a:pt x="78306" y="46790"/>
                  </a:lnTo>
                  <a:lnTo>
                    <a:pt x="76463" y="45755"/>
                  </a:lnTo>
                  <a:lnTo>
                    <a:pt x="75762" y="45362"/>
                  </a:lnTo>
                  <a:lnTo>
                    <a:pt x="75630" y="45295"/>
                  </a:lnTo>
                  <a:lnTo>
                    <a:pt x="74244" y="44409"/>
                  </a:lnTo>
                  <a:lnTo>
                    <a:pt x="71132" y="42417"/>
                  </a:lnTo>
                  <a:lnTo>
                    <a:pt x="69877" y="40961"/>
                  </a:lnTo>
                  <a:lnTo>
                    <a:pt x="68526" y="40332"/>
                  </a:lnTo>
                  <a:lnTo>
                    <a:pt x="69589" y="38591"/>
                  </a:lnTo>
                  <a:lnTo>
                    <a:pt x="71495" y="35929"/>
                  </a:lnTo>
                  <a:lnTo>
                    <a:pt x="81407" y="39625"/>
                  </a:lnTo>
                  <a:lnTo>
                    <a:pt x="83415" y="36848"/>
                  </a:lnTo>
                  <a:lnTo>
                    <a:pt x="82197" y="35353"/>
                  </a:lnTo>
                  <a:lnTo>
                    <a:pt x="83415" y="33836"/>
                  </a:lnTo>
                  <a:lnTo>
                    <a:pt x="82390" y="32576"/>
                  </a:lnTo>
                  <a:lnTo>
                    <a:pt x="81920" y="30375"/>
                  </a:lnTo>
                  <a:lnTo>
                    <a:pt x="79613" y="28133"/>
                  </a:lnTo>
                  <a:lnTo>
                    <a:pt x="79143" y="27107"/>
                  </a:lnTo>
                  <a:lnTo>
                    <a:pt x="79484" y="21425"/>
                  </a:lnTo>
                  <a:lnTo>
                    <a:pt x="78310" y="20464"/>
                  </a:lnTo>
                  <a:lnTo>
                    <a:pt x="77605" y="19524"/>
                  </a:lnTo>
                  <a:lnTo>
                    <a:pt x="78288" y="18691"/>
                  </a:lnTo>
                  <a:lnTo>
                    <a:pt x="73439" y="15551"/>
                  </a:lnTo>
                  <a:lnTo>
                    <a:pt x="74037" y="14974"/>
                  </a:lnTo>
                  <a:lnTo>
                    <a:pt x="77669" y="11748"/>
                  </a:lnTo>
                  <a:lnTo>
                    <a:pt x="78032" y="11022"/>
                  </a:lnTo>
                  <a:lnTo>
                    <a:pt x="78374" y="9933"/>
                  </a:lnTo>
                  <a:lnTo>
                    <a:pt x="78779" y="9463"/>
                  </a:lnTo>
                  <a:lnTo>
                    <a:pt x="79463" y="9099"/>
                  </a:lnTo>
                  <a:lnTo>
                    <a:pt x="80061" y="9099"/>
                  </a:lnTo>
                  <a:lnTo>
                    <a:pt x="81108" y="9292"/>
                  </a:lnTo>
                  <a:lnTo>
                    <a:pt x="83265" y="8886"/>
                  </a:lnTo>
                  <a:lnTo>
                    <a:pt x="90464" y="2456"/>
                  </a:lnTo>
                  <a:lnTo>
                    <a:pt x="9381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2596377" y="2582383"/>
              <a:ext cx="104131" cy="69936"/>
            </a:xfrm>
            <a:custGeom>
              <a:avLst/>
              <a:pathLst>
                <a:path w="104131" h="69936">
                  <a:moveTo>
                    <a:pt x="64422" y="0"/>
                  </a:moveTo>
                  <a:lnTo>
                    <a:pt x="64347" y="941"/>
                  </a:lnTo>
                  <a:lnTo>
                    <a:pt x="64309" y="1417"/>
                  </a:lnTo>
                  <a:lnTo>
                    <a:pt x="64179" y="3048"/>
                  </a:lnTo>
                  <a:lnTo>
                    <a:pt x="64149" y="3422"/>
                  </a:lnTo>
                  <a:lnTo>
                    <a:pt x="64120" y="3793"/>
                  </a:lnTo>
                  <a:lnTo>
                    <a:pt x="64045" y="4734"/>
                  </a:lnTo>
                  <a:lnTo>
                    <a:pt x="63960" y="5793"/>
                  </a:lnTo>
                  <a:lnTo>
                    <a:pt x="63947" y="5955"/>
                  </a:lnTo>
                  <a:lnTo>
                    <a:pt x="63828" y="7451"/>
                  </a:lnTo>
                  <a:lnTo>
                    <a:pt x="63817" y="7590"/>
                  </a:lnTo>
                  <a:lnTo>
                    <a:pt x="63737" y="8596"/>
                  </a:lnTo>
                  <a:lnTo>
                    <a:pt x="63699" y="9067"/>
                  </a:lnTo>
                  <a:lnTo>
                    <a:pt x="63656" y="9607"/>
                  </a:lnTo>
                  <a:lnTo>
                    <a:pt x="63620" y="10061"/>
                  </a:lnTo>
                  <a:lnTo>
                    <a:pt x="63590" y="10434"/>
                  </a:lnTo>
                  <a:lnTo>
                    <a:pt x="63543" y="11028"/>
                  </a:lnTo>
                  <a:lnTo>
                    <a:pt x="63516" y="11398"/>
                  </a:lnTo>
                  <a:lnTo>
                    <a:pt x="63502" y="11589"/>
                  </a:lnTo>
                  <a:lnTo>
                    <a:pt x="63484" y="11846"/>
                  </a:lnTo>
                  <a:lnTo>
                    <a:pt x="63459" y="12183"/>
                  </a:lnTo>
                  <a:lnTo>
                    <a:pt x="63395" y="13068"/>
                  </a:lnTo>
                  <a:lnTo>
                    <a:pt x="63351" y="13672"/>
                  </a:lnTo>
                  <a:lnTo>
                    <a:pt x="63318" y="14127"/>
                  </a:lnTo>
                  <a:lnTo>
                    <a:pt x="63282" y="14616"/>
                  </a:lnTo>
                  <a:lnTo>
                    <a:pt x="63247" y="15103"/>
                  </a:lnTo>
                  <a:lnTo>
                    <a:pt x="63233" y="15293"/>
                  </a:lnTo>
                  <a:lnTo>
                    <a:pt x="63217" y="15573"/>
                  </a:lnTo>
                  <a:lnTo>
                    <a:pt x="63163" y="16542"/>
                  </a:lnTo>
                  <a:lnTo>
                    <a:pt x="63135" y="17050"/>
                  </a:lnTo>
                  <a:lnTo>
                    <a:pt x="63109" y="17517"/>
                  </a:lnTo>
                  <a:lnTo>
                    <a:pt x="63078" y="18072"/>
                  </a:lnTo>
                  <a:lnTo>
                    <a:pt x="63042" y="18709"/>
                  </a:lnTo>
                  <a:lnTo>
                    <a:pt x="63018" y="19139"/>
                  </a:lnTo>
                  <a:lnTo>
                    <a:pt x="62995" y="19563"/>
                  </a:lnTo>
                  <a:lnTo>
                    <a:pt x="62986" y="19724"/>
                  </a:lnTo>
                  <a:lnTo>
                    <a:pt x="63768" y="19797"/>
                  </a:lnTo>
                  <a:lnTo>
                    <a:pt x="64239" y="19841"/>
                  </a:lnTo>
                  <a:lnTo>
                    <a:pt x="76732" y="21006"/>
                  </a:lnTo>
                  <a:lnTo>
                    <a:pt x="79611" y="21274"/>
                  </a:lnTo>
                  <a:lnTo>
                    <a:pt x="84883" y="21574"/>
                  </a:lnTo>
                  <a:lnTo>
                    <a:pt x="90830" y="21912"/>
                  </a:lnTo>
                  <a:lnTo>
                    <a:pt x="91089" y="21927"/>
                  </a:lnTo>
                  <a:lnTo>
                    <a:pt x="91271" y="21936"/>
                  </a:lnTo>
                  <a:lnTo>
                    <a:pt x="91942" y="21968"/>
                  </a:lnTo>
                  <a:lnTo>
                    <a:pt x="92596" y="22003"/>
                  </a:lnTo>
                  <a:lnTo>
                    <a:pt x="93680" y="22099"/>
                  </a:lnTo>
                  <a:lnTo>
                    <a:pt x="96538" y="22351"/>
                  </a:lnTo>
                  <a:lnTo>
                    <a:pt x="97031" y="22394"/>
                  </a:lnTo>
                  <a:lnTo>
                    <a:pt x="104131" y="22931"/>
                  </a:lnTo>
                  <a:lnTo>
                    <a:pt x="103773" y="25948"/>
                  </a:lnTo>
                  <a:lnTo>
                    <a:pt x="103749" y="26145"/>
                  </a:lnTo>
                  <a:lnTo>
                    <a:pt x="103580" y="27567"/>
                  </a:lnTo>
                  <a:lnTo>
                    <a:pt x="98705" y="27026"/>
                  </a:lnTo>
                  <a:lnTo>
                    <a:pt x="98657" y="27858"/>
                  </a:lnTo>
                  <a:lnTo>
                    <a:pt x="98582" y="29173"/>
                  </a:lnTo>
                  <a:lnTo>
                    <a:pt x="98563" y="29522"/>
                  </a:lnTo>
                  <a:lnTo>
                    <a:pt x="98524" y="30202"/>
                  </a:lnTo>
                  <a:lnTo>
                    <a:pt x="98497" y="31052"/>
                  </a:lnTo>
                  <a:lnTo>
                    <a:pt x="98450" y="32551"/>
                  </a:lnTo>
                  <a:lnTo>
                    <a:pt x="98314" y="36886"/>
                  </a:lnTo>
                  <a:lnTo>
                    <a:pt x="98271" y="38272"/>
                  </a:lnTo>
                  <a:lnTo>
                    <a:pt x="98235" y="39408"/>
                  </a:lnTo>
                  <a:lnTo>
                    <a:pt x="98183" y="40925"/>
                  </a:lnTo>
                  <a:lnTo>
                    <a:pt x="98146" y="41968"/>
                  </a:lnTo>
                  <a:lnTo>
                    <a:pt x="98113" y="42939"/>
                  </a:lnTo>
                  <a:lnTo>
                    <a:pt x="98093" y="43491"/>
                  </a:lnTo>
                  <a:lnTo>
                    <a:pt x="98054" y="44631"/>
                  </a:lnTo>
                  <a:lnTo>
                    <a:pt x="97977" y="45488"/>
                  </a:lnTo>
                  <a:lnTo>
                    <a:pt x="97931" y="45999"/>
                  </a:lnTo>
                  <a:lnTo>
                    <a:pt x="97831" y="47126"/>
                  </a:lnTo>
                  <a:lnTo>
                    <a:pt x="97776" y="47739"/>
                  </a:lnTo>
                  <a:lnTo>
                    <a:pt x="97753" y="47993"/>
                  </a:lnTo>
                  <a:lnTo>
                    <a:pt x="97589" y="49829"/>
                  </a:lnTo>
                  <a:lnTo>
                    <a:pt x="97575" y="49986"/>
                  </a:lnTo>
                  <a:lnTo>
                    <a:pt x="97488" y="50965"/>
                  </a:lnTo>
                  <a:lnTo>
                    <a:pt x="97462" y="51103"/>
                  </a:lnTo>
                  <a:lnTo>
                    <a:pt x="97423" y="51308"/>
                  </a:lnTo>
                  <a:lnTo>
                    <a:pt x="97386" y="51505"/>
                  </a:lnTo>
                  <a:lnTo>
                    <a:pt x="97349" y="51702"/>
                  </a:lnTo>
                  <a:lnTo>
                    <a:pt x="97391" y="52154"/>
                  </a:lnTo>
                  <a:lnTo>
                    <a:pt x="97435" y="52630"/>
                  </a:lnTo>
                  <a:lnTo>
                    <a:pt x="97456" y="52855"/>
                  </a:lnTo>
                  <a:lnTo>
                    <a:pt x="96815" y="53026"/>
                  </a:lnTo>
                  <a:lnTo>
                    <a:pt x="96826" y="53616"/>
                  </a:lnTo>
                  <a:lnTo>
                    <a:pt x="96846" y="54726"/>
                  </a:lnTo>
                  <a:lnTo>
                    <a:pt x="96855" y="55197"/>
                  </a:lnTo>
                  <a:lnTo>
                    <a:pt x="96957" y="55514"/>
                  </a:lnTo>
                  <a:lnTo>
                    <a:pt x="97077" y="55884"/>
                  </a:lnTo>
                  <a:lnTo>
                    <a:pt x="97279" y="56511"/>
                  </a:lnTo>
                  <a:lnTo>
                    <a:pt x="97396" y="56872"/>
                  </a:lnTo>
                  <a:lnTo>
                    <a:pt x="97552" y="57356"/>
                  </a:lnTo>
                  <a:lnTo>
                    <a:pt x="97633" y="57606"/>
                  </a:lnTo>
                  <a:lnTo>
                    <a:pt x="97687" y="57774"/>
                  </a:lnTo>
                  <a:lnTo>
                    <a:pt x="99341" y="62408"/>
                  </a:lnTo>
                  <a:lnTo>
                    <a:pt x="99645" y="64347"/>
                  </a:lnTo>
                  <a:lnTo>
                    <a:pt x="100735" y="65308"/>
                  </a:lnTo>
                  <a:lnTo>
                    <a:pt x="100452" y="68015"/>
                  </a:lnTo>
                  <a:lnTo>
                    <a:pt x="100471" y="69936"/>
                  </a:lnTo>
                  <a:lnTo>
                    <a:pt x="93242" y="68790"/>
                  </a:lnTo>
                  <a:lnTo>
                    <a:pt x="75459" y="65585"/>
                  </a:lnTo>
                  <a:lnTo>
                    <a:pt x="64404" y="62702"/>
                  </a:lnTo>
                  <a:lnTo>
                    <a:pt x="58156" y="62061"/>
                  </a:lnTo>
                  <a:lnTo>
                    <a:pt x="50947" y="61420"/>
                  </a:lnTo>
                  <a:lnTo>
                    <a:pt x="46027" y="61010"/>
                  </a:lnTo>
                  <a:lnTo>
                    <a:pt x="43256" y="60779"/>
                  </a:lnTo>
                  <a:lnTo>
                    <a:pt x="30279" y="58376"/>
                  </a:lnTo>
                  <a:lnTo>
                    <a:pt x="14899" y="52769"/>
                  </a:lnTo>
                  <a:lnTo>
                    <a:pt x="6568" y="49244"/>
                  </a:lnTo>
                  <a:lnTo>
                    <a:pt x="3204" y="45719"/>
                  </a:lnTo>
                  <a:lnTo>
                    <a:pt x="0" y="40112"/>
                  </a:lnTo>
                  <a:lnTo>
                    <a:pt x="2189" y="39845"/>
                  </a:lnTo>
                  <a:lnTo>
                    <a:pt x="2857" y="38109"/>
                  </a:lnTo>
                  <a:lnTo>
                    <a:pt x="5172" y="36649"/>
                  </a:lnTo>
                  <a:lnTo>
                    <a:pt x="6293" y="35314"/>
                  </a:lnTo>
                  <a:lnTo>
                    <a:pt x="5813" y="34459"/>
                  </a:lnTo>
                  <a:lnTo>
                    <a:pt x="9220" y="32148"/>
                  </a:lnTo>
                  <a:lnTo>
                    <a:pt x="10833" y="32404"/>
                  </a:lnTo>
                  <a:lnTo>
                    <a:pt x="11077" y="32606"/>
                  </a:lnTo>
                  <a:lnTo>
                    <a:pt x="11375" y="32553"/>
                  </a:lnTo>
                  <a:lnTo>
                    <a:pt x="11484" y="32349"/>
                  </a:lnTo>
                  <a:lnTo>
                    <a:pt x="12919" y="29641"/>
                  </a:lnTo>
                  <a:lnTo>
                    <a:pt x="14765" y="31373"/>
                  </a:lnTo>
                  <a:lnTo>
                    <a:pt x="16381" y="30470"/>
                  </a:lnTo>
                  <a:lnTo>
                    <a:pt x="16509" y="30398"/>
                  </a:lnTo>
                  <a:lnTo>
                    <a:pt x="16354" y="30145"/>
                  </a:lnTo>
                  <a:lnTo>
                    <a:pt x="12519" y="26226"/>
                  </a:lnTo>
                  <a:lnTo>
                    <a:pt x="14004" y="24595"/>
                  </a:lnTo>
                  <a:lnTo>
                    <a:pt x="14485" y="24086"/>
                  </a:lnTo>
                  <a:lnTo>
                    <a:pt x="14721" y="23836"/>
                  </a:lnTo>
                  <a:lnTo>
                    <a:pt x="14854" y="23696"/>
                  </a:lnTo>
                  <a:lnTo>
                    <a:pt x="15142" y="23344"/>
                  </a:lnTo>
                  <a:lnTo>
                    <a:pt x="15387" y="23045"/>
                  </a:lnTo>
                  <a:lnTo>
                    <a:pt x="15580" y="22811"/>
                  </a:lnTo>
                  <a:lnTo>
                    <a:pt x="16584" y="21586"/>
                  </a:lnTo>
                  <a:lnTo>
                    <a:pt x="17154" y="20891"/>
                  </a:lnTo>
                  <a:lnTo>
                    <a:pt x="17439" y="20545"/>
                  </a:lnTo>
                  <a:lnTo>
                    <a:pt x="18272" y="20005"/>
                  </a:lnTo>
                  <a:lnTo>
                    <a:pt x="17283" y="18880"/>
                  </a:lnTo>
                  <a:lnTo>
                    <a:pt x="18697" y="17703"/>
                  </a:lnTo>
                  <a:lnTo>
                    <a:pt x="18874" y="17556"/>
                  </a:lnTo>
                  <a:lnTo>
                    <a:pt x="19036" y="17469"/>
                  </a:lnTo>
                  <a:lnTo>
                    <a:pt x="19837" y="17342"/>
                  </a:lnTo>
                  <a:lnTo>
                    <a:pt x="20064" y="17524"/>
                  </a:lnTo>
                  <a:lnTo>
                    <a:pt x="21052" y="18212"/>
                  </a:lnTo>
                  <a:lnTo>
                    <a:pt x="21725" y="17789"/>
                  </a:lnTo>
                  <a:lnTo>
                    <a:pt x="21943" y="17651"/>
                  </a:lnTo>
                  <a:lnTo>
                    <a:pt x="22309" y="17421"/>
                  </a:lnTo>
                  <a:lnTo>
                    <a:pt x="22614" y="17229"/>
                  </a:lnTo>
                  <a:lnTo>
                    <a:pt x="22776" y="17128"/>
                  </a:lnTo>
                  <a:lnTo>
                    <a:pt x="22936" y="17202"/>
                  </a:lnTo>
                  <a:lnTo>
                    <a:pt x="23192" y="17320"/>
                  </a:lnTo>
                  <a:lnTo>
                    <a:pt x="23329" y="17290"/>
                  </a:lnTo>
                  <a:lnTo>
                    <a:pt x="23737" y="17199"/>
                  </a:lnTo>
                  <a:lnTo>
                    <a:pt x="23869" y="17169"/>
                  </a:lnTo>
                  <a:lnTo>
                    <a:pt x="24186" y="17299"/>
                  </a:lnTo>
                  <a:lnTo>
                    <a:pt x="24207" y="17130"/>
                  </a:lnTo>
                  <a:lnTo>
                    <a:pt x="24527" y="14557"/>
                  </a:lnTo>
                  <a:lnTo>
                    <a:pt x="25159" y="14323"/>
                  </a:lnTo>
                  <a:lnTo>
                    <a:pt x="26046" y="13994"/>
                  </a:lnTo>
                  <a:lnTo>
                    <a:pt x="26654" y="12313"/>
                  </a:lnTo>
                  <a:lnTo>
                    <a:pt x="26819" y="11855"/>
                  </a:lnTo>
                  <a:lnTo>
                    <a:pt x="25788" y="11450"/>
                  </a:lnTo>
                  <a:lnTo>
                    <a:pt x="28127" y="11064"/>
                  </a:lnTo>
                  <a:lnTo>
                    <a:pt x="28637" y="10403"/>
                  </a:lnTo>
                  <a:lnTo>
                    <a:pt x="28767" y="10158"/>
                  </a:lnTo>
                  <a:lnTo>
                    <a:pt x="28884" y="9939"/>
                  </a:lnTo>
                  <a:lnTo>
                    <a:pt x="29299" y="9162"/>
                  </a:lnTo>
                  <a:lnTo>
                    <a:pt x="29424" y="8928"/>
                  </a:lnTo>
                  <a:lnTo>
                    <a:pt x="29758" y="8748"/>
                  </a:lnTo>
                  <a:lnTo>
                    <a:pt x="30459" y="9254"/>
                  </a:lnTo>
                  <a:lnTo>
                    <a:pt x="31081" y="9523"/>
                  </a:lnTo>
                  <a:lnTo>
                    <a:pt x="33589" y="10335"/>
                  </a:lnTo>
                  <a:lnTo>
                    <a:pt x="34785" y="10824"/>
                  </a:lnTo>
                  <a:lnTo>
                    <a:pt x="34790" y="11026"/>
                  </a:lnTo>
                  <a:lnTo>
                    <a:pt x="34804" y="11664"/>
                  </a:lnTo>
                  <a:lnTo>
                    <a:pt x="34807" y="11807"/>
                  </a:lnTo>
                  <a:lnTo>
                    <a:pt x="35084" y="11756"/>
                  </a:lnTo>
                  <a:lnTo>
                    <a:pt x="35230" y="11729"/>
                  </a:lnTo>
                  <a:lnTo>
                    <a:pt x="35379" y="11701"/>
                  </a:lnTo>
                  <a:lnTo>
                    <a:pt x="35680" y="11645"/>
                  </a:lnTo>
                  <a:lnTo>
                    <a:pt x="35888" y="11607"/>
                  </a:lnTo>
                  <a:lnTo>
                    <a:pt x="37565" y="11364"/>
                  </a:lnTo>
                  <a:lnTo>
                    <a:pt x="37969" y="11305"/>
                  </a:lnTo>
                  <a:lnTo>
                    <a:pt x="38120" y="11283"/>
                  </a:lnTo>
                  <a:lnTo>
                    <a:pt x="38300" y="11257"/>
                  </a:lnTo>
                  <a:lnTo>
                    <a:pt x="38708" y="11198"/>
                  </a:lnTo>
                  <a:lnTo>
                    <a:pt x="40678" y="10791"/>
                  </a:lnTo>
                  <a:lnTo>
                    <a:pt x="41109" y="10644"/>
                  </a:lnTo>
                  <a:lnTo>
                    <a:pt x="41295" y="10469"/>
                  </a:lnTo>
                  <a:lnTo>
                    <a:pt x="41926" y="10435"/>
                  </a:lnTo>
                  <a:lnTo>
                    <a:pt x="42583" y="10387"/>
                  </a:lnTo>
                  <a:lnTo>
                    <a:pt x="43183" y="10284"/>
                  </a:lnTo>
                  <a:lnTo>
                    <a:pt x="43554" y="10220"/>
                  </a:lnTo>
                  <a:lnTo>
                    <a:pt x="44322" y="10087"/>
                  </a:lnTo>
                  <a:lnTo>
                    <a:pt x="45124" y="9949"/>
                  </a:lnTo>
                  <a:lnTo>
                    <a:pt x="46147" y="9791"/>
                  </a:lnTo>
                  <a:lnTo>
                    <a:pt x="46422" y="9748"/>
                  </a:lnTo>
                  <a:lnTo>
                    <a:pt x="46910" y="9655"/>
                  </a:lnTo>
                  <a:lnTo>
                    <a:pt x="47678" y="9508"/>
                  </a:lnTo>
                  <a:lnTo>
                    <a:pt x="47876" y="9470"/>
                  </a:lnTo>
                  <a:lnTo>
                    <a:pt x="48189" y="9316"/>
                  </a:lnTo>
                  <a:lnTo>
                    <a:pt x="48423" y="9202"/>
                  </a:lnTo>
                  <a:lnTo>
                    <a:pt x="48678" y="9077"/>
                  </a:lnTo>
                  <a:lnTo>
                    <a:pt x="49488" y="8680"/>
                  </a:lnTo>
                  <a:lnTo>
                    <a:pt x="51284" y="7800"/>
                  </a:lnTo>
                  <a:lnTo>
                    <a:pt x="51524" y="7704"/>
                  </a:lnTo>
                  <a:lnTo>
                    <a:pt x="51678" y="7932"/>
                  </a:lnTo>
                  <a:lnTo>
                    <a:pt x="51774" y="8073"/>
                  </a:lnTo>
                  <a:lnTo>
                    <a:pt x="52076" y="8520"/>
                  </a:lnTo>
                  <a:lnTo>
                    <a:pt x="52512" y="9164"/>
                  </a:lnTo>
                  <a:lnTo>
                    <a:pt x="52707" y="9450"/>
                  </a:lnTo>
                  <a:lnTo>
                    <a:pt x="53211" y="10195"/>
                  </a:lnTo>
                  <a:lnTo>
                    <a:pt x="53569" y="10620"/>
                  </a:lnTo>
                  <a:lnTo>
                    <a:pt x="53975" y="11102"/>
                  </a:lnTo>
                  <a:lnTo>
                    <a:pt x="54275" y="10929"/>
                  </a:lnTo>
                  <a:lnTo>
                    <a:pt x="55693" y="10848"/>
                  </a:lnTo>
                  <a:lnTo>
                    <a:pt x="56456" y="11017"/>
                  </a:lnTo>
                  <a:lnTo>
                    <a:pt x="57596" y="11269"/>
                  </a:lnTo>
                  <a:lnTo>
                    <a:pt x="59679" y="11335"/>
                  </a:lnTo>
                  <a:lnTo>
                    <a:pt x="59917" y="11343"/>
                  </a:lnTo>
                  <a:lnTo>
                    <a:pt x="60092" y="11348"/>
                  </a:lnTo>
                  <a:lnTo>
                    <a:pt x="60105" y="11191"/>
                  </a:lnTo>
                  <a:lnTo>
                    <a:pt x="60238" y="9470"/>
                  </a:lnTo>
                  <a:lnTo>
                    <a:pt x="60258" y="9202"/>
                  </a:lnTo>
                  <a:lnTo>
                    <a:pt x="60309" y="8551"/>
                  </a:lnTo>
                  <a:lnTo>
                    <a:pt x="60325" y="8343"/>
                  </a:lnTo>
                  <a:lnTo>
                    <a:pt x="60487" y="6237"/>
                  </a:lnTo>
                  <a:lnTo>
                    <a:pt x="60509" y="5955"/>
                  </a:lnTo>
                  <a:lnTo>
                    <a:pt x="60564" y="5240"/>
                  </a:lnTo>
                  <a:lnTo>
                    <a:pt x="60585" y="4967"/>
                  </a:lnTo>
                  <a:lnTo>
                    <a:pt x="60643" y="4225"/>
                  </a:lnTo>
                  <a:lnTo>
                    <a:pt x="60676" y="3799"/>
                  </a:lnTo>
                  <a:lnTo>
                    <a:pt x="60737" y="3010"/>
                  </a:lnTo>
                  <a:lnTo>
                    <a:pt x="60757" y="2744"/>
                  </a:lnTo>
                  <a:lnTo>
                    <a:pt x="60812" y="2033"/>
                  </a:lnTo>
                  <a:lnTo>
                    <a:pt x="60838" y="1692"/>
                  </a:lnTo>
                  <a:lnTo>
                    <a:pt x="60895" y="956"/>
                  </a:lnTo>
                  <a:lnTo>
                    <a:pt x="60908" y="786"/>
                  </a:lnTo>
                  <a:lnTo>
                    <a:pt x="60927" y="552"/>
                  </a:lnTo>
                  <a:lnTo>
                    <a:pt x="60990" y="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2659363" y="2567784"/>
              <a:ext cx="105632" cy="46489"/>
            </a:xfrm>
            <a:custGeom>
              <a:avLst/>
              <a:pathLst>
                <a:path w="105632" h="46489">
                  <a:moveTo>
                    <a:pt x="64147" y="2110"/>
                  </a:moveTo>
                  <a:lnTo>
                    <a:pt x="64502" y="2378"/>
                  </a:lnTo>
                  <a:lnTo>
                    <a:pt x="65110" y="1548"/>
                  </a:lnTo>
                  <a:lnTo>
                    <a:pt x="65933" y="424"/>
                  </a:lnTo>
                  <a:lnTo>
                    <a:pt x="66823" y="1020"/>
                  </a:lnTo>
                  <a:lnTo>
                    <a:pt x="67612" y="1548"/>
                  </a:lnTo>
                  <a:lnTo>
                    <a:pt x="69184" y="2600"/>
                  </a:lnTo>
                  <a:lnTo>
                    <a:pt x="69394" y="2741"/>
                  </a:lnTo>
                  <a:lnTo>
                    <a:pt x="69976" y="3131"/>
                  </a:lnTo>
                  <a:lnTo>
                    <a:pt x="70045" y="3460"/>
                  </a:lnTo>
                  <a:lnTo>
                    <a:pt x="71092" y="4373"/>
                  </a:lnTo>
                  <a:lnTo>
                    <a:pt x="71239" y="4501"/>
                  </a:lnTo>
                  <a:lnTo>
                    <a:pt x="72096" y="5296"/>
                  </a:lnTo>
                  <a:lnTo>
                    <a:pt x="72374" y="6549"/>
                  </a:lnTo>
                  <a:lnTo>
                    <a:pt x="72374" y="7330"/>
                  </a:lnTo>
                  <a:lnTo>
                    <a:pt x="72358" y="7738"/>
                  </a:lnTo>
                  <a:lnTo>
                    <a:pt x="72117" y="8289"/>
                  </a:lnTo>
                  <a:lnTo>
                    <a:pt x="71897" y="8795"/>
                  </a:lnTo>
                  <a:lnTo>
                    <a:pt x="74997" y="10884"/>
                  </a:lnTo>
                  <a:lnTo>
                    <a:pt x="77440" y="12513"/>
                  </a:lnTo>
                  <a:lnTo>
                    <a:pt x="77770" y="12606"/>
                  </a:lnTo>
                  <a:lnTo>
                    <a:pt x="77905" y="12645"/>
                  </a:lnTo>
                  <a:lnTo>
                    <a:pt x="78230" y="12737"/>
                  </a:lnTo>
                  <a:lnTo>
                    <a:pt x="78679" y="12737"/>
                  </a:lnTo>
                  <a:lnTo>
                    <a:pt x="79031" y="12370"/>
                  </a:lnTo>
                  <a:lnTo>
                    <a:pt x="79297" y="12077"/>
                  </a:lnTo>
                  <a:lnTo>
                    <a:pt x="79599" y="11711"/>
                  </a:lnTo>
                  <a:lnTo>
                    <a:pt x="80386" y="10757"/>
                  </a:lnTo>
                  <a:lnTo>
                    <a:pt x="81824" y="9015"/>
                  </a:lnTo>
                  <a:lnTo>
                    <a:pt x="82349" y="9163"/>
                  </a:lnTo>
                  <a:lnTo>
                    <a:pt x="82697" y="9262"/>
                  </a:lnTo>
                  <a:lnTo>
                    <a:pt x="83239" y="9316"/>
                  </a:lnTo>
                  <a:lnTo>
                    <a:pt x="84553" y="10384"/>
                  </a:lnTo>
                  <a:lnTo>
                    <a:pt x="86175" y="11487"/>
                  </a:lnTo>
                  <a:lnTo>
                    <a:pt x="86390" y="11632"/>
                  </a:lnTo>
                  <a:lnTo>
                    <a:pt x="87233" y="12205"/>
                  </a:lnTo>
                  <a:lnTo>
                    <a:pt x="89631" y="14064"/>
                  </a:lnTo>
                  <a:lnTo>
                    <a:pt x="90600" y="14702"/>
                  </a:lnTo>
                  <a:lnTo>
                    <a:pt x="91765" y="15468"/>
                  </a:lnTo>
                  <a:lnTo>
                    <a:pt x="93725" y="16757"/>
                  </a:lnTo>
                  <a:lnTo>
                    <a:pt x="96227" y="18403"/>
                  </a:lnTo>
                  <a:lnTo>
                    <a:pt x="96561" y="17882"/>
                  </a:lnTo>
                  <a:lnTo>
                    <a:pt x="96732" y="17614"/>
                  </a:lnTo>
                  <a:lnTo>
                    <a:pt x="97544" y="16348"/>
                  </a:lnTo>
                  <a:lnTo>
                    <a:pt x="97827" y="15906"/>
                  </a:lnTo>
                  <a:lnTo>
                    <a:pt x="98410" y="14997"/>
                  </a:lnTo>
                  <a:lnTo>
                    <a:pt x="98844" y="15270"/>
                  </a:lnTo>
                  <a:lnTo>
                    <a:pt x="99857" y="15906"/>
                  </a:lnTo>
                  <a:lnTo>
                    <a:pt x="101323" y="16827"/>
                  </a:lnTo>
                  <a:lnTo>
                    <a:pt x="101580" y="17008"/>
                  </a:lnTo>
                  <a:lnTo>
                    <a:pt x="102746" y="17825"/>
                  </a:lnTo>
                  <a:lnTo>
                    <a:pt x="105148" y="19509"/>
                  </a:lnTo>
                  <a:lnTo>
                    <a:pt x="105324" y="19632"/>
                  </a:lnTo>
                  <a:lnTo>
                    <a:pt x="105632" y="19848"/>
                  </a:lnTo>
                  <a:lnTo>
                    <a:pt x="105402" y="20191"/>
                  </a:lnTo>
                  <a:lnTo>
                    <a:pt x="104797" y="21094"/>
                  </a:lnTo>
                  <a:lnTo>
                    <a:pt x="104295" y="21843"/>
                  </a:lnTo>
                  <a:lnTo>
                    <a:pt x="104026" y="22245"/>
                  </a:lnTo>
                  <a:lnTo>
                    <a:pt x="103453" y="23101"/>
                  </a:lnTo>
                  <a:lnTo>
                    <a:pt x="103328" y="23277"/>
                  </a:lnTo>
                  <a:lnTo>
                    <a:pt x="103134" y="23551"/>
                  </a:lnTo>
                  <a:lnTo>
                    <a:pt x="102898" y="23883"/>
                  </a:lnTo>
                  <a:lnTo>
                    <a:pt x="102737" y="24112"/>
                  </a:lnTo>
                  <a:lnTo>
                    <a:pt x="101194" y="26289"/>
                  </a:lnTo>
                  <a:lnTo>
                    <a:pt x="99072" y="29394"/>
                  </a:lnTo>
                  <a:lnTo>
                    <a:pt x="97272" y="32028"/>
                  </a:lnTo>
                  <a:lnTo>
                    <a:pt x="97053" y="32349"/>
                  </a:lnTo>
                  <a:lnTo>
                    <a:pt x="96752" y="32789"/>
                  </a:lnTo>
                  <a:lnTo>
                    <a:pt x="96645" y="32950"/>
                  </a:lnTo>
                  <a:lnTo>
                    <a:pt x="95881" y="34098"/>
                  </a:lnTo>
                  <a:lnTo>
                    <a:pt x="94905" y="35564"/>
                  </a:lnTo>
                  <a:lnTo>
                    <a:pt x="94652" y="35944"/>
                  </a:lnTo>
                  <a:lnTo>
                    <a:pt x="93137" y="38052"/>
                  </a:lnTo>
                  <a:lnTo>
                    <a:pt x="92311" y="39201"/>
                  </a:lnTo>
                  <a:lnTo>
                    <a:pt x="91618" y="40164"/>
                  </a:lnTo>
                  <a:lnTo>
                    <a:pt x="91305" y="40600"/>
                  </a:lnTo>
                  <a:lnTo>
                    <a:pt x="90326" y="41962"/>
                  </a:lnTo>
                  <a:lnTo>
                    <a:pt x="90011" y="42399"/>
                  </a:lnTo>
                  <a:lnTo>
                    <a:pt x="89220" y="43535"/>
                  </a:lnTo>
                  <a:lnTo>
                    <a:pt x="88308" y="44845"/>
                  </a:lnTo>
                  <a:lnTo>
                    <a:pt x="87530" y="45962"/>
                  </a:lnTo>
                  <a:lnTo>
                    <a:pt x="87163" y="46489"/>
                  </a:lnTo>
                  <a:lnTo>
                    <a:pt x="86243" y="45859"/>
                  </a:lnTo>
                  <a:lnTo>
                    <a:pt x="86001" y="45693"/>
                  </a:lnTo>
                  <a:lnTo>
                    <a:pt x="79120" y="40980"/>
                  </a:lnTo>
                  <a:lnTo>
                    <a:pt x="78698" y="40691"/>
                  </a:lnTo>
                  <a:lnTo>
                    <a:pt x="78484" y="40545"/>
                  </a:lnTo>
                  <a:lnTo>
                    <a:pt x="78300" y="40508"/>
                  </a:lnTo>
                  <a:lnTo>
                    <a:pt x="78004" y="40448"/>
                  </a:lnTo>
                  <a:lnTo>
                    <a:pt x="76185" y="40082"/>
                  </a:lnTo>
                  <a:lnTo>
                    <a:pt x="75473" y="40035"/>
                  </a:lnTo>
                  <a:lnTo>
                    <a:pt x="75089" y="40009"/>
                  </a:lnTo>
                  <a:lnTo>
                    <a:pt x="69187" y="39615"/>
                  </a:lnTo>
                  <a:lnTo>
                    <a:pt x="65419" y="39363"/>
                  </a:lnTo>
                  <a:lnTo>
                    <a:pt x="53168" y="38438"/>
                  </a:lnTo>
                  <a:lnTo>
                    <a:pt x="52795" y="38409"/>
                  </a:lnTo>
                  <a:lnTo>
                    <a:pt x="51909" y="38342"/>
                  </a:lnTo>
                  <a:lnTo>
                    <a:pt x="42076" y="37600"/>
                  </a:lnTo>
                  <a:lnTo>
                    <a:pt x="41145" y="37529"/>
                  </a:lnTo>
                  <a:lnTo>
                    <a:pt x="34044" y="36993"/>
                  </a:lnTo>
                  <a:lnTo>
                    <a:pt x="33552" y="36950"/>
                  </a:lnTo>
                  <a:lnTo>
                    <a:pt x="30694" y="36697"/>
                  </a:lnTo>
                  <a:lnTo>
                    <a:pt x="29505" y="36593"/>
                  </a:lnTo>
                  <a:lnTo>
                    <a:pt x="28956" y="36566"/>
                  </a:lnTo>
                  <a:lnTo>
                    <a:pt x="28285" y="36534"/>
                  </a:lnTo>
                  <a:lnTo>
                    <a:pt x="28103" y="36526"/>
                  </a:lnTo>
                  <a:lnTo>
                    <a:pt x="27844" y="36511"/>
                  </a:lnTo>
                  <a:lnTo>
                    <a:pt x="21896" y="36173"/>
                  </a:lnTo>
                  <a:lnTo>
                    <a:pt x="16624" y="35873"/>
                  </a:lnTo>
                  <a:lnTo>
                    <a:pt x="13746" y="35605"/>
                  </a:lnTo>
                  <a:lnTo>
                    <a:pt x="1253" y="34440"/>
                  </a:lnTo>
                  <a:lnTo>
                    <a:pt x="782" y="34396"/>
                  </a:lnTo>
                  <a:lnTo>
                    <a:pt x="0" y="34323"/>
                  </a:lnTo>
                  <a:lnTo>
                    <a:pt x="8" y="34162"/>
                  </a:lnTo>
                  <a:lnTo>
                    <a:pt x="32" y="33738"/>
                  </a:lnTo>
                  <a:lnTo>
                    <a:pt x="62" y="33207"/>
                  </a:lnTo>
                  <a:lnTo>
                    <a:pt x="92" y="32671"/>
                  </a:lnTo>
                  <a:lnTo>
                    <a:pt x="123" y="32116"/>
                  </a:lnTo>
                  <a:lnTo>
                    <a:pt x="154" y="31564"/>
                  </a:lnTo>
                  <a:lnTo>
                    <a:pt x="177" y="31141"/>
                  </a:lnTo>
                  <a:lnTo>
                    <a:pt x="231" y="30172"/>
                  </a:lnTo>
                  <a:lnTo>
                    <a:pt x="247" y="29892"/>
                  </a:lnTo>
                  <a:lnTo>
                    <a:pt x="271" y="29554"/>
                  </a:lnTo>
                  <a:lnTo>
                    <a:pt x="296" y="29215"/>
                  </a:lnTo>
                  <a:lnTo>
                    <a:pt x="332" y="28726"/>
                  </a:lnTo>
                  <a:lnTo>
                    <a:pt x="365" y="28271"/>
                  </a:lnTo>
                  <a:lnTo>
                    <a:pt x="409" y="27667"/>
                  </a:lnTo>
                  <a:lnTo>
                    <a:pt x="473" y="26782"/>
                  </a:lnTo>
                  <a:lnTo>
                    <a:pt x="499" y="26428"/>
                  </a:lnTo>
                  <a:lnTo>
                    <a:pt x="516" y="26188"/>
                  </a:lnTo>
                  <a:lnTo>
                    <a:pt x="530" y="25997"/>
                  </a:lnTo>
                  <a:lnTo>
                    <a:pt x="558" y="25618"/>
                  </a:lnTo>
                  <a:lnTo>
                    <a:pt x="604" y="25033"/>
                  </a:lnTo>
                  <a:lnTo>
                    <a:pt x="634" y="24660"/>
                  </a:lnTo>
                  <a:lnTo>
                    <a:pt x="675" y="24145"/>
                  </a:lnTo>
                  <a:lnTo>
                    <a:pt x="713" y="23666"/>
                  </a:lnTo>
                  <a:lnTo>
                    <a:pt x="751" y="23195"/>
                  </a:lnTo>
                  <a:lnTo>
                    <a:pt x="831" y="22189"/>
                  </a:lnTo>
                  <a:lnTo>
                    <a:pt x="850" y="21952"/>
                  </a:lnTo>
                  <a:lnTo>
                    <a:pt x="961" y="20554"/>
                  </a:lnTo>
                  <a:lnTo>
                    <a:pt x="983" y="20286"/>
                  </a:lnTo>
                  <a:lnTo>
                    <a:pt x="1063" y="19279"/>
                  </a:lnTo>
                  <a:lnTo>
                    <a:pt x="1133" y="18392"/>
                  </a:lnTo>
                  <a:lnTo>
                    <a:pt x="1163" y="18021"/>
                  </a:lnTo>
                  <a:lnTo>
                    <a:pt x="1193" y="17646"/>
                  </a:lnTo>
                  <a:lnTo>
                    <a:pt x="1328" y="15955"/>
                  </a:lnTo>
                  <a:lnTo>
                    <a:pt x="1361" y="15540"/>
                  </a:lnTo>
                  <a:lnTo>
                    <a:pt x="1436" y="14598"/>
                  </a:lnTo>
                  <a:lnTo>
                    <a:pt x="3130" y="14712"/>
                  </a:lnTo>
                  <a:lnTo>
                    <a:pt x="7894" y="15031"/>
                  </a:lnTo>
                  <a:lnTo>
                    <a:pt x="9422" y="15134"/>
                  </a:lnTo>
                  <a:lnTo>
                    <a:pt x="11843" y="15296"/>
                  </a:lnTo>
                  <a:lnTo>
                    <a:pt x="14987" y="15507"/>
                  </a:lnTo>
                  <a:lnTo>
                    <a:pt x="15243" y="15524"/>
                  </a:lnTo>
                  <a:lnTo>
                    <a:pt x="18671" y="15778"/>
                  </a:lnTo>
                  <a:lnTo>
                    <a:pt x="22141" y="16036"/>
                  </a:lnTo>
                  <a:lnTo>
                    <a:pt x="24644" y="16222"/>
                  </a:lnTo>
                  <a:lnTo>
                    <a:pt x="28283" y="16492"/>
                  </a:lnTo>
                  <a:lnTo>
                    <a:pt x="28722" y="16525"/>
                  </a:lnTo>
                  <a:lnTo>
                    <a:pt x="28903" y="16538"/>
                  </a:lnTo>
                  <a:lnTo>
                    <a:pt x="29232" y="16561"/>
                  </a:lnTo>
                  <a:lnTo>
                    <a:pt x="31590" y="16729"/>
                  </a:lnTo>
                  <a:lnTo>
                    <a:pt x="32195" y="16773"/>
                  </a:lnTo>
                  <a:lnTo>
                    <a:pt x="36286" y="17064"/>
                  </a:lnTo>
                  <a:lnTo>
                    <a:pt x="42119" y="17480"/>
                  </a:lnTo>
                  <a:lnTo>
                    <a:pt x="42673" y="17524"/>
                  </a:lnTo>
                  <a:lnTo>
                    <a:pt x="43398" y="17581"/>
                  </a:lnTo>
                  <a:lnTo>
                    <a:pt x="43997" y="17628"/>
                  </a:lnTo>
                  <a:lnTo>
                    <a:pt x="44193" y="17644"/>
                  </a:lnTo>
                  <a:lnTo>
                    <a:pt x="53115" y="18402"/>
                  </a:lnTo>
                  <a:lnTo>
                    <a:pt x="53292" y="18417"/>
                  </a:lnTo>
                  <a:lnTo>
                    <a:pt x="54461" y="18506"/>
                  </a:lnTo>
                  <a:lnTo>
                    <a:pt x="55941" y="18607"/>
                  </a:lnTo>
                  <a:lnTo>
                    <a:pt x="58777" y="18829"/>
                  </a:lnTo>
                  <a:lnTo>
                    <a:pt x="60152" y="18937"/>
                  </a:lnTo>
                  <a:lnTo>
                    <a:pt x="62098" y="19089"/>
                  </a:lnTo>
                  <a:lnTo>
                    <a:pt x="63052" y="19162"/>
                  </a:lnTo>
                  <a:lnTo>
                    <a:pt x="66573" y="19437"/>
                  </a:lnTo>
                  <a:lnTo>
                    <a:pt x="66913" y="19464"/>
                  </a:lnTo>
                  <a:lnTo>
                    <a:pt x="66917" y="19317"/>
                  </a:lnTo>
                  <a:lnTo>
                    <a:pt x="66926" y="19034"/>
                  </a:lnTo>
                  <a:lnTo>
                    <a:pt x="66962" y="17796"/>
                  </a:lnTo>
                  <a:lnTo>
                    <a:pt x="66996" y="16657"/>
                  </a:lnTo>
                  <a:lnTo>
                    <a:pt x="67001" y="16492"/>
                  </a:lnTo>
                  <a:lnTo>
                    <a:pt x="65856" y="15969"/>
                  </a:lnTo>
                  <a:lnTo>
                    <a:pt x="65313" y="15721"/>
                  </a:lnTo>
                  <a:lnTo>
                    <a:pt x="56576" y="15064"/>
                  </a:lnTo>
                  <a:lnTo>
                    <a:pt x="56596" y="14902"/>
                  </a:lnTo>
                  <a:lnTo>
                    <a:pt x="57047" y="11827"/>
                  </a:lnTo>
                  <a:lnTo>
                    <a:pt x="60889" y="13092"/>
                  </a:lnTo>
                  <a:lnTo>
                    <a:pt x="61625" y="13334"/>
                  </a:lnTo>
                  <a:lnTo>
                    <a:pt x="63674" y="13535"/>
                  </a:lnTo>
                  <a:lnTo>
                    <a:pt x="64012" y="13581"/>
                  </a:lnTo>
                  <a:lnTo>
                    <a:pt x="65323" y="13762"/>
                  </a:lnTo>
                  <a:lnTo>
                    <a:pt x="65447" y="13595"/>
                  </a:lnTo>
                  <a:lnTo>
                    <a:pt x="65822" y="13092"/>
                  </a:lnTo>
                  <a:lnTo>
                    <a:pt x="66029" y="12815"/>
                  </a:lnTo>
                  <a:lnTo>
                    <a:pt x="66666" y="11961"/>
                  </a:lnTo>
                  <a:lnTo>
                    <a:pt x="66816" y="11760"/>
                  </a:lnTo>
                  <a:lnTo>
                    <a:pt x="67085" y="11400"/>
                  </a:lnTo>
                  <a:lnTo>
                    <a:pt x="66541" y="11303"/>
                  </a:lnTo>
                  <a:lnTo>
                    <a:pt x="66219" y="11083"/>
                  </a:lnTo>
                  <a:lnTo>
                    <a:pt x="65163" y="10363"/>
                  </a:lnTo>
                  <a:lnTo>
                    <a:pt x="64757" y="10384"/>
                  </a:lnTo>
                  <a:lnTo>
                    <a:pt x="63833" y="9704"/>
                  </a:lnTo>
                  <a:lnTo>
                    <a:pt x="63606" y="9536"/>
                  </a:lnTo>
                  <a:lnTo>
                    <a:pt x="63255" y="9278"/>
                  </a:lnTo>
                  <a:lnTo>
                    <a:pt x="63064" y="9138"/>
                  </a:lnTo>
                  <a:lnTo>
                    <a:pt x="62813" y="8953"/>
                  </a:lnTo>
                  <a:lnTo>
                    <a:pt x="62686" y="8997"/>
                  </a:lnTo>
                  <a:lnTo>
                    <a:pt x="62337" y="9008"/>
                  </a:lnTo>
                  <a:lnTo>
                    <a:pt x="61341" y="8379"/>
                  </a:lnTo>
                  <a:lnTo>
                    <a:pt x="61472" y="7925"/>
                  </a:lnTo>
                  <a:lnTo>
                    <a:pt x="61703" y="7589"/>
                  </a:lnTo>
                  <a:lnTo>
                    <a:pt x="61892" y="7315"/>
                  </a:lnTo>
                  <a:lnTo>
                    <a:pt x="62661" y="6556"/>
                  </a:lnTo>
                  <a:lnTo>
                    <a:pt x="62936" y="6220"/>
                  </a:lnTo>
                  <a:lnTo>
                    <a:pt x="63259" y="5826"/>
                  </a:lnTo>
                  <a:lnTo>
                    <a:pt x="62271" y="4798"/>
                  </a:lnTo>
                  <a:lnTo>
                    <a:pt x="62101" y="4733"/>
                  </a:lnTo>
                  <a:lnTo>
                    <a:pt x="61203" y="4390"/>
                  </a:lnTo>
                  <a:lnTo>
                    <a:pt x="60978" y="4201"/>
                  </a:lnTo>
                  <a:lnTo>
                    <a:pt x="60282" y="3616"/>
                  </a:lnTo>
                  <a:lnTo>
                    <a:pt x="59988" y="3843"/>
                  </a:lnTo>
                  <a:lnTo>
                    <a:pt x="59824" y="3888"/>
                  </a:lnTo>
                  <a:lnTo>
                    <a:pt x="58806" y="2883"/>
                  </a:lnTo>
                  <a:lnTo>
                    <a:pt x="59468" y="1452"/>
                  </a:lnTo>
                  <a:lnTo>
                    <a:pt x="60216" y="571"/>
                  </a:lnTo>
                  <a:lnTo>
                    <a:pt x="60499" y="267"/>
                  </a:lnTo>
                  <a:lnTo>
                    <a:pt x="60748" y="0"/>
                  </a:lnTo>
                  <a:lnTo>
                    <a:pt x="61270" y="287"/>
                  </a:lnTo>
                  <a:lnTo>
                    <a:pt x="62141" y="769"/>
                  </a:lnTo>
                  <a:lnTo>
                    <a:pt x="62753" y="1107"/>
                  </a:lnTo>
                  <a:lnTo>
                    <a:pt x="62994" y="1240"/>
                  </a:lnTo>
                  <a:lnTo>
                    <a:pt x="63401" y="15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2693203" y="2605314"/>
              <a:ext cx="67585" cy="49619"/>
            </a:xfrm>
            <a:custGeom>
              <a:avLst/>
              <a:pathLst>
                <a:path w="67585" h="49619">
                  <a:moveTo>
                    <a:pt x="45280" y="3450"/>
                  </a:moveTo>
                  <a:lnTo>
                    <a:pt x="52161" y="8163"/>
                  </a:lnTo>
                  <a:lnTo>
                    <a:pt x="52403" y="8329"/>
                  </a:lnTo>
                  <a:lnTo>
                    <a:pt x="53323" y="8959"/>
                  </a:lnTo>
                  <a:lnTo>
                    <a:pt x="54252" y="9690"/>
                  </a:lnTo>
                  <a:lnTo>
                    <a:pt x="56687" y="11307"/>
                  </a:lnTo>
                  <a:lnTo>
                    <a:pt x="59672" y="13290"/>
                  </a:lnTo>
                  <a:lnTo>
                    <a:pt x="63075" y="15550"/>
                  </a:lnTo>
                  <a:lnTo>
                    <a:pt x="64310" y="16370"/>
                  </a:lnTo>
                  <a:lnTo>
                    <a:pt x="64794" y="16691"/>
                  </a:lnTo>
                  <a:lnTo>
                    <a:pt x="65180" y="16948"/>
                  </a:lnTo>
                  <a:lnTo>
                    <a:pt x="66492" y="17819"/>
                  </a:lnTo>
                  <a:lnTo>
                    <a:pt x="66875" y="18042"/>
                  </a:lnTo>
                  <a:lnTo>
                    <a:pt x="67046" y="18142"/>
                  </a:lnTo>
                  <a:lnTo>
                    <a:pt x="67297" y="18289"/>
                  </a:lnTo>
                  <a:lnTo>
                    <a:pt x="67585" y="18457"/>
                  </a:lnTo>
                  <a:lnTo>
                    <a:pt x="64681" y="22647"/>
                  </a:lnTo>
                  <a:lnTo>
                    <a:pt x="64185" y="22323"/>
                  </a:lnTo>
                  <a:lnTo>
                    <a:pt x="63523" y="21892"/>
                  </a:lnTo>
                  <a:lnTo>
                    <a:pt x="58641" y="18709"/>
                  </a:lnTo>
                  <a:lnTo>
                    <a:pt x="58501" y="18619"/>
                  </a:lnTo>
                  <a:lnTo>
                    <a:pt x="57826" y="19560"/>
                  </a:lnTo>
                  <a:lnTo>
                    <a:pt x="57714" y="19716"/>
                  </a:lnTo>
                  <a:lnTo>
                    <a:pt x="57496" y="20021"/>
                  </a:lnTo>
                  <a:lnTo>
                    <a:pt x="57109" y="20560"/>
                  </a:lnTo>
                  <a:lnTo>
                    <a:pt x="56935" y="20803"/>
                  </a:lnTo>
                  <a:lnTo>
                    <a:pt x="56454" y="21474"/>
                  </a:lnTo>
                  <a:lnTo>
                    <a:pt x="56258" y="21746"/>
                  </a:lnTo>
                  <a:lnTo>
                    <a:pt x="55982" y="22132"/>
                  </a:lnTo>
                  <a:lnTo>
                    <a:pt x="55611" y="22649"/>
                  </a:lnTo>
                  <a:lnTo>
                    <a:pt x="55398" y="22946"/>
                  </a:lnTo>
                  <a:lnTo>
                    <a:pt x="55225" y="23187"/>
                  </a:lnTo>
                  <a:lnTo>
                    <a:pt x="55108" y="23350"/>
                  </a:lnTo>
                  <a:lnTo>
                    <a:pt x="54773" y="23816"/>
                  </a:lnTo>
                  <a:lnTo>
                    <a:pt x="54440" y="24282"/>
                  </a:lnTo>
                  <a:lnTo>
                    <a:pt x="54211" y="24601"/>
                  </a:lnTo>
                  <a:lnTo>
                    <a:pt x="53580" y="25481"/>
                  </a:lnTo>
                  <a:lnTo>
                    <a:pt x="53313" y="25852"/>
                  </a:lnTo>
                  <a:lnTo>
                    <a:pt x="52789" y="26580"/>
                  </a:lnTo>
                  <a:lnTo>
                    <a:pt x="52624" y="26801"/>
                  </a:lnTo>
                  <a:lnTo>
                    <a:pt x="52235" y="27325"/>
                  </a:lnTo>
                  <a:lnTo>
                    <a:pt x="52034" y="27588"/>
                  </a:lnTo>
                  <a:lnTo>
                    <a:pt x="51638" y="26942"/>
                  </a:lnTo>
                  <a:lnTo>
                    <a:pt x="50525" y="25133"/>
                  </a:lnTo>
                  <a:lnTo>
                    <a:pt x="50168" y="24577"/>
                  </a:lnTo>
                  <a:lnTo>
                    <a:pt x="49778" y="23969"/>
                  </a:lnTo>
                  <a:lnTo>
                    <a:pt x="49396" y="23373"/>
                  </a:lnTo>
                  <a:lnTo>
                    <a:pt x="49315" y="23217"/>
                  </a:lnTo>
                  <a:lnTo>
                    <a:pt x="49092" y="22789"/>
                  </a:lnTo>
                  <a:lnTo>
                    <a:pt x="48971" y="22556"/>
                  </a:lnTo>
                  <a:lnTo>
                    <a:pt x="48538" y="22678"/>
                  </a:lnTo>
                  <a:lnTo>
                    <a:pt x="47189" y="23059"/>
                  </a:lnTo>
                  <a:lnTo>
                    <a:pt x="45651" y="23493"/>
                  </a:lnTo>
                  <a:lnTo>
                    <a:pt x="44518" y="21636"/>
                  </a:lnTo>
                  <a:lnTo>
                    <a:pt x="44150" y="21034"/>
                  </a:lnTo>
                  <a:lnTo>
                    <a:pt x="43558" y="20465"/>
                  </a:lnTo>
                  <a:lnTo>
                    <a:pt x="43230" y="20818"/>
                  </a:lnTo>
                  <a:lnTo>
                    <a:pt x="43006" y="21058"/>
                  </a:lnTo>
                  <a:lnTo>
                    <a:pt x="42286" y="21832"/>
                  </a:lnTo>
                  <a:lnTo>
                    <a:pt x="42164" y="21963"/>
                  </a:lnTo>
                  <a:lnTo>
                    <a:pt x="41588" y="22001"/>
                  </a:lnTo>
                  <a:lnTo>
                    <a:pt x="40134" y="22097"/>
                  </a:lnTo>
                  <a:lnTo>
                    <a:pt x="39444" y="22143"/>
                  </a:lnTo>
                  <a:lnTo>
                    <a:pt x="37233" y="22418"/>
                  </a:lnTo>
                  <a:lnTo>
                    <a:pt x="36580" y="22500"/>
                  </a:lnTo>
                  <a:lnTo>
                    <a:pt x="35803" y="22540"/>
                  </a:lnTo>
                  <a:lnTo>
                    <a:pt x="35502" y="22459"/>
                  </a:lnTo>
                  <a:lnTo>
                    <a:pt x="35355" y="22420"/>
                  </a:lnTo>
                  <a:lnTo>
                    <a:pt x="32544" y="22655"/>
                  </a:lnTo>
                  <a:lnTo>
                    <a:pt x="31932" y="22706"/>
                  </a:lnTo>
                  <a:lnTo>
                    <a:pt x="31240" y="22659"/>
                  </a:lnTo>
                  <a:lnTo>
                    <a:pt x="29747" y="22559"/>
                  </a:lnTo>
                  <a:lnTo>
                    <a:pt x="29909" y="23752"/>
                  </a:lnTo>
                  <a:lnTo>
                    <a:pt x="30054" y="24820"/>
                  </a:lnTo>
                  <a:lnTo>
                    <a:pt x="30085" y="25047"/>
                  </a:lnTo>
                  <a:lnTo>
                    <a:pt x="27093" y="25158"/>
                  </a:lnTo>
                  <a:lnTo>
                    <a:pt x="27101" y="25407"/>
                  </a:lnTo>
                  <a:lnTo>
                    <a:pt x="27122" y="26015"/>
                  </a:lnTo>
                  <a:lnTo>
                    <a:pt x="27157" y="27089"/>
                  </a:lnTo>
                  <a:lnTo>
                    <a:pt x="27171" y="27509"/>
                  </a:lnTo>
                  <a:lnTo>
                    <a:pt x="27261" y="28041"/>
                  </a:lnTo>
                  <a:lnTo>
                    <a:pt x="27552" y="29765"/>
                  </a:lnTo>
                  <a:lnTo>
                    <a:pt x="27595" y="30018"/>
                  </a:lnTo>
                  <a:lnTo>
                    <a:pt x="26719" y="30178"/>
                  </a:lnTo>
                  <a:lnTo>
                    <a:pt x="24580" y="30223"/>
                  </a:lnTo>
                  <a:lnTo>
                    <a:pt x="23675" y="30242"/>
                  </a:lnTo>
                  <a:lnTo>
                    <a:pt x="23606" y="30919"/>
                  </a:lnTo>
                  <a:lnTo>
                    <a:pt x="23391" y="30921"/>
                  </a:lnTo>
                  <a:lnTo>
                    <a:pt x="22194" y="30933"/>
                  </a:lnTo>
                  <a:lnTo>
                    <a:pt x="21231" y="30942"/>
                  </a:lnTo>
                  <a:lnTo>
                    <a:pt x="21227" y="31203"/>
                  </a:lnTo>
                  <a:lnTo>
                    <a:pt x="21205" y="32658"/>
                  </a:lnTo>
                  <a:lnTo>
                    <a:pt x="21200" y="32964"/>
                  </a:lnTo>
                  <a:lnTo>
                    <a:pt x="21029" y="34100"/>
                  </a:lnTo>
                  <a:lnTo>
                    <a:pt x="20871" y="35148"/>
                  </a:lnTo>
                  <a:lnTo>
                    <a:pt x="20824" y="35370"/>
                  </a:lnTo>
                  <a:lnTo>
                    <a:pt x="18882" y="34924"/>
                  </a:lnTo>
                  <a:lnTo>
                    <a:pt x="18401" y="34882"/>
                  </a:lnTo>
                  <a:lnTo>
                    <a:pt x="17965" y="34844"/>
                  </a:lnTo>
                  <a:lnTo>
                    <a:pt x="17464" y="34801"/>
                  </a:lnTo>
                  <a:lnTo>
                    <a:pt x="17507" y="36085"/>
                  </a:lnTo>
                  <a:lnTo>
                    <a:pt x="17335" y="36702"/>
                  </a:lnTo>
                  <a:lnTo>
                    <a:pt x="17344" y="36921"/>
                  </a:lnTo>
                  <a:lnTo>
                    <a:pt x="17250" y="37349"/>
                  </a:lnTo>
                  <a:lnTo>
                    <a:pt x="17034" y="38327"/>
                  </a:lnTo>
                  <a:lnTo>
                    <a:pt x="16874" y="38357"/>
                  </a:lnTo>
                  <a:lnTo>
                    <a:pt x="16516" y="38424"/>
                  </a:lnTo>
                  <a:lnTo>
                    <a:pt x="16571" y="38607"/>
                  </a:lnTo>
                  <a:lnTo>
                    <a:pt x="16637" y="38825"/>
                  </a:lnTo>
                  <a:lnTo>
                    <a:pt x="16222" y="38949"/>
                  </a:lnTo>
                  <a:lnTo>
                    <a:pt x="15702" y="39105"/>
                  </a:lnTo>
                  <a:lnTo>
                    <a:pt x="14296" y="39624"/>
                  </a:lnTo>
                  <a:lnTo>
                    <a:pt x="11793" y="42338"/>
                  </a:lnTo>
                  <a:lnTo>
                    <a:pt x="15197" y="46777"/>
                  </a:lnTo>
                  <a:lnTo>
                    <a:pt x="15842" y="48515"/>
                  </a:lnTo>
                  <a:lnTo>
                    <a:pt x="15109" y="49619"/>
                  </a:lnTo>
                  <a:lnTo>
                    <a:pt x="9553" y="47941"/>
                  </a:lnTo>
                  <a:lnTo>
                    <a:pt x="3645" y="47005"/>
                  </a:lnTo>
                  <a:lnTo>
                    <a:pt x="3625" y="45084"/>
                  </a:lnTo>
                  <a:lnTo>
                    <a:pt x="3909" y="42377"/>
                  </a:lnTo>
                  <a:lnTo>
                    <a:pt x="2819" y="41416"/>
                  </a:lnTo>
                  <a:lnTo>
                    <a:pt x="2515" y="39477"/>
                  </a:lnTo>
                  <a:lnTo>
                    <a:pt x="861" y="34843"/>
                  </a:lnTo>
                  <a:lnTo>
                    <a:pt x="793" y="34633"/>
                  </a:lnTo>
                  <a:lnTo>
                    <a:pt x="726" y="34425"/>
                  </a:lnTo>
                  <a:lnTo>
                    <a:pt x="570" y="33941"/>
                  </a:lnTo>
                  <a:lnTo>
                    <a:pt x="445" y="33554"/>
                  </a:lnTo>
                  <a:lnTo>
                    <a:pt x="251" y="32953"/>
                  </a:lnTo>
                  <a:lnTo>
                    <a:pt x="127" y="32569"/>
                  </a:lnTo>
                  <a:lnTo>
                    <a:pt x="28" y="32208"/>
                  </a:lnTo>
                  <a:lnTo>
                    <a:pt x="20" y="31795"/>
                  </a:lnTo>
                  <a:lnTo>
                    <a:pt x="0" y="30685"/>
                  </a:lnTo>
                  <a:lnTo>
                    <a:pt x="106" y="30064"/>
                  </a:lnTo>
                  <a:lnTo>
                    <a:pt x="629" y="29924"/>
                  </a:lnTo>
                  <a:lnTo>
                    <a:pt x="609" y="29699"/>
                  </a:lnTo>
                  <a:lnTo>
                    <a:pt x="565" y="29223"/>
                  </a:lnTo>
                  <a:lnTo>
                    <a:pt x="523" y="28771"/>
                  </a:lnTo>
                  <a:lnTo>
                    <a:pt x="560" y="28574"/>
                  </a:lnTo>
                  <a:lnTo>
                    <a:pt x="597" y="28377"/>
                  </a:lnTo>
                  <a:lnTo>
                    <a:pt x="635" y="28172"/>
                  </a:lnTo>
                  <a:lnTo>
                    <a:pt x="662" y="28034"/>
                  </a:lnTo>
                  <a:lnTo>
                    <a:pt x="749" y="27054"/>
                  </a:lnTo>
                  <a:lnTo>
                    <a:pt x="768" y="26842"/>
                  </a:lnTo>
                  <a:lnTo>
                    <a:pt x="929" y="25038"/>
                  </a:lnTo>
                  <a:lnTo>
                    <a:pt x="950" y="24808"/>
                  </a:lnTo>
                  <a:lnTo>
                    <a:pt x="1007" y="24168"/>
                  </a:lnTo>
                  <a:lnTo>
                    <a:pt x="1105" y="23068"/>
                  </a:lnTo>
                  <a:lnTo>
                    <a:pt x="1151" y="22557"/>
                  </a:lnTo>
                  <a:lnTo>
                    <a:pt x="1228" y="21700"/>
                  </a:lnTo>
                  <a:lnTo>
                    <a:pt x="1267" y="20560"/>
                  </a:lnTo>
                  <a:lnTo>
                    <a:pt x="1286" y="20008"/>
                  </a:lnTo>
                  <a:lnTo>
                    <a:pt x="1320" y="19037"/>
                  </a:lnTo>
                  <a:lnTo>
                    <a:pt x="1358" y="17961"/>
                  </a:lnTo>
                  <a:lnTo>
                    <a:pt x="1409" y="16477"/>
                  </a:lnTo>
                  <a:lnTo>
                    <a:pt x="1445" y="15341"/>
                  </a:lnTo>
                  <a:lnTo>
                    <a:pt x="1488" y="13955"/>
                  </a:lnTo>
                  <a:lnTo>
                    <a:pt x="1624" y="9620"/>
                  </a:lnTo>
                  <a:lnTo>
                    <a:pt x="1671" y="8121"/>
                  </a:lnTo>
                  <a:lnTo>
                    <a:pt x="1698" y="7271"/>
                  </a:lnTo>
                  <a:lnTo>
                    <a:pt x="1736" y="6591"/>
                  </a:lnTo>
                  <a:lnTo>
                    <a:pt x="1756" y="6242"/>
                  </a:lnTo>
                  <a:lnTo>
                    <a:pt x="1831" y="4927"/>
                  </a:lnTo>
                  <a:lnTo>
                    <a:pt x="1879" y="4095"/>
                  </a:lnTo>
                  <a:lnTo>
                    <a:pt x="6754" y="4636"/>
                  </a:lnTo>
                  <a:lnTo>
                    <a:pt x="6923" y="3214"/>
                  </a:lnTo>
                  <a:lnTo>
                    <a:pt x="6947" y="3017"/>
                  </a:lnTo>
                  <a:lnTo>
                    <a:pt x="7305" y="0"/>
                  </a:lnTo>
                  <a:lnTo>
                    <a:pt x="8236" y="70"/>
                  </a:lnTo>
                  <a:lnTo>
                    <a:pt x="18069" y="813"/>
                  </a:lnTo>
                  <a:lnTo>
                    <a:pt x="18955" y="879"/>
                  </a:lnTo>
                  <a:lnTo>
                    <a:pt x="19329" y="908"/>
                  </a:lnTo>
                  <a:lnTo>
                    <a:pt x="31579" y="1833"/>
                  </a:lnTo>
                  <a:lnTo>
                    <a:pt x="35347" y="2085"/>
                  </a:lnTo>
                  <a:lnTo>
                    <a:pt x="41249" y="2479"/>
                  </a:lnTo>
                  <a:lnTo>
                    <a:pt x="41633" y="2505"/>
                  </a:lnTo>
                  <a:lnTo>
                    <a:pt x="42345" y="2553"/>
                  </a:lnTo>
                  <a:lnTo>
                    <a:pt x="44164" y="2918"/>
                  </a:lnTo>
                  <a:lnTo>
                    <a:pt x="44460" y="2978"/>
                  </a:lnTo>
                  <a:lnTo>
                    <a:pt x="44644" y="3015"/>
                  </a:lnTo>
                  <a:lnTo>
                    <a:pt x="44858" y="31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2704996" y="2623771"/>
              <a:ext cx="95374" cy="54635"/>
            </a:xfrm>
            <a:custGeom>
              <a:avLst/>
              <a:pathLst>
                <a:path w="95374" h="54635">
                  <a:moveTo>
                    <a:pt x="59945" y="2799"/>
                  </a:moveTo>
                  <a:lnTo>
                    <a:pt x="64856" y="6110"/>
                  </a:lnTo>
                  <a:lnTo>
                    <a:pt x="65026" y="6224"/>
                  </a:lnTo>
                  <a:lnTo>
                    <a:pt x="66981" y="7542"/>
                  </a:lnTo>
                  <a:lnTo>
                    <a:pt x="67382" y="7813"/>
                  </a:lnTo>
                  <a:lnTo>
                    <a:pt x="67839" y="8118"/>
                  </a:lnTo>
                  <a:lnTo>
                    <a:pt x="71181" y="10347"/>
                  </a:lnTo>
                  <a:lnTo>
                    <a:pt x="71945" y="10857"/>
                  </a:lnTo>
                  <a:lnTo>
                    <a:pt x="74180" y="12348"/>
                  </a:lnTo>
                  <a:lnTo>
                    <a:pt x="78519" y="15244"/>
                  </a:lnTo>
                  <a:lnTo>
                    <a:pt x="79423" y="15847"/>
                  </a:lnTo>
                  <a:lnTo>
                    <a:pt x="79641" y="15973"/>
                  </a:lnTo>
                  <a:lnTo>
                    <a:pt x="80086" y="16230"/>
                  </a:lnTo>
                  <a:lnTo>
                    <a:pt x="80876" y="14981"/>
                  </a:lnTo>
                  <a:lnTo>
                    <a:pt x="82377" y="12610"/>
                  </a:lnTo>
                  <a:lnTo>
                    <a:pt x="82723" y="12061"/>
                  </a:lnTo>
                  <a:lnTo>
                    <a:pt x="83188" y="12412"/>
                  </a:lnTo>
                  <a:lnTo>
                    <a:pt x="83713" y="12745"/>
                  </a:lnTo>
                  <a:lnTo>
                    <a:pt x="83872" y="12846"/>
                  </a:lnTo>
                  <a:lnTo>
                    <a:pt x="84378" y="13104"/>
                  </a:lnTo>
                  <a:lnTo>
                    <a:pt x="84526" y="13179"/>
                  </a:lnTo>
                  <a:lnTo>
                    <a:pt x="95374" y="20599"/>
                  </a:lnTo>
                  <a:lnTo>
                    <a:pt x="92815" y="24315"/>
                  </a:lnTo>
                  <a:lnTo>
                    <a:pt x="92699" y="24488"/>
                  </a:lnTo>
                  <a:lnTo>
                    <a:pt x="92610" y="24623"/>
                  </a:lnTo>
                  <a:lnTo>
                    <a:pt x="91007" y="27027"/>
                  </a:lnTo>
                  <a:lnTo>
                    <a:pt x="90513" y="27768"/>
                  </a:lnTo>
                  <a:lnTo>
                    <a:pt x="90042" y="28475"/>
                  </a:lnTo>
                  <a:lnTo>
                    <a:pt x="89880" y="28718"/>
                  </a:lnTo>
                  <a:lnTo>
                    <a:pt x="88872" y="30188"/>
                  </a:lnTo>
                  <a:lnTo>
                    <a:pt x="87691" y="31911"/>
                  </a:lnTo>
                  <a:lnTo>
                    <a:pt x="87416" y="32317"/>
                  </a:lnTo>
                  <a:lnTo>
                    <a:pt x="86896" y="33086"/>
                  </a:lnTo>
                  <a:lnTo>
                    <a:pt x="85864" y="34610"/>
                  </a:lnTo>
                  <a:lnTo>
                    <a:pt x="85522" y="35115"/>
                  </a:lnTo>
                  <a:lnTo>
                    <a:pt x="83322" y="38298"/>
                  </a:lnTo>
                  <a:lnTo>
                    <a:pt x="83189" y="38490"/>
                  </a:lnTo>
                  <a:lnTo>
                    <a:pt x="81154" y="41428"/>
                  </a:lnTo>
                  <a:lnTo>
                    <a:pt x="79218" y="44151"/>
                  </a:lnTo>
                  <a:lnTo>
                    <a:pt x="78922" y="44568"/>
                  </a:lnTo>
                  <a:lnTo>
                    <a:pt x="78727" y="44864"/>
                  </a:lnTo>
                  <a:lnTo>
                    <a:pt x="78395" y="45313"/>
                  </a:lnTo>
                  <a:lnTo>
                    <a:pt x="77908" y="45970"/>
                  </a:lnTo>
                  <a:lnTo>
                    <a:pt x="77783" y="46139"/>
                  </a:lnTo>
                  <a:lnTo>
                    <a:pt x="76489" y="47888"/>
                  </a:lnTo>
                  <a:lnTo>
                    <a:pt x="75434" y="49403"/>
                  </a:lnTo>
                  <a:lnTo>
                    <a:pt x="74727" y="50419"/>
                  </a:lnTo>
                  <a:lnTo>
                    <a:pt x="74391" y="50901"/>
                  </a:lnTo>
                  <a:lnTo>
                    <a:pt x="74168" y="51221"/>
                  </a:lnTo>
                  <a:lnTo>
                    <a:pt x="72256" y="54133"/>
                  </a:lnTo>
                  <a:lnTo>
                    <a:pt x="72097" y="54376"/>
                  </a:lnTo>
                  <a:lnTo>
                    <a:pt x="71927" y="54635"/>
                  </a:lnTo>
                  <a:lnTo>
                    <a:pt x="62332" y="48132"/>
                  </a:lnTo>
                  <a:lnTo>
                    <a:pt x="60727" y="47044"/>
                  </a:lnTo>
                  <a:lnTo>
                    <a:pt x="59526" y="48626"/>
                  </a:lnTo>
                  <a:lnTo>
                    <a:pt x="59423" y="48761"/>
                  </a:lnTo>
                  <a:lnTo>
                    <a:pt x="58177" y="50018"/>
                  </a:lnTo>
                  <a:lnTo>
                    <a:pt x="58042" y="50149"/>
                  </a:lnTo>
                  <a:lnTo>
                    <a:pt x="57879" y="50306"/>
                  </a:lnTo>
                  <a:lnTo>
                    <a:pt x="56459" y="51684"/>
                  </a:lnTo>
                  <a:lnTo>
                    <a:pt x="55340" y="52962"/>
                  </a:lnTo>
                  <a:lnTo>
                    <a:pt x="54855" y="53557"/>
                  </a:lnTo>
                  <a:lnTo>
                    <a:pt x="54567" y="53911"/>
                  </a:lnTo>
                  <a:lnTo>
                    <a:pt x="54380" y="54237"/>
                  </a:lnTo>
                  <a:lnTo>
                    <a:pt x="53274" y="53436"/>
                  </a:lnTo>
                  <a:lnTo>
                    <a:pt x="52158" y="52629"/>
                  </a:lnTo>
                  <a:lnTo>
                    <a:pt x="50974" y="51789"/>
                  </a:lnTo>
                  <a:lnTo>
                    <a:pt x="50004" y="51102"/>
                  </a:lnTo>
                  <a:lnTo>
                    <a:pt x="49829" y="50978"/>
                  </a:lnTo>
                  <a:lnTo>
                    <a:pt x="49327" y="51481"/>
                  </a:lnTo>
                  <a:lnTo>
                    <a:pt x="48312" y="52376"/>
                  </a:lnTo>
                  <a:lnTo>
                    <a:pt x="47936" y="52009"/>
                  </a:lnTo>
                  <a:lnTo>
                    <a:pt x="46566" y="50447"/>
                  </a:lnTo>
                  <a:lnTo>
                    <a:pt x="47231" y="48709"/>
                  </a:lnTo>
                  <a:lnTo>
                    <a:pt x="46097" y="49950"/>
                  </a:lnTo>
                  <a:lnTo>
                    <a:pt x="44568" y="51623"/>
                  </a:lnTo>
                  <a:lnTo>
                    <a:pt x="43340" y="50438"/>
                  </a:lnTo>
                  <a:lnTo>
                    <a:pt x="43292" y="50571"/>
                  </a:lnTo>
                  <a:lnTo>
                    <a:pt x="43051" y="51228"/>
                  </a:lnTo>
                  <a:lnTo>
                    <a:pt x="42603" y="52221"/>
                  </a:lnTo>
                  <a:lnTo>
                    <a:pt x="42336" y="52141"/>
                  </a:lnTo>
                  <a:lnTo>
                    <a:pt x="41061" y="51270"/>
                  </a:lnTo>
                  <a:lnTo>
                    <a:pt x="39214" y="50341"/>
                  </a:lnTo>
                  <a:lnTo>
                    <a:pt x="38137" y="51075"/>
                  </a:lnTo>
                  <a:lnTo>
                    <a:pt x="37263" y="52114"/>
                  </a:lnTo>
                  <a:lnTo>
                    <a:pt x="35328" y="50979"/>
                  </a:lnTo>
                  <a:lnTo>
                    <a:pt x="33053" y="48779"/>
                  </a:lnTo>
                  <a:lnTo>
                    <a:pt x="36605" y="45755"/>
                  </a:lnTo>
                  <a:lnTo>
                    <a:pt x="35453" y="44855"/>
                  </a:lnTo>
                  <a:lnTo>
                    <a:pt x="34839" y="44375"/>
                  </a:lnTo>
                  <a:lnTo>
                    <a:pt x="32942" y="44537"/>
                  </a:lnTo>
                  <a:lnTo>
                    <a:pt x="31979" y="44906"/>
                  </a:lnTo>
                  <a:lnTo>
                    <a:pt x="31450" y="45108"/>
                  </a:lnTo>
                  <a:lnTo>
                    <a:pt x="30876" y="45328"/>
                  </a:lnTo>
                  <a:lnTo>
                    <a:pt x="30190" y="45713"/>
                  </a:lnTo>
                  <a:lnTo>
                    <a:pt x="29716" y="45980"/>
                  </a:lnTo>
                  <a:lnTo>
                    <a:pt x="29518" y="46091"/>
                  </a:lnTo>
                  <a:lnTo>
                    <a:pt x="28622" y="46073"/>
                  </a:lnTo>
                  <a:lnTo>
                    <a:pt x="28174" y="46064"/>
                  </a:lnTo>
                  <a:lnTo>
                    <a:pt x="27493" y="46050"/>
                  </a:lnTo>
                  <a:lnTo>
                    <a:pt x="26809" y="45713"/>
                  </a:lnTo>
                  <a:lnTo>
                    <a:pt x="25798" y="45215"/>
                  </a:lnTo>
                  <a:lnTo>
                    <a:pt x="24646" y="46984"/>
                  </a:lnTo>
                  <a:lnTo>
                    <a:pt x="16184" y="40538"/>
                  </a:lnTo>
                  <a:lnTo>
                    <a:pt x="11538" y="35892"/>
                  </a:lnTo>
                  <a:lnTo>
                    <a:pt x="6251" y="32047"/>
                  </a:lnTo>
                  <a:lnTo>
                    <a:pt x="3316" y="31161"/>
                  </a:lnTo>
                  <a:lnTo>
                    <a:pt x="4048" y="30058"/>
                  </a:lnTo>
                  <a:lnTo>
                    <a:pt x="3404" y="28319"/>
                  </a:lnTo>
                  <a:lnTo>
                    <a:pt x="0" y="23880"/>
                  </a:lnTo>
                  <a:lnTo>
                    <a:pt x="2503" y="21167"/>
                  </a:lnTo>
                  <a:lnTo>
                    <a:pt x="3909" y="20647"/>
                  </a:lnTo>
                  <a:lnTo>
                    <a:pt x="4428" y="20492"/>
                  </a:lnTo>
                  <a:lnTo>
                    <a:pt x="4843" y="20367"/>
                  </a:lnTo>
                  <a:lnTo>
                    <a:pt x="4778" y="20150"/>
                  </a:lnTo>
                  <a:lnTo>
                    <a:pt x="4723" y="19967"/>
                  </a:lnTo>
                  <a:lnTo>
                    <a:pt x="5081" y="19899"/>
                  </a:lnTo>
                  <a:lnTo>
                    <a:pt x="5241" y="19869"/>
                  </a:lnTo>
                  <a:lnTo>
                    <a:pt x="5457" y="18891"/>
                  </a:lnTo>
                  <a:lnTo>
                    <a:pt x="5555" y="18447"/>
                  </a:lnTo>
                  <a:lnTo>
                    <a:pt x="5541" y="18244"/>
                  </a:lnTo>
                  <a:lnTo>
                    <a:pt x="5713" y="17627"/>
                  </a:lnTo>
                  <a:lnTo>
                    <a:pt x="5671" y="16344"/>
                  </a:lnTo>
                  <a:lnTo>
                    <a:pt x="6171" y="16387"/>
                  </a:lnTo>
                  <a:lnTo>
                    <a:pt x="6608" y="16425"/>
                  </a:lnTo>
                  <a:lnTo>
                    <a:pt x="7089" y="16467"/>
                  </a:lnTo>
                  <a:lnTo>
                    <a:pt x="9043" y="16915"/>
                  </a:lnTo>
                  <a:lnTo>
                    <a:pt x="9077" y="16690"/>
                  </a:lnTo>
                  <a:lnTo>
                    <a:pt x="9235" y="15643"/>
                  </a:lnTo>
                  <a:lnTo>
                    <a:pt x="9407" y="14507"/>
                  </a:lnTo>
                  <a:lnTo>
                    <a:pt x="9411" y="14201"/>
                  </a:lnTo>
                  <a:lnTo>
                    <a:pt x="9434" y="12745"/>
                  </a:lnTo>
                  <a:lnTo>
                    <a:pt x="9438" y="12485"/>
                  </a:lnTo>
                  <a:lnTo>
                    <a:pt x="10400" y="12475"/>
                  </a:lnTo>
                  <a:lnTo>
                    <a:pt x="11597" y="12463"/>
                  </a:lnTo>
                  <a:lnTo>
                    <a:pt x="11845" y="12461"/>
                  </a:lnTo>
                  <a:lnTo>
                    <a:pt x="11882" y="11785"/>
                  </a:lnTo>
                  <a:lnTo>
                    <a:pt x="12787" y="11766"/>
                  </a:lnTo>
                  <a:lnTo>
                    <a:pt x="14926" y="11720"/>
                  </a:lnTo>
                  <a:lnTo>
                    <a:pt x="15780" y="11434"/>
                  </a:lnTo>
                  <a:lnTo>
                    <a:pt x="15759" y="11307"/>
                  </a:lnTo>
                  <a:lnTo>
                    <a:pt x="15468" y="9584"/>
                  </a:lnTo>
                  <a:lnTo>
                    <a:pt x="15378" y="9047"/>
                  </a:lnTo>
                  <a:lnTo>
                    <a:pt x="15364" y="8631"/>
                  </a:lnTo>
                  <a:lnTo>
                    <a:pt x="15328" y="7557"/>
                  </a:lnTo>
                  <a:lnTo>
                    <a:pt x="15308" y="6938"/>
                  </a:lnTo>
                  <a:lnTo>
                    <a:pt x="15300" y="6701"/>
                  </a:lnTo>
                  <a:lnTo>
                    <a:pt x="18292" y="6589"/>
                  </a:lnTo>
                  <a:lnTo>
                    <a:pt x="18261" y="6363"/>
                  </a:lnTo>
                  <a:lnTo>
                    <a:pt x="18115" y="5294"/>
                  </a:lnTo>
                  <a:lnTo>
                    <a:pt x="18078" y="4110"/>
                  </a:lnTo>
                  <a:lnTo>
                    <a:pt x="19446" y="4202"/>
                  </a:lnTo>
                  <a:lnTo>
                    <a:pt x="20139" y="4248"/>
                  </a:lnTo>
                  <a:lnTo>
                    <a:pt x="20751" y="4197"/>
                  </a:lnTo>
                  <a:lnTo>
                    <a:pt x="23561" y="3962"/>
                  </a:lnTo>
                  <a:lnTo>
                    <a:pt x="23708" y="4002"/>
                  </a:lnTo>
                  <a:lnTo>
                    <a:pt x="24010" y="4082"/>
                  </a:lnTo>
                  <a:lnTo>
                    <a:pt x="24896" y="4029"/>
                  </a:lnTo>
                  <a:lnTo>
                    <a:pt x="25440" y="3961"/>
                  </a:lnTo>
                  <a:lnTo>
                    <a:pt x="27650" y="3685"/>
                  </a:lnTo>
                  <a:lnTo>
                    <a:pt x="28341" y="3640"/>
                  </a:lnTo>
                  <a:lnTo>
                    <a:pt x="29795" y="3544"/>
                  </a:lnTo>
                  <a:lnTo>
                    <a:pt x="30370" y="3506"/>
                  </a:lnTo>
                  <a:lnTo>
                    <a:pt x="30493" y="3374"/>
                  </a:lnTo>
                  <a:lnTo>
                    <a:pt x="31213" y="2600"/>
                  </a:lnTo>
                  <a:lnTo>
                    <a:pt x="31437" y="2360"/>
                  </a:lnTo>
                  <a:lnTo>
                    <a:pt x="31776" y="2008"/>
                  </a:lnTo>
                  <a:lnTo>
                    <a:pt x="32357" y="2576"/>
                  </a:lnTo>
                  <a:lnTo>
                    <a:pt x="32798" y="3299"/>
                  </a:lnTo>
                  <a:lnTo>
                    <a:pt x="33857" y="5035"/>
                  </a:lnTo>
                  <a:lnTo>
                    <a:pt x="35396" y="4601"/>
                  </a:lnTo>
                  <a:lnTo>
                    <a:pt x="36745" y="4221"/>
                  </a:lnTo>
                  <a:lnTo>
                    <a:pt x="37178" y="4099"/>
                  </a:lnTo>
                  <a:lnTo>
                    <a:pt x="37299" y="4332"/>
                  </a:lnTo>
                  <a:lnTo>
                    <a:pt x="37522" y="4760"/>
                  </a:lnTo>
                  <a:lnTo>
                    <a:pt x="37650" y="4990"/>
                  </a:lnTo>
                  <a:lnTo>
                    <a:pt x="37984" y="5511"/>
                  </a:lnTo>
                  <a:lnTo>
                    <a:pt x="38444" y="6228"/>
                  </a:lnTo>
                  <a:lnTo>
                    <a:pt x="38795" y="6779"/>
                  </a:lnTo>
                  <a:lnTo>
                    <a:pt x="39844" y="8485"/>
                  </a:lnTo>
                  <a:lnTo>
                    <a:pt x="40269" y="9100"/>
                  </a:lnTo>
                  <a:lnTo>
                    <a:pt x="40441" y="8868"/>
                  </a:lnTo>
                  <a:lnTo>
                    <a:pt x="40831" y="8344"/>
                  </a:lnTo>
                  <a:lnTo>
                    <a:pt x="41130" y="7939"/>
                  </a:lnTo>
                  <a:lnTo>
                    <a:pt x="41520" y="7395"/>
                  </a:lnTo>
                  <a:lnTo>
                    <a:pt x="41786" y="7024"/>
                  </a:lnTo>
                  <a:lnTo>
                    <a:pt x="42417" y="6144"/>
                  </a:lnTo>
                  <a:lnTo>
                    <a:pt x="42735" y="5701"/>
                  </a:lnTo>
                  <a:lnTo>
                    <a:pt x="43055" y="5255"/>
                  </a:lnTo>
                  <a:lnTo>
                    <a:pt x="43319" y="4887"/>
                  </a:lnTo>
                  <a:lnTo>
                    <a:pt x="43431" y="4730"/>
                  </a:lnTo>
                  <a:lnTo>
                    <a:pt x="43605" y="4488"/>
                  </a:lnTo>
                  <a:lnTo>
                    <a:pt x="43818" y="4191"/>
                  </a:lnTo>
                  <a:lnTo>
                    <a:pt x="44188" y="3674"/>
                  </a:lnTo>
                  <a:lnTo>
                    <a:pt x="44534" y="3192"/>
                  </a:lnTo>
                  <a:lnTo>
                    <a:pt x="44660" y="3016"/>
                  </a:lnTo>
                  <a:lnTo>
                    <a:pt x="45141" y="2346"/>
                  </a:lnTo>
                  <a:lnTo>
                    <a:pt x="45316" y="2102"/>
                  </a:lnTo>
                  <a:lnTo>
                    <a:pt x="45702" y="1563"/>
                  </a:lnTo>
                  <a:lnTo>
                    <a:pt x="45921" y="1258"/>
                  </a:lnTo>
                  <a:lnTo>
                    <a:pt x="46033" y="1102"/>
                  </a:lnTo>
                  <a:lnTo>
                    <a:pt x="46708" y="161"/>
                  </a:lnTo>
                  <a:lnTo>
                    <a:pt x="46847" y="252"/>
                  </a:lnTo>
                  <a:lnTo>
                    <a:pt x="51818" y="3492"/>
                  </a:lnTo>
                  <a:lnTo>
                    <a:pt x="52392" y="3866"/>
                  </a:lnTo>
                  <a:lnTo>
                    <a:pt x="52894" y="4194"/>
                  </a:lnTo>
                  <a:lnTo>
                    <a:pt x="55792" y="0"/>
                  </a:lnTo>
                  <a:lnTo>
                    <a:pt x="56115" y="217"/>
                  </a:lnTo>
                  <a:lnTo>
                    <a:pt x="59500" y="24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768853" y="2644272"/>
              <a:ext cx="61213" cy="71897"/>
            </a:xfrm>
            <a:custGeom>
              <a:avLst/>
              <a:pathLst>
                <a:path w="61213" h="71897">
                  <a:moveTo>
                    <a:pt x="44851" y="49162"/>
                  </a:moveTo>
                  <a:lnTo>
                    <a:pt x="43634" y="50893"/>
                  </a:lnTo>
                  <a:lnTo>
                    <a:pt x="43104" y="51645"/>
                  </a:lnTo>
                  <a:lnTo>
                    <a:pt x="41635" y="53735"/>
                  </a:lnTo>
                  <a:lnTo>
                    <a:pt x="40434" y="55442"/>
                  </a:lnTo>
                  <a:lnTo>
                    <a:pt x="39358" y="56879"/>
                  </a:lnTo>
                  <a:lnTo>
                    <a:pt x="38954" y="57420"/>
                  </a:lnTo>
                  <a:lnTo>
                    <a:pt x="36235" y="61052"/>
                  </a:lnTo>
                  <a:lnTo>
                    <a:pt x="35539" y="62078"/>
                  </a:lnTo>
                  <a:lnTo>
                    <a:pt x="33773" y="64682"/>
                  </a:lnTo>
                  <a:lnTo>
                    <a:pt x="33500" y="65085"/>
                  </a:lnTo>
                  <a:lnTo>
                    <a:pt x="31749" y="67565"/>
                  </a:lnTo>
                  <a:lnTo>
                    <a:pt x="31369" y="68341"/>
                  </a:lnTo>
                  <a:lnTo>
                    <a:pt x="30516" y="70016"/>
                  </a:lnTo>
                  <a:lnTo>
                    <a:pt x="27127" y="71192"/>
                  </a:lnTo>
                  <a:lnTo>
                    <a:pt x="25710" y="71569"/>
                  </a:lnTo>
                  <a:lnTo>
                    <a:pt x="25119" y="71726"/>
                  </a:lnTo>
                  <a:lnTo>
                    <a:pt x="23957" y="71857"/>
                  </a:lnTo>
                  <a:lnTo>
                    <a:pt x="23602" y="71897"/>
                  </a:lnTo>
                  <a:lnTo>
                    <a:pt x="23636" y="71679"/>
                  </a:lnTo>
                  <a:lnTo>
                    <a:pt x="23761" y="70882"/>
                  </a:lnTo>
                  <a:lnTo>
                    <a:pt x="23856" y="70485"/>
                  </a:lnTo>
                  <a:lnTo>
                    <a:pt x="23240" y="70016"/>
                  </a:lnTo>
                  <a:lnTo>
                    <a:pt x="20582" y="67993"/>
                  </a:lnTo>
                  <a:lnTo>
                    <a:pt x="20353" y="67803"/>
                  </a:lnTo>
                  <a:lnTo>
                    <a:pt x="19941" y="67502"/>
                  </a:lnTo>
                  <a:lnTo>
                    <a:pt x="18021" y="69590"/>
                  </a:lnTo>
                  <a:lnTo>
                    <a:pt x="17365" y="70302"/>
                  </a:lnTo>
                  <a:lnTo>
                    <a:pt x="13027" y="66835"/>
                  </a:lnTo>
                  <a:lnTo>
                    <a:pt x="10432" y="64725"/>
                  </a:lnTo>
                  <a:lnTo>
                    <a:pt x="10143" y="64490"/>
                  </a:lnTo>
                  <a:lnTo>
                    <a:pt x="8329" y="66425"/>
                  </a:lnTo>
                  <a:lnTo>
                    <a:pt x="3456" y="62280"/>
                  </a:lnTo>
                  <a:lnTo>
                    <a:pt x="2426" y="61404"/>
                  </a:lnTo>
                  <a:lnTo>
                    <a:pt x="2635" y="61170"/>
                  </a:lnTo>
                  <a:lnTo>
                    <a:pt x="362" y="59151"/>
                  </a:lnTo>
                  <a:lnTo>
                    <a:pt x="0" y="58757"/>
                  </a:lnTo>
                  <a:lnTo>
                    <a:pt x="175" y="58412"/>
                  </a:lnTo>
                  <a:lnTo>
                    <a:pt x="615" y="57546"/>
                  </a:lnTo>
                  <a:lnTo>
                    <a:pt x="954" y="56879"/>
                  </a:lnTo>
                  <a:lnTo>
                    <a:pt x="1208" y="56439"/>
                  </a:lnTo>
                  <a:lnTo>
                    <a:pt x="1298" y="56180"/>
                  </a:lnTo>
                  <a:lnTo>
                    <a:pt x="1421" y="55831"/>
                  </a:lnTo>
                  <a:lnTo>
                    <a:pt x="1705" y="55019"/>
                  </a:lnTo>
                  <a:lnTo>
                    <a:pt x="1915" y="54421"/>
                  </a:lnTo>
                  <a:lnTo>
                    <a:pt x="2746" y="52050"/>
                  </a:lnTo>
                  <a:lnTo>
                    <a:pt x="2915" y="51567"/>
                  </a:lnTo>
                  <a:lnTo>
                    <a:pt x="3209" y="50728"/>
                  </a:lnTo>
                  <a:lnTo>
                    <a:pt x="3596" y="49625"/>
                  </a:lnTo>
                  <a:lnTo>
                    <a:pt x="3771" y="49125"/>
                  </a:lnTo>
                  <a:lnTo>
                    <a:pt x="4836" y="49584"/>
                  </a:lnTo>
                  <a:lnTo>
                    <a:pt x="5079" y="49689"/>
                  </a:lnTo>
                  <a:lnTo>
                    <a:pt x="6365" y="48391"/>
                  </a:lnTo>
                  <a:lnTo>
                    <a:pt x="6723" y="48030"/>
                  </a:lnTo>
                  <a:lnTo>
                    <a:pt x="7623" y="47122"/>
                  </a:lnTo>
                  <a:lnTo>
                    <a:pt x="8063" y="46678"/>
                  </a:lnTo>
                  <a:lnTo>
                    <a:pt x="8470" y="46267"/>
                  </a:lnTo>
                  <a:lnTo>
                    <a:pt x="9406" y="45471"/>
                  </a:lnTo>
                  <a:lnTo>
                    <a:pt x="9639" y="45696"/>
                  </a:lnTo>
                  <a:lnTo>
                    <a:pt x="12114" y="48088"/>
                  </a:lnTo>
                  <a:lnTo>
                    <a:pt x="12446" y="48491"/>
                  </a:lnTo>
                  <a:lnTo>
                    <a:pt x="12757" y="48869"/>
                  </a:lnTo>
                  <a:lnTo>
                    <a:pt x="13114" y="49241"/>
                  </a:lnTo>
                  <a:lnTo>
                    <a:pt x="14191" y="50190"/>
                  </a:lnTo>
                  <a:lnTo>
                    <a:pt x="15673" y="49424"/>
                  </a:lnTo>
                  <a:lnTo>
                    <a:pt x="14199" y="47897"/>
                  </a:lnTo>
                  <a:lnTo>
                    <a:pt x="13910" y="47249"/>
                  </a:lnTo>
                  <a:lnTo>
                    <a:pt x="13522" y="46380"/>
                  </a:lnTo>
                  <a:lnTo>
                    <a:pt x="12469" y="44018"/>
                  </a:lnTo>
                  <a:lnTo>
                    <a:pt x="12285" y="43605"/>
                  </a:lnTo>
                  <a:lnTo>
                    <a:pt x="12084" y="43155"/>
                  </a:lnTo>
                  <a:lnTo>
                    <a:pt x="12004" y="42700"/>
                  </a:lnTo>
                  <a:lnTo>
                    <a:pt x="11970" y="42503"/>
                  </a:lnTo>
                  <a:lnTo>
                    <a:pt x="11934" y="42300"/>
                  </a:lnTo>
                  <a:lnTo>
                    <a:pt x="12298" y="41585"/>
                  </a:lnTo>
                  <a:lnTo>
                    <a:pt x="12431" y="41399"/>
                  </a:lnTo>
                  <a:lnTo>
                    <a:pt x="14520" y="38504"/>
                  </a:lnTo>
                  <a:lnTo>
                    <a:pt x="8071" y="34134"/>
                  </a:lnTo>
                  <a:lnTo>
                    <a:pt x="8240" y="33875"/>
                  </a:lnTo>
                  <a:lnTo>
                    <a:pt x="8400" y="33632"/>
                  </a:lnTo>
                  <a:lnTo>
                    <a:pt x="10312" y="30720"/>
                  </a:lnTo>
                  <a:lnTo>
                    <a:pt x="10535" y="30400"/>
                  </a:lnTo>
                  <a:lnTo>
                    <a:pt x="10870" y="29918"/>
                  </a:lnTo>
                  <a:lnTo>
                    <a:pt x="11578" y="28902"/>
                  </a:lnTo>
                  <a:lnTo>
                    <a:pt x="12633" y="27387"/>
                  </a:lnTo>
                  <a:lnTo>
                    <a:pt x="13927" y="25638"/>
                  </a:lnTo>
                  <a:lnTo>
                    <a:pt x="14052" y="25469"/>
                  </a:lnTo>
                  <a:lnTo>
                    <a:pt x="14538" y="24812"/>
                  </a:lnTo>
                  <a:lnTo>
                    <a:pt x="14934" y="24277"/>
                  </a:lnTo>
                  <a:lnTo>
                    <a:pt x="15065" y="24067"/>
                  </a:lnTo>
                  <a:lnTo>
                    <a:pt x="15362" y="23650"/>
                  </a:lnTo>
                  <a:lnTo>
                    <a:pt x="17298" y="20927"/>
                  </a:lnTo>
                  <a:lnTo>
                    <a:pt x="19333" y="17989"/>
                  </a:lnTo>
                  <a:lnTo>
                    <a:pt x="19466" y="17797"/>
                  </a:lnTo>
                  <a:lnTo>
                    <a:pt x="21666" y="14614"/>
                  </a:lnTo>
                  <a:lnTo>
                    <a:pt x="22011" y="14105"/>
                  </a:lnTo>
                  <a:lnTo>
                    <a:pt x="23096" y="12501"/>
                  </a:lnTo>
                  <a:lnTo>
                    <a:pt x="23560" y="11816"/>
                  </a:lnTo>
                  <a:lnTo>
                    <a:pt x="23834" y="11410"/>
                  </a:lnTo>
                  <a:lnTo>
                    <a:pt x="25016" y="9687"/>
                  </a:lnTo>
                  <a:lnTo>
                    <a:pt x="26024" y="8217"/>
                  </a:lnTo>
                  <a:lnTo>
                    <a:pt x="26186" y="7974"/>
                  </a:lnTo>
                  <a:lnTo>
                    <a:pt x="26657" y="7267"/>
                  </a:lnTo>
                  <a:lnTo>
                    <a:pt x="27151" y="6526"/>
                  </a:lnTo>
                  <a:lnTo>
                    <a:pt x="28753" y="4122"/>
                  </a:lnTo>
                  <a:lnTo>
                    <a:pt x="28843" y="3987"/>
                  </a:lnTo>
                  <a:lnTo>
                    <a:pt x="28993" y="3764"/>
                  </a:lnTo>
                  <a:lnTo>
                    <a:pt x="31586" y="0"/>
                  </a:lnTo>
                  <a:lnTo>
                    <a:pt x="31775" y="126"/>
                  </a:lnTo>
                  <a:lnTo>
                    <a:pt x="38074" y="4351"/>
                  </a:lnTo>
                  <a:lnTo>
                    <a:pt x="42751" y="7488"/>
                  </a:lnTo>
                  <a:lnTo>
                    <a:pt x="43604" y="8059"/>
                  </a:lnTo>
                  <a:lnTo>
                    <a:pt x="43735" y="8146"/>
                  </a:lnTo>
                  <a:lnTo>
                    <a:pt x="44316" y="8532"/>
                  </a:lnTo>
                  <a:lnTo>
                    <a:pt x="44696" y="8784"/>
                  </a:lnTo>
                  <a:lnTo>
                    <a:pt x="42342" y="12282"/>
                  </a:lnTo>
                  <a:lnTo>
                    <a:pt x="42195" y="12501"/>
                  </a:lnTo>
                  <a:lnTo>
                    <a:pt x="42086" y="12662"/>
                  </a:lnTo>
                  <a:lnTo>
                    <a:pt x="53532" y="20287"/>
                  </a:lnTo>
                  <a:lnTo>
                    <a:pt x="54227" y="20755"/>
                  </a:lnTo>
                  <a:lnTo>
                    <a:pt x="56782" y="22471"/>
                  </a:lnTo>
                  <a:lnTo>
                    <a:pt x="57417" y="22894"/>
                  </a:lnTo>
                  <a:lnTo>
                    <a:pt x="61213" y="25425"/>
                  </a:lnTo>
                  <a:lnTo>
                    <a:pt x="61017" y="25707"/>
                  </a:lnTo>
                  <a:lnTo>
                    <a:pt x="60655" y="26238"/>
                  </a:lnTo>
                  <a:lnTo>
                    <a:pt x="60380" y="26641"/>
                  </a:lnTo>
                  <a:lnTo>
                    <a:pt x="58233" y="29798"/>
                  </a:lnTo>
                  <a:lnTo>
                    <a:pt x="53568" y="36654"/>
                  </a:lnTo>
                  <a:lnTo>
                    <a:pt x="52851" y="37707"/>
                  </a:lnTo>
                  <a:lnTo>
                    <a:pt x="52683" y="37954"/>
                  </a:lnTo>
                  <a:lnTo>
                    <a:pt x="51186" y="40156"/>
                  </a:lnTo>
                  <a:lnTo>
                    <a:pt x="49652" y="42336"/>
                  </a:lnTo>
                  <a:lnTo>
                    <a:pt x="49353" y="427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802356" y="2669979"/>
              <a:ext cx="74253" cy="70574"/>
            </a:xfrm>
            <a:custGeom>
              <a:avLst/>
              <a:pathLst>
                <a:path w="74253" h="70574">
                  <a:moveTo>
                    <a:pt x="56188" y="57373"/>
                  </a:moveTo>
                  <a:lnTo>
                    <a:pt x="55908" y="57775"/>
                  </a:lnTo>
                  <a:lnTo>
                    <a:pt x="53595" y="61238"/>
                  </a:lnTo>
                  <a:lnTo>
                    <a:pt x="51310" y="64485"/>
                  </a:lnTo>
                  <a:lnTo>
                    <a:pt x="49167" y="67660"/>
                  </a:lnTo>
                  <a:lnTo>
                    <a:pt x="47951" y="69590"/>
                  </a:lnTo>
                  <a:lnTo>
                    <a:pt x="47735" y="69713"/>
                  </a:lnTo>
                  <a:lnTo>
                    <a:pt x="46222" y="70574"/>
                  </a:lnTo>
                  <a:lnTo>
                    <a:pt x="44686" y="69540"/>
                  </a:lnTo>
                  <a:lnTo>
                    <a:pt x="37921" y="64981"/>
                  </a:lnTo>
                  <a:lnTo>
                    <a:pt x="37593" y="64760"/>
                  </a:lnTo>
                  <a:lnTo>
                    <a:pt x="37204" y="64498"/>
                  </a:lnTo>
                  <a:lnTo>
                    <a:pt x="35167" y="63216"/>
                  </a:lnTo>
                  <a:lnTo>
                    <a:pt x="34515" y="62774"/>
                  </a:lnTo>
                  <a:lnTo>
                    <a:pt x="31086" y="60450"/>
                  </a:lnTo>
                  <a:lnTo>
                    <a:pt x="26488" y="57448"/>
                  </a:lnTo>
                  <a:lnTo>
                    <a:pt x="17611" y="51317"/>
                  </a:lnTo>
                  <a:lnTo>
                    <a:pt x="16209" y="50455"/>
                  </a:lnTo>
                  <a:lnTo>
                    <a:pt x="11352" y="47303"/>
                  </a:lnTo>
                  <a:lnTo>
                    <a:pt x="7216" y="44500"/>
                  </a:lnTo>
                  <a:lnTo>
                    <a:pt x="2045" y="40831"/>
                  </a:lnTo>
                  <a:lnTo>
                    <a:pt x="1323" y="40319"/>
                  </a:lnTo>
                  <a:lnTo>
                    <a:pt x="628" y="39826"/>
                  </a:lnTo>
                  <a:lnTo>
                    <a:pt x="0" y="39374"/>
                  </a:lnTo>
                  <a:lnTo>
                    <a:pt x="270" y="38975"/>
                  </a:lnTo>
                  <a:lnTo>
                    <a:pt x="2036" y="36370"/>
                  </a:lnTo>
                  <a:lnTo>
                    <a:pt x="2732" y="35345"/>
                  </a:lnTo>
                  <a:lnTo>
                    <a:pt x="5451" y="31712"/>
                  </a:lnTo>
                  <a:lnTo>
                    <a:pt x="5855" y="31172"/>
                  </a:lnTo>
                  <a:lnTo>
                    <a:pt x="6931" y="29735"/>
                  </a:lnTo>
                  <a:lnTo>
                    <a:pt x="8132" y="28028"/>
                  </a:lnTo>
                  <a:lnTo>
                    <a:pt x="9601" y="25938"/>
                  </a:lnTo>
                  <a:lnTo>
                    <a:pt x="10130" y="25186"/>
                  </a:lnTo>
                  <a:lnTo>
                    <a:pt x="11348" y="23455"/>
                  </a:lnTo>
                  <a:lnTo>
                    <a:pt x="15850" y="17054"/>
                  </a:lnTo>
                  <a:lnTo>
                    <a:pt x="16149" y="16629"/>
                  </a:lnTo>
                  <a:lnTo>
                    <a:pt x="17683" y="14448"/>
                  </a:lnTo>
                  <a:lnTo>
                    <a:pt x="19201" y="12217"/>
                  </a:lnTo>
                  <a:lnTo>
                    <a:pt x="19348" y="12000"/>
                  </a:lnTo>
                  <a:lnTo>
                    <a:pt x="20065" y="10946"/>
                  </a:lnTo>
                  <a:lnTo>
                    <a:pt x="24730" y="4091"/>
                  </a:lnTo>
                  <a:lnTo>
                    <a:pt x="26877" y="934"/>
                  </a:lnTo>
                  <a:lnTo>
                    <a:pt x="27152" y="530"/>
                  </a:lnTo>
                  <a:lnTo>
                    <a:pt x="27513" y="0"/>
                  </a:lnTo>
                  <a:lnTo>
                    <a:pt x="27647" y="89"/>
                  </a:lnTo>
                  <a:lnTo>
                    <a:pt x="30063" y="1721"/>
                  </a:lnTo>
                  <a:lnTo>
                    <a:pt x="34539" y="4742"/>
                  </a:lnTo>
                  <a:lnTo>
                    <a:pt x="35089" y="5113"/>
                  </a:lnTo>
                  <a:lnTo>
                    <a:pt x="43531" y="10811"/>
                  </a:lnTo>
                  <a:lnTo>
                    <a:pt x="45018" y="11777"/>
                  </a:lnTo>
                  <a:lnTo>
                    <a:pt x="53916" y="17835"/>
                  </a:lnTo>
                  <a:lnTo>
                    <a:pt x="62635" y="23589"/>
                  </a:lnTo>
                  <a:lnTo>
                    <a:pt x="62791" y="23709"/>
                  </a:lnTo>
                  <a:lnTo>
                    <a:pt x="62958" y="23838"/>
                  </a:lnTo>
                  <a:lnTo>
                    <a:pt x="64185" y="24782"/>
                  </a:lnTo>
                  <a:lnTo>
                    <a:pt x="64372" y="24925"/>
                  </a:lnTo>
                  <a:lnTo>
                    <a:pt x="65083" y="25294"/>
                  </a:lnTo>
                  <a:lnTo>
                    <a:pt x="73400" y="30847"/>
                  </a:lnTo>
                  <a:lnTo>
                    <a:pt x="74007" y="31253"/>
                  </a:lnTo>
                  <a:lnTo>
                    <a:pt x="74253" y="31418"/>
                  </a:lnTo>
                  <a:lnTo>
                    <a:pt x="74084" y="31666"/>
                  </a:lnTo>
                  <a:lnTo>
                    <a:pt x="73673" y="32269"/>
                  </a:lnTo>
                  <a:lnTo>
                    <a:pt x="71412" y="35583"/>
                  </a:lnTo>
                  <a:lnTo>
                    <a:pt x="69136" y="38835"/>
                  </a:lnTo>
                  <a:lnTo>
                    <a:pt x="66927" y="41991"/>
                  </a:lnTo>
                  <a:lnTo>
                    <a:pt x="64794" y="44997"/>
                  </a:lnTo>
                  <a:lnTo>
                    <a:pt x="62441" y="48357"/>
                  </a:lnTo>
                  <a:lnTo>
                    <a:pt x="60347" y="51376"/>
                  </a:lnTo>
                  <a:lnTo>
                    <a:pt x="59200" y="53030"/>
                  </a:lnTo>
                  <a:lnTo>
                    <a:pt x="59064" y="53227"/>
                  </a:lnTo>
                  <a:lnTo>
                    <a:pt x="58134" y="545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829888" y="2623291"/>
              <a:ext cx="78998" cy="78105"/>
            </a:xfrm>
            <a:custGeom>
              <a:avLst/>
              <a:pathLst>
                <a:path w="78998" h="78105">
                  <a:moveTo>
                    <a:pt x="72076" y="41338"/>
                  </a:moveTo>
                  <a:lnTo>
                    <a:pt x="71735" y="41666"/>
                  </a:lnTo>
                  <a:lnTo>
                    <a:pt x="69438" y="45015"/>
                  </a:lnTo>
                  <a:lnTo>
                    <a:pt x="68373" y="46542"/>
                  </a:lnTo>
                  <a:lnTo>
                    <a:pt x="67195" y="48230"/>
                  </a:lnTo>
                  <a:lnTo>
                    <a:pt x="65114" y="51285"/>
                  </a:lnTo>
                  <a:lnTo>
                    <a:pt x="63738" y="53264"/>
                  </a:lnTo>
                  <a:lnTo>
                    <a:pt x="62847" y="54544"/>
                  </a:lnTo>
                  <a:lnTo>
                    <a:pt x="61677" y="56227"/>
                  </a:lnTo>
                  <a:lnTo>
                    <a:pt x="60485" y="57940"/>
                  </a:lnTo>
                  <a:lnTo>
                    <a:pt x="58277" y="61217"/>
                  </a:lnTo>
                  <a:lnTo>
                    <a:pt x="56169" y="64282"/>
                  </a:lnTo>
                  <a:lnTo>
                    <a:pt x="53866" y="67530"/>
                  </a:lnTo>
                  <a:lnTo>
                    <a:pt x="51644" y="70841"/>
                  </a:lnTo>
                  <a:lnTo>
                    <a:pt x="49519" y="73938"/>
                  </a:lnTo>
                  <a:lnTo>
                    <a:pt x="47637" y="76742"/>
                  </a:lnTo>
                  <a:lnTo>
                    <a:pt x="46884" y="77865"/>
                  </a:lnTo>
                  <a:lnTo>
                    <a:pt x="46722" y="78105"/>
                  </a:lnTo>
                  <a:lnTo>
                    <a:pt x="46476" y="77941"/>
                  </a:lnTo>
                  <a:lnTo>
                    <a:pt x="45869" y="77536"/>
                  </a:lnTo>
                  <a:lnTo>
                    <a:pt x="37551" y="71982"/>
                  </a:lnTo>
                  <a:lnTo>
                    <a:pt x="36840" y="71614"/>
                  </a:lnTo>
                  <a:lnTo>
                    <a:pt x="36654" y="71470"/>
                  </a:lnTo>
                  <a:lnTo>
                    <a:pt x="35427" y="70527"/>
                  </a:lnTo>
                  <a:lnTo>
                    <a:pt x="35259" y="70398"/>
                  </a:lnTo>
                  <a:lnTo>
                    <a:pt x="35103" y="70278"/>
                  </a:lnTo>
                  <a:lnTo>
                    <a:pt x="26384" y="64524"/>
                  </a:lnTo>
                  <a:lnTo>
                    <a:pt x="17486" y="58465"/>
                  </a:lnTo>
                  <a:lnTo>
                    <a:pt x="16000" y="57499"/>
                  </a:lnTo>
                  <a:lnTo>
                    <a:pt x="7558" y="51801"/>
                  </a:lnTo>
                  <a:lnTo>
                    <a:pt x="7006" y="51429"/>
                  </a:lnTo>
                  <a:lnTo>
                    <a:pt x="2532" y="48409"/>
                  </a:lnTo>
                  <a:lnTo>
                    <a:pt x="115" y="46778"/>
                  </a:lnTo>
                  <a:lnTo>
                    <a:pt x="0" y="46663"/>
                  </a:lnTo>
                  <a:lnTo>
                    <a:pt x="179" y="46406"/>
                  </a:lnTo>
                  <a:lnTo>
                    <a:pt x="449" y="46019"/>
                  </a:lnTo>
                  <a:lnTo>
                    <a:pt x="7973" y="35243"/>
                  </a:lnTo>
                  <a:lnTo>
                    <a:pt x="8135" y="35011"/>
                  </a:lnTo>
                  <a:lnTo>
                    <a:pt x="8743" y="34136"/>
                  </a:lnTo>
                  <a:lnTo>
                    <a:pt x="15953" y="23770"/>
                  </a:lnTo>
                  <a:lnTo>
                    <a:pt x="16164" y="23468"/>
                  </a:lnTo>
                  <a:lnTo>
                    <a:pt x="17794" y="21124"/>
                  </a:lnTo>
                  <a:lnTo>
                    <a:pt x="20218" y="17639"/>
                  </a:lnTo>
                  <a:lnTo>
                    <a:pt x="22832" y="13881"/>
                  </a:lnTo>
                  <a:lnTo>
                    <a:pt x="22925" y="13747"/>
                  </a:lnTo>
                  <a:lnTo>
                    <a:pt x="23070" y="13539"/>
                  </a:lnTo>
                  <a:lnTo>
                    <a:pt x="23970" y="12244"/>
                  </a:lnTo>
                  <a:lnTo>
                    <a:pt x="24269" y="11815"/>
                  </a:lnTo>
                  <a:lnTo>
                    <a:pt x="31365" y="1613"/>
                  </a:lnTo>
                  <a:lnTo>
                    <a:pt x="31808" y="976"/>
                  </a:lnTo>
                  <a:lnTo>
                    <a:pt x="32488" y="0"/>
                  </a:lnTo>
                  <a:lnTo>
                    <a:pt x="34907" y="1609"/>
                  </a:lnTo>
                  <a:lnTo>
                    <a:pt x="35973" y="2319"/>
                  </a:lnTo>
                  <a:lnTo>
                    <a:pt x="39472" y="4647"/>
                  </a:lnTo>
                  <a:lnTo>
                    <a:pt x="39629" y="4751"/>
                  </a:lnTo>
                  <a:lnTo>
                    <a:pt x="45929" y="8944"/>
                  </a:lnTo>
                  <a:lnTo>
                    <a:pt x="48259" y="10494"/>
                  </a:lnTo>
                  <a:lnTo>
                    <a:pt x="48444" y="10617"/>
                  </a:lnTo>
                  <a:lnTo>
                    <a:pt x="49670" y="11433"/>
                  </a:lnTo>
                  <a:lnTo>
                    <a:pt x="49920" y="11599"/>
                  </a:lnTo>
                  <a:lnTo>
                    <a:pt x="58418" y="17254"/>
                  </a:lnTo>
                  <a:lnTo>
                    <a:pt x="58870" y="17555"/>
                  </a:lnTo>
                  <a:lnTo>
                    <a:pt x="64156" y="21072"/>
                  </a:lnTo>
                  <a:lnTo>
                    <a:pt x="67237" y="23123"/>
                  </a:lnTo>
                  <a:lnTo>
                    <a:pt x="67414" y="23241"/>
                  </a:lnTo>
                  <a:lnTo>
                    <a:pt x="67560" y="23337"/>
                  </a:lnTo>
                  <a:lnTo>
                    <a:pt x="67754" y="23467"/>
                  </a:lnTo>
                  <a:lnTo>
                    <a:pt x="67894" y="23560"/>
                  </a:lnTo>
                  <a:lnTo>
                    <a:pt x="69181" y="24416"/>
                  </a:lnTo>
                  <a:lnTo>
                    <a:pt x="69638" y="24727"/>
                  </a:lnTo>
                  <a:lnTo>
                    <a:pt x="75390" y="28708"/>
                  </a:lnTo>
                  <a:lnTo>
                    <a:pt x="77469" y="30147"/>
                  </a:lnTo>
                  <a:lnTo>
                    <a:pt x="78708" y="31005"/>
                  </a:lnTo>
                  <a:lnTo>
                    <a:pt x="78998" y="31250"/>
                  </a:lnTo>
                  <a:lnTo>
                    <a:pt x="78564" y="31884"/>
                  </a:lnTo>
                  <a:lnTo>
                    <a:pt x="78280" y="32296"/>
                  </a:lnTo>
                  <a:lnTo>
                    <a:pt x="76205" y="35321"/>
                  </a:lnTo>
                  <a:lnTo>
                    <a:pt x="73930" y="38635"/>
                  </a:lnTo>
                  <a:lnTo>
                    <a:pt x="72169" y="412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876610" y="2665007"/>
              <a:ext cx="84070" cy="60102"/>
            </a:xfrm>
            <a:custGeom>
              <a:avLst/>
              <a:pathLst>
                <a:path w="84070" h="60102">
                  <a:moveTo>
                    <a:pt x="40752" y="10632"/>
                  </a:moveTo>
                  <a:lnTo>
                    <a:pt x="41376" y="11046"/>
                  </a:lnTo>
                  <a:lnTo>
                    <a:pt x="41471" y="10895"/>
                  </a:lnTo>
                  <a:lnTo>
                    <a:pt x="41473" y="11110"/>
                  </a:lnTo>
                  <a:lnTo>
                    <a:pt x="54218" y="19556"/>
                  </a:lnTo>
                  <a:lnTo>
                    <a:pt x="54956" y="20045"/>
                  </a:lnTo>
                  <a:lnTo>
                    <a:pt x="55288" y="20265"/>
                  </a:lnTo>
                  <a:lnTo>
                    <a:pt x="56778" y="21252"/>
                  </a:lnTo>
                  <a:lnTo>
                    <a:pt x="56930" y="21353"/>
                  </a:lnTo>
                  <a:lnTo>
                    <a:pt x="55806" y="22951"/>
                  </a:lnTo>
                  <a:lnTo>
                    <a:pt x="54722" y="24491"/>
                  </a:lnTo>
                  <a:lnTo>
                    <a:pt x="57654" y="26508"/>
                  </a:lnTo>
                  <a:lnTo>
                    <a:pt x="58133" y="26837"/>
                  </a:lnTo>
                  <a:lnTo>
                    <a:pt x="60128" y="28177"/>
                  </a:lnTo>
                  <a:lnTo>
                    <a:pt x="61046" y="28790"/>
                  </a:lnTo>
                  <a:lnTo>
                    <a:pt x="62946" y="30063"/>
                  </a:lnTo>
                  <a:lnTo>
                    <a:pt x="64825" y="31332"/>
                  </a:lnTo>
                  <a:lnTo>
                    <a:pt x="66827" y="32659"/>
                  </a:lnTo>
                  <a:lnTo>
                    <a:pt x="67302" y="32962"/>
                  </a:lnTo>
                  <a:lnTo>
                    <a:pt x="67649" y="33184"/>
                  </a:lnTo>
                  <a:lnTo>
                    <a:pt x="70277" y="35026"/>
                  </a:lnTo>
                  <a:lnTo>
                    <a:pt x="70557" y="35186"/>
                  </a:lnTo>
                  <a:lnTo>
                    <a:pt x="71048" y="35401"/>
                  </a:lnTo>
                  <a:lnTo>
                    <a:pt x="71689" y="35577"/>
                  </a:lnTo>
                  <a:lnTo>
                    <a:pt x="72281" y="35705"/>
                  </a:lnTo>
                  <a:lnTo>
                    <a:pt x="72730" y="35913"/>
                  </a:lnTo>
                  <a:lnTo>
                    <a:pt x="72794" y="36516"/>
                  </a:lnTo>
                  <a:lnTo>
                    <a:pt x="72989" y="38365"/>
                  </a:lnTo>
                  <a:lnTo>
                    <a:pt x="75463" y="38511"/>
                  </a:lnTo>
                  <a:lnTo>
                    <a:pt x="76194" y="38663"/>
                  </a:lnTo>
                  <a:lnTo>
                    <a:pt x="78280" y="39390"/>
                  </a:lnTo>
                  <a:lnTo>
                    <a:pt x="79104" y="39678"/>
                  </a:lnTo>
                  <a:lnTo>
                    <a:pt x="79635" y="40055"/>
                  </a:lnTo>
                  <a:lnTo>
                    <a:pt x="81479" y="41369"/>
                  </a:lnTo>
                  <a:lnTo>
                    <a:pt x="83839" y="42983"/>
                  </a:lnTo>
                  <a:lnTo>
                    <a:pt x="84070" y="43154"/>
                  </a:lnTo>
                  <a:lnTo>
                    <a:pt x="83995" y="43293"/>
                  </a:lnTo>
                  <a:lnTo>
                    <a:pt x="81162" y="48511"/>
                  </a:lnTo>
                  <a:lnTo>
                    <a:pt x="80707" y="49609"/>
                  </a:lnTo>
                  <a:lnTo>
                    <a:pt x="80725" y="49786"/>
                  </a:lnTo>
                  <a:lnTo>
                    <a:pt x="81143" y="53789"/>
                  </a:lnTo>
                  <a:lnTo>
                    <a:pt x="81105" y="54000"/>
                  </a:lnTo>
                  <a:lnTo>
                    <a:pt x="80508" y="57275"/>
                  </a:lnTo>
                  <a:lnTo>
                    <a:pt x="77191" y="55397"/>
                  </a:lnTo>
                  <a:lnTo>
                    <a:pt x="73344" y="53550"/>
                  </a:lnTo>
                  <a:lnTo>
                    <a:pt x="73070" y="54012"/>
                  </a:lnTo>
                  <a:lnTo>
                    <a:pt x="71229" y="57117"/>
                  </a:lnTo>
                  <a:lnTo>
                    <a:pt x="69693" y="60102"/>
                  </a:lnTo>
                  <a:lnTo>
                    <a:pt x="66766" y="59212"/>
                  </a:lnTo>
                  <a:lnTo>
                    <a:pt x="63642" y="58263"/>
                  </a:lnTo>
                  <a:lnTo>
                    <a:pt x="63030" y="58350"/>
                  </a:lnTo>
                  <a:lnTo>
                    <a:pt x="61046" y="57989"/>
                  </a:lnTo>
                  <a:lnTo>
                    <a:pt x="59222" y="57812"/>
                  </a:lnTo>
                  <a:lnTo>
                    <a:pt x="57750" y="57186"/>
                  </a:lnTo>
                  <a:lnTo>
                    <a:pt x="55807" y="56672"/>
                  </a:lnTo>
                  <a:lnTo>
                    <a:pt x="54924" y="56414"/>
                  </a:lnTo>
                  <a:lnTo>
                    <a:pt x="54889" y="55871"/>
                  </a:lnTo>
                  <a:lnTo>
                    <a:pt x="53041" y="55294"/>
                  </a:lnTo>
                  <a:lnTo>
                    <a:pt x="51183" y="54592"/>
                  </a:lnTo>
                  <a:lnTo>
                    <a:pt x="49019" y="54413"/>
                  </a:lnTo>
                  <a:lnTo>
                    <a:pt x="47380" y="54408"/>
                  </a:lnTo>
                  <a:lnTo>
                    <a:pt x="46600" y="54344"/>
                  </a:lnTo>
                  <a:lnTo>
                    <a:pt x="45481" y="54199"/>
                  </a:lnTo>
                  <a:lnTo>
                    <a:pt x="44284" y="54045"/>
                  </a:lnTo>
                  <a:lnTo>
                    <a:pt x="43669" y="53868"/>
                  </a:lnTo>
                  <a:lnTo>
                    <a:pt x="42693" y="53768"/>
                  </a:lnTo>
                  <a:lnTo>
                    <a:pt x="38338" y="53539"/>
                  </a:lnTo>
                  <a:lnTo>
                    <a:pt x="32290" y="53035"/>
                  </a:lnTo>
                  <a:lnTo>
                    <a:pt x="32059" y="52296"/>
                  </a:lnTo>
                  <a:lnTo>
                    <a:pt x="32085" y="50228"/>
                  </a:lnTo>
                  <a:lnTo>
                    <a:pt x="33098" y="48723"/>
                  </a:lnTo>
                  <a:lnTo>
                    <a:pt x="35148" y="45253"/>
                  </a:lnTo>
                  <a:lnTo>
                    <a:pt x="35450" y="44741"/>
                  </a:lnTo>
                  <a:lnTo>
                    <a:pt x="32812" y="43067"/>
                  </a:lnTo>
                  <a:lnTo>
                    <a:pt x="32274" y="42700"/>
                  </a:lnTo>
                  <a:lnTo>
                    <a:pt x="30451" y="41613"/>
                  </a:lnTo>
                  <a:lnTo>
                    <a:pt x="27131" y="39256"/>
                  </a:lnTo>
                  <a:lnTo>
                    <a:pt x="25761" y="41211"/>
                  </a:lnTo>
                  <a:lnTo>
                    <a:pt x="24936" y="42389"/>
                  </a:lnTo>
                  <a:lnTo>
                    <a:pt x="22708" y="45570"/>
                  </a:lnTo>
                  <a:lnTo>
                    <a:pt x="20734" y="48387"/>
                  </a:lnTo>
                  <a:lnTo>
                    <a:pt x="19853" y="49643"/>
                  </a:lnTo>
                  <a:lnTo>
                    <a:pt x="19580" y="49460"/>
                  </a:lnTo>
                  <a:lnTo>
                    <a:pt x="10830" y="43626"/>
                  </a:lnTo>
                  <a:lnTo>
                    <a:pt x="10661" y="43516"/>
                  </a:lnTo>
                  <a:lnTo>
                    <a:pt x="9836" y="42978"/>
                  </a:lnTo>
                  <a:lnTo>
                    <a:pt x="9454" y="42729"/>
                  </a:lnTo>
                  <a:lnTo>
                    <a:pt x="9080" y="42479"/>
                  </a:lnTo>
                  <a:lnTo>
                    <a:pt x="834" y="36949"/>
                  </a:lnTo>
                  <a:lnTo>
                    <a:pt x="240" y="36551"/>
                  </a:lnTo>
                  <a:lnTo>
                    <a:pt x="0" y="36389"/>
                  </a:lnTo>
                  <a:lnTo>
                    <a:pt x="161" y="36149"/>
                  </a:lnTo>
                  <a:lnTo>
                    <a:pt x="915" y="35026"/>
                  </a:lnTo>
                  <a:lnTo>
                    <a:pt x="2796" y="32222"/>
                  </a:lnTo>
                  <a:lnTo>
                    <a:pt x="4922" y="29125"/>
                  </a:lnTo>
                  <a:lnTo>
                    <a:pt x="7143" y="25813"/>
                  </a:lnTo>
                  <a:lnTo>
                    <a:pt x="9447" y="22565"/>
                  </a:lnTo>
                  <a:lnTo>
                    <a:pt x="11554" y="19501"/>
                  </a:lnTo>
                  <a:lnTo>
                    <a:pt x="13763" y="16224"/>
                  </a:lnTo>
                  <a:lnTo>
                    <a:pt x="14954" y="14511"/>
                  </a:lnTo>
                  <a:lnTo>
                    <a:pt x="16125" y="12828"/>
                  </a:lnTo>
                  <a:lnTo>
                    <a:pt x="17015" y="11547"/>
                  </a:lnTo>
                  <a:lnTo>
                    <a:pt x="18392" y="9569"/>
                  </a:lnTo>
                  <a:lnTo>
                    <a:pt x="20473" y="6513"/>
                  </a:lnTo>
                  <a:lnTo>
                    <a:pt x="21650" y="4826"/>
                  </a:lnTo>
                  <a:lnTo>
                    <a:pt x="22715" y="3299"/>
                  </a:lnTo>
                  <a:lnTo>
                    <a:pt x="25094" y="0"/>
                  </a:lnTo>
                  <a:lnTo>
                    <a:pt x="25347" y="171"/>
                  </a:lnTo>
                  <a:lnTo>
                    <a:pt x="27466" y="1610"/>
                  </a:lnTo>
                  <a:lnTo>
                    <a:pt x="32190" y="4818"/>
                  </a:lnTo>
                  <a:lnTo>
                    <a:pt x="33230" y="5524"/>
                  </a:lnTo>
                  <a:lnTo>
                    <a:pt x="35312" y="6938"/>
                  </a:lnTo>
                  <a:lnTo>
                    <a:pt x="35542" y="70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851531" y="2701397"/>
              <a:ext cx="119958" cy="66648"/>
            </a:xfrm>
            <a:custGeom>
              <a:avLst/>
              <a:pathLst>
                <a:path w="119958" h="66648">
                  <a:moveTo>
                    <a:pt x="44934" y="13254"/>
                  </a:moveTo>
                  <a:lnTo>
                    <a:pt x="45814" y="11997"/>
                  </a:lnTo>
                  <a:lnTo>
                    <a:pt x="47787" y="9180"/>
                  </a:lnTo>
                  <a:lnTo>
                    <a:pt x="50016" y="5999"/>
                  </a:lnTo>
                  <a:lnTo>
                    <a:pt x="50841" y="4822"/>
                  </a:lnTo>
                  <a:lnTo>
                    <a:pt x="52211" y="2865"/>
                  </a:lnTo>
                  <a:lnTo>
                    <a:pt x="55530" y="5223"/>
                  </a:lnTo>
                  <a:lnTo>
                    <a:pt x="57353" y="6310"/>
                  </a:lnTo>
                  <a:lnTo>
                    <a:pt x="57891" y="6678"/>
                  </a:lnTo>
                  <a:lnTo>
                    <a:pt x="60530" y="8351"/>
                  </a:lnTo>
                  <a:lnTo>
                    <a:pt x="60227" y="8863"/>
                  </a:lnTo>
                  <a:lnTo>
                    <a:pt x="58177" y="12333"/>
                  </a:lnTo>
                  <a:lnTo>
                    <a:pt x="57165" y="13838"/>
                  </a:lnTo>
                  <a:lnTo>
                    <a:pt x="57139" y="15906"/>
                  </a:lnTo>
                  <a:lnTo>
                    <a:pt x="57369" y="16645"/>
                  </a:lnTo>
                  <a:lnTo>
                    <a:pt x="63419" y="17149"/>
                  </a:lnTo>
                  <a:lnTo>
                    <a:pt x="67774" y="17378"/>
                  </a:lnTo>
                  <a:lnTo>
                    <a:pt x="68748" y="17478"/>
                  </a:lnTo>
                  <a:lnTo>
                    <a:pt x="69364" y="17655"/>
                  </a:lnTo>
                  <a:lnTo>
                    <a:pt x="70561" y="17809"/>
                  </a:lnTo>
                  <a:lnTo>
                    <a:pt x="71681" y="17954"/>
                  </a:lnTo>
                  <a:lnTo>
                    <a:pt x="72461" y="18018"/>
                  </a:lnTo>
                  <a:lnTo>
                    <a:pt x="74100" y="18023"/>
                  </a:lnTo>
                  <a:lnTo>
                    <a:pt x="76263" y="18202"/>
                  </a:lnTo>
                  <a:lnTo>
                    <a:pt x="78122" y="18905"/>
                  </a:lnTo>
                  <a:lnTo>
                    <a:pt x="79968" y="19481"/>
                  </a:lnTo>
                  <a:lnTo>
                    <a:pt x="80004" y="20024"/>
                  </a:lnTo>
                  <a:lnTo>
                    <a:pt x="80888" y="20282"/>
                  </a:lnTo>
                  <a:lnTo>
                    <a:pt x="82830" y="20797"/>
                  </a:lnTo>
                  <a:lnTo>
                    <a:pt x="84302" y="21422"/>
                  </a:lnTo>
                  <a:lnTo>
                    <a:pt x="86125" y="21599"/>
                  </a:lnTo>
                  <a:lnTo>
                    <a:pt x="88109" y="21960"/>
                  </a:lnTo>
                  <a:lnTo>
                    <a:pt x="88721" y="21873"/>
                  </a:lnTo>
                  <a:lnTo>
                    <a:pt x="91845" y="22822"/>
                  </a:lnTo>
                  <a:lnTo>
                    <a:pt x="94773" y="23711"/>
                  </a:lnTo>
                  <a:lnTo>
                    <a:pt x="96308" y="20728"/>
                  </a:lnTo>
                  <a:lnTo>
                    <a:pt x="98149" y="17622"/>
                  </a:lnTo>
                  <a:lnTo>
                    <a:pt x="98425" y="17160"/>
                  </a:lnTo>
                  <a:lnTo>
                    <a:pt x="102270" y="19008"/>
                  </a:lnTo>
                  <a:lnTo>
                    <a:pt x="105588" y="20885"/>
                  </a:lnTo>
                  <a:lnTo>
                    <a:pt x="112085" y="24562"/>
                  </a:lnTo>
                  <a:lnTo>
                    <a:pt x="115045" y="26663"/>
                  </a:lnTo>
                  <a:lnTo>
                    <a:pt x="119958" y="31042"/>
                  </a:lnTo>
                  <a:lnTo>
                    <a:pt x="119958" y="34246"/>
                  </a:lnTo>
                  <a:lnTo>
                    <a:pt x="118721" y="38143"/>
                  </a:lnTo>
                  <a:lnTo>
                    <a:pt x="119053" y="42425"/>
                  </a:lnTo>
                  <a:lnTo>
                    <a:pt x="119255" y="45032"/>
                  </a:lnTo>
                  <a:lnTo>
                    <a:pt x="108570" y="46684"/>
                  </a:lnTo>
                  <a:lnTo>
                    <a:pt x="107278" y="49875"/>
                  </a:lnTo>
                  <a:lnTo>
                    <a:pt x="99588" y="50774"/>
                  </a:lnTo>
                  <a:lnTo>
                    <a:pt x="87796" y="46830"/>
                  </a:lnTo>
                  <a:lnTo>
                    <a:pt x="77158" y="44907"/>
                  </a:lnTo>
                  <a:lnTo>
                    <a:pt x="76357" y="44261"/>
                  </a:lnTo>
                  <a:lnTo>
                    <a:pt x="76046" y="44010"/>
                  </a:lnTo>
                  <a:lnTo>
                    <a:pt x="65834" y="35773"/>
                  </a:lnTo>
                  <a:lnTo>
                    <a:pt x="65475" y="36043"/>
                  </a:lnTo>
                  <a:lnTo>
                    <a:pt x="64093" y="37081"/>
                  </a:lnTo>
                  <a:lnTo>
                    <a:pt x="62811" y="38891"/>
                  </a:lnTo>
                  <a:lnTo>
                    <a:pt x="62112" y="40054"/>
                  </a:lnTo>
                  <a:lnTo>
                    <a:pt x="60889" y="42089"/>
                  </a:lnTo>
                  <a:lnTo>
                    <a:pt x="58914" y="45110"/>
                  </a:lnTo>
                  <a:lnTo>
                    <a:pt x="56998" y="47853"/>
                  </a:lnTo>
                  <a:lnTo>
                    <a:pt x="55849" y="48072"/>
                  </a:lnTo>
                  <a:lnTo>
                    <a:pt x="53742" y="47475"/>
                  </a:lnTo>
                  <a:lnTo>
                    <a:pt x="49786" y="46423"/>
                  </a:lnTo>
                  <a:lnTo>
                    <a:pt x="44032" y="44445"/>
                  </a:lnTo>
                  <a:lnTo>
                    <a:pt x="41109" y="43659"/>
                  </a:lnTo>
                  <a:lnTo>
                    <a:pt x="38306" y="41953"/>
                  </a:lnTo>
                  <a:lnTo>
                    <a:pt x="35344" y="40151"/>
                  </a:lnTo>
                  <a:lnTo>
                    <a:pt x="32561" y="38458"/>
                  </a:lnTo>
                  <a:lnTo>
                    <a:pt x="32075" y="39220"/>
                  </a:lnTo>
                  <a:lnTo>
                    <a:pt x="31012" y="40883"/>
                  </a:lnTo>
                  <a:lnTo>
                    <a:pt x="33960" y="42891"/>
                  </a:lnTo>
                  <a:lnTo>
                    <a:pt x="37303" y="44386"/>
                  </a:lnTo>
                  <a:lnTo>
                    <a:pt x="40401" y="45390"/>
                  </a:lnTo>
                  <a:lnTo>
                    <a:pt x="41437" y="45572"/>
                  </a:lnTo>
                  <a:lnTo>
                    <a:pt x="47439" y="47954"/>
                  </a:lnTo>
                  <a:lnTo>
                    <a:pt x="47172" y="51179"/>
                  </a:lnTo>
                  <a:lnTo>
                    <a:pt x="46948" y="51831"/>
                  </a:lnTo>
                  <a:lnTo>
                    <a:pt x="46230" y="53247"/>
                  </a:lnTo>
                  <a:lnTo>
                    <a:pt x="45579" y="54909"/>
                  </a:lnTo>
                  <a:lnTo>
                    <a:pt x="42866" y="55196"/>
                  </a:lnTo>
                  <a:lnTo>
                    <a:pt x="34421" y="56307"/>
                  </a:lnTo>
                  <a:lnTo>
                    <a:pt x="33417" y="58118"/>
                  </a:lnTo>
                  <a:lnTo>
                    <a:pt x="27555" y="66648"/>
                  </a:lnTo>
                  <a:lnTo>
                    <a:pt x="24486" y="64538"/>
                  </a:lnTo>
                  <a:lnTo>
                    <a:pt x="21187" y="62269"/>
                  </a:lnTo>
                  <a:lnTo>
                    <a:pt x="17841" y="59992"/>
                  </a:lnTo>
                  <a:lnTo>
                    <a:pt x="14223" y="57595"/>
                  </a:lnTo>
                  <a:lnTo>
                    <a:pt x="17478" y="52870"/>
                  </a:lnTo>
                  <a:lnTo>
                    <a:pt x="18596" y="51408"/>
                  </a:lnTo>
                  <a:lnTo>
                    <a:pt x="19913" y="49684"/>
                  </a:lnTo>
                  <a:lnTo>
                    <a:pt x="18346" y="48731"/>
                  </a:lnTo>
                  <a:lnTo>
                    <a:pt x="11553" y="44037"/>
                  </a:lnTo>
                  <a:lnTo>
                    <a:pt x="9075" y="42430"/>
                  </a:lnTo>
                  <a:lnTo>
                    <a:pt x="7439" y="41371"/>
                  </a:lnTo>
                  <a:lnTo>
                    <a:pt x="2057" y="37808"/>
                  </a:lnTo>
                  <a:lnTo>
                    <a:pt x="239" y="36413"/>
                  </a:lnTo>
                  <a:lnTo>
                    <a:pt x="0" y="36228"/>
                  </a:lnTo>
                  <a:lnTo>
                    <a:pt x="2136" y="33066"/>
                  </a:lnTo>
                  <a:lnTo>
                    <a:pt x="4421" y="29819"/>
                  </a:lnTo>
                  <a:lnTo>
                    <a:pt x="6735" y="26358"/>
                  </a:lnTo>
                  <a:lnTo>
                    <a:pt x="7014" y="25955"/>
                  </a:lnTo>
                  <a:lnTo>
                    <a:pt x="8960" y="23164"/>
                  </a:lnTo>
                  <a:lnTo>
                    <a:pt x="9889" y="21809"/>
                  </a:lnTo>
                  <a:lnTo>
                    <a:pt x="10025" y="21613"/>
                  </a:lnTo>
                  <a:lnTo>
                    <a:pt x="11172" y="19958"/>
                  </a:lnTo>
                  <a:lnTo>
                    <a:pt x="13266" y="16939"/>
                  </a:lnTo>
                  <a:lnTo>
                    <a:pt x="15620" y="13579"/>
                  </a:lnTo>
                  <a:lnTo>
                    <a:pt x="17752" y="10573"/>
                  </a:lnTo>
                  <a:lnTo>
                    <a:pt x="19961" y="7418"/>
                  </a:lnTo>
                  <a:lnTo>
                    <a:pt x="22238" y="4165"/>
                  </a:lnTo>
                  <a:lnTo>
                    <a:pt x="24498" y="851"/>
                  </a:lnTo>
                  <a:lnTo>
                    <a:pt x="24909" y="248"/>
                  </a:lnTo>
                  <a:lnTo>
                    <a:pt x="25079" y="0"/>
                  </a:lnTo>
                  <a:lnTo>
                    <a:pt x="25320" y="161"/>
                  </a:lnTo>
                  <a:lnTo>
                    <a:pt x="25914" y="559"/>
                  </a:lnTo>
                  <a:lnTo>
                    <a:pt x="34160" y="6089"/>
                  </a:lnTo>
                  <a:lnTo>
                    <a:pt x="34533" y="6339"/>
                  </a:lnTo>
                  <a:lnTo>
                    <a:pt x="34915" y="6588"/>
                  </a:lnTo>
                  <a:lnTo>
                    <a:pt x="35740" y="7126"/>
                  </a:lnTo>
                  <a:lnTo>
                    <a:pt x="35909" y="7236"/>
                  </a:lnTo>
                  <a:lnTo>
                    <a:pt x="44659" y="130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882544" y="2731265"/>
              <a:ext cx="122109" cy="60269"/>
            </a:xfrm>
            <a:custGeom>
              <a:avLst/>
              <a:pathLst>
                <a:path w="122109" h="60269">
                  <a:moveTo>
                    <a:pt x="117251" y="16786"/>
                  </a:moveTo>
                  <a:lnTo>
                    <a:pt x="117337" y="21033"/>
                  </a:lnTo>
                  <a:lnTo>
                    <a:pt x="118822" y="27912"/>
                  </a:lnTo>
                  <a:lnTo>
                    <a:pt x="119746" y="30744"/>
                  </a:lnTo>
                  <a:lnTo>
                    <a:pt x="120333" y="32546"/>
                  </a:lnTo>
                  <a:lnTo>
                    <a:pt x="122109" y="36471"/>
                  </a:lnTo>
                  <a:lnTo>
                    <a:pt x="121377" y="38665"/>
                  </a:lnTo>
                  <a:lnTo>
                    <a:pt x="95601" y="46342"/>
                  </a:lnTo>
                  <a:lnTo>
                    <a:pt x="89619" y="55057"/>
                  </a:lnTo>
                  <a:lnTo>
                    <a:pt x="61526" y="56128"/>
                  </a:lnTo>
                  <a:lnTo>
                    <a:pt x="61764" y="58109"/>
                  </a:lnTo>
                  <a:lnTo>
                    <a:pt x="56670" y="60269"/>
                  </a:lnTo>
                  <a:lnTo>
                    <a:pt x="56032" y="58405"/>
                  </a:lnTo>
                  <a:lnTo>
                    <a:pt x="52167" y="58849"/>
                  </a:lnTo>
                  <a:lnTo>
                    <a:pt x="47903" y="58662"/>
                  </a:lnTo>
                  <a:lnTo>
                    <a:pt x="46451" y="58174"/>
                  </a:lnTo>
                  <a:lnTo>
                    <a:pt x="45542" y="57822"/>
                  </a:lnTo>
                  <a:lnTo>
                    <a:pt x="44776" y="57525"/>
                  </a:lnTo>
                  <a:lnTo>
                    <a:pt x="42710" y="56422"/>
                  </a:lnTo>
                  <a:lnTo>
                    <a:pt x="40495" y="55056"/>
                  </a:lnTo>
                  <a:lnTo>
                    <a:pt x="33320" y="50492"/>
                  </a:lnTo>
                  <a:lnTo>
                    <a:pt x="30019" y="48419"/>
                  </a:lnTo>
                  <a:lnTo>
                    <a:pt x="31138" y="46690"/>
                  </a:lnTo>
                  <a:lnTo>
                    <a:pt x="29323" y="45910"/>
                  </a:lnTo>
                  <a:lnTo>
                    <a:pt x="29143" y="45277"/>
                  </a:lnTo>
                  <a:lnTo>
                    <a:pt x="25644" y="42947"/>
                  </a:lnTo>
                  <a:lnTo>
                    <a:pt x="22367" y="40766"/>
                  </a:lnTo>
                  <a:lnTo>
                    <a:pt x="19231" y="38630"/>
                  </a:lnTo>
                  <a:lnTo>
                    <a:pt x="15743" y="36611"/>
                  </a:lnTo>
                  <a:lnTo>
                    <a:pt x="12391" y="34449"/>
                  </a:lnTo>
                  <a:lnTo>
                    <a:pt x="9281" y="32326"/>
                  </a:lnTo>
                  <a:lnTo>
                    <a:pt x="9233" y="32156"/>
                  </a:lnTo>
                  <a:lnTo>
                    <a:pt x="6310" y="30139"/>
                  </a:lnTo>
                  <a:lnTo>
                    <a:pt x="5814" y="30173"/>
                  </a:lnTo>
                  <a:lnTo>
                    <a:pt x="2404" y="28250"/>
                  </a:lnTo>
                  <a:lnTo>
                    <a:pt x="3408" y="26439"/>
                  </a:lnTo>
                  <a:lnTo>
                    <a:pt x="11853" y="25329"/>
                  </a:lnTo>
                  <a:lnTo>
                    <a:pt x="14566" y="25042"/>
                  </a:lnTo>
                  <a:lnTo>
                    <a:pt x="15217" y="23379"/>
                  </a:lnTo>
                  <a:lnTo>
                    <a:pt x="15935" y="21963"/>
                  </a:lnTo>
                  <a:lnTo>
                    <a:pt x="16159" y="21312"/>
                  </a:lnTo>
                  <a:lnTo>
                    <a:pt x="16426" y="18086"/>
                  </a:lnTo>
                  <a:lnTo>
                    <a:pt x="10424" y="15704"/>
                  </a:lnTo>
                  <a:lnTo>
                    <a:pt x="9388" y="15523"/>
                  </a:lnTo>
                  <a:lnTo>
                    <a:pt x="6290" y="14519"/>
                  </a:lnTo>
                  <a:lnTo>
                    <a:pt x="2947" y="13023"/>
                  </a:lnTo>
                  <a:lnTo>
                    <a:pt x="0" y="11015"/>
                  </a:lnTo>
                  <a:lnTo>
                    <a:pt x="1062" y="9353"/>
                  </a:lnTo>
                  <a:lnTo>
                    <a:pt x="1548" y="8590"/>
                  </a:lnTo>
                  <a:lnTo>
                    <a:pt x="4331" y="10284"/>
                  </a:lnTo>
                  <a:lnTo>
                    <a:pt x="7293" y="12086"/>
                  </a:lnTo>
                  <a:lnTo>
                    <a:pt x="10096" y="13791"/>
                  </a:lnTo>
                  <a:lnTo>
                    <a:pt x="13019" y="14577"/>
                  </a:lnTo>
                  <a:lnTo>
                    <a:pt x="18773" y="16556"/>
                  </a:lnTo>
                  <a:lnTo>
                    <a:pt x="22731" y="17608"/>
                  </a:lnTo>
                  <a:lnTo>
                    <a:pt x="24836" y="18205"/>
                  </a:lnTo>
                  <a:lnTo>
                    <a:pt x="25985" y="17985"/>
                  </a:lnTo>
                  <a:lnTo>
                    <a:pt x="27901" y="15243"/>
                  </a:lnTo>
                  <a:lnTo>
                    <a:pt x="29876" y="12221"/>
                  </a:lnTo>
                  <a:lnTo>
                    <a:pt x="31099" y="10187"/>
                  </a:lnTo>
                  <a:lnTo>
                    <a:pt x="31798" y="9023"/>
                  </a:lnTo>
                  <a:lnTo>
                    <a:pt x="33080" y="7214"/>
                  </a:lnTo>
                  <a:lnTo>
                    <a:pt x="34462" y="6176"/>
                  </a:lnTo>
                  <a:lnTo>
                    <a:pt x="34821" y="5905"/>
                  </a:lnTo>
                  <a:lnTo>
                    <a:pt x="45033" y="14143"/>
                  </a:lnTo>
                  <a:lnTo>
                    <a:pt x="45344" y="14393"/>
                  </a:lnTo>
                  <a:lnTo>
                    <a:pt x="46145" y="15040"/>
                  </a:lnTo>
                  <a:lnTo>
                    <a:pt x="56783" y="16962"/>
                  </a:lnTo>
                  <a:lnTo>
                    <a:pt x="68576" y="20906"/>
                  </a:lnTo>
                  <a:lnTo>
                    <a:pt x="76265" y="20007"/>
                  </a:lnTo>
                  <a:lnTo>
                    <a:pt x="77557" y="16817"/>
                  </a:lnTo>
                  <a:lnTo>
                    <a:pt x="88242" y="15164"/>
                  </a:lnTo>
                  <a:lnTo>
                    <a:pt x="88040" y="12558"/>
                  </a:lnTo>
                  <a:lnTo>
                    <a:pt x="87708" y="8275"/>
                  </a:lnTo>
                  <a:lnTo>
                    <a:pt x="88945" y="4379"/>
                  </a:lnTo>
                  <a:lnTo>
                    <a:pt x="91615" y="2990"/>
                  </a:lnTo>
                  <a:lnTo>
                    <a:pt x="94499" y="1495"/>
                  </a:lnTo>
                  <a:lnTo>
                    <a:pt x="101335" y="427"/>
                  </a:lnTo>
                  <a:lnTo>
                    <a:pt x="108491" y="0"/>
                  </a:lnTo>
                  <a:lnTo>
                    <a:pt x="114948" y="753"/>
                  </a:lnTo>
                  <a:lnTo>
                    <a:pt x="115733" y="2493"/>
                  </a:lnTo>
                  <a:lnTo>
                    <a:pt x="117042" y="6558"/>
                  </a:lnTo>
                  <a:lnTo>
                    <a:pt x="117081" y="8441"/>
                  </a:lnTo>
                  <a:lnTo>
                    <a:pt x="117136" y="111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999586" y="2667661"/>
              <a:ext cx="190966" cy="106146"/>
            </a:xfrm>
            <a:custGeom>
              <a:avLst/>
              <a:pathLst>
                <a:path w="190966" h="106146">
                  <a:moveTo>
                    <a:pt x="76220" y="5640"/>
                  </a:moveTo>
                  <a:lnTo>
                    <a:pt x="78490" y="10713"/>
                  </a:lnTo>
                  <a:lnTo>
                    <a:pt x="82495" y="14986"/>
                  </a:lnTo>
                  <a:lnTo>
                    <a:pt x="85165" y="17122"/>
                  </a:lnTo>
                  <a:lnTo>
                    <a:pt x="88503" y="18323"/>
                  </a:lnTo>
                  <a:lnTo>
                    <a:pt x="93576" y="22195"/>
                  </a:lnTo>
                  <a:lnTo>
                    <a:pt x="97715" y="23931"/>
                  </a:lnTo>
                  <a:lnTo>
                    <a:pt x="103856" y="23931"/>
                  </a:lnTo>
                  <a:lnTo>
                    <a:pt x="109464" y="22329"/>
                  </a:lnTo>
                  <a:lnTo>
                    <a:pt x="112534" y="23797"/>
                  </a:lnTo>
                  <a:lnTo>
                    <a:pt x="116940" y="26868"/>
                  </a:lnTo>
                  <a:lnTo>
                    <a:pt x="120278" y="27268"/>
                  </a:lnTo>
                  <a:lnTo>
                    <a:pt x="124150" y="25666"/>
                  </a:lnTo>
                  <a:lnTo>
                    <a:pt x="124951" y="22062"/>
                  </a:lnTo>
                  <a:lnTo>
                    <a:pt x="125752" y="19391"/>
                  </a:lnTo>
                  <a:lnTo>
                    <a:pt x="128556" y="16187"/>
                  </a:lnTo>
                  <a:lnTo>
                    <a:pt x="130425" y="13117"/>
                  </a:lnTo>
                  <a:lnTo>
                    <a:pt x="131369" y="7307"/>
                  </a:lnTo>
                  <a:lnTo>
                    <a:pt x="132116" y="8277"/>
                  </a:lnTo>
                  <a:lnTo>
                    <a:pt x="133345" y="9871"/>
                  </a:lnTo>
                  <a:lnTo>
                    <a:pt x="135054" y="11046"/>
                  </a:lnTo>
                  <a:lnTo>
                    <a:pt x="136549" y="12915"/>
                  </a:lnTo>
                  <a:lnTo>
                    <a:pt x="136944" y="13664"/>
                  </a:lnTo>
                  <a:lnTo>
                    <a:pt x="138098" y="15852"/>
                  </a:lnTo>
                  <a:lnTo>
                    <a:pt x="138554" y="18961"/>
                  </a:lnTo>
                  <a:lnTo>
                    <a:pt x="138685" y="19857"/>
                  </a:lnTo>
                  <a:lnTo>
                    <a:pt x="139219" y="23008"/>
                  </a:lnTo>
                  <a:lnTo>
                    <a:pt x="140180" y="25892"/>
                  </a:lnTo>
                  <a:lnTo>
                    <a:pt x="140661" y="27921"/>
                  </a:lnTo>
                  <a:lnTo>
                    <a:pt x="141088" y="29043"/>
                  </a:lnTo>
                  <a:lnTo>
                    <a:pt x="139138" y="32643"/>
                  </a:lnTo>
                  <a:lnTo>
                    <a:pt x="143375" y="32728"/>
                  </a:lnTo>
                  <a:lnTo>
                    <a:pt x="143869" y="32738"/>
                  </a:lnTo>
                  <a:lnTo>
                    <a:pt x="164483" y="36476"/>
                  </a:lnTo>
                  <a:lnTo>
                    <a:pt x="165615" y="36849"/>
                  </a:lnTo>
                  <a:lnTo>
                    <a:pt x="167462" y="37458"/>
                  </a:lnTo>
                  <a:lnTo>
                    <a:pt x="168305" y="37736"/>
                  </a:lnTo>
                  <a:lnTo>
                    <a:pt x="169845" y="38244"/>
                  </a:lnTo>
                  <a:lnTo>
                    <a:pt x="171028" y="38680"/>
                  </a:lnTo>
                  <a:lnTo>
                    <a:pt x="171367" y="38805"/>
                  </a:lnTo>
                  <a:lnTo>
                    <a:pt x="172302" y="38912"/>
                  </a:lnTo>
                  <a:lnTo>
                    <a:pt x="175560" y="38832"/>
                  </a:lnTo>
                  <a:lnTo>
                    <a:pt x="177722" y="38859"/>
                  </a:lnTo>
                  <a:lnTo>
                    <a:pt x="179351" y="39312"/>
                  </a:lnTo>
                  <a:lnTo>
                    <a:pt x="181044" y="39809"/>
                  </a:lnTo>
                  <a:lnTo>
                    <a:pt x="183586" y="41016"/>
                  </a:lnTo>
                  <a:lnTo>
                    <a:pt x="185017" y="41625"/>
                  </a:lnTo>
                  <a:lnTo>
                    <a:pt x="186800" y="42008"/>
                  </a:lnTo>
                  <a:lnTo>
                    <a:pt x="187342" y="42124"/>
                  </a:lnTo>
                  <a:lnTo>
                    <a:pt x="188350" y="42340"/>
                  </a:lnTo>
                  <a:lnTo>
                    <a:pt x="189457" y="42625"/>
                  </a:lnTo>
                  <a:lnTo>
                    <a:pt x="189845" y="42725"/>
                  </a:lnTo>
                  <a:lnTo>
                    <a:pt x="190202" y="42872"/>
                  </a:lnTo>
                  <a:lnTo>
                    <a:pt x="190700" y="43077"/>
                  </a:lnTo>
                  <a:lnTo>
                    <a:pt x="190966" y="43217"/>
                  </a:lnTo>
                  <a:lnTo>
                    <a:pt x="190749" y="43505"/>
                  </a:lnTo>
                  <a:lnTo>
                    <a:pt x="183457" y="53196"/>
                  </a:lnTo>
                  <a:lnTo>
                    <a:pt x="169994" y="58816"/>
                  </a:lnTo>
                  <a:lnTo>
                    <a:pt x="167433" y="69479"/>
                  </a:lnTo>
                  <a:lnTo>
                    <a:pt x="161830" y="72615"/>
                  </a:lnTo>
                  <a:lnTo>
                    <a:pt x="141837" y="69978"/>
                  </a:lnTo>
                  <a:lnTo>
                    <a:pt x="132581" y="61930"/>
                  </a:lnTo>
                  <a:lnTo>
                    <a:pt x="117927" y="66584"/>
                  </a:lnTo>
                  <a:lnTo>
                    <a:pt x="99253" y="72061"/>
                  </a:lnTo>
                  <a:lnTo>
                    <a:pt x="106798" y="79756"/>
                  </a:lnTo>
                  <a:lnTo>
                    <a:pt x="130066" y="81482"/>
                  </a:lnTo>
                  <a:lnTo>
                    <a:pt x="135407" y="85353"/>
                  </a:lnTo>
                  <a:lnTo>
                    <a:pt x="134178" y="89465"/>
                  </a:lnTo>
                  <a:lnTo>
                    <a:pt x="112043" y="85754"/>
                  </a:lnTo>
                  <a:lnTo>
                    <a:pt x="111615" y="90720"/>
                  </a:lnTo>
                  <a:lnTo>
                    <a:pt x="104993" y="93978"/>
                  </a:lnTo>
                  <a:lnTo>
                    <a:pt x="102270" y="85113"/>
                  </a:lnTo>
                  <a:lnTo>
                    <a:pt x="92711" y="81989"/>
                  </a:lnTo>
                  <a:lnTo>
                    <a:pt x="82777" y="81482"/>
                  </a:lnTo>
                  <a:lnTo>
                    <a:pt x="78681" y="79506"/>
                  </a:lnTo>
                  <a:lnTo>
                    <a:pt x="70995" y="81125"/>
                  </a:lnTo>
                  <a:lnTo>
                    <a:pt x="70464" y="86983"/>
                  </a:lnTo>
                  <a:lnTo>
                    <a:pt x="62029" y="88419"/>
                  </a:lnTo>
                  <a:lnTo>
                    <a:pt x="59552" y="84902"/>
                  </a:lnTo>
                  <a:lnTo>
                    <a:pt x="59050" y="84833"/>
                  </a:lnTo>
                  <a:lnTo>
                    <a:pt x="58179" y="85832"/>
                  </a:lnTo>
                  <a:lnTo>
                    <a:pt x="57385" y="86742"/>
                  </a:lnTo>
                  <a:lnTo>
                    <a:pt x="57475" y="87072"/>
                  </a:lnTo>
                  <a:lnTo>
                    <a:pt x="57553" y="87355"/>
                  </a:lnTo>
                  <a:lnTo>
                    <a:pt x="57677" y="88435"/>
                  </a:lnTo>
                  <a:lnTo>
                    <a:pt x="57745" y="89608"/>
                  </a:lnTo>
                  <a:lnTo>
                    <a:pt x="57603" y="89703"/>
                  </a:lnTo>
                  <a:lnTo>
                    <a:pt x="56391" y="89752"/>
                  </a:lnTo>
                  <a:lnTo>
                    <a:pt x="55939" y="89485"/>
                  </a:lnTo>
                  <a:lnTo>
                    <a:pt x="55131" y="90151"/>
                  </a:lnTo>
                  <a:lnTo>
                    <a:pt x="53692" y="90355"/>
                  </a:lnTo>
                  <a:lnTo>
                    <a:pt x="53542" y="90277"/>
                  </a:lnTo>
                  <a:lnTo>
                    <a:pt x="52648" y="89809"/>
                  </a:lnTo>
                  <a:lnTo>
                    <a:pt x="51748" y="89337"/>
                  </a:lnTo>
                  <a:lnTo>
                    <a:pt x="51681" y="88906"/>
                  </a:lnTo>
                  <a:lnTo>
                    <a:pt x="51346" y="87155"/>
                  </a:lnTo>
                  <a:lnTo>
                    <a:pt x="51034" y="87165"/>
                  </a:lnTo>
                  <a:lnTo>
                    <a:pt x="50408" y="87231"/>
                  </a:lnTo>
                  <a:lnTo>
                    <a:pt x="48911" y="87388"/>
                  </a:lnTo>
                  <a:lnTo>
                    <a:pt x="47793" y="87587"/>
                  </a:lnTo>
                  <a:lnTo>
                    <a:pt x="47910" y="88128"/>
                  </a:lnTo>
                  <a:lnTo>
                    <a:pt x="48301" y="89639"/>
                  </a:lnTo>
                  <a:lnTo>
                    <a:pt x="48311" y="89813"/>
                  </a:lnTo>
                  <a:lnTo>
                    <a:pt x="46727" y="90658"/>
                  </a:lnTo>
                  <a:lnTo>
                    <a:pt x="46372" y="90853"/>
                  </a:lnTo>
                  <a:lnTo>
                    <a:pt x="46780" y="92368"/>
                  </a:lnTo>
                  <a:lnTo>
                    <a:pt x="47040" y="94545"/>
                  </a:lnTo>
                  <a:lnTo>
                    <a:pt x="47202" y="94971"/>
                  </a:lnTo>
                  <a:lnTo>
                    <a:pt x="47582" y="95898"/>
                  </a:lnTo>
                  <a:lnTo>
                    <a:pt x="47760" y="96158"/>
                  </a:lnTo>
                  <a:lnTo>
                    <a:pt x="48844" y="97743"/>
                  </a:lnTo>
                  <a:lnTo>
                    <a:pt x="49537" y="98755"/>
                  </a:lnTo>
                  <a:lnTo>
                    <a:pt x="49979" y="99274"/>
                  </a:lnTo>
                  <a:lnTo>
                    <a:pt x="47970" y="100149"/>
                  </a:lnTo>
                  <a:lnTo>
                    <a:pt x="46445" y="98396"/>
                  </a:lnTo>
                  <a:lnTo>
                    <a:pt x="43598" y="98190"/>
                  </a:lnTo>
                  <a:lnTo>
                    <a:pt x="43199" y="98161"/>
                  </a:lnTo>
                  <a:lnTo>
                    <a:pt x="39317" y="98505"/>
                  </a:lnTo>
                  <a:lnTo>
                    <a:pt x="38427" y="98755"/>
                  </a:lnTo>
                  <a:lnTo>
                    <a:pt x="35608" y="99548"/>
                  </a:lnTo>
                  <a:lnTo>
                    <a:pt x="34480" y="99865"/>
                  </a:lnTo>
                  <a:lnTo>
                    <a:pt x="31799" y="95237"/>
                  </a:lnTo>
                  <a:lnTo>
                    <a:pt x="30924" y="95408"/>
                  </a:lnTo>
                  <a:lnTo>
                    <a:pt x="27655" y="95365"/>
                  </a:lnTo>
                  <a:lnTo>
                    <a:pt x="26715" y="94809"/>
                  </a:lnTo>
                  <a:lnTo>
                    <a:pt x="25305" y="98163"/>
                  </a:lnTo>
                  <a:lnTo>
                    <a:pt x="25778" y="100156"/>
                  </a:lnTo>
                  <a:lnTo>
                    <a:pt x="25551" y="101024"/>
                  </a:lnTo>
                  <a:lnTo>
                    <a:pt x="19474" y="102500"/>
                  </a:lnTo>
                  <a:lnTo>
                    <a:pt x="19559" y="103696"/>
                  </a:lnTo>
                  <a:lnTo>
                    <a:pt x="17936" y="104892"/>
                  </a:lnTo>
                  <a:lnTo>
                    <a:pt x="17990" y="105788"/>
                  </a:lnTo>
                  <a:lnTo>
                    <a:pt x="17314" y="106146"/>
                  </a:lnTo>
                  <a:lnTo>
                    <a:pt x="16076" y="106096"/>
                  </a:lnTo>
                  <a:lnTo>
                    <a:pt x="15650" y="105362"/>
                  </a:lnTo>
                  <a:lnTo>
                    <a:pt x="14368" y="105661"/>
                  </a:lnTo>
                  <a:lnTo>
                    <a:pt x="12489" y="104785"/>
                  </a:lnTo>
                  <a:lnTo>
                    <a:pt x="10118" y="105490"/>
                  </a:lnTo>
                  <a:lnTo>
                    <a:pt x="8900" y="105042"/>
                  </a:lnTo>
                  <a:lnTo>
                    <a:pt x="7657" y="105645"/>
                  </a:lnTo>
                  <a:lnTo>
                    <a:pt x="4502" y="104088"/>
                  </a:lnTo>
                  <a:lnTo>
                    <a:pt x="3837" y="103760"/>
                  </a:lnTo>
                  <a:lnTo>
                    <a:pt x="4334" y="102269"/>
                  </a:lnTo>
                  <a:lnTo>
                    <a:pt x="5066" y="100075"/>
                  </a:lnTo>
                  <a:lnTo>
                    <a:pt x="3290" y="96150"/>
                  </a:lnTo>
                  <a:lnTo>
                    <a:pt x="2703" y="94347"/>
                  </a:lnTo>
                  <a:lnTo>
                    <a:pt x="1779" y="91515"/>
                  </a:lnTo>
                  <a:lnTo>
                    <a:pt x="295" y="84637"/>
                  </a:lnTo>
                  <a:lnTo>
                    <a:pt x="208" y="80390"/>
                  </a:lnTo>
                  <a:lnTo>
                    <a:pt x="94" y="74781"/>
                  </a:lnTo>
                  <a:lnTo>
                    <a:pt x="38" y="72045"/>
                  </a:lnTo>
                  <a:lnTo>
                    <a:pt x="0" y="70162"/>
                  </a:lnTo>
                  <a:lnTo>
                    <a:pt x="5736" y="70203"/>
                  </a:lnTo>
                  <a:lnTo>
                    <a:pt x="8781" y="70225"/>
                  </a:lnTo>
                  <a:lnTo>
                    <a:pt x="8941" y="70229"/>
                  </a:lnTo>
                  <a:lnTo>
                    <a:pt x="12530" y="70311"/>
                  </a:lnTo>
                  <a:lnTo>
                    <a:pt x="12678" y="70310"/>
                  </a:lnTo>
                  <a:lnTo>
                    <a:pt x="14452" y="70305"/>
                  </a:lnTo>
                  <a:lnTo>
                    <a:pt x="15679" y="70301"/>
                  </a:lnTo>
                  <a:lnTo>
                    <a:pt x="16364" y="70299"/>
                  </a:lnTo>
                  <a:lnTo>
                    <a:pt x="19760" y="70289"/>
                  </a:lnTo>
                  <a:lnTo>
                    <a:pt x="19623" y="65256"/>
                  </a:lnTo>
                  <a:lnTo>
                    <a:pt x="23861" y="65434"/>
                  </a:lnTo>
                  <a:lnTo>
                    <a:pt x="23775" y="68614"/>
                  </a:lnTo>
                  <a:lnTo>
                    <a:pt x="23725" y="70458"/>
                  </a:lnTo>
                  <a:lnTo>
                    <a:pt x="23897" y="70417"/>
                  </a:lnTo>
                  <a:lnTo>
                    <a:pt x="28898" y="69245"/>
                  </a:lnTo>
                  <a:lnTo>
                    <a:pt x="29418" y="69123"/>
                  </a:lnTo>
                  <a:lnTo>
                    <a:pt x="30581" y="68850"/>
                  </a:lnTo>
                  <a:lnTo>
                    <a:pt x="33112" y="68598"/>
                  </a:lnTo>
                  <a:lnTo>
                    <a:pt x="33310" y="68578"/>
                  </a:lnTo>
                  <a:lnTo>
                    <a:pt x="34524" y="71235"/>
                  </a:lnTo>
                  <a:lnTo>
                    <a:pt x="35064" y="71123"/>
                  </a:lnTo>
                  <a:lnTo>
                    <a:pt x="38618" y="70385"/>
                  </a:lnTo>
                  <a:lnTo>
                    <a:pt x="43233" y="69427"/>
                  </a:lnTo>
                  <a:lnTo>
                    <a:pt x="49143" y="67937"/>
                  </a:lnTo>
                  <a:lnTo>
                    <a:pt x="53138" y="69811"/>
                  </a:lnTo>
                  <a:lnTo>
                    <a:pt x="55160" y="70147"/>
                  </a:lnTo>
                  <a:lnTo>
                    <a:pt x="56060" y="67575"/>
                  </a:lnTo>
                  <a:lnTo>
                    <a:pt x="56578" y="66089"/>
                  </a:lnTo>
                  <a:lnTo>
                    <a:pt x="56659" y="65797"/>
                  </a:lnTo>
                  <a:lnTo>
                    <a:pt x="56780" y="65361"/>
                  </a:lnTo>
                  <a:lnTo>
                    <a:pt x="56918" y="64863"/>
                  </a:lnTo>
                  <a:lnTo>
                    <a:pt x="57052" y="64378"/>
                  </a:lnTo>
                  <a:lnTo>
                    <a:pt x="57173" y="63942"/>
                  </a:lnTo>
                  <a:lnTo>
                    <a:pt x="57325" y="63391"/>
                  </a:lnTo>
                  <a:lnTo>
                    <a:pt x="57477" y="62842"/>
                  </a:lnTo>
                  <a:lnTo>
                    <a:pt x="57611" y="62357"/>
                  </a:lnTo>
                  <a:lnTo>
                    <a:pt x="57782" y="61740"/>
                  </a:lnTo>
                  <a:lnTo>
                    <a:pt x="57897" y="61323"/>
                  </a:lnTo>
                  <a:lnTo>
                    <a:pt x="57974" y="61045"/>
                  </a:lnTo>
                  <a:lnTo>
                    <a:pt x="59067" y="60931"/>
                  </a:lnTo>
                  <a:lnTo>
                    <a:pt x="61777" y="60651"/>
                  </a:lnTo>
                  <a:lnTo>
                    <a:pt x="61782" y="58992"/>
                  </a:lnTo>
                  <a:lnTo>
                    <a:pt x="61789" y="57057"/>
                  </a:lnTo>
                  <a:lnTo>
                    <a:pt x="61793" y="55545"/>
                  </a:lnTo>
                  <a:lnTo>
                    <a:pt x="63788" y="55571"/>
                  </a:lnTo>
                  <a:lnTo>
                    <a:pt x="65126" y="55588"/>
                  </a:lnTo>
                  <a:lnTo>
                    <a:pt x="68127" y="57035"/>
                  </a:lnTo>
                  <a:lnTo>
                    <a:pt x="70476" y="57248"/>
                  </a:lnTo>
                  <a:lnTo>
                    <a:pt x="74259" y="57145"/>
                  </a:lnTo>
                  <a:lnTo>
                    <a:pt x="71645" y="53312"/>
                  </a:lnTo>
                  <a:lnTo>
                    <a:pt x="71032" y="50702"/>
                  </a:lnTo>
                  <a:lnTo>
                    <a:pt x="71758" y="46302"/>
                  </a:lnTo>
                  <a:lnTo>
                    <a:pt x="70341" y="36141"/>
                  </a:lnTo>
                  <a:lnTo>
                    <a:pt x="66609" y="32901"/>
                  </a:lnTo>
                  <a:lnTo>
                    <a:pt x="64687" y="29569"/>
                  </a:lnTo>
                  <a:lnTo>
                    <a:pt x="62978" y="27048"/>
                  </a:lnTo>
                  <a:lnTo>
                    <a:pt x="58997" y="25512"/>
                  </a:lnTo>
                  <a:lnTo>
                    <a:pt x="55117" y="24015"/>
                  </a:lnTo>
                  <a:lnTo>
                    <a:pt x="53451" y="22306"/>
                  </a:lnTo>
                  <a:lnTo>
                    <a:pt x="53921" y="20640"/>
                  </a:lnTo>
                  <a:lnTo>
                    <a:pt x="55373" y="18931"/>
                  </a:lnTo>
                  <a:lnTo>
                    <a:pt x="56484" y="17350"/>
                  </a:lnTo>
                  <a:lnTo>
                    <a:pt x="57082" y="15898"/>
                  </a:lnTo>
                  <a:lnTo>
                    <a:pt x="57253" y="14616"/>
                  </a:lnTo>
                  <a:lnTo>
                    <a:pt x="57339" y="13292"/>
                  </a:lnTo>
                  <a:lnTo>
                    <a:pt x="57424" y="12010"/>
                  </a:lnTo>
                  <a:lnTo>
                    <a:pt x="57467" y="10985"/>
                  </a:lnTo>
                  <a:lnTo>
                    <a:pt x="57424" y="9534"/>
                  </a:lnTo>
                  <a:lnTo>
                    <a:pt x="58873" y="9548"/>
                  </a:lnTo>
                  <a:lnTo>
                    <a:pt x="67275" y="2302"/>
                  </a:lnTo>
                  <a:lnTo>
                    <a:pt x="70236" y="0"/>
                  </a:lnTo>
                  <a:lnTo>
                    <a:pt x="74108" y="1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860114" y="2759516"/>
              <a:ext cx="101716" cy="66251"/>
            </a:xfrm>
            <a:custGeom>
              <a:avLst/>
              <a:pathLst>
                <a:path w="101716" h="66251">
                  <a:moveTo>
                    <a:pt x="24833" y="0"/>
                  </a:moveTo>
                  <a:lnTo>
                    <a:pt x="28244" y="1922"/>
                  </a:lnTo>
                  <a:lnTo>
                    <a:pt x="28740" y="1888"/>
                  </a:lnTo>
                  <a:lnTo>
                    <a:pt x="31662" y="3905"/>
                  </a:lnTo>
                  <a:lnTo>
                    <a:pt x="31711" y="4075"/>
                  </a:lnTo>
                  <a:lnTo>
                    <a:pt x="34820" y="6198"/>
                  </a:lnTo>
                  <a:lnTo>
                    <a:pt x="38173" y="8360"/>
                  </a:lnTo>
                  <a:lnTo>
                    <a:pt x="41661" y="10379"/>
                  </a:lnTo>
                  <a:lnTo>
                    <a:pt x="44797" y="12515"/>
                  </a:lnTo>
                  <a:lnTo>
                    <a:pt x="48073" y="14696"/>
                  </a:lnTo>
                  <a:lnTo>
                    <a:pt x="51573" y="17026"/>
                  </a:lnTo>
                  <a:lnTo>
                    <a:pt x="51752" y="17659"/>
                  </a:lnTo>
                  <a:lnTo>
                    <a:pt x="53568" y="18439"/>
                  </a:lnTo>
                  <a:lnTo>
                    <a:pt x="52448" y="20168"/>
                  </a:lnTo>
                  <a:lnTo>
                    <a:pt x="55750" y="22241"/>
                  </a:lnTo>
                  <a:lnTo>
                    <a:pt x="62925" y="26805"/>
                  </a:lnTo>
                  <a:lnTo>
                    <a:pt x="65139" y="28171"/>
                  </a:lnTo>
                  <a:lnTo>
                    <a:pt x="67206" y="29274"/>
                  </a:lnTo>
                  <a:lnTo>
                    <a:pt x="67971" y="29571"/>
                  </a:lnTo>
                  <a:lnTo>
                    <a:pt x="68881" y="29923"/>
                  </a:lnTo>
                  <a:lnTo>
                    <a:pt x="70333" y="30411"/>
                  </a:lnTo>
                  <a:lnTo>
                    <a:pt x="74597" y="30598"/>
                  </a:lnTo>
                  <a:lnTo>
                    <a:pt x="78461" y="30154"/>
                  </a:lnTo>
                  <a:lnTo>
                    <a:pt x="79099" y="32018"/>
                  </a:lnTo>
                  <a:lnTo>
                    <a:pt x="84194" y="29858"/>
                  </a:lnTo>
                  <a:lnTo>
                    <a:pt x="90352" y="31262"/>
                  </a:lnTo>
                  <a:lnTo>
                    <a:pt x="96635" y="37459"/>
                  </a:lnTo>
                  <a:lnTo>
                    <a:pt x="101202" y="41964"/>
                  </a:lnTo>
                  <a:lnTo>
                    <a:pt x="101716" y="42471"/>
                  </a:lnTo>
                  <a:lnTo>
                    <a:pt x="101269" y="42830"/>
                  </a:lnTo>
                  <a:lnTo>
                    <a:pt x="99529" y="44229"/>
                  </a:lnTo>
                  <a:lnTo>
                    <a:pt x="98868" y="44809"/>
                  </a:lnTo>
                  <a:lnTo>
                    <a:pt x="97710" y="45824"/>
                  </a:lnTo>
                  <a:lnTo>
                    <a:pt x="97264" y="46253"/>
                  </a:lnTo>
                  <a:lnTo>
                    <a:pt x="93491" y="49887"/>
                  </a:lnTo>
                  <a:lnTo>
                    <a:pt x="94009" y="50400"/>
                  </a:lnTo>
                  <a:lnTo>
                    <a:pt x="95631" y="52006"/>
                  </a:lnTo>
                  <a:lnTo>
                    <a:pt x="96203" y="56331"/>
                  </a:lnTo>
                  <a:lnTo>
                    <a:pt x="95945" y="56947"/>
                  </a:lnTo>
                  <a:lnTo>
                    <a:pt x="92967" y="56080"/>
                  </a:lnTo>
                  <a:lnTo>
                    <a:pt x="92522" y="55951"/>
                  </a:lnTo>
                  <a:lnTo>
                    <a:pt x="91877" y="55829"/>
                  </a:lnTo>
                  <a:lnTo>
                    <a:pt x="91634" y="55783"/>
                  </a:lnTo>
                  <a:lnTo>
                    <a:pt x="91121" y="55687"/>
                  </a:lnTo>
                  <a:lnTo>
                    <a:pt x="90466" y="55563"/>
                  </a:lnTo>
                  <a:lnTo>
                    <a:pt x="88143" y="55230"/>
                  </a:lnTo>
                  <a:lnTo>
                    <a:pt x="87747" y="55241"/>
                  </a:lnTo>
                  <a:lnTo>
                    <a:pt x="86714" y="55270"/>
                  </a:lnTo>
                  <a:lnTo>
                    <a:pt x="86392" y="55230"/>
                  </a:lnTo>
                  <a:lnTo>
                    <a:pt x="86190" y="55205"/>
                  </a:lnTo>
                  <a:lnTo>
                    <a:pt x="85392" y="55106"/>
                  </a:lnTo>
                  <a:lnTo>
                    <a:pt x="85190" y="55081"/>
                  </a:lnTo>
                  <a:lnTo>
                    <a:pt x="84886" y="55063"/>
                  </a:lnTo>
                  <a:lnTo>
                    <a:pt x="83492" y="54980"/>
                  </a:lnTo>
                  <a:lnTo>
                    <a:pt x="83013" y="55805"/>
                  </a:lnTo>
                  <a:lnTo>
                    <a:pt x="82642" y="56445"/>
                  </a:lnTo>
                  <a:lnTo>
                    <a:pt x="82375" y="56818"/>
                  </a:lnTo>
                  <a:lnTo>
                    <a:pt x="81979" y="56936"/>
                  </a:lnTo>
                  <a:lnTo>
                    <a:pt x="81521" y="57072"/>
                  </a:lnTo>
                  <a:lnTo>
                    <a:pt x="80893" y="56938"/>
                  </a:lnTo>
                  <a:lnTo>
                    <a:pt x="80306" y="56778"/>
                  </a:lnTo>
                  <a:lnTo>
                    <a:pt x="79900" y="56576"/>
                  </a:lnTo>
                  <a:lnTo>
                    <a:pt x="76768" y="55016"/>
                  </a:lnTo>
                  <a:lnTo>
                    <a:pt x="72854" y="54328"/>
                  </a:lnTo>
                  <a:lnTo>
                    <a:pt x="72616" y="54290"/>
                  </a:lnTo>
                  <a:lnTo>
                    <a:pt x="72517" y="54893"/>
                  </a:lnTo>
                  <a:lnTo>
                    <a:pt x="71928" y="58481"/>
                  </a:lnTo>
                  <a:lnTo>
                    <a:pt x="70684" y="58345"/>
                  </a:lnTo>
                  <a:lnTo>
                    <a:pt x="70592" y="58551"/>
                  </a:lnTo>
                  <a:lnTo>
                    <a:pt x="70209" y="59413"/>
                  </a:lnTo>
                  <a:lnTo>
                    <a:pt x="69916" y="60073"/>
                  </a:lnTo>
                  <a:lnTo>
                    <a:pt x="69709" y="60514"/>
                  </a:lnTo>
                  <a:lnTo>
                    <a:pt x="69562" y="60710"/>
                  </a:lnTo>
                  <a:lnTo>
                    <a:pt x="69120" y="61301"/>
                  </a:lnTo>
                  <a:lnTo>
                    <a:pt x="68976" y="61397"/>
                  </a:lnTo>
                  <a:lnTo>
                    <a:pt x="68731" y="61495"/>
                  </a:lnTo>
                  <a:lnTo>
                    <a:pt x="68543" y="61606"/>
                  </a:lnTo>
                  <a:lnTo>
                    <a:pt x="68303" y="61963"/>
                  </a:lnTo>
                  <a:lnTo>
                    <a:pt x="67590" y="63023"/>
                  </a:lnTo>
                  <a:lnTo>
                    <a:pt x="66532" y="64597"/>
                  </a:lnTo>
                  <a:lnTo>
                    <a:pt x="65420" y="66251"/>
                  </a:lnTo>
                  <a:lnTo>
                    <a:pt x="64975" y="65966"/>
                  </a:lnTo>
                  <a:lnTo>
                    <a:pt x="63882" y="65265"/>
                  </a:lnTo>
                  <a:lnTo>
                    <a:pt x="62634" y="64465"/>
                  </a:lnTo>
                  <a:lnTo>
                    <a:pt x="61922" y="64009"/>
                  </a:lnTo>
                  <a:lnTo>
                    <a:pt x="61749" y="63897"/>
                  </a:lnTo>
                  <a:lnTo>
                    <a:pt x="58665" y="61920"/>
                  </a:lnTo>
                  <a:lnTo>
                    <a:pt x="55354" y="59798"/>
                  </a:lnTo>
                  <a:lnTo>
                    <a:pt x="54188" y="59050"/>
                  </a:lnTo>
                  <a:lnTo>
                    <a:pt x="52606" y="57803"/>
                  </a:lnTo>
                  <a:lnTo>
                    <a:pt x="52492" y="57675"/>
                  </a:lnTo>
                  <a:lnTo>
                    <a:pt x="52422" y="57544"/>
                  </a:lnTo>
                  <a:lnTo>
                    <a:pt x="52236" y="57198"/>
                  </a:lnTo>
                  <a:lnTo>
                    <a:pt x="52118" y="56977"/>
                  </a:lnTo>
                  <a:lnTo>
                    <a:pt x="51905" y="56580"/>
                  </a:lnTo>
                  <a:lnTo>
                    <a:pt x="49723" y="54933"/>
                  </a:lnTo>
                  <a:lnTo>
                    <a:pt x="49074" y="54444"/>
                  </a:lnTo>
                  <a:lnTo>
                    <a:pt x="48940" y="54354"/>
                  </a:lnTo>
                  <a:lnTo>
                    <a:pt x="44239" y="51206"/>
                  </a:lnTo>
                  <a:lnTo>
                    <a:pt x="43692" y="50840"/>
                  </a:lnTo>
                  <a:lnTo>
                    <a:pt x="43952" y="50461"/>
                  </a:lnTo>
                  <a:lnTo>
                    <a:pt x="44185" y="50091"/>
                  </a:lnTo>
                  <a:lnTo>
                    <a:pt x="40888" y="47872"/>
                  </a:lnTo>
                  <a:lnTo>
                    <a:pt x="40014" y="47284"/>
                  </a:lnTo>
                  <a:lnTo>
                    <a:pt x="37410" y="45531"/>
                  </a:lnTo>
                  <a:lnTo>
                    <a:pt x="37757" y="45028"/>
                  </a:lnTo>
                  <a:lnTo>
                    <a:pt x="39026" y="43349"/>
                  </a:lnTo>
                  <a:lnTo>
                    <a:pt x="38879" y="43258"/>
                  </a:lnTo>
                  <a:lnTo>
                    <a:pt x="36416" y="41743"/>
                  </a:lnTo>
                  <a:lnTo>
                    <a:pt x="35419" y="41129"/>
                  </a:lnTo>
                  <a:lnTo>
                    <a:pt x="35085" y="40923"/>
                  </a:lnTo>
                  <a:lnTo>
                    <a:pt x="35309" y="40620"/>
                  </a:lnTo>
                  <a:lnTo>
                    <a:pt x="35003" y="40404"/>
                  </a:lnTo>
                  <a:lnTo>
                    <a:pt x="31819" y="38162"/>
                  </a:lnTo>
                  <a:lnTo>
                    <a:pt x="32010" y="37901"/>
                  </a:lnTo>
                  <a:lnTo>
                    <a:pt x="28726" y="35647"/>
                  </a:lnTo>
                  <a:lnTo>
                    <a:pt x="28981" y="35264"/>
                  </a:lnTo>
                  <a:lnTo>
                    <a:pt x="26093" y="33333"/>
                  </a:lnTo>
                  <a:lnTo>
                    <a:pt x="25805" y="33141"/>
                  </a:lnTo>
                  <a:lnTo>
                    <a:pt x="25669" y="33050"/>
                  </a:lnTo>
                  <a:lnTo>
                    <a:pt x="25460" y="32910"/>
                  </a:lnTo>
                  <a:lnTo>
                    <a:pt x="25291" y="32799"/>
                  </a:lnTo>
                  <a:lnTo>
                    <a:pt x="22466" y="30861"/>
                  </a:lnTo>
                  <a:lnTo>
                    <a:pt x="21264" y="30036"/>
                  </a:lnTo>
                  <a:lnTo>
                    <a:pt x="19807" y="29036"/>
                  </a:lnTo>
                  <a:lnTo>
                    <a:pt x="19263" y="28664"/>
                  </a:lnTo>
                  <a:lnTo>
                    <a:pt x="16161" y="26540"/>
                  </a:lnTo>
                  <a:lnTo>
                    <a:pt x="13132" y="24466"/>
                  </a:lnTo>
                  <a:lnTo>
                    <a:pt x="12722" y="24198"/>
                  </a:lnTo>
                  <a:lnTo>
                    <a:pt x="9577" y="22142"/>
                  </a:lnTo>
                  <a:lnTo>
                    <a:pt x="6270" y="19981"/>
                  </a:lnTo>
                  <a:lnTo>
                    <a:pt x="3157" y="17957"/>
                  </a:lnTo>
                  <a:lnTo>
                    <a:pt x="559" y="16268"/>
                  </a:lnTo>
                  <a:lnTo>
                    <a:pt x="0" y="15792"/>
                  </a:lnTo>
                  <a:lnTo>
                    <a:pt x="100" y="15642"/>
                  </a:lnTo>
                  <a:lnTo>
                    <a:pt x="4101" y="9639"/>
                  </a:lnTo>
                  <a:lnTo>
                    <a:pt x="6998" y="5293"/>
                  </a:lnTo>
                  <a:lnTo>
                    <a:pt x="9266" y="1879"/>
                  </a:lnTo>
                  <a:lnTo>
                    <a:pt x="12604" y="4151"/>
                  </a:lnTo>
                  <a:lnTo>
                    <a:pt x="15903" y="6419"/>
                  </a:lnTo>
                  <a:lnTo>
                    <a:pt x="18973" y="85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800431" y="2709358"/>
              <a:ext cx="71012" cy="99965"/>
            </a:xfrm>
            <a:custGeom>
              <a:avLst/>
              <a:pathLst>
                <a:path w="71012" h="99965">
                  <a:moveTo>
                    <a:pt x="46611" y="30161"/>
                  </a:moveTo>
                  <a:lnTo>
                    <a:pt x="48147" y="31196"/>
                  </a:lnTo>
                  <a:lnTo>
                    <a:pt x="49660" y="30334"/>
                  </a:lnTo>
                  <a:lnTo>
                    <a:pt x="49875" y="30211"/>
                  </a:lnTo>
                  <a:lnTo>
                    <a:pt x="51099" y="28268"/>
                  </a:lnTo>
                  <a:lnTo>
                    <a:pt x="51348" y="28459"/>
                  </a:lnTo>
                  <a:lnTo>
                    <a:pt x="53156" y="29847"/>
                  </a:lnTo>
                  <a:lnTo>
                    <a:pt x="58539" y="33411"/>
                  </a:lnTo>
                  <a:lnTo>
                    <a:pt x="60174" y="34469"/>
                  </a:lnTo>
                  <a:lnTo>
                    <a:pt x="62652" y="36076"/>
                  </a:lnTo>
                  <a:lnTo>
                    <a:pt x="69446" y="40771"/>
                  </a:lnTo>
                  <a:lnTo>
                    <a:pt x="71012" y="41724"/>
                  </a:lnTo>
                  <a:lnTo>
                    <a:pt x="69695" y="43447"/>
                  </a:lnTo>
                  <a:lnTo>
                    <a:pt x="68577" y="44910"/>
                  </a:lnTo>
                  <a:lnTo>
                    <a:pt x="65323" y="49635"/>
                  </a:lnTo>
                  <a:lnTo>
                    <a:pt x="68948" y="52037"/>
                  </a:lnTo>
                  <a:lnTo>
                    <a:pt x="66680" y="55450"/>
                  </a:lnTo>
                  <a:lnTo>
                    <a:pt x="63749" y="59848"/>
                  </a:lnTo>
                  <a:lnTo>
                    <a:pt x="59782" y="65800"/>
                  </a:lnTo>
                  <a:lnTo>
                    <a:pt x="59645" y="66006"/>
                  </a:lnTo>
                  <a:lnTo>
                    <a:pt x="59493" y="65910"/>
                  </a:lnTo>
                  <a:lnTo>
                    <a:pt x="59229" y="65745"/>
                  </a:lnTo>
                  <a:lnTo>
                    <a:pt x="55624" y="63477"/>
                  </a:lnTo>
                  <a:lnTo>
                    <a:pt x="55339" y="63298"/>
                  </a:lnTo>
                  <a:lnTo>
                    <a:pt x="55245" y="63441"/>
                  </a:lnTo>
                  <a:lnTo>
                    <a:pt x="55143" y="63588"/>
                  </a:lnTo>
                  <a:lnTo>
                    <a:pt x="54163" y="64998"/>
                  </a:lnTo>
                  <a:lnTo>
                    <a:pt x="51085" y="69429"/>
                  </a:lnTo>
                  <a:lnTo>
                    <a:pt x="48149" y="73655"/>
                  </a:lnTo>
                  <a:lnTo>
                    <a:pt x="44732" y="78573"/>
                  </a:lnTo>
                  <a:lnTo>
                    <a:pt x="44450" y="78979"/>
                  </a:lnTo>
                  <a:lnTo>
                    <a:pt x="44237" y="79285"/>
                  </a:lnTo>
                  <a:lnTo>
                    <a:pt x="44032" y="79580"/>
                  </a:lnTo>
                  <a:lnTo>
                    <a:pt x="38666" y="87304"/>
                  </a:lnTo>
                  <a:lnTo>
                    <a:pt x="38361" y="87742"/>
                  </a:lnTo>
                  <a:lnTo>
                    <a:pt x="38158" y="87858"/>
                  </a:lnTo>
                  <a:lnTo>
                    <a:pt x="37631" y="88161"/>
                  </a:lnTo>
                  <a:lnTo>
                    <a:pt x="36079" y="89052"/>
                  </a:lnTo>
                  <a:lnTo>
                    <a:pt x="35749" y="89538"/>
                  </a:lnTo>
                  <a:lnTo>
                    <a:pt x="35586" y="89779"/>
                  </a:lnTo>
                  <a:lnTo>
                    <a:pt x="28976" y="99522"/>
                  </a:lnTo>
                  <a:lnTo>
                    <a:pt x="28789" y="99797"/>
                  </a:lnTo>
                  <a:lnTo>
                    <a:pt x="28675" y="99965"/>
                  </a:lnTo>
                  <a:lnTo>
                    <a:pt x="28372" y="99762"/>
                  </a:lnTo>
                  <a:lnTo>
                    <a:pt x="25538" y="97855"/>
                  </a:lnTo>
                  <a:lnTo>
                    <a:pt x="25165" y="97604"/>
                  </a:lnTo>
                  <a:lnTo>
                    <a:pt x="23449" y="96449"/>
                  </a:lnTo>
                  <a:lnTo>
                    <a:pt x="23208" y="96287"/>
                  </a:lnTo>
                  <a:lnTo>
                    <a:pt x="21932" y="95428"/>
                  </a:lnTo>
                  <a:lnTo>
                    <a:pt x="21150" y="94902"/>
                  </a:lnTo>
                  <a:lnTo>
                    <a:pt x="18816" y="93332"/>
                  </a:lnTo>
                  <a:lnTo>
                    <a:pt x="16847" y="92007"/>
                  </a:lnTo>
                  <a:lnTo>
                    <a:pt x="15362" y="91008"/>
                  </a:lnTo>
                  <a:lnTo>
                    <a:pt x="10698" y="87870"/>
                  </a:lnTo>
                  <a:lnTo>
                    <a:pt x="8284" y="86247"/>
                  </a:lnTo>
                  <a:lnTo>
                    <a:pt x="8619" y="85775"/>
                  </a:lnTo>
                  <a:lnTo>
                    <a:pt x="16037" y="75334"/>
                  </a:lnTo>
                  <a:lnTo>
                    <a:pt x="16351" y="74893"/>
                  </a:lnTo>
                  <a:lnTo>
                    <a:pt x="22963" y="65408"/>
                  </a:lnTo>
                  <a:lnTo>
                    <a:pt x="24018" y="62861"/>
                  </a:lnTo>
                  <a:lnTo>
                    <a:pt x="24048" y="61432"/>
                  </a:lnTo>
                  <a:lnTo>
                    <a:pt x="24069" y="59723"/>
                  </a:lnTo>
                  <a:lnTo>
                    <a:pt x="23898" y="58847"/>
                  </a:lnTo>
                  <a:lnTo>
                    <a:pt x="23471" y="57330"/>
                  </a:lnTo>
                  <a:lnTo>
                    <a:pt x="22729" y="55836"/>
                  </a:lnTo>
                  <a:lnTo>
                    <a:pt x="16700" y="43705"/>
                  </a:lnTo>
                  <a:lnTo>
                    <a:pt x="9809" y="29651"/>
                  </a:lnTo>
                  <a:lnTo>
                    <a:pt x="5313" y="20480"/>
                  </a:lnTo>
                  <a:lnTo>
                    <a:pt x="5183" y="20204"/>
                  </a:lnTo>
                  <a:lnTo>
                    <a:pt x="5067" y="19958"/>
                  </a:lnTo>
                  <a:lnTo>
                    <a:pt x="4507" y="18768"/>
                  </a:lnTo>
                  <a:lnTo>
                    <a:pt x="1959" y="13355"/>
                  </a:lnTo>
                  <a:lnTo>
                    <a:pt x="1417" y="12204"/>
                  </a:lnTo>
                  <a:lnTo>
                    <a:pt x="307" y="9845"/>
                  </a:lnTo>
                  <a:lnTo>
                    <a:pt x="0" y="7589"/>
                  </a:lnTo>
                  <a:lnTo>
                    <a:pt x="65" y="5631"/>
                  </a:lnTo>
                  <a:lnTo>
                    <a:pt x="97" y="4667"/>
                  </a:lnTo>
                  <a:lnTo>
                    <a:pt x="170" y="2480"/>
                  </a:lnTo>
                  <a:lnTo>
                    <a:pt x="1922" y="0"/>
                  </a:lnTo>
                  <a:lnTo>
                    <a:pt x="2556" y="450"/>
                  </a:lnTo>
                  <a:lnTo>
                    <a:pt x="3247" y="940"/>
                  </a:lnTo>
                  <a:lnTo>
                    <a:pt x="3970" y="1453"/>
                  </a:lnTo>
                  <a:lnTo>
                    <a:pt x="9141" y="5121"/>
                  </a:lnTo>
                  <a:lnTo>
                    <a:pt x="13276" y="7924"/>
                  </a:lnTo>
                  <a:lnTo>
                    <a:pt x="18134" y="11077"/>
                  </a:lnTo>
                  <a:lnTo>
                    <a:pt x="19536" y="11938"/>
                  </a:lnTo>
                  <a:lnTo>
                    <a:pt x="28412" y="18070"/>
                  </a:lnTo>
                  <a:lnTo>
                    <a:pt x="33010" y="21071"/>
                  </a:lnTo>
                  <a:lnTo>
                    <a:pt x="36439" y="23395"/>
                  </a:lnTo>
                  <a:lnTo>
                    <a:pt x="37092" y="23838"/>
                  </a:lnTo>
                  <a:lnTo>
                    <a:pt x="39128" y="25119"/>
                  </a:lnTo>
                  <a:lnTo>
                    <a:pt x="39518" y="25382"/>
                  </a:lnTo>
                  <a:lnTo>
                    <a:pt x="39845" y="25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720528" y="2705792"/>
              <a:ext cx="103973" cy="89813"/>
            </a:xfrm>
            <a:custGeom>
              <a:avLst/>
              <a:pathLst>
                <a:path w="103973" h="89813">
                  <a:moveTo>
                    <a:pt x="51782" y="761"/>
                  </a:moveTo>
                  <a:lnTo>
                    <a:pt x="56654" y="4906"/>
                  </a:lnTo>
                  <a:lnTo>
                    <a:pt x="58468" y="2971"/>
                  </a:lnTo>
                  <a:lnTo>
                    <a:pt x="58757" y="3205"/>
                  </a:lnTo>
                  <a:lnTo>
                    <a:pt x="61352" y="5316"/>
                  </a:lnTo>
                  <a:lnTo>
                    <a:pt x="65690" y="8783"/>
                  </a:lnTo>
                  <a:lnTo>
                    <a:pt x="66346" y="8070"/>
                  </a:lnTo>
                  <a:lnTo>
                    <a:pt x="68288" y="5960"/>
                  </a:lnTo>
                  <a:lnTo>
                    <a:pt x="68678" y="6284"/>
                  </a:lnTo>
                  <a:lnTo>
                    <a:pt x="68907" y="6474"/>
                  </a:lnTo>
                  <a:lnTo>
                    <a:pt x="71566" y="8497"/>
                  </a:lnTo>
                  <a:lnTo>
                    <a:pt x="72141" y="9011"/>
                  </a:lnTo>
                  <a:lnTo>
                    <a:pt x="72086" y="9363"/>
                  </a:lnTo>
                  <a:lnTo>
                    <a:pt x="71961" y="10159"/>
                  </a:lnTo>
                  <a:lnTo>
                    <a:pt x="71927" y="10378"/>
                  </a:lnTo>
                  <a:lnTo>
                    <a:pt x="72282" y="10338"/>
                  </a:lnTo>
                  <a:lnTo>
                    <a:pt x="73444" y="10207"/>
                  </a:lnTo>
                  <a:lnTo>
                    <a:pt x="74035" y="10050"/>
                  </a:lnTo>
                  <a:lnTo>
                    <a:pt x="75452" y="9673"/>
                  </a:lnTo>
                  <a:lnTo>
                    <a:pt x="78881" y="8483"/>
                  </a:lnTo>
                  <a:lnTo>
                    <a:pt x="79711" y="6789"/>
                  </a:lnTo>
                  <a:lnTo>
                    <a:pt x="80074" y="6046"/>
                  </a:lnTo>
                  <a:lnTo>
                    <a:pt x="80001" y="8234"/>
                  </a:lnTo>
                  <a:lnTo>
                    <a:pt x="79969" y="9198"/>
                  </a:lnTo>
                  <a:lnTo>
                    <a:pt x="79903" y="11156"/>
                  </a:lnTo>
                  <a:lnTo>
                    <a:pt x="80211" y="13412"/>
                  </a:lnTo>
                  <a:lnTo>
                    <a:pt x="81321" y="15770"/>
                  </a:lnTo>
                  <a:lnTo>
                    <a:pt x="81863" y="16922"/>
                  </a:lnTo>
                  <a:lnTo>
                    <a:pt x="84411" y="22334"/>
                  </a:lnTo>
                  <a:lnTo>
                    <a:pt x="84971" y="23524"/>
                  </a:lnTo>
                  <a:lnTo>
                    <a:pt x="85087" y="23770"/>
                  </a:lnTo>
                  <a:lnTo>
                    <a:pt x="85216" y="24046"/>
                  </a:lnTo>
                  <a:lnTo>
                    <a:pt x="89713" y="33218"/>
                  </a:lnTo>
                  <a:lnTo>
                    <a:pt x="96604" y="47271"/>
                  </a:lnTo>
                  <a:lnTo>
                    <a:pt x="102632" y="59403"/>
                  </a:lnTo>
                  <a:lnTo>
                    <a:pt x="103375" y="60897"/>
                  </a:lnTo>
                  <a:lnTo>
                    <a:pt x="103802" y="62413"/>
                  </a:lnTo>
                  <a:lnTo>
                    <a:pt x="103973" y="63289"/>
                  </a:lnTo>
                  <a:lnTo>
                    <a:pt x="103951" y="64998"/>
                  </a:lnTo>
                  <a:lnTo>
                    <a:pt x="103922" y="66427"/>
                  </a:lnTo>
                  <a:lnTo>
                    <a:pt x="102867" y="68975"/>
                  </a:lnTo>
                  <a:lnTo>
                    <a:pt x="96254" y="78459"/>
                  </a:lnTo>
                  <a:lnTo>
                    <a:pt x="95941" y="78901"/>
                  </a:lnTo>
                  <a:lnTo>
                    <a:pt x="88523" y="89341"/>
                  </a:lnTo>
                  <a:lnTo>
                    <a:pt x="88187" y="89813"/>
                  </a:lnTo>
                  <a:lnTo>
                    <a:pt x="86709" y="88959"/>
                  </a:lnTo>
                  <a:lnTo>
                    <a:pt x="84468" y="87663"/>
                  </a:lnTo>
                  <a:lnTo>
                    <a:pt x="80743" y="85511"/>
                  </a:lnTo>
                  <a:lnTo>
                    <a:pt x="77387" y="83289"/>
                  </a:lnTo>
                  <a:lnTo>
                    <a:pt x="74071" y="81093"/>
                  </a:lnTo>
                  <a:lnTo>
                    <a:pt x="70944" y="79023"/>
                  </a:lnTo>
                  <a:lnTo>
                    <a:pt x="69745" y="78229"/>
                  </a:lnTo>
                  <a:lnTo>
                    <a:pt x="67573" y="76791"/>
                  </a:lnTo>
                  <a:lnTo>
                    <a:pt x="64742" y="74917"/>
                  </a:lnTo>
                  <a:lnTo>
                    <a:pt x="62047" y="73132"/>
                  </a:lnTo>
                  <a:lnTo>
                    <a:pt x="61169" y="72551"/>
                  </a:lnTo>
                  <a:lnTo>
                    <a:pt x="57623" y="70203"/>
                  </a:lnTo>
                  <a:lnTo>
                    <a:pt x="56750" y="69699"/>
                  </a:lnTo>
                  <a:lnTo>
                    <a:pt x="56292" y="70453"/>
                  </a:lnTo>
                  <a:lnTo>
                    <a:pt x="52722" y="68505"/>
                  </a:lnTo>
                  <a:lnTo>
                    <a:pt x="49471" y="66731"/>
                  </a:lnTo>
                  <a:lnTo>
                    <a:pt x="46023" y="64849"/>
                  </a:lnTo>
                  <a:lnTo>
                    <a:pt x="42841" y="63112"/>
                  </a:lnTo>
                  <a:lnTo>
                    <a:pt x="39339" y="61201"/>
                  </a:lnTo>
                  <a:lnTo>
                    <a:pt x="35723" y="59228"/>
                  </a:lnTo>
                  <a:lnTo>
                    <a:pt x="32245" y="57330"/>
                  </a:lnTo>
                  <a:lnTo>
                    <a:pt x="31949" y="57168"/>
                  </a:lnTo>
                  <a:lnTo>
                    <a:pt x="30539" y="55989"/>
                  </a:lnTo>
                  <a:lnTo>
                    <a:pt x="30480" y="55833"/>
                  </a:lnTo>
                  <a:lnTo>
                    <a:pt x="30401" y="55624"/>
                  </a:lnTo>
                  <a:lnTo>
                    <a:pt x="30244" y="55212"/>
                  </a:lnTo>
                  <a:lnTo>
                    <a:pt x="30009" y="54596"/>
                  </a:lnTo>
                  <a:lnTo>
                    <a:pt x="30240" y="54556"/>
                  </a:lnTo>
                  <a:lnTo>
                    <a:pt x="31080" y="54411"/>
                  </a:lnTo>
                  <a:lnTo>
                    <a:pt x="31687" y="54263"/>
                  </a:lnTo>
                  <a:lnTo>
                    <a:pt x="32494" y="53812"/>
                  </a:lnTo>
                  <a:lnTo>
                    <a:pt x="33513" y="53199"/>
                  </a:lnTo>
                  <a:lnTo>
                    <a:pt x="34649" y="52429"/>
                  </a:lnTo>
                  <a:lnTo>
                    <a:pt x="35664" y="51639"/>
                  </a:lnTo>
                  <a:lnTo>
                    <a:pt x="36206" y="51175"/>
                  </a:lnTo>
                  <a:lnTo>
                    <a:pt x="35982" y="50988"/>
                  </a:lnTo>
                  <a:lnTo>
                    <a:pt x="34943" y="50122"/>
                  </a:lnTo>
                  <a:lnTo>
                    <a:pt x="32342" y="47953"/>
                  </a:lnTo>
                  <a:lnTo>
                    <a:pt x="32115" y="47764"/>
                  </a:lnTo>
                  <a:lnTo>
                    <a:pt x="30961" y="46801"/>
                  </a:lnTo>
                  <a:lnTo>
                    <a:pt x="28878" y="45064"/>
                  </a:lnTo>
                  <a:lnTo>
                    <a:pt x="28597" y="44830"/>
                  </a:lnTo>
                  <a:lnTo>
                    <a:pt x="28020" y="44349"/>
                  </a:lnTo>
                  <a:lnTo>
                    <a:pt x="27028" y="43522"/>
                  </a:lnTo>
                  <a:lnTo>
                    <a:pt x="26813" y="43343"/>
                  </a:lnTo>
                  <a:lnTo>
                    <a:pt x="25227" y="42020"/>
                  </a:lnTo>
                  <a:lnTo>
                    <a:pt x="23912" y="40924"/>
                  </a:lnTo>
                  <a:lnTo>
                    <a:pt x="21931" y="39272"/>
                  </a:lnTo>
                  <a:lnTo>
                    <a:pt x="21659" y="39045"/>
                  </a:lnTo>
                  <a:lnTo>
                    <a:pt x="20353" y="37956"/>
                  </a:lnTo>
                  <a:lnTo>
                    <a:pt x="18695" y="36573"/>
                  </a:lnTo>
                  <a:lnTo>
                    <a:pt x="17828" y="37555"/>
                  </a:lnTo>
                  <a:lnTo>
                    <a:pt x="17005" y="38488"/>
                  </a:lnTo>
                  <a:lnTo>
                    <a:pt x="16709" y="38792"/>
                  </a:lnTo>
                  <a:lnTo>
                    <a:pt x="14505" y="36939"/>
                  </a:lnTo>
                  <a:lnTo>
                    <a:pt x="13377" y="35992"/>
                  </a:lnTo>
                  <a:lnTo>
                    <a:pt x="11442" y="34365"/>
                  </a:lnTo>
                  <a:lnTo>
                    <a:pt x="8914" y="32241"/>
                  </a:lnTo>
                  <a:lnTo>
                    <a:pt x="8553" y="31937"/>
                  </a:lnTo>
                  <a:lnTo>
                    <a:pt x="5860" y="29674"/>
                  </a:lnTo>
                  <a:lnTo>
                    <a:pt x="5575" y="29434"/>
                  </a:lnTo>
                  <a:lnTo>
                    <a:pt x="1249" y="25798"/>
                  </a:lnTo>
                  <a:lnTo>
                    <a:pt x="0" y="24495"/>
                  </a:lnTo>
                  <a:lnTo>
                    <a:pt x="1101" y="23094"/>
                  </a:lnTo>
                  <a:lnTo>
                    <a:pt x="2282" y="21725"/>
                  </a:lnTo>
                  <a:lnTo>
                    <a:pt x="2532" y="21434"/>
                  </a:lnTo>
                  <a:lnTo>
                    <a:pt x="2703" y="21236"/>
                  </a:lnTo>
                  <a:lnTo>
                    <a:pt x="6315" y="17137"/>
                  </a:lnTo>
                  <a:lnTo>
                    <a:pt x="6547" y="16873"/>
                  </a:lnTo>
                  <a:lnTo>
                    <a:pt x="9268" y="18912"/>
                  </a:lnTo>
                  <a:lnTo>
                    <a:pt x="12760" y="21482"/>
                  </a:lnTo>
                  <a:lnTo>
                    <a:pt x="14510" y="22770"/>
                  </a:lnTo>
                  <a:lnTo>
                    <a:pt x="18498" y="25974"/>
                  </a:lnTo>
                  <a:lnTo>
                    <a:pt x="20316" y="27436"/>
                  </a:lnTo>
                  <a:lnTo>
                    <a:pt x="23777" y="30585"/>
                  </a:lnTo>
                  <a:lnTo>
                    <a:pt x="26338" y="27581"/>
                  </a:lnTo>
                  <a:lnTo>
                    <a:pt x="30596" y="22585"/>
                  </a:lnTo>
                  <a:lnTo>
                    <a:pt x="32928" y="19961"/>
                  </a:lnTo>
                  <a:lnTo>
                    <a:pt x="35808" y="16655"/>
                  </a:lnTo>
                  <a:lnTo>
                    <a:pt x="36015" y="16418"/>
                  </a:lnTo>
                  <a:lnTo>
                    <a:pt x="38399" y="13681"/>
                  </a:lnTo>
                  <a:lnTo>
                    <a:pt x="40243" y="11563"/>
                  </a:lnTo>
                  <a:lnTo>
                    <a:pt x="44814" y="6316"/>
                  </a:lnTo>
                  <a:lnTo>
                    <a:pt x="45962" y="5096"/>
                  </a:lnTo>
                  <a:lnTo>
                    <a:pt x="46564" y="4457"/>
                  </a:lnTo>
                  <a:lnTo>
                    <a:pt x="47981" y="2952"/>
                  </a:lnTo>
                  <a:lnTo>
                    <a:pt x="48325" y="2586"/>
                  </a:lnTo>
                  <a:lnTo>
                    <a:pt x="48994" y="1856"/>
                  </a:lnTo>
                  <a:lnTo>
                    <a:pt x="5088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713638" y="2666749"/>
              <a:ext cx="70888" cy="69627"/>
            </a:xfrm>
            <a:custGeom>
              <a:avLst/>
              <a:pathLst>
                <a:path w="70888" h="69627">
                  <a:moveTo>
                    <a:pt x="16010" y="4006"/>
                  </a:moveTo>
                  <a:lnTo>
                    <a:pt x="17209" y="2263"/>
                  </a:lnTo>
                  <a:lnTo>
                    <a:pt x="18168" y="2735"/>
                  </a:lnTo>
                  <a:lnTo>
                    <a:pt x="18851" y="3072"/>
                  </a:lnTo>
                  <a:lnTo>
                    <a:pt x="19532" y="3086"/>
                  </a:lnTo>
                  <a:lnTo>
                    <a:pt x="19981" y="3095"/>
                  </a:lnTo>
                  <a:lnTo>
                    <a:pt x="20877" y="3113"/>
                  </a:lnTo>
                  <a:lnTo>
                    <a:pt x="21075" y="3002"/>
                  </a:lnTo>
                  <a:lnTo>
                    <a:pt x="21548" y="2735"/>
                  </a:lnTo>
                  <a:lnTo>
                    <a:pt x="22234" y="2349"/>
                  </a:lnTo>
                  <a:lnTo>
                    <a:pt x="22808" y="2130"/>
                  </a:lnTo>
                  <a:lnTo>
                    <a:pt x="23337" y="1927"/>
                  </a:lnTo>
                  <a:lnTo>
                    <a:pt x="24301" y="1559"/>
                  </a:lnTo>
                  <a:lnTo>
                    <a:pt x="26197" y="1397"/>
                  </a:lnTo>
                  <a:lnTo>
                    <a:pt x="26811" y="1876"/>
                  </a:lnTo>
                  <a:lnTo>
                    <a:pt x="27964" y="2776"/>
                  </a:lnTo>
                  <a:lnTo>
                    <a:pt x="24412" y="5801"/>
                  </a:lnTo>
                  <a:lnTo>
                    <a:pt x="26687" y="8001"/>
                  </a:lnTo>
                  <a:lnTo>
                    <a:pt x="28622" y="9136"/>
                  </a:lnTo>
                  <a:lnTo>
                    <a:pt x="29496" y="8097"/>
                  </a:lnTo>
                  <a:lnTo>
                    <a:pt x="30572" y="7363"/>
                  </a:lnTo>
                  <a:lnTo>
                    <a:pt x="32420" y="8292"/>
                  </a:lnTo>
                  <a:lnTo>
                    <a:pt x="33695" y="9162"/>
                  </a:lnTo>
                  <a:lnTo>
                    <a:pt x="33962" y="9243"/>
                  </a:lnTo>
                  <a:lnTo>
                    <a:pt x="34410" y="8249"/>
                  </a:lnTo>
                  <a:lnTo>
                    <a:pt x="34650" y="7593"/>
                  </a:lnTo>
                  <a:lnTo>
                    <a:pt x="34710" y="7458"/>
                  </a:lnTo>
                  <a:lnTo>
                    <a:pt x="35926" y="8645"/>
                  </a:lnTo>
                  <a:lnTo>
                    <a:pt x="37455" y="6972"/>
                  </a:lnTo>
                  <a:lnTo>
                    <a:pt x="38590" y="5731"/>
                  </a:lnTo>
                  <a:lnTo>
                    <a:pt x="37925" y="7469"/>
                  </a:lnTo>
                  <a:lnTo>
                    <a:pt x="39295" y="9031"/>
                  </a:lnTo>
                  <a:lnTo>
                    <a:pt x="39671" y="9397"/>
                  </a:lnTo>
                  <a:lnTo>
                    <a:pt x="40833" y="8422"/>
                  </a:lnTo>
                  <a:lnTo>
                    <a:pt x="41187" y="8000"/>
                  </a:lnTo>
                  <a:lnTo>
                    <a:pt x="41362" y="8123"/>
                  </a:lnTo>
                  <a:lnTo>
                    <a:pt x="42332" y="8811"/>
                  </a:lnTo>
                  <a:lnTo>
                    <a:pt x="43543" y="9669"/>
                  </a:lnTo>
                  <a:lnTo>
                    <a:pt x="44632" y="10458"/>
                  </a:lnTo>
                  <a:lnTo>
                    <a:pt x="45739" y="11258"/>
                  </a:lnTo>
                  <a:lnTo>
                    <a:pt x="45925" y="10933"/>
                  </a:lnTo>
                  <a:lnTo>
                    <a:pt x="46214" y="10579"/>
                  </a:lnTo>
                  <a:lnTo>
                    <a:pt x="46781" y="9888"/>
                  </a:lnTo>
                  <a:lnTo>
                    <a:pt x="47818" y="8706"/>
                  </a:lnTo>
                  <a:lnTo>
                    <a:pt x="49238" y="7328"/>
                  </a:lnTo>
                  <a:lnTo>
                    <a:pt x="49403" y="7168"/>
                  </a:lnTo>
                  <a:lnTo>
                    <a:pt x="49535" y="7040"/>
                  </a:lnTo>
                  <a:lnTo>
                    <a:pt x="50781" y="5783"/>
                  </a:lnTo>
                  <a:lnTo>
                    <a:pt x="50885" y="5647"/>
                  </a:lnTo>
                  <a:lnTo>
                    <a:pt x="52199" y="4143"/>
                  </a:lnTo>
                  <a:lnTo>
                    <a:pt x="53690" y="5154"/>
                  </a:lnTo>
                  <a:lnTo>
                    <a:pt x="63285" y="11657"/>
                  </a:lnTo>
                  <a:lnTo>
                    <a:pt x="69735" y="16027"/>
                  </a:lnTo>
                  <a:lnTo>
                    <a:pt x="67646" y="18922"/>
                  </a:lnTo>
                  <a:lnTo>
                    <a:pt x="67498" y="19135"/>
                  </a:lnTo>
                  <a:lnTo>
                    <a:pt x="67149" y="19823"/>
                  </a:lnTo>
                  <a:lnTo>
                    <a:pt x="67185" y="20025"/>
                  </a:lnTo>
                  <a:lnTo>
                    <a:pt x="67219" y="20223"/>
                  </a:lnTo>
                  <a:lnTo>
                    <a:pt x="67299" y="20678"/>
                  </a:lnTo>
                  <a:lnTo>
                    <a:pt x="67500" y="21128"/>
                  </a:lnTo>
                  <a:lnTo>
                    <a:pt x="67684" y="21541"/>
                  </a:lnTo>
                  <a:lnTo>
                    <a:pt x="68737" y="23903"/>
                  </a:lnTo>
                  <a:lnTo>
                    <a:pt x="69125" y="24772"/>
                  </a:lnTo>
                  <a:lnTo>
                    <a:pt x="69414" y="25420"/>
                  </a:lnTo>
                  <a:lnTo>
                    <a:pt x="70888" y="26947"/>
                  </a:lnTo>
                  <a:lnTo>
                    <a:pt x="69296" y="27769"/>
                  </a:lnTo>
                  <a:lnTo>
                    <a:pt x="68329" y="26764"/>
                  </a:lnTo>
                  <a:lnTo>
                    <a:pt x="67972" y="26392"/>
                  </a:lnTo>
                  <a:lnTo>
                    <a:pt x="67661" y="26014"/>
                  </a:lnTo>
                  <a:lnTo>
                    <a:pt x="67329" y="25611"/>
                  </a:lnTo>
                  <a:lnTo>
                    <a:pt x="64853" y="23218"/>
                  </a:lnTo>
                  <a:lnTo>
                    <a:pt x="64473" y="22995"/>
                  </a:lnTo>
                  <a:lnTo>
                    <a:pt x="63685" y="23790"/>
                  </a:lnTo>
                  <a:lnTo>
                    <a:pt x="63278" y="24201"/>
                  </a:lnTo>
                  <a:lnTo>
                    <a:pt x="62838" y="24645"/>
                  </a:lnTo>
                  <a:lnTo>
                    <a:pt x="61938" y="25553"/>
                  </a:lnTo>
                  <a:lnTo>
                    <a:pt x="61580" y="25914"/>
                  </a:lnTo>
                  <a:lnTo>
                    <a:pt x="60266" y="27200"/>
                  </a:lnTo>
                  <a:lnTo>
                    <a:pt x="60051" y="27107"/>
                  </a:lnTo>
                  <a:lnTo>
                    <a:pt x="58986" y="26648"/>
                  </a:lnTo>
                  <a:lnTo>
                    <a:pt x="58811" y="27148"/>
                  </a:lnTo>
                  <a:lnTo>
                    <a:pt x="58424" y="28251"/>
                  </a:lnTo>
                  <a:lnTo>
                    <a:pt x="58130" y="29089"/>
                  </a:lnTo>
                  <a:lnTo>
                    <a:pt x="57961" y="29572"/>
                  </a:lnTo>
                  <a:lnTo>
                    <a:pt x="57130" y="31944"/>
                  </a:lnTo>
                  <a:lnTo>
                    <a:pt x="56920" y="32542"/>
                  </a:lnTo>
                  <a:lnTo>
                    <a:pt x="56636" y="33354"/>
                  </a:lnTo>
                  <a:lnTo>
                    <a:pt x="56513" y="33703"/>
                  </a:lnTo>
                  <a:lnTo>
                    <a:pt x="56379" y="34037"/>
                  </a:lnTo>
                  <a:lnTo>
                    <a:pt x="56169" y="34402"/>
                  </a:lnTo>
                  <a:lnTo>
                    <a:pt x="55830" y="35068"/>
                  </a:lnTo>
                  <a:lnTo>
                    <a:pt x="55390" y="35935"/>
                  </a:lnTo>
                  <a:lnTo>
                    <a:pt x="55214" y="36280"/>
                  </a:lnTo>
                  <a:lnTo>
                    <a:pt x="55577" y="36674"/>
                  </a:lnTo>
                  <a:lnTo>
                    <a:pt x="57850" y="38693"/>
                  </a:lnTo>
                  <a:lnTo>
                    <a:pt x="57623" y="38947"/>
                  </a:lnTo>
                  <a:lnTo>
                    <a:pt x="55884" y="40898"/>
                  </a:lnTo>
                  <a:lnTo>
                    <a:pt x="55153" y="41694"/>
                  </a:lnTo>
                  <a:lnTo>
                    <a:pt x="54870" y="41994"/>
                  </a:lnTo>
                  <a:lnTo>
                    <a:pt x="53453" y="43499"/>
                  </a:lnTo>
                  <a:lnTo>
                    <a:pt x="52852" y="44138"/>
                  </a:lnTo>
                  <a:lnTo>
                    <a:pt x="51703" y="45358"/>
                  </a:lnTo>
                  <a:lnTo>
                    <a:pt x="47133" y="50606"/>
                  </a:lnTo>
                  <a:lnTo>
                    <a:pt x="45288" y="52723"/>
                  </a:lnTo>
                  <a:lnTo>
                    <a:pt x="42904" y="55460"/>
                  </a:lnTo>
                  <a:lnTo>
                    <a:pt x="42698" y="55697"/>
                  </a:lnTo>
                  <a:lnTo>
                    <a:pt x="39818" y="59003"/>
                  </a:lnTo>
                  <a:lnTo>
                    <a:pt x="37485" y="61627"/>
                  </a:lnTo>
                  <a:lnTo>
                    <a:pt x="33227" y="66623"/>
                  </a:lnTo>
                  <a:lnTo>
                    <a:pt x="30667" y="69627"/>
                  </a:lnTo>
                  <a:lnTo>
                    <a:pt x="27206" y="66478"/>
                  </a:lnTo>
                  <a:lnTo>
                    <a:pt x="25388" y="65016"/>
                  </a:lnTo>
                  <a:lnTo>
                    <a:pt x="21400" y="61812"/>
                  </a:lnTo>
                  <a:lnTo>
                    <a:pt x="19649" y="60524"/>
                  </a:lnTo>
                  <a:lnTo>
                    <a:pt x="16158" y="57954"/>
                  </a:lnTo>
                  <a:lnTo>
                    <a:pt x="13437" y="55915"/>
                  </a:lnTo>
                  <a:lnTo>
                    <a:pt x="9887" y="53255"/>
                  </a:lnTo>
                  <a:lnTo>
                    <a:pt x="9698" y="53114"/>
                  </a:lnTo>
                  <a:lnTo>
                    <a:pt x="6243" y="50061"/>
                  </a:lnTo>
                  <a:lnTo>
                    <a:pt x="4976" y="48941"/>
                  </a:lnTo>
                  <a:lnTo>
                    <a:pt x="2485" y="46497"/>
                  </a:lnTo>
                  <a:lnTo>
                    <a:pt x="4150" y="44699"/>
                  </a:lnTo>
                  <a:lnTo>
                    <a:pt x="6173" y="42514"/>
                  </a:lnTo>
                  <a:lnTo>
                    <a:pt x="7158" y="41450"/>
                  </a:lnTo>
                  <a:lnTo>
                    <a:pt x="7945" y="40663"/>
                  </a:lnTo>
                  <a:lnTo>
                    <a:pt x="9294" y="39314"/>
                  </a:lnTo>
                  <a:lnTo>
                    <a:pt x="10692" y="37739"/>
                  </a:lnTo>
                  <a:lnTo>
                    <a:pt x="10923" y="37479"/>
                  </a:lnTo>
                  <a:lnTo>
                    <a:pt x="11190" y="37178"/>
                  </a:lnTo>
                  <a:lnTo>
                    <a:pt x="9380" y="35290"/>
                  </a:lnTo>
                  <a:lnTo>
                    <a:pt x="8333" y="34198"/>
                  </a:lnTo>
                  <a:lnTo>
                    <a:pt x="8527" y="33982"/>
                  </a:lnTo>
                  <a:lnTo>
                    <a:pt x="8863" y="33612"/>
                  </a:lnTo>
                  <a:lnTo>
                    <a:pt x="8685" y="33420"/>
                  </a:lnTo>
                  <a:lnTo>
                    <a:pt x="7505" y="32145"/>
                  </a:lnTo>
                  <a:lnTo>
                    <a:pt x="7014" y="30638"/>
                  </a:lnTo>
                  <a:lnTo>
                    <a:pt x="6587" y="28703"/>
                  </a:lnTo>
                  <a:lnTo>
                    <a:pt x="6626" y="27938"/>
                  </a:lnTo>
                  <a:lnTo>
                    <a:pt x="7854" y="26552"/>
                  </a:lnTo>
                  <a:lnTo>
                    <a:pt x="6980" y="25455"/>
                  </a:lnTo>
                  <a:lnTo>
                    <a:pt x="6889" y="25153"/>
                  </a:lnTo>
                  <a:lnTo>
                    <a:pt x="6163" y="22024"/>
                  </a:lnTo>
                  <a:lnTo>
                    <a:pt x="6104" y="21087"/>
                  </a:lnTo>
                  <a:lnTo>
                    <a:pt x="5999" y="19417"/>
                  </a:lnTo>
                  <a:lnTo>
                    <a:pt x="5944" y="18542"/>
                  </a:lnTo>
                  <a:lnTo>
                    <a:pt x="5183" y="16041"/>
                  </a:lnTo>
                  <a:lnTo>
                    <a:pt x="5834" y="14516"/>
                  </a:lnTo>
                  <a:lnTo>
                    <a:pt x="4225" y="14212"/>
                  </a:lnTo>
                  <a:lnTo>
                    <a:pt x="3802" y="14132"/>
                  </a:lnTo>
                  <a:lnTo>
                    <a:pt x="4146" y="12252"/>
                  </a:lnTo>
                  <a:lnTo>
                    <a:pt x="4411" y="10799"/>
                  </a:lnTo>
                  <a:lnTo>
                    <a:pt x="4083" y="10686"/>
                  </a:lnTo>
                  <a:lnTo>
                    <a:pt x="3482" y="10479"/>
                  </a:lnTo>
                  <a:lnTo>
                    <a:pt x="3866" y="7691"/>
                  </a:lnTo>
                  <a:lnTo>
                    <a:pt x="3943" y="6254"/>
                  </a:lnTo>
                  <a:lnTo>
                    <a:pt x="3963" y="5897"/>
                  </a:lnTo>
                  <a:lnTo>
                    <a:pt x="2759" y="6236"/>
                  </a:lnTo>
                  <a:lnTo>
                    <a:pt x="887" y="6762"/>
                  </a:lnTo>
                  <a:lnTo>
                    <a:pt x="0" y="4543"/>
                  </a:lnTo>
                  <a:lnTo>
                    <a:pt x="2465" y="0"/>
                  </a:lnTo>
                  <a:lnTo>
                    <a:pt x="5741" y="846"/>
                  </a:lnTo>
                  <a:lnTo>
                    <a:pt x="7679" y="1347"/>
                  </a:lnTo>
                  <a:lnTo>
                    <a:pt x="10131" y="2549"/>
                  </a:lnTo>
                  <a:lnTo>
                    <a:pt x="10948" y="29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642405" y="2643393"/>
              <a:ext cx="62295" cy="70481"/>
            </a:xfrm>
            <a:custGeom>
              <a:avLst/>
              <a:pathLst>
                <a:path w="62295" h="70481">
                  <a:moveTo>
                    <a:pt x="59154" y="39146"/>
                  </a:moveTo>
                  <a:lnTo>
                    <a:pt x="58968" y="39685"/>
                  </a:lnTo>
                  <a:lnTo>
                    <a:pt x="58630" y="40669"/>
                  </a:lnTo>
                  <a:lnTo>
                    <a:pt x="58553" y="40893"/>
                  </a:lnTo>
                  <a:lnTo>
                    <a:pt x="58455" y="41176"/>
                  </a:lnTo>
                  <a:lnTo>
                    <a:pt x="58380" y="41999"/>
                  </a:lnTo>
                  <a:lnTo>
                    <a:pt x="58380" y="43206"/>
                  </a:lnTo>
                  <a:lnTo>
                    <a:pt x="58017" y="45224"/>
                  </a:lnTo>
                  <a:lnTo>
                    <a:pt x="57341" y="44976"/>
                  </a:lnTo>
                  <a:lnTo>
                    <a:pt x="55925" y="42348"/>
                  </a:lnTo>
                  <a:lnTo>
                    <a:pt x="54372" y="39678"/>
                  </a:lnTo>
                  <a:lnTo>
                    <a:pt x="52029" y="39366"/>
                  </a:lnTo>
                  <a:lnTo>
                    <a:pt x="51815" y="39345"/>
                  </a:lnTo>
                  <a:lnTo>
                    <a:pt x="51714" y="39580"/>
                  </a:lnTo>
                  <a:lnTo>
                    <a:pt x="47869" y="39967"/>
                  </a:lnTo>
                  <a:lnTo>
                    <a:pt x="48085" y="41015"/>
                  </a:lnTo>
                  <a:lnTo>
                    <a:pt x="48016" y="42568"/>
                  </a:lnTo>
                  <a:lnTo>
                    <a:pt x="47998" y="42993"/>
                  </a:lnTo>
                  <a:lnTo>
                    <a:pt x="47406" y="44360"/>
                  </a:lnTo>
                  <a:lnTo>
                    <a:pt x="47273" y="44631"/>
                  </a:lnTo>
                  <a:lnTo>
                    <a:pt x="47074" y="45034"/>
                  </a:lnTo>
                  <a:lnTo>
                    <a:pt x="47595" y="47565"/>
                  </a:lnTo>
                  <a:lnTo>
                    <a:pt x="48935" y="50221"/>
                  </a:lnTo>
                  <a:lnTo>
                    <a:pt x="49048" y="50612"/>
                  </a:lnTo>
                  <a:lnTo>
                    <a:pt x="49309" y="51514"/>
                  </a:lnTo>
                  <a:lnTo>
                    <a:pt x="49376" y="52097"/>
                  </a:lnTo>
                  <a:lnTo>
                    <a:pt x="49491" y="53108"/>
                  </a:lnTo>
                  <a:lnTo>
                    <a:pt x="47689" y="53573"/>
                  </a:lnTo>
                  <a:lnTo>
                    <a:pt x="49897" y="56596"/>
                  </a:lnTo>
                  <a:lnTo>
                    <a:pt x="48065" y="56660"/>
                  </a:lnTo>
                  <a:lnTo>
                    <a:pt x="46877" y="56609"/>
                  </a:lnTo>
                  <a:lnTo>
                    <a:pt x="46905" y="58459"/>
                  </a:lnTo>
                  <a:lnTo>
                    <a:pt x="46797" y="59625"/>
                  </a:lnTo>
                  <a:lnTo>
                    <a:pt x="46789" y="60366"/>
                  </a:lnTo>
                  <a:lnTo>
                    <a:pt x="46721" y="62385"/>
                  </a:lnTo>
                  <a:lnTo>
                    <a:pt x="47069" y="62481"/>
                  </a:lnTo>
                  <a:lnTo>
                    <a:pt x="46200" y="65529"/>
                  </a:lnTo>
                  <a:lnTo>
                    <a:pt x="46092" y="66282"/>
                  </a:lnTo>
                  <a:lnTo>
                    <a:pt x="46797" y="66310"/>
                  </a:lnTo>
                  <a:lnTo>
                    <a:pt x="48052" y="66259"/>
                  </a:lnTo>
                  <a:lnTo>
                    <a:pt x="48249" y="66251"/>
                  </a:lnTo>
                  <a:lnTo>
                    <a:pt x="50684" y="65578"/>
                  </a:lnTo>
                  <a:lnTo>
                    <a:pt x="52510" y="67106"/>
                  </a:lnTo>
                  <a:lnTo>
                    <a:pt x="52204" y="67504"/>
                  </a:lnTo>
                  <a:lnTo>
                    <a:pt x="50214" y="70096"/>
                  </a:lnTo>
                  <a:lnTo>
                    <a:pt x="49861" y="70481"/>
                  </a:lnTo>
                  <a:lnTo>
                    <a:pt x="48430" y="69413"/>
                  </a:lnTo>
                  <a:lnTo>
                    <a:pt x="47469" y="69081"/>
                  </a:lnTo>
                  <a:lnTo>
                    <a:pt x="44467" y="69038"/>
                  </a:lnTo>
                  <a:lnTo>
                    <a:pt x="43752" y="69028"/>
                  </a:lnTo>
                  <a:lnTo>
                    <a:pt x="41840" y="68334"/>
                  </a:lnTo>
                  <a:lnTo>
                    <a:pt x="39748" y="67414"/>
                  </a:lnTo>
                  <a:lnTo>
                    <a:pt x="38828" y="67009"/>
                  </a:lnTo>
                  <a:lnTo>
                    <a:pt x="35026" y="65760"/>
                  </a:lnTo>
                  <a:lnTo>
                    <a:pt x="33116" y="65424"/>
                  </a:lnTo>
                  <a:lnTo>
                    <a:pt x="32737" y="65258"/>
                  </a:lnTo>
                  <a:lnTo>
                    <a:pt x="32390" y="65328"/>
                  </a:lnTo>
                  <a:lnTo>
                    <a:pt x="32011" y="66528"/>
                  </a:lnTo>
                  <a:lnTo>
                    <a:pt x="29682" y="65216"/>
                  </a:lnTo>
                  <a:lnTo>
                    <a:pt x="28384" y="63405"/>
                  </a:lnTo>
                  <a:lnTo>
                    <a:pt x="27815" y="61169"/>
                  </a:lnTo>
                  <a:lnTo>
                    <a:pt x="27211" y="61519"/>
                  </a:lnTo>
                  <a:lnTo>
                    <a:pt x="25935" y="62117"/>
                  </a:lnTo>
                  <a:lnTo>
                    <a:pt x="24851" y="62731"/>
                  </a:lnTo>
                  <a:lnTo>
                    <a:pt x="24189" y="61204"/>
                  </a:lnTo>
                  <a:lnTo>
                    <a:pt x="24128" y="61063"/>
                  </a:lnTo>
                  <a:lnTo>
                    <a:pt x="23338" y="61516"/>
                  </a:lnTo>
                  <a:lnTo>
                    <a:pt x="20960" y="62884"/>
                  </a:lnTo>
                  <a:lnTo>
                    <a:pt x="20304" y="63261"/>
                  </a:lnTo>
                  <a:lnTo>
                    <a:pt x="20171" y="63338"/>
                  </a:lnTo>
                  <a:lnTo>
                    <a:pt x="19098" y="63779"/>
                  </a:lnTo>
                  <a:lnTo>
                    <a:pt x="18320" y="64099"/>
                  </a:lnTo>
                  <a:lnTo>
                    <a:pt x="17431" y="62561"/>
                  </a:lnTo>
                  <a:lnTo>
                    <a:pt x="16874" y="61575"/>
                  </a:lnTo>
                  <a:lnTo>
                    <a:pt x="16462" y="60846"/>
                  </a:lnTo>
                  <a:lnTo>
                    <a:pt x="15997" y="60266"/>
                  </a:lnTo>
                  <a:lnTo>
                    <a:pt x="15557" y="59717"/>
                  </a:lnTo>
                  <a:lnTo>
                    <a:pt x="14776" y="58926"/>
                  </a:lnTo>
                  <a:lnTo>
                    <a:pt x="14521" y="58668"/>
                  </a:lnTo>
                  <a:lnTo>
                    <a:pt x="14307" y="58451"/>
                  </a:lnTo>
                  <a:lnTo>
                    <a:pt x="13345" y="57093"/>
                  </a:lnTo>
                  <a:lnTo>
                    <a:pt x="12723" y="56215"/>
                  </a:lnTo>
                  <a:lnTo>
                    <a:pt x="12620" y="56069"/>
                  </a:lnTo>
                  <a:lnTo>
                    <a:pt x="11849" y="54981"/>
                  </a:lnTo>
                  <a:lnTo>
                    <a:pt x="11662" y="54645"/>
                  </a:lnTo>
                  <a:lnTo>
                    <a:pt x="11572" y="54485"/>
                  </a:lnTo>
                  <a:lnTo>
                    <a:pt x="10834" y="53165"/>
                  </a:lnTo>
                  <a:lnTo>
                    <a:pt x="7113" y="44907"/>
                  </a:lnTo>
                  <a:lnTo>
                    <a:pt x="7394" y="38855"/>
                  </a:lnTo>
                  <a:lnTo>
                    <a:pt x="11111" y="38727"/>
                  </a:lnTo>
                  <a:lnTo>
                    <a:pt x="10924" y="34761"/>
                  </a:lnTo>
                  <a:lnTo>
                    <a:pt x="8213" y="34200"/>
                  </a:lnTo>
                  <a:lnTo>
                    <a:pt x="7470" y="34046"/>
                  </a:lnTo>
                  <a:lnTo>
                    <a:pt x="4615" y="33735"/>
                  </a:lnTo>
                  <a:lnTo>
                    <a:pt x="4548" y="31558"/>
                  </a:lnTo>
                  <a:lnTo>
                    <a:pt x="4454" y="28535"/>
                  </a:lnTo>
                  <a:lnTo>
                    <a:pt x="4378" y="26075"/>
                  </a:lnTo>
                  <a:lnTo>
                    <a:pt x="3957" y="20436"/>
                  </a:lnTo>
                  <a:lnTo>
                    <a:pt x="3156" y="15309"/>
                  </a:lnTo>
                  <a:lnTo>
                    <a:pt x="1823" y="9197"/>
                  </a:lnTo>
                  <a:lnTo>
                    <a:pt x="1234" y="6497"/>
                  </a:lnTo>
                  <a:lnTo>
                    <a:pt x="0" y="0"/>
                  </a:lnTo>
                  <a:lnTo>
                    <a:pt x="4919" y="409"/>
                  </a:lnTo>
                  <a:lnTo>
                    <a:pt x="12128" y="1050"/>
                  </a:lnTo>
                  <a:lnTo>
                    <a:pt x="18376" y="1691"/>
                  </a:lnTo>
                  <a:lnTo>
                    <a:pt x="29431" y="4575"/>
                  </a:lnTo>
                  <a:lnTo>
                    <a:pt x="47214" y="7779"/>
                  </a:lnTo>
                  <a:lnTo>
                    <a:pt x="54443" y="8925"/>
                  </a:lnTo>
                  <a:lnTo>
                    <a:pt x="60351" y="9862"/>
                  </a:lnTo>
                  <a:lnTo>
                    <a:pt x="59362" y="13657"/>
                  </a:lnTo>
                  <a:lnTo>
                    <a:pt x="61301" y="16877"/>
                  </a:lnTo>
                  <a:lnTo>
                    <a:pt x="59234" y="18592"/>
                  </a:lnTo>
                  <a:lnTo>
                    <a:pt x="59217" y="18729"/>
                  </a:lnTo>
                  <a:lnTo>
                    <a:pt x="61975" y="22869"/>
                  </a:lnTo>
                  <a:lnTo>
                    <a:pt x="62295" y="23323"/>
                  </a:lnTo>
                  <a:lnTo>
                    <a:pt x="60801" y="25557"/>
                  </a:lnTo>
                  <a:lnTo>
                    <a:pt x="59720" y="27174"/>
                  </a:lnTo>
                  <a:lnTo>
                    <a:pt x="58813" y="28530"/>
                  </a:lnTo>
                  <a:lnTo>
                    <a:pt x="59274" y="29135"/>
                  </a:lnTo>
                  <a:lnTo>
                    <a:pt x="60461" y="30687"/>
                  </a:lnTo>
                  <a:lnTo>
                    <a:pt x="58239" y="31049"/>
                  </a:lnTo>
                  <a:lnTo>
                    <a:pt x="58105" y="31744"/>
                  </a:lnTo>
                  <a:lnTo>
                    <a:pt x="58058" y="31986"/>
                  </a:lnTo>
                  <a:lnTo>
                    <a:pt x="57925" y="32672"/>
                  </a:lnTo>
                  <a:lnTo>
                    <a:pt x="58010" y="33889"/>
                  </a:lnTo>
                  <a:lnTo>
                    <a:pt x="58030" y="34315"/>
                  </a:lnTo>
                  <a:lnTo>
                    <a:pt x="58069" y="35191"/>
                  </a:lnTo>
                  <a:lnTo>
                    <a:pt x="58322" y="36186"/>
                  </a:lnTo>
                  <a:lnTo>
                    <a:pt x="58416" y="36900"/>
                  </a:lnTo>
                  <a:lnTo>
                    <a:pt x="58617" y="37933"/>
                  </a:lnTo>
                  <a:lnTo>
                    <a:pt x="58830" y="38094"/>
                  </a:lnTo>
                  <a:lnTo>
                    <a:pt x="59109" y="385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688500" y="2653256"/>
              <a:ext cx="41142" cy="90998"/>
            </a:xfrm>
            <a:custGeom>
              <a:avLst/>
              <a:pathLst>
                <a:path w="41142" h="90998">
                  <a:moveTo>
                    <a:pt x="32680" y="11054"/>
                  </a:moveTo>
                  <a:lnTo>
                    <a:pt x="41142" y="17499"/>
                  </a:lnTo>
                  <a:lnTo>
                    <a:pt x="36085" y="16443"/>
                  </a:lnTo>
                  <a:lnTo>
                    <a:pt x="35269" y="16043"/>
                  </a:lnTo>
                  <a:lnTo>
                    <a:pt x="32817" y="14841"/>
                  </a:lnTo>
                  <a:lnTo>
                    <a:pt x="30878" y="14340"/>
                  </a:lnTo>
                  <a:lnTo>
                    <a:pt x="27603" y="13493"/>
                  </a:lnTo>
                  <a:lnTo>
                    <a:pt x="25137" y="18037"/>
                  </a:lnTo>
                  <a:lnTo>
                    <a:pt x="26024" y="20256"/>
                  </a:lnTo>
                  <a:lnTo>
                    <a:pt x="27896" y="19729"/>
                  </a:lnTo>
                  <a:lnTo>
                    <a:pt x="29100" y="19391"/>
                  </a:lnTo>
                  <a:lnTo>
                    <a:pt x="29081" y="19748"/>
                  </a:lnTo>
                  <a:lnTo>
                    <a:pt x="29004" y="21185"/>
                  </a:lnTo>
                  <a:lnTo>
                    <a:pt x="28620" y="23973"/>
                  </a:lnTo>
                  <a:lnTo>
                    <a:pt x="29220" y="24180"/>
                  </a:lnTo>
                  <a:lnTo>
                    <a:pt x="29549" y="24293"/>
                  </a:lnTo>
                  <a:lnTo>
                    <a:pt x="29283" y="25746"/>
                  </a:lnTo>
                  <a:lnTo>
                    <a:pt x="28940" y="27626"/>
                  </a:lnTo>
                  <a:lnTo>
                    <a:pt x="29362" y="27706"/>
                  </a:lnTo>
                  <a:lnTo>
                    <a:pt x="30972" y="28010"/>
                  </a:lnTo>
                  <a:lnTo>
                    <a:pt x="30320" y="29535"/>
                  </a:lnTo>
                  <a:lnTo>
                    <a:pt x="31081" y="32036"/>
                  </a:lnTo>
                  <a:lnTo>
                    <a:pt x="31136" y="32911"/>
                  </a:lnTo>
                  <a:lnTo>
                    <a:pt x="31241" y="34581"/>
                  </a:lnTo>
                  <a:lnTo>
                    <a:pt x="31300" y="35517"/>
                  </a:lnTo>
                  <a:lnTo>
                    <a:pt x="32026" y="38647"/>
                  </a:lnTo>
                  <a:lnTo>
                    <a:pt x="32217" y="39074"/>
                  </a:lnTo>
                  <a:lnTo>
                    <a:pt x="32921" y="40130"/>
                  </a:lnTo>
                  <a:lnTo>
                    <a:pt x="31763" y="41432"/>
                  </a:lnTo>
                  <a:lnTo>
                    <a:pt x="31725" y="42197"/>
                  </a:lnTo>
                  <a:lnTo>
                    <a:pt x="32152" y="44132"/>
                  </a:lnTo>
                  <a:lnTo>
                    <a:pt x="32643" y="45639"/>
                  </a:lnTo>
                  <a:lnTo>
                    <a:pt x="33822" y="46914"/>
                  </a:lnTo>
                  <a:lnTo>
                    <a:pt x="33972" y="47134"/>
                  </a:lnTo>
                  <a:lnTo>
                    <a:pt x="33665" y="47476"/>
                  </a:lnTo>
                  <a:lnTo>
                    <a:pt x="33471" y="47691"/>
                  </a:lnTo>
                  <a:lnTo>
                    <a:pt x="34518" y="48784"/>
                  </a:lnTo>
                  <a:lnTo>
                    <a:pt x="36327" y="50672"/>
                  </a:lnTo>
                  <a:lnTo>
                    <a:pt x="36060" y="50973"/>
                  </a:lnTo>
                  <a:lnTo>
                    <a:pt x="35830" y="51233"/>
                  </a:lnTo>
                  <a:lnTo>
                    <a:pt x="34432" y="52808"/>
                  </a:lnTo>
                  <a:lnTo>
                    <a:pt x="33083" y="54157"/>
                  </a:lnTo>
                  <a:lnTo>
                    <a:pt x="32295" y="54944"/>
                  </a:lnTo>
                  <a:lnTo>
                    <a:pt x="31311" y="56008"/>
                  </a:lnTo>
                  <a:lnTo>
                    <a:pt x="29288" y="58192"/>
                  </a:lnTo>
                  <a:lnTo>
                    <a:pt x="27623" y="59991"/>
                  </a:lnTo>
                  <a:lnTo>
                    <a:pt x="30113" y="62435"/>
                  </a:lnTo>
                  <a:lnTo>
                    <a:pt x="31381" y="63555"/>
                  </a:lnTo>
                  <a:lnTo>
                    <a:pt x="34835" y="66608"/>
                  </a:lnTo>
                  <a:lnTo>
                    <a:pt x="35025" y="66749"/>
                  </a:lnTo>
                  <a:lnTo>
                    <a:pt x="38573" y="69411"/>
                  </a:lnTo>
                  <a:lnTo>
                    <a:pt x="38342" y="69673"/>
                  </a:lnTo>
                  <a:lnTo>
                    <a:pt x="34731" y="73772"/>
                  </a:lnTo>
                  <a:lnTo>
                    <a:pt x="34560" y="73970"/>
                  </a:lnTo>
                  <a:lnTo>
                    <a:pt x="34309" y="74261"/>
                  </a:lnTo>
                  <a:lnTo>
                    <a:pt x="33129" y="75630"/>
                  </a:lnTo>
                  <a:lnTo>
                    <a:pt x="31907" y="77183"/>
                  </a:lnTo>
                  <a:lnTo>
                    <a:pt x="31688" y="77375"/>
                  </a:lnTo>
                  <a:lnTo>
                    <a:pt x="30635" y="78298"/>
                  </a:lnTo>
                  <a:lnTo>
                    <a:pt x="30449" y="78522"/>
                  </a:lnTo>
                  <a:lnTo>
                    <a:pt x="29207" y="80020"/>
                  </a:lnTo>
                  <a:lnTo>
                    <a:pt x="28953" y="80327"/>
                  </a:lnTo>
                  <a:lnTo>
                    <a:pt x="28825" y="80481"/>
                  </a:lnTo>
                  <a:lnTo>
                    <a:pt x="27779" y="80656"/>
                  </a:lnTo>
                  <a:lnTo>
                    <a:pt x="20231" y="81241"/>
                  </a:lnTo>
                  <a:lnTo>
                    <a:pt x="20447" y="82003"/>
                  </a:lnTo>
                  <a:lnTo>
                    <a:pt x="20921" y="83673"/>
                  </a:lnTo>
                  <a:lnTo>
                    <a:pt x="21040" y="84092"/>
                  </a:lnTo>
                  <a:lnTo>
                    <a:pt x="21324" y="84938"/>
                  </a:lnTo>
                  <a:lnTo>
                    <a:pt x="21387" y="85126"/>
                  </a:lnTo>
                  <a:lnTo>
                    <a:pt x="21784" y="86308"/>
                  </a:lnTo>
                  <a:lnTo>
                    <a:pt x="21964" y="86843"/>
                  </a:lnTo>
                  <a:lnTo>
                    <a:pt x="22004" y="86976"/>
                  </a:lnTo>
                  <a:lnTo>
                    <a:pt x="22257" y="87811"/>
                  </a:lnTo>
                  <a:lnTo>
                    <a:pt x="22700" y="89268"/>
                  </a:lnTo>
                  <a:lnTo>
                    <a:pt x="21647" y="89291"/>
                  </a:lnTo>
                  <a:lnTo>
                    <a:pt x="21626" y="89556"/>
                  </a:lnTo>
                  <a:lnTo>
                    <a:pt x="18630" y="89932"/>
                  </a:lnTo>
                  <a:lnTo>
                    <a:pt x="17489" y="90506"/>
                  </a:lnTo>
                  <a:lnTo>
                    <a:pt x="17613" y="90916"/>
                  </a:lnTo>
                  <a:lnTo>
                    <a:pt x="16271" y="90998"/>
                  </a:lnTo>
                  <a:lnTo>
                    <a:pt x="15501" y="90930"/>
                  </a:lnTo>
                  <a:lnTo>
                    <a:pt x="14889" y="90875"/>
                  </a:lnTo>
                  <a:lnTo>
                    <a:pt x="14555" y="90893"/>
                  </a:lnTo>
                  <a:lnTo>
                    <a:pt x="13367" y="90956"/>
                  </a:lnTo>
                  <a:lnTo>
                    <a:pt x="11832" y="90715"/>
                  </a:lnTo>
                  <a:lnTo>
                    <a:pt x="10619" y="89978"/>
                  </a:lnTo>
                  <a:lnTo>
                    <a:pt x="9349" y="89207"/>
                  </a:lnTo>
                  <a:lnTo>
                    <a:pt x="9402" y="88699"/>
                  </a:lnTo>
                  <a:lnTo>
                    <a:pt x="9735" y="88105"/>
                  </a:lnTo>
                  <a:lnTo>
                    <a:pt x="9896" y="87818"/>
                  </a:lnTo>
                  <a:lnTo>
                    <a:pt x="9892" y="87662"/>
                  </a:lnTo>
                  <a:lnTo>
                    <a:pt x="9883" y="87324"/>
                  </a:lnTo>
                  <a:lnTo>
                    <a:pt x="9936" y="86590"/>
                  </a:lnTo>
                  <a:lnTo>
                    <a:pt x="9916" y="86127"/>
                  </a:lnTo>
                  <a:lnTo>
                    <a:pt x="9896" y="85682"/>
                  </a:lnTo>
                  <a:lnTo>
                    <a:pt x="9883" y="84854"/>
                  </a:lnTo>
                  <a:lnTo>
                    <a:pt x="10256" y="84233"/>
                  </a:lnTo>
                  <a:lnTo>
                    <a:pt x="9789" y="82431"/>
                  </a:lnTo>
                  <a:lnTo>
                    <a:pt x="11776" y="81952"/>
                  </a:lnTo>
                  <a:lnTo>
                    <a:pt x="14830" y="78670"/>
                  </a:lnTo>
                  <a:lnTo>
                    <a:pt x="14230" y="78158"/>
                  </a:lnTo>
                  <a:lnTo>
                    <a:pt x="10175" y="74747"/>
                  </a:lnTo>
                  <a:lnTo>
                    <a:pt x="10002" y="74601"/>
                  </a:lnTo>
                  <a:lnTo>
                    <a:pt x="9154" y="73993"/>
                  </a:lnTo>
                  <a:lnTo>
                    <a:pt x="7129" y="72542"/>
                  </a:lnTo>
                  <a:lnTo>
                    <a:pt x="4542" y="70468"/>
                  </a:lnTo>
                  <a:lnTo>
                    <a:pt x="4303" y="70276"/>
                  </a:lnTo>
                  <a:lnTo>
                    <a:pt x="7234" y="66816"/>
                  </a:lnTo>
                  <a:lnTo>
                    <a:pt x="8058" y="65800"/>
                  </a:lnTo>
                  <a:lnTo>
                    <a:pt x="9157" y="64445"/>
                  </a:lnTo>
                  <a:lnTo>
                    <a:pt x="7651" y="63147"/>
                  </a:lnTo>
                  <a:lnTo>
                    <a:pt x="7432" y="62963"/>
                  </a:lnTo>
                  <a:lnTo>
                    <a:pt x="7133" y="62711"/>
                  </a:lnTo>
                  <a:lnTo>
                    <a:pt x="4556" y="60543"/>
                  </a:lnTo>
                  <a:lnTo>
                    <a:pt x="4118" y="60234"/>
                  </a:lnTo>
                  <a:lnTo>
                    <a:pt x="6109" y="57641"/>
                  </a:lnTo>
                  <a:lnTo>
                    <a:pt x="6415" y="57243"/>
                  </a:lnTo>
                  <a:lnTo>
                    <a:pt x="4588" y="55716"/>
                  </a:lnTo>
                  <a:lnTo>
                    <a:pt x="2153" y="56389"/>
                  </a:lnTo>
                  <a:lnTo>
                    <a:pt x="1957" y="56397"/>
                  </a:lnTo>
                  <a:lnTo>
                    <a:pt x="701" y="56447"/>
                  </a:lnTo>
                  <a:lnTo>
                    <a:pt x="0" y="56397"/>
                  </a:lnTo>
                  <a:lnTo>
                    <a:pt x="104" y="55666"/>
                  </a:lnTo>
                  <a:lnTo>
                    <a:pt x="974" y="52618"/>
                  </a:lnTo>
                  <a:lnTo>
                    <a:pt x="625" y="52522"/>
                  </a:lnTo>
                  <a:lnTo>
                    <a:pt x="693" y="50504"/>
                  </a:lnTo>
                  <a:lnTo>
                    <a:pt x="701" y="49763"/>
                  </a:lnTo>
                  <a:lnTo>
                    <a:pt x="809" y="48597"/>
                  </a:lnTo>
                  <a:lnTo>
                    <a:pt x="781" y="46747"/>
                  </a:lnTo>
                  <a:lnTo>
                    <a:pt x="1969" y="46797"/>
                  </a:lnTo>
                  <a:lnTo>
                    <a:pt x="3801" y="46733"/>
                  </a:lnTo>
                  <a:lnTo>
                    <a:pt x="1628" y="43700"/>
                  </a:lnTo>
                  <a:lnTo>
                    <a:pt x="3395" y="43246"/>
                  </a:lnTo>
                  <a:lnTo>
                    <a:pt x="3280" y="42234"/>
                  </a:lnTo>
                  <a:lnTo>
                    <a:pt x="3214" y="41651"/>
                  </a:lnTo>
                  <a:lnTo>
                    <a:pt x="2953" y="40749"/>
                  </a:lnTo>
                  <a:lnTo>
                    <a:pt x="2840" y="40359"/>
                  </a:lnTo>
                  <a:lnTo>
                    <a:pt x="1500" y="37703"/>
                  </a:lnTo>
                  <a:lnTo>
                    <a:pt x="979" y="35171"/>
                  </a:lnTo>
                  <a:lnTo>
                    <a:pt x="1177" y="34769"/>
                  </a:lnTo>
                  <a:lnTo>
                    <a:pt x="1311" y="34497"/>
                  </a:lnTo>
                  <a:lnTo>
                    <a:pt x="1902" y="33130"/>
                  </a:lnTo>
                  <a:lnTo>
                    <a:pt x="1921" y="32706"/>
                  </a:lnTo>
                  <a:lnTo>
                    <a:pt x="1989" y="31153"/>
                  </a:lnTo>
                  <a:lnTo>
                    <a:pt x="1774" y="30105"/>
                  </a:lnTo>
                  <a:lnTo>
                    <a:pt x="5618" y="29717"/>
                  </a:lnTo>
                  <a:lnTo>
                    <a:pt x="5720" y="29482"/>
                  </a:lnTo>
                  <a:lnTo>
                    <a:pt x="5933" y="29504"/>
                  </a:lnTo>
                  <a:lnTo>
                    <a:pt x="8342" y="29929"/>
                  </a:lnTo>
                  <a:lnTo>
                    <a:pt x="9829" y="32485"/>
                  </a:lnTo>
                  <a:lnTo>
                    <a:pt x="11246" y="35114"/>
                  </a:lnTo>
                  <a:lnTo>
                    <a:pt x="11922" y="35362"/>
                  </a:lnTo>
                  <a:lnTo>
                    <a:pt x="12285" y="33343"/>
                  </a:lnTo>
                  <a:lnTo>
                    <a:pt x="12285" y="32136"/>
                  </a:lnTo>
                  <a:lnTo>
                    <a:pt x="12390" y="31227"/>
                  </a:lnTo>
                  <a:lnTo>
                    <a:pt x="12457" y="31031"/>
                  </a:lnTo>
                  <a:lnTo>
                    <a:pt x="12534" y="30807"/>
                  </a:lnTo>
                  <a:lnTo>
                    <a:pt x="12873" y="29823"/>
                  </a:lnTo>
                  <a:lnTo>
                    <a:pt x="13058" y="29284"/>
                  </a:lnTo>
                  <a:lnTo>
                    <a:pt x="13014" y="28671"/>
                  </a:lnTo>
                  <a:lnTo>
                    <a:pt x="12735" y="28232"/>
                  </a:lnTo>
                  <a:lnTo>
                    <a:pt x="12522" y="28070"/>
                  </a:lnTo>
                  <a:lnTo>
                    <a:pt x="12321" y="27038"/>
                  </a:lnTo>
                  <a:lnTo>
                    <a:pt x="12227" y="26323"/>
                  </a:lnTo>
                  <a:lnTo>
                    <a:pt x="11974" y="25329"/>
                  </a:lnTo>
                  <a:lnTo>
                    <a:pt x="11934" y="24452"/>
                  </a:lnTo>
                  <a:lnTo>
                    <a:pt x="11915" y="24027"/>
                  </a:lnTo>
                  <a:lnTo>
                    <a:pt x="11829" y="22809"/>
                  </a:lnTo>
                  <a:lnTo>
                    <a:pt x="11962" y="22123"/>
                  </a:lnTo>
                  <a:lnTo>
                    <a:pt x="12010" y="21880"/>
                  </a:lnTo>
                  <a:lnTo>
                    <a:pt x="12144" y="21186"/>
                  </a:lnTo>
                  <a:lnTo>
                    <a:pt x="14365" y="20825"/>
                  </a:lnTo>
                  <a:lnTo>
                    <a:pt x="13115" y="19189"/>
                  </a:lnTo>
                  <a:lnTo>
                    <a:pt x="12718" y="18668"/>
                  </a:lnTo>
                  <a:lnTo>
                    <a:pt x="13624" y="17312"/>
                  </a:lnTo>
                  <a:lnTo>
                    <a:pt x="14706" y="15695"/>
                  </a:lnTo>
                  <a:lnTo>
                    <a:pt x="16200" y="13460"/>
                  </a:lnTo>
                  <a:lnTo>
                    <a:pt x="15880" y="13006"/>
                  </a:lnTo>
                  <a:lnTo>
                    <a:pt x="13121" y="8867"/>
                  </a:lnTo>
                  <a:lnTo>
                    <a:pt x="13138" y="8730"/>
                  </a:lnTo>
                  <a:lnTo>
                    <a:pt x="15205" y="7015"/>
                  </a:lnTo>
                  <a:lnTo>
                    <a:pt x="13267" y="3795"/>
                  </a:lnTo>
                  <a:lnTo>
                    <a:pt x="14256" y="0"/>
                  </a:lnTo>
                  <a:lnTo>
                    <a:pt x="19812" y="1677"/>
                  </a:lnTo>
                  <a:lnTo>
                    <a:pt x="22747" y="2563"/>
                  </a:lnTo>
                  <a:lnTo>
                    <a:pt x="28034" y="640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660726" y="2704456"/>
              <a:ext cx="62411" cy="66210"/>
            </a:xfrm>
            <a:custGeom>
              <a:avLst/>
              <a:pathLst>
                <a:path w="62411" h="66210">
                  <a:moveTo>
                    <a:pt x="5868" y="141"/>
                  </a:moveTo>
                  <a:lnTo>
                    <a:pt x="6530" y="1668"/>
                  </a:lnTo>
                  <a:lnTo>
                    <a:pt x="7614" y="1054"/>
                  </a:lnTo>
                  <a:lnTo>
                    <a:pt x="8890" y="456"/>
                  </a:lnTo>
                  <a:lnTo>
                    <a:pt x="9494" y="106"/>
                  </a:lnTo>
                  <a:lnTo>
                    <a:pt x="10064" y="2342"/>
                  </a:lnTo>
                  <a:lnTo>
                    <a:pt x="11361" y="4153"/>
                  </a:lnTo>
                  <a:lnTo>
                    <a:pt x="13691" y="5465"/>
                  </a:lnTo>
                  <a:lnTo>
                    <a:pt x="14069" y="4265"/>
                  </a:lnTo>
                  <a:lnTo>
                    <a:pt x="14416" y="4195"/>
                  </a:lnTo>
                  <a:lnTo>
                    <a:pt x="14795" y="4361"/>
                  </a:lnTo>
                  <a:lnTo>
                    <a:pt x="16705" y="4697"/>
                  </a:lnTo>
                  <a:lnTo>
                    <a:pt x="20507" y="5946"/>
                  </a:lnTo>
                  <a:lnTo>
                    <a:pt x="21427" y="6351"/>
                  </a:lnTo>
                  <a:lnTo>
                    <a:pt x="23519" y="7271"/>
                  </a:lnTo>
                  <a:lnTo>
                    <a:pt x="25431" y="7965"/>
                  </a:lnTo>
                  <a:lnTo>
                    <a:pt x="26146" y="7975"/>
                  </a:lnTo>
                  <a:lnTo>
                    <a:pt x="29148" y="8018"/>
                  </a:lnTo>
                  <a:lnTo>
                    <a:pt x="30109" y="8349"/>
                  </a:lnTo>
                  <a:lnTo>
                    <a:pt x="31541" y="9418"/>
                  </a:lnTo>
                  <a:lnTo>
                    <a:pt x="31893" y="9033"/>
                  </a:lnTo>
                  <a:lnTo>
                    <a:pt x="32331" y="9343"/>
                  </a:lnTo>
                  <a:lnTo>
                    <a:pt x="34908" y="11511"/>
                  </a:lnTo>
                  <a:lnTo>
                    <a:pt x="35207" y="11762"/>
                  </a:lnTo>
                  <a:lnTo>
                    <a:pt x="35426" y="11946"/>
                  </a:lnTo>
                  <a:lnTo>
                    <a:pt x="36932" y="13244"/>
                  </a:lnTo>
                  <a:lnTo>
                    <a:pt x="35832" y="14600"/>
                  </a:lnTo>
                  <a:lnTo>
                    <a:pt x="35009" y="15615"/>
                  </a:lnTo>
                  <a:lnTo>
                    <a:pt x="32077" y="19076"/>
                  </a:lnTo>
                  <a:lnTo>
                    <a:pt x="32317" y="19268"/>
                  </a:lnTo>
                  <a:lnTo>
                    <a:pt x="34904" y="21341"/>
                  </a:lnTo>
                  <a:lnTo>
                    <a:pt x="36929" y="22792"/>
                  </a:lnTo>
                  <a:lnTo>
                    <a:pt x="37777" y="23400"/>
                  </a:lnTo>
                  <a:lnTo>
                    <a:pt x="37950" y="23546"/>
                  </a:lnTo>
                  <a:lnTo>
                    <a:pt x="42005" y="26957"/>
                  </a:lnTo>
                  <a:lnTo>
                    <a:pt x="42604" y="27469"/>
                  </a:lnTo>
                  <a:lnTo>
                    <a:pt x="39550" y="30751"/>
                  </a:lnTo>
                  <a:lnTo>
                    <a:pt x="37564" y="31230"/>
                  </a:lnTo>
                  <a:lnTo>
                    <a:pt x="38031" y="33033"/>
                  </a:lnTo>
                  <a:lnTo>
                    <a:pt x="37657" y="33654"/>
                  </a:lnTo>
                  <a:lnTo>
                    <a:pt x="37671" y="34481"/>
                  </a:lnTo>
                  <a:lnTo>
                    <a:pt x="37690" y="34927"/>
                  </a:lnTo>
                  <a:lnTo>
                    <a:pt x="37711" y="35389"/>
                  </a:lnTo>
                  <a:lnTo>
                    <a:pt x="37657" y="36123"/>
                  </a:lnTo>
                  <a:lnTo>
                    <a:pt x="37666" y="36461"/>
                  </a:lnTo>
                  <a:lnTo>
                    <a:pt x="37671" y="36617"/>
                  </a:lnTo>
                  <a:lnTo>
                    <a:pt x="37510" y="36904"/>
                  </a:lnTo>
                  <a:lnTo>
                    <a:pt x="37177" y="37499"/>
                  </a:lnTo>
                  <a:lnTo>
                    <a:pt x="37123" y="38006"/>
                  </a:lnTo>
                  <a:lnTo>
                    <a:pt x="38479" y="38830"/>
                  </a:lnTo>
                  <a:lnTo>
                    <a:pt x="39607" y="39515"/>
                  </a:lnTo>
                  <a:lnTo>
                    <a:pt x="41142" y="39755"/>
                  </a:lnTo>
                  <a:lnTo>
                    <a:pt x="42329" y="39692"/>
                  </a:lnTo>
                  <a:lnTo>
                    <a:pt x="42664" y="39675"/>
                  </a:lnTo>
                  <a:lnTo>
                    <a:pt x="43276" y="39729"/>
                  </a:lnTo>
                  <a:lnTo>
                    <a:pt x="44046" y="39797"/>
                  </a:lnTo>
                  <a:lnTo>
                    <a:pt x="45387" y="39715"/>
                  </a:lnTo>
                  <a:lnTo>
                    <a:pt x="45264" y="39305"/>
                  </a:lnTo>
                  <a:lnTo>
                    <a:pt x="46405" y="38731"/>
                  </a:lnTo>
                  <a:lnTo>
                    <a:pt x="49421" y="38353"/>
                  </a:lnTo>
                  <a:lnTo>
                    <a:pt x="49427" y="38090"/>
                  </a:lnTo>
                  <a:lnTo>
                    <a:pt x="50474" y="38067"/>
                  </a:lnTo>
                  <a:lnTo>
                    <a:pt x="51069" y="38054"/>
                  </a:lnTo>
                  <a:lnTo>
                    <a:pt x="51348" y="38048"/>
                  </a:lnTo>
                  <a:lnTo>
                    <a:pt x="51942" y="38035"/>
                  </a:lnTo>
                  <a:lnTo>
                    <a:pt x="53448" y="38002"/>
                  </a:lnTo>
                  <a:lnTo>
                    <a:pt x="53433" y="39394"/>
                  </a:lnTo>
                  <a:lnTo>
                    <a:pt x="54134" y="39508"/>
                  </a:lnTo>
                  <a:lnTo>
                    <a:pt x="56233" y="39849"/>
                  </a:lnTo>
                  <a:lnTo>
                    <a:pt x="56836" y="40258"/>
                  </a:lnTo>
                  <a:lnTo>
                    <a:pt x="57006" y="40369"/>
                  </a:lnTo>
                  <a:lnTo>
                    <a:pt x="57493" y="40620"/>
                  </a:lnTo>
                  <a:lnTo>
                    <a:pt x="57653" y="40702"/>
                  </a:lnTo>
                  <a:lnTo>
                    <a:pt x="58261" y="41016"/>
                  </a:lnTo>
                  <a:lnTo>
                    <a:pt x="58422" y="41099"/>
                  </a:lnTo>
                  <a:lnTo>
                    <a:pt x="58597" y="41189"/>
                  </a:lnTo>
                  <a:lnTo>
                    <a:pt x="60322" y="41953"/>
                  </a:lnTo>
                  <a:lnTo>
                    <a:pt x="60580" y="42036"/>
                  </a:lnTo>
                  <a:lnTo>
                    <a:pt x="61634" y="42376"/>
                  </a:lnTo>
                  <a:lnTo>
                    <a:pt x="62411" y="44452"/>
                  </a:lnTo>
                  <a:lnTo>
                    <a:pt x="62044" y="45434"/>
                  </a:lnTo>
                  <a:lnTo>
                    <a:pt x="61685" y="46394"/>
                  </a:lnTo>
                  <a:lnTo>
                    <a:pt x="61689" y="46615"/>
                  </a:lnTo>
                  <a:lnTo>
                    <a:pt x="61695" y="46906"/>
                  </a:lnTo>
                  <a:lnTo>
                    <a:pt x="61706" y="47419"/>
                  </a:lnTo>
                  <a:lnTo>
                    <a:pt x="60805" y="48725"/>
                  </a:lnTo>
                  <a:lnTo>
                    <a:pt x="60531" y="49122"/>
                  </a:lnTo>
                  <a:lnTo>
                    <a:pt x="60274" y="49413"/>
                  </a:lnTo>
                  <a:lnTo>
                    <a:pt x="60047" y="49724"/>
                  </a:lnTo>
                  <a:lnTo>
                    <a:pt x="59751" y="50267"/>
                  </a:lnTo>
                  <a:lnTo>
                    <a:pt x="59611" y="50591"/>
                  </a:lnTo>
                  <a:lnTo>
                    <a:pt x="59464" y="51097"/>
                  </a:lnTo>
                  <a:lnTo>
                    <a:pt x="59404" y="51480"/>
                  </a:lnTo>
                  <a:lnTo>
                    <a:pt x="59382" y="51619"/>
                  </a:lnTo>
                  <a:lnTo>
                    <a:pt x="59377" y="51791"/>
                  </a:lnTo>
                  <a:lnTo>
                    <a:pt x="59367" y="52147"/>
                  </a:lnTo>
                  <a:lnTo>
                    <a:pt x="59420" y="52671"/>
                  </a:lnTo>
                  <a:lnTo>
                    <a:pt x="59567" y="53121"/>
                  </a:lnTo>
                  <a:lnTo>
                    <a:pt x="59661" y="53408"/>
                  </a:lnTo>
                  <a:lnTo>
                    <a:pt x="59714" y="53572"/>
                  </a:lnTo>
                  <a:lnTo>
                    <a:pt x="60088" y="55021"/>
                  </a:lnTo>
                  <a:lnTo>
                    <a:pt x="59973" y="55682"/>
                  </a:lnTo>
                  <a:lnTo>
                    <a:pt x="60740" y="59953"/>
                  </a:lnTo>
                  <a:lnTo>
                    <a:pt x="60854" y="60395"/>
                  </a:lnTo>
                  <a:lnTo>
                    <a:pt x="60915" y="60631"/>
                  </a:lnTo>
                  <a:lnTo>
                    <a:pt x="60650" y="60669"/>
                  </a:lnTo>
                  <a:lnTo>
                    <a:pt x="60151" y="60741"/>
                  </a:lnTo>
                  <a:lnTo>
                    <a:pt x="58520" y="60974"/>
                  </a:lnTo>
                  <a:lnTo>
                    <a:pt x="57091" y="61179"/>
                  </a:lnTo>
                  <a:lnTo>
                    <a:pt x="56166" y="61312"/>
                  </a:lnTo>
                  <a:lnTo>
                    <a:pt x="53398" y="61709"/>
                  </a:lnTo>
                  <a:lnTo>
                    <a:pt x="53241" y="61731"/>
                  </a:lnTo>
                  <a:lnTo>
                    <a:pt x="52178" y="61883"/>
                  </a:lnTo>
                  <a:lnTo>
                    <a:pt x="48569" y="62356"/>
                  </a:lnTo>
                  <a:lnTo>
                    <a:pt x="45416" y="62770"/>
                  </a:lnTo>
                  <a:lnTo>
                    <a:pt x="44937" y="62832"/>
                  </a:lnTo>
                  <a:lnTo>
                    <a:pt x="41707" y="63256"/>
                  </a:lnTo>
                  <a:lnTo>
                    <a:pt x="41096" y="63336"/>
                  </a:lnTo>
                  <a:lnTo>
                    <a:pt x="40344" y="63435"/>
                  </a:lnTo>
                  <a:lnTo>
                    <a:pt x="38113" y="63738"/>
                  </a:lnTo>
                  <a:lnTo>
                    <a:pt x="37063" y="63881"/>
                  </a:lnTo>
                  <a:lnTo>
                    <a:pt x="34265" y="64262"/>
                  </a:lnTo>
                  <a:lnTo>
                    <a:pt x="33087" y="64422"/>
                  </a:lnTo>
                  <a:lnTo>
                    <a:pt x="32221" y="64540"/>
                  </a:lnTo>
                  <a:lnTo>
                    <a:pt x="30674" y="64780"/>
                  </a:lnTo>
                  <a:lnTo>
                    <a:pt x="29512" y="64961"/>
                  </a:lnTo>
                  <a:lnTo>
                    <a:pt x="29308" y="64992"/>
                  </a:lnTo>
                  <a:lnTo>
                    <a:pt x="27445" y="65282"/>
                  </a:lnTo>
                  <a:lnTo>
                    <a:pt x="26911" y="65365"/>
                  </a:lnTo>
                  <a:lnTo>
                    <a:pt x="26133" y="65485"/>
                  </a:lnTo>
                  <a:lnTo>
                    <a:pt x="25732" y="65528"/>
                  </a:lnTo>
                  <a:lnTo>
                    <a:pt x="25223" y="65582"/>
                  </a:lnTo>
                  <a:lnTo>
                    <a:pt x="21779" y="65946"/>
                  </a:lnTo>
                  <a:lnTo>
                    <a:pt x="21503" y="65976"/>
                  </a:lnTo>
                  <a:lnTo>
                    <a:pt x="20307" y="66102"/>
                  </a:lnTo>
                  <a:lnTo>
                    <a:pt x="20145" y="66119"/>
                  </a:lnTo>
                  <a:lnTo>
                    <a:pt x="19323" y="66206"/>
                  </a:lnTo>
                  <a:lnTo>
                    <a:pt x="18891" y="66210"/>
                  </a:lnTo>
                  <a:lnTo>
                    <a:pt x="18857" y="65967"/>
                  </a:lnTo>
                  <a:lnTo>
                    <a:pt x="18834" y="65800"/>
                  </a:lnTo>
                  <a:lnTo>
                    <a:pt x="18658" y="64549"/>
                  </a:lnTo>
                  <a:lnTo>
                    <a:pt x="18204" y="61322"/>
                  </a:lnTo>
                  <a:lnTo>
                    <a:pt x="17371" y="61343"/>
                  </a:lnTo>
                  <a:lnTo>
                    <a:pt x="17176" y="60159"/>
                  </a:lnTo>
                  <a:lnTo>
                    <a:pt x="17028" y="59257"/>
                  </a:lnTo>
                  <a:lnTo>
                    <a:pt x="16436" y="56001"/>
                  </a:lnTo>
                  <a:lnTo>
                    <a:pt x="16382" y="55705"/>
                  </a:lnTo>
                  <a:lnTo>
                    <a:pt x="16264" y="54242"/>
                  </a:lnTo>
                  <a:lnTo>
                    <a:pt x="16124" y="52512"/>
                  </a:lnTo>
                  <a:lnTo>
                    <a:pt x="16112" y="52362"/>
                  </a:lnTo>
                  <a:lnTo>
                    <a:pt x="15851" y="51461"/>
                  </a:lnTo>
                  <a:lnTo>
                    <a:pt x="15604" y="51201"/>
                  </a:lnTo>
                  <a:lnTo>
                    <a:pt x="14710" y="50019"/>
                  </a:lnTo>
                  <a:lnTo>
                    <a:pt x="13758" y="48443"/>
                  </a:lnTo>
                  <a:lnTo>
                    <a:pt x="13024" y="46947"/>
                  </a:lnTo>
                  <a:lnTo>
                    <a:pt x="12550" y="45640"/>
                  </a:lnTo>
                  <a:lnTo>
                    <a:pt x="12312" y="44990"/>
                  </a:lnTo>
                  <a:lnTo>
                    <a:pt x="11461" y="42663"/>
                  </a:lnTo>
                  <a:lnTo>
                    <a:pt x="10783" y="41252"/>
                  </a:lnTo>
                  <a:lnTo>
                    <a:pt x="11648" y="40483"/>
                  </a:lnTo>
                  <a:lnTo>
                    <a:pt x="11524" y="39372"/>
                  </a:lnTo>
                  <a:lnTo>
                    <a:pt x="12470" y="37685"/>
                  </a:lnTo>
                  <a:lnTo>
                    <a:pt x="12331" y="37151"/>
                  </a:lnTo>
                  <a:lnTo>
                    <a:pt x="12434" y="36998"/>
                  </a:lnTo>
                  <a:lnTo>
                    <a:pt x="12613" y="36731"/>
                  </a:lnTo>
                  <a:lnTo>
                    <a:pt x="12734" y="36551"/>
                  </a:lnTo>
                  <a:lnTo>
                    <a:pt x="12510" y="35488"/>
                  </a:lnTo>
                  <a:lnTo>
                    <a:pt x="13051" y="34677"/>
                  </a:lnTo>
                  <a:lnTo>
                    <a:pt x="13333" y="33892"/>
                  </a:lnTo>
                  <a:lnTo>
                    <a:pt x="13440" y="33048"/>
                  </a:lnTo>
                  <a:lnTo>
                    <a:pt x="13333" y="32776"/>
                  </a:lnTo>
                  <a:lnTo>
                    <a:pt x="12330" y="30218"/>
                  </a:lnTo>
                  <a:lnTo>
                    <a:pt x="11945" y="29775"/>
                  </a:lnTo>
                  <a:lnTo>
                    <a:pt x="8111" y="25358"/>
                  </a:lnTo>
                  <a:lnTo>
                    <a:pt x="6428" y="25037"/>
                  </a:lnTo>
                  <a:lnTo>
                    <a:pt x="6221" y="18842"/>
                  </a:lnTo>
                  <a:lnTo>
                    <a:pt x="6780" y="18967"/>
                  </a:lnTo>
                  <a:lnTo>
                    <a:pt x="10618" y="19823"/>
                  </a:lnTo>
                  <a:lnTo>
                    <a:pt x="11166" y="19320"/>
                  </a:lnTo>
                  <a:lnTo>
                    <a:pt x="11324" y="18616"/>
                  </a:lnTo>
                  <a:lnTo>
                    <a:pt x="10681" y="16363"/>
                  </a:lnTo>
                  <a:lnTo>
                    <a:pt x="10738" y="14854"/>
                  </a:lnTo>
                  <a:lnTo>
                    <a:pt x="10693" y="13341"/>
                  </a:lnTo>
                  <a:lnTo>
                    <a:pt x="10564" y="13253"/>
                  </a:lnTo>
                  <a:lnTo>
                    <a:pt x="8405" y="11777"/>
                  </a:lnTo>
                  <a:lnTo>
                    <a:pt x="7397" y="10718"/>
                  </a:lnTo>
                  <a:lnTo>
                    <a:pt x="5902" y="9148"/>
                  </a:lnTo>
                  <a:lnTo>
                    <a:pt x="5746" y="8969"/>
                  </a:lnTo>
                  <a:lnTo>
                    <a:pt x="2690" y="6244"/>
                  </a:lnTo>
                  <a:lnTo>
                    <a:pt x="2090" y="4654"/>
                  </a:lnTo>
                  <a:lnTo>
                    <a:pt x="0" y="3035"/>
                  </a:lnTo>
                  <a:lnTo>
                    <a:pt x="777" y="2716"/>
                  </a:lnTo>
                  <a:lnTo>
                    <a:pt x="1850" y="2274"/>
                  </a:lnTo>
                  <a:lnTo>
                    <a:pt x="1984" y="2198"/>
                  </a:lnTo>
                  <a:lnTo>
                    <a:pt x="2640" y="1821"/>
                  </a:lnTo>
                  <a:lnTo>
                    <a:pt x="5018" y="453"/>
                  </a:lnTo>
                  <a:lnTo>
                    <a:pt x="5807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620486" y="2723299"/>
              <a:ext cx="59136" cy="50491"/>
            </a:xfrm>
            <a:custGeom>
              <a:avLst/>
              <a:pathLst>
                <a:path w="59136" h="50491">
                  <a:moveTo>
                    <a:pt x="46460" y="0"/>
                  </a:moveTo>
                  <a:lnTo>
                    <a:pt x="46668" y="6194"/>
                  </a:lnTo>
                  <a:lnTo>
                    <a:pt x="48350" y="6515"/>
                  </a:lnTo>
                  <a:lnTo>
                    <a:pt x="52184" y="10932"/>
                  </a:lnTo>
                  <a:lnTo>
                    <a:pt x="52569" y="11375"/>
                  </a:lnTo>
                  <a:lnTo>
                    <a:pt x="53573" y="13933"/>
                  </a:lnTo>
                  <a:lnTo>
                    <a:pt x="53680" y="14205"/>
                  </a:lnTo>
                  <a:lnTo>
                    <a:pt x="53573" y="15049"/>
                  </a:lnTo>
                  <a:lnTo>
                    <a:pt x="53291" y="15834"/>
                  </a:lnTo>
                  <a:lnTo>
                    <a:pt x="52749" y="16645"/>
                  </a:lnTo>
                  <a:lnTo>
                    <a:pt x="52973" y="17708"/>
                  </a:lnTo>
                  <a:lnTo>
                    <a:pt x="52853" y="17888"/>
                  </a:lnTo>
                  <a:lnTo>
                    <a:pt x="52673" y="18155"/>
                  </a:lnTo>
                  <a:lnTo>
                    <a:pt x="52571" y="18308"/>
                  </a:lnTo>
                  <a:lnTo>
                    <a:pt x="52709" y="18842"/>
                  </a:lnTo>
                  <a:lnTo>
                    <a:pt x="51758" y="20540"/>
                  </a:lnTo>
                  <a:lnTo>
                    <a:pt x="51887" y="21640"/>
                  </a:lnTo>
                  <a:lnTo>
                    <a:pt x="51022" y="22409"/>
                  </a:lnTo>
                  <a:lnTo>
                    <a:pt x="51700" y="23820"/>
                  </a:lnTo>
                  <a:lnTo>
                    <a:pt x="52551" y="26147"/>
                  </a:lnTo>
                  <a:lnTo>
                    <a:pt x="52789" y="26797"/>
                  </a:lnTo>
                  <a:lnTo>
                    <a:pt x="53263" y="28104"/>
                  </a:lnTo>
                  <a:lnTo>
                    <a:pt x="53997" y="29600"/>
                  </a:lnTo>
                  <a:lnTo>
                    <a:pt x="54949" y="31176"/>
                  </a:lnTo>
                  <a:lnTo>
                    <a:pt x="55843" y="32358"/>
                  </a:lnTo>
                  <a:lnTo>
                    <a:pt x="56090" y="32618"/>
                  </a:lnTo>
                  <a:lnTo>
                    <a:pt x="56351" y="33519"/>
                  </a:lnTo>
                  <a:lnTo>
                    <a:pt x="56363" y="33669"/>
                  </a:lnTo>
                  <a:lnTo>
                    <a:pt x="56503" y="35399"/>
                  </a:lnTo>
                  <a:lnTo>
                    <a:pt x="56621" y="36862"/>
                  </a:lnTo>
                  <a:lnTo>
                    <a:pt x="56675" y="37158"/>
                  </a:lnTo>
                  <a:lnTo>
                    <a:pt x="57268" y="40414"/>
                  </a:lnTo>
                  <a:lnTo>
                    <a:pt x="57416" y="41316"/>
                  </a:lnTo>
                  <a:lnTo>
                    <a:pt x="57610" y="42500"/>
                  </a:lnTo>
                  <a:lnTo>
                    <a:pt x="58443" y="42479"/>
                  </a:lnTo>
                  <a:lnTo>
                    <a:pt x="58897" y="45706"/>
                  </a:lnTo>
                  <a:lnTo>
                    <a:pt x="59073" y="46957"/>
                  </a:lnTo>
                  <a:lnTo>
                    <a:pt x="59096" y="47124"/>
                  </a:lnTo>
                  <a:lnTo>
                    <a:pt x="59136" y="47409"/>
                  </a:lnTo>
                  <a:lnTo>
                    <a:pt x="58999" y="47423"/>
                  </a:lnTo>
                  <a:lnTo>
                    <a:pt x="54807" y="47935"/>
                  </a:lnTo>
                  <a:lnTo>
                    <a:pt x="49606" y="48570"/>
                  </a:lnTo>
                  <a:lnTo>
                    <a:pt x="48363" y="48721"/>
                  </a:lnTo>
                  <a:lnTo>
                    <a:pt x="47456" y="48832"/>
                  </a:lnTo>
                  <a:lnTo>
                    <a:pt x="44743" y="49176"/>
                  </a:lnTo>
                  <a:lnTo>
                    <a:pt x="44329" y="49228"/>
                  </a:lnTo>
                  <a:lnTo>
                    <a:pt x="44021" y="49267"/>
                  </a:lnTo>
                  <a:lnTo>
                    <a:pt x="43669" y="49312"/>
                  </a:lnTo>
                  <a:lnTo>
                    <a:pt x="43355" y="49352"/>
                  </a:lnTo>
                  <a:lnTo>
                    <a:pt x="37373" y="50110"/>
                  </a:lnTo>
                  <a:lnTo>
                    <a:pt x="35360" y="50365"/>
                  </a:lnTo>
                  <a:lnTo>
                    <a:pt x="34366" y="50491"/>
                  </a:lnTo>
                  <a:lnTo>
                    <a:pt x="34234" y="50405"/>
                  </a:lnTo>
                  <a:lnTo>
                    <a:pt x="33671" y="50081"/>
                  </a:lnTo>
                  <a:lnTo>
                    <a:pt x="33117" y="49825"/>
                  </a:lnTo>
                  <a:lnTo>
                    <a:pt x="31374" y="49019"/>
                  </a:lnTo>
                  <a:lnTo>
                    <a:pt x="30333" y="48522"/>
                  </a:lnTo>
                  <a:lnTo>
                    <a:pt x="27034" y="46946"/>
                  </a:lnTo>
                  <a:lnTo>
                    <a:pt x="23788" y="45109"/>
                  </a:lnTo>
                  <a:lnTo>
                    <a:pt x="23465" y="44926"/>
                  </a:lnTo>
                  <a:lnTo>
                    <a:pt x="19069" y="42437"/>
                  </a:lnTo>
                  <a:lnTo>
                    <a:pt x="17413" y="41500"/>
                  </a:lnTo>
                  <a:lnTo>
                    <a:pt x="15630" y="40485"/>
                  </a:lnTo>
                  <a:lnTo>
                    <a:pt x="12645" y="38584"/>
                  </a:lnTo>
                  <a:lnTo>
                    <a:pt x="11271" y="37709"/>
                  </a:lnTo>
                  <a:lnTo>
                    <a:pt x="9102" y="36328"/>
                  </a:lnTo>
                  <a:lnTo>
                    <a:pt x="7796" y="35462"/>
                  </a:lnTo>
                  <a:lnTo>
                    <a:pt x="7990" y="35159"/>
                  </a:lnTo>
                  <a:lnTo>
                    <a:pt x="7832" y="35061"/>
                  </a:lnTo>
                  <a:lnTo>
                    <a:pt x="2481" y="31723"/>
                  </a:lnTo>
                  <a:lnTo>
                    <a:pt x="1824" y="31313"/>
                  </a:lnTo>
                  <a:lnTo>
                    <a:pt x="0" y="30174"/>
                  </a:lnTo>
                  <a:lnTo>
                    <a:pt x="2408" y="26472"/>
                  </a:lnTo>
                  <a:lnTo>
                    <a:pt x="4458" y="23417"/>
                  </a:lnTo>
                  <a:lnTo>
                    <a:pt x="7923" y="18255"/>
                  </a:lnTo>
                  <a:lnTo>
                    <a:pt x="8112" y="18372"/>
                  </a:lnTo>
                  <a:lnTo>
                    <a:pt x="9343" y="19131"/>
                  </a:lnTo>
                  <a:lnTo>
                    <a:pt x="12326" y="14352"/>
                  </a:lnTo>
                  <a:lnTo>
                    <a:pt x="14310" y="11174"/>
                  </a:lnTo>
                  <a:lnTo>
                    <a:pt x="15407" y="9478"/>
                  </a:lnTo>
                  <a:lnTo>
                    <a:pt x="18519" y="4463"/>
                  </a:lnTo>
                  <a:lnTo>
                    <a:pt x="19505" y="2875"/>
                  </a:lnTo>
                  <a:lnTo>
                    <a:pt x="19640" y="1392"/>
                  </a:lnTo>
                  <a:lnTo>
                    <a:pt x="25622" y="1580"/>
                  </a:lnTo>
                  <a:lnTo>
                    <a:pt x="26617" y="1611"/>
                  </a:lnTo>
                  <a:lnTo>
                    <a:pt x="29020" y="1670"/>
                  </a:lnTo>
                  <a:lnTo>
                    <a:pt x="32550" y="1638"/>
                  </a:lnTo>
                  <a:lnTo>
                    <a:pt x="32694" y="1574"/>
                  </a:lnTo>
                  <a:lnTo>
                    <a:pt x="33704" y="1445"/>
                  </a:lnTo>
                  <a:lnTo>
                    <a:pt x="33879" y="1423"/>
                  </a:lnTo>
                  <a:lnTo>
                    <a:pt x="34328" y="1366"/>
                  </a:lnTo>
                  <a:lnTo>
                    <a:pt x="35402" y="1056"/>
                  </a:lnTo>
                  <a:lnTo>
                    <a:pt x="37158" y="718"/>
                  </a:lnTo>
                  <a:lnTo>
                    <a:pt x="39778" y="818"/>
                  </a:lnTo>
                  <a:lnTo>
                    <a:pt x="41547" y="566"/>
                  </a:lnTo>
                  <a:lnTo>
                    <a:pt x="41761" y="573"/>
                  </a:lnTo>
                  <a:lnTo>
                    <a:pt x="42711" y="608"/>
                  </a:lnTo>
                  <a:lnTo>
                    <a:pt x="43130" y="648"/>
                  </a:lnTo>
                  <a:lnTo>
                    <a:pt x="43384" y="67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596872" y="2652591"/>
              <a:ext cx="75178" cy="89839"/>
            </a:xfrm>
            <a:custGeom>
              <a:avLst/>
              <a:pathLst>
                <a:path w="75178" h="89839">
                  <a:moveTo>
                    <a:pt x="56457" y="25564"/>
                  </a:moveTo>
                  <a:lnTo>
                    <a:pt x="56645" y="29529"/>
                  </a:lnTo>
                  <a:lnTo>
                    <a:pt x="52928" y="29657"/>
                  </a:lnTo>
                  <a:lnTo>
                    <a:pt x="52646" y="35709"/>
                  </a:lnTo>
                  <a:lnTo>
                    <a:pt x="56368" y="43967"/>
                  </a:lnTo>
                  <a:lnTo>
                    <a:pt x="57105" y="45287"/>
                  </a:lnTo>
                  <a:lnTo>
                    <a:pt x="57195" y="45447"/>
                  </a:lnTo>
                  <a:lnTo>
                    <a:pt x="57383" y="45783"/>
                  </a:lnTo>
                  <a:lnTo>
                    <a:pt x="58153" y="46871"/>
                  </a:lnTo>
                  <a:lnTo>
                    <a:pt x="58256" y="47017"/>
                  </a:lnTo>
                  <a:lnTo>
                    <a:pt x="58879" y="47895"/>
                  </a:lnTo>
                  <a:lnTo>
                    <a:pt x="59840" y="49253"/>
                  </a:lnTo>
                  <a:lnTo>
                    <a:pt x="60055" y="49470"/>
                  </a:lnTo>
                  <a:lnTo>
                    <a:pt x="60309" y="49728"/>
                  </a:lnTo>
                  <a:lnTo>
                    <a:pt x="61090" y="50519"/>
                  </a:lnTo>
                  <a:lnTo>
                    <a:pt x="61530" y="51068"/>
                  </a:lnTo>
                  <a:lnTo>
                    <a:pt x="61995" y="51648"/>
                  </a:lnTo>
                  <a:lnTo>
                    <a:pt x="62407" y="52377"/>
                  </a:lnTo>
                  <a:lnTo>
                    <a:pt x="62964" y="53363"/>
                  </a:lnTo>
                  <a:lnTo>
                    <a:pt x="63854" y="54901"/>
                  </a:lnTo>
                  <a:lnTo>
                    <a:pt x="65944" y="56519"/>
                  </a:lnTo>
                  <a:lnTo>
                    <a:pt x="66544" y="58109"/>
                  </a:lnTo>
                  <a:lnTo>
                    <a:pt x="69600" y="60834"/>
                  </a:lnTo>
                  <a:lnTo>
                    <a:pt x="69756" y="61013"/>
                  </a:lnTo>
                  <a:lnTo>
                    <a:pt x="71251" y="62583"/>
                  </a:lnTo>
                  <a:lnTo>
                    <a:pt x="72259" y="63643"/>
                  </a:lnTo>
                  <a:lnTo>
                    <a:pt x="74419" y="65118"/>
                  </a:lnTo>
                  <a:lnTo>
                    <a:pt x="74547" y="65206"/>
                  </a:lnTo>
                  <a:lnTo>
                    <a:pt x="74592" y="66719"/>
                  </a:lnTo>
                  <a:lnTo>
                    <a:pt x="74535" y="68228"/>
                  </a:lnTo>
                  <a:lnTo>
                    <a:pt x="75178" y="70482"/>
                  </a:lnTo>
                  <a:lnTo>
                    <a:pt x="75020" y="71186"/>
                  </a:lnTo>
                  <a:lnTo>
                    <a:pt x="74473" y="71688"/>
                  </a:lnTo>
                  <a:lnTo>
                    <a:pt x="70634" y="70832"/>
                  </a:lnTo>
                  <a:lnTo>
                    <a:pt x="70075" y="70708"/>
                  </a:lnTo>
                  <a:lnTo>
                    <a:pt x="66999" y="71381"/>
                  </a:lnTo>
                  <a:lnTo>
                    <a:pt x="66745" y="71356"/>
                  </a:lnTo>
                  <a:lnTo>
                    <a:pt x="66326" y="71316"/>
                  </a:lnTo>
                  <a:lnTo>
                    <a:pt x="65376" y="71282"/>
                  </a:lnTo>
                  <a:lnTo>
                    <a:pt x="65162" y="71274"/>
                  </a:lnTo>
                  <a:lnTo>
                    <a:pt x="63393" y="71526"/>
                  </a:lnTo>
                  <a:lnTo>
                    <a:pt x="60773" y="71426"/>
                  </a:lnTo>
                  <a:lnTo>
                    <a:pt x="59016" y="71764"/>
                  </a:lnTo>
                  <a:lnTo>
                    <a:pt x="57943" y="72074"/>
                  </a:lnTo>
                  <a:lnTo>
                    <a:pt x="57494" y="72131"/>
                  </a:lnTo>
                  <a:lnTo>
                    <a:pt x="57319" y="72153"/>
                  </a:lnTo>
                  <a:lnTo>
                    <a:pt x="56309" y="72282"/>
                  </a:lnTo>
                  <a:lnTo>
                    <a:pt x="56165" y="72346"/>
                  </a:lnTo>
                  <a:lnTo>
                    <a:pt x="52635" y="72378"/>
                  </a:lnTo>
                  <a:lnTo>
                    <a:pt x="50232" y="72320"/>
                  </a:lnTo>
                  <a:lnTo>
                    <a:pt x="49236" y="72288"/>
                  </a:lnTo>
                  <a:lnTo>
                    <a:pt x="43255" y="72100"/>
                  </a:lnTo>
                  <a:lnTo>
                    <a:pt x="43120" y="73583"/>
                  </a:lnTo>
                  <a:lnTo>
                    <a:pt x="42134" y="75171"/>
                  </a:lnTo>
                  <a:lnTo>
                    <a:pt x="38969" y="80271"/>
                  </a:lnTo>
                  <a:lnTo>
                    <a:pt x="37924" y="81882"/>
                  </a:lnTo>
                  <a:lnTo>
                    <a:pt x="35941" y="85060"/>
                  </a:lnTo>
                  <a:lnTo>
                    <a:pt x="32958" y="89839"/>
                  </a:lnTo>
                  <a:lnTo>
                    <a:pt x="31727" y="89080"/>
                  </a:lnTo>
                  <a:lnTo>
                    <a:pt x="31537" y="88963"/>
                  </a:lnTo>
                  <a:lnTo>
                    <a:pt x="28390" y="86930"/>
                  </a:lnTo>
                  <a:lnTo>
                    <a:pt x="24445" y="84381"/>
                  </a:lnTo>
                  <a:lnTo>
                    <a:pt x="20592" y="82077"/>
                  </a:lnTo>
                  <a:lnTo>
                    <a:pt x="20355" y="81935"/>
                  </a:lnTo>
                  <a:lnTo>
                    <a:pt x="18353" y="80691"/>
                  </a:lnTo>
                  <a:lnTo>
                    <a:pt x="17199" y="79974"/>
                  </a:lnTo>
                  <a:lnTo>
                    <a:pt x="16547" y="79702"/>
                  </a:lnTo>
                  <a:lnTo>
                    <a:pt x="15380" y="78977"/>
                  </a:lnTo>
                  <a:lnTo>
                    <a:pt x="14038" y="78144"/>
                  </a:lnTo>
                  <a:lnTo>
                    <a:pt x="10459" y="75921"/>
                  </a:lnTo>
                  <a:lnTo>
                    <a:pt x="9718" y="75521"/>
                  </a:lnTo>
                  <a:lnTo>
                    <a:pt x="8593" y="74906"/>
                  </a:lnTo>
                  <a:lnTo>
                    <a:pt x="2819" y="71402"/>
                  </a:lnTo>
                  <a:lnTo>
                    <a:pt x="420" y="69945"/>
                  </a:lnTo>
                  <a:lnTo>
                    <a:pt x="0" y="69690"/>
                  </a:lnTo>
                  <a:lnTo>
                    <a:pt x="1920" y="66132"/>
                  </a:lnTo>
                  <a:lnTo>
                    <a:pt x="3871" y="63029"/>
                  </a:lnTo>
                  <a:lnTo>
                    <a:pt x="5926" y="60173"/>
                  </a:lnTo>
                  <a:lnTo>
                    <a:pt x="6336" y="59520"/>
                  </a:lnTo>
                  <a:lnTo>
                    <a:pt x="7126" y="58262"/>
                  </a:lnTo>
                  <a:lnTo>
                    <a:pt x="7928" y="56984"/>
                  </a:lnTo>
                  <a:lnTo>
                    <a:pt x="9899" y="53972"/>
                  </a:lnTo>
                  <a:lnTo>
                    <a:pt x="11469" y="51275"/>
                  </a:lnTo>
                  <a:lnTo>
                    <a:pt x="12516" y="50922"/>
                  </a:lnTo>
                  <a:lnTo>
                    <a:pt x="18113" y="54255"/>
                  </a:lnTo>
                  <a:lnTo>
                    <a:pt x="23322" y="46006"/>
                  </a:lnTo>
                  <a:lnTo>
                    <a:pt x="24164" y="44673"/>
                  </a:lnTo>
                  <a:lnTo>
                    <a:pt x="25087" y="43211"/>
                  </a:lnTo>
                  <a:lnTo>
                    <a:pt x="26953" y="39783"/>
                  </a:lnTo>
                  <a:lnTo>
                    <a:pt x="27637" y="38527"/>
                  </a:lnTo>
                  <a:lnTo>
                    <a:pt x="30923" y="35040"/>
                  </a:lnTo>
                  <a:lnTo>
                    <a:pt x="31161" y="34786"/>
                  </a:lnTo>
                  <a:lnTo>
                    <a:pt x="31673" y="34292"/>
                  </a:lnTo>
                  <a:lnTo>
                    <a:pt x="32812" y="33192"/>
                  </a:lnTo>
                  <a:lnTo>
                    <a:pt x="31297" y="31542"/>
                  </a:lnTo>
                  <a:lnTo>
                    <a:pt x="30472" y="30791"/>
                  </a:lnTo>
                  <a:lnTo>
                    <a:pt x="29057" y="29455"/>
                  </a:lnTo>
                  <a:lnTo>
                    <a:pt x="27503" y="27988"/>
                  </a:lnTo>
                  <a:lnTo>
                    <a:pt x="27424" y="27588"/>
                  </a:lnTo>
                  <a:lnTo>
                    <a:pt x="28747" y="26539"/>
                  </a:lnTo>
                  <a:lnTo>
                    <a:pt x="29971" y="25670"/>
                  </a:lnTo>
                  <a:lnTo>
                    <a:pt x="30527" y="25308"/>
                  </a:lnTo>
                  <a:lnTo>
                    <a:pt x="32111" y="26992"/>
                  </a:lnTo>
                  <a:lnTo>
                    <a:pt x="34354" y="23174"/>
                  </a:lnTo>
                  <a:lnTo>
                    <a:pt x="36811" y="21225"/>
                  </a:lnTo>
                  <a:lnTo>
                    <a:pt x="38439" y="19249"/>
                  </a:lnTo>
                  <a:lnTo>
                    <a:pt x="40255" y="16712"/>
                  </a:lnTo>
                  <a:lnTo>
                    <a:pt x="36197" y="16098"/>
                  </a:lnTo>
                  <a:lnTo>
                    <a:pt x="36250" y="13935"/>
                  </a:lnTo>
                  <a:lnTo>
                    <a:pt x="38786" y="13621"/>
                  </a:lnTo>
                  <a:lnTo>
                    <a:pt x="40038" y="10437"/>
                  </a:lnTo>
                  <a:lnTo>
                    <a:pt x="43242" y="7713"/>
                  </a:lnTo>
                  <a:lnTo>
                    <a:pt x="44524" y="4829"/>
                  </a:lnTo>
                  <a:lnTo>
                    <a:pt x="45806" y="984"/>
                  </a:lnTo>
                  <a:lnTo>
                    <a:pt x="47356" y="0"/>
                  </a:lnTo>
                  <a:lnTo>
                    <a:pt x="48690" y="6111"/>
                  </a:lnTo>
                  <a:lnTo>
                    <a:pt x="49491" y="11238"/>
                  </a:lnTo>
                  <a:lnTo>
                    <a:pt x="49911" y="16877"/>
                  </a:lnTo>
                  <a:lnTo>
                    <a:pt x="49987" y="19338"/>
                  </a:lnTo>
                  <a:lnTo>
                    <a:pt x="50081" y="22360"/>
                  </a:lnTo>
                  <a:lnTo>
                    <a:pt x="50149" y="24537"/>
                  </a:lnTo>
                  <a:lnTo>
                    <a:pt x="53003" y="24849"/>
                  </a:lnTo>
                  <a:lnTo>
                    <a:pt x="53746" y="250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542700" y="2595740"/>
              <a:ext cx="101527" cy="111106"/>
            </a:xfrm>
            <a:custGeom>
              <a:avLst/>
              <a:pathLst>
                <a:path w="101527" h="111106">
                  <a:moveTo>
                    <a:pt x="42782" y="8811"/>
                  </a:moveTo>
                  <a:lnTo>
                    <a:pt x="45505" y="13297"/>
                  </a:lnTo>
                  <a:lnTo>
                    <a:pt x="45986" y="16661"/>
                  </a:lnTo>
                  <a:lnTo>
                    <a:pt x="51753" y="21468"/>
                  </a:lnTo>
                  <a:lnTo>
                    <a:pt x="53676" y="26755"/>
                  </a:lnTo>
                  <a:lnTo>
                    <a:pt x="56880" y="32362"/>
                  </a:lnTo>
                  <a:lnTo>
                    <a:pt x="60245" y="35887"/>
                  </a:lnTo>
                  <a:lnTo>
                    <a:pt x="68576" y="39411"/>
                  </a:lnTo>
                  <a:lnTo>
                    <a:pt x="83956" y="45019"/>
                  </a:lnTo>
                  <a:lnTo>
                    <a:pt x="96933" y="47422"/>
                  </a:lnTo>
                  <a:lnTo>
                    <a:pt x="99704" y="47653"/>
                  </a:lnTo>
                  <a:lnTo>
                    <a:pt x="100938" y="54151"/>
                  </a:lnTo>
                  <a:lnTo>
                    <a:pt x="101527" y="56851"/>
                  </a:lnTo>
                  <a:lnTo>
                    <a:pt x="99977" y="57836"/>
                  </a:lnTo>
                  <a:lnTo>
                    <a:pt x="98695" y="61681"/>
                  </a:lnTo>
                  <a:lnTo>
                    <a:pt x="97414" y="64564"/>
                  </a:lnTo>
                  <a:lnTo>
                    <a:pt x="94209" y="67288"/>
                  </a:lnTo>
                  <a:lnTo>
                    <a:pt x="92958" y="70472"/>
                  </a:lnTo>
                  <a:lnTo>
                    <a:pt x="90421" y="70786"/>
                  </a:lnTo>
                  <a:lnTo>
                    <a:pt x="90368" y="72949"/>
                  </a:lnTo>
                  <a:lnTo>
                    <a:pt x="94426" y="73563"/>
                  </a:lnTo>
                  <a:lnTo>
                    <a:pt x="92611" y="76100"/>
                  </a:lnTo>
                  <a:lnTo>
                    <a:pt x="90982" y="78076"/>
                  </a:lnTo>
                  <a:lnTo>
                    <a:pt x="88525" y="80025"/>
                  </a:lnTo>
                  <a:lnTo>
                    <a:pt x="86282" y="83844"/>
                  </a:lnTo>
                  <a:lnTo>
                    <a:pt x="84698" y="82159"/>
                  </a:lnTo>
                  <a:lnTo>
                    <a:pt x="84142" y="82521"/>
                  </a:lnTo>
                  <a:lnTo>
                    <a:pt x="82918" y="83390"/>
                  </a:lnTo>
                  <a:lnTo>
                    <a:pt x="81595" y="84439"/>
                  </a:lnTo>
                  <a:lnTo>
                    <a:pt x="81674" y="84839"/>
                  </a:lnTo>
                  <a:lnTo>
                    <a:pt x="83228" y="86306"/>
                  </a:lnTo>
                  <a:lnTo>
                    <a:pt x="84643" y="87642"/>
                  </a:lnTo>
                  <a:lnTo>
                    <a:pt x="85469" y="88393"/>
                  </a:lnTo>
                  <a:lnTo>
                    <a:pt x="86983" y="90043"/>
                  </a:lnTo>
                  <a:lnTo>
                    <a:pt x="85844" y="91143"/>
                  </a:lnTo>
                  <a:lnTo>
                    <a:pt x="85333" y="91638"/>
                  </a:lnTo>
                  <a:lnTo>
                    <a:pt x="85094" y="91891"/>
                  </a:lnTo>
                  <a:lnTo>
                    <a:pt x="81766" y="95455"/>
                  </a:lnTo>
                  <a:lnTo>
                    <a:pt x="81124" y="96634"/>
                  </a:lnTo>
                  <a:lnTo>
                    <a:pt x="79259" y="100062"/>
                  </a:lnTo>
                  <a:lnTo>
                    <a:pt x="78335" y="101525"/>
                  </a:lnTo>
                  <a:lnTo>
                    <a:pt x="77494" y="102857"/>
                  </a:lnTo>
                  <a:lnTo>
                    <a:pt x="72284" y="111106"/>
                  </a:lnTo>
                  <a:lnTo>
                    <a:pt x="66687" y="107773"/>
                  </a:lnTo>
                  <a:lnTo>
                    <a:pt x="65641" y="108126"/>
                  </a:lnTo>
                  <a:lnTo>
                    <a:pt x="64382" y="107963"/>
                  </a:lnTo>
                  <a:lnTo>
                    <a:pt x="61882" y="106561"/>
                  </a:lnTo>
                  <a:lnTo>
                    <a:pt x="59478" y="105012"/>
                  </a:lnTo>
                  <a:lnTo>
                    <a:pt x="61559" y="101664"/>
                  </a:lnTo>
                  <a:lnTo>
                    <a:pt x="58200" y="99535"/>
                  </a:lnTo>
                  <a:lnTo>
                    <a:pt x="55190" y="97700"/>
                  </a:lnTo>
                  <a:lnTo>
                    <a:pt x="46678" y="93053"/>
                  </a:lnTo>
                  <a:lnTo>
                    <a:pt x="47827" y="90983"/>
                  </a:lnTo>
                  <a:lnTo>
                    <a:pt x="48841" y="88981"/>
                  </a:lnTo>
                  <a:lnTo>
                    <a:pt x="48705" y="88234"/>
                  </a:lnTo>
                  <a:lnTo>
                    <a:pt x="48577" y="87533"/>
                  </a:lnTo>
                  <a:lnTo>
                    <a:pt x="48123" y="86799"/>
                  </a:lnTo>
                  <a:lnTo>
                    <a:pt x="46922" y="84769"/>
                  </a:lnTo>
                  <a:lnTo>
                    <a:pt x="46576" y="84258"/>
                  </a:lnTo>
                  <a:lnTo>
                    <a:pt x="44852" y="81712"/>
                  </a:lnTo>
                  <a:lnTo>
                    <a:pt x="43517" y="80043"/>
                  </a:lnTo>
                  <a:lnTo>
                    <a:pt x="42829" y="79524"/>
                  </a:lnTo>
                  <a:lnTo>
                    <a:pt x="42397" y="79194"/>
                  </a:lnTo>
                  <a:lnTo>
                    <a:pt x="41635" y="78241"/>
                  </a:lnTo>
                  <a:lnTo>
                    <a:pt x="40126" y="76545"/>
                  </a:lnTo>
                  <a:lnTo>
                    <a:pt x="38921" y="75569"/>
                  </a:lnTo>
                  <a:lnTo>
                    <a:pt x="37736" y="74609"/>
                  </a:lnTo>
                  <a:lnTo>
                    <a:pt x="37553" y="74411"/>
                  </a:lnTo>
                  <a:lnTo>
                    <a:pt x="37155" y="73982"/>
                  </a:lnTo>
                  <a:lnTo>
                    <a:pt x="36268" y="73025"/>
                  </a:lnTo>
                  <a:lnTo>
                    <a:pt x="35427" y="72117"/>
                  </a:lnTo>
                  <a:lnTo>
                    <a:pt x="34012" y="70836"/>
                  </a:lnTo>
                  <a:lnTo>
                    <a:pt x="32516" y="70061"/>
                  </a:lnTo>
                  <a:lnTo>
                    <a:pt x="31115" y="69452"/>
                  </a:lnTo>
                  <a:lnTo>
                    <a:pt x="28609" y="68322"/>
                  </a:lnTo>
                  <a:lnTo>
                    <a:pt x="27809" y="67956"/>
                  </a:lnTo>
                  <a:lnTo>
                    <a:pt x="27133" y="67618"/>
                  </a:lnTo>
                  <a:lnTo>
                    <a:pt x="25335" y="67076"/>
                  </a:lnTo>
                  <a:lnTo>
                    <a:pt x="24673" y="66777"/>
                  </a:lnTo>
                  <a:lnTo>
                    <a:pt x="23516" y="65070"/>
                  </a:lnTo>
                  <a:lnTo>
                    <a:pt x="20661" y="60857"/>
                  </a:lnTo>
                  <a:lnTo>
                    <a:pt x="19403" y="62716"/>
                  </a:lnTo>
                  <a:lnTo>
                    <a:pt x="18250" y="62051"/>
                  </a:lnTo>
                  <a:lnTo>
                    <a:pt x="15286" y="60441"/>
                  </a:lnTo>
                  <a:lnTo>
                    <a:pt x="14508" y="60206"/>
                  </a:lnTo>
                  <a:lnTo>
                    <a:pt x="12626" y="59640"/>
                  </a:lnTo>
                  <a:lnTo>
                    <a:pt x="11930" y="59292"/>
                  </a:lnTo>
                  <a:lnTo>
                    <a:pt x="11005" y="59035"/>
                  </a:lnTo>
                  <a:lnTo>
                    <a:pt x="6680" y="57760"/>
                  </a:lnTo>
                  <a:lnTo>
                    <a:pt x="5484" y="57328"/>
                  </a:lnTo>
                  <a:lnTo>
                    <a:pt x="4268" y="56887"/>
                  </a:lnTo>
                  <a:lnTo>
                    <a:pt x="3158" y="56512"/>
                  </a:lnTo>
                  <a:lnTo>
                    <a:pt x="2841" y="56405"/>
                  </a:lnTo>
                  <a:lnTo>
                    <a:pt x="1807" y="55938"/>
                  </a:lnTo>
                  <a:lnTo>
                    <a:pt x="0" y="55192"/>
                  </a:lnTo>
                  <a:lnTo>
                    <a:pt x="1540" y="53574"/>
                  </a:lnTo>
                  <a:lnTo>
                    <a:pt x="1993" y="52365"/>
                  </a:lnTo>
                  <a:lnTo>
                    <a:pt x="2398" y="51279"/>
                  </a:lnTo>
                  <a:lnTo>
                    <a:pt x="3249" y="49003"/>
                  </a:lnTo>
                  <a:lnTo>
                    <a:pt x="6795" y="51011"/>
                  </a:lnTo>
                  <a:lnTo>
                    <a:pt x="7351" y="50114"/>
                  </a:lnTo>
                  <a:lnTo>
                    <a:pt x="6112" y="47764"/>
                  </a:lnTo>
                  <a:lnTo>
                    <a:pt x="7906" y="45543"/>
                  </a:lnTo>
                  <a:lnTo>
                    <a:pt x="11238" y="43065"/>
                  </a:lnTo>
                  <a:lnTo>
                    <a:pt x="12477" y="40843"/>
                  </a:lnTo>
                  <a:lnTo>
                    <a:pt x="12007" y="39946"/>
                  </a:lnTo>
                  <a:lnTo>
                    <a:pt x="8419" y="37938"/>
                  </a:lnTo>
                  <a:lnTo>
                    <a:pt x="8889" y="33666"/>
                  </a:lnTo>
                  <a:lnTo>
                    <a:pt x="8590" y="33367"/>
                  </a:lnTo>
                  <a:lnTo>
                    <a:pt x="6710" y="34306"/>
                  </a:lnTo>
                  <a:lnTo>
                    <a:pt x="2950" y="34435"/>
                  </a:lnTo>
                  <a:lnTo>
                    <a:pt x="1925" y="31615"/>
                  </a:lnTo>
                  <a:lnTo>
                    <a:pt x="2352" y="30205"/>
                  </a:lnTo>
                  <a:lnTo>
                    <a:pt x="1284" y="28496"/>
                  </a:lnTo>
                  <a:lnTo>
                    <a:pt x="3164" y="26531"/>
                  </a:lnTo>
                  <a:lnTo>
                    <a:pt x="4071" y="26296"/>
                  </a:lnTo>
                  <a:lnTo>
                    <a:pt x="6624" y="25634"/>
                  </a:lnTo>
                  <a:lnTo>
                    <a:pt x="5749" y="19030"/>
                  </a:lnTo>
                  <a:lnTo>
                    <a:pt x="5684" y="18542"/>
                  </a:lnTo>
                  <a:lnTo>
                    <a:pt x="3933" y="18627"/>
                  </a:lnTo>
                  <a:lnTo>
                    <a:pt x="2865" y="14825"/>
                  </a:lnTo>
                  <a:lnTo>
                    <a:pt x="1750" y="13891"/>
                  </a:lnTo>
                  <a:lnTo>
                    <a:pt x="1526" y="10439"/>
                  </a:lnTo>
                  <a:lnTo>
                    <a:pt x="2593" y="10031"/>
                  </a:lnTo>
                  <a:lnTo>
                    <a:pt x="3885" y="9657"/>
                  </a:lnTo>
                  <a:lnTo>
                    <a:pt x="4652" y="9549"/>
                  </a:lnTo>
                  <a:lnTo>
                    <a:pt x="7824" y="9103"/>
                  </a:lnTo>
                  <a:lnTo>
                    <a:pt x="8076" y="9067"/>
                  </a:lnTo>
                  <a:lnTo>
                    <a:pt x="8491" y="9035"/>
                  </a:lnTo>
                  <a:lnTo>
                    <a:pt x="9252" y="8975"/>
                  </a:lnTo>
                  <a:lnTo>
                    <a:pt x="12211" y="8743"/>
                  </a:lnTo>
                  <a:lnTo>
                    <a:pt x="15080" y="9499"/>
                  </a:lnTo>
                  <a:lnTo>
                    <a:pt x="17125" y="10238"/>
                  </a:lnTo>
                  <a:lnTo>
                    <a:pt x="17498" y="10373"/>
                  </a:lnTo>
                  <a:lnTo>
                    <a:pt x="19030" y="12002"/>
                  </a:lnTo>
                  <a:lnTo>
                    <a:pt x="19177" y="12170"/>
                  </a:lnTo>
                  <a:lnTo>
                    <a:pt x="20617" y="12783"/>
                  </a:lnTo>
                  <a:lnTo>
                    <a:pt x="20940" y="12468"/>
                  </a:lnTo>
                  <a:lnTo>
                    <a:pt x="24011" y="7448"/>
                  </a:lnTo>
                  <a:lnTo>
                    <a:pt x="22809" y="2161"/>
                  </a:lnTo>
                  <a:lnTo>
                    <a:pt x="26921" y="0"/>
                  </a:lnTo>
                  <a:lnTo>
                    <a:pt x="32048" y="801"/>
                  </a:lnTo>
                  <a:lnTo>
                    <a:pt x="35893" y="3684"/>
                  </a:lnTo>
                  <a:lnTo>
                    <a:pt x="38616" y="65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502652" y="2650933"/>
              <a:ext cx="105689" cy="67791"/>
            </a:xfrm>
            <a:custGeom>
              <a:avLst/>
              <a:pathLst>
                <a:path w="105689" h="67791">
                  <a:moveTo>
                    <a:pt x="58298" y="6858"/>
                  </a:moveTo>
                  <a:lnTo>
                    <a:pt x="59452" y="7523"/>
                  </a:lnTo>
                  <a:lnTo>
                    <a:pt x="60709" y="5664"/>
                  </a:lnTo>
                  <a:lnTo>
                    <a:pt x="63564" y="9877"/>
                  </a:lnTo>
                  <a:lnTo>
                    <a:pt x="64721" y="11584"/>
                  </a:lnTo>
                  <a:lnTo>
                    <a:pt x="65383" y="11883"/>
                  </a:lnTo>
                  <a:lnTo>
                    <a:pt x="67182" y="12425"/>
                  </a:lnTo>
                  <a:lnTo>
                    <a:pt x="68051" y="12855"/>
                  </a:lnTo>
                  <a:lnTo>
                    <a:pt x="68657" y="13129"/>
                  </a:lnTo>
                  <a:lnTo>
                    <a:pt x="71163" y="14260"/>
                  </a:lnTo>
                  <a:lnTo>
                    <a:pt x="72565" y="14869"/>
                  </a:lnTo>
                  <a:lnTo>
                    <a:pt x="74060" y="15643"/>
                  </a:lnTo>
                  <a:lnTo>
                    <a:pt x="75475" y="16925"/>
                  </a:lnTo>
                  <a:lnTo>
                    <a:pt x="76317" y="17833"/>
                  </a:lnTo>
                  <a:lnTo>
                    <a:pt x="77203" y="18789"/>
                  </a:lnTo>
                  <a:lnTo>
                    <a:pt x="77601" y="19218"/>
                  </a:lnTo>
                  <a:lnTo>
                    <a:pt x="77785" y="19416"/>
                  </a:lnTo>
                  <a:lnTo>
                    <a:pt x="78969" y="20376"/>
                  </a:lnTo>
                  <a:lnTo>
                    <a:pt x="80174" y="21352"/>
                  </a:lnTo>
                  <a:lnTo>
                    <a:pt x="81683" y="23048"/>
                  </a:lnTo>
                  <a:lnTo>
                    <a:pt x="82455" y="24013"/>
                  </a:lnTo>
                  <a:lnTo>
                    <a:pt x="82877" y="24331"/>
                  </a:lnTo>
                  <a:lnTo>
                    <a:pt x="83566" y="24850"/>
                  </a:lnTo>
                  <a:lnTo>
                    <a:pt x="84901" y="26519"/>
                  </a:lnTo>
                  <a:lnTo>
                    <a:pt x="86624" y="29066"/>
                  </a:lnTo>
                  <a:lnTo>
                    <a:pt x="86970" y="29576"/>
                  </a:lnTo>
                  <a:lnTo>
                    <a:pt x="88172" y="31606"/>
                  </a:lnTo>
                  <a:lnTo>
                    <a:pt x="88626" y="32340"/>
                  </a:lnTo>
                  <a:lnTo>
                    <a:pt x="88753" y="33041"/>
                  </a:lnTo>
                  <a:lnTo>
                    <a:pt x="88890" y="33788"/>
                  </a:lnTo>
                  <a:lnTo>
                    <a:pt x="87875" y="35791"/>
                  </a:lnTo>
                  <a:lnTo>
                    <a:pt x="86727" y="37860"/>
                  </a:lnTo>
                  <a:lnTo>
                    <a:pt x="95238" y="42507"/>
                  </a:lnTo>
                  <a:lnTo>
                    <a:pt x="98249" y="44342"/>
                  </a:lnTo>
                  <a:lnTo>
                    <a:pt x="101607" y="46471"/>
                  </a:lnTo>
                  <a:lnTo>
                    <a:pt x="99537" y="49825"/>
                  </a:lnTo>
                  <a:lnTo>
                    <a:pt x="101940" y="51374"/>
                  </a:lnTo>
                  <a:lnTo>
                    <a:pt x="104430" y="52770"/>
                  </a:lnTo>
                  <a:lnTo>
                    <a:pt x="105689" y="52933"/>
                  </a:lnTo>
                  <a:lnTo>
                    <a:pt x="104118" y="55631"/>
                  </a:lnTo>
                  <a:lnTo>
                    <a:pt x="102148" y="58643"/>
                  </a:lnTo>
                  <a:lnTo>
                    <a:pt x="101345" y="59920"/>
                  </a:lnTo>
                  <a:lnTo>
                    <a:pt x="100555" y="61178"/>
                  </a:lnTo>
                  <a:lnTo>
                    <a:pt x="100145" y="61831"/>
                  </a:lnTo>
                  <a:lnTo>
                    <a:pt x="98025" y="64791"/>
                  </a:lnTo>
                  <a:lnTo>
                    <a:pt x="96140" y="67791"/>
                  </a:lnTo>
                  <a:lnTo>
                    <a:pt x="92740" y="65843"/>
                  </a:lnTo>
                  <a:lnTo>
                    <a:pt x="90049" y="64300"/>
                  </a:lnTo>
                  <a:lnTo>
                    <a:pt x="87115" y="62619"/>
                  </a:lnTo>
                  <a:lnTo>
                    <a:pt x="83922" y="60659"/>
                  </a:lnTo>
                  <a:lnTo>
                    <a:pt x="82715" y="59918"/>
                  </a:lnTo>
                  <a:lnTo>
                    <a:pt x="81991" y="59474"/>
                  </a:lnTo>
                  <a:lnTo>
                    <a:pt x="79457" y="57896"/>
                  </a:lnTo>
                  <a:lnTo>
                    <a:pt x="77618" y="56848"/>
                  </a:lnTo>
                  <a:lnTo>
                    <a:pt x="75264" y="55506"/>
                  </a:lnTo>
                  <a:lnTo>
                    <a:pt x="74690" y="55252"/>
                  </a:lnTo>
                  <a:lnTo>
                    <a:pt x="74156" y="57014"/>
                  </a:lnTo>
                  <a:lnTo>
                    <a:pt x="73342" y="58710"/>
                  </a:lnTo>
                  <a:lnTo>
                    <a:pt x="71265" y="57551"/>
                  </a:lnTo>
                  <a:lnTo>
                    <a:pt x="70634" y="57290"/>
                  </a:lnTo>
                  <a:lnTo>
                    <a:pt x="70289" y="57147"/>
                  </a:lnTo>
                  <a:lnTo>
                    <a:pt x="69804" y="56986"/>
                  </a:lnTo>
                  <a:lnTo>
                    <a:pt x="69491" y="56883"/>
                  </a:lnTo>
                  <a:lnTo>
                    <a:pt x="68315" y="56219"/>
                  </a:lnTo>
                  <a:lnTo>
                    <a:pt x="67925" y="55998"/>
                  </a:lnTo>
                  <a:lnTo>
                    <a:pt x="65496" y="57687"/>
                  </a:lnTo>
                  <a:lnTo>
                    <a:pt x="63635" y="57551"/>
                  </a:lnTo>
                  <a:lnTo>
                    <a:pt x="60527" y="58320"/>
                  </a:lnTo>
                  <a:lnTo>
                    <a:pt x="57771" y="57295"/>
                  </a:lnTo>
                  <a:lnTo>
                    <a:pt x="55593" y="56334"/>
                  </a:lnTo>
                  <a:lnTo>
                    <a:pt x="54663" y="54027"/>
                  </a:lnTo>
                  <a:lnTo>
                    <a:pt x="52677" y="54828"/>
                  </a:lnTo>
                  <a:lnTo>
                    <a:pt x="50786" y="55244"/>
                  </a:lnTo>
                  <a:lnTo>
                    <a:pt x="50812" y="51019"/>
                  </a:lnTo>
                  <a:lnTo>
                    <a:pt x="49616" y="48584"/>
                  </a:lnTo>
                  <a:lnTo>
                    <a:pt x="49103" y="49267"/>
                  </a:lnTo>
                  <a:lnTo>
                    <a:pt x="37012" y="51236"/>
                  </a:lnTo>
                  <a:lnTo>
                    <a:pt x="36347" y="48831"/>
                  </a:lnTo>
                  <a:lnTo>
                    <a:pt x="36207" y="48323"/>
                  </a:lnTo>
                  <a:lnTo>
                    <a:pt x="38418" y="47779"/>
                  </a:lnTo>
                  <a:lnTo>
                    <a:pt x="38517" y="48141"/>
                  </a:lnTo>
                  <a:lnTo>
                    <a:pt x="38610" y="48484"/>
                  </a:lnTo>
                  <a:lnTo>
                    <a:pt x="47710" y="46112"/>
                  </a:lnTo>
                  <a:lnTo>
                    <a:pt x="49023" y="45041"/>
                  </a:lnTo>
                  <a:lnTo>
                    <a:pt x="49280" y="44831"/>
                  </a:lnTo>
                  <a:lnTo>
                    <a:pt x="52149" y="45099"/>
                  </a:lnTo>
                  <a:lnTo>
                    <a:pt x="54401" y="42902"/>
                  </a:lnTo>
                  <a:lnTo>
                    <a:pt x="52905" y="41492"/>
                  </a:lnTo>
                  <a:lnTo>
                    <a:pt x="55212" y="38843"/>
                  </a:lnTo>
                  <a:lnTo>
                    <a:pt x="55212" y="38587"/>
                  </a:lnTo>
                  <a:lnTo>
                    <a:pt x="53461" y="38159"/>
                  </a:lnTo>
                  <a:lnTo>
                    <a:pt x="54144" y="36365"/>
                  </a:lnTo>
                  <a:lnTo>
                    <a:pt x="55289" y="36609"/>
                  </a:lnTo>
                  <a:lnTo>
                    <a:pt x="54785" y="34143"/>
                  </a:lnTo>
                  <a:lnTo>
                    <a:pt x="53760" y="32947"/>
                  </a:lnTo>
                  <a:lnTo>
                    <a:pt x="52264" y="32264"/>
                  </a:lnTo>
                  <a:lnTo>
                    <a:pt x="51154" y="31965"/>
                  </a:lnTo>
                  <a:lnTo>
                    <a:pt x="47984" y="31723"/>
                  </a:lnTo>
                  <a:lnTo>
                    <a:pt x="42395" y="35938"/>
                  </a:lnTo>
                  <a:lnTo>
                    <a:pt x="40046" y="36023"/>
                  </a:lnTo>
                  <a:lnTo>
                    <a:pt x="39832" y="34485"/>
                  </a:lnTo>
                  <a:lnTo>
                    <a:pt x="39106" y="34571"/>
                  </a:lnTo>
                  <a:lnTo>
                    <a:pt x="38337" y="29401"/>
                  </a:lnTo>
                  <a:lnTo>
                    <a:pt x="35090" y="31025"/>
                  </a:lnTo>
                  <a:lnTo>
                    <a:pt x="36628" y="33417"/>
                  </a:lnTo>
                  <a:lnTo>
                    <a:pt x="33680" y="38757"/>
                  </a:lnTo>
                  <a:lnTo>
                    <a:pt x="31886" y="39612"/>
                  </a:lnTo>
                  <a:lnTo>
                    <a:pt x="29792" y="39655"/>
                  </a:lnTo>
                  <a:lnTo>
                    <a:pt x="28573" y="38280"/>
                  </a:lnTo>
                  <a:lnTo>
                    <a:pt x="27827" y="39612"/>
                  </a:lnTo>
                  <a:lnTo>
                    <a:pt x="27186" y="41193"/>
                  </a:lnTo>
                  <a:lnTo>
                    <a:pt x="24879" y="43671"/>
                  </a:lnTo>
                  <a:lnTo>
                    <a:pt x="19338" y="48089"/>
                  </a:lnTo>
                  <a:lnTo>
                    <a:pt x="8267" y="54647"/>
                  </a:lnTo>
                  <a:lnTo>
                    <a:pt x="6857" y="52713"/>
                  </a:lnTo>
                  <a:lnTo>
                    <a:pt x="9901" y="50118"/>
                  </a:lnTo>
                  <a:lnTo>
                    <a:pt x="8170" y="47170"/>
                  </a:lnTo>
                  <a:lnTo>
                    <a:pt x="9901" y="46112"/>
                  </a:lnTo>
                  <a:lnTo>
                    <a:pt x="11887" y="48451"/>
                  </a:lnTo>
                  <a:lnTo>
                    <a:pt x="12688" y="48644"/>
                  </a:lnTo>
                  <a:lnTo>
                    <a:pt x="15602" y="46583"/>
                  </a:lnTo>
                  <a:lnTo>
                    <a:pt x="13681" y="44222"/>
                  </a:lnTo>
                  <a:lnTo>
                    <a:pt x="17110" y="40858"/>
                  </a:lnTo>
                  <a:lnTo>
                    <a:pt x="17046" y="39672"/>
                  </a:lnTo>
                  <a:lnTo>
                    <a:pt x="18488" y="38230"/>
                  </a:lnTo>
                  <a:lnTo>
                    <a:pt x="19161" y="38711"/>
                  </a:lnTo>
                  <a:lnTo>
                    <a:pt x="19898" y="37878"/>
                  </a:lnTo>
                  <a:lnTo>
                    <a:pt x="18392" y="36532"/>
                  </a:lnTo>
                  <a:lnTo>
                    <a:pt x="15668" y="34129"/>
                  </a:lnTo>
                  <a:lnTo>
                    <a:pt x="14643" y="34609"/>
                  </a:lnTo>
                  <a:lnTo>
                    <a:pt x="15572" y="38486"/>
                  </a:lnTo>
                  <a:lnTo>
                    <a:pt x="2339" y="40761"/>
                  </a:lnTo>
                  <a:lnTo>
                    <a:pt x="993" y="40954"/>
                  </a:lnTo>
                  <a:lnTo>
                    <a:pt x="0" y="33616"/>
                  </a:lnTo>
                  <a:lnTo>
                    <a:pt x="10029" y="31693"/>
                  </a:lnTo>
                  <a:lnTo>
                    <a:pt x="9933" y="28521"/>
                  </a:lnTo>
                  <a:lnTo>
                    <a:pt x="14803" y="27208"/>
                  </a:lnTo>
                  <a:lnTo>
                    <a:pt x="15284" y="30187"/>
                  </a:lnTo>
                  <a:lnTo>
                    <a:pt x="17687" y="26599"/>
                  </a:lnTo>
                  <a:lnTo>
                    <a:pt x="19385" y="23266"/>
                  </a:lnTo>
                  <a:lnTo>
                    <a:pt x="19609" y="20254"/>
                  </a:lnTo>
                  <a:lnTo>
                    <a:pt x="21756" y="20062"/>
                  </a:lnTo>
                  <a:lnTo>
                    <a:pt x="21564" y="19421"/>
                  </a:lnTo>
                  <a:lnTo>
                    <a:pt x="20795" y="18620"/>
                  </a:lnTo>
                  <a:lnTo>
                    <a:pt x="19834" y="18588"/>
                  </a:lnTo>
                  <a:lnTo>
                    <a:pt x="19385" y="16025"/>
                  </a:lnTo>
                  <a:lnTo>
                    <a:pt x="16725" y="14134"/>
                  </a:lnTo>
                  <a:lnTo>
                    <a:pt x="13073" y="11731"/>
                  </a:lnTo>
                  <a:lnTo>
                    <a:pt x="8427" y="9713"/>
                  </a:lnTo>
                  <a:lnTo>
                    <a:pt x="8704" y="9144"/>
                  </a:lnTo>
                  <a:lnTo>
                    <a:pt x="9287" y="7946"/>
                  </a:lnTo>
                  <a:lnTo>
                    <a:pt x="7194" y="5639"/>
                  </a:lnTo>
                  <a:lnTo>
                    <a:pt x="8188" y="4161"/>
                  </a:lnTo>
                  <a:lnTo>
                    <a:pt x="11979" y="6493"/>
                  </a:lnTo>
                  <a:lnTo>
                    <a:pt x="14414" y="7091"/>
                  </a:lnTo>
                  <a:lnTo>
                    <a:pt x="19413" y="7220"/>
                  </a:lnTo>
                  <a:lnTo>
                    <a:pt x="19498" y="9527"/>
                  </a:lnTo>
                  <a:lnTo>
                    <a:pt x="16080" y="10039"/>
                  </a:lnTo>
                  <a:lnTo>
                    <a:pt x="16080" y="10766"/>
                  </a:lnTo>
                  <a:lnTo>
                    <a:pt x="19028" y="11919"/>
                  </a:lnTo>
                  <a:lnTo>
                    <a:pt x="19669" y="13115"/>
                  </a:lnTo>
                  <a:lnTo>
                    <a:pt x="23813" y="11278"/>
                  </a:lnTo>
                  <a:lnTo>
                    <a:pt x="23130" y="10039"/>
                  </a:lnTo>
                  <a:lnTo>
                    <a:pt x="23429" y="9099"/>
                  </a:lnTo>
                  <a:lnTo>
                    <a:pt x="27060" y="8202"/>
                  </a:lnTo>
                  <a:lnTo>
                    <a:pt x="29495" y="6792"/>
                  </a:lnTo>
                  <a:lnTo>
                    <a:pt x="31119" y="4186"/>
                  </a:lnTo>
                  <a:lnTo>
                    <a:pt x="32999" y="4144"/>
                  </a:lnTo>
                  <a:lnTo>
                    <a:pt x="38083" y="598"/>
                  </a:lnTo>
                  <a:lnTo>
                    <a:pt x="40048" y="0"/>
                  </a:lnTo>
                  <a:lnTo>
                    <a:pt x="41855" y="745"/>
                  </a:lnTo>
                  <a:lnTo>
                    <a:pt x="42890" y="1213"/>
                  </a:lnTo>
                  <a:lnTo>
                    <a:pt x="43207" y="1320"/>
                  </a:lnTo>
                  <a:lnTo>
                    <a:pt x="44316" y="1695"/>
                  </a:lnTo>
                  <a:lnTo>
                    <a:pt x="45532" y="2135"/>
                  </a:lnTo>
                  <a:lnTo>
                    <a:pt x="46728" y="2568"/>
                  </a:lnTo>
                  <a:lnTo>
                    <a:pt x="51054" y="3843"/>
                  </a:lnTo>
                  <a:lnTo>
                    <a:pt x="51978" y="4100"/>
                  </a:lnTo>
                  <a:lnTo>
                    <a:pt x="52675" y="4447"/>
                  </a:lnTo>
                  <a:lnTo>
                    <a:pt x="54557" y="5014"/>
                  </a:lnTo>
                  <a:lnTo>
                    <a:pt x="55334" y="52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551552" y="2706185"/>
              <a:ext cx="76857" cy="48905"/>
            </a:xfrm>
            <a:custGeom>
              <a:avLst/>
              <a:pathLst>
                <a:path w="76857" h="48905">
                  <a:moveTo>
                    <a:pt x="30556" y="2643"/>
                  </a:moveTo>
                  <a:lnTo>
                    <a:pt x="33090" y="4221"/>
                  </a:lnTo>
                  <a:lnTo>
                    <a:pt x="33814" y="4665"/>
                  </a:lnTo>
                  <a:lnTo>
                    <a:pt x="35083" y="5444"/>
                  </a:lnTo>
                  <a:lnTo>
                    <a:pt x="38215" y="7366"/>
                  </a:lnTo>
                  <a:lnTo>
                    <a:pt x="41148" y="9047"/>
                  </a:lnTo>
                  <a:lnTo>
                    <a:pt x="43840" y="10590"/>
                  </a:lnTo>
                  <a:lnTo>
                    <a:pt x="47172" y="12664"/>
                  </a:lnTo>
                  <a:lnTo>
                    <a:pt x="45319" y="16096"/>
                  </a:lnTo>
                  <a:lnTo>
                    <a:pt x="45739" y="16351"/>
                  </a:lnTo>
                  <a:lnTo>
                    <a:pt x="48139" y="17808"/>
                  </a:lnTo>
                  <a:lnTo>
                    <a:pt x="54000" y="21366"/>
                  </a:lnTo>
                  <a:lnTo>
                    <a:pt x="55038" y="21926"/>
                  </a:lnTo>
                  <a:lnTo>
                    <a:pt x="55779" y="22327"/>
                  </a:lnTo>
                  <a:lnTo>
                    <a:pt x="59357" y="24549"/>
                  </a:lnTo>
                  <a:lnTo>
                    <a:pt x="60699" y="25383"/>
                  </a:lnTo>
                  <a:lnTo>
                    <a:pt x="61867" y="26108"/>
                  </a:lnTo>
                  <a:lnTo>
                    <a:pt x="62518" y="26380"/>
                  </a:lnTo>
                  <a:lnTo>
                    <a:pt x="63673" y="27097"/>
                  </a:lnTo>
                  <a:lnTo>
                    <a:pt x="65674" y="28341"/>
                  </a:lnTo>
                  <a:lnTo>
                    <a:pt x="65911" y="28483"/>
                  </a:lnTo>
                  <a:lnTo>
                    <a:pt x="69765" y="30787"/>
                  </a:lnTo>
                  <a:lnTo>
                    <a:pt x="73709" y="33335"/>
                  </a:lnTo>
                  <a:lnTo>
                    <a:pt x="76857" y="35369"/>
                  </a:lnTo>
                  <a:lnTo>
                    <a:pt x="73392" y="40531"/>
                  </a:lnTo>
                  <a:lnTo>
                    <a:pt x="71342" y="43586"/>
                  </a:lnTo>
                  <a:lnTo>
                    <a:pt x="68934" y="47288"/>
                  </a:lnTo>
                  <a:lnTo>
                    <a:pt x="70750" y="48429"/>
                  </a:lnTo>
                  <a:lnTo>
                    <a:pt x="70170" y="48632"/>
                  </a:lnTo>
                  <a:lnTo>
                    <a:pt x="69388" y="48905"/>
                  </a:lnTo>
                  <a:lnTo>
                    <a:pt x="66350" y="48519"/>
                  </a:lnTo>
                  <a:lnTo>
                    <a:pt x="61097" y="47853"/>
                  </a:lnTo>
                  <a:lnTo>
                    <a:pt x="59199" y="47513"/>
                  </a:lnTo>
                  <a:lnTo>
                    <a:pt x="58897" y="47469"/>
                  </a:lnTo>
                  <a:lnTo>
                    <a:pt x="54076" y="47446"/>
                  </a:lnTo>
                  <a:lnTo>
                    <a:pt x="55191" y="45905"/>
                  </a:lnTo>
                  <a:lnTo>
                    <a:pt x="52049" y="43921"/>
                  </a:lnTo>
                  <a:lnTo>
                    <a:pt x="52906" y="42604"/>
                  </a:lnTo>
                  <a:lnTo>
                    <a:pt x="52496" y="42354"/>
                  </a:lnTo>
                  <a:lnTo>
                    <a:pt x="45878" y="38300"/>
                  </a:lnTo>
                  <a:lnTo>
                    <a:pt x="41979" y="36089"/>
                  </a:lnTo>
                  <a:lnTo>
                    <a:pt x="40785" y="39121"/>
                  </a:lnTo>
                  <a:lnTo>
                    <a:pt x="40509" y="39914"/>
                  </a:lnTo>
                  <a:lnTo>
                    <a:pt x="40291" y="40537"/>
                  </a:lnTo>
                  <a:lnTo>
                    <a:pt x="39458" y="41573"/>
                  </a:lnTo>
                  <a:lnTo>
                    <a:pt x="37398" y="43769"/>
                  </a:lnTo>
                  <a:lnTo>
                    <a:pt x="35389" y="45910"/>
                  </a:lnTo>
                  <a:lnTo>
                    <a:pt x="33616" y="48099"/>
                  </a:lnTo>
                  <a:lnTo>
                    <a:pt x="32588" y="47319"/>
                  </a:lnTo>
                  <a:lnTo>
                    <a:pt x="29257" y="44792"/>
                  </a:lnTo>
                  <a:lnTo>
                    <a:pt x="27584" y="42803"/>
                  </a:lnTo>
                  <a:lnTo>
                    <a:pt x="27123" y="42357"/>
                  </a:lnTo>
                  <a:lnTo>
                    <a:pt x="27040" y="42044"/>
                  </a:lnTo>
                  <a:lnTo>
                    <a:pt x="27255" y="42022"/>
                  </a:lnTo>
                  <a:lnTo>
                    <a:pt x="28537" y="41167"/>
                  </a:lnTo>
                  <a:lnTo>
                    <a:pt x="29461" y="40195"/>
                  </a:lnTo>
                  <a:lnTo>
                    <a:pt x="29451" y="40056"/>
                  </a:lnTo>
                  <a:lnTo>
                    <a:pt x="27764" y="39030"/>
                  </a:lnTo>
                  <a:lnTo>
                    <a:pt x="26519" y="38304"/>
                  </a:lnTo>
                  <a:lnTo>
                    <a:pt x="25218" y="37722"/>
                  </a:lnTo>
                  <a:lnTo>
                    <a:pt x="24656" y="38019"/>
                  </a:lnTo>
                  <a:lnTo>
                    <a:pt x="24443" y="37990"/>
                  </a:lnTo>
                  <a:lnTo>
                    <a:pt x="24138" y="37920"/>
                  </a:lnTo>
                  <a:lnTo>
                    <a:pt x="23106" y="37808"/>
                  </a:lnTo>
                  <a:lnTo>
                    <a:pt x="21500" y="37635"/>
                  </a:lnTo>
                  <a:lnTo>
                    <a:pt x="21054" y="37587"/>
                  </a:lnTo>
                  <a:lnTo>
                    <a:pt x="19685" y="37417"/>
                  </a:lnTo>
                  <a:lnTo>
                    <a:pt x="17768" y="37333"/>
                  </a:lnTo>
                  <a:lnTo>
                    <a:pt x="16504" y="37399"/>
                  </a:lnTo>
                  <a:lnTo>
                    <a:pt x="14304" y="36840"/>
                  </a:lnTo>
                  <a:lnTo>
                    <a:pt x="14157" y="36802"/>
                  </a:lnTo>
                  <a:lnTo>
                    <a:pt x="11097" y="35196"/>
                  </a:lnTo>
                  <a:lnTo>
                    <a:pt x="10761" y="34864"/>
                  </a:lnTo>
                  <a:lnTo>
                    <a:pt x="9265" y="34036"/>
                  </a:lnTo>
                  <a:lnTo>
                    <a:pt x="7909" y="33310"/>
                  </a:lnTo>
                  <a:lnTo>
                    <a:pt x="6199" y="32893"/>
                  </a:lnTo>
                  <a:lnTo>
                    <a:pt x="2374" y="33218"/>
                  </a:lnTo>
                  <a:lnTo>
                    <a:pt x="496" y="33377"/>
                  </a:lnTo>
                  <a:lnTo>
                    <a:pt x="436" y="32843"/>
                  </a:lnTo>
                  <a:lnTo>
                    <a:pt x="399" y="32517"/>
                  </a:lnTo>
                  <a:lnTo>
                    <a:pt x="379" y="32348"/>
                  </a:lnTo>
                  <a:lnTo>
                    <a:pt x="307" y="31721"/>
                  </a:lnTo>
                  <a:lnTo>
                    <a:pt x="658" y="31648"/>
                  </a:lnTo>
                  <a:lnTo>
                    <a:pt x="2636" y="31240"/>
                  </a:lnTo>
                  <a:lnTo>
                    <a:pt x="2817" y="27876"/>
                  </a:lnTo>
                  <a:lnTo>
                    <a:pt x="4118" y="27881"/>
                  </a:lnTo>
                  <a:lnTo>
                    <a:pt x="3896" y="26011"/>
                  </a:lnTo>
                  <a:lnTo>
                    <a:pt x="1495" y="26652"/>
                  </a:lnTo>
                  <a:lnTo>
                    <a:pt x="1094" y="25851"/>
                  </a:lnTo>
                  <a:lnTo>
                    <a:pt x="640" y="24543"/>
                  </a:lnTo>
                  <a:lnTo>
                    <a:pt x="186" y="22620"/>
                  </a:lnTo>
                  <a:lnTo>
                    <a:pt x="0" y="20564"/>
                  </a:lnTo>
                  <a:lnTo>
                    <a:pt x="560" y="18748"/>
                  </a:lnTo>
                  <a:lnTo>
                    <a:pt x="1687" y="13478"/>
                  </a:lnTo>
                  <a:lnTo>
                    <a:pt x="2460" y="9789"/>
                  </a:lnTo>
                  <a:lnTo>
                    <a:pt x="558" y="8123"/>
                  </a:lnTo>
                  <a:lnTo>
                    <a:pt x="645" y="7984"/>
                  </a:lnTo>
                  <a:lnTo>
                    <a:pt x="1332" y="6873"/>
                  </a:lnTo>
                  <a:lnTo>
                    <a:pt x="1669" y="6329"/>
                  </a:lnTo>
                  <a:lnTo>
                    <a:pt x="3079" y="5047"/>
                  </a:lnTo>
                  <a:lnTo>
                    <a:pt x="7074" y="9234"/>
                  </a:lnTo>
                  <a:lnTo>
                    <a:pt x="9188" y="10836"/>
                  </a:lnTo>
                  <a:lnTo>
                    <a:pt x="9722" y="8038"/>
                  </a:lnTo>
                  <a:lnTo>
                    <a:pt x="8783" y="7674"/>
                  </a:lnTo>
                  <a:lnTo>
                    <a:pt x="9573" y="3958"/>
                  </a:lnTo>
                  <a:lnTo>
                    <a:pt x="11630" y="3886"/>
                  </a:lnTo>
                  <a:lnTo>
                    <a:pt x="11627" y="3068"/>
                  </a:lnTo>
                  <a:lnTo>
                    <a:pt x="14735" y="2299"/>
                  </a:lnTo>
                  <a:lnTo>
                    <a:pt x="16595" y="2434"/>
                  </a:lnTo>
                  <a:lnTo>
                    <a:pt x="19025" y="745"/>
                  </a:lnTo>
                  <a:lnTo>
                    <a:pt x="19415" y="966"/>
                  </a:lnTo>
                  <a:lnTo>
                    <a:pt x="20591" y="1630"/>
                  </a:lnTo>
                  <a:lnTo>
                    <a:pt x="20904" y="1734"/>
                  </a:lnTo>
                  <a:lnTo>
                    <a:pt x="21389" y="1894"/>
                  </a:lnTo>
                  <a:lnTo>
                    <a:pt x="21734" y="2037"/>
                  </a:lnTo>
                  <a:lnTo>
                    <a:pt x="22365" y="2298"/>
                  </a:lnTo>
                  <a:lnTo>
                    <a:pt x="24442" y="3457"/>
                  </a:lnTo>
                  <a:lnTo>
                    <a:pt x="25256" y="1762"/>
                  </a:lnTo>
                  <a:lnTo>
                    <a:pt x="25790" y="0"/>
                  </a:lnTo>
                  <a:lnTo>
                    <a:pt x="26364" y="253"/>
                  </a:lnTo>
                  <a:lnTo>
                    <a:pt x="28718" y="15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457955" y="2739029"/>
              <a:ext cx="148788" cy="65240"/>
            </a:xfrm>
            <a:custGeom>
              <a:avLst/>
              <a:pathLst>
                <a:path w="148788" h="65240">
                  <a:moveTo>
                    <a:pt x="94033" y="0"/>
                  </a:moveTo>
                  <a:lnTo>
                    <a:pt x="94093" y="534"/>
                  </a:lnTo>
                  <a:lnTo>
                    <a:pt x="95971" y="375"/>
                  </a:lnTo>
                  <a:lnTo>
                    <a:pt x="99795" y="50"/>
                  </a:lnTo>
                  <a:lnTo>
                    <a:pt x="101586" y="486"/>
                  </a:lnTo>
                  <a:lnTo>
                    <a:pt x="102862" y="1193"/>
                  </a:lnTo>
                  <a:lnTo>
                    <a:pt x="104357" y="2020"/>
                  </a:lnTo>
                  <a:lnTo>
                    <a:pt x="104694" y="2353"/>
                  </a:lnTo>
                  <a:lnTo>
                    <a:pt x="107754" y="3959"/>
                  </a:lnTo>
                  <a:lnTo>
                    <a:pt x="107901" y="3996"/>
                  </a:lnTo>
                  <a:lnTo>
                    <a:pt x="110101" y="4556"/>
                  </a:lnTo>
                  <a:lnTo>
                    <a:pt x="111415" y="4488"/>
                  </a:lnTo>
                  <a:lnTo>
                    <a:pt x="113321" y="4575"/>
                  </a:lnTo>
                  <a:lnTo>
                    <a:pt x="114651" y="4744"/>
                  </a:lnTo>
                  <a:lnTo>
                    <a:pt x="115097" y="4792"/>
                  </a:lnTo>
                  <a:lnTo>
                    <a:pt x="116703" y="4965"/>
                  </a:lnTo>
                  <a:lnTo>
                    <a:pt x="117735" y="5076"/>
                  </a:lnTo>
                  <a:lnTo>
                    <a:pt x="118040" y="5147"/>
                  </a:lnTo>
                  <a:lnTo>
                    <a:pt x="118252" y="5176"/>
                  </a:lnTo>
                  <a:lnTo>
                    <a:pt x="118858" y="4856"/>
                  </a:lnTo>
                  <a:lnTo>
                    <a:pt x="120115" y="5460"/>
                  </a:lnTo>
                  <a:lnTo>
                    <a:pt x="121361" y="6187"/>
                  </a:lnTo>
                  <a:lnTo>
                    <a:pt x="123048" y="7212"/>
                  </a:lnTo>
                  <a:lnTo>
                    <a:pt x="123058" y="7352"/>
                  </a:lnTo>
                  <a:lnTo>
                    <a:pt x="122134" y="8324"/>
                  </a:lnTo>
                  <a:lnTo>
                    <a:pt x="120807" y="9213"/>
                  </a:lnTo>
                  <a:lnTo>
                    <a:pt x="120668" y="9319"/>
                  </a:lnTo>
                  <a:lnTo>
                    <a:pt x="120720" y="9514"/>
                  </a:lnTo>
                  <a:lnTo>
                    <a:pt x="121181" y="9960"/>
                  </a:lnTo>
                  <a:lnTo>
                    <a:pt x="122854" y="11949"/>
                  </a:lnTo>
                  <a:lnTo>
                    <a:pt x="126185" y="14476"/>
                  </a:lnTo>
                  <a:lnTo>
                    <a:pt x="127213" y="15256"/>
                  </a:lnTo>
                  <a:lnTo>
                    <a:pt x="128986" y="13066"/>
                  </a:lnTo>
                  <a:lnTo>
                    <a:pt x="130995" y="10926"/>
                  </a:lnTo>
                  <a:lnTo>
                    <a:pt x="133055" y="8730"/>
                  </a:lnTo>
                  <a:lnTo>
                    <a:pt x="133888" y="7694"/>
                  </a:lnTo>
                  <a:lnTo>
                    <a:pt x="134106" y="7070"/>
                  </a:lnTo>
                  <a:lnTo>
                    <a:pt x="134444" y="6102"/>
                  </a:lnTo>
                  <a:lnTo>
                    <a:pt x="135576" y="3246"/>
                  </a:lnTo>
                  <a:lnTo>
                    <a:pt x="139475" y="5457"/>
                  </a:lnTo>
                  <a:lnTo>
                    <a:pt x="146093" y="9510"/>
                  </a:lnTo>
                  <a:lnTo>
                    <a:pt x="146503" y="9761"/>
                  </a:lnTo>
                  <a:lnTo>
                    <a:pt x="145645" y="11078"/>
                  </a:lnTo>
                  <a:lnTo>
                    <a:pt x="148788" y="13061"/>
                  </a:lnTo>
                  <a:lnTo>
                    <a:pt x="147673" y="14603"/>
                  </a:lnTo>
                  <a:lnTo>
                    <a:pt x="142112" y="15758"/>
                  </a:lnTo>
                  <a:lnTo>
                    <a:pt x="133931" y="18599"/>
                  </a:lnTo>
                  <a:lnTo>
                    <a:pt x="133710" y="18636"/>
                  </a:lnTo>
                  <a:lnTo>
                    <a:pt x="133108" y="18738"/>
                  </a:lnTo>
                  <a:lnTo>
                    <a:pt x="131944" y="18674"/>
                  </a:lnTo>
                  <a:lnTo>
                    <a:pt x="129680" y="18962"/>
                  </a:lnTo>
                  <a:lnTo>
                    <a:pt x="127074" y="18716"/>
                  </a:lnTo>
                  <a:lnTo>
                    <a:pt x="126615" y="22129"/>
                  </a:lnTo>
                  <a:lnTo>
                    <a:pt x="126313" y="23349"/>
                  </a:lnTo>
                  <a:lnTo>
                    <a:pt x="125918" y="24948"/>
                  </a:lnTo>
                  <a:lnTo>
                    <a:pt x="125630" y="26114"/>
                  </a:lnTo>
                  <a:lnTo>
                    <a:pt x="126935" y="26845"/>
                  </a:lnTo>
                  <a:lnTo>
                    <a:pt x="127168" y="27115"/>
                  </a:lnTo>
                  <a:lnTo>
                    <a:pt x="127076" y="27255"/>
                  </a:lnTo>
                  <a:lnTo>
                    <a:pt x="126661" y="27895"/>
                  </a:lnTo>
                  <a:lnTo>
                    <a:pt x="126478" y="28178"/>
                  </a:lnTo>
                  <a:lnTo>
                    <a:pt x="126383" y="28324"/>
                  </a:lnTo>
                  <a:lnTo>
                    <a:pt x="125589" y="29502"/>
                  </a:lnTo>
                  <a:lnTo>
                    <a:pt x="125381" y="30071"/>
                  </a:lnTo>
                  <a:lnTo>
                    <a:pt x="124807" y="31025"/>
                  </a:lnTo>
                  <a:lnTo>
                    <a:pt x="124213" y="31908"/>
                  </a:lnTo>
                  <a:lnTo>
                    <a:pt x="124021" y="32193"/>
                  </a:lnTo>
                  <a:lnTo>
                    <a:pt x="123885" y="32394"/>
                  </a:lnTo>
                  <a:lnTo>
                    <a:pt x="122897" y="33978"/>
                  </a:lnTo>
                  <a:lnTo>
                    <a:pt x="122797" y="34138"/>
                  </a:lnTo>
                  <a:lnTo>
                    <a:pt x="122497" y="34619"/>
                  </a:lnTo>
                  <a:lnTo>
                    <a:pt x="121816" y="35711"/>
                  </a:lnTo>
                  <a:lnTo>
                    <a:pt x="121532" y="36179"/>
                  </a:lnTo>
                  <a:lnTo>
                    <a:pt x="121128" y="36845"/>
                  </a:lnTo>
                  <a:lnTo>
                    <a:pt x="119854" y="38947"/>
                  </a:lnTo>
                  <a:lnTo>
                    <a:pt x="119203" y="40000"/>
                  </a:lnTo>
                  <a:lnTo>
                    <a:pt x="118245" y="41550"/>
                  </a:lnTo>
                  <a:lnTo>
                    <a:pt x="117819" y="42239"/>
                  </a:lnTo>
                  <a:lnTo>
                    <a:pt x="117484" y="42692"/>
                  </a:lnTo>
                  <a:lnTo>
                    <a:pt x="115640" y="45187"/>
                  </a:lnTo>
                  <a:lnTo>
                    <a:pt x="115231" y="44987"/>
                  </a:lnTo>
                  <a:lnTo>
                    <a:pt x="113915" y="47258"/>
                  </a:lnTo>
                  <a:lnTo>
                    <a:pt x="113840" y="47387"/>
                  </a:lnTo>
                  <a:lnTo>
                    <a:pt x="113480" y="48129"/>
                  </a:lnTo>
                  <a:lnTo>
                    <a:pt x="113310" y="48478"/>
                  </a:lnTo>
                  <a:lnTo>
                    <a:pt x="113135" y="48968"/>
                  </a:lnTo>
                  <a:lnTo>
                    <a:pt x="112404" y="50458"/>
                  </a:lnTo>
                  <a:lnTo>
                    <a:pt x="111037" y="49545"/>
                  </a:lnTo>
                  <a:lnTo>
                    <a:pt x="109351" y="48287"/>
                  </a:lnTo>
                  <a:lnTo>
                    <a:pt x="109139" y="48129"/>
                  </a:lnTo>
                  <a:lnTo>
                    <a:pt x="108874" y="47932"/>
                  </a:lnTo>
                  <a:lnTo>
                    <a:pt x="108760" y="48129"/>
                  </a:lnTo>
                  <a:lnTo>
                    <a:pt x="107961" y="49523"/>
                  </a:lnTo>
                  <a:lnTo>
                    <a:pt x="106858" y="51072"/>
                  </a:lnTo>
                  <a:lnTo>
                    <a:pt x="106588" y="51451"/>
                  </a:lnTo>
                  <a:lnTo>
                    <a:pt x="105924" y="52436"/>
                  </a:lnTo>
                  <a:lnTo>
                    <a:pt x="104874" y="53993"/>
                  </a:lnTo>
                  <a:lnTo>
                    <a:pt x="104693" y="54241"/>
                  </a:lnTo>
                  <a:lnTo>
                    <a:pt x="103929" y="55291"/>
                  </a:lnTo>
                  <a:lnTo>
                    <a:pt x="103385" y="56039"/>
                  </a:lnTo>
                  <a:lnTo>
                    <a:pt x="102826" y="56807"/>
                  </a:lnTo>
                  <a:lnTo>
                    <a:pt x="102097" y="57688"/>
                  </a:lnTo>
                  <a:lnTo>
                    <a:pt x="101893" y="58190"/>
                  </a:lnTo>
                  <a:lnTo>
                    <a:pt x="101803" y="58413"/>
                  </a:lnTo>
                  <a:lnTo>
                    <a:pt x="101666" y="58350"/>
                  </a:lnTo>
                  <a:lnTo>
                    <a:pt x="100496" y="57814"/>
                  </a:lnTo>
                  <a:lnTo>
                    <a:pt x="99069" y="57161"/>
                  </a:lnTo>
                  <a:lnTo>
                    <a:pt x="98491" y="58373"/>
                  </a:lnTo>
                  <a:lnTo>
                    <a:pt x="98207" y="58554"/>
                  </a:lnTo>
                  <a:lnTo>
                    <a:pt x="96131" y="59876"/>
                  </a:lnTo>
                  <a:lnTo>
                    <a:pt x="95784" y="61372"/>
                  </a:lnTo>
                  <a:lnTo>
                    <a:pt x="95595" y="64108"/>
                  </a:lnTo>
                  <a:lnTo>
                    <a:pt x="89653" y="63712"/>
                  </a:lnTo>
                  <a:lnTo>
                    <a:pt x="89076" y="63804"/>
                  </a:lnTo>
                  <a:lnTo>
                    <a:pt x="82547" y="64838"/>
                  </a:lnTo>
                  <a:lnTo>
                    <a:pt x="81023" y="65080"/>
                  </a:lnTo>
                  <a:lnTo>
                    <a:pt x="78359" y="65240"/>
                  </a:lnTo>
                  <a:lnTo>
                    <a:pt x="77734" y="63321"/>
                  </a:lnTo>
                  <a:lnTo>
                    <a:pt x="78759" y="58450"/>
                  </a:lnTo>
                  <a:lnTo>
                    <a:pt x="76644" y="55118"/>
                  </a:lnTo>
                  <a:lnTo>
                    <a:pt x="73376" y="54605"/>
                  </a:lnTo>
                  <a:lnTo>
                    <a:pt x="71902" y="58450"/>
                  </a:lnTo>
                  <a:lnTo>
                    <a:pt x="62161" y="54413"/>
                  </a:lnTo>
                  <a:lnTo>
                    <a:pt x="58893" y="54541"/>
                  </a:lnTo>
                  <a:lnTo>
                    <a:pt x="49088" y="51978"/>
                  </a:lnTo>
                  <a:lnTo>
                    <a:pt x="47101" y="52683"/>
                  </a:lnTo>
                  <a:lnTo>
                    <a:pt x="45737" y="52321"/>
                  </a:lnTo>
                  <a:lnTo>
                    <a:pt x="41782" y="51273"/>
                  </a:lnTo>
                  <a:lnTo>
                    <a:pt x="30504" y="52747"/>
                  </a:lnTo>
                  <a:lnTo>
                    <a:pt x="30482" y="53510"/>
                  </a:lnTo>
                  <a:lnTo>
                    <a:pt x="30440" y="54990"/>
                  </a:lnTo>
                  <a:lnTo>
                    <a:pt x="4165" y="49479"/>
                  </a:lnTo>
                  <a:lnTo>
                    <a:pt x="0" y="44865"/>
                  </a:lnTo>
                  <a:lnTo>
                    <a:pt x="1730" y="41276"/>
                  </a:lnTo>
                  <a:lnTo>
                    <a:pt x="8459" y="42878"/>
                  </a:lnTo>
                  <a:lnTo>
                    <a:pt x="14547" y="39930"/>
                  </a:lnTo>
                  <a:lnTo>
                    <a:pt x="15892" y="45121"/>
                  </a:lnTo>
                  <a:lnTo>
                    <a:pt x="22557" y="44480"/>
                  </a:lnTo>
                  <a:lnTo>
                    <a:pt x="23198" y="46531"/>
                  </a:lnTo>
                  <a:lnTo>
                    <a:pt x="44794" y="47236"/>
                  </a:lnTo>
                  <a:lnTo>
                    <a:pt x="49199" y="48189"/>
                  </a:lnTo>
                  <a:lnTo>
                    <a:pt x="49408" y="46339"/>
                  </a:lnTo>
                  <a:lnTo>
                    <a:pt x="46909" y="43967"/>
                  </a:lnTo>
                  <a:lnTo>
                    <a:pt x="44987" y="40955"/>
                  </a:lnTo>
                  <a:lnTo>
                    <a:pt x="43961" y="37623"/>
                  </a:lnTo>
                  <a:lnTo>
                    <a:pt x="44474" y="35124"/>
                  </a:lnTo>
                  <a:lnTo>
                    <a:pt x="49793" y="33586"/>
                  </a:lnTo>
                  <a:lnTo>
                    <a:pt x="56330" y="41789"/>
                  </a:lnTo>
                  <a:lnTo>
                    <a:pt x="59854" y="46467"/>
                  </a:lnTo>
                  <a:lnTo>
                    <a:pt x="69787" y="49094"/>
                  </a:lnTo>
                  <a:lnTo>
                    <a:pt x="68954" y="43903"/>
                  </a:lnTo>
                  <a:lnTo>
                    <a:pt x="69211" y="41724"/>
                  </a:lnTo>
                  <a:lnTo>
                    <a:pt x="69265" y="40520"/>
                  </a:lnTo>
                  <a:lnTo>
                    <a:pt x="66924" y="36485"/>
                  </a:lnTo>
                  <a:lnTo>
                    <a:pt x="70028" y="33047"/>
                  </a:lnTo>
                  <a:lnTo>
                    <a:pt x="73816" y="35235"/>
                  </a:lnTo>
                  <a:lnTo>
                    <a:pt x="74086" y="34942"/>
                  </a:lnTo>
                  <a:lnTo>
                    <a:pt x="74727" y="33447"/>
                  </a:lnTo>
                  <a:lnTo>
                    <a:pt x="72591" y="29922"/>
                  </a:lnTo>
                  <a:lnTo>
                    <a:pt x="72591" y="27946"/>
                  </a:lnTo>
                  <a:lnTo>
                    <a:pt x="73528" y="25842"/>
                  </a:lnTo>
                  <a:lnTo>
                    <a:pt x="74126" y="24966"/>
                  </a:lnTo>
                  <a:lnTo>
                    <a:pt x="77184" y="23300"/>
                  </a:lnTo>
                  <a:lnTo>
                    <a:pt x="83485" y="23033"/>
                  </a:lnTo>
                  <a:lnTo>
                    <a:pt x="82577" y="21965"/>
                  </a:lnTo>
                  <a:lnTo>
                    <a:pt x="85515" y="15129"/>
                  </a:lnTo>
                  <a:lnTo>
                    <a:pt x="91015" y="10163"/>
                  </a:lnTo>
                  <a:lnTo>
                    <a:pt x="94219" y="6532"/>
                  </a:lnTo>
                  <a:lnTo>
                    <a:pt x="94326" y="4662"/>
                  </a:lnTo>
                  <a:lnTo>
                    <a:pt x="93846" y="4662"/>
                  </a:lnTo>
                  <a:lnTo>
                    <a:pt x="92903" y="1278"/>
                  </a:lnTo>
                  <a:lnTo>
                    <a:pt x="92742" y="1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2559785" y="2753632"/>
              <a:ext cx="68692" cy="52703"/>
            </a:xfrm>
            <a:custGeom>
              <a:avLst/>
              <a:pathLst>
                <a:path w="68692" h="52703">
                  <a:moveTo>
                    <a:pt x="58117" y="1073"/>
                  </a:moveTo>
                  <a:lnTo>
                    <a:pt x="61155" y="1458"/>
                  </a:lnTo>
                  <a:lnTo>
                    <a:pt x="61937" y="1185"/>
                  </a:lnTo>
                  <a:lnTo>
                    <a:pt x="62525" y="980"/>
                  </a:lnTo>
                  <a:lnTo>
                    <a:pt x="63183" y="1390"/>
                  </a:lnTo>
                  <a:lnTo>
                    <a:pt x="68533" y="4728"/>
                  </a:lnTo>
                  <a:lnTo>
                    <a:pt x="68692" y="4827"/>
                  </a:lnTo>
                  <a:lnTo>
                    <a:pt x="68451" y="5205"/>
                  </a:lnTo>
                  <a:lnTo>
                    <a:pt x="67842" y="6207"/>
                  </a:lnTo>
                  <a:lnTo>
                    <a:pt x="66080" y="9109"/>
                  </a:lnTo>
                  <a:lnTo>
                    <a:pt x="65870" y="9455"/>
                  </a:lnTo>
                  <a:lnTo>
                    <a:pt x="64932" y="10998"/>
                  </a:lnTo>
                  <a:lnTo>
                    <a:pt x="63973" y="12487"/>
                  </a:lnTo>
                  <a:lnTo>
                    <a:pt x="62489" y="14789"/>
                  </a:lnTo>
                  <a:lnTo>
                    <a:pt x="61913" y="15689"/>
                  </a:lnTo>
                  <a:lnTo>
                    <a:pt x="60929" y="17225"/>
                  </a:lnTo>
                  <a:lnTo>
                    <a:pt x="59953" y="18750"/>
                  </a:lnTo>
                  <a:lnTo>
                    <a:pt x="58470" y="21158"/>
                  </a:lnTo>
                  <a:lnTo>
                    <a:pt x="58406" y="21774"/>
                  </a:lnTo>
                  <a:lnTo>
                    <a:pt x="58364" y="22172"/>
                  </a:lnTo>
                  <a:lnTo>
                    <a:pt x="58239" y="25286"/>
                  </a:lnTo>
                  <a:lnTo>
                    <a:pt x="58042" y="30208"/>
                  </a:lnTo>
                  <a:lnTo>
                    <a:pt x="58032" y="30455"/>
                  </a:lnTo>
                  <a:lnTo>
                    <a:pt x="58025" y="30639"/>
                  </a:lnTo>
                  <a:lnTo>
                    <a:pt x="55776" y="31778"/>
                  </a:lnTo>
                  <a:lnTo>
                    <a:pt x="54999" y="32172"/>
                  </a:lnTo>
                  <a:lnTo>
                    <a:pt x="53621" y="32888"/>
                  </a:lnTo>
                  <a:lnTo>
                    <a:pt x="52835" y="33373"/>
                  </a:lnTo>
                  <a:lnTo>
                    <a:pt x="52029" y="33870"/>
                  </a:lnTo>
                  <a:lnTo>
                    <a:pt x="51803" y="34016"/>
                  </a:lnTo>
                  <a:lnTo>
                    <a:pt x="51442" y="34247"/>
                  </a:lnTo>
                  <a:lnTo>
                    <a:pt x="50270" y="35000"/>
                  </a:lnTo>
                  <a:lnTo>
                    <a:pt x="49887" y="35281"/>
                  </a:lnTo>
                  <a:lnTo>
                    <a:pt x="48957" y="36139"/>
                  </a:lnTo>
                  <a:lnTo>
                    <a:pt x="48399" y="36654"/>
                  </a:lnTo>
                  <a:lnTo>
                    <a:pt x="46901" y="38354"/>
                  </a:lnTo>
                  <a:lnTo>
                    <a:pt x="46786" y="38511"/>
                  </a:lnTo>
                  <a:lnTo>
                    <a:pt x="45970" y="39624"/>
                  </a:lnTo>
                  <a:lnTo>
                    <a:pt x="45539" y="40211"/>
                  </a:lnTo>
                  <a:lnTo>
                    <a:pt x="45045" y="40884"/>
                  </a:lnTo>
                  <a:lnTo>
                    <a:pt x="43602" y="43206"/>
                  </a:lnTo>
                  <a:lnTo>
                    <a:pt x="41754" y="46179"/>
                  </a:lnTo>
                  <a:lnTo>
                    <a:pt x="40142" y="48699"/>
                  </a:lnTo>
                  <a:lnTo>
                    <a:pt x="37721" y="52485"/>
                  </a:lnTo>
                  <a:lnTo>
                    <a:pt x="37546" y="52703"/>
                  </a:lnTo>
                  <a:lnTo>
                    <a:pt x="37302" y="52561"/>
                  </a:lnTo>
                  <a:lnTo>
                    <a:pt x="33941" y="50592"/>
                  </a:lnTo>
                  <a:lnTo>
                    <a:pt x="33276" y="50202"/>
                  </a:lnTo>
                  <a:lnTo>
                    <a:pt x="32381" y="49678"/>
                  </a:lnTo>
                  <a:lnTo>
                    <a:pt x="31029" y="48886"/>
                  </a:lnTo>
                  <a:lnTo>
                    <a:pt x="29944" y="48251"/>
                  </a:lnTo>
                  <a:lnTo>
                    <a:pt x="28100" y="47227"/>
                  </a:lnTo>
                  <a:lnTo>
                    <a:pt x="27395" y="46836"/>
                  </a:lnTo>
                  <a:lnTo>
                    <a:pt x="25473" y="45883"/>
                  </a:lnTo>
                  <a:lnTo>
                    <a:pt x="25221" y="46280"/>
                  </a:lnTo>
                  <a:lnTo>
                    <a:pt x="24433" y="45834"/>
                  </a:lnTo>
                  <a:lnTo>
                    <a:pt x="23941" y="45556"/>
                  </a:lnTo>
                  <a:lnTo>
                    <a:pt x="23734" y="45439"/>
                  </a:lnTo>
                  <a:lnTo>
                    <a:pt x="21170" y="43988"/>
                  </a:lnTo>
                  <a:lnTo>
                    <a:pt x="21020" y="43907"/>
                  </a:lnTo>
                  <a:lnTo>
                    <a:pt x="17949" y="42257"/>
                  </a:lnTo>
                  <a:lnTo>
                    <a:pt x="16951" y="43246"/>
                  </a:lnTo>
                  <a:lnTo>
                    <a:pt x="15698" y="43477"/>
                  </a:lnTo>
                  <a:lnTo>
                    <a:pt x="15193" y="43583"/>
                  </a:lnTo>
                  <a:lnTo>
                    <a:pt x="13596" y="43920"/>
                  </a:lnTo>
                  <a:lnTo>
                    <a:pt x="12052" y="44245"/>
                  </a:lnTo>
                  <a:lnTo>
                    <a:pt x="11922" y="44283"/>
                  </a:lnTo>
                  <a:lnTo>
                    <a:pt x="10227" y="44779"/>
                  </a:lnTo>
                  <a:lnTo>
                    <a:pt x="9742" y="45232"/>
                  </a:lnTo>
                  <a:lnTo>
                    <a:pt x="9596" y="45368"/>
                  </a:lnTo>
                  <a:lnTo>
                    <a:pt x="8710" y="45842"/>
                  </a:lnTo>
                  <a:lnTo>
                    <a:pt x="7786" y="46335"/>
                  </a:lnTo>
                  <a:lnTo>
                    <a:pt x="7065" y="46721"/>
                  </a:lnTo>
                  <a:lnTo>
                    <a:pt x="7090" y="45667"/>
                  </a:lnTo>
                  <a:lnTo>
                    <a:pt x="7094" y="45531"/>
                  </a:lnTo>
                  <a:lnTo>
                    <a:pt x="4559" y="44826"/>
                  </a:lnTo>
                  <a:lnTo>
                    <a:pt x="2208" y="44607"/>
                  </a:lnTo>
                  <a:lnTo>
                    <a:pt x="1918" y="44454"/>
                  </a:lnTo>
                  <a:lnTo>
                    <a:pt x="1422" y="44192"/>
                  </a:lnTo>
                  <a:lnTo>
                    <a:pt x="975" y="43956"/>
                  </a:lnTo>
                  <a:lnTo>
                    <a:pt x="518" y="43994"/>
                  </a:lnTo>
                  <a:lnTo>
                    <a:pt x="296" y="43957"/>
                  </a:lnTo>
                  <a:lnTo>
                    <a:pt x="0" y="43746"/>
                  </a:lnTo>
                  <a:lnTo>
                    <a:pt x="64" y="43587"/>
                  </a:lnTo>
                  <a:lnTo>
                    <a:pt x="267" y="43084"/>
                  </a:lnTo>
                  <a:lnTo>
                    <a:pt x="997" y="42203"/>
                  </a:lnTo>
                  <a:lnTo>
                    <a:pt x="1556" y="41435"/>
                  </a:lnTo>
                  <a:lnTo>
                    <a:pt x="2100" y="40688"/>
                  </a:lnTo>
                  <a:lnTo>
                    <a:pt x="2864" y="39638"/>
                  </a:lnTo>
                  <a:lnTo>
                    <a:pt x="3044" y="39390"/>
                  </a:lnTo>
                  <a:lnTo>
                    <a:pt x="4094" y="37833"/>
                  </a:lnTo>
                  <a:lnTo>
                    <a:pt x="4759" y="36848"/>
                  </a:lnTo>
                  <a:lnTo>
                    <a:pt x="5029" y="36469"/>
                  </a:lnTo>
                  <a:lnTo>
                    <a:pt x="6131" y="34920"/>
                  </a:lnTo>
                  <a:lnTo>
                    <a:pt x="6931" y="33526"/>
                  </a:lnTo>
                  <a:lnTo>
                    <a:pt x="7044" y="33329"/>
                  </a:lnTo>
                  <a:lnTo>
                    <a:pt x="7309" y="33526"/>
                  </a:lnTo>
                  <a:lnTo>
                    <a:pt x="7521" y="33684"/>
                  </a:lnTo>
                  <a:lnTo>
                    <a:pt x="9207" y="34942"/>
                  </a:lnTo>
                  <a:lnTo>
                    <a:pt x="10574" y="35855"/>
                  </a:lnTo>
                  <a:lnTo>
                    <a:pt x="11306" y="34365"/>
                  </a:lnTo>
                  <a:lnTo>
                    <a:pt x="11481" y="33875"/>
                  </a:lnTo>
                  <a:lnTo>
                    <a:pt x="11650" y="33526"/>
                  </a:lnTo>
                  <a:lnTo>
                    <a:pt x="12011" y="32784"/>
                  </a:lnTo>
                  <a:lnTo>
                    <a:pt x="12085" y="32655"/>
                  </a:lnTo>
                  <a:lnTo>
                    <a:pt x="13402" y="30384"/>
                  </a:lnTo>
                  <a:lnTo>
                    <a:pt x="13811" y="30584"/>
                  </a:lnTo>
                  <a:lnTo>
                    <a:pt x="15654" y="28089"/>
                  </a:lnTo>
                  <a:lnTo>
                    <a:pt x="15989" y="27636"/>
                  </a:lnTo>
                  <a:lnTo>
                    <a:pt x="16415" y="26947"/>
                  </a:lnTo>
                  <a:lnTo>
                    <a:pt x="17373" y="25397"/>
                  </a:lnTo>
                  <a:lnTo>
                    <a:pt x="18024" y="24344"/>
                  </a:lnTo>
                  <a:lnTo>
                    <a:pt x="19299" y="22242"/>
                  </a:lnTo>
                  <a:lnTo>
                    <a:pt x="19703" y="21576"/>
                  </a:lnTo>
                  <a:lnTo>
                    <a:pt x="20035" y="21030"/>
                  </a:lnTo>
                  <a:lnTo>
                    <a:pt x="20668" y="20015"/>
                  </a:lnTo>
                  <a:lnTo>
                    <a:pt x="20968" y="19534"/>
                  </a:lnTo>
                  <a:lnTo>
                    <a:pt x="21068" y="19375"/>
                  </a:lnTo>
                  <a:lnTo>
                    <a:pt x="22056" y="17790"/>
                  </a:lnTo>
                  <a:lnTo>
                    <a:pt x="22191" y="17589"/>
                  </a:lnTo>
                  <a:lnTo>
                    <a:pt x="22383" y="17304"/>
                  </a:lnTo>
                  <a:lnTo>
                    <a:pt x="22977" y="16422"/>
                  </a:lnTo>
                  <a:lnTo>
                    <a:pt x="23552" y="15468"/>
                  </a:lnTo>
                  <a:lnTo>
                    <a:pt x="23789" y="14856"/>
                  </a:lnTo>
                  <a:lnTo>
                    <a:pt x="24553" y="13721"/>
                  </a:lnTo>
                  <a:lnTo>
                    <a:pt x="24648" y="13575"/>
                  </a:lnTo>
                  <a:lnTo>
                    <a:pt x="24831" y="13292"/>
                  </a:lnTo>
                  <a:lnTo>
                    <a:pt x="25247" y="12652"/>
                  </a:lnTo>
                  <a:lnTo>
                    <a:pt x="25338" y="12512"/>
                  </a:lnTo>
                  <a:lnTo>
                    <a:pt x="25106" y="12242"/>
                  </a:lnTo>
                  <a:lnTo>
                    <a:pt x="23800" y="11510"/>
                  </a:lnTo>
                  <a:lnTo>
                    <a:pt x="24088" y="10345"/>
                  </a:lnTo>
                  <a:lnTo>
                    <a:pt x="24484" y="8746"/>
                  </a:lnTo>
                  <a:lnTo>
                    <a:pt x="24786" y="7526"/>
                  </a:lnTo>
                  <a:lnTo>
                    <a:pt x="25244" y="4113"/>
                  </a:lnTo>
                  <a:lnTo>
                    <a:pt x="27850" y="4359"/>
                  </a:lnTo>
                  <a:lnTo>
                    <a:pt x="30115" y="4071"/>
                  </a:lnTo>
                  <a:lnTo>
                    <a:pt x="31279" y="4135"/>
                  </a:lnTo>
                  <a:lnTo>
                    <a:pt x="31881" y="4033"/>
                  </a:lnTo>
                  <a:lnTo>
                    <a:pt x="32101" y="3996"/>
                  </a:lnTo>
                  <a:lnTo>
                    <a:pt x="40283" y="1155"/>
                  </a:lnTo>
                  <a:lnTo>
                    <a:pt x="45843" y="0"/>
                  </a:lnTo>
                  <a:lnTo>
                    <a:pt x="50718" y="23"/>
                  </a:lnTo>
                  <a:lnTo>
                    <a:pt x="50967" y="67"/>
                  </a:lnTo>
                  <a:lnTo>
                    <a:pt x="52865" y="4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2609799" y="2758781"/>
              <a:ext cx="74072" cy="51796"/>
            </a:xfrm>
            <a:custGeom>
              <a:avLst/>
              <a:pathLst>
                <a:path w="74072" h="51796">
                  <a:moveTo>
                    <a:pt x="44921" y="14923"/>
                  </a:moveTo>
                  <a:lnTo>
                    <a:pt x="45053" y="15009"/>
                  </a:lnTo>
                  <a:lnTo>
                    <a:pt x="46047" y="14883"/>
                  </a:lnTo>
                  <a:lnTo>
                    <a:pt x="48060" y="14628"/>
                  </a:lnTo>
                  <a:lnTo>
                    <a:pt x="54042" y="13870"/>
                  </a:lnTo>
                  <a:lnTo>
                    <a:pt x="54356" y="13830"/>
                  </a:lnTo>
                  <a:lnTo>
                    <a:pt x="54708" y="13785"/>
                  </a:lnTo>
                  <a:lnTo>
                    <a:pt x="55016" y="13746"/>
                  </a:lnTo>
                  <a:lnTo>
                    <a:pt x="55430" y="13694"/>
                  </a:lnTo>
                  <a:lnTo>
                    <a:pt x="58143" y="13350"/>
                  </a:lnTo>
                  <a:lnTo>
                    <a:pt x="59051" y="13239"/>
                  </a:lnTo>
                  <a:lnTo>
                    <a:pt x="60293" y="13087"/>
                  </a:lnTo>
                  <a:lnTo>
                    <a:pt x="65495" y="12453"/>
                  </a:lnTo>
                  <a:lnTo>
                    <a:pt x="69686" y="11941"/>
                  </a:lnTo>
                  <a:lnTo>
                    <a:pt x="69824" y="11926"/>
                  </a:lnTo>
                  <a:lnTo>
                    <a:pt x="70249" y="11881"/>
                  </a:lnTo>
                  <a:lnTo>
                    <a:pt x="71072" y="11794"/>
                  </a:lnTo>
                  <a:lnTo>
                    <a:pt x="71233" y="11777"/>
                  </a:lnTo>
                  <a:lnTo>
                    <a:pt x="72684" y="12689"/>
                  </a:lnTo>
                  <a:lnTo>
                    <a:pt x="73138" y="13277"/>
                  </a:lnTo>
                  <a:lnTo>
                    <a:pt x="73458" y="13784"/>
                  </a:lnTo>
                  <a:lnTo>
                    <a:pt x="73725" y="14292"/>
                  </a:lnTo>
                  <a:lnTo>
                    <a:pt x="73939" y="14959"/>
                  </a:lnTo>
                  <a:lnTo>
                    <a:pt x="74046" y="15440"/>
                  </a:lnTo>
                  <a:lnTo>
                    <a:pt x="74072" y="15840"/>
                  </a:lnTo>
                  <a:lnTo>
                    <a:pt x="74072" y="15993"/>
                  </a:lnTo>
                  <a:lnTo>
                    <a:pt x="73484" y="17370"/>
                  </a:lnTo>
                  <a:lnTo>
                    <a:pt x="73004" y="18493"/>
                  </a:lnTo>
                  <a:lnTo>
                    <a:pt x="72505" y="19611"/>
                  </a:lnTo>
                  <a:lnTo>
                    <a:pt x="71656" y="21512"/>
                  </a:lnTo>
                  <a:lnTo>
                    <a:pt x="71349" y="22200"/>
                  </a:lnTo>
                  <a:lnTo>
                    <a:pt x="69807" y="25651"/>
                  </a:lnTo>
                  <a:lnTo>
                    <a:pt x="69477" y="26392"/>
                  </a:lnTo>
                  <a:lnTo>
                    <a:pt x="69229" y="26949"/>
                  </a:lnTo>
                  <a:lnTo>
                    <a:pt x="68741" y="28049"/>
                  </a:lnTo>
                  <a:lnTo>
                    <a:pt x="68339" y="28954"/>
                  </a:lnTo>
                  <a:lnTo>
                    <a:pt x="67586" y="30651"/>
                  </a:lnTo>
                  <a:lnTo>
                    <a:pt x="64611" y="37355"/>
                  </a:lnTo>
                  <a:lnTo>
                    <a:pt x="61820" y="43645"/>
                  </a:lnTo>
                  <a:lnTo>
                    <a:pt x="61413" y="44562"/>
                  </a:lnTo>
                  <a:lnTo>
                    <a:pt x="61034" y="45416"/>
                  </a:lnTo>
                  <a:lnTo>
                    <a:pt x="60276" y="47125"/>
                  </a:lnTo>
                  <a:lnTo>
                    <a:pt x="59062" y="49860"/>
                  </a:lnTo>
                  <a:lnTo>
                    <a:pt x="58728" y="50565"/>
                  </a:lnTo>
                  <a:lnTo>
                    <a:pt x="58442" y="50383"/>
                  </a:lnTo>
                  <a:lnTo>
                    <a:pt x="55986" y="48812"/>
                  </a:lnTo>
                  <a:lnTo>
                    <a:pt x="51092" y="45682"/>
                  </a:lnTo>
                  <a:lnTo>
                    <a:pt x="50647" y="45397"/>
                  </a:lnTo>
                  <a:lnTo>
                    <a:pt x="50238" y="45135"/>
                  </a:lnTo>
                  <a:lnTo>
                    <a:pt x="50094" y="45040"/>
                  </a:lnTo>
                  <a:lnTo>
                    <a:pt x="49405" y="44585"/>
                  </a:lnTo>
                  <a:lnTo>
                    <a:pt x="49132" y="44405"/>
                  </a:lnTo>
                  <a:lnTo>
                    <a:pt x="43003" y="40360"/>
                  </a:lnTo>
                  <a:lnTo>
                    <a:pt x="42913" y="40496"/>
                  </a:lnTo>
                  <a:lnTo>
                    <a:pt x="41382" y="42805"/>
                  </a:lnTo>
                  <a:lnTo>
                    <a:pt x="40827" y="43641"/>
                  </a:lnTo>
                  <a:lnTo>
                    <a:pt x="38758" y="46762"/>
                  </a:lnTo>
                  <a:lnTo>
                    <a:pt x="38336" y="47362"/>
                  </a:lnTo>
                  <a:lnTo>
                    <a:pt x="38001" y="47840"/>
                  </a:lnTo>
                  <a:lnTo>
                    <a:pt x="35222" y="51796"/>
                  </a:lnTo>
                  <a:lnTo>
                    <a:pt x="34787" y="51526"/>
                  </a:lnTo>
                  <a:lnTo>
                    <a:pt x="27551" y="47041"/>
                  </a:lnTo>
                  <a:lnTo>
                    <a:pt x="24822" y="45349"/>
                  </a:lnTo>
                  <a:lnTo>
                    <a:pt x="24464" y="45127"/>
                  </a:lnTo>
                  <a:lnTo>
                    <a:pt x="23303" y="44407"/>
                  </a:lnTo>
                  <a:lnTo>
                    <a:pt x="19488" y="42042"/>
                  </a:lnTo>
                  <a:lnTo>
                    <a:pt x="16626" y="40268"/>
                  </a:lnTo>
                  <a:lnTo>
                    <a:pt x="16316" y="40076"/>
                  </a:lnTo>
                  <a:lnTo>
                    <a:pt x="13566" y="38371"/>
                  </a:lnTo>
                  <a:lnTo>
                    <a:pt x="13088" y="38074"/>
                  </a:lnTo>
                  <a:lnTo>
                    <a:pt x="12799" y="37896"/>
                  </a:lnTo>
                  <a:lnTo>
                    <a:pt x="9872" y="36081"/>
                  </a:lnTo>
                  <a:lnTo>
                    <a:pt x="7257" y="34474"/>
                  </a:lnTo>
                  <a:lnTo>
                    <a:pt x="6712" y="34139"/>
                  </a:lnTo>
                  <a:lnTo>
                    <a:pt x="3681" y="32277"/>
                  </a:lnTo>
                  <a:lnTo>
                    <a:pt x="887" y="30560"/>
                  </a:lnTo>
                  <a:lnTo>
                    <a:pt x="131" y="30095"/>
                  </a:lnTo>
                  <a:lnTo>
                    <a:pt x="0" y="30014"/>
                  </a:lnTo>
                  <a:lnTo>
                    <a:pt x="256" y="29850"/>
                  </a:lnTo>
                  <a:lnTo>
                    <a:pt x="1428" y="29098"/>
                  </a:lnTo>
                  <a:lnTo>
                    <a:pt x="1788" y="28866"/>
                  </a:lnTo>
                  <a:lnTo>
                    <a:pt x="2015" y="28721"/>
                  </a:lnTo>
                  <a:lnTo>
                    <a:pt x="2821" y="28223"/>
                  </a:lnTo>
                  <a:lnTo>
                    <a:pt x="3606" y="27738"/>
                  </a:lnTo>
                  <a:lnTo>
                    <a:pt x="4984" y="27022"/>
                  </a:lnTo>
                  <a:lnTo>
                    <a:pt x="5762" y="26628"/>
                  </a:lnTo>
                  <a:lnTo>
                    <a:pt x="8010" y="25490"/>
                  </a:lnTo>
                  <a:lnTo>
                    <a:pt x="8018" y="25305"/>
                  </a:lnTo>
                  <a:lnTo>
                    <a:pt x="8032" y="24933"/>
                  </a:lnTo>
                  <a:lnTo>
                    <a:pt x="8225" y="20136"/>
                  </a:lnTo>
                  <a:lnTo>
                    <a:pt x="8349" y="17023"/>
                  </a:lnTo>
                  <a:lnTo>
                    <a:pt x="8391" y="16624"/>
                  </a:lnTo>
                  <a:lnTo>
                    <a:pt x="8456" y="16008"/>
                  </a:lnTo>
                  <a:lnTo>
                    <a:pt x="9939" y="13600"/>
                  </a:lnTo>
                  <a:lnTo>
                    <a:pt x="10915" y="12076"/>
                  </a:lnTo>
                  <a:lnTo>
                    <a:pt x="11898" y="10540"/>
                  </a:lnTo>
                  <a:lnTo>
                    <a:pt x="12475" y="9640"/>
                  </a:lnTo>
                  <a:lnTo>
                    <a:pt x="13958" y="7337"/>
                  </a:lnTo>
                  <a:lnTo>
                    <a:pt x="14918" y="5848"/>
                  </a:lnTo>
                  <a:lnTo>
                    <a:pt x="15855" y="4305"/>
                  </a:lnTo>
                  <a:lnTo>
                    <a:pt x="16065" y="3959"/>
                  </a:lnTo>
                  <a:lnTo>
                    <a:pt x="17828" y="1057"/>
                  </a:lnTo>
                  <a:lnTo>
                    <a:pt x="18513" y="0"/>
                  </a:lnTo>
                  <a:lnTo>
                    <a:pt x="19790" y="846"/>
                  </a:lnTo>
                  <a:lnTo>
                    <a:pt x="21991" y="2248"/>
                  </a:lnTo>
                  <a:lnTo>
                    <a:pt x="23332" y="3102"/>
                  </a:lnTo>
                  <a:lnTo>
                    <a:pt x="26385" y="5047"/>
                  </a:lnTo>
                  <a:lnTo>
                    <a:pt x="28100" y="6018"/>
                  </a:lnTo>
                  <a:lnTo>
                    <a:pt x="29756" y="6955"/>
                  </a:lnTo>
                  <a:lnTo>
                    <a:pt x="34152" y="9444"/>
                  </a:lnTo>
                  <a:lnTo>
                    <a:pt x="34475" y="9627"/>
                  </a:lnTo>
                  <a:lnTo>
                    <a:pt x="37721" y="11464"/>
                  </a:lnTo>
                  <a:lnTo>
                    <a:pt x="41021" y="13040"/>
                  </a:lnTo>
                  <a:lnTo>
                    <a:pt x="42061" y="13537"/>
                  </a:lnTo>
                  <a:lnTo>
                    <a:pt x="43804" y="14343"/>
                  </a:lnTo>
                  <a:lnTo>
                    <a:pt x="44456" y="146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2679312" y="2730440"/>
              <a:ext cx="77422" cy="64266"/>
            </a:xfrm>
            <a:custGeom>
              <a:avLst/>
              <a:pathLst>
                <a:path w="77422" h="64266">
                  <a:moveTo>
                    <a:pt x="54593" y="11344"/>
                  </a:moveTo>
                  <a:lnTo>
                    <a:pt x="55720" y="12291"/>
                  </a:lnTo>
                  <a:lnTo>
                    <a:pt x="57966" y="14128"/>
                  </a:lnTo>
                  <a:lnTo>
                    <a:pt x="58240" y="13818"/>
                  </a:lnTo>
                  <a:lnTo>
                    <a:pt x="59103" y="12840"/>
                  </a:lnTo>
                  <a:lnTo>
                    <a:pt x="59910" y="11925"/>
                  </a:lnTo>
                  <a:lnTo>
                    <a:pt x="61569" y="13308"/>
                  </a:lnTo>
                  <a:lnTo>
                    <a:pt x="62875" y="14397"/>
                  </a:lnTo>
                  <a:lnTo>
                    <a:pt x="63147" y="14624"/>
                  </a:lnTo>
                  <a:lnTo>
                    <a:pt x="65205" y="16340"/>
                  </a:lnTo>
                  <a:lnTo>
                    <a:pt x="66442" y="17372"/>
                  </a:lnTo>
                  <a:lnTo>
                    <a:pt x="68029" y="18695"/>
                  </a:lnTo>
                  <a:lnTo>
                    <a:pt x="68244" y="18874"/>
                  </a:lnTo>
                  <a:lnTo>
                    <a:pt x="69236" y="19701"/>
                  </a:lnTo>
                  <a:lnTo>
                    <a:pt x="69813" y="20182"/>
                  </a:lnTo>
                  <a:lnTo>
                    <a:pt x="70094" y="20416"/>
                  </a:lnTo>
                  <a:lnTo>
                    <a:pt x="72177" y="22153"/>
                  </a:lnTo>
                  <a:lnTo>
                    <a:pt x="73331" y="23116"/>
                  </a:lnTo>
                  <a:lnTo>
                    <a:pt x="73558" y="23305"/>
                  </a:lnTo>
                  <a:lnTo>
                    <a:pt x="76159" y="25474"/>
                  </a:lnTo>
                  <a:lnTo>
                    <a:pt x="77198" y="26340"/>
                  </a:lnTo>
                  <a:lnTo>
                    <a:pt x="77422" y="26527"/>
                  </a:lnTo>
                  <a:lnTo>
                    <a:pt x="76880" y="26991"/>
                  </a:lnTo>
                  <a:lnTo>
                    <a:pt x="75865" y="27781"/>
                  </a:lnTo>
                  <a:lnTo>
                    <a:pt x="74703" y="28568"/>
                  </a:lnTo>
                  <a:lnTo>
                    <a:pt x="73709" y="29164"/>
                  </a:lnTo>
                  <a:lnTo>
                    <a:pt x="72903" y="29615"/>
                  </a:lnTo>
                  <a:lnTo>
                    <a:pt x="72296" y="29763"/>
                  </a:lnTo>
                  <a:lnTo>
                    <a:pt x="71456" y="29908"/>
                  </a:lnTo>
                  <a:lnTo>
                    <a:pt x="71225" y="29948"/>
                  </a:lnTo>
                  <a:lnTo>
                    <a:pt x="70930" y="29999"/>
                  </a:lnTo>
                  <a:lnTo>
                    <a:pt x="67166" y="30648"/>
                  </a:lnTo>
                  <a:lnTo>
                    <a:pt x="65272" y="30975"/>
                  </a:lnTo>
                  <a:lnTo>
                    <a:pt x="64613" y="31057"/>
                  </a:lnTo>
                  <a:lnTo>
                    <a:pt x="58974" y="31768"/>
                  </a:lnTo>
                  <a:lnTo>
                    <a:pt x="57131" y="32000"/>
                  </a:lnTo>
                  <a:lnTo>
                    <a:pt x="56553" y="32067"/>
                  </a:lnTo>
                  <a:lnTo>
                    <a:pt x="56612" y="32497"/>
                  </a:lnTo>
                  <a:lnTo>
                    <a:pt x="56686" y="33034"/>
                  </a:lnTo>
                  <a:lnTo>
                    <a:pt x="56707" y="33185"/>
                  </a:lnTo>
                  <a:lnTo>
                    <a:pt x="56817" y="33984"/>
                  </a:lnTo>
                  <a:lnTo>
                    <a:pt x="57564" y="39406"/>
                  </a:lnTo>
                  <a:lnTo>
                    <a:pt x="57776" y="40947"/>
                  </a:lnTo>
                  <a:lnTo>
                    <a:pt x="58194" y="43983"/>
                  </a:lnTo>
                  <a:lnTo>
                    <a:pt x="58217" y="44152"/>
                  </a:lnTo>
                  <a:lnTo>
                    <a:pt x="58275" y="44569"/>
                  </a:lnTo>
                  <a:lnTo>
                    <a:pt x="59049" y="50193"/>
                  </a:lnTo>
                  <a:lnTo>
                    <a:pt x="59090" y="50495"/>
                  </a:lnTo>
                  <a:lnTo>
                    <a:pt x="59783" y="55527"/>
                  </a:lnTo>
                  <a:lnTo>
                    <a:pt x="59816" y="55763"/>
                  </a:lnTo>
                  <a:lnTo>
                    <a:pt x="60366" y="59757"/>
                  </a:lnTo>
                  <a:lnTo>
                    <a:pt x="60437" y="60274"/>
                  </a:lnTo>
                  <a:lnTo>
                    <a:pt x="59660" y="60404"/>
                  </a:lnTo>
                  <a:lnTo>
                    <a:pt x="58619" y="60557"/>
                  </a:lnTo>
                  <a:lnTo>
                    <a:pt x="57956" y="60655"/>
                  </a:lnTo>
                  <a:lnTo>
                    <a:pt x="56435" y="60852"/>
                  </a:lnTo>
                  <a:lnTo>
                    <a:pt x="54231" y="61138"/>
                  </a:lnTo>
                  <a:lnTo>
                    <a:pt x="52457" y="61369"/>
                  </a:lnTo>
                  <a:lnTo>
                    <a:pt x="50561" y="61614"/>
                  </a:lnTo>
                  <a:lnTo>
                    <a:pt x="48355" y="61893"/>
                  </a:lnTo>
                  <a:lnTo>
                    <a:pt x="46760" y="62094"/>
                  </a:lnTo>
                  <a:lnTo>
                    <a:pt x="46545" y="62121"/>
                  </a:lnTo>
                  <a:lnTo>
                    <a:pt x="45684" y="62229"/>
                  </a:lnTo>
                  <a:lnTo>
                    <a:pt x="44783" y="62343"/>
                  </a:lnTo>
                  <a:lnTo>
                    <a:pt x="41092" y="62809"/>
                  </a:lnTo>
                  <a:lnTo>
                    <a:pt x="37841" y="63219"/>
                  </a:lnTo>
                  <a:lnTo>
                    <a:pt x="37566" y="63253"/>
                  </a:lnTo>
                  <a:lnTo>
                    <a:pt x="37315" y="63284"/>
                  </a:lnTo>
                  <a:lnTo>
                    <a:pt x="33141" y="63788"/>
                  </a:lnTo>
                  <a:lnTo>
                    <a:pt x="29458" y="64146"/>
                  </a:lnTo>
                  <a:lnTo>
                    <a:pt x="29113" y="64158"/>
                  </a:lnTo>
                  <a:lnTo>
                    <a:pt x="26083" y="64266"/>
                  </a:lnTo>
                  <a:lnTo>
                    <a:pt x="25881" y="64246"/>
                  </a:lnTo>
                  <a:lnTo>
                    <a:pt x="25461" y="64207"/>
                  </a:lnTo>
                  <a:lnTo>
                    <a:pt x="23095" y="63983"/>
                  </a:lnTo>
                  <a:lnTo>
                    <a:pt x="22553" y="63917"/>
                  </a:lnTo>
                  <a:lnTo>
                    <a:pt x="22157" y="63819"/>
                  </a:lnTo>
                  <a:lnTo>
                    <a:pt x="21604" y="63682"/>
                  </a:lnTo>
                  <a:lnTo>
                    <a:pt x="21146" y="63568"/>
                  </a:lnTo>
                  <a:lnTo>
                    <a:pt x="18801" y="62880"/>
                  </a:lnTo>
                  <a:lnTo>
                    <a:pt x="18610" y="62823"/>
                  </a:lnTo>
                  <a:lnTo>
                    <a:pt x="17655" y="62407"/>
                  </a:lnTo>
                  <a:lnTo>
                    <a:pt x="16999" y="62120"/>
                  </a:lnTo>
                  <a:lnTo>
                    <a:pt x="15414" y="61427"/>
                  </a:lnTo>
                  <a:lnTo>
                    <a:pt x="13653" y="60658"/>
                  </a:lnTo>
                  <a:lnTo>
                    <a:pt x="13445" y="60567"/>
                  </a:lnTo>
                  <a:lnTo>
                    <a:pt x="11969" y="59922"/>
                  </a:lnTo>
                  <a:lnTo>
                    <a:pt x="8630" y="58463"/>
                  </a:lnTo>
                  <a:lnTo>
                    <a:pt x="8003" y="58189"/>
                  </a:lnTo>
                  <a:lnTo>
                    <a:pt x="6837" y="57680"/>
                  </a:lnTo>
                  <a:lnTo>
                    <a:pt x="5220" y="56974"/>
                  </a:lnTo>
                  <a:lnTo>
                    <a:pt x="1464" y="55304"/>
                  </a:lnTo>
                  <a:lnTo>
                    <a:pt x="766" y="54994"/>
                  </a:lnTo>
                  <a:lnTo>
                    <a:pt x="0" y="54653"/>
                  </a:lnTo>
                  <a:lnTo>
                    <a:pt x="322" y="53930"/>
                  </a:lnTo>
                  <a:lnTo>
                    <a:pt x="1836" y="50541"/>
                  </a:lnTo>
                  <a:lnTo>
                    <a:pt x="2143" y="49853"/>
                  </a:lnTo>
                  <a:lnTo>
                    <a:pt x="2992" y="47953"/>
                  </a:lnTo>
                  <a:lnTo>
                    <a:pt x="3493" y="46831"/>
                  </a:lnTo>
                  <a:lnTo>
                    <a:pt x="3971" y="45712"/>
                  </a:lnTo>
                  <a:lnTo>
                    <a:pt x="4559" y="44335"/>
                  </a:lnTo>
                  <a:lnTo>
                    <a:pt x="4559" y="44182"/>
                  </a:lnTo>
                  <a:lnTo>
                    <a:pt x="4533" y="43781"/>
                  </a:lnTo>
                  <a:lnTo>
                    <a:pt x="4426" y="43301"/>
                  </a:lnTo>
                  <a:lnTo>
                    <a:pt x="4212" y="42633"/>
                  </a:lnTo>
                  <a:lnTo>
                    <a:pt x="3945" y="42126"/>
                  </a:lnTo>
                  <a:lnTo>
                    <a:pt x="3625" y="41619"/>
                  </a:lnTo>
                  <a:lnTo>
                    <a:pt x="3171" y="41031"/>
                  </a:lnTo>
                  <a:lnTo>
                    <a:pt x="1721" y="40119"/>
                  </a:lnTo>
                  <a:lnTo>
                    <a:pt x="2917" y="39992"/>
                  </a:lnTo>
                  <a:lnTo>
                    <a:pt x="3193" y="39963"/>
                  </a:lnTo>
                  <a:lnTo>
                    <a:pt x="6637" y="39598"/>
                  </a:lnTo>
                  <a:lnTo>
                    <a:pt x="7163" y="39543"/>
                  </a:lnTo>
                  <a:lnTo>
                    <a:pt x="7547" y="39502"/>
                  </a:lnTo>
                  <a:lnTo>
                    <a:pt x="8324" y="39381"/>
                  </a:lnTo>
                  <a:lnTo>
                    <a:pt x="8859" y="39298"/>
                  </a:lnTo>
                  <a:lnTo>
                    <a:pt x="10722" y="39009"/>
                  </a:lnTo>
                  <a:lnTo>
                    <a:pt x="10926" y="38977"/>
                  </a:lnTo>
                  <a:lnTo>
                    <a:pt x="12088" y="38797"/>
                  </a:lnTo>
                  <a:lnTo>
                    <a:pt x="13635" y="38557"/>
                  </a:lnTo>
                  <a:lnTo>
                    <a:pt x="14502" y="38449"/>
                  </a:lnTo>
                  <a:lnTo>
                    <a:pt x="15679" y="38279"/>
                  </a:lnTo>
                  <a:lnTo>
                    <a:pt x="18477" y="37898"/>
                  </a:lnTo>
                  <a:lnTo>
                    <a:pt x="19527" y="37755"/>
                  </a:lnTo>
                  <a:lnTo>
                    <a:pt x="21876" y="37436"/>
                  </a:lnTo>
                  <a:lnTo>
                    <a:pt x="22510" y="37353"/>
                  </a:lnTo>
                  <a:lnTo>
                    <a:pt x="23121" y="37273"/>
                  </a:lnTo>
                  <a:lnTo>
                    <a:pt x="26351" y="36849"/>
                  </a:lnTo>
                  <a:lnTo>
                    <a:pt x="26829" y="36786"/>
                  </a:lnTo>
                  <a:lnTo>
                    <a:pt x="29983" y="36373"/>
                  </a:lnTo>
                  <a:lnTo>
                    <a:pt x="33689" y="35887"/>
                  </a:lnTo>
                  <a:lnTo>
                    <a:pt x="34655" y="35748"/>
                  </a:lnTo>
                  <a:lnTo>
                    <a:pt x="34812" y="35726"/>
                  </a:lnTo>
                  <a:lnTo>
                    <a:pt x="37580" y="35329"/>
                  </a:lnTo>
                  <a:lnTo>
                    <a:pt x="38504" y="35196"/>
                  </a:lnTo>
                  <a:lnTo>
                    <a:pt x="39934" y="34991"/>
                  </a:lnTo>
                  <a:lnTo>
                    <a:pt x="41564" y="34757"/>
                  </a:lnTo>
                  <a:lnTo>
                    <a:pt x="42064" y="34686"/>
                  </a:lnTo>
                  <a:lnTo>
                    <a:pt x="42328" y="34648"/>
                  </a:lnTo>
                  <a:lnTo>
                    <a:pt x="42268" y="34411"/>
                  </a:lnTo>
                  <a:lnTo>
                    <a:pt x="42154" y="33969"/>
                  </a:lnTo>
                  <a:lnTo>
                    <a:pt x="41387" y="29699"/>
                  </a:lnTo>
                  <a:lnTo>
                    <a:pt x="41502" y="29038"/>
                  </a:lnTo>
                  <a:lnTo>
                    <a:pt x="41128" y="27589"/>
                  </a:lnTo>
                  <a:lnTo>
                    <a:pt x="41074" y="27425"/>
                  </a:lnTo>
                  <a:lnTo>
                    <a:pt x="40981" y="27138"/>
                  </a:lnTo>
                  <a:lnTo>
                    <a:pt x="40834" y="26688"/>
                  </a:lnTo>
                  <a:lnTo>
                    <a:pt x="40781" y="26163"/>
                  </a:lnTo>
                  <a:lnTo>
                    <a:pt x="40791" y="25808"/>
                  </a:lnTo>
                  <a:lnTo>
                    <a:pt x="40796" y="25635"/>
                  </a:lnTo>
                  <a:lnTo>
                    <a:pt x="40817" y="25497"/>
                  </a:lnTo>
                  <a:lnTo>
                    <a:pt x="40878" y="25114"/>
                  </a:lnTo>
                  <a:lnTo>
                    <a:pt x="41032" y="24591"/>
                  </a:lnTo>
                  <a:lnTo>
                    <a:pt x="41217" y="24161"/>
                  </a:lnTo>
                  <a:lnTo>
                    <a:pt x="41461" y="23741"/>
                  </a:lnTo>
                  <a:lnTo>
                    <a:pt x="41713" y="23401"/>
                  </a:lnTo>
                  <a:lnTo>
                    <a:pt x="41975" y="23096"/>
                  </a:lnTo>
                  <a:lnTo>
                    <a:pt x="42257" y="22687"/>
                  </a:lnTo>
                  <a:lnTo>
                    <a:pt x="43117" y="21324"/>
                  </a:lnTo>
                  <a:lnTo>
                    <a:pt x="43109" y="20922"/>
                  </a:lnTo>
                  <a:lnTo>
                    <a:pt x="43103" y="20632"/>
                  </a:lnTo>
                  <a:lnTo>
                    <a:pt x="43098" y="20410"/>
                  </a:lnTo>
                  <a:lnTo>
                    <a:pt x="43457" y="19451"/>
                  </a:lnTo>
                  <a:lnTo>
                    <a:pt x="43825" y="18469"/>
                  </a:lnTo>
                  <a:lnTo>
                    <a:pt x="43048" y="16393"/>
                  </a:lnTo>
                  <a:lnTo>
                    <a:pt x="41994" y="16053"/>
                  </a:lnTo>
                  <a:lnTo>
                    <a:pt x="41667" y="15947"/>
                  </a:lnTo>
                  <a:lnTo>
                    <a:pt x="40011" y="15206"/>
                  </a:lnTo>
                  <a:lnTo>
                    <a:pt x="39835" y="15115"/>
                  </a:lnTo>
                  <a:lnTo>
                    <a:pt x="39673" y="15032"/>
                  </a:lnTo>
                  <a:lnTo>
                    <a:pt x="39067" y="14719"/>
                  </a:lnTo>
                  <a:lnTo>
                    <a:pt x="38907" y="14636"/>
                  </a:lnTo>
                  <a:lnTo>
                    <a:pt x="38392" y="14371"/>
                  </a:lnTo>
                  <a:lnTo>
                    <a:pt x="38250" y="14275"/>
                  </a:lnTo>
                  <a:lnTo>
                    <a:pt x="37647" y="13866"/>
                  </a:lnTo>
                  <a:lnTo>
                    <a:pt x="35548" y="13525"/>
                  </a:lnTo>
                  <a:lnTo>
                    <a:pt x="34846" y="13411"/>
                  </a:lnTo>
                  <a:lnTo>
                    <a:pt x="34862" y="12019"/>
                  </a:lnTo>
                  <a:lnTo>
                    <a:pt x="33356" y="12052"/>
                  </a:lnTo>
                  <a:lnTo>
                    <a:pt x="32762" y="12065"/>
                  </a:lnTo>
                  <a:lnTo>
                    <a:pt x="32483" y="12071"/>
                  </a:lnTo>
                  <a:lnTo>
                    <a:pt x="31888" y="12084"/>
                  </a:lnTo>
                  <a:lnTo>
                    <a:pt x="31446" y="10627"/>
                  </a:lnTo>
                  <a:lnTo>
                    <a:pt x="31193" y="9792"/>
                  </a:lnTo>
                  <a:lnTo>
                    <a:pt x="31152" y="9659"/>
                  </a:lnTo>
                  <a:lnTo>
                    <a:pt x="30973" y="9124"/>
                  </a:lnTo>
                  <a:lnTo>
                    <a:pt x="30576" y="7942"/>
                  </a:lnTo>
                  <a:lnTo>
                    <a:pt x="30513" y="7754"/>
                  </a:lnTo>
                  <a:lnTo>
                    <a:pt x="30229" y="6908"/>
                  </a:lnTo>
                  <a:lnTo>
                    <a:pt x="30019" y="6170"/>
                  </a:lnTo>
                  <a:lnTo>
                    <a:pt x="29636" y="4819"/>
                  </a:lnTo>
                  <a:lnTo>
                    <a:pt x="29478" y="4052"/>
                  </a:lnTo>
                  <a:lnTo>
                    <a:pt x="36968" y="3472"/>
                  </a:lnTo>
                  <a:lnTo>
                    <a:pt x="38013" y="3297"/>
                  </a:lnTo>
                  <a:lnTo>
                    <a:pt x="38211" y="3058"/>
                  </a:lnTo>
                  <a:lnTo>
                    <a:pt x="38396" y="2836"/>
                  </a:lnTo>
                  <a:lnTo>
                    <a:pt x="39638" y="1338"/>
                  </a:lnTo>
                  <a:lnTo>
                    <a:pt x="39829" y="1108"/>
                  </a:lnTo>
                  <a:lnTo>
                    <a:pt x="40876" y="191"/>
                  </a:lnTo>
                  <a:lnTo>
                    <a:pt x="41095" y="0"/>
                  </a:lnTo>
                  <a:lnTo>
                    <a:pt x="42544" y="1217"/>
                  </a:lnTo>
                  <a:lnTo>
                    <a:pt x="46791" y="4786"/>
                  </a:lnTo>
                  <a:lnTo>
                    <a:pt x="47076" y="5026"/>
                  </a:lnTo>
                  <a:lnTo>
                    <a:pt x="49875" y="7379"/>
                  </a:lnTo>
                  <a:lnTo>
                    <a:pt x="50130" y="7593"/>
                  </a:lnTo>
                  <a:lnTo>
                    <a:pt x="52658" y="97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2735866" y="2760388"/>
              <a:ext cx="72879" cy="68834"/>
            </a:xfrm>
            <a:custGeom>
              <a:avLst/>
              <a:pathLst>
                <a:path w="72879" h="68834">
                  <a:moveTo>
                    <a:pt x="37384" y="13909"/>
                  </a:moveTo>
                  <a:lnTo>
                    <a:pt x="40954" y="15856"/>
                  </a:lnTo>
                  <a:lnTo>
                    <a:pt x="41656" y="15190"/>
                  </a:lnTo>
                  <a:lnTo>
                    <a:pt x="42285" y="15607"/>
                  </a:lnTo>
                  <a:lnTo>
                    <a:pt x="45831" y="17955"/>
                  </a:lnTo>
                  <a:lnTo>
                    <a:pt x="46709" y="18536"/>
                  </a:lnTo>
                  <a:lnTo>
                    <a:pt x="49404" y="20320"/>
                  </a:lnTo>
                  <a:lnTo>
                    <a:pt x="52235" y="22195"/>
                  </a:lnTo>
                  <a:lnTo>
                    <a:pt x="54407" y="23633"/>
                  </a:lnTo>
                  <a:lnTo>
                    <a:pt x="55606" y="24427"/>
                  </a:lnTo>
                  <a:lnTo>
                    <a:pt x="58733" y="26497"/>
                  </a:lnTo>
                  <a:lnTo>
                    <a:pt x="62049" y="28692"/>
                  </a:lnTo>
                  <a:lnTo>
                    <a:pt x="65425" y="30926"/>
                  </a:lnTo>
                  <a:lnTo>
                    <a:pt x="69130" y="33067"/>
                  </a:lnTo>
                  <a:lnTo>
                    <a:pt x="71371" y="34362"/>
                  </a:lnTo>
                  <a:lnTo>
                    <a:pt x="72879" y="35235"/>
                  </a:lnTo>
                  <a:lnTo>
                    <a:pt x="72753" y="35415"/>
                  </a:lnTo>
                  <a:lnTo>
                    <a:pt x="63270" y="48944"/>
                  </a:lnTo>
                  <a:lnTo>
                    <a:pt x="56408" y="58734"/>
                  </a:lnTo>
                  <a:lnTo>
                    <a:pt x="49689" y="68321"/>
                  </a:lnTo>
                  <a:lnTo>
                    <a:pt x="49555" y="68512"/>
                  </a:lnTo>
                  <a:lnTo>
                    <a:pt x="49334" y="68834"/>
                  </a:lnTo>
                  <a:lnTo>
                    <a:pt x="49011" y="68621"/>
                  </a:lnTo>
                  <a:lnTo>
                    <a:pt x="48683" y="68405"/>
                  </a:lnTo>
                  <a:lnTo>
                    <a:pt x="47877" y="67873"/>
                  </a:lnTo>
                  <a:lnTo>
                    <a:pt x="47555" y="67660"/>
                  </a:lnTo>
                  <a:lnTo>
                    <a:pt x="42408" y="64262"/>
                  </a:lnTo>
                  <a:lnTo>
                    <a:pt x="42704" y="63835"/>
                  </a:lnTo>
                  <a:lnTo>
                    <a:pt x="40961" y="62667"/>
                  </a:lnTo>
                  <a:lnTo>
                    <a:pt x="39308" y="61559"/>
                  </a:lnTo>
                  <a:lnTo>
                    <a:pt x="38998" y="61347"/>
                  </a:lnTo>
                  <a:lnTo>
                    <a:pt x="36482" y="59627"/>
                  </a:lnTo>
                  <a:lnTo>
                    <a:pt x="36151" y="59401"/>
                  </a:lnTo>
                  <a:lnTo>
                    <a:pt x="35793" y="59898"/>
                  </a:lnTo>
                  <a:lnTo>
                    <a:pt x="35696" y="60032"/>
                  </a:lnTo>
                  <a:lnTo>
                    <a:pt x="35488" y="60333"/>
                  </a:lnTo>
                  <a:lnTo>
                    <a:pt x="35395" y="60468"/>
                  </a:lnTo>
                  <a:lnTo>
                    <a:pt x="32164" y="58342"/>
                  </a:lnTo>
                  <a:lnTo>
                    <a:pt x="28848" y="56160"/>
                  </a:lnTo>
                  <a:lnTo>
                    <a:pt x="29204" y="55633"/>
                  </a:lnTo>
                  <a:lnTo>
                    <a:pt x="26482" y="53824"/>
                  </a:lnTo>
                  <a:lnTo>
                    <a:pt x="26275" y="53686"/>
                  </a:lnTo>
                  <a:lnTo>
                    <a:pt x="25966" y="53481"/>
                  </a:lnTo>
                  <a:lnTo>
                    <a:pt x="26081" y="53316"/>
                  </a:lnTo>
                  <a:lnTo>
                    <a:pt x="26401" y="52830"/>
                  </a:lnTo>
                  <a:lnTo>
                    <a:pt x="24855" y="51861"/>
                  </a:lnTo>
                  <a:lnTo>
                    <a:pt x="23726" y="51152"/>
                  </a:lnTo>
                  <a:lnTo>
                    <a:pt x="22868" y="50615"/>
                  </a:lnTo>
                  <a:lnTo>
                    <a:pt x="22450" y="50352"/>
                  </a:lnTo>
                  <a:lnTo>
                    <a:pt x="21994" y="51008"/>
                  </a:lnTo>
                  <a:lnTo>
                    <a:pt x="21762" y="51364"/>
                  </a:lnTo>
                  <a:lnTo>
                    <a:pt x="20491" y="53304"/>
                  </a:lnTo>
                  <a:lnTo>
                    <a:pt x="19479" y="54826"/>
                  </a:lnTo>
                  <a:lnTo>
                    <a:pt x="19168" y="54976"/>
                  </a:lnTo>
                  <a:lnTo>
                    <a:pt x="15670" y="53039"/>
                  </a:lnTo>
                  <a:lnTo>
                    <a:pt x="13223" y="51683"/>
                  </a:lnTo>
                  <a:lnTo>
                    <a:pt x="12064" y="50914"/>
                  </a:lnTo>
                  <a:lnTo>
                    <a:pt x="11450" y="50508"/>
                  </a:lnTo>
                  <a:lnTo>
                    <a:pt x="10357" y="49732"/>
                  </a:lnTo>
                  <a:lnTo>
                    <a:pt x="9135" y="48864"/>
                  </a:lnTo>
                  <a:lnTo>
                    <a:pt x="8973" y="48749"/>
                  </a:lnTo>
                  <a:lnTo>
                    <a:pt x="8736" y="48581"/>
                  </a:lnTo>
                  <a:lnTo>
                    <a:pt x="7907" y="47993"/>
                  </a:lnTo>
                  <a:lnTo>
                    <a:pt x="7059" y="47494"/>
                  </a:lnTo>
                  <a:lnTo>
                    <a:pt x="5984" y="46863"/>
                  </a:lnTo>
                  <a:lnTo>
                    <a:pt x="5801" y="46757"/>
                  </a:lnTo>
                  <a:lnTo>
                    <a:pt x="2392" y="44834"/>
                  </a:lnTo>
                  <a:lnTo>
                    <a:pt x="3687" y="42602"/>
                  </a:lnTo>
                  <a:lnTo>
                    <a:pt x="4197" y="41722"/>
                  </a:lnTo>
                  <a:lnTo>
                    <a:pt x="5671" y="38978"/>
                  </a:lnTo>
                  <a:lnTo>
                    <a:pt x="2513" y="39373"/>
                  </a:lnTo>
                  <a:lnTo>
                    <a:pt x="1402" y="30707"/>
                  </a:lnTo>
                  <a:lnTo>
                    <a:pt x="2065" y="30609"/>
                  </a:lnTo>
                  <a:lnTo>
                    <a:pt x="3106" y="30456"/>
                  </a:lnTo>
                  <a:lnTo>
                    <a:pt x="3881" y="30311"/>
                  </a:lnTo>
                  <a:lnTo>
                    <a:pt x="3812" y="29809"/>
                  </a:lnTo>
                  <a:lnTo>
                    <a:pt x="3262" y="25814"/>
                  </a:lnTo>
                  <a:lnTo>
                    <a:pt x="3229" y="25579"/>
                  </a:lnTo>
                  <a:lnTo>
                    <a:pt x="2537" y="20547"/>
                  </a:lnTo>
                  <a:lnTo>
                    <a:pt x="2495" y="20245"/>
                  </a:lnTo>
                  <a:lnTo>
                    <a:pt x="1721" y="14621"/>
                  </a:lnTo>
                  <a:lnTo>
                    <a:pt x="1663" y="14203"/>
                  </a:lnTo>
                  <a:lnTo>
                    <a:pt x="1640" y="14034"/>
                  </a:lnTo>
                  <a:lnTo>
                    <a:pt x="1222" y="10999"/>
                  </a:lnTo>
                  <a:lnTo>
                    <a:pt x="1010" y="9458"/>
                  </a:lnTo>
                  <a:lnTo>
                    <a:pt x="263" y="4036"/>
                  </a:lnTo>
                  <a:lnTo>
                    <a:pt x="153" y="3237"/>
                  </a:lnTo>
                  <a:lnTo>
                    <a:pt x="133" y="3086"/>
                  </a:lnTo>
                  <a:lnTo>
                    <a:pt x="59" y="2549"/>
                  </a:lnTo>
                  <a:lnTo>
                    <a:pt x="0" y="2118"/>
                  </a:lnTo>
                  <a:lnTo>
                    <a:pt x="577" y="2051"/>
                  </a:lnTo>
                  <a:lnTo>
                    <a:pt x="2420" y="1819"/>
                  </a:lnTo>
                  <a:lnTo>
                    <a:pt x="8060" y="1109"/>
                  </a:lnTo>
                  <a:lnTo>
                    <a:pt x="8718" y="1026"/>
                  </a:lnTo>
                  <a:lnTo>
                    <a:pt x="10612" y="700"/>
                  </a:lnTo>
                  <a:lnTo>
                    <a:pt x="14377" y="50"/>
                  </a:lnTo>
                  <a:lnTo>
                    <a:pt x="14672" y="0"/>
                  </a:lnTo>
                  <a:lnTo>
                    <a:pt x="14906" y="615"/>
                  </a:lnTo>
                  <a:lnTo>
                    <a:pt x="15063" y="1028"/>
                  </a:lnTo>
                  <a:lnTo>
                    <a:pt x="15142" y="1236"/>
                  </a:lnTo>
                  <a:lnTo>
                    <a:pt x="15202" y="1393"/>
                  </a:lnTo>
                  <a:lnTo>
                    <a:pt x="16611" y="2572"/>
                  </a:lnTo>
                  <a:lnTo>
                    <a:pt x="16907" y="2733"/>
                  </a:lnTo>
                  <a:lnTo>
                    <a:pt x="20385" y="4631"/>
                  </a:lnTo>
                  <a:lnTo>
                    <a:pt x="24001" y="6605"/>
                  </a:lnTo>
                  <a:lnTo>
                    <a:pt x="27503" y="8516"/>
                  </a:lnTo>
                  <a:lnTo>
                    <a:pt x="30686" y="10253"/>
                  </a:lnTo>
                  <a:lnTo>
                    <a:pt x="34133" y="121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2792371" y="2772656"/>
              <a:ext cx="103053" cy="67288"/>
            </a:xfrm>
            <a:custGeom>
              <a:avLst/>
              <a:pathLst>
                <a:path w="103053" h="67288">
                  <a:moveTo>
                    <a:pt x="83905" y="13399"/>
                  </a:moveTo>
                  <a:lnTo>
                    <a:pt x="87007" y="15522"/>
                  </a:lnTo>
                  <a:lnTo>
                    <a:pt x="87550" y="15895"/>
                  </a:lnTo>
                  <a:lnTo>
                    <a:pt x="89008" y="16895"/>
                  </a:lnTo>
                  <a:lnTo>
                    <a:pt x="90298" y="17781"/>
                  </a:lnTo>
                  <a:lnTo>
                    <a:pt x="93034" y="19659"/>
                  </a:lnTo>
                  <a:lnTo>
                    <a:pt x="93258" y="19806"/>
                  </a:lnTo>
                  <a:lnTo>
                    <a:pt x="93413" y="19909"/>
                  </a:lnTo>
                  <a:lnTo>
                    <a:pt x="93548" y="20000"/>
                  </a:lnTo>
                  <a:lnTo>
                    <a:pt x="93836" y="20192"/>
                  </a:lnTo>
                  <a:lnTo>
                    <a:pt x="96631" y="22264"/>
                  </a:lnTo>
                  <a:lnTo>
                    <a:pt x="96470" y="22506"/>
                  </a:lnTo>
                  <a:lnTo>
                    <a:pt x="99753" y="24760"/>
                  </a:lnTo>
                  <a:lnTo>
                    <a:pt x="99562" y="25021"/>
                  </a:lnTo>
                  <a:lnTo>
                    <a:pt x="102746" y="27263"/>
                  </a:lnTo>
                  <a:lnTo>
                    <a:pt x="103053" y="27479"/>
                  </a:lnTo>
                  <a:lnTo>
                    <a:pt x="102829" y="27783"/>
                  </a:lnTo>
                  <a:lnTo>
                    <a:pt x="102445" y="28304"/>
                  </a:lnTo>
                  <a:lnTo>
                    <a:pt x="102225" y="28603"/>
                  </a:lnTo>
                  <a:lnTo>
                    <a:pt x="101615" y="29430"/>
                  </a:lnTo>
                  <a:lnTo>
                    <a:pt x="101269" y="29899"/>
                  </a:lnTo>
                  <a:lnTo>
                    <a:pt x="100934" y="30354"/>
                  </a:lnTo>
                  <a:lnTo>
                    <a:pt x="100285" y="31235"/>
                  </a:lnTo>
                  <a:lnTo>
                    <a:pt x="100112" y="31470"/>
                  </a:lnTo>
                  <a:lnTo>
                    <a:pt x="99818" y="31896"/>
                  </a:lnTo>
                  <a:lnTo>
                    <a:pt x="99720" y="32037"/>
                  </a:lnTo>
                  <a:lnTo>
                    <a:pt x="99391" y="32515"/>
                  </a:lnTo>
                  <a:lnTo>
                    <a:pt x="99223" y="32758"/>
                  </a:lnTo>
                  <a:lnTo>
                    <a:pt x="98732" y="33470"/>
                  </a:lnTo>
                  <a:lnTo>
                    <a:pt x="98507" y="33796"/>
                  </a:lnTo>
                  <a:lnTo>
                    <a:pt x="98125" y="34350"/>
                  </a:lnTo>
                  <a:lnTo>
                    <a:pt x="97780" y="34849"/>
                  </a:lnTo>
                  <a:lnTo>
                    <a:pt x="96675" y="36451"/>
                  </a:lnTo>
                  <a:lnTo>
                    <a:pt x="96562" y="36615"/>
                  </a:lnTo>
                  <a:lnTo>
                    <a:pt x="95882" y="37601"/>
                  </a:lnTo>
                  <a:lnTo>
                    <a:pt x="95715" y="37843"/>
                  </a:lnTo>
                  <a:lnTo>
                    <a:pt x="94288" y="39911"/>
                  </a:lnTo>
                  <a:lnTo>
                    <a:pt x="93708" y="40752"/>
                  </a:lnTo>
                  <a:lnTo>
                    <a:pt x="92341" y="42733"/>
                  </a:lnTo>
                  <a:lnTo>
                    <a:pt x="86042" y="51986"/>
                  </a:lnTo>
                  <a:lnTo>
                    <a:pt x="85761" y="52399"/>
                  </a:lnTo>
                  <a:lnTo>
                    <a:pt x="85275" y="53112"/>
                  </a:lnTo>
                  <a:lnTo>
                    <a:pt x="84501" y="54249"/>
                  </a:lnTo>
                  <a:lnTo>
                    <a:pt x="84018" y="54959"/>
                  </a:lnTo>
                  <a:lnTo>
                    <a:pt x="83580" y="55601"/>
                  </a:lnTo>
                  <a:lnTo>
                    <a:pt x="83240" y="56101"/>
                  </a:lnTo>
                  <a:lnTo>
                    <a:pt x="83015" y="56432"/>
                  </a:lnTo>
                  <a:lnTo>
                    <a:pt x="82709" y="56882"/>
                  </a:lnTo>
                  <a:lnTo>
                    <a:pt x="82321" y="57451"/>
                  </a:lnTo>
                  <a:lnTo>
                    <a:pt x="81984" y="57946"/>
                  </a:lnTo>
                  <a:lnTo>
                    <a:pt x="81832" y="58170"/>
                  </a:lnTo>
                  <a:lnTo>
                    <a:pt x="81695" y="58370"/>
                  </a:lnTo>
                  <a:lnTo>
                    <a:pt x="81569" y="58556"/>
                  </a:lnTo>
                  <a:lnTo>
                    <a:pt x="81303" y="58946"/>
                  </a:lnTo>
                  <a:lnTo>
                    <a:pt x="80741" y="59772"/>
                  </a:lnTo>
                  <a:lnTo>
                    <a:pt x="80648" y="59909"/>
                  </a:lnTo>
                  <a:lnTo>
                    <a:pt x="80466" y="60175"/>
                  </a:lnTo>
                  <a:lnTo>
                    <a:pt x="80146" y="60646"/>
                  </a:lnTo>
                  <a:lnTo>
                    <a:pt x="79756" y="61219"/>
                  </a:lnTo>
                  <a:lnTo>
                    <a:pt x="79488" y="61612"/>
                  </a:lnTo>
                  <a:lnTo>
                    <a:pt x="79146" y="62115"/>
                  </a:lnTo>
                  <a:lnTo>
                    <a:pt x="78235" y="63453"/>
                  </a:lnTo>
                  <a:lnTo>
                    <a:pt x="78044" y="63376"/>
                  </a:lnTo>
                  <a:lnTo>
                    <a:pt x="77390" y="63164"/>
                  </a:lnTo>
                  <a:lnTo>
                    <a:pt x="76556" y="62894"/>
                  </a:lnTo>
                  <a:lnTo>
                    <a:pt x="74986" y="62205"/>
                  </a:lnTo>
                  <a:lnTo>
                    <a:pt x="73940" y="61498"/>
                  </a:lnTo>
                  <a:lnTo>
                    <a:pt x="72234" y="60346"/>
                  </a:lnTo>
                  <a:lnTo>
                    <a:pt x="70915" y="59454"/>
                  </a:lnTo>
                  <a:lnTo>
                    <a:pt x="70743" y="59338"/>
                  </a:lnTo>
                  <a:lnTo>
                    <a:pt x="68042" y="57512"/>
                  </a:lnTo>
                  <a:lnTo>
                    <a:pt x="67607" y="57218"/>
                  </a:lnTo>
                  <a:lnTo>
                    <a:pt x="64384" y="55040"/>
                  </a:lnTo>
                  <a:lnTo>
                    <a:pt x="63309" y="54313"/>
                  </a:lnTo>
                  <a:lnTo>
                    <a:pt x="61057" y="52791"/>
                  </a:lnTo>
                  <a:lnTo>
                    <a:pt x="57884" y="50647"/>
                  </a:lnTo>
                  <a:lnTo>
                    <a:pt x="57689" y="50515"/>
                  </a:lnTo>
                  <a:lnTo>
                    <a:pt x="57498" y="50386"/>
                  </a:lnTo>
                  <a:lnTo>
                    <a:pt x="54879" y="48616"/>
                  </a:lnTo>
                  <a:lnTo>
                    <a:pt x="48774" y="44489"/>
                  </a:lnTo>
                  <a:lnTo>
                    <a:pt x="48502" y="44306"/>
                  </a:lnTo>
                  <a:lnTo>
                    <a:pt x="48339" y="44230"/>
                  </a:lnTo>
                  <a:lnTo>
                    <a:pt x="47788" y="44047"/>
                  </a:lnTo>
                  <a:lnTo>
                    <a:pt x="47558" y="44374"/>
                  </a:lnTo>
                  <a:lnTo>
                    <a:pt x="46662" y="45652"/>
                  </a:lnTo>
                  <a:lnTo>
                    <a:pt x="45422" y="47419"/>
                  </a:lnTo>
                  <a:lnTo>
                    <a:pt x="44794" y="48349"/>
                  </a:lnTo>
                  <a:lnTo>
                    <a:pt x="43854" y="49741"/>
                  </a:lnTo>
                  <a:lnTo>
                    <a:pt x="41751" y="52612"/>
                  </a:lnTo>
                  <a:lnTo>
                    <a:pt x="41070" y="53574"/>
                  </a:lnTo>
                  <a:lnTo>
                    <a:pt x="38015" y="57892"/>
                  </a:lnTo>
                  <a:lnTo>
                    <a:pt x="37280" y="58931"/>
                  </a:lnTo>
                  <a:lnTo>
                    <a:pt x="36230" y="60384"/>
                  </a:lnTo>
                  <a:lnTo>
                    <a:pt x="35134" y="61900"/>
                  </a:lnTo>
                  <a:lnTo>
                    <a:pt x="33116" y="64578"/>
                  </a:lnTo>
                  <a:lnTo>
                    <a:pt x="32953" y="64769"/>
                  </a:lnTo>
                  <a:lnTo>
                    <a:pt x="31071" y="66970"/>
                  </a:lnTo>
                  <a:lnTo>
                    <a:pt x="30798" y="67288"/>
                  </a:lnTo>
                  <a:lnTo>
                    <a:pt x="26628" y="64484"/>
                  </a:lnTo>
                  <a:lnTo>
                    <a:pt x="25449" y="63691"/>
                  </a:lnTo>
                  <a:lnTo>
                    <a:pt x="23398" y="62311"/>
                  </a:lnTo>
                  <a:lnTo>
                    <a:pt x="20166" y="60138"/>
                  </a:lnTo>
                  <a:lnTo>
                    <a:pt x="18592" y="59079"/>
                  </a:lnTo>
                  <a:lnTo>
                    <a:pt x="17212" y="58151"/>
                  </a:lnTo>
                  <a:lnTo>
                    <a:pt x="16942" y="57970"/>
                  </a:lnTo>
                  <a:lnTo>
                    <a:pt x="13698" y="55788"/>
                  </a:lnTo>
                  <a:lnTo>
                    <a:pt x="10363" y="53545"/>
                  </a:lnTo>
                  <a:lnTo>
                    <a:pt x="8474" y="52275"/>
                  </a:lnTo>
                  <a:lnTo>
                    <a:pt x="7368" y="51531"/>
                  </a:lnTo>
                  <a:lnTo>
                    <a:pt x="6969" y="51262"/>
                  </a:lnTo>
                  <a:lnTo>
                    <a:pt x="5391" y="50201"/>
                  </a:lnTo>
                  <a:lnTo>
                    <a:pt x="2592" y="48296"/>
                  </a:lnTo>
                  <a:lnTo>
                    <a:pt x="2165" y="48005"/>
                  </a:lnTo>
                  <a:lnTo>
                    <a:pt x="0" y="46328"/>
                  </a:lnTo>
                  <a:lnTo>
                    <a:pt x="6772" y="36665"/>
                  </a:lnTo>
                  <a:lnTo>
                    <a:pt x="16248" y="23147"/>
                  </a:lnTo>
                  <a:lnTo>
                    <a:pt x="16374" y="22966"/>
                  </a:lnTo>
                  <a:lnTo>
                    <a:pt x="18759" y="24571"/>
                  </a:lnTo>
                  <a:lnTo>
                    <a:pt x="23427" y="27712"/>
                  </a:lnTo>
                  <a:lnTo>
                    <a:pt x="24908" y="28708"/>
                  </a:lnTo>
                  <a:lnTo>
                    <a:pt x="26963" y="30092"/>
                  </a:lnTo>
                  <a:lnTo>
                    <a:pt x="29211" y="31604"/>
                  </a:lnTo>
                  <a:lnTo>
                    <a:pt x="30022" y="32150"/>
                  </a:lnTo>
                  <a:lnTo>
                    <a:pt x="31269" y="32989"/>
                  </a:lnTo>
                  <a:lnTo>
                    <a:pt x="31510" y="33151"/>
                  </a:lnTo>
                  <a:lnTo>
                    <a:pt x="33317" y="34367"/>
                  </a:lnTo>
                  <a:lnTo>
                    <a:pt x="33599" y="34556"/>
                  </a:lnTo>
                  <a:lnTo>
                    <a:pt x="36543" y="36538"/>
                  </a:lnTo>
                  <a:lnTo>
                    <a:pt x="36736" y="36667"/>
                  </a:lnTo>
                  <a:lnTo>
                    <a:pt x="36894" y="36434"/>
                  </a:lnTo>
                  <a:lnTo>
                    <a:pt x="37036" y="36223"/>
                  </a:lnTo>
                  <a:lnTo>
                    <a:pt x="43647" y="26480"/>
                  </a:lnTo>
                  <a:lnTo>
                    <a:pt x="43810" y="26240"/>
                  </a:lnTo>
                  <a:lnTo>
                    <a:pt x="44140" y="25754"/>
                  </a:lnTo>
                  <a:lnTo>
                    <a:pt x="45692" y="24863"/>
                  </a:lnTo>
                  <a:lnTo>
                    <a:pt x="46219" y="24560"/>
                  </a:lnTo>
                  <a:lnTo>
                    <a:pt x="46505" y="24324"/>
                  </a:lnTo>
                  <a:lnTo>
                    <a:pt x="46727" y="24005"/>
                  </a:lnTo>
                  <a:lnTo>
                    <a:pt x="52093" y="16282"/>
                  </a:lnTo>
                  <a:lnTo>
                    <a:pt x="52343" y="15922"/>
                  </a:lnTo>
                  <a:lnTo>
                    <a:pt x="52511" y="15680"/>
                  </a:lnTo>
                  <a:lnTo>
                    <a:pt x="52793" y="15274"/>
                  </a:lnTo>
                  <a:lnTo>
                    <a:pt x="56209" y="10357"/>
                  </a:lnTo>
                  <a:lnTo>
                    <a:pt x="59146" y="6130"/>
                  </a:lnTo>
                  <a:lnTo>
                    <a:pt x="62355" y="1511"/>
                  </a:lnTo>
                  <a:lnTo>
                    <a:pt x="63207" y="284"/>
                  </a:lnTo>
                  <a:lnTo>
                    <a:pt x="63306" y="142"/>
                  </a:lnTo>
                  <a:lnTo>
                    <a:pt x="63400" y="0"/>
                  </a:lnTo>
                  <a:lnTo>
                    <a:pt x="63685" y="178"/>
                  </a:lnTo>
                  <a:lnTo>
                    <a:pt x="67290" y="2446"/>
                  </a:lnTo>
                  <a:lnTo>
                    <a:pt x="67554" y="2612"/>
                  </a:lnTo>
                  <a:lnTo>
                    <a:pt x="67768" y="2751"/>
                  </a:lnTo>
                  <a:lnTo>
                    <a:pt x="68302" y="3127"/>
                  </a:lnTo>
                  <a:lnTo>
                    <a:pt x="70900" y="4816"/>
                  </a:lnTo>
                  <a:lnTo>
                    <a:pt x="74013" y="6840"/>
                  </a:lnTo>
                  <a:lnTo>
                    <a:pt x="77324" y="9004"/>
                  </a:lnTo>
                  <a:lnTo>
                    <a:pt x="80568" y="11124"/>
                  </a:lnTo>
                  <a:lnTo>
                    <a:pt x="80876" y="1132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870606" y="2800440"/>
              <a:ext cx="85232" cy="66012"/>
            </a:xfrm>
            <a:custGeom>
              <a:avLst/>
              <a:pathLst>
                <a:path w="85232" h="66012">
                  <a:moveTo>
                    <a:pt x="54483" y="25042"/>
                  </a:moveTo>
                  <a:lnTo>
                    <a:pt x="54946" y="25301"/>
                  </a:lnTo>
                  <a:lnTo>
                    <a:pt x="56040" y="23673"/>
                  </a:lnTo>
                  <a:lnTo>
                    <a:pt x="57145" y="22029"/>
                  </a:lnTo>
                  <a:lnTo>
                    <a:pt x="57811" y="21039"/>
                  </a:lnTo>
                  <a:lnTo>
                    <a:pt x="58083" y="20633"/>
                  </a:lnTo>
                  <a:lnTo>
                    <a:pt x="58238" y="20571"/>
                  </a:lnTo>
                  <a:lnTo>
                    <a:pt x="58484" y="20473"/>
                  </a:lnTo>
                  <a:lnTo>
                    <a:pt x="58628" y="20377"/>
                  </a:lnTo>
                  <a:lnTo>
                    <a:pt x="59070" y="19786"/>
                  </a:lnTo>
                  <a:lnTo>
                    <a:pt x="59245" y="19552"/>
                  </a:lnTo>
                  <a:lnTo>
                    <a:pt x="59424" y="19149"/>
                  </a:lnTo>
                  <a:lnTo>
                    <a:pt x="59717" y="18489"/>
                  </a:lnTo>
                  <a:lnTo>
                    <a:pt x="60126" y="17569"/>
                  </a:lnTo>
                  <a:lnTo>
                    <a:pt x="60206" y="17389"/>
                  </a:lnTo>
                  <a:lnTo>
                    <a:pt x="61436" y="17557"/>
                  </a:lnTo>
                  <a:lnTo>
                    <a:pt x="62025" y="13969"/>
                  </a:lnTo>
                  <a:lnTo>
                    <a:pt x="62124" y="13366"/>
                  </a:lnTo>
                  <a:lnTo>
                    <a:pt x="62344" y="13404"/>
                  </a:lnTo>
                  <a:lnTo>
                    <a:pt x="66276" y="14092"/>
                  </a:lnTo>
                  <a:lnTo>
                    <a:pt x="69408" y="15653"/>
                  </a:lnTo>
                  <a:lnTo>
                    <a:pt x="69814" y="15854"/>
                  </a:lnTo>
                  <a:lnTo>
                    <a:pt x="70401" y="16014"/>
                  </a:lnTo>
                  <a:lnTo>
                    <a:pt x="71029" y="16148"/>
                  </a:lnTo>
                  <a:lnTo>
                    <a:pt x="71487" y="16012"/>
                  </a:lnTo>
                  <a:lnTo>
                    <a:pt x="71883" y="15894"/>
                  </a:lnTo>
                  <a:lnTo>
                    <a:pt x="72164" y="15497"/>
                  </a:lnTo>
                  <a:lnTo>
                    <a:pt x="72522" y="14880"/>
                  </a:lnTo>
                  <a:lnTo>
                    <a:pt x="72999" y="14056"/>
                  </a:lnTo>
                  <a:lnTo>
                    <a:pt x="74394" y="14139"/>
                  </a:lnTo>
                  <a:lnTo>
                    <a:pt x="74698" y="14157"/>
                  </a:lnTo>
                  <a:lnTo>
                    <a:pt x="74900" y="14182"/>
                  </a:lnTo>
                  <a:lnTo>
                    <a:pt x="75698" y="14281"/>
                  </a:lnTo>
                  <a:lnTo>
                    <a:pt x="75900" y="14306"/>
                  </a:lnTo>
                  <a:lnTo>
                    <a:pt x="76222" y="14346"/>
                  </a:lnTo>
                  <a:lnTo>
                    <a:pt x="77395" y="14313"/>
                  </a:lnTo>
                  <a:lnTo>
                    <a:pt x="77651" y="14306"/>
                  </a:lnTo>
                  <a:lnTo>
                    <a:pt x="79974" y="14639"/>
                  </a:lnTo>
                  <a:lnTo>
                    <a:pt x="80629" y="14763"/>
                  </a:lnTo>
                  <a:lnTo>
                    <a:pt x="81142" y="14859"/>
                  </a:lnTo>
                  <a:lnTo>
                    <a:pt x="81472" y="14922"/>
                  </a:lnTo>
                  <a:lnTo>
                    <a:pt x="81385" y="15318"/>
                  </a:lnTo>
                  <a:lnTo>
                    <a:pt x="80578" y="18994"/>
                  </a:lnTo>
                  <a:lnTo>
                    <a:pt x="80236" y="20555"/>
                  </a:lnTo>
                  <a:lnTo>
                    <a:pt x="80493" y="20566"/>
                  </a:lnTo>
                  <a:lnTo>
                    <a:pt x="80439" y="20708"/>
                  </a:lnTo>
                  <a:lnTo>
                    <a:pt x="79997" y="21854"/>
                  </a:lnTo>
                  <a:lnTo>
                    <a:pt x="79799" y="22366"/>
                  </a:lnTo>
                  <a:lnTo>
                    <a:pt x="79768" y="22739"/>
                  </a:lnTo>
                  <a:lnTo>
                    <a:pt x="80265" y="22926"/>
                  </a:lnTo>
                  <a:lnTo>
                    <a:pt x="80622" y="23243"/>
                  </a:lnTo>
                  <a:lnTo>
                    <a:pt x="81834" y="24317"/>
                  </a:lnTo>
                  <a:lnTo>
                    <a:pt x="82132" y="24475"/>
                  </a:lnTo>
                  <a:lnTo>
                    <a:pt x="82378" y="24605"/>
                  </a:lnTo>
                  <a:lnTo>
                    <a:pt x="85232" y="26144"/>
                  </a:lnTo>
                  <a:lnTo>
                    <a:pt x="85052" y="26404"/>
                  </a:lnTo>
                  <a:lnTo>
                    <a:pt x="82873" y="29548"/>
                  </a:lnTo>
                  <a:lnTo>
                    <a:pt x="82642" y="29882"/>
                  </a:lnTo>
                  <a:lnTo>
                    <a:pt x="82581" y="30072"/>
                  </a:lnTo>
                  <a:lnTo>
                    <a:pt x="83273" y="30641"/>
                  </a:lnTo>
                  <a:lnTo>
                    <a:pt x="81552" y="31503"/>
                  </a:lnTo>
                  <a:lnTo>
                    <a:pt x="78967" y="32799"/>
                  </a:lnTo>
                  <a:lnTo>
                    <a:pt x="78738" y="32919"/>
                  </a:lnTo>
                  <a:lnTo>
                    <a:pt x="78065" y="33272"/>
                  </a:lnTo>
                  <a:lnTo>
                    <a:pt x="76993" y="33827"/>
                  </a:lnTo>
                  <a:lnTo>
                    <a:pt x="75265" y="34598"/>
                  </a:lnTo>
                  <a:lnTo>
                    <a:pt x="74723" y="34834"/>
                  </a:lnTo>
                  <a:lnTo>
                    <a:pt x="71428" y="35951"/>
                  </a:lnTo>
                  <a:lnTo>
                    <a:pt x="71168" y="36043"/>
                  </a:lnTo>
                  <a:lnTo>
                    <a:pt x="70745" y="36193"/>
                  </a:lnTo>
                  <a:lnTo>
                    <a:pt x="67924" y="37193"/>
                  </a:lnTo>
                  <a:lnTo>
                    <a:pt x="67634" y="37296"/>
                  </a:lnTo>
                  <a:lnTo>
                    <a:pt x="67495" y="37345"/>
                  </a:lnTo>
                  <a:lnTo>
                    <a:pt x="67169" y="37307"/>
                  </a:lnTo>
                  <a:lnTo>
                    <a:pt x="67064" y="37109"/>
                  </a:lnTo>
                  <a:lnTo>
                    <a:pt x="64302" y="38406"/>
                  </a:lnTo>
                  <a:lnTo>
                    <a:pt x="63520" y="38529"/>
                  </a:lnTo>
                  <a:lnTo>
                    <a:pt x="64135" y="39697"/>
                  </a:lnTo>
                  <a:lnTo>
                    <a:pt x="64346" y="39614"/>
                  </a:lnTo>
                  <a:lnTo>
                    <a:pt x="67634" y="38333"/>
                  </a:lnTo>
                  <a:lnTo>
                    <a:pt x="67839" y="38253"/>
                  </a:lnTo>
                  <a:lnTo>
                    <a:pt x="68576" y="38461"/>
                  </a:lnTo>
                  <a:lnTo>
                    <a:pt x="69465" y="38490"/>
                  </a:lnTo>
                  <a:lnTo>
                    <a:pt x="75449" y="38685"/>
                  </a:lnTo>
                  <a:lnTo>
                    <a:pt x="75735" y="38694"/>
                  </a:lnTo>
                  <a:lnTo>
                    <a:pt x="76668" y="39326"/>
                  </a:lnTo>
                  <a:lnTo>
                    <a:pt x="76679" y="39460"/>
                  </a:lnTo>
                  <a:lnTo>
                    <a:pt x="76843" y="41415"/>
                  </a:lnTo>
                  <a:lnTo>
                    <a:pt x="76917" y="42288"/>
                  </a:lnTo>
                  <a:lnTo>
                    <a:pt x="75308" y="42179"/>
                  </a:lnTo>
                  <a:lnTo>
                    <a:pt x="72682" y="42003"/>
                  </a:lnTo>
                  <a:lnTo>
                    <a:pt x="70546" y="45395"/>
                  </a:lnTo>
                  <a:lnTo>
                    <a:pt x="70343" y="45480"/>
                  </a:lnTo>
                  <a:lnTo>
                    <a:pt x="67644" y="46607"/>
                  </a:lnTo>
                  <a:lnTo>
                    <a:pt x="67226" y="46781"/>
                  </a:lnTo>
                  <a:lnTo>
                    <a:pt x="66550" y="47186"/>
                  </a:lnTo>
                  <a:lnTo>
                    <a:pt x="66262" y="47603"/>
                  </a:lnTo>
                  <a:lnTo>
                    <a:pt x="65413" y="48604"/>
                  </a:lnTo>
                  <a:lnTo>
                    <a:pt x="62617" y="51563"/>
                  </a:lnTo>
                  <a:lnTo>
                    <a:pt x="61992" y="52225"/>
                  </a:lnTo>
                  <a:lnTo>
                    <a:pt x="61863" y="52362"/>
                  </a:lnTo>
                  <a:lnTo>
                    <a:pt x="61651" y="52269"/>
                  </a:lnTo>
                  <a:lnTo>
                    <a:pt x="60210" y="51009"/>
                  </a:lnTo>
                  <a:lnTo>
                    <a:pt x="60138" y="50267"/>
                  </a:lnTo>
                  <a:lnTo>
                    <a:pt x="59721" y="51282"/>
                  </a:lnTo>
                  <a:lnTo>
                    <a:pt x="58429" y="52820"/>
                  </a:lnTo>
                  <a:lnTo>
                    <a:pt x="57542" y="52083"/>
                  </a:lnTo>
                  <a:lnTo>
                    <a:pt x="56389" y="52510"/>
                  </a:lnTo>
                  <a:lnTo>
                    <a:pt x="56004" y="52653"/>
                  </a:lnTo>
                  <a:lnTo>
                    <a:pt x="55939" y="52524"/>
                  </a:lnTo>
                  <a:lnTo>
                    <a:pt x="55807" y="52138"/>
                  </a:lnTo>
                  <a:lnTo>
                    <a:pt x="55713" y="52269"/>
                  </a:lnTo>
                  <a:lnTo>
                    <a:pt x="55621" y="52396"/>
                  </a:lnTo>
                  <a:lnTo>
                    <a:pt x="55083" y="53143"/>
                  </a:lnTo>
                  <a:lnTo>
                    <a:pt x="53552" y="55265"/>
                  </a:lnTo>
                  <a:lnTo>
                    <a:pt x="53360" y="55530"/>
                  </a:lnTo>
                  <a:lnTo>
                    <a:pt x="49227" y="61260"/>
                  </a:lnTo>
                  <a:lnTo>
                    <a:pt x="49046" y="61510"/>
                  </a:lnTo>
                  <a:lnTo>
                    <a:pt x="46187" y="65474"/>
                  </a:lnTo>
                  <a:lnTo>
                    <a:pt x="45798" y="66012"/>
                  </a:lnTo>
                  <a:lnTo>
                    <a:pt x="42058" y="63505"/>
                  </a:lnTo>
                  <a:lnTo>
                    <a:pt x="41743" y="63286"/>
                  </a:lnTo>
                  <a:lnTo>
                    <a:pt x="41606" y="63203"/>
                  </a:lnTo>
                  <a:lnTo>
                    <a:pt x="39280" y="61643"/>
                  </a:lnTo>
                  <a:lnTo>
                    <a:pt x="38944" y="61418"/>
                  </a:lnTo>
                  <a:lnTo>
                    <a:pt x="36211" y="59586"/>
                  </a:lnTo>
                  <a:lnTo>
                    <a:pt x="35598" y="59175"/>
                  </a:lnTo>
                  <a:lnTo>
                    <a:pt x="33479" y="57754"/>
                  </a:lnTo>
                  <a:lnTo>
                    <a:pt x="33338" y="57660"/>
                  </a:lnTo>
                  <a:lnTo>
                    <a:pt x="32434" y="57054"/>
                  </a:lnTo>
                  <a:lnTo>
                    <a:pt x="31301" y="56295"/>
                  </a:lnTo>
                  <a:lnTo>
                    <a:pt x="30492" y="55752"/>
                  </a:lnTo>
                  <a:lnTo>
                    <a:pt x="29609" y="55160"/>
                  </a:lnTo>
                  <a:lnTo>
                    <a:pt x="27643" y="53842"/>
                  </a:lnTo>
                  <a:lnTo>
                    <a:pt x="26179" y="52861"/>
                  </a:lnTo>
                  <a:lnTo>
                    <a:pt x="17377" y="46961"/>
                  </a:lnTo>
                  <a:lnTo>
                    <a:pt x="17230" y="46862"/>
                  </a:lnTo>
                  <a:lnTo>
                    <a:pt x="12054" y="43392"/>
                  </a:lnTo>
                  <a:lnTo>
                    <a:pt x="10201" y="42150"/>
                  </a:lnTo>
                  <a:lnTo>
                    <a:pt x="9123" y="41428"/>
                  </a:lnTo>
                  <a:lnTo>
                    <a:pt x="6580" y="39723"/>
                  </a:lnTo>
                  <a:lnTo>
                    <a:pt x="4245" y="38158"/>
                  </a:lnTo>
                  <a:lnTo>
                    <a:pt x="4040" y="38021"/>
                  </a:lnTo>
                  <a:lnTo>
                    <a:pt x="1993" y="36648"/>
                  </a:lnTo>
                  <a:lnTo>
                    <a:pt x="1698" y="36451"/>
                  </a:lnTo>
                  <a:lnTo>
                    <a:pt x="1525" y="36334"/>
                  </a:lnTo>
                  <a:lnTo>
                    <a:pt x="1098" y="36148"/>
                  </a:lnTo>
                  <a:lnTo>
                    <a:pt x="617" y="35939"/>
                  </a:lnTo>
                  <a:lnTo>
                    <a:pt x="0" y="35670"/>
                  </a:lnTo>
                  <a:lnTo>
                    <a:pt x="910" y="34332"/>
                  </a:lnTo>
                  <a:lnTo>
                    <a:pt x="1253" y="33829"/>
                  </a:lnTo>
                  <a:lnTo>
                    <a:pt x="1520" y="33436"/>
                  </a:lnTo>
                  <a:lnTo>
                    <a:pt x="1911" y="32862"/>
                  </a:lnTo>
                  <a:lnTo>
                    <a:pt x="2231" y="32392"/>
                  </a:lnTo>
                  <a:lnTo>
                    <a:pt x="2412" y="32126"/>
                  </a:lnTo>
                  <a:lnTo>
                    <a:pt x="2587" y="31870"/>
                  </a:lnTo>
                  <a:lnTo>
                    <a:pt x="3067" y="31163"/>
                  </a:lnTo>
                  <a:lnTo>
                    <a:pt x="3344" y="30757"/>
                  </a:lnTo>
                  <a:lnTo>
                    <a:pt x="3460" y="30587"/>
                  </a:lnTo>
                  <a:lnTo>
                    <a:pt x="3596" y="30387"/>
                  </a:lnTo>
                  <a:lnTo>
                    <a:pt x="3749" y="30163"/>
                  </a:lnTo>
                  <a:lnTo>
                    <a:pt x="4085" y="29668"/>
                  </a:lnTo>
                  <a:lnTo>
                    <a:pt x="4514" y="29038"/>
                  </a:lnTo>
                  <a:lnTo>
                    <a:pt x="4779" y="28649"/>
                  </a:lnTo>
                  <a:lnTo>
                    <a:pt x="5005" y="28317"/>
                  </a:lnTo>
                  <a:lnTo>
                    <a:pt x="5345" y="27818"/>
                  </a:lnTo>
                  <a:lnTo>
                    <a:pt x="5782" y="27176"/>
                  </a:lnTo>
                  <a:lnTo>
                    <a:pt x="6342" y="26353"/>
                  </a:lnTo>
                  <a:lnTo>
                    <a:pt x="7039" y="25329"/>
                  </a:lnTo>
                  <a:lnTo>
                    <a:pt x="7525" y="24616"/>
                  </a:lnTo>
                  <a:lnTo>
                    <a:pt x="7806" y="24203"/>
                  </a:lnTo>
                  <a:lnTo>
                    <a:pt x="14106" y="14950"/>
                  </a:lnTo>
                  <a:lnTo>
                    <a:pt x="15472" y="12969"/>
                  </a:lnTo>
                  <a:lnTo>
                    <a:pt x="16053" y="12128"/>
                  </a:lnTo>
                  <a:lnTo>
                    <a:pt x="17479" y="10060"/>
                  </a:lnTo>
                  <a:lnTo>
                    <a:pt x="17646" y="9818"/>
                  </a:lnTo>
                  <a:lnTo>
                    <a:pt x="18352" y="8795"/>
                  </a:lnTo>
                  <a:lnTo>
                    <a:pt x="18440" y="8668"/>
                  </a:lnTo>
                  <a:lnTo>
                    <a:pt x="19545" y="7066"/>
                  </a:lnTo>
                  <a:lnTo>
                    <a:pt x="19953" y="6474"/>
                  </a:lnTo>
                  <a:lnTo>
                    <a:pt x="20271" y="6013"/>
                  </a:lnTo>
                  <a:lnTo>
                    <a:pt x="20567" y="5584"/>
                  </a:lnTo>
                  <a:lnTo>
                    <a:pt x="20988" y="4975"/>
                  </a:lnTo>
                  <a:lnTo>
                    <a:pt x="21155" y="4732"/>
                  </a:lnTo>
                  <a:lnTo>
                    <a:pt x="21485" y="4254"/>
                  </a:lnTo>
                  <a:lnTo>
                    <a:pt x="21582" y="4113"/>
                  </a:lnTo>
                  <a:lnTo>
                    <a:pt x="21876" y="3687"/>
                  </a:lnTo>
                  <a:lnTo>
                    <a:pt x="22120" y="3357"/>
                  </a:lnTo>
                  <a:lnTo>
                    <a:pt x="22763" y="2483"/>
                  </a:lnTo>
                  <a:lnTo>
                    <a:pt x="23034" y="2116"/>
                  </a:lnTo>
                  <a:lnTo>
                    <a:pt x="23379" y="1647"/>
                  </a:lnTo>
                  <a:lnTo>
                    <a:pt x="23989" y="819"/>
                  </a:lnTo>
                  <a:lnTo>
                    <a:pt x="24209" y="521"/>
                  </a:lnTo>
                  <a:lnTo>
                    <a:pt x="24593" y="0"/>
                  </a:lnTo>
                  <a:lnTo>
                    <a:pt x="24927" y="205"/>
                  </a:lnTo>
                  <a:lnTo>
                    <a:pt x="25924" y="819"/>
                  </a:lnTo>
                  <a:lnTo>
                    <a:pt x="28386" y="2335"/>
                  </a:lnTo>
                  <a:lnTo>
                    <a:pt x="28510" y="2456"/>
                  </a:lnTo>
                  <a:lnTo>
                    <a:pt x="27264" y="4104"/>
                  </a:lnTo>
                  <a:lnTo>
                    <a:pt x="26933" y="4617"/>
                  </a:lnTo>
                  <a:lnTo>
                    <a:pt x="29522" y="6360"/>
                  </a:lnTo>
                  <a:lnTo>
                    <a:pt x="30529" y="7038"/>
                  </a:lnTo>
                  <a:lnTo>
                    <a:pt x="33693" y="9167"/>
                  </a:lnTo>
                  <a:lnTo>
                    <a:pt x="33430" y="9581"/>
                  </a:lnTo>
                  <a:lnTo>
                    <a:pt x="33200" y="9916"/>
                  </a:lnTo>
                  <a:lnTo>
                    <a:pt x="33747" y="10282"/>
                  </a:lnTo>
                  <a:lnTo>
                    <a:pt x="38448" y="13430"/>
                  </a:lnTo>
                  <a:lnTo>
                    <a:pt x="38685" y="13598"/>
                  </a:lnTo>
                  <a:lnTo>
                    <a:pt x="39231" y="14009"/>
                  </a:lnTo>
                  <a:lnTo>
                    <a:pt x="41412" y="15656"/>
                  </a:lnTo>
                  <a:lnTo>
                    <a:pt x="41666" y="16129"/>
                  </a:lnTo>
                  <a:lnTo>
                    <a:pt x="41744" y="16274"/>
                  </a:lnTo>
                  <a:lnTo>
                    <a:pt x="41930" y="16620"/>
                  </a:lnTo>
                  <a:lnTo>
                    <a:pt x="42000" y="16751"/>
                  </a:lnTo>
                  <a:lnTo>
                    <a:pt x="42121" y="16887"/>
                  </a:lnTo>
                  <a:lnTo>
                    <a:pt x="43695" y="18126"/>
                  </a:lnTo>
                  <a:lnTo>
                    <a:pt x="44862" y="18874"/>
                  </a:lnTo>
                  <a:lnTo>
                    <a:pt x="48173" y="20996"/>
                  </a:lnTo>
                  <a:lnTo>
                    <a:pt x="51257" y="22973"/>
                  </a:lnTo>
                  <a:lnTo>
                    <a:pt x="51430" y="23085"/>
                  </a:lnTo>
                  <a:lnTo>
                    <a:pt x="52142" y="23541"/>
                  </a:lnTo>
                  <a:lnTo>
                    <a:pt x="53390" y="243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934126" y="2815362"/>
              <a:ext cx="67043" cy="40065"/>
            </a:xfrm>
            <a:custGeom>
              <a:avLst/>
              <a:pathLst>
                <a:path w="67043" h="40065">
                  <a:moveTo>
                    <a:pt x="18954" y="234"/>
                  </a:moveTo>
                  <a:lnTo>
                    <a:pt x="21933" y="1101"/>
                  </a:lnTo>
                  <a:lnTo>
                    <a:pt x="22191" y="485"/>
                  </a:lnTo>
                  <a:lnTo>
                    <a:pt x="25974" y="1646"/>
                  </a:lnTo>
                  <a:lnTo>
                    <a:pt x="35926" y="6633"/>
                  </a:lnTo>
                  <a:lnTo>
                    <a:pt x="36313" y="6827"/>
                  </a:lnTo>
                  <a:lnTo>
                    <a:pt x="37133" y="7313"/>
                  </a:lnTo>
                  <a:lnTo>
                    <a:pt x="37333" y="7431"/>
                  </a:lnTo>
                  <a:lnTo>
                    <a:pt x="37492" y="7619"/>
                  </a:lnTo>
                  <a:lnTo>
                    <a:pt x="37861" y="8058"/>
                  </a:lnTo>
                  <a:lnTo>
                    <a:pt x="39561" y="10076"/>
                  </a:lnTo>
                  <a:lnTo>
                    <a:pt x="39790" y="10448"/>
                  </a:lnTo>
                  <a:lnTo>
                    <a:pt x="39918" y="10702"/>
                  </a:lnTo>
                  <a:lnTo>
                    <a:pt x="40046" y="11040"/>
                  </a:lnTo>
                  <a:lnTo>
                    <a:pt x="40137" y="11388"/>
                  </a:lnTo>
                  <a:lnTo>
                    <a:pt x="40192" y="11745"/>
                  </a:lnTo>
                  <a:lnTo>
                    <a:pt x="40210" y="12105"/>
                  </a:lnTo>
                  <a:lnTo>
                    <a:pt x="40190" y="12465"/>
                  </a:lnTo>
                  <a:lnTo>
                    <a:pt x="40133" y="12821"/>
                  </a:lnTo>
                  <a:lnTo>
                    <a:pt x="40032" y="13192"/>
                  </a:lnTo>
                  <a:lnTo>
                    <a:pt x="40172" y="13096"/>
                  </a:lnTo>
                  <a:lnTo>
                    <a:pt x="42068" y="11797"/>
                  </a:lnTo>
                  <a:lnTo>
                    <a:pt x="43072" y="9735"/>
                  </a:lnTo>
                  <a:lnTo>
                    <a:pt x="43487" y="8831"/>
                  </a:lnTo>
                  <a:lnTo>
                    <a:pt x="45288" y="8972"/>
                  </a:lnTo>
                  <a:lnTo>
                    <a:pt x="48626" y="9239"/>
                  </a:lnTo>
                  <a:lnTo>
                    <a:pt x="50362" y="8972"/>
                  </a:lnTo>
                  <a:lnTo>
                    <a:pt x="53651" y="8925"/>
                  </a:lnTo>
                  <a:lnTo>
                    <a:pt x="53520" y="10658"/>
                  </a:lnTo>
                  <a:lnTo>
                    <a:pt x="54071" y="10574"/>
                  </a:lnTo>
                  <a:lnTo>
                    <a:pt x="54847" y="12191"/>
                  </a:lnTo>
                  <a:lnTo>
                    <a:pt x="55366" y="13351"/>
                  </a:lnTo>
                  <a:lnTo>
                    <a:pt x="55632" y="14373"/>
                  </a:lnTo>
                  <a:lnTo>
                    <a:pt x="56283" y="14191"/>
                  </a:lnTo>
                  <a:lnTo>
                    <a:pt x="57351" y="15345"/>
                  </a:lnTo>
                  <a:lnTo>
                    <a:pt x="57317" y="15867"/>
                  </a:lnTo>
                  <a:lnTo>
                    <a:pt x="57061" y="16418"/>
                  </a:lnTo>
                  <a:lnTo>
                    <a:pt x="58473" y="17492"/>
                  </a:lnTo>
                  <a:lnTo>
                    <a:pt x="58386" y="19154"/>
                  </a:lnTo>
                  <a:lnTo>
                    <a:pt x="60567" y="19581"/>
                  </a:lnTo>
                  <a:lnTo>
                    <a:pt x="61193" y="20262"/>
                  </a:lnTo>
                  <a:lnTo>
                    <a:pt x="62009" y="21149"/>
                  </a:lnTo>
                  <a:lnTo>
                    <a:pt x="63131" y="22369"/>
                  </a:lnTo>
                  <a:lnTo>
                    <a:pt x="63271" y="22721"/>
                  </a:lnTo>
                  <a:lnTo>
                    <a:pt x="63905" y="24304"/>
                  </a:lnTo>
                  <a:lnTo>
                    <a:pt x="63373" y="24712"/>
                  </a:lnTo>
                  <a:lnTo>
                    <a:pt x="64555" y="27005"/>
                  </a:lnTo>
                  <a:lnTo>
                    <a:pt x="64848" y="27573"/>
                  </a:lnTo>
                  <a:lnTo>
                    <a:pt x="64977" y="27823"/>
                  </a:lnTo>
                  <a:lnTo>
                    <a:pt x="64218" y="28367"/>
                  </a:lnTo>
                  <a:lnTo>
                    <a:pt x="64303" y="28535"/>
                  </a:lnTo>
                  <a:lnTo>
                    <a:pt x="64645" y="29215"/>
                  </a:lnTo>
                  <a:lnTo>
                    <a:pt x="65663" y="31240"/>
                  </a:lnTo>
                  <a:lnTo>
                    <a:pt x="66020" y="31974"/>
                  </a:lnTo>
                  <a:lnTo>
                    <a:pt x="67043" y="34078"/>
                  </a:lnTo>
                  <a:lnTo>
                    <a:pt x="63599" y="35384"/>
                  </a:lnTo>
                  <a:lnTo>
                    <a:pt x="62014" y="35443"/>
                  </a:lnTo>
                  <a:lnTo>
                    <a:pt x="61861" y="35448"/>
                  </a:lnTo>
                  <a:lnTo>
                    <a:pt x="61952" y="36384"/>
                  </a:lnTo>
                  <a:lnTo>
                    <a:pt x="62052" y="36531"/>
                  </a:lnTo>
                  <a:lnTo>
                    <a:pt x="62280" y="36909"/>
                  </a:lnTo>
                  <a:lnTo>
                    <a:pt x="62552" y="37279"/>
                  </a:lnTo>
                  <a:lnTo>
                    <a:pt x="62434" y="37444"/>
                  </a:lnTo>
                  <a:lnTo>
                    <a:pt x="62165" y="37819"/>
                  </a:lnTo>
                  <a:lnTo>
                    <a:pt x="62399" y="38774"/>
                  </a:lnTo>
                  <a:lnTo>
                    <a:pt x="62454" y="40065"/>
                  </a:lnTo>
                  <a:lnTo>
                    <a:pt x="62201" y="39948"/>
                  </a:lnTo>
                  <a:lnTo>
                    <a:pt x="61755" y="39742"/>
                  </a:lnTo>
                  <a:lnTo>
                    <a:pt x="61621" y="39680"/>
                  </a:lnTo>
                  <a:lnTo>
                    <a:pt x="61165" y="39075"/>
                  </a:lnTo>
                  <a:lnTo>
                    <a:pt x="60910" y="39005"/>
                  </a:lnTo>
                  <a:lnTo>
                    <a:pt x="57492" y="38065"/>
                  </a:lnTo>
                  <a:lnTo>
                    <a:pt x="55516" y="37841"/>
                  </a:lnTo>
                  <a:lnTo>
                    <a:pt x="55171" y="37874"/>
                  </a:lnTo>
                  <a:lnTo>
                    <a:pt x="54961" y="37894"/>
                  </a:lnTo>
                  <a:lnTo>
                    <a:pt x="53636" y="38770"/>
                  </a:lnTo>
                  <a:lnTo>
                    <a:pt x="53092" y="39069"/>
                  </a:lnTo>
                  <a:lnTo>
                    <a:pt x="52504" y="39123"/>
                  </a:lnTo>
                  <a:lnTo>
                    <a:pt x="52291" y="39048"/>
                  </a:lnTo>
                  <a:lnTo>
                    <a:pt x="51592" y="38873"/>
                  </a:lnTo>
                  <a:lnTo>
                    <a:pt x="46507" y="36225"/>
                  </a:lnTo>
                  <a:lnTo>
                    <a:pt x="46492" y="36818"/>
                  </a:lnTo>
                  <a:lnTo>
                    <a:pt x="46339" y="36760"/>
                  </a:lnTo>
                  <a:lnTo>
                    <a:pt x="46043" y="36648"/>
                  </a:lnTo>
                  <a:lnTo>
                    <a:pt x="46038" y="36813"/>
                  </a:lnTo>
                  <a:lnTo>
                    <a:pt x="45967" y="39320"/>
                  </a:lnTo>
                  <a:lnTo>
                    <a:pt x="45656" y="39251"/>
                  </a:lnTo>
                  <a:lnTo>
                    <a:pt x="43832" y="38843"/>
                  </a:lnTo>
                  <a:lnTo>
                    <a:pt x="41197" y="37721"/>
                  </a:lnTo>
                  <a:lnTo>
                    <a:pt x="41061" y="37664"/>
                  </a:lnTo>
                  <a:lnTo>
                    <a:pt x="41061" y="37208"/>
                  </a:lnTo>
                  <a:lnTo>
                    <a:pt x="38977" y="36689"/>
                  </a:lnTo>
                  <a:lnTo>
                    <a:pt x="35370" y="35790"/>
                  </a:lnTo>
                  <a:lnTo>
                    <a:pt x="34844" y="35909"/>
                  </a:lnTo>
                  <a:lnTo>
                    <a:pt x="33119" y="36256"/>
                  </a:lnTo>
                  <a:lnTo>
                    <a:pt x="31705" y="36425"/>
                  </a:lnTo>
                  <a:lnTo>
                    <a:pt x="31263" y="36478"/>
                  </a:lnTo>
                  <a:lnTo>
                    <a:pt x="30624" y="36056"/>
                  </a:lnTo>
                  <a:lnTo>
                    <a:pt x="30255" y="35812"/>
                  </a:lnTo>
                  <a:lnTo>
                    <a:pt x="29428" y="35266"/>
                  </a:lnTo>
                  <a:lnTo>
                    <a:pt x="28059" y="34363"/>
                  </a:lnTo>
                  <a:lnTo>
                    <a:pt x="27558" y="33955"/>
                  </a:lnTo>
                  <a:lnTo>
                    <a:pt x="27213" y="33674"/>
                  </a:lnTo>
                  <a:lnTo>
                    <a:pt x="26670" y="33232"/>
                  </a:lnTo>
                  <a:lnTo>
                    <a:pt x="26133" y="32794"/>
                  </a:lnTo>
                  <a:lnTo>
                    <a:pt x="24385" y="31590"/>
                  </a:lnTo>
                  <a:lnTo>
                    <a:pt x="23688" y="31110"/>
                  </a:lnTo>
                  <a:lnTo>
                    <a:pt x="23468" y="30979"/>
                  </a:lnTo>
                  <a:lnTo>
                    <a:pt x="21501" y="29813"/>
                  </a:lnTo>
                  <a:lnTo>
                    <a:pt x="21217" y="29633"/>
                  </a:lnTo>
                  <a:lnTo>
                    <a:pt x="20539" y="29202"/>
                  </a:lnTo>
                  <a:lnTo>
                    <a:pt x="18952" y="28196"/>
                  </a:lnTo>
                  <a:lnTo>
                    <a:pt x="18339" y="27807"/>
                  </a:lnTo>
                  <a:lnTo>
                    <a:pt x="17876" y="27511"/>
                  </a:lnTo>
                  <a:lnTo>
                    <a:pt x="14896" y="25577"/>
                  </a:lnTo>
                  <a:lnTo>
                    <a:pt x="14463" y="25295"/>
                  </a:lnTo>
                  <a:lnTo>
                    <a:pt x="13147" y="24404"/>
                  </a:lnTo>
                  <a:lnTo>
                    <a:pt x="12215" y="23772"/>
                  </a:lnTo>
                  <a:lnTo>
                    <a:pt x="11929" y="23763"/>
                  </a:lnTo>
                  <a:lnTo>
                    <a:pt x="5945" y="23568"/>
                  </a:lnTo>
                  <a:lnTo>
                    <a:pt x="5056" y="23539"/>
                  </a:lnTo>
                  <a:lnTo>
                    <a:pt x="4319" y="23331"/>
                  </a:lnTo>
                  <a:lnTo>
                    <a:pt x="4113" y="23411"/>
                  </a:lnTo>
                  <a:lnTo>
                    <a:pt x="826" y="24692"/>
                  </a:lnTo>
                  <a:lnTo>
                    <a:pt x="615" y="24775"/>
                  </a:lnTo>
                  <a:lnTo>
                    <a:pt x="0" y="23607"/>
                  </a:lnTo>
                  <a:lnTo>
                    <a:pt x="782" y="23484"/>
                  </a:lnTo>
                  <a:lnTo>
                    <a:pt x="3543" y="22187"/>
                  </a:lnTo>
                  <a:lnTo>
                    <a:pt x="3648" y="22385"/>
                  </a:lnTo>
                  <a:lnTo>
                    <a:pt x="3975" y="22423"/>
                  </a:lnTo>
                  <a:lnTo>
                    <a:pt x="4113" y="22374"/>
                  </a:lnTo>
                  <a:lnTo>
                    <a:pt x="4404" y="22271"/>
                  </a:lnTo>
                  <a:lnTo>
                    <a:pt x="7224" y="21271"/>
                  </a:lnTo>
                  <a:lnTo>
                    <a:pt x="7648" y="21121"/>
                  </a:lnTo>
                  <a:lnTo>
                    <a:pt x="7907" y="21029"/>
                  </a:lnTo>
                  <a:lnTo>
                    <a:pt x="11263" y="19891"/>
                  </a:lnTo>
                  <a:lnTo>
                    <a:pt x="11744" y="19676"/>
                  </a:lnTo>
                  <a:lnTo>
                    <a:pt x="13681" y="18803"/>
                  </a:lnTo>
                  <a:lnTo>
                    <a:pt x="14544" y="18350"/>
                  </a:lnTo>
                  <a:lnTo>
                    <a:pt x="15218" y="17997"/>
                  </a:lnTo>
                  <a:lnTo>
                    <a:pt x="15477" y="17861"/>
                  </a:lnTo>
                  <a:lnTo>
                    <a:pt x="18032" y="16581"/>
                  </a:lnTo>
                  <a:lnTo>
                    <a:pt x="19752" y="15719"/>
                  </a:lnTo>
                  <a:lnTo>
                    <a:pt x="19015" y="15113"/>
                  </a:lnTo>
                  <a:lnTo>
                    <a:pt x="19121" y="14960"/>
                  </a:lnTo>
                  <a:lnTo>
                    <a:pt x="19353" y="14626"/>
                  </a:lnTo>
                  <a:lnTo>
                    <a:pt x="21616" y="11359"/>
                  </a:lnTo>
                  <a:lnTo>
                    <a:pt x="21609" y="11124"/>
                  </a:lnTo>
                  <a:lnTo>
                    <a:pt x="18858" y="9683"/>
                  </a:lnTo>
                  <a:lnTo>
                    <a:pt x="18612" y="9553"/>
                  </a:lnTo>
                  <a:lnTo>
                    <a:pt x="18160" y="9259"/>
                  </a:lnTo>
                  <a:lnTo>
                    <a:pt x="17102" y="8321"/>
                  </a:lnTo>
                  <a:lnTo>
                    <a:pt x="16745" y="8004"/>
                  </a:lnTo>
                  <a:lnTo>
                    <a:pt x="16167" y="7734"/>
                  </a:lnTo>
                  <a:lnTo>
                    <a:pt x="16279" y="7444"/>
                  </a:lnTo>
                  <a:lnTo>
                    <a:pt x="16476" y="6932"/>
                  </a:lnTo>
                  <a:lnTo>
                    <a:pt x="16918" y="5786"/>
                  </a:lnTo>
                  <a:lnTo>
                    <a:pt x="16973" y="5644"/>
                  </a:lnTo>
                  <a:lnTo>
                    <a:pt x="16732" y="5556"/>
                  </a:lnTo>
                  <a:lnTo>
                    <a:pt x="17058" y="4072"/>
                  </a:lnTo>
                  <a:lnTo>
                    <a:pt x="17865" y="396"/>
                  </a:lnTo>
                  <a:lnTo>
                    <a:pt x="17952" y="0"/>
                  </a:lnTo>
                  <a:lnTo>
                    <a:pt x="18509" y="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953605" y="2793847"/>
              <a:ext cx="48900" cy="41776"/>
            </a:xfrm>
            <a:custGeom>
              <a:avLst/>
              <a:pathLst>
                <a:path w="48900" h="41776">
                  <a:moveTo>
                    <a:pt x="19630" y="732"/>
                  </a:moveTo>
                  <a:lnTo>
                    <a:pt x="21575" y="1815"/>
                  </a:lnTo>
                  <a:lnTo>
                    <a:pt x="24213" y="1309"/>
                  </a:lnTo>
                  <a:lnTo>
                    <a:pt x="25369" y="1260"/>
                  </a:lnTo>
                  <a:lnTo>
                    <a:pt x="26938" y="2906"/>
                  </a:lnTo>
                  <a:lnTo>
                    <a:pt x="26317" y="3802"/>
                  </a:lnTo>
                  <a:lnTo>
                    <a:pt x="28240" y="6792"/>
                  </a:lnTo>
                  <a:lnTo>
                    <a:pt x="28950" y="5777"/>
                  </a:lnTo>
                  <a:lnTo>
                    <a:pt x="29575" y="6000"/>
                  </a:lnTo>
                  <a:lnTo>
                    <a:pt x="31711" y="7702"/>
                  </a:lnTo>
                  <a:lnTo>
                    <a:pt x="32321" y="9386"/>
                  </a:lnTo>
                  <a:lnTo>
                    <a:pt x="32979" y="11206"/>
                  </a:lnTo>
                  <a:lnTo>
                    <a:pt x="32633" y="13121"/>
                  </a:lnTo>
                  <a:lnTo>
                    <a:pt x="28218" y="18389"/>
                  </a:lnTo>
                  <a:lnTo>
                    <a:pt x="30055" y="20354"/>
                  </a:lnTo>
                  <a:lnTo>
                    <a:pt x="31508" y="21593"/>
                  </a:lnTo>
                  <a:lnTo>
                    <a:pt x="31997" y="18931"/>
                  </a:lnTo>
                  <a:lnTo>
                    <a:pt x="33113" y="18516"/>
                  </a:lnTo>
                  <a:lnTo>
                    <a:pt x="35116" y="18616"/>
                  </a:lnTo>
                  <a:lnTo>
                    <a:pt x="37152" y="18616"/>
                  </a:lnTo>
                  <a:lnTo>
                    <a:pt x="38286" y="16547"/>
                  </a:lnTo>
                  <a:lnTo>
                    <a:pt x="41324" y="16780"/>
                  </a:lnTo>
                  <a:lnTo>
                    <a:pt x="42692" y="17815"/>
                  </a:lnTo>
                  <a:lnTo>
                    <a:pt x="44161" y="18116"/>
                  </a:lnTo>
                  <a:lnTo>
                    <a:pt x="46631" y="18349"/>
                  </a:lnTo>
                  <a:lnTo>
                    <a:pt x="48500" y="19551"/>
                  </a:lnTo>
                  <a:lnTo>
                    <a:pt x="48709" y="19652"/>
                  </a:lnTo>
                  <a:lnTo>
                    <a:pt x="48900" y="23155"/>
                  </a:lnTo>
                  <a:lnTo>
                    <a:pt x="47786" y="26480"/>
                  </a:lnTo>
                  <a:lnTo>
                    <a:pt x="46275" y="26429"/>
                  </a:lnTo>
                  <a:lnTo>
                    <a:pt x="45095" y="28546"/>
                  </a:lnTo>
                  <a:lnTo>
                    <a:pt x="42879" y="27815"/>
                  </a:lnTo>
                  <a:lnTo>
                    <a:pt x="40343" y="27548"/>
                  </a:lnTo>
                  <a:lnTo>
                    <a:pt x="39849" y="27254"/>
                  </a:lnTo>
                  <a:lnTo>
                    <a:pt x="39820" y="28392"/>
                  </a:lnTo>
                  <a:lnTo>
                    <a:pt x="40332" y="29546"/>
                  </a:lnTo>
                  <a:lnTo>
                    <a:pt x="41133" y="30379"/>
                  </a:lnTo>
                  <a:lnTo>
                    <a:pt x="41870" y="31853"/>
                  </a:lnTo>
                  <a:lnTo>
                    <a:pt x="42319" y="32366"/>
                  </a:lnTo>
                  <a:lnTo>
                    <a:pt x="42671" y="32750"/>
                  </a:lnTo>
                  <a:lnTo>
                    <a:pt x="43761" y="33006"/>
                  </a:lnTo>
                  <a:lnTo>
                    <a:pt x="43697" y="34865"/>
                  </a:lnTo>
                  <a:lnTo>
                    <a:pt x="43697" y="35249"/>
                  </a:lnTo>
                  <a:lnTo>
                    <a:pt x="45619" y="34641"/>
                  </a:lnTo>
                  <a:lnTo>
                    <a:pt x="47253" y="38870"/>
                  </a:lnTo>
                  <a:lnTo>
                    <a:pt x="44017" y="39831"/>
                  </a:lnTo>
                  <a:lnTo>
                    <a:pt x="43312" y="40632"/>
                  </a:lnTo>
                  <a:lnTo>
                    <a:pt x="41714" y="41776"/>
                  </a:lnTo>
                  <a:lnTo>
                    <a:pt x="41088" y="41095"/>
                  </a:lnTo>
                  <a:lnTo>
                    <a:pt x="38859" y="40659"/>
                  </a:lnTo>
                  <a:lnTo>
                    <a:pt x="38994" y="39006"/>
                  </a:lnTo>
                  <a:lnTo>
                    <a:pt x="37582" y="37932"/>
                  </a:lnTo>
                  <a:lnTo>
                    <a:pt x="37838" y="37381"/>
                  </a:lnTo>
                  <a:lnTo>
                    <a:pt x="37872" y="36859"/>
                  </a:lnTo>
                  <a:lnTo>
                    <a:pt x="36804" y="35706"/>
                  </a:lnTo>
                  <a:lnTo>
                    <a:pt x="36153" y="35887"/>
                  </a:lnTo>
                  <a:lnTo>
                    <a:pt x="35873" y="34833"/>
                  </a:lnTo>
                  <a:lnTo>
                    <a:pt x="35368" y="33705"/>
                  </a:lnTo>
                  <a:lnTo>
                    <a:pt x="34592" y="32088"/>
                  </a:lnTo>
                  <a:lnTo>
                    <a:pt x="34041" y="32172"/>
                  </a:lnTo>
                  <a:lnTo>
                    <a:pt x="34172" y="30439"/>
                  </a:lnTo>
                  <a:lnTo>
                    <a:pt x="30883" y="30486"/>
                  </a:lnTo>
                  <a:lnTo>
                    <a:pt x="29147" y="30753"/>
                  </a:lnTo>
                  <a:lnTo>
                    <a:pt x="25809" y="30486"/>
                  </a:lnTo>
                  <a:lnTo>
                    <a:pt x="24008" y="30345"/>
                  </a:lnTo>
                  <a:lnTo>
                    <a:pt x="23593" y="31249"/>
                  </a:lnTo>
                  <a:lnTo>
                    <a:pt x="22589" y="33311"/>
                  </a:lnTo>
                  <a:lnTo>
                    <a:pt x="20693" y="34610"/>
                  </a:lnTo>
                  <a:lnTo>
                    <a:pt x="20561" y="34683"/>
                  </a:lnTo>
                  <a:lnTo>
                    <a:pt x="20654" y="34335"/>
                  </a:lnTo>
                  <a:lnTo>
                    <a:pt x="20712" y="33978"/>
                  </a:lnTo>
                  <a:lnTo>
                    <a:pt x="20731" y="33618"/>
                  </a:lnTo>
                  <a:lnTo>
                    <a:pt x="20713" y="33258"/>
                  </a:lnTo>
                  <a:lnTo>
                    <a:pt x="20658" y="32902"/>
                  </a:lnTo>
                  <a:lnTo>
                    <a:pt x="20566" y="32553"/>
                  </a:lnTo>
                  <a:lnTo>
                    <a:pt x="20439" y="32216"/>
                  </a:lnTo>
                  <a:lnTo>
                    <a:pt x="20272" y="31884"/>
                  </a:lnTo>
                  <a:lnTo>
                    <a:pt x="20082" y="31590"/>
                  </a:lnTo>
                  <a:lnTo>
                    <a:pt x="18382" y="29572"/>
                  </a:lnTo>
                  <a:lnTo>
                    <a:pt x="18013" y="29133"/>
                  </a:lnTo>
                  <a:lnTo>
                    <a:pt x="17854" y="28945"/>
                  </a:lnTo>
                  <a:lnTo>
                    <a:pt x="17654" y="28827"/>
                  </a:lnTo>
                  <a:lnTo>
                    <a:pt x="16834" y="28341"/>
                  </a:lnTo>
                  <a:lnTo>
                    <a:pt x="16447" y="28147"/>
                  </a:lnTo>
                  <a:lnTo>
                    <a:pt x="6495" y="23160"/>
                  </a:lnTo>
                  <a:lnTo>
                    <a:pt x="2712" y="21999"/>
                  </a:lnTo>
                  <a:lnTo>
                    <a:pt x="2140" y="17674"/>
                  </a:lnTo>
                  <a:lnTo>
                    <a:pt x="517" y="16068"/>
                  </a:lnTo>
                  <a:lnTo>
                    <a:pt x="0" y="15555"/>
                  </a:lnTo>
                  <a:lnTo>
                    <a:pt x="3773" y="11922"/>
                  </a:lnTo>
                  <a:lnTo>
                    <a:pt x="4218" y="11493"/>
                  </a:lnTo>
                  <a:lnTo>
                    <a:pt x="5377" y="10477"/>
                  </a:lnTo>
                  <a:lnTo>
                    <a:pt x="6037" y="9898"/>
                  </a:lnTo>
                  <a:lnTo>
                    <a:pt x="7778" y="8498"/>
                  </a:lnTo>
                  <a:lnTo>
                    <a:pt x="8224" y="8139"/>
                  </a:lnTo>
                  <a:lnTo>
                    <a:pt x="8728" y="7734"/>
                  </a:lnTo>
                  <a:lnTo>
                    <a:pt x="10238" y="6520"/>
                  </a:lnTo>
                  <a:lnTo>
                    <a:pt x="10533" y="6283"/>
                  </a:lnTo>
                  <a:lnTo>
                    <a:pt x="10418" y="3080"/>
                  </a:lnTo>
                  <a:lnTo>
                    <a:pt x="10424" y="2456"/>
                  </a:lnTo>
                  <a:lnTo>
                    <a:pt x="14174" y="2599"/>
                  </a:lnTo>
                  <a:lnTo>
                    <a:pt x="14654" y="2648"/>
                  </a:lnTo>
                  <a:lnTo>
                    <a:pt x="15829" y="0"/>
                  </a:lnTo>
                  <a:lnTo>
                    <a:pt x="16388" y="1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926610" y="2785526"/>
              <a:ext cx="179352" cy="118739"/>
            </a:xfrm>
            <a:custGeom>
              <a:avLst/>
              <a:pathLst>
                <a:path w="179352" h="118739">
                  <a:moveTo>
                    <a:pt x="168355" y="41133"/>
                  </a:moveTo>
                  <a:lnTo>
                    <a:pt x="165684" y="43359"/>
                  </a:lnTo>
                  <a:lnTo>
                    <a:pt x="162055" y="44868"/>
                  </a:lnTo>
                  <a:lnTo>
                    <a:pt x="157740" y="42958"/>
                  </a:lnTo>
                  <a:lnTo>
                    <a:pt x="153535" y="42291"/>
                  </a:lnTo>
                  <a:lnTo>
                    <a:pt x="148461" y="43692"/>
                  </a:lnTo>
                  <a:lnTo>
                    <a:pt x="141986" y="45228"/>
                  </a:lnTo>
                  <a:lnTo>
                    <a:pt x="136445" y="47164"/>
                  </a:lnTo>
                  <a:lnTo>
                    <a:pt x="133708" y="50501"/>
                  </a:lnTo>
                  <a:lnTo>
                    <a:pt x="130504" y="53171"/>
                  </a:lnTo>
                  <a:lnTo>
                    <a:pt x="126165" y="55975"/>
                  </a:lnTo>
                  <a:lnTo>
                    <a:pt x="123295" y="59313"/>
                  </a:lnTo>
                  <a:lnTo>
                    <a:pt x="124029" y="62517"/>
                  </a:lnTo>
                  <a:lnTo>
                    <a:pt x="125556" y="65563"/>
                  </a:lnTo>
                  <a:lnTo>
                    <a:pt x="123049" y="68436"/>
                  </a:lnTo>
                  <a:lnTo>
                    <a:pt x="119284" y="71641"/>
                  </a:lnTo>
                  <a:lnTo>
                    <a:pt x="119123" y="75085"/>
                  </a:lnTo>
                  <a:lnTo>
                    <a:pt x="122167" y="77408"/>
                  </a:lnTo>
                  <a:lnTo>
                    <a:pt x="124010" y="80212"/>
                  </a:lnTo>
                  <a:lnTo>
                    <a:pt x="127264" y="84039"/>
                  </a:lnTo>
                  <a:lnTo>
                    <a:pt x="129457" y="81173"/>
                  </a:lnTo>
                  <a:lnTo>
                    <a:pt x="130338" y="76687"/>
                  </a:lnTo>
                  <a:lnTo>
                    <a:pt x="131380" y="72922"/>
                  </a:lnTo>
                  <a:lnTo>
                    <a:pt x="133209" y="68646"/>
                  </a:lnTo>
                  <a:lnTo>
                    <a:pt x="134143" y="69037"/>
                  </a:lnTo>
                  <a:lnTo>
                    <a:pt x="137588" y="67715"/>
                  </a:lnTo>
                  <a:lnTo>
                    <a:pt x="140872" y="68156"/>
                  </a:lnTo>
                  <a:lnTo>
                    <a:pt x="144961" y="70909"/>
                  </a:lnTo>
                  <a:lnTo>
                    <a:pt x="147123" y="70306"/>
                  </a:lnTo>
                  <a:lnTo>
                    <a:pt x="147280" y="69077"/>
                  </a:lnTo>
                  <a:lnTo>
                    <a:pt x="151085" y="69518"/>
                  </a:lnTo>
                  <a:lnTo>
                    <a:pt x="151303" y="66812"/>
                  </a:lnTo>
                  <a:lnTo>
                    <a:pt x="152848" y="67075"/>
                  </a:lnTo>
                  <a:lnTo>
                    <a:pt x="153168" y="64992"/>
                  </a:lnTo>
                  <a:lnTo>
                    <a:pt x="160034" y="66208"/>
                  </a:lnTo>
                  <a:lnTo>
                    <a:pt x="160162" y="66889"/>
                  </a:lnTo>
                  <a:lnTo>
                    <a:pt x="159294" y="75167"/>
                  </a:lnTo>
                  <a:lnTo>
                    <a:pt x="156824" y="83912"/>
                  </a:lnTo>
                  <a:lnTo>
                    <a:pt x="154194" y="88558"/>
                  </a:lnTo>
                  <a:lnTo>
                    <a:pt x="154289" y="90659"/>
                  </a:lnTo>
                  <a:lnTo>
                    <a:pt x="154327" y="91495"/>
                  </a:lnTo>
                  <a:lnTo>
                    <a:pt x="154060" y="95687"/>
                  </a:lnTo>
                  <a:lnTo>
                    <a:pt x="153706" y="96187"/>
                  </a:lnTo>
                  <a:lnTo>
                    <a:pt x="152378" y="98063"/>
                  </a:lnTo>
                  <a:lnTo>
                    <a:pt x="152378" y="98411"/>
                  </a:lnTo>
                  <a:lnTo>
                    <a:pt x="152369" y="98855"/>
                  </a:lnTo>
                  <a:lnTo>
                    <a:pt x="151520" y="99826"/>
                  </a:lnTo>
                  <a:lnTo>
                    <a:pt x="151136" y="100292"/>
                  </a:lnTo>
                  <a:lnTo>
                    <a:pt x="150776" y="100729"/>
                  </a:lnTo>
                  <a:lnTo>
                    <a:pt x="150662" y="100867"/>
                  </a:lnTo>
                  <a:lnTo>
                    <a:pt x="149928" y="101757"/>
                  </a:lnTo>
                  <a:lnTo>
                    <a:pt x="149127" y="102879"/>
                  </a:lnTo>
                  <a:lnTo>
                    <a:pt x="148788" y="103369"/>
                  </a:lnTo>
                  <a:lnTo>
                    <a:pt x="147623" y="105275"/>
                  </a:lnTo>
                  <a:lnTo>
                    <a:pt x="147458" y="105544"/>
                  </a:lnTo>
                  <a:lnTo>
                    <a:pt x="147218" y="105937"/>
                  </a:lnTo>
                  <a:lnTo>
                    <a:pt x="145684" y="106448"/>
                  </a:lnTo>
                  <a:lnTo>
                    <a:pt x="144835" y="106730"/>
                  </a:lnTo>
                  <a:lnTo>
                    <a:pt x="142383" y="112406"/>
                  </a:lnTo>
                  <a:lnTo>
                    <a:pt x="142256" y="112705"/>
                  </a:lnTo>
                  <a:lnTo>
                    <a:pt x="142509" y="112766"/>
                  </a:lnTo>
                  <a:lnTo>
                    <a:pt x="144408" y="113449"/>
                  </a:lnTo>
                  <a:lnTo>
                    <a:pt x="144959" y="113622"/>
                  </a:lnTo>
                  <a:lnTo>
                    <a:pt x="147821" y="114465"/>
                  </a:lnTo>
                  <a:lnTo>
                    <a:pt x="147017" y="115883"/>
                  </a:lnTo>
                  <a:lnTo>
                    <a:pt x="145684" y="116670"/>
                  </a:lnTo>
                  <a:lnTo>
                    <a:pt x="143001" y="117285"/>
                  </a:lnTo>
                  <a:lnTo>
                    <a:pt x="141805" y="117421"/>
                  </a:lnTo>
                  <a:lnTo>
                    <a:pt x="140813" y="116977"/>
                  </a:lnTo>
                  <a:lnTo>
                    <a:pt x="139930" y="116856"/>
                  </a:lnTo>
                  <a:lnTo>
                    <a:pt x="139634" y="116870"/>
                  </a:lnTo>
                  <a:lnTo>
                    <a:pt x="139234" y="117010"/>
                  </a:lnTo>
                  <a:lnTo>
                    <a:pt x="138706" y="117324"/>
                  </a:lnTo>
                  <a:lnTo>
                    <a:pt x="137538" y="117938"/>
                  </a:lnTo>
                  <a:lnTo>
                    <a:pt x="137119" y="118144"/>
                  </a:lnTo>
                  <a:lnTo>
                    <a:pt x="135564" y="118739"/>
                  </a:lnTo>
                  <a:lnTo>
                    <a:pt x="135534" y="118547"/>
                  </a:lnTo>
                  <a:lnTo>
                    <a:pt x="135503" y="118351"/>
                  </a:lnTo>
                  <a:lnTo>
                    <a:pt x="135448" y="118009"/>
                  </a:lnTo>
                  <a:lnTo>
                    <a:pt x="135401" y="117714"/>
                  </a:lnTo>
                  <a:lnTo>
                    <a:pt x="134758" y="115720"/>
                  </a:lnTo>
                  <a:lnTo>
                    <a:pt x="134720" y="115319"/>
                  </a:lnTo>
                  <a:lnTo>
                    <a:pt x="134826" y="114906"/>
                  </a:lnTo>
                  <a:lnTo>
                    <a:pt x="134642" y="114787"/>
                  </a:lnTo>
                  <a:lnTo>
                    <a:pt x="134400" y="114655"/>
                  </a:lnTo>
                  <a:lnTo>
                    <a:pt x="133354" y="114085"/>
                  </a:lnTo>
                  <a:lnTo>
                    <a:pt x="132309" y="113515"/>
                  </a:lnTo>
                  <a:lnTo>
                    <a:pt x="131693" y="113180"/>
                  </a:lnTo>
                  <a:lnTo>
                    <a:pt x="132253" y="112171"/>
                  </a:lnTo>
                  <a:lnTo>
                    <a:pt x="128507" y="109934"/>
                  </a:lnTo>
                  <a:lnTo>
                    <a:pt x="129047" y="108309"/>
                  </a:lnTo>
                  <a:lnTo>
                    <a:pt x="128610" y="108270"/>
                  </a:lnTo>
                  <a:lnTo>
                    <a:pt x="126655" y="108093"/>
                  </a:lnTo>
                  <a:lnTo>
                    <a:pt x="124621" y="107314"/>
                  </a:lnTo>
                  <a:lnTo>
                    <a:pt x="123969" y="110185"/>
                  </a:lnTo>
                  <a:lnTo>
                    <a:pt x="123872" y="110613"/>
                  </a:lnTo>
                  <a:lnTo>
                    <a:pt x="118556" y="108974"/>
                  </a:lnTo>
                  <a:lnTo>
                    <a:pt x="115410" y="108551"/>
                  </a:lnTo>
                  <a:lnTo>
                    <a:pt x="115224" y="108526"/>
                  </a:lnTo>
                  <a:lnTo>
                    <a:pt x="111772" y="108061"/>
                  </a:lnTo>
                  <a:lnTo>
                    <a:pt x="109066" y="107430"/>
                  </a:lnTo>
                  <a:lnTo>
                    <a:pt x="108710" y="107016"/>
                  </a:lnTo>
                  <a:lnTo>
                    <a:pt x="106212" y="105981"/>
                  </a:lnTo>
                  <a:lnTo>
                    <a:pt x="105946" y="105871"/>
                  </a:lnTo>
                  <a:lnTo>
                    <a:pt x="105340" y="105620"/>
                  </a:lnTo>
                  <a:lnTo>
                    <a:pt x="104824" y="105406"/>
                  </a:lnTo>
                  <a:lnTo>
                    <a:pt x="103765" y="104967"/>
                  </a:lnTo>
                  <a:lnTo>
                    <a:pt x="102562" y="104469"/>
                  </a:lnTo>
                  <a:lnTo>
                    <a:pt x="102229" y="104331"/>
                  </a:lnTo>
                  <a:lnTo>
                    <a:pt x="101876" y="103854"/>
                  </a:lnTo>
                  <a:lnTo>
                    <a:pt x="100715" y="103400"/>
                  </a:lnTo>
                  <a:lnTo>
                    <a:pt x="98953" y="102839"/>
                  </a:lnTo>
                  <a:lnTo>
                    <a:pt x="97244" y="102332"/>
                  </a:lnTo>
                  <a:lnTo>
                    <a:pt x="96781" y="102264"/>
                  </a:lnTo>
                  <a:lnTo>
                    <a:pt x="95803" y="102383"/>
                  </a:lnTo>
                  <a:lnTo>
                    <a:pt x="95071" y="102293"/>
                  </a:lnTo>
                  <a:lnTo>
                    <a:pt x="94247" y="102387"/>
                  </a:lnTo>
                  <a:lnTo>
                    <a:pt x="93050" y="101765"/>
                  </a:lnTo>
                  <a:lnTo>
                    <a:pt x="92555" y="101508"/>
                  </a:lnTo>
                  <a:lnTo>
                    <a:pt x="92287" y="101901"/>
                  </a:lnTo>
                  <a:lnTo>
                    <a:pt x="91594" y="102917"/>
                  </a:lnTo>
                  <a:lnTo>
                    <a:pt x="90405" y="102654"/>
                  </a:lnTo>
                  <a:lnTo>
                    <a:pt x="88757" y="102476"/>
                  </a:lnTo>
                  <a:lnTo>
                    <a:pt x="87485" y="102494"/>
                  </a:lnTo>
                  <a:lnTo>
                    <a:pt x="86203" y="102407"/>
                  </a:lnTo>
                  <a:lnTo>
                    <a:pt x="85082" y="102247"/>
                  </a:lnTo>
                  <a:lnTo>
                    <a:pt x="82893" y="101770"/>
                  </a:lnTo>
                  <a:lnTo>
                    <a:pt x="82872" y="101505"/>
                  </a:lnTo>
                  <a:lnTo>
                    <a:pt x="82682" y="99038"/>
                  </a:lnTo>
                  <a:lnTo>
                    <a:pt x="80705" y="99427"/>
                  </a:lnTo>
                  <a:lnTo>
                    <a:pt x="80155" y="99535"/>
                  </a:lnTo>
                  <a:lnTo>
                    <a:pt x="77169" y="100123"/>
                  </a:lnTo>
                  <a:lnTo>
                    <a:pt x="76588" y="100328"/>
                  </a:lnTo>
                  <a:lnTo>
                    <a:pt x="76274" y="100606"/>
                  </a:lnTo>
                  <a:lnTo>
                    <a:pt x="75658" y="100809"/>
                  </a:lnTo>
                  <a:lnTo>
                    <a:pt x="74809" y="100986"/>
                  </a:lnTo>
                  <a:lnTo>
                    <a:pt x="73378" y="101285"/>
                  </a:lnTo>
                  <a:lnTo>
                    <a:pt x="72776" y="101410"/>
                  </a:lnTo>
                  <a:lnTo>
                    <a:pt x="72332" y="97600"/>
                  </a:lnTo>
                  <a:lnTo>
                    <a:pt x="73214" y="97320"/>
                  </a:lnTo>
                  <a:lnTo>
                    <a:pt x="72893" y="95998"/>
                  </a:lnTo>
                  <a:lnTo>
                    <a:pt x="72671" y="95772"/>
                  </a:lnTo>
                  <a:lnTo>
                    <a:pt x="71985" y="95077"/>
                  </a:lnTo>
                  <a:lnTo>
                    <a:pt x="70358" y="93339"/>
                  </a:lnTo>
                  <a:lnTo>
                    <a:pt x="68876" y="91612"/>
                  </a:lnTo>
                  <a:lnTo>
                    <a:pt x="69021" y="91031"/>
                  </a:lnTo>
                  <a:lnTo>
                    <a:pt x="67633" y="89643"/>
                  </a:lnTo>
                  <a:lnTo>
                    <a:pt x="68316" y="88693"/>
                  </a:lnTo>
                  <a:lnTo>
                    <a:pt x="68526" y="88401"/>
                  </a:lnTo>
                  <a:lnTo>
                    <a:pt x="68230" y="87440"/>
                  </a:lnTo>
                  <a:lnTo>
                    <a:pt x="67787" y="86685"/>
                  </a:lnTo>
                  <a:lnTo>
                    <a:pt x="67640" y="86420"/>
                  </a:lnTo>
                  <a:lnTo>
                    <a:pt x="67392" y="85970"/>
                  </a:lnTo>
                  <a:lnTo>
                    <a:pt x="68873" y="85205"/>
                  </a:lnTo>
                  <a:lnTo>
                    <a:pt x="69172" y="85050"/>
                  </a:lnTo>
                  <a:lnTo>
                    <a:pt x="69183" y="84922"/>
                  </a:lnTo>
                  <a:lnTo>
                    <a:pt x="67419" y="81887"/>
                  </a:lnTo>
                  <a:lnTo>
                    <a:pt x="64659" y="82580"/>
                  </a:lnTo>
                  <a:lnTo>
                    <a:pt x="62992" y="82998"/>
                  </a:lnTo>
                  <a:lnTo>
                    <a:pt x="61910" y="83599"/>
                  </a:lnTo>
                  <a:lnTo>
                    <a:pt x="61798" y="83760"/>
                  </a:lnTo>
                  <a:lnTo>
                    <a:pt x="59953" y="86420"/>
                  </a:lnTo>
                  <a:lnTo>
                    <a:pt x="59627" y="86891"/>
                  </a:lnTo>
                  <a:lnTo>
                    <a:pt x="59905" y="86501"/>
                  </a:lnTo>
                  <a:lnTo>
                    <a:pt x="58867" y="88002"/>
                  </a:lnTo>
                  <a:lnTo>
                    <a:pt x="56000" y="92068"/>
                  </a:lnTo>
                  <a:lnTo>
                    <a:pt x="55502" y="91726"/>
                  </a:lnTo>
                  <a:lnTo>
                    <a:pt x="54248" y="90865"/>
                  </a:lnTo>
                  <a:lnTo>
                    <a:pt x="53696" y="90487"/>
                  </a:lnTo>
                  <a:lnTo>
                    <a:pt x="53470" y="90331"/>
                  </a:lnTo>
                  <a:lnTo>
                    <a:pt x="52845" y="89902"/>
                  </a:lnTo>
                  <a:lnTo>
                    <a:pt x="52564" y="89709"/>
                  </a:lnTo>
                  <a:lnTo>
                    <a:pt x="51034" y="88737"/>
                  </a:lnTo>
                  <a:lnTo>
                    <a:pt x="50000" y="88080"/>
                  </a:lnTo>
                  <a:lnTo>
                    <a:pt x="49692" y="87945"/>
                  </a:lnTo>
                  <a:lnTo>
                    <a:pt x="49119" y="87693"/>
                  </a:lnTo>
                  <a:lnTo>
                    <a:pt x="48532" y="87548"/>
                  </a:lnTo>
                  <a:lnTo>
                    <a:pt x="48145" y="87453"/>
                  </a:lnTo>
                  <a:lnTo>
                    <a:pt x="46465" y="87317"/>
                  </a:lnTo>
                  <a:lnTo>
                    <a:pt x="45501" y="87239"/>
                  </a:lnTo>
                  <a:lnTo>
                    <a:pt x="39233" y="86878"/>
                  </a:lnTo>
                  <a:lnTo>
                    <a:pt x="38701" y="86847"/>
                  </a:lnTo>
                  <a:lnTo>
                    <a:pt x="37906" y="86801"/>
                  </a:lnTo>
                  <a:lnTo>
                    <a:pt x="37637" y="86785"/>
                  </a:lnTo>
                  <a:lnTo>
                    <a:pt x="37102" y="86730"/>
                  </a:lnTo>
                  <a:lnTo>
                    <a:pt x="36610" y="86678"/>
                  </a:lnTo>
                  <a:lnTo>
                    <a:pt x="35362" y="86548"/>
                  </a:lnTo>
                  <a:lnTo>
                    <a:pt x="35207" y="86532"/>
                  </a:lnTo>
                  <a:lnTo>
                    <a:pt x="34567" y="86397"/>
                  </a:lnTo>
                  <a:lnTo>
                    <a:pt x="34369" y="86355"/>
                  </a:lnTo>
                  <a:lnTo>
                    <a:pt x="34207" y="86321"/>
                  </a:lnTo>
                  <a:lnTo>
                    <a:pt x="33685" y="86211"/>
                  </a:lnTo>
                  <a:lnTo>
                    <a:pt x="32631" y="85878"/>
                  </a:lnTo>
                  <a:lnTo>
                    <a:pt x="32460" y="85786"/>
                  </a:lnTo>
                  <a:lnTo>
                    <a:pt x="31469" y="85250"/>
                  </a:lnTo>
                  <a:lnTo>
                    <a:pt x="28680" y="83419"/>
                  </a:lnTo>
                  <a:lnTo>
                    <a:pt x="28345" y="83210"/>
                  </a:lnTo>
                  <a:lnTo>
                    <a:pt x="28119" y="83087"/>
                  </a:lnTo>
                  <a:lnTo>
                    <a:pt x="27406" y="82700"/>
                  </a:lnTo>
                  <a:lnTo>
                    <a:pt x="25707" y="81777"/>
                  </a:lnTo>
                  <a:lnTo>
                    <a:pt x="25089" y="81526"/>
                  </a:lnTo>
                  <a:lnTo>
                    <a:pt x="25017" y="81310"/>
                  </a:lnTo>
                  <a:lnTo>
                    <a:pt x="24945" y="81097"/>
                  </a:lnTo>
                  <a:lnTo>
                    <a:pt x="24726" y="80499"/>
                  </a:lnTo>
                  <a:lnTo>
                    <a:pt x="24609" y="80295"/>
                  </a:lnTo>
                  <a:lnTo>
                    <a:pt x="24502" y="80108"/>
                  </a:lnTo>
                  <a:lnTo>
                    <a:pt x="24104" y="79536"/>
                  </a:lnTo>
                  <a:lnTo>
                    <a:pt x="20836" y="77219"/>
                  </a:lnTo>
                  <a:lnTo>
                    <a:pt x="20484" y="77091"/>
                  </a:lnTo>
                  <a:lnTo>
                    <a:pt x="19747" y="76825"/>
                  </a:lnTo>
                  <a:lnTo>
                    <a:pt x="19294" y="76713"/>
                  </a:lnTo>
                  <a:lnTo>
                    <a:pt x="15025" y="75659"/>
                  </a:lnTo>
                  <a:lnTo>
                    <a:pt x="11451" y="74777"/>
                  </a:lnTo>
                  <a:lnTo>
                    <a:pt x="10249" y="74480"/>
                  </a:lnTo>
                  <a:lnTo>
                    <a:pt x="9962" y="74410"/>
                  </a:lnTo>
                  <a:lnTo>
                    <a:pt x="9830" y="74377"/>
                  </a:lnTo>
                  <a:lnTo>
                    <a:pt x="8984" y="74168"/>
                  </a:lnTo>
                  <a:lnTo>
                    <a:pt x="2508" y="72566"/>
                  </a:lnTo>
                  <a:lnTo>
                    <a:pt x="191" y="67948"/>
                  </a:lnTo>
                  <a:lnTo>
                    <a:pt x="0" y="67567"/>
                  </a:lnTo>
                  <a:lnTo>
                    <a:pt x="384" y="67424"/>
                  </a:lnTo>
                  <a:lnTo>
                    <a:pt x="1538" y="66997"/>
                  </a:lnTo>
                  <a:lnTo>
                    <a:pt x="2424" y="67734"/>
                  </a:lnTo>
                  <a:lnTo>
                    <a:pt x="3717" y="66196"/>
                  </a:lnTo>
                  <a:lnTo>
                    <a:pt x="4240" y="65095"/>
                  </a:lnTo>
                  <a:lnTo>
                    <a:pt x="4206" y="65923"/>
                  </a:lnTo>
                  <a:lnTo>
                    <a:pt x="5646" y="67183"/>
                  </a:lnTo>
                  <a:lnTo>
                    <a:pt x="5858" y="67275"/>
                  </a:lnTo>
                  <a:lnTo>
                    <a:pt x="5988" y="67138"/>
                  </a:lnTo>
                  <a:lnTo>
                    <a:pt x="6613" y="66477"/>
                  </a:lnTo>
                  <a:lnTo>
                    <a:pt x="9408" y="63518"/>
                  </a:lnTo>
                  <a:lnTo>
                    <a:pt x="10257" y="62516"/>
                  </a:lnTo>
                  <a:lnTo>
                    <a:pt x="10622" y="61990"/>
                  </a:lnTo>
                  <a:lnTo>
                    <a:pt x="11221" y="61695"/>
                  </a:lnTo>
                  <a:lnTo>
                    <a:pt x="11679" y="61504"/>
                  </a:lnTo>
                  <a:lnTo>
                    <a:pt x="14339" y="60393"/>
                  </a:lnTo>
                  <a:lnTo>
                    <a:pt x="14575" y="60261"/>
                  </a:lnTo>
                  <a:lnTo>
                    <a:pt x="16679" y="56916"/>
                  </a:lnTo>
                  <a:lnTo>
                    <a:pt x="19304" y="57093"/>
                  </a:lnTo>
                  <a:lnTo>
                    <a:pt x="20912" y="57202"/>
                  </a:lnTo>
                  <a:lnTo>
                    <a:pt x="20829" y="56214"/>
                  </a:lnTo>
                  <a:lnTo>
                    <a:pt x="20675" y="54374"/>
                  </a:lnTo>
                  <a:lnTo>
                    <a:pt x="20663" y="54240"/>
                  </a:lnTo>
                  <a:lnTo>
                    <a:pt x="21979" y="55131"/>
                  </a:lnTo>
                  <a:lnTo>
                    <a:pt x="22539" y="55494"/>
                  </a:lnTo>
                  <a:lnTo>
                    <a:pt x="25482" y="57406"/>
                  </a:lnTo>
                  <a:lnTo>
                    <a:pt x="25855" y="57643"/>
                  </a:lnTo>
                  <a:lnTo>
                    <a:pt x="26468" y="58031"/>
                  </a:lnTo>
                  <a:lnTo>
                    <a:pt x="28055" y="59038"/>
                  </a:lnTo>
                  <a:lnTo>
                    <a:pt x="28820" y="59524"/>
                  </a:lnTo>
                  <a:lnTo>
                    <a:pt x="29017" y="59649"/>
                  </a:lnTo>
                  <a:lnTo>
                    <a:pt x="30984" y="60815"/>
                  </a:lnTo>
                  <a:lnTo>
                    <a:pt x="31204" y="60946"/>
                  </a:lnTo>
                  <a:lnTo>
                    <a:pt x="31955" y="61463"/>
                  </a:lnTo>
                  <a:lnTo>
                    <a:pt x="33649" y="62630"/>
                  </a:lnTo>
                  <a:lnTo>
                    <a:pt x="34186" y="63068"/>
                  </a:lnTo>
                  <a:lnTo>
                    <a:pt x="34729" y="63510"/>
                  </a:lnTo>
                  <a:lnTo>
                    <a:pt x="35074" y="63790"/>
                  </a:lnTo>
                  <a:lnTo>
                    <a:pt x="35575" y="64199"/>
                  </a:lnTo>
                  <a:lnTo>
                    <a:pt x="36944" y="65102"/>
                  </a:lnTo>
                  <a:lnTo>
                    <a:pt x="37771" y="65648"/>
                  </a:lnTo>
                  <a:lnTo>
                    <a:pt x="38145" y="65895"/>
                  </a:lnTo>
                  <a:lnTo>
                    <a:pt x="38779" y="66314"/>
                  </a:lnTo>
                  <a:lnTo>
                    <a:pt x="39221" y="66261"/>
                  </a:lnTo>
                  <a:lnTo>
                    <a:pt x="40629" y="66135"/>
                  </a:lnTo>
                  <a:lnTo>
                    <a:pt x="42360" y="65745"/>
                  </a:lnTo>
                  <a:lnTo>
                    <a:pt x="42886" y="65626"/>
                  </a:lnTo>
                  <a:lnTo>
                    <a:pt x="46493" y="66524"/>
                  </a:lnTo>
                  <a:lnTo>
                    <a:pt x="48577" y="67043"/>
                  </a:lnTo>
                  <a:lnTo>
                    <a:pt x="48577" y="67499"/>
                  </a:lnTo>
                  <a:lnTo>
                    <a:pt x="48713" y="67557"/>
                  </a:lnTo>
                  <a:lnTo>
                    <a:pt x="51348" y="68678"/>
                  </a:lnTo>
                  <a:lnTo>
                    <a:pt x="53172" y="69086"/>
                  </a:lnTo>
                  <a:lnTo>
                    <a:pt x="53483" y="69156"/>
                  </a:lnTo>
                  <a:lnTo>
                    <a:pt x="53554" y="66648"/>
                  </a:lnTo>
                  <a:lnTo>
                    <a:pt x="53559" y="66483"/>
                  </a:lnTo>
                  <a:lnTo>
                    <a:pt x="53855" y="66596"/>
                  </a:lnTo>
                  <a:lnTo>
                    <a:pt x="54008" y="66654"/>
                  </a:lnTo>
                  <a:lnTo>
                    <a:pt x="54064" y="66082"/>
                  </a:lnTo>
                  <a:lnTo>
                    <a:pt x="59198" y="68670"/>
                  </a:lnTo>
                  <a:lnTo>
                    <a:pt x="59807" y="68884"/>
                  </a:lnTo>
                  <a:lnTo>
                    <a:pt x="60020" y="68958"/>
                  </a:lnTo>
                  <a:lnTo>
                    <a:pt x="60608" y="68905"/>
                  </a:lnTo>
                  <a:lnTo>
                    <a:pt x="61152" y="68606"/>
                  </a:lnTo>
                  <a:lnTo>
                    <a:pt x="62477" y="67730"/>
                  </a:lnTo>
                  <a:lnTo>
                    <a:pt x="62687" y="67710"/>
                  </a:lnTo>
                  <a:lnTo>
                    <a:pt x="63032" y="67677"/>
                  </a:lnTo>
                  <a:lnTo>
                    <a:pt x="65008" y="67901"/>
                  </a:lnTo>
                  <a:lnTo>
                    <a:pt x="68426" y="68841"/>
                  </a:lnTo>
                  <a:lnTo>
                    <a:pt x="68681" y="68911"/>
                  </a:lnTo>
                  <a:lnTo>
                    <a:pt x="69137" y="69516"/>
                  </a:lnTo>
                  <a:lnTo>
                    <a:pt x="69271" y="69578"/>
                  </a:lnTo>
                  <a:lnTo>
                    <a:pt x="69717" y="69783"/>
                  </a:lnTo>
                  <a:lnTo>
                    <a:pt x="69974" y="69900"/>
                  </a:lnTo>
                  <a:lnTo>
                    <a:pt x="69915" y="68610"/>
                  </a:lnTo>
                  <a:lnTo>
                    <a:pt x="69681" y="67655"/>
                  </a:lnTo>
                  <a:lnTo>
                    <a:pt x="69950" y="67279"/>
                  </a:lnTo>
                  <a:lnTo>
                    <a:pt x="69955" y="67007"/>
                  </a:lnTo>
                  <a:lnTo>
                    <a:pt x="69796" y="66745"/>
                  </a:lnTo>
                  <a:lnTo>
                    <a:pt x="69568" y="66367"/>
                  </a:lnTo>
                  <a:lnTo>
                    <a:pt x="69395" y="66111"/>
                  </a:lnTo>
                  <a:lnTo>
                    <a:pt x="69397" y="65283"/>
                  </a:lnTo>
                  <a:lnTo>
                    <a:pt x="69531" y="65278"/>
                  </a:lnTo>
                  <a:lnTo>
                    <a:pt x="71115" y="65220"/>
                  </a:lnTo>
                  <a:lnTo>
                    <a:pt x="74559" y="63914"/>
                  </a:lnTo>
                  <a:lnTo>
                    <a:pt x="73536" y="61810"/>
                  </a:lnTo>
                  <a:lnTo>
                    <a:pt x="73164" y="61046"/>
                  </a:lnTo>
                  <a:lnTo>
                    <a:pt x="72161" y="59051"/>
                  </a:lnTo>
                  <a:lnTo>
                    <a:pt x="71819" y="58371"/>
                  </a:lnTo>
                  <a:lnTo>
                    <a:pt x="71734" y="58203"/>
                  </a:lnTo>
                  <a:lnTo>
                    <a:pt x="72493" y="57658"/>
                  </a:lnTo>
                  <a:lnTo>
                    <a:pt x="72364" y="57409"/>
                  </a:lnTo>
                  <a:lnTo>
                    <a:pt x="72071" y="56840"/>
                  </a:lnTo>
                  <a:lnTo>
                    <a:pt x="70889" y="54548"/>
                  </a:lnTo>
                  <a:lnTo>
                    <a:pt x="71421" y="54139"/>
                  </a:lnTo>
                  <a:lnTo>
                    <a:pt x="70788" y="52557"/>
                  </a:lnTo>
                  <a:lnTo>
                    <a:pt x="71348" y="52122"/>
                  </a:lnTo>
                  <a:lnTo>
                    <a:pt x="71837" y="51743"/>
                  </a:lnTo>
                  <a:lnTo>
                    <a:pt x="71787" y="50930"/>
                  </a:lnTo>
                  <a:lnTo>
                    <a:pt x="77284" y="49414"/>
                  </a:lnTo>
                  <a:lnTo>
                    <a:pt x="81290" y="48079"/>
                  </a:lnTo>
                  <a:lnTo>
                    <a:pt x="81423" y="42939"/>
                  </a:lnTo>
                  <a:lnTo>
                    <a:pt x="83960" y="39968"/>
                  </a:lnTo>
                  <a:lnTo>
                    <a:pt x="87031" y="39868"/>
                  </a:lnTo>
                  <a:lnTo>
                    <a:pt x="88432" y="39801"/>
                  </a:lnTo>
                  <a:lnTo>
                    <a:pt x="87932" y="44508"/>
                  </a:lnTo>
                  <a:lnTo>
                    <a:pt x="89567" y="43640"/>
                  </a:lnTo>
                  <a:lnTo>
                    <a:pt x="92004" y="42171"/>
                  </a:lnTo>
                  <a:lnTo>
                    <a:pt x="94587" y="41364"/>
                  </a:lnTo>
                  <a:lnTo>
                    <a:pt x="97707" y="41991"/>
                  </a:lnTo>
                  <a:lnTo>
                    <a:pt x="98612" y="44574"/>
                  </a:lnTo>
                  <a:lnTo>
                    <a:pt x="99180" y="47311"/>
                  </a:lnTo>
                  <a:lnTo>
                    <a:pt x="101864" y="46439"/>
                  </a:lnTo>
                  <a:lnTo>
                    <a:pt x="105769" y="48220"/>
                  </a:lnTo>
                  <a:lnTo>
                    <a:pt x="108279" y="48167"/>
                  </a:lnTo>
                  <a:lnTo>
                    <a:pt x="111750" y="47740"/>
                  </a:lnTo>
                  <a:lnTo>
                    <a:pt x="113779" y="49342"/>
                  </a:lnTo>
                  <a:lnTo>
                    <a:pt x="117945" y="49128"/>
                  </a:lnTo>
                  <a:lnTo>
                    <a:pt x="120508" y="46885"/>
                  </a:lnTo>
                  <a:lnTo>
                    <a:pt x="121256" y="42453"/>
                  </a:lnTo>
                  <a:lnTo>
                    <a:pt x="121446" y="38024"/>
                  </a:lnTo>
                  <a:lnTo>
                    <a:pt x="125642" y="31667"/>
                  </a:lnTo>
                  <a:lnTo>
                    <a:pt x="133325" y="28408"/>
                  </a:lnTo>
                  <a:lnTo>
                    <a:pt x="138612" y="25684"/>
                  </a:lnTo>
                  <a:lnTo>
                    <a:pt x="140374" y="22213"/>
                  </a:lnTo>
                  <a:lnTo>
                    <a:pt x="140908" y="17513"/>
                  </a:lnTo>
                  <a:lnTo>
                    <a:pt x="140577" y="16501"/>
                  </a:lnTo>
                  <a:lnTo>
                    <a:pt x="141488" y="14383"/>
                  </a:lnTo>
                  <a:lnTo>
                    <a:pt x="143466" y="13564"/>
                  </a:lnTo>
                  <a:lnTo>
                    <a:pt x="146506" y="12305"/>
                  </a:lnTo>
                  <a:lnTo>
                    <a:pt x="152600" y="9781"/>
                  </a:lnTo>
                  <a:lnTo>
                    <a:pt x="157947" y="7837"/>
                  </a:lnTo>
                  <a:lnTo>
                    <a:pt x="160860" y="6778"/>
                  </a:lnTo>
                  <a:lnTo>
                    <a:pt x="162146" y="6310"/>
                  </a:lnTo>
                  <a:lnTo>
                    <a:pt x="172342" y="2523"/>
                  </a:lnTo>
                  <a:lnTo>
                    <a:pt x="175099" y="614"/>
                  </a:lnTo>
                  <a:lnTo>
                    <a:pt x="175605" y="517"/>
                  </a:lnTo>
                  <a:lnTo>
                    <a:pt x="178310" y="0"/>
                  </a:lnTo>
                  <a:lnTo>
                    <a:pt x="179228" y="4257"/>
                  </a:lnTo>
                  <a:lnTo>
                    <a:pt x="179352" y="4832"/>
                  </a:lnTo>
                  <a:lnTo>
                    <a:pt x="176965" y="5509"/>
                  </a:lnTo>
                  <a:lnTo>
                    <a:pt x="173961" y="5909"/>
                  </a:lnTo>
                  <a:lnTo>
                    <a:pt x="171024" y="7378"/>
                  </a:lnTo>
                  <a:lnTo>
                    <a:pt x="167353" y="10182"/>
                  </a:lnTo>
                  <a:lnTo>
                    <a:pt x="162882" y="14057"/>
                  </a:lnTo>
                  <a:lnTo>
                    <a:pt x="162746" y="14132"/>
                  </a:lnTo>
                  <a:lnTo>
                    <a:pt x="159226" y="16071"/>
                  </a:lnTo>
                  <a:lnTo>
                    <a:pt x="155220" y="21412"/>
                  </a:lnTo>
                  <a:lnTo>
                    <a:pt x="155754" y="25684"/>
                  </a:lnTo>
                  <a:lnTo>
                    <a:pt x="157223" y="27954"/>
                  </a:lnTo>
                  <a:lnTo>
                    <a:pt x="159493" y="29556"/>
                  </a:lnTo>
                  <a:lnTo>
                    <a:pt x="162563" y="30090"/>
                  </a:lnTo>
                  <a:lnTo>
                    <a:pt x="165817" y="368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3068865" y="2858017"/>
              <a:ext cx="89469" cy="54064"/>
            </a:xfrm>
            <a:custGeom>
              <a:avLst/>
              <a:pathLst>
                <a:path w="89469" h="54064">
                  <a:moveTo>
                    <a:pt x="47981" y="7833"/>
                  </a:moveTo>
                  <a:lnTo>
                    <a:pt x="48593" y="10613"/>
                  </a:lnTo>
                  <a:lnTo>
                    <a:pt x="55536" y="13017"/>
                  </a:lnTo>
                  <a:lnTo>
                    <a:pt x="55274" y="15298"/>
                  </a:lnTo>
                  <a:lnTo>
                    <a:pt x="48460" y="17556"/>
                  </a:lnTo>
                  <a:lnTo>
                    <a:pt x="44426" y="21527"/>
                  </a:lnTo>
                  <a:lnTo>
                    <a:pt x="50291" y="27660"/>
                  </a:lnTo>
                  <a:lnTo>
                    <a:pt x="50038" y="28483"/>
                  </a:lnTo>
                  <a:lnTo>
                    <a:pt x="33013" y="31634"/>
                  </a:lnTo>
                  <a:lnTo>
                    <a:pt x="32970" y="32625"/>
                  </a:lnTo>
                  <a:lnTo>
                    <a:pt x="35130" y="33325"/>
                  </a:lnTo>
                  <a:lnTo>
                    <a:pt x="37160" y="34046"/>
                  </a:lnTo>
                  <a:lnTo>
                    <a:pt x="38522" y="34716"/>
                  </a:lnTo>
                  <a:lnTo>
                    <a:pt x="42340" y="32631"/>
                  </a:lnTo>
                  <a:lnTo>
                    <a:pt x="44506" y="39881"/>
                  </a:lnTo>
                  <a:lnTo>
                    <a:pt x="45704" y="39867"/>
                  </a:lnTo>
                  <a:lnTo>
                    <a:pt x="47364" y="34069"/>
                  </a:lnTo>
                  <a:lnTo>
                    <a:pt x="48441" y="32830"/>
                  </a:lnTo>
                  <a:lnTo>
                    <a:pt x="49710" y="31937"/>
                  </a:lnTo>
                  <a:lnTo>
                    <a:pt x="50711" y="32296"/>
                  </a:lnTo>
                  <a:lnTo>
                    <a:pt x="52273" y="32497"/>
                  </a:lnTo>
                  <a:lnTo>
                    <a:pt x="54623" y="32124"/>
                  </a:lnTo>
                  <a:lnTo>
                    <a:pt x="56679" y="31937"/>
                  </a:lnTo>
                  <a:lnTo>
                    <a:pt x="59082" y="31963"/>
                  </a:lnTo>
                  <a:lnTo>
                    <a:pt x="60444" y="32043"/>
                  </a:lnTo>
                  <a:lnTo>
                    <a:pt x="61725" y="32177"/>
                  </a:lnTo>
                  <a:lnTo>
                    <a:pt x="62713" y="32124"/>
                  </a:lnTo>
                  <a:lnTo>
                    <a:pt x="63514" y="31723"/>
                  </a:lnTo>
                  <a:lnTo>
                    <a:pt x="64502" y="31242"/>
                  </a:lnTo>
                  <a:lnTo>
                    <a:pt x="65597" y="30922"/>
                  </a:lnTo>
                  <a:lnTo>
                    <a:pt x="66932" y="30815"/>
                  </a:lnTo>
                  <a:lnTo>
                    <a:pt x="68267" y="30869"/>
                  </a:lnTo>
                  <a:lnTo>
                    <a:pt x="69416" y="31857"/>
                  </a:lnTo>
                  <a:lnTo>
                    <a:pt x="70671" y="33485"/>
                  </a:lnTo>
                  <a:lnTo>
                    <a:pt x="71899" y="34794"/>
                  </a:lnTo>
                  <a:lnTo>
                    <a:pt x="73421" y="36129"/>
                  </a:lnTo>
                  <a:lnTo>
                    <a:pt x="76038" y="37384"/>
                  </a:lnTo>
                  <a:lnTo>
                    <a:pt x="77827" y="38158"/>
                  </a:lnTo>
                  <a:lnTo>
                    <a:pt x="78654" y="38051"/>
                  </a:lnTo>
                  <a:lnTo>
                    <a:pt x="80283" y="37491"/>
                  </a:lnTo>
                  <a:lnTo>
                    <a:pt x="82232" y="37357"/>
                  </a:lnTo>
                  <a:lnTo>
                    <a:pt x="84128" y="37517"/>
                  </a:lnTo>
                  <a:lnTo>
                    <a:pt x="85517" y="37864"/>
                  </a:lnTo>
                  <a:lnTo>
                    <a:pt x="86611" y="38452"/>
                  </a:lnTo>
                  <a:lnTo>
                    <a:pt x="88294" y="39146"/>
                  </a:lnTo>
                  <a:lnTo>
                    <a:pt x="89148" y="39680"/>
                  </a:lnTo>
                  <a:lnTo>
                    <a:pt x="89469" y="40107"/>
                  </a:lnTo>
                  <a:lnTo>
                    <a:pt x="89308" y="40855"/>
                  </a:lnTo>
                  <a:lnTo>
                    <a:pt x="88294" y="41309"/>
                  </a:lnTo>
                  <a:lnTo>
                    <a:pt x="87439" y="41282"/>
                  </a:lnTo>
                  <a:lnTo>
                    <a:pt x="86238" y="41389"/>
                  </a:lnTo>
                  <a:lnTo>
                    <a:pt x="85437" y="41656"/>
                  </a:lnTo>
                  <a:lnTo>
                    <a:pt x="84315" y="42110"/>
                  </a:lnTo>
                  <a:lnTo>
                    <a:pt x="83621" y="42697"/>
                  </a:lnTo>
                  <a:lnTo>
                    <a:pt x="82927" y="43819"/>
                  </a:lnTo>
                  <a:lnTo>
                    <a:pt x="81949" y="46142"/>
                  </a:lnTo>
                  <a:lnTo>
                    <a:pt x="80480" y="47904"/>
                  </a:lnTo>
                  <a:lnTo>
                    <a:pt x="78585" y="49533"/>
                  </a:lnTo>
                  <a:lnTo>
                    <a:pt x="76769" y="50281"/>
                  </a:lnTo>
                  <a:lnTo>
                    <a:pt x="74125" y="50975"/>
                  </a:lnTo>
                  <a:lnTo>
                    <a:pt x="73084" y="51215"/>
                  </a:lnTo>
                  <a:lnTo>
                    <a:pt x="72443" y="51215"/>
                  </a:lnTo>
                  <a:lnTo>
                    <a:pt x="71909" y="51001"/>
                  </a:lnTo>
                  <a:lnTo>
                    <a:pt x="71562" y="50574"/>
                  </a:lnTo>
                  <a:lnTo>
                    <a:pt x="71562" y="49907"/>
                  </a:lnTo>
                  <a:lnTo>
                    <a:pt x="71642" y="48705"/>
                  </a:lnTo>
                  <a:lnTo>
                    <a:pt x="71028" y="49026"/>
                  </a:lnTo>
                  <a:lnTo>
                    <a:pt x="70147" y="49212"/>
                  </a:lnTo>
                  <a:lnTo>
                    <a:pt x="68171" y="49586"/>
                  </a:lnTo>
                  <a:lnTo>
                    <a:pt x="66489" y="49373"/>
                  </a:lnTo>
                  <a:lnTo>
                    <a:pt x="64486" y="49293"/>
                  </a:lnTo>
                  <a:lnTo>
                    <a:pt x="63166" y="49627"/>
                  </a:lnTo>
                  <a:lnTo>
                    <a:pt x="62593" y="50186"/>
                  </a:lnTo>
                  <a:lnTo>
                    <a:pt x="61949" y="50948"/>
                  </a:lnTo>
                  <a:lnTo>
                    <a:pt x="59920" y="51697"/>
                  </a:lnTo>
                  <a:lnTo>
                    <a:pt x="59307" y="51923"/>
                  </a:lnTo>
                  <a:lnTo>
                    <a:pt x="59010" y="51935"/>
                  </a:lnTo>
                  <a:lnTo>
                    <a:pt x="58305" y="51902"/>
                  </a:lnTo>
                  <a:lnTo>
                    <a:pt x="57568" y="51550"/>
                  </a:lnTo>
                  <a:lnTo>
                    <a:pt x="57728" y="51005"/>
                  </a:lnTo>
                  <a:lnTo>
                    <a:pt x="58177" y="50429"/>
                  </a:lnTo>
                  <a:lnTo>
                    <a:pt x="58465" y="49724"/>
                  </a:lnTo>
                  <a:lnTo>
                    <a:pt x="58241" y="49307"/>
                  </a:lnTo>
                  <a:lnTo>
                    <a:pt x="57664" y="49275"/>
                  </a:lnTo>
                  <a:lnTo>
                    <a:pt x="56959" y="49563"/>
                  </a:lnTo>
                  <a:lnTo>
                    <a:pt x="56062" y="49980"/>
                  </a:lnTo>
                  <a:lnTo>
                    <a:pt x="54492" y="50396"/>
                  </a:lnTo>
                  <a:lnTo>
                    <a:pt x="53370" y="50621"/>
                  </a:lnTo>
                  <a:lnTo>
                    <a:pt x="51768" y="50749"/>
                  </a:lnTo>
                  <a:lnTo>
                    <a:pt x="49013" y="50749"/>
                  </a:lnTo>
                  <a:lnTo>
                    <a:pt x="45264" y="50461"/>
                  </a:lnTo>
                  <a:lnTo>
                    <a:pt x="41291" y="50461"/>
                  </a:lnTo>
                  <a:lnTo>
                    <a:pt x="39050" y="50302"/>
                  </a:lnTo>
                  <a:lnTo>
                    <a:pt x="38931" y="53801"/>
                  </a:lnTo>
                  <a:lnTo>
                    <a:pt x="36391" y="54064"/>
                  </a:lnTo>
                  <a:lnTo>
                    <a:pt x="36263" y="53052"/>
                  </a:lnTo>
                  <a:lnTo>
                    <a:pt x="34366" y="52090"/>
                  </a:lnTo>
                  <a:lnTo>
                    <a:pt x="34936" y="50426"/>
                  </a:lnTo>
                  <a:lnTo>
                    <a:pt x="33408" y="49092"/>
                  </a:lnTo>
                  <a:lnTo>
                    <a:pt x="30364" y="48104"/>
                  </a:lnTo>
                  <a:lnTo>
                    <a:pt x="28866" y="48513"/>
                  </a:lnTo>
                  <a:lnTo>
                    <a:pt x="27240" y="48958"/>
                  </a:lnTo>
                  <a:lnTo>
                    <a:pt x="23730" y="47136"/>
                  </a:lnTo>
                  <a:lnTo>
                    <a:pt x="23341" y="45193"/>
                  </a:lnTo>
                  <a:lnTo>
                    <a:pt x="21463" y="44979"/>
                  </a:lnTo>
                  <a:lnTo>
                    <a:pt x="19603" y="44766"/>
                  </a:lnTo>
                  <a:lnTo>
                    <a:pt x="19576" y="43789"/>
                  </a:lnTo>
                  <a:lnTo>
                    <a:pt x="16719" y="43671"/>
                  </a:lnTo>
                  <a:lnTo>
                    <a:pt x="12954" y="44179"/>
                  </a:lnTo>
                  <a:lnTo>
                    <a:pt x="9323" y="42496"/>
                  </a:lnTo>
                  <a:lnTo>
                    <a:pt x="9309" y="41970"/>
                  </a:lnTo>
                  <a:lnTo>
                    <a:pt x="9269" y="40414"/>
                  </a:lnTo>
                  <a:lnTo>
                    <a:pt x="7913" y="39773"/>
                  </a:lnTo>
                  <a:lnTo>
                    <a:pt x="7214" y="39295"/>
                  </a:lnTo>
                  <a:lnTo>
                    <a:pt x="4604" y="37509"/>
                  </a:lnTo>
                  <a:lnTo>
                    <a:pt x="2705" y="41132"/>
                  </a:lnTo>
                  <a:lnTo>
                    <a:pt x="2153" y="40958"/>
                  </a:lnTo>
                  <a:lnTo>
                    <a:pt x="254" y="40276"/>
                  </a:lnTo>
                  <a:lnTo>
                    <a:pt x="0" y="40214"/>
                  </a:lnTo>
                  <a:lnTo>
                    <a:pt x="143" y="39881"/>
                  </a:lnTo>
                  <a:lnTo>
                    <a:pt x="2581" y="34240"/>
                  </a:lnTo>
                  <a:lnTo>
                    <a:pt x="3429" y="33957"/>
                  </a:lnTo>
                  <a:lnTo>
                    <a:pt x="4963" y="33447"/>
                  </a:lnTo>
                  <a:lnTo>
                    <a:pt x="5203" y="33054"/>
                  </a:lnTo>
                  <a:lnTo>
                    <a:pt x="5368" y="32784"/>
                  </a:lnTo>
                  <a:lnTo>
                    <a:pt x="6533" y="30879"/>
                  </a:lnTo>
                  <a:lnTo>
                    <a:pt x="6872" y="30388"/>
                  </a:lnTo>
                  <a:lnTo>
                    <a:pt x="7673" y="29267"/>
                  </a:lnTo>
                  <a:lnTo>
                    <a:pt x="8407" y="28376"/>
                  </a:lnTo>
                  <a:lnTo>
                    <a:pt x="8521" y="28238"/>
                  </a:lnTo>
                  <a:lnTo>
                    <a:pt x="8881" y="27801"/>
                  </a:lnTo>
                  <a:lnTo>
                    <a:pt x="9363" y="27216"/>
                  </a:lnTo>
                  <a:lnTo>
                    <a:pt x="10114" y="26364"/>
                  </a:lnTo>
                  <a:lnTo>
                    <a:pt x="10123" y="25920"/>
                  </a:lnTo>
                  <a:lnTo>
                    <a:pt x="10123" y="25573"/>
                  </a:lnTo>
                  <a:lnTo>
                    <a:pt x="11451" y="23697"/>
                  </a:lnTo>
                  <a:lnTo>
                    <a:pt x="11806" y="23196"/>
                  </a:lnTo>
                  <a:lnTo>
                    <a:pt x="12073" y="19004"/>
                  </a:lnTo>
                  <a:lnTo>
                    <a:pt x="12035" y="18168"/>
                  </a:lnTo>
                  <a:lnTo>
                    <a:pt x="13804" y="17544"/>
                  </a:lnTo>
                  <a:lnTo>
                    <a:pt x="17595" y="16369"/>
                  </a:lnTo>
                  <a:lnTo>
                    <a:pt x="23096" y="15568"/>
                  </a:lnTo>
                  <a:lnTo>
                    <a:pt x="27155" y="15461"/>
                  </a:lnTo>
                  <a:lnTo>
                    <a:pt x="31434" y="15058"/>
                  </a:lnTo>
                  <a:lnTo>
                    <a:pt x="32405" y="15898"/>
                  </a:lnTo>
                  <a:lnTo>
                    <a:pt x="35538" y="18607"/>
                  </a:lnTo>
                  <a:lnTo>
                    <a:pt x="37114" y="19971"/>
                  </a:lnTo>
                  <a:lnTo>
                    <a:pt x="40176" y="17167"/>
                  </a:lnTo>
                  <a:lnTo>
                    <a:pt x="41664" y="15805"/>
                  </a:lnTo>
                  <a:lnTo>
                    <a:pt x="43074" y="11896"/>
                  </a:lnTo>
                  <a:lnTo>
                    <a:pt x="42848" y="9068"/>
                  </a:lnTo>
                  <a:lnTo>
                    <a:pt x="36978" y="11415"/>
                  </a:lnTo>
                  <a:lnTo>
                    <a:pt x="36644" y="4472"/>
                  </a:lnTo>
                  <a:lnTo>
                    <a:pt x="45723" y="2603"/>
                  </a:lnTo>
                  <a:lnTo>
                    <a:pt x="52849" y="820"/>
                  </a:lnTo>
                  <a:lnTo>
                    <a:pt x="56203" y="0"/>
                  </a:lnTo>
                  <a:lnTo>
                    <a:pt x="54200" y="244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932672" y="2866278"/>
              <a:ext cx="78424" cy="54974"/>
            </a:xfrm>
            <a:custGeom>
              <a:avLst/>
              <a:pathLst>
                <a:path w="78424" h="54974">
                  <a:moveTo>
                    <a:pt x="44972" y="7985"/>
                  </a:moveTo>
                  <a:lnTo>
                    <a:pt x="46594" y="9020"/>
                  </a:lnTo>
                  <a:lnTo>
                    <a:pt x="46815" y="9172"/>
                  </a:lnTo>
                  <a:lnTo>
                    <a:pt x="47408" y="9579"/>
                  </a:lnTo>
                  <a:lnTo>
                    <a:pt x="47635" y="9735"/>
                  </a:lnTo>
                  <a:lnTo>
                    <a:pt x="48187" y="10113"/>
                  </a:lnTo>
                  <a:lnTo>
                    <a:pt x="49440" y="10974"/>
                  </a:lnTo>
                  <a:lnTo>
                    <a:pt x="50017" y="11284"/>
                  </a:lnTo>
                  <a:lnTo>
                    <a:pt x="52806" y="7250"/>
                  </a:lnTo>
                  <a:lnTo>
                    <a:pt x="53843" y="5749"/>
                  </a:lnTo>
                  <a:lnTo>
                    <a:pt x="53565" y="6139"/>
                  </a:lnTo>
                  <a:lnTo>
                    <a:pt x="53892" y="5668"/>
                  </a:lnTo>
                  <a:lnTo>
                    <a:pt x="55737" y="3008"/>
                  </a:lnTo>
                  <a:lnTo>
                    <a:pt x="55849" y="2847"/>
                  </a:lnTo>
                  <a:lnTo>
                    <a:pt x="56931" y="2246"/>
                  </a:lnTo>
                  <a:lnTo>
                    <a:pt x="58597" y="1828"/>
                  </a:lnTo>
                  <a:lnTo>
                    <a:pt x="61358" y="1135"/>
                  </a:lnTo>
                  <a:lnTo>
                    <a:pt x="63121" y="4170"/>
                  </a:lnTo>
                  <a:lnTo>
                    <a:pt x="63111" y="4298"/>
                  </a:lnTo>
                  <a:lnTo>
                    <a:pt x="62812" y="4453"/>
                  </a:lnTo>
                  <a:lnTo>
                    <a:pt x="61330" y="5218"/>
                  </a:lnTo>
                  <a:lnTo>
                    <a:pt x="61646" y="5790"/>
                  </a:lnTo>
                  <a:lnTo>
                    <a:pt x="61725" y="5933"/>
                  </a:lnTo>
                  <a:lnTo>
                    <a:pt x="62185" y="6740"/>
                  </a:lnTo>
                  <a:lnTo>
                    <a:pt x="62441" y="7682"/>
                  </a:lnTo>
                  <a:lnTo>
                    <a:pt x="62255" y="7941"/>
                  </a:lnTo>
                  <a:lnTo>
                    <a:pt x="61571" y="8891"/>
                  </a:lnTo>
                  <a:lnTo>
                    <a:pt x="62960" y="10279"/>
                  </a:lnTo>
                  <a:lnTo>
                    <a:pt x="62814" y="10860"/>
                  </a:lnTo>
                  <a:lnTo>
                    <a:pt x="64296" y="12587"/>
                  </a:lnTo>
                  <a:lnTo>
                    <a:pt x="65924" y="14325"/>
                  </a:lnTo>
                  <a:lnTo>
                    <a:pt x="66609" y="15020"/>
                  </a:lnTo>
                  <a:lnTo>
                    <a:pt x="66832" y="15246"/>
                  </a:lnTo>
                  <a:lnTo>
                    <a:pt x="67089" y="16588"/>
                  </a:lnTo>
                  <a:lnTo>
                    <a:pt x="66271" y="16848"/>
                  </a:lnTo>
                  <a:lnTo>
                    <a:pt x="66714" y="20658"/>
                  </a:lnTo>
                  <a:lnTo>
                    <a:pt x="67317" y="20533"/>
                  </a:lnTo>
                  <a:lnTo>
                    <a:pt x="68748" y="20234"/>
                  </a:lnTo>
                  <a:lnTo>
                    <a:pt x="69596" y="20057"/>
                  </a:lnTo>
                  <a:lnTo>
                    <a:pt x="70212" y="19854"/>
                  </a:lnTo>
                  <a:lnTo>
                    <a:pt x="70642" y="19473"/>
                  </a:lnTo>
                  <a:lnTo>
                    <a:pt x="71107" y="19371"/>
                  </a:lnTo>
                  <a:lnTo>
                    <a:pt x="74094" y="18783"/>
                  </a:lnTo>
                  <a:lnTo>
                    <a:pt x="74644" y="18675"/>
                  </a:lnTo>
                  <a:lnTo>
                    <a:pt x="76621" y="18286"/>
                  </a:lnTo>
                  <a:lnTo>
                    <a:pt x="76811" y="20753"/>
                  </a:lnTo>
                  <a:lnTo>
                    <a:pt x="76834" y="21059"/>
                  </a:lnTo>
                  <a:lnTo>
                    <a:pt x="76885" y="21457"/>
                  </a:lnTo>
                  <a:lnTo>
                    <a:pt x="76936" y="21856"/>
                  </a:lnTo>
                  <a:lnTo>
                    <a:pt x="77013" y="22510"/>
                  </a:lnTo>
                  <a:lnTo>
                    <a:pt x="77128" y="23963"/>
                  </a:lnTo>
                  <a:lnTo>
                    <a:pt x="77192" y="25097"/>
                  </a:lnTo>
                  <a:lnTo>
                    <a:pt x="77295" y="26947"/>
                  </a:lnTo>
                  <a:lnTo>
                    <a:pt x="77282" y="28142"/>
                  </a:lnTo>
                  <a:lnTo>
                    <a:pt x="77251" y="29150"/>
                  </a:lnTo>
                  <a:lnTo>
                    <a:pt x="77235" y="29671"/>
                  </a:lnTo>
                  <a:lnTo>
                    <a:pt x="77572" y="29714"/>
                  </a:lnTo>
                  <a:lnTo>
                    <a:pt x="78245" y="29971"/>
                  </a:lnTo>
                  <a:lnTo>
                    <a:pt x="78424" y="30126"/>
                  </a:lnTo>
                  <a:lnTo>
                    <a:pt x="78044" y="31174"/>
                  </a:lnTo>
                  <a:lnTo>
                    <a:pt x="77630" y="32749"/>
                  </a:lnTo>
                  <a:lnTo>
                    <a:pt x="77250" y="34267"/>
                  </a:lnTo>
                  <a:lnTo>
                    <a:pt x="74428" y="33980"/>
                  </a:lnTo>
                  <a:lnTo>
                    <a:pt x="73685" y="33922"/>
                  </a:lnTo>
                  <a:lnTo>
                    <a:pt x="73034" y="33942"/>
                  </a:lnTo>
                  <a:lnTo>
                    <a:pt x="72584" y="33981"/>
                  </a:lnTo>
                  <a:lnTo>
                    <a:pt x="72083" y="34120"/>
                  </a:lnTo>
                  <a:lnTo>
                    <a:pt x="70776" y="34660"/>
                  </a:lnTo>
                  <a:lnTo>
                    <a:pt x="70215" y="35020"/>
                  </a:lnTo>
                  <a:lnTo>
                    <a:pt x="69703" y="35413"/>
                  </a:lnTo>
                  <a:lnTo>
                    <a:pt x="68772" y="36461"/>
                  </a:lnTo>
                  <a:lnTo>
                    <a:pt x="67957" y="37551"/>
                  </a:lnTo>
                  <a:lnTo>
                    <a:pt x="67228" y="39578"/>
                  </a:lnTo>
                  <a:lnTo>
                    <a:pt x="67148" y="40279"/>
                  </a:lnTo>
                  <a:lnTo>
                    <a:pt x="67075" y="40915"/>
                  </a:lnTo>
                  <a:lnTo>
                    <a:pt x="66655" y="42103"/>
                  </a:lnTo>
                  <a:lnTo>
                    <a:pt x="66290" y="43558"/>
                  </a:lnTo>
                  <a:lnTo>
                    <a:pt x="66139" y="43916"/>
                  </a:lnTo>
                  <a:lnTo>
                    <a:pt x="64592" y="43540"/>
                  </a:lnTo>
                  <a:lnTo>
                    <a:pt x="64133" y="43361"/>
                  </a:lnTo>
                  <a:lnTo>
                    <a:pt x="63520" y="43083"/>
                  </a:lnTo>
                  <a:lnTo>
                    <a:pt x="63863" y="44503"/>
                  </a:lnTo>
                  <a:lnTo>
                    <a:pt x="65195" y="49365"/>
                  </a:lnTo>
                  <a:lnTo>
                    <a:pt x="64357" y="50038"/>
                  </a:lnTo>
                  <a:lnTo>
                    <a:pt x="65024" y="51921"/>
                  </a:lnTo>
                  <a:lnTo>
                    <a:pt x="66346" y="53927"/>
                  </a:lnTo>
                  <a:lnTo>
                    <a:pt x="63448" y="54468"/>
                  </a:lnTo>
                  <a:lnTo>
                    <a:pt x="63305" y="54511"/>
                  </a:lnTo>
                  <a:lnTo>
                    <a:pt x="61764" y="54974"/>
                  </a:lnTo>
                  <a:lnTo>
                    <a:pt x="57491" y="45698"/>
                  </a:lnTo>
                  <a:lnTo>
                    <a:pt x="55869" y="45358"/>
                  </a:lnTo>
                  <a:lnTo>
                    <a:pt x="54197" y="45763"/>
                  </a:lnTo>
                  <a:lnTo>
                    <a:pt x="52865" y="43384"/>
                  </a:lnTo>
                  <a:lnTo>
                    <a:pt x="52791" y="40095"/>
                  </a:lnTo>
                  <a:lnTo>
                    <a:pt x="52693" y="35765"/>
                  </a:lnTo>
                  <a:lnTo>
                    <a:pt x="53121" y="35717"/>
                  </a:lnTo>
                  <a:lnTo>
                    <a:pt x="53626" y="35720"/>
                  </a:lnTo>
                  <a:lnTo>
                    <a:pt x="54080" y="35722"/>
                  </a:lnTo>
                  <a:lnTo>
                    <a:pt x="54415" y="35752"/>
                  </a:lnTo>
                  <a:lnTo>
                    <a:pt x="54674" y="35775"/>
                  </a:lnTo>
                  <a:lnTo>
                    <a:pt x="54559" y="34615"/>
                  </a:lnTo>
                  <a:lnTo>
                    <a:pt x="54095" y="28613"/>
                  </a:lnTo>
                  <a:lnTo>
                    <a:pt x="53972" y="27047"/>
                  </a:lnTo>
                  <a:lnTo>
                    <a:pt x="53676" y="23292"/>
                  </a:lnTo>
                  <a:lnTo>
                    <a:pt x="51807" y="18432"/>
                  </a:lnTo>
                  <a:lnTo>
                    <a:pt x="49284" y="16521"/>
                  </a:lnTo>
                  <a:lnTo>
                    <a:pt x="48567" y="17207"/>
                  </a:lnTo>
                  <a:lnTo>
                    <a:pt x="48219" y="17361"/>
                  </a:lnTo>
                  <a:lnTo>
                    <a:pt x="47032" y="17886"/>
                  </a:lnTo>
                  <a:lnTo>
                    <a:pt x="46562" y="18094"/>
                  </a:lnTo>
                  <a:lnTo>
                    <a:pt x="45263" y="18170"/>
                  </a:lnTo>
                  <a:lnTo>
                    <a:pt x="44584" y="18210"/>
                  </a:lnTo>
                  <a:lnTo>
                    <a:pt x="42480" y="18315"/>
                  </a:lnTo>
                  <a:lnTo>
                    <a:pt x="39032" y="18487"/>
                  </a:lnTo>
                  <a:lnTo>
                    <a:pt x="38235" y="18526"/>
                  </a:lnTo>
                  <a:lnTo>
                    <a:pt x="33600" y="18551"/>
                  </a:lnTo>
                  <a:lnTo>
                    <a:pt x="30843" y="18566"/>
                  </a:lnTo>
                  <a:lnTo>
                    <a:pt x="30046" y="18572"/>
                  </a:lnTo>
                  <a:lnTo>
                    <a:pt x="30110" y="19038"/>
                  </a:lnTo>
                  <a:lnTo>
                    <a:pt x="30357" y="20074"/>
                  </a:lnTo>
                  <a:lnTo>
                    <a:pt x="30414" y="21039"/>
                  </a:lnTo>
                  <a:lnTo>
                    <a:pt x="30358" y="22394"/>
                  </a:lnTo>
                  <a:lnTo>
                    <a:pt x="30323" y="23242"/>
                  </a:lnTo>
                  <a:lnTo>
                    <a:pt x="30199" y="23784"/>
                  </a:lnTo>
                  <a:lnTo>
                    <a:pt x="29866" y="25234"/>
                  </a:lnTo>
                  <a:lnTo>
                    <a:pt x="29276" y="27803"/>
                  </a:lnTo>
                  <a:lnTo>
                    <a:pt x="28641" y="27214"/>
                  </a:lnTo>
                  <a:lnTo>
                    <a:pt x="27760" y="26541"/>
                  </a:lnTo>
                  <a:lnTo>
                    <a:pt x="27520" y="26577"/>
                  </a:lnTo>
                  <a:lnTo>
                    <a:pt x="26292" y="27946"/>
                  </a:lnTo>
                  <a:lnTo>
                    <a:pt x="25871" y="28315"/>
                  </a:lnTo>
                  <a:lnTo>
                    <a:pt x="25592" y="28560"/>
                  </a:lnTo>
                  <a:lnTo>
                    <a:pt x="25253" y="28941"/>
                  </a:lnTo>
                  <a:lnTo>
                    <a:pt x="24392" y="30316"/>
                  </a:lnTo>
                  <a:lnTo>
                    <a:pt x="23680" y="31175"/>
                  </a:lnTo>
                  <a:lnTo>
                    <a:pt x="23483" y="31262"/>
                  </a:lnTo>
                  <a:lnTo>
                    <a:pt x="22194" y="31832"/>
                  </a:lnTo>
                  <a:lnTo>
                    <a:pt x="21858" y="31840"/>
                  </a:lnTo>
                  <a:lnTo>
                    <a:pt x="21540" y="32030"/>
                  </a:lnTo>
                  <a:lnTo>
                    <a:pt x="21393" y="32118"/>
                  </a:lnTo>
                  <a:lnTo>
                    <a:pt x="21109" y="32032"/>
                  </a:lnTo>
                  <a:lnTo>
                    <a:pt x="19749" y="31625"/>
                  </a:lnTo>
                  <a:lnTo>
                    <a:pt x="18738" y="31322"/>
                  </a:lnTo>
                  <a:lnTo>
                    <a:pt x="16848" y="30841"/>
                  </a:lnTo>
                  <a:lnTo>
                    <a:pt x="15778" y="30516"/>
                  </a:lnTo>
                  <a:lnTo>
                    <a:pt x="15513" y="30435"/>
                  </a:lnTo>
                  <a:lnTo>
                    <a:pt x="14808" y="30115"/>
                  </a:lnTo>
                  <a:lnTo>
                    <a:pt x="13195" y="29485"/>
                  </a:lnTo>
                  <a:lnTo>
                    <a:pt x="11584" y="28773"/>
                  </a:lnTo>
                  <a:lnTo>
                    <a:pt x="11187" y="28598"/>
                  </a:lnTo>
                  <a:lnTo>
                    <a:pt x="10009" y="28022"/>
                  </a:lnTo>
                  <a:lnTo>
                    <a:pt x="7773" y="26929"/>
                  </a:lnTo>
                  <a:lnTo>
                    <a:pt x="7598" y="26844"/>
                  </a:lnTo>
                  <a:lnTo>
                    <a:pt x="6364" y="26291"/>
                  </a:lnTo>
                  <a:lnTo>
                    <a:pt x="5639" y="26008"/>
                  </a:lnTo>
                  <a:lnTo>
                    <a:pt x="2349" y="24722"/>
                  </a:lnTo>
                  <a:lnTo>
                    <a:pt x="2119" y="24633"/>
                  </a:lnTo>
                  <a:lnTo>
                    <a:pt x="1686" y="24409"/>
                  </a:lnTo>
                  <a:lnTo>
                    <a:pt x="1222" y="24032"/>
                  </a:lnTo>
                  <a:lnTo>
                    <a:pt x="597" y="23245"/>
                  </a:lnTo>
                  <a:lnTo>
                    <a:pt x="766" y="22525"/>
                  </a:lnTo>
                  <a:lnTo>
                    <a:pt x="934" y="21808"/>
                  </a:lnTo>
                  <a:lnTo>
                    <a:pt x="976" y="21630"/>
                  </a:lnTo>
                  <a:lnTo>
                    <a:pt x="1124" y="21011"/>
                  </a:lnTo>
                  <a:lnTo>
                    <a:pt x="1181" y="20775"/>
                  </a:lnTo>
                  <a:lnTo>
                    <a:pt x="1420" y="20540"/>
                  </a:lnTo>
                  <a:lnTo>
                    <a:pt x="1548" y="20415"/>
                  </a:lnTo>
                  <a:lnTo>
                    <a:pt x="1935" y="20008"/>
                  </a:lnTo>
                  <a:lnTo>
                    <a:pt x="2115" y="19727"/>
                  </a:lnTo>
                  <a:lnTo>
                    <a:pt x="2249" y="19347"/>
                  </a:lnTo>
                  <a:lnTo>
                    <a:pt x="2318" y="18339"/>
                  </a:lnTo>
                  <a:lnTo>
                    <a:pt x="2329" y="18172"/>
                  </a:lnTo>
                  <a:lnTo>
                    <a:pt x="2516" y="17852"/>
                  </a:lnTo>
                  <a:lnTo>
                    <a:pt x="2254" y="17806"/>
                  </a:lnTo>
                  <a:lnTo>
                    <a:pt x="1372" y="17394"/>
                  </a:lnTo>
                  <a:lnTo>
                    <a:pt x="2224" y="17237"/>
                  </a:lnTo>
                  <a:lnTo>
                    <a:pt x="3645" y="16975"/>
                  </a:lnTo>
                  <a:lnTo>
                    <a:pt x="3481" y="16127"/>
                  </a:lnTo>
                  <a:lnTo>
                    <a:pt x="3138" y="14350"/>
                  </a:lnTo>
                  <a:lnTo>
                    <a:pt x="2969" y="13472"/>
                  </a:lnTo>
                  <a:lnTo>
                    <a:pt x="2901" y="13224"/>
                  </a:lnTo>
                  <a:lnTo>
                    <a:pt x="2831" y="12970"/>
                  </a:lnTo>
                  <a:lnTo>
                    <a:pt x="2864" y="12826"/>
                  </a:lnTo>
                  <a:lnTo>
                    <a:pt x="2696" y="12000"/>
                  </a:lnTo>
                  <a:lnTo>
                    <a:pt x="2197" y="9851"/>
                  </a:lnTo>
                  <a:lnTo>
                    <a:pt x="2146" y="9630"/>
                  </a:lnTo>
                  <a:lnTo>
                    <a:pt x="1858" y="8286"/>
                  </a:lnTo>
                  <a:lnTo>
                    <a:pt x="1544" y="8373"/>
                  </a:lnTo>
                  <a:lnTo>
                    <a:pt x="765" y="4875"/>
                  </a:lnTo>
                  <a:lnTo>
                    <a:pt x="567" y="3817"/>
                  </a:lnTo>
                  <a:lnTo>
                    <a:pt x="466" y="3272"/>
                  </a:lnTo>
                  <a:lnTo>
                    <a:pt x="119" y="2824"/>
                  </a:lnTo>
                  <a:lnTo>
                    <a:pt x="0" y="2617"/>
                  </a:lnTo>
                  <a:lnTo>
                    <a:pt x="221" y="2558"/>
                  </a:lnTo>
                  <a:lnTo>
                    <a:pt x="588" y="2460"/>
                  </a:lnTo>
                  <a:lnTo>
                    <a:pt x="1167" y="2305"/>
                  </a:lnTo>
                  <a:lnTo>
                    <a:pt x="1553" y="2235"/>
                  </a:lnTo>
                  <a:lnTo>
                    <a:pt x="5186" y="1585"/>
                  </a:lnTo>
                  <a:lnTo>
                    <a:pt x="5498" y="1530"/>
                  </a:lnTo>
                  <a:lnTo>
                    <a:pt x="6181" y="1407"/>
                  </a:lnTo>
                  <a:lnTo>
                    <a:pt x="8814" y="905"/>
                  </a:lnTo>
                  <a:lnTo>
                    <a:pt x="11495" y="441"/>
                  </a:lnTo>
                  <a:lnTo>
                    <a:pt x="12643" y="222"/>
                  </a:lnTo>
                  <a:lnTo>
                    <a:pt x="13348" y="146"/>
                  </a:lnTo>
                  <a:lnTo>
                    <a:pt x="13586" y="121"/>
                  </a:lnTo>
                  <a:lnTo>
                    <a:pt x="13946" y="82"/>
                  </a:lnTo>
                  <a:lnTo>
                    <a:pt x="14153" y="52"/>
                  </a:lnTo>
                  <a:lnTo>
                    <a:pt x="14365" y="41"/>
                  </a:lnTo>
                  <a:lnTo>
                    <a:pt x="14687" y="22"/>
                  </a:lnTo>
                  <a:lnTo>
                    <a:pt x="15096" y="0"/>
                  </a:lnTo>
                  <a:lnTo>
                    <a:pt x="15865" y="0"/>
                  </a:lnTo>
                  <a:lnTo>
                    <a:pt x="16866" y="104"/>
                  </a:lnTo>
                  <a:lnTo>
                    <a:pt x="17188" y="182"/>
                  </a:lnTo>
                  <a:lnTo>
                    <a:pt x="17627" y="288"/>
                  </a:lnTo>
                  <a:lnTo>
                    <a:pt x="18661" y="624"/>
                  </a:lnTo>
                  <a:lnTo>
                    <a:pt x="19028" y="774"/>
                  </a:lnTo>
                  <a:lnTo>
                    <a:pt x="19646" y="1025"/>
                  </a:lnTo>
                  <a:lnTo>
                    <a:pt x="21348" y="1949"/>
                  </a:lnTo>
                  <a:lnTo>
                    <a:pt x="22058" y="2335"/>
                  </a:lnTo>
                  <a:lnTo>
                    <a:pt x="22377" y="2509"/>
                  </a:lnTo>
                  <a:lnTo>
                    <a:pt x="22618" y="2667"/>
                  </a:lnTo>
                  <a:lnTo>
                    <a:pt x="25408" y="4498"/>
                  </a:lnTo>
                  <a:lnTo>
                    <a:pt x="26399" y="5033"/>
                  </a:lnTo>
                  <a:lnTo>
                    <a:pt x="26569" y="5126"/>
                  </a:lnTo>
                  <a:lnTo>
                    <a:pt x="27624" y="5459"/>
                  </a:lnTo>
                  <a:lnTo>
                    <a:pt x="28145" y="5569"/>
                  </a:lnTo>
                  <a:lnTo>
                    <a:pt x="28308" y="5603"/>
                  </a:lnTo>
                  <a:lnTo>
                    <a:pt x="28506" y="5645"/>
                  </a:lnTo>
                  <a:lnTo>
                    <a:pt x="29146" y="5780"/>
                  </a:lnTo>
                  <a:lnTo>
                    <a:pt x="29300" y="5796"/>
                  </a:lnTo>
                  <a:lnTo>
                    <a:pt x="30569" y="5928"/>
                  </a:lnTo>
                  <a:lnTo>
                    <a:pt x="31041" y="5978"/>
                  </a:lnTo>
                  <a:lnTo>
                    <a:pt x="31576" y="6033"/>
                  </a:lnTo>
                  <a:lnTo>
                    <a:pt x="31845" y="6049"/>
                  </a:lnTo>
                  <a:lnTo>
                    <a:pt x="32639" y="6095"/>
                  </a:lnTo>
                  <a:lnTo>
                    <a:pt x="33172" y="6125"/>
                  </a:lnTo>
                  <a:lnTo>
                    <a:pt x="39440" y="6487"/>
                  </a:lnTo>
                  <a:lnTo>
                    <a:pt x="40404" y="6565"/>
                  </a:lnTo>
                  <a:lnTo>
                    <a:pt x="42083" y="6701"/>
                  </a:lnTo>
                  <a:lnTo>
                    <a:pt x="42471" y="6797"/>
                  </a:lnTo>
                  <a:lnTo>
                    <a:pt x="43151" y="6982"/>
                  </a:lnTo>
                  <a:lnTo>
                    <a:pt x="43630" y="7193"/>
                  </a:lnTo>
                  <a:lnTo>
                    <a:pt x="43981" y="73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996192" y="2887034"/>
              <a:ext cx="84080" cy="47791"/>
            </a:xfrm>
            <a:custGeom>
              <a:avLst/>
              <a:pathLst>
                <a:path w="84080" h="47791">
                  <a:moveTo>
                    <a:pt x="23469" y="257"/>
                  </a:moveTo>
                  <a:lnTo>
                    <a:pt x="24666" y="879"/>
                  </a:lnTo>
                  <a:lnTo>
                    <a:pt x="25489" y="785"/>
                  </a:lnTo>
                  <a:lnTo>
                    <a:pt x="26221" y="875"/>
                  </a:lnTo>
                  <a:lnTo>
                    <a:pt x="27199" y="756"/>
                  </a:lnTo>
                  <a:lnTo>
                    <a:pt x="27662" y="824"/>
                  </a:lnTo>
                  <a:lnTo>
                    <a:pt x="29371" y="1331"/>
                  </a:lnTo>
                  <a:lnTo>
                    <a:pt x="31133" y="1892"/>
                  </a:lnTo>
                  <a:lnTo>
                    <a:pt x="32295" y="2346"/>
                  </a:lnTo>
                  <a:lnTo>
                    <a:pt x="32769" y="2874"/>
                  </a:lnTo>
                  <a:lnTo>
                    <a:pt x="32980" y="2961"/>
                  </a:lnTo>
                  <a:lnTo>
                    <a:pt x="34183" y="3459"/>
                  </a:lnTo>
                  <a:lnTo>
                    <a:pt x="35242" y="3898"/>
                  </a:lnTo>
                  <a:lnTo>
                    <a:pt x="35758" y="4112"/>
                  </a:lnTo>
                  <a:lnTo>
                    <a:pt x="36386" y="4372"/>
                  </a:lnTo>
                  <a:lnTo>
                    <a:pt x="36630" y="4473"/>
                  </a:lnTo>
                  <a:lnTo>
                    <a:pt x="39128" y="5508"/>
                  </a:lnTo>
                  <a:lnTo>
                    <a:pt x="39485" y="5922"/>
                  </a:lnTo>
                  <a:lnTo>
                    <a:pt x="42190" y="6553"/>
                  </a:lnTo>
                  <a:lnTo>
                    <a:pt x="45642" y="7018"/>
                  </a:lnTo>
                  <a:lnTo>
                    <a:pt x="45828" y="7043"/>
                  </a:lnTo>
                  <a:lnTo>
                    <a:pt x="48974" y="7466"/>
                  </a:lnTo>
                  <a:lnTo>
                    <a:pt x="54290" y="9105"/>
                  </a:lnTo>
                  <a:lnTo>
                    <a:pt x="54387" y="8677"/>
                  </a:lnTo>
                  <a:lnTo>
                    <a:pt x="55233" y="5886"/>
                  </a:lnTo>
                  <a:lnTo>
                    <a:pt x="57073" y="6585"/>
                  </a:lnTo>
                  <a:lnTo>
                    <a:pt x="59028" y="6762"/>
                  </a:lnTo>
                  <a:lnTo>
                    <a:pt x="59465" y="6801"/>
                  </a:lnTo>
                  <a:lnTo>
                    <a:pt x="58925" y="8426"/>
                  </a:lnTo>
                  <a:lnTo>
                    <a:pt x="62671" y="10663"/>
                  </a:lnTo>
                  <a:lnTo>
                    <a:pt x="62112" y="11672"/>
                  </a:lnTo>
                  <a:lnTo>
                    <a:pt x="62727" y="12007"/>
                  </a:lnTo>
                  <a:lnTo>
                    <a:pt x="63772" y="12577"/>
                  </a:lnTo>
                  <a:lnTo>
                    <a:pt x="64818" y="13147"/>
                  </a:lnTo>
                  <a:lnTo>
                    <a:pt x="65060" y="13279"/>
                  </a:lnTo>
                  <a:lnTo>
                    <a:pt x="65217" y="13509"/>
                  </a:lnTo>
                  <a:lnTo>
                    <a:pt x="65138" y="13811"/>
                  </a:lnTo>
                  <a:lnTo>
                    <a:pt x="65186" y="14315"/>
                  </a:lnTo>
                  <a:lnTo>
                    <a:pt x="65819" y="16206"/>
                  </a:lnTo>
                  <a:lnTo>
                    <a:pt x="65866" y="16501"/>
                  </a:lnTo>
                  <a:lnTo>
                    <a:pt x="65921" y="16843"/>
                  </a:lnTo>
                  <a:lnTo>
                    <a:pt x="65952" y="17039"/>
                  </a:lnTo>
                  <a:lnTo>
                    <a:pt x="65982" y="17231"/>
                  </a:lnTo>
                  <a:lnTo>
                    <a:pt x="67638" y="16598"/>
                  </a:lnTo>
                  <a:lnTo>
                    <a:pt x="67956" y="16430"/>
                  </a:lnTo>
                  <a:lnTo>
                    <a:pt x="69124" y="15816"/>
                  </a:lnTo>
                  <a:lnTo>
                    <a:pt x="69652" y="15502"/>
                  </a:lnTo>
                  <a:lnTo>
                    <a:pt x="70052" y="15362"/>
                  </a:lnTo>
                  <a:lnTo>
                    <a:pt x="70348" y="15348"/>
                  </a:lnTo>
                  <a:lnTo>
                    <a:pt x="71399" y="17008"/>
                  </a:lnTo>
                  <a:lnTo>
                    <a:pt x="66673" y="19572"/>
                  </a:lnTo>
                  <a:lnTo>
                    <a:pt x="61672" y="19969"/>
                  </a:lnTo>
                  <a:lnTo>
                    <a:pt x="57797" y="20277"/>
                  </a:lnTo>
                  <a:lnTo>
                    <a:pt x="57365" y="20036"/>
                  </a:lnTo>
                  <a:lnTo>
                    <a:pt x="56332" y="22916"/>
                  </a:lnTo>
                  <a:lnTo>
                    <a:pt x="57301" y="24537"/>
                  </a:lnTo>
                  <a:lnTo>
                    <a:pt x="57877" y="25867"/>
                  </a:lnTo>
                  <a:lnTo>
                    <a:pt x="57956" y="26044"/>
                  </a:lnTo>
                  <a:lnTo>
                    <a:pt x="59856" y="24931"/>
                  </a:lnTo>
                  <a:lnTo>
                    <a:pt x="62419" y="25572"/>
                  </a:lnTo>
                  <a:lnTo>
                    <a:pt x="68251" y="29673"/>
                  </a:lnTo>
                  <a:lnTo>
                    <a:pt x="69276" y="28328"/>
                  </a:lnTo>
                  <a:lnTo>
                    <a:pt x="71968" y="29866"/>
                  </a:lnTo>
                  <a:lnTo>
                    <a:pt x="70302" y="32878"/>
                  </a:lnTo>
                  <a:lnTo>
                    <a:pt x="77351" y="37940"/>
                  </a:lnTo>
                  <a:lnTo>
                    <a:pt x="84080" y="39158"/>
                  </a:lnTo>
                  <a:lnTo>
                    <a:pt x="82221" y="43964"/>
                  </a:lnTo>
                  <a:lnTo>
                    <a:pt x="79530" y="43836"/>
                  </a:lnTo>
                  <a:lnTo>
                    <a:pt x="72801" y="40696"/>
                  </a:lnTo>
                  <a:lnTo>
                    <a:pt x="65072" y="36693"/>
                  </a:lnTo>
                  <a:lnTo>
                    <a:pt x="63042" y="35678"/>
                  </a:lnTo>
                  <a:lnTo>
                    <a:pt x="61894" y="35358"/>
                  </a:lnTo>
                  <a:lnTo>
                    <a:pt x="60231" y="36662"/>
                  </a:lnTo>
                  <a:lnTo>
                    <a:pt x="61093" y="38428"/>
                  </a:lnTo>
                  <a:lnTo>
                    <a:pt x="57370" y="40393"/>
                  </a:lnTo>
                  <a:lnTo>
                    <a:pt x="55672" y="35986"/>
                  </a:lnTo>
                  <a:lnTo>
                    <a:pt x="55469" y="35458"/>
                  </a:lnTo>
                  <a:lnTo>
                    <a:pt x="54043" y="34434"/>
                  </a:lnTo>
                  <a:lnTo>
                    <a:pt x="52756" y="36274"/>
                  </a:lnTo>
                  <a:lnTo>
                    <a:pt x="50696" y="35319"/>
                  </a:lnTo>
                  <a:lnTo>
                    <a:pt x="50192" y="35724"/>
                  </a:lnTo>
                  <a:lnTo>
                    <a:pt x="48824" y="34485"/>
                  </a:lnTo>
                  <a:lnTo>
                    <a:pt x="47620" y="32492"/>
                  </a:lnTo>
                  <a:lnTo>
                    <a:pt x="45681" y="30889"/>
                  </a:lnTo>
                  <a:lnTo>
                    <a:pt x="45377" y="31418"/>
                  </a:lnTo>
                  <a:lnTo>
                    <a:pt x="41900" y="29448"/>
                  </a:lnTo>
                  <a:lnTo>
                    <a:pt x="41062" y="30479"/>
                  </a:lnTo>
                  <a:lnTo>
                    <a:pt x="40650" y="30986"/>
                  </a:lnTo>
                  <a:lnTo>
                    <a:pt x="39833" y="30361"/>
                  </a:lnTo>
                  <a:lnTo>
                    <a:pt x="36976" y="29853"/>
                  </a:lnTo>
                  <a:lnTo>
                    <a:pt x="30271" y="28474"/>
                  </a:lnTo>
                  <a:lnTo>
                    <a:pt x="25731" y="26952"/>
                  </a:lnTo>
                  <a:lnTo>
                    <a:pt x="24689" y="25573"/>
                  </a:lnTo>
                  <a:lnTo>
                    <a:pt x="23701" y="24353"/>
                  </a:lnTo>
                  <a:lnTo>
                    <a:pt x="23209" y="24417"/>
                  </a:lnTo>
                  <a:lnTo>
                    <a:pt x="19738" y="23963"/>
                  </a:lnTo>
                  <a:lnTo>
                    <a:pt x="15861" y="23723"/>
                  </a:lnTo>
                  <a:lnTo>
                    <a:pt x="12449" y="23245"/>
                  </a:lnTo>
                  <a:lnTo>
                    <a:pt x="10366" y="24554"/>
                  </a:lnTo>
                  <a:lnTo>
                    <a:pt x="9979" y="26129"/>
                  </a:lnTo>
                  <a:lnTo>
                    <a:pt x="10072" y="28986"/>
                  </a:lnTo>
                  <a:lnTo>
                    <a:pt x="12007" y="34134"/>
                  </a:lnTo>
                  <a:lnTo>
                    <a:pt x="13049" y="33867"/>
                  </a:lnTo>
                  <a:lnTo>
                    <a:pt x="17201" y="38166"/>
                  </a:lnTo>
                  <a:lnTo>
                    <a:pt x="17601" y="40369"/>
                  </a:lnTo>
                  <a:lnTo>
                    <a:pt x="18496" y="40395"/>
                  </a:lnTo>
                  <a:lnTo>
                    <a:pt x="18563" y="41343"/>
                  </a:lnTo>
                  <a:lnTo>
                    <a:pt x="19004" y="41424"/>
                  </a:lnTo>
                  <a:lnTo>
                    <a:pt x="18950" y="43266"/>
                  </a:lnTo>
                  <a:lnTo>
                    <a:pt x="16135" y="43063"/>
                  </a:lnTo>
                  <a:lnTo>
                    <a:pt x="15857" y="45882"/>
                  </a:lnTo>
                  <a:lnTo>
                    <a:pt x="16191" y="46608"/>
                  </a:lnTo>
                  <a:lnTo>
                    <a:pt x="16445" y="47773"/>
                  </a:lnTo>
                  <a:lnTo>
                    <a:pt x="14286" y="47791"/>
                  </a:lnTo>
                  <a:lnTo>
                    <a:pt x="13986" y="47045"/>
                  </a:lnTo>
                  <a:lnTo>
                    <a:pt x="13848" y="46701"/>
                  </a:lnTo>
                  <a:lnTo>
                    <a:pt x="13710" y="46274"/>
                  </a:lnTo>
                  <a:lnTo>
                    <a:pt x="12126" y="46723"/>
                  </a:lnTo>
                  <a:lnTo>
                    <a:pt x="10944" y="44387"/>
                  </a:lnTo>
                  <a:lnTo>
                    <a:pt x="10688" y="42484"/>
                  </a:lnTo>
                  <a:lnTo>
                    <a:pt x="11500" y="42464"/>
                  </a:lnTo>
                  <a:lnTo>
                    <a:pt x="11660" y="40605"/>
                  </a:lnTo>
                  <a:lnTo>
                    <a:pt x="12504" y="40617"/>
                  </a:lnTo>
                  <a:lnTo>
                    <a:pt x="12493" y="39976"/>
                  </a:lnTo>
                  <a:lnTo>
                    <a:pt x="12343" y="39581"/>
                  </a:lnTo>
                  <a:lnTo>
                    <a:pt x="11895" y="39132"/>
                  </a:lnTo>
                  <a:lnTo>
                    <a:pt x="11528" y="38868"/>
                  </a:lnTo>
                  <a:lnTo>
                    <a:pt x="10840" y="38373"/>
                  </a:lnTo>
                  <a:lnTo>
                    <a:pt x="9845" y="39668"/>
                  </a:lnTo>
                  <a:lnTo>
                    <a:pt x="6670" y="37689"/>
                  </a:lnTo>
                  <a:lnTo>
                    <a:pt x="6516" y="37507"/>
                  </a:lnTo>
                  <a:lnTo>
                    <a:pt x="5405" y="36204"/>
                  </a:lnTo>
                  <a:lnTo>
                    <a:pt x="4382" y="34379"/>
                  </a:lnTo>
                  <a:lnTo>
                    <a:pt x="2825" y="33171"/>
                  </a:lnTo>
                  <a:lnTo>
                    <a:pt x="1504" y="31165"/>
                  </a:lnTo>
                  <a:lnTo>
                    <a:pt x="836" y="29282"/>
                  </a:lnTo>
                  <a:lnTo>
                    <a:pt x="1675" y="28609"/>
                  </a:lnTo>
                  <a:lnTo>
                    <a:pt x="342" y="23747"/>
                  </a:lnTo>
                  <a:lnTo>
                    <a:pt x="0" y="22327"/>
                  </a:lnTo>
                  <a:lnTo>
                    <a:pt x="613" y="22605"/>
                  </a:lnTo>
                  <a:lnTo>
                    <a:pt x="1072" y="22784"/>
                  </a:lnTo>
                  <a:lnTo>
                    <a:pt x="2678" y="23167"/>
                  </a:lnTo>
                  <a:lnTo>
                    <a:pt x="2770" y="22802"/>
                  </a:lnTo>
                  <a:lnTo>
                    <a:pt x="3134" y="21347"/>
                  </a:lnTo>
                  <a:lnTo>
                    <a:pt x="3555" y="20159"/>
                  </a:lnTo>
                  <a:lnTo>
                    <a:pt x="3627" y="19523"/>
                  </a:lnTo>
                  <a:lnTo>
                    <a:pt x="3707" y="18822"/>
                  </a:lnTo>
                  <a:lnTo>
                    <a:pt x="4436" y="16795"/>
                  </a:lnTo>
                  <a:lnTo>
                    <a:pt x="5269" y="15682"/>
                  </a:lnTo>
                  <a:lnTo>
                    <a:pt x="6182" y="14657"/>
                  </a:lnTo>
                  <a:lnTo>
                    <a:pt x="6695" y="14264"/>
                  </a:lnTo>
                  <a:lnTo>
                    <a:pt x="7256" y="13904"/>
                  </a:lnTo>
                  <a:lnTo>
                    <a:pt x="8563" y="13364"/>
                  </a:lnTo>
                  <a:lnTo>
                    <a:pt x="9164" y="13197"/>
                  </a:lnTo>
                  <a:lnTo>
                    <a:pt x="9514" y="13186"/>
                  </a:lnTo>
                  <a:lnTo>
                    <a:pt x="10164" y="13166"/>
                  </a:lnTo>
                  <a:lnTo>
                    <a:pt x="10907" y="13224"/>
                  </a:lnTo>
                  <a:lnTo>
                    <a:pt x="13853" y="13535"/>
                  </a:lnTo>
                  <a:lnTo>
                    <a:pt x="14109" y="11993"/>
                  </a:lnTo>
                  <a:lnTo>
                    <a:pt x="14523" y="10418"/>
                  </a:lnTo>
                  <a:lnTo>
                    <a:pt x="14945" y="9257"/>
                  </a:lnTo>
                  <a:lnTo>
                    <a:pt x="14724" y="9216"/>
                  </a:lnTo>
                  <a:lnTo>
                    <a:pt x="14051" y="8958"/>
                  </a:lnTo>
                  <a:lnTo>
                    <a:pt x="13717" y="8830"/>
                  </a:lnTo>
                  <a:lnTo>
                    <a:pt x="13730" y="8394"/>
                  </a:lnTo>
                  <a:lnTo>
                    <a:pt x="13761" y="7386"/>
                  </a:lnTo>
                  <a:lnTo>
                    <a:pt x="13775" y="6191"/>
                  </a:lnTo>
                  <a:lnTo>
                    <a:pt x="13671" y="4341"/>
                  </a:lnTo>
                  <a:lnTo>
                    <a:pt x="13608" y="3207"/>
                  </a:lnTo>
                  <a:lnTo>
                    <a:pt x="13481" y="1612"/>
                  </a:lnTo>
                  <a:lnTo>
                    <a:pt x="13401" y="983"/>
                  </a:lnTo>
                  <a:lnTo>
                    <a:pt x="13365" y="701"/>
                  </a:lnTo>
                  <a:lnTo>
                    <a:pt x="13314" y="303"/>
                  </a:lnTo>
                  <a:lnTo>
                    <a:pt x="15500" y="739"/>
                  </a:lnTo>
                  <a:lnTo>
                    <a:pt x="16621" y="899"/>
                  </a:lnTo>
                  <a:lnTo>
                    <a:pt x="17903" y="986"/>
                  </a:lnTo>
                  <a:lnTo>
                    <a:pt x="19278" y="966"/>
                  </a:lnTo>
                  <a:lnTo>
                    <a:pt x="20823" y="1146"/>
                  </a:lnTo>
                  <a:lnTo>
                    <a:pt x="22012" y="1409"/>
                  </a:lnTo>
                  <a:lnTo>
                    <a:pt x="22706" y="393"/>
                  </a:lnTo>
                  <a:lnTo>
                    <a:pt x="2297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940665" y="2882799"/>
              <a:ext cx="46680" cy="75738"/>
            </a:xfrm>
            <a:custGeom>
              <a:avLst/>
              <a:pathLst>
                <a:path w="46680" h="75738">
                  <a:moveTo>
                    <a:pt x="45979" y="10526"/>
                  </a:moveTo>
                  <a:lnTo>
                    <a:pt x="46102" y="12092"/>
                  </a:lnTo>
                  <a:lnTo>
                    <a:pt x="46566" y="18094"/>
                  </a:lnTo>
                  <a:lnTo>
                    <a:pt x="46680" y="19254"/>
                  </a:lnTo>
                  <a:lnTo>
                    <a:pt x="46422" y="19231"/>
                  </a:lnTo>
                  <a:lnTo>
                    <a:pt x="46086" y="19201"/>
                  </a:lnTo>
                  <a:lnTo>
                    <a:pt x="45633" y="19199"/>
                  </a:lnTo>
                  <a:lnTo>
                    <a:pt x="45127" y="19196"/>
                  </a:lnTo>
                  <a:lnTo>
                    <a:pt x="44700" y="19244"/>
                  </a:lnTo>
                  <a:lnTo>
                    <a:pt x="44275" y="19252"/>
                  </a:lnTo>
                  <a:lnTo>
                    <a:pt x="43731" y="19148"/>
                  </a:lnTo>
                  <a:lnTo>
                    <a:pt x="42898" y="19004"/>
                  </a:lnTo>
                  <a:lnTo>
                    <a:pt x="42770" y="19004"/>
                  </a:lnTo>
                  <a:lnTo>
                    <a:pt x="42585" y="19004"/>
                  </a:lnTo>
                  <a:lnTo>
                    <a:pt x="41880" y="19004"/>
                  </a:lnTo>
                  <a:lnTo>
                    <a:pt x="41102" y="19060"/>
                  </a:lnTo>
                  <a:lnTo>
                    <a:pt x="40844" y="20090"/>
                  </a:lnTo>
                  <a:lnTo>
                    <a:pt x="40152" y="20827"/>
                  </a:lnTo>
                  <a:lnTo>
                    <a:pt x="38760" y="22312"/>
                  </a:lnTo>
                  <a:lnTo>
                    <a:pt x="38419" y="22675"/>
                  </a:lnTo>
                  <a:lnTo>
                    <a:pt x="37423" y="23644"/>
                  </a:lnTo>
                  <a:lnTo>
                    <a:pt x="37642" y="25361"/>
                  </a:lnTo>
                  <a:lnTo>
                    <a:pt x="37698" y="25749"/>
                  </a:lnTo>
                  <a:lnTo>
                    <a:pt x="37889" y="27079"/>
                  </a:lnTo>
                  <a:lnTo>
                    <a:pt x="37940" y="27435"/>
                  </a:lnTo>
                  <a:lnTo>
                    <a:pt x="37684" y="27505"/>
                  </a:lnTo>
                  <a:lnTo>
                    <a:pt x="34025" y="28501"/>
                  </a:lnTo>
                  <a:lnTo>
                    <a:pt x="33597" y="28617"/>
                  </a:lnTo>
                  <a:lnTo>
                    <a:pt x="33010" y="28777"/>
                  </a:lnTo>
                  <a:lnTo>
                    <a:pt x="35970" y="41568"/>
                  </a:lnTo>
                  <a:lnTo>
                    <a:pt x="35009" y="46182"/>
                  </a:lnTo>
                  <a:lnTo>
                    <a:pt x="37126" y="49788"/>
                  </a:lnTo>
                  <a:lnTo>
                    <a:pt x="36592" y="52659"/>
                  </a:lnTo>
                  <a:lnTo>
                    <a:pt x="35203" y="56273"/>
                  </a:lnTo>
                  <a:lnTo>
                    <a:pt x="34441" y="59517"/>
                  </a:lnTo>
                  <a:lnTo>
                    <a:pt x="33240" y="62922"/>
                  </a:lnTo>
                  <a:lnTo>
                    <a:pt x="32813" y="65140"/>
                  </a:lnTo>
                  <a:lnTo>
                    <a:pt x="32973" y="68584"/>
                  </a:lnTo>
                  <a:lnTo>
                    <a:pt x="31651" y="71548"/>
                  </a:lnTo>
                  <a:lnTo>
                    <a:pt x="29929" y="72349"/>
                  </a:lnTo>
                  <a:lnTo>
                    <a:pt x="27285" y="72670"/>
                  </a:lnTo>
                  <a:lnTo>
                    <a:pt x="25890" y="72166"/>
                  </a:lnTo>
                  <a:lnTo>
                    <a:pt x="25548" y="72850"/>
                  </a:lnTo>
                  <a:lnTo>
                    <a:pt x="25804" y="74473"/>
                  </a:lnTo>
                  <a:lnTo>
                    <a:pt x="25205" y="75738"/>
                  </a:lnTo>
                  <a:lnTo>
                    <a:pt x="24041" y="75554"/>
                  </a:lnTo>
                  <a:lnTo>
                    <a:pt x="23040" y="75233"/>
                  </a:lnTo>
                  <a:lnTo>
                    <a:pt x="20965" y="74203"/>
                  </a:lnTo>
                  <a:lnTo>
                    <a:pt x="19812" y="73519"/>
                  </a:lnTo>
                  <a:lnTo>
                    <a:pt x="19256" y="72878"/>
                  </a:lnTo>
                  <a:lnTo>
                    <a:pt x="18829" y="71938"/>
                  </a:lnTo>
                  <a:lnTo>
                    <a:pt x="18273" y="71127"/>
                  </a:lnTo>
                  <a:lnTo>
                    <a:pt x="17462" y="70187"/>
                  </a:lnTo>
                  <a:lnTo>
                    <a:pt x="16949" y="69161"/>
                  </a:lnTo>
                  <a:lnTo>
                    <a:pt x="16735" y="68050"/>
                  </a:lnTo>
                  <a:lnTo>
                    <a:pt x="16778" y="67025"/>
                  </a:lnTo>
                  <a:lnTo>
                    <a:pt x="16464" y="65632"/>
                  </a:lnTo>
                  <a:lnTo>
                    <a:pt x="15698" y="64137"/>
                  </a:lnTo>
                  <a:lnTo>
                    <a:pt x="10113" y="62667"/>
                  </a:lnTo>
                  <a:lnTo>
                    <a:pt x="7465" y="62240"/>
                  </a:lnTo>
                  <a:lnTo>
                    <a:pt x="6109" y="61315"/>
                  </a:lnTo>
                  <a:lnTo>
                    <a:pt x="5682" y="56316"/>
                  </a:lnTo>
                  <a:lnTo>
                    <a:pt x="5938" y="54393"/>
                  </a:lnTo>
                  <a:lnTo>
                    <a:pt x="6493" y="52428"/>
                  </a:lnTo>
                  <a:lnTo>
                    <a:pt x="7946" y="51146"/>
                  </a:lnTo>
                  <a:lnTo>
                    <a:pt x="9441" y="49395"/>
                  </a:lnTo>
                  <a:lnTo>
                    <a:pt x="9826" y="48669"/>
                  </a:lnTo>
                  <a:lnTo>
                    <a:pt x="10253" y="47600"/>
                  </a:lnTo>
                  <a:lnTo>
                    <a:pt x="10381" y="46703"/>
                  </a:lnTo>
                  <a:lnTo>
                    <a:pt x="10296" y="45849"/>
                  </a:lnTo>
                  <a:lnTo>
                    <a:pt x="10210" y="45208"/>
                  </a:lnTo>
                  <a:lnTo>
                    <a:pt x="9826" y="44610"/>
                  </a:lnTo>
                  <a:lnTo>
                    <a:pt x="9099" y="43414"/>
                  </a:lnTo>
                  <a:lnTo>
                    <a:pt x="8074" y="42132"/>
                  </a:lnTo>
                  <a:lnTo>
                    <a:pt x="7647" y="40124"/>
                  </a:lnTo>
                  <a:lnTo>
                    <a:pt x="8288" y="38330"/>
                  </a:lnTo>
                  <a:lnTo>
                    <a:pt x="9142" y="37304"/>
                  </a:lnTo>
                  <a:lnTo>
                    <a:pt x="10082" y="36663"/>
                  </a:lnTo>
                  <a:lnTo>
                    <a:pt x="11620" y="36706"/>
                  </a:lnTo>
                  <a:lnTo>
                    <a:pt x="13030" y="37048"/>
                  </a:lnTo>
                  <a:lnTo>
                    <a:pt x="14354" y="37390"/>
                  </a:lnTo>
                  <a:lnTo>
                    <a:pt x="14183" y="36578"/>
                  </a:lnTo>
                  <a:lnTo>
                    <a:pt x="13500" y="35424"/>
                  </a:lnTo>
                  <a:lnTo>
                    <a:pt x="11022" y="34399"/>
                  </a:lnTo>
                  <a:lnTo>
                    <a:pt x="9783" y="34485"/>
                  </a:lnTo>
                  <a:lnTo>
                    <a:pt x="7818" y="34826"/>
                  </a:lnTo>
                  <a:lnTo>
                    <a:pt x="6152" y="34613"/>
                  </a:lnTo>
                  <a:lnTo>
                    <a:pt x="5169" y="33972"/>
                  </a:lnTo>
                  <a:lnTo>
                    <a:pt x="4742" y="33075"/>
                  </a:lnTo>
                  <a:lnTo>
                    <a:pt x="4315" y="31878"/>
                  </a:lnTo>
                  <a:lnTo>
                    <a:pt x="4186" y="30554"/>
                  </a:lnTo>
                  <a:lnTo>
                    <a:pt x="3802" y="29486"/>
                  </a:lnTo>
                  <a:lnTo>
                    <a:pt x="2776" y="28503"/>
                  </a:lnTo>
                  <a:lnTo>
                    <a:pt x="4443" y="26495"/>
                  </a:lnTo>
                  <a:lnTo>
                    <a:pt x="0" y="22180"/>
                  </a:lnTo>
                  <a:lnTo>
                    <a:pt x="2264" y="20813"/>
                  </a:lnTo>
                  <a:lnTo>
                    <a:pt x="8031" y="22650"/>
                  </a:lnTo>
                  <a:lnTo>
                    <a:pt x="11054" y="22996"/>
                  </a:lnTo>
                  <a:lnTo>
                    <a:pt x="17110" y="23253"/>
                  </a:lnTo>
                  <a:lnTo>
                    <a:pt x="18817" y="19598"/>
                  </a:lnTo>
                  <a:lnTo>
                    <a:pt x="16501" y="19314"/>
                  </a:lnTo>
                  <a:lnTo>
                    <a:pt x="13850" y="18989"/>
                  </a:lnTo>
                  <a:lnTo>
                    <a:pt x="13645" y="17326"/>
                  </a:lnTo>
                  <a:lnTo>
                    <a:pt x="13701" y="15967"/>
                  </a:lnTo>
                  <a:lnTo>
                    <a:pt x="13400" y="15597"/>
                  </a:lnTo>
                  <a:lnTo>
                    <a:pt x="13547" y="15509"/>
                  </a:lnTo>
                  <a:lnTo>
                    <a:pt x="13864" y="15319"/>
                  </a:lnTo>
                  <a:lnTo>
                    <a:pt x="14201" y="15311"/>
                  </a:lnTo>
                  <a:lnTo>
                    <a:pt x="15489" y="14741"/>
                  </a:lnTo>
                  <a:lnTo>
                    <a:pt x="15687" y="14654"/>
                  </a:lnTo>
                  <a:lnTo>
                    <a:pt x="16399" y="13795"/>
                  </a:lnTo>
                  <a:lnTo>
                    <a:pt x="17260" y="12420"/>
                  </a:lnTo>
                  <a:lnTo>
                    <a:pt x="17599" y="12039"/>
                  </a:lnTo>
                  <a:lnTo>
                    <a:pt x="17878" y="11794"/>
                  </a:lnTo>
                  <a:lnTo>
                    <a:pt x="18299" y="11425"/>
                  </a:lnTo>
                  <a:lnTo>
                    <a:pt x="19526" y="10056"/>
                  </a:lnTo>
                  <a:lnTo>
                    <a:pt x="19767" y="10020"/>
                  </a:lnTo>
                  <a:lnTo>
                    <a:pt x="20648" y="10693"/>
                  </a:lnTo>
                  <a:lnTo>
                    <a:pt x="21283" y="11282"/>
                  </a:lnTo>
                  <a:lnTo>
                    <a:pt x="21873" y="8713"/>
                  </a:lnTo>
                  <a:lnTo>
                    <a:pt x="22205" y="7263"/>
                  </a:lnTo>
                  <a:lnTo>
                    <a:pt x="22330" y="6721"/>
                  </a:lnTo>
                  <a:lnTo>
                    <a:pt x="22365" y="5873"/>
                  </a:lnTo>
                  <a:lnTo>
                    <a:pt x="22421" y="4518"/>
                  </a:lnTo>
                  <a:lnTo>
                    <a:pt x="22363" y="3553"/>
                  </a:lnTo>
                  <a:lnTo>
                    <a:pt x="22117" y="2517"/>
                  </a:lnTo>
                  <a:lnTo>
                    <a:pt x="22084" y="2049"/>
                  </a:lnTo>
                  <a:lnTo>
                    <a:pt x="22850" y="2045"/>
                  </a:lnTo>
                  <a:lnTo>
                    <a:pt x="25606" y="2030"/>
                  </a:lnTo>
                  <a:lnTo>
                    <a:pt x="30242" y="2005"/>
                  </a:lnTo>
                  <a:lnTo>
                    <a:pt x="31038" y="1966"/>
                  </a:lnTo>
                  <a:lnTo>
                    <a:pt x="34487" y="1794"/>
                  </a:lnTo>
                  <a:lnTo>
                    <a:pt x="36590" y="1689"/>
                  </a:lnTo>
                  <a:lnTo>
                    <a:pt x="37270" y="1649"/>
                  </a:lnTo>
                  <a:lnTo>
                    <a:pt x="38569" y="1573"/>
                  </a:lnTo>
                  <a:lnTo>
                    <a:pt x="39038" y="1365"/>
                  </a:lnTo>
                  <a:lnTo>
                    <a:pt x="40225" y="840"/>
                  </a:lnTo>
                  <a:lnTo>
                    <a:pt x="40574" y="686"/>
                  </a:lnTo>
                  <a:lnTo>
                    <a:pt x="41291" y="0"/>
                  </a:lnTo>
                  <a:lnTo>
                    <a:pt x="43814" y="1911"/>
                  </a:lnTo>
                  <a:lnTo>
                    <a:pt x="45683" y="67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819126" y="2816692"/>
              <a:ext cx="97231" cy="66974"/>
            </a:xfrm>
            <a:custGeom>
              <a:avLst/>
              <a:pathLst>
                <a:path w="97231" h="66974">
                  <a:moveTo>
                    <a:pt x="68981" y="30791"/>
                  </a:moveTo>
                  <a:lnTo>
                    <a:pt x="77659" y="36609"/>
                  </a:lnTo>
                  <a:lnTo>
                    <a:pt x="79123" y="37590"/>
                  </a:lnTo>
                  <a:lnTo>
                    <a:pt x="81089" y="38908"/>
                  </a:lnTo>
                  <a:lnTo>
                    <a:pt x="81972" y="39500"/>
                  </a:lnTo>
                  <a:lnTo>
                    <a:pt x="82782" y="40042"/>
                  </a:lnTo>
                  <a:lnTo>
                    <a:pt x="83914" y="40801"/>
                  </a:lnTo>
                  <a:lnTo>
                    <a:pt x="84818" y="41407"/>
                  </a:lnTo>
                  <a:lnTo>
                    <a:pt x="84981" y="41516"/>
                  </a:lnTo>
                  <a:lnTo>
                    <a:pt x="87078" y="42922"/>
                  </a:lnTo>
                  <a:lnTo>
                    <a:pt x="87691" y="43333"/>
                  </a:lnTo>
                  <a:lnTo>
                    <a:pt x="90424" y="45165"/>
                  </a:lnTo>
                  <a:lnTo>
                    <a:pt x="90760" y="45390"/>
                  </a:lnTo>
                  <a:lnTo>
                    <a:pt x="93087" y="46950"/>
                  </a:lnTo>
                  <a:lnTo>
                    <a:pt x="93223" y="47033"/>
                  </a:lnTo>
                  <a:lnTo>
                    <a:pt x="93538" y="47253"/>
                  </a:lnTo>
                  <a:lnTo>
                    <a:pt x="97231" y="49831"/>
                  </a:lnTo>
                  <a:lnTo>
                    <a:pt x="97117" y="50001"/>
                  </a:lnTo>
                  <a:lnTo>
                    <a:pt x="94013" y="54640"/>
                  </a:lnTo>
                  <a:lnTo>
                    <a:pt x="93627" y="54396"/>
                  </a:lnTo>
                  <a:lnTo>
                    <a:pt x="92087" y="53340"/>
                  </a:lnTo>
                  <a:lnTo>
                    <a:pt x="91095" y="52588"/>
                  </a:lnTo>
                  <a:lnTo>
                    <a:pt x="88515" y="56426"/>
                  </a:lnTo>
                  <a:lnTo>
                    <a:pt x="86977" y="58867"/>
                  </a:lnTo>
                  <a:lnTo>
                    <a:pt x="85258" y="61597"/>
                  </a:lnTo>
                  <a:lnTo>
                    <a:pt x="84210" y="62919"/>
                  </a:lnTo>
                  <a:lnTo>
                    <a:pt x="83826" y="63359"/>
                  </a:lnTo>
                  <a:lnTo>
                    <a:pt x="83669" y="63540"/>
                  </a:lnTo>
                  <a:lnTo>
                    <a:pt x="82487" y="64781"/>
                  </a:lnTo>
                  <a:lnTo>
                    <a:pt x="81933" y="65442"/>
                  </a:lnTo>
                  <a:lnTo>
                    <a:pt x="80451" y="66631"/>
                  </a:lnTo>
                  <a:lnTo>
                    <a:pt x="80028" y="66974"/>
                  </a:lnTo>
                  <a:lnTo>
                    <a:pt x="79767" y="66658"/>
                  </a:lnTo>
                  <a:lnTo>
                    <a:pt x="79372" y="66284"/>
                  </a:lnTo>
                  <a:lnTo>
                    <a:pt x="78646" y="65862"/>
                  </a:lnTo>
                  <a:lnTo>
                    <a:pt x="78010" y="65531"/>
                  </a:lnTo>
                  <a:lnTo>
                    <a:pt x="76681" y="64415"/>
                  </a:lnTo>
                  <a:lnTo>
                    <a:pt x="76233" y="64040"/>
                  </a:lnTo>
                  <a:lnTo>
                    <a:pt x="76040" y="63492"/>
                  </a:lnTo>
                  <a:lnTo>
                    <a:pt x="75993" y="62825"/>
                  </a:lnTo>
                  <a:lnTo>
                    <a:pt x="75653" y="61480"/>
                  </a:lnTo>
                  <a:lnTo>
                    <a:pt x="75593" y="61243"/>
                  </a:lnTo>
                  <a:lnTo>
                    <a:pt x="75506" y="60976"/>
                  </a:lnTo>
                  <a:lnTo>
                    <a:pt x="75517" y="60729"/>
                  </a:lnTo>
                  <a:lnTo>
                    <a:pt x="75533" y="60374"/>
                  </a:lnTo>
                  <a:lnTo>
                    <a:pt x="75492" y="59674"/>
                  </a:lnTo>
                  <a:lnTo>
                    <a:pt x="75045" y="59260"/>
                  </a:lnTo>
                  <a:lnTo>
                    <a:pt x="74191" y="58699"/>
                  </a:lnTo>
                  <a:lnTo>
                    <a:pt x="73508" y="58272"/>
                  </a:lnTo>
                  <a:lnTo>
                    <a:pt x="73036" y="57905"/>
                  </a:lnTo>
                  <a:lnTo>
                    <a:pt x="72467" y="57509"/>
                  </a:lnTo>
                  <a:lnTo>
                    <a:pt x="71894" y="57111"/>
                  </a:lnTo>
                  <a:lnTo>
                    <a:pt x="71408" y="56580"/>
                  </a:lnTo>
                  <a:lnTo>
                    <a:pt x="70882" y="55703"/>
                  </a:lnTo>
                  <a:lnTo>
                    <a:pt x="70048" y="54442"/>
                  </a:lnTo>
                  <a:lnTo>
                    <a:pt x="69848" y="54424"/>
                  </a:lnTo>
                  <a:lnTo>
                    <a:pt x="70124" y="53683"/>
                  </a:lnTo>
                  <a:lnTo>
                    <a:pt x="69383" y="52449"/>
                  </a:lnTo>
                  <a:lnTo>
                    <a:pt x="68454" y="50843"/>
                  </a:lnTo>
                  <a:lnTo>
                    <a:pt x="68114" y="51026"/>
                  </a:lnTo>
                  <a:lnTo>
                    <a:pt x="65824" y="52265"/>
                  </a:lnTo>
                  <a:lnTo>
                    <a:pt x="65333" y="52637"/>
                  </a:lnTo>
                  <a:lnTo>
                    <a:pt x="65159" y="52770"/>
                  </a:lnTo>
                  <a:lnTo>
                    <a:pt x="62799" y="53979"/>
                  </a:lnTo>
                  <a:lnTo>
                    <a:pt x="62530" y="53292"/>
                  </a:lnTo>
                  <a:lnTo>
                    <a:pt x="62096" y="51563"/>
                  </a:lnTo>
                  <a:lnTo>
                    <a:pt x="61906" y="51663"/>
                  </a:lnTo>
                  <a:lnTo>
                    <a:pt x="61174" y="52047"/>
                  </a:lnTo>
                  <a:lnTo>
                    <a:pt x="59816" y="52401"/>
                  </a:lnTo>
                  <a:lnTo>
                    <a:pt x="58561" y="52688"/>
                  </a:lnTo>
                  <a:lnTo>
                    <a:pt x="58255" y="52779"/>
                  </a:lnTo>
                  <a:lnTo>
                    <a:pt x="57732" y="52936"/>
                  </a:lnTo>
                  <a:lnTo>
                    <a:pt x="54687" y="53846"/>
                  </a:lnTo>
                  <a:lnTo>
                    <a:pt x="54257" y="53987"/>
                  </a:lnTo>
                  <a:lnTo>
                    <a:pt x="53943" y="53567"/>
                  </a:lnTo>
                  <a:lnTo>
                    <a:pt x="53193" y="52686"/>
                  </a:lnTo>
                  <a:lnTo>
                    <a:pt x="52499" y="52274"/>
                  </a:lnTo>
                  <a:lnTo>
                    <a:pt x="50981" y="51373"/>
                  </a:lnTo>
                  <a:lnTo>
                    <a:pt x="49895" y="52562"/>
                  </a:lnTo>
                  <a:lnTo>
                    <a:pt x="49539" y="52952"/>
                  </a:lnTo>
                  <a:lnTo>
                    <a:pt x="49182" y="53060"/>
                  </a:lnTo>
                  <a:lnTo>
                    <a:pt x="48653" y="52729"/>
                  </a:lnTo>
                  <a:lnTo>
                    <a:pt x="46295" y="51254"/>
                  </a:lnTo>
                  <a:lnTo>
                    <a:pt x="45920" y="50783"/>
                  </a:lnTo>
                  <a:lnTo>
                    <a:pt x="45493" y="50510"/>
                  </a:lnTo>
                  <a:lnTo>
                    <a:pt x="43056" y="48952"/>
                  </a:lnTo>
                  <a:lnTo>
                    <a:pt x="42523" y="48612"/>
                  </a:lnTo>
                  <a:lnTo>
                    <a:pt x="41946" y="48354"/>
                  </a:lnTo>
                  <a:lnTo>
                    <a:pt x="41735" y="48260"/>
                  </a:lnTo>
                  <a:lnTo>
                    <a:pt x="41140" y="47970"/>
                  </a:lnTo>
                  <a:lnTo>
                    <a:pt x="38520" y="46091"/>
                  </a:lnTo>
                  <a:lnTo>
                    <a:pt x="38035" y="45743"/>
                  </a:lnTo>
                  <a:lnTo>
                    <a:pt x="37559" y="45438"/>
                  </a:lnTo>
                  <a:lnTo>
                    <a:pt x="37415" y="45346"/>
                  </a:lnTo>
                  <a:lnTo>
                    <a:pt x="37148" y="45175"/>
                  </a:lnTo>
                  <a:lnTo>
                    <a:pt x="34779" y="43661"/>
                  </a:lnTo>
                  <a:lnTo>
                    <a:pt x="34586" y="43532"/>
                  </a:lnTo>
                  <a:lnTo>
                    <a:pt x="34270" y="43320"/>
                  </a:lnTo>
                  <a:lnTo>
                    <a:pt x="31112" y="41205"/>
                  </a:lnTo>
                  <a:lnTo>
                    <a:pt x="29965" y="40437"/>
                  </a:lnTo>
                  <a:lnTo>
                    <a:pt x="27137" y="38543"/>
                  </a:lnTo>
                  <a:lnTo>
                    <a:pt x="24616" y="36855"/>
                  </a:lnTo>
                  <a:lnTo>
                    <a:pt x="23725" y="36258"/>
                  </a:lnTo>
                  <a:lnTo>
                    <a:pt x="22395" y="38082"/>
                  </a:lnTo>
                  <a:lnTo>
                    <a:pt x="22121" y="38457"/>
                  </a:lnTo>
                  <a:lnTo>
                    <a:pt x="21032" y="40027"/>
                  </a:lnTo>
                  <a:lnTo>
                    <a:pt x="20720" y="40494"/>
                  </a:lnTo>
                  <a:lnTo>
                    <a:pt x="18922" y="43130"/>
                  </a:lnTo>
                  <a:lnTo>
                    <a:pt x="18583" y="42885"/>
                  </a:lnTo>
                  <a:lnTo>
                    <a:pt x="14561" y="39975"/>
                  </a:lnTo>
                  <a:lnTo>
                    <a:pt x="4955" y="32614"/>
                  </a:lnTo>
                  <a:lnTo>
                    <a:pt x="1811" y="30236"/>
                  </a:lnTo>
                  <a:lnTo>
                    <a:pt x="479" y="29229"/>
                  </a:lnTo>
                  <a:lnTo>
                    <a:pt x="159" y="28987"/>
                  </a:lnTo>
                  <a:lnTo>
                    <a:pt x="0" y="28867"/>
                  </a:lnTo>
                  <a:lnTo>
                    <a:pt x="3668" y="23773"/>
                  </a:lnTo>
                  <a:lnTo>
                    <a:pt x="3929" y="23411"/>
                  </a:lnTo>
                  <a:lnTo>
                    <a:pt x="4110" y="23175"/>
                  </a:lnTo>
                  <a:lnTo>
                    <a:pt x="4315" y="22934"/>
                  </a:lnTo>
                  <a:lnTo>
                    <a:pt x="6197" y="20734"/>
                  </a:lnTo>
                  <a:lnTo>
                    <a:pt x="6361" y="20543"/>
                  </a:lnTo>
                  <a:lnTo>
                    <a:pt x="8378" y="17865"/>
                  </a:lnTo>
                  <a:lnTo>
                    <a:pt x="9475" y="16348"/>
                  </a:lnTo>
                  <a:lnTo>
                    <a:pt x="10525" y="14896"/>
                  </a:lnTo>
                  <a:lnTo>
                    <a:pt x="11274" y="13838"/>
                  </a:lnTo>
                  <a:lnTo>
                    <a:pt x="14315" y="9539"/>
                  </a:lnTo>
                  <a:lnTo>
                    <a:pt x="14995" y="8576"/>
                  </a:lnTo>
                  <a:lnTo>
                    <a:pt x="17098" y="5706"/>
                  </a:lnTo>
                  <a:lnTo>
                    <a:pt x="18038" y="4314"/>
                  </a:lnTo>
                  <a:lnTo>
                    <a:pt x="18667" y="3383"/>
                  </a:lnTo>
                  <a:lnTo>
                    <a:pt x="19906" y="1617"/>
                  </a:lnTo>
                  <a:lnTo>
                    <a:pt x="20803" y="339"/>
                  </a:lnTo>
                  <a:lnTo>
                    <a:pt x="21161" y="0"/>
                  </a:lnTo>
                  <a:lnTo>
                    <a:pt x="21584" y="195"/>
                  </a:lnTo>
                  <a:lnTo>
                    <a:pt x="21747" y="270"/>
                  </a:lnTo>
                  <a:lnTo>
                    <a:pt x="22018" y="454"/>
                  </a:lnTo>
                  <a:lnTo>
                    <a:pt x="28132" y="4586"/>
                  </a:lnTo>
                  <a:lnTo>
                    <a:pt x="30743" y="6350"/>
                  </a:lnTo>
                  <a:lnTo>
                    <a:pt x="30934" y="6479"/>
                  </a:lnTo>
                  <a:lnTo>
                    <a:pt x="31131" y="6613"/>
                  </a:lnTo>
                  <a:lnTo>
                    <a:pt x="34511" y="8897"/>
                  </a:lnTo>
                  <a:lnTo>
                    <a:pt x="36554" y="10278"/>
                  </a:lnTo>
                  <a:lnTo>
                    <a:pt x="37708" y="11058"/>
                  </a:lnTo>
                  <a:lnTo>
                    <a:pt x="40939" y="13242"/>
                  </a:lnTo>
                  <a:lnTo>
                    <a:pt x="41286" y="13476"/>
                  </a:lnTo>
                  <a:lnTo>
                    <a:pt x="43988" y="15302"/>
                  </a:lnTo>
                  <a:lnTo>
                    <a:pt x="44258" y="15485"/>
                  </a:lnTo>
                  <a:lnTo>
                    <a:pt x="45479" y="16310"/>
                  </a:lnTo>
                  <a:lnTo>
                    <a:pt x="47368" y="17587"/>
                  </a:lnTo>
                  <a:lnTo>
                    <a:pt x="48231" y="18170"/>
                  </a:lnTo>
                  <a:lnTo>
                    <a:pt x="49801" y="18859"/>
                  </a:lnTo>
                  <a:lnTo>
                    <a:pt x="50634" y="19129"/>
                  </a:lnTo>
                  <a:lnTo>
                    <a:pt x="51343" y="19358"/>
                  </a:lnTo>
                  <a:lnTo>
                    <a:pt x="51480" y="19417"/>
                  </a:lnTo>
                  <a:lnTo>
                    <a:pt x="52198" y="19730"/>
                  </a:lnTo>
                  <a:lnTo>
                    <a:pt x="52578" y="19896"/>
                  </a:lnTo>
                  <a:lnTo>
                    <a:pt x="53005" y="20082"/>
                  </a:lnTo>
                  <a:lnTo>
                    <a:pt x="53179" y="20198"/>
                  </a:lnTo>
                  <a:lnTo>
                    <a:pt x="53474" y="20396"/>
                  </a:lnTo>
                  <a:lnTo>
                    <a:pt x="55578" y="21807"/>
                  </a:lnTo>
                  <a:lnTo>
                    <a:pt x="55783" y="21944"/>
                  </a:lnTo>
                  <a:lnTo>
                    <a:pt x="58061" y="23471"/>
                  </a:lnTo>
                  <a:lnTo>
                    <a:pt x="60603" y="25175"/>
                  </a:lnTo>
                  <a:lnTo>
                    <a:pt x="61681" y="25898"/>
                  </a:lnTo>
                  <a:lnTo>
                    <a:pt x="63534" y="27140"/>
                  </a:lnTo>
                  <a:lnTo>
                    <a:pt x="68710" y="3061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899155" y="2852578"/>
              <a:ext cx="52545" cy="82335"/>
            </a:xfrm>
            <a:custGeom>
              <a:avLst/>
              <a:pathLst>
                <a:path w="52545" h="82335">
                  <a:moveTo>
                    <a:pt x="52225" y="13523"/>
                  </a:moveTo>
                  <a:lnTo>
                    <a:pt x="52401" y="14044"/>
                  </a:lnTo>
                  <a:lnTo>
                    <a:pt x="52472" y="14258"/>
                  </a:lnTo>
                  <a:lnTo>
                    <a:pt x="52545" y="14473"/>
                  </a:lnTo>
                  <a:lnTo>
                    <a:pt x="52178" y="14324"/>
                  </a:lnTo>
                  <a:lnTo>
                    <a:pt x="51145" y="13988"/>
                  </a:lnTo>
                  <a:lnTo>
                    <a:pt x="50706" y="13881"/>
                  </a:lnTo>
                  <a:lnTo>
                    <a:pt x="50384" y="13803"/>
                  </a:lnTo>
                  <a:lnTo>
                    <a:pt x="49382" y="13699"/>
                  </a:lnTo>
                  <a:lnTo>
                    <a:pt x="48613" y="13699"/>
                  </a:lnTo>
                  <a:lnTo>
                    <a:pt x="48204" y="13722"/>
                  </a:lnTo>
                  <a:lnTo>
                    <a:pt x="47882" y="13740"/>
                  </a:lnTo>
                  <a:lnTo>
                    <a:pt x="47670" y="13752"/>
                  </a:lnTo>
                  <a:lnTo>
                    <a:pt x="47463" y="13782"/>
                  </a:lnTo>
                  <a:lnTo>
                    <a:pt x="47103" y="13821"/>
                  </a:lnTo>
                  <a:lnTo>
                    <a:pt x="46865" y="13846"/>
                  </a:lnTo>
                  <a:lnTo>
                    <a:pt x="46160" y="13921"/>
                  </a:lnTo>
                  <a:lnTo>
                    <a:pt x="45012" y="14140"/>
                  </a:lnTo>
                  <a:lnTo>
                    <a:pt x="42331" y="14605"/>
                  </a:lnTo>
                  <a:lnTo>
                    <a:pt x="39698" y="15107"/>
                  </a:lnTo>
                  <a:lnTo>
                    <a:pt x="39015" y="15229"/>
                  </a:lnTo>
                  <a:lnTo>
                    <a:pt x="38703" y="15285"/>
                  </a:lnTo>
                  <a:lnTo>
                    <a:pt x="35070" y="15935"/>
                  </a:lnTo>
                  <a:lnTo>
                    <a:pt x="34684" y="16004"/>
                  </a:lnTo>
                  <a:lnTo>
                    <a:pt x="34105" y="16159"/>
                  </a:lnTo>
                  <a:lnTo>
                    <a:pt x="33738" y="16258"/>
                  </a:lnTo>
                  <a:lnTo>
                    <a:pt x="33530" y="16387"/>
                  </a:lnTo>
                  <a:lnTo>
                    <a:pt x="33636" y="16524"/>
                  </a:lnTo>
                  <a:lnTo>
                    <a:pt x="33983" y="16972"/>
                  </a:lnTo>
                  <a:lnTo>
                    <a:pt x="34085" y="17517"/>
                  </a:lnTo>
                  <a:lnTo>
                    <a:pt x="34282" y="18574"/>
                  </a:lnTo>
                  <a:lnTo>
                    <a:pt x="35061" y="22072"/>
                  </a:lnTo>
                  <a:lnTo>
                    <a:pt x="35375" y="21986"/>
                  </a:lnTo>
                  <a:lnTo>
                    <a:pt x="35663" y="23330"/>
                  </a:lnTo>
                  <a:lnTo>
                    <a:pt x="35714" y="23550"/>
                  </a:lnTo>
                  <a:lnTo>
                    <a:pt x="36213" y="25700"/>
                  </a:lnTo>
                  <a:lnTo>
                    <a:pt x="36381" y="26526"/>
                  </a:lnTo>
                  <a:lnTo>
                    <a:pt x="36348" y="26670"/>
                  </a:lnTo>
                  <a:lnTo>
                    <a:pt x="36418" y="26924"/>
                  </a:lnTo>
                  <a:lnTo>
                    <a:pt x="36486" y="27172"/>
                  </a:lnTo>
                  <a:lnTo>
                    <a:pt x="36655" y="28050"/>
                  </a:lnTo>
                  <a:lnTo>
                    <a:pt x="36998" y="29827"/>
                  </a:lnTo>
                  <a:lnTo>
                    <a:pt x="37162" y="30675"/>
                  </a:lnTo>
                  <a:lnTo>
                    <a:pt x="35741" y="30936"/>
                  </a:lnTo>
                  <a:lnTo>
                    <a:pt x="34889" y="31093"/>
                  </a:lnTo>
                  <a:lnTo>
                    <a:pt x="35771" y="31506"/>
                  </a:lnTo>
                  <a:lnTo>
                    <a:pt x="36033" y="31552"/>
                  </a:lnTo>
                  <a:lnTo>
                    <a:pt x="35846" y="31872"/>
                  </a:lnTo>
                  <a:lnTo>
                    <a:pt x="35835" y="32038"/>
                  </a:lnTo>
                  <a:lnTo>
                    <a:pt x="35766" y="33046"/>
                  </a:lnTo>
                  <a:lnTo>
                    <a:pt x="35633" y="33427"/>
                  </a:lnTo>
                  <a:lnTo>
                    <a:pt x="35452" y="33707"/>
                  </a:lnTo>
                  <a:lnTo>
                    <a:pt x="35065" y="34115"/>
                  </a:lnTo>
                  <a:lnTo>
                    <a:pt x="34937" y="34240"/>
                  </a:lnTo>
                  <a:lnTo>
                    <a:pt x="34698" y="34475"/>
                  </a:lnTo>
                  <a:lnTo>
                    <a:pt x="34642" y="34711"/>
                  </a:lnTo>
                  <a:lnTo>
                    <a:pt x="34493" y="35329"/>
                  </a:lnTo>
                  <a:lnTo>
                    <a:pt x="34451" y="35508"/>
                  </a:lnTo>
                  <a:lnTo>
                    <a:pt x="34283" y="36224"/>
                  </a:lnTo>
                  <a:lnTo>
                    <a:pt x="34114" y="36945"/>
                  </a:lnTo>
                  <a:lnTo>
                    <a:pt x="34739" y="37732"/>
                  </a:lnTo>
                  <a:lnTo>
                    <a:pt x="35330" y="38174"/>
                  </a:lnTo>
                  <a:lnTo>
                    <a:pt x="35665" y="38344"/>
                  </a:lnTo>
                  <a:lnTo>
                    <a:pt x="35866" y="38422"/>
                  </a:lnTo>
                  <a:lnTo>
                    <a:pt x="35164" y="38872"/>
                  </a:lnTo>
                  <a:lnTo>
                    <a:pt x="34312" y="39418"/>
                  </a:lnTo>
                  <a:lnTo>
                    <a:pt x="34040" y="40286"/>
                  </a:lnTo>
                  <a:lnTo>
                    <a:pt x="33600" y="40626"/>
                  </a:lnTo>
                  <a:lnTo>
                    <a:pt x="33069" y="41148"/>
                  </a:lnTo>
                  <a:lnTo>
                    <a:pt x="33104" y="41797"/>
                  </a:lnTo>
                  <a:lnTo>
                    <a:pt x="33127" y="42225"/>
                  </a:lnTo>
                  <a:lnTo>
                    <a:pt x="33557" y="42532"/>
                  </a:lnTo>
                  <a:lnTo>
                    <a:pt x="35441" y="42920"/>
                  </a:lnTo>
                  <a:lnTo>
                    <a:pt x="35948" y="44095"/>
                  </a:lnTo>
                  <a:lnTo>
                    <a:pt x="35454" y="45103"/>
                  </a:lnTo>
                  <a:lnTo>
                    <a:pt x="34252" y="46705"/>
                  </a:lnTo>
                  <a:lnTo>
                    <a:pt x="32260" y="46600"/>
                  </a:lnTo>
                  <a:lnTo>
                    <a:pt x="31189" y="46086"/>
                  </a:lnTo>
                  <a:lnTo>
                    <a:pt x="29427" y="46567"/>
                  </a:lnTo>
                  <a:lnTo>
                    <a:pt x="28658" y="46342"/>
                  </a:lnTo>
                  <a:lnTo>
                    <a:pt x="27457" y="47400"/>
                  </a:lnTo>
                  <a:lnTo>
                    <a:pt x="28131" y="48173"/>
                  </a:lnTo>
                  <a:lnTo>
                    <a:pt x="30307" y="47786"/>
                  </a:lnTo>
                  <a:lnTo>
                    <a:pt x="30452" y="49755"/>
                  </a:lnTo>
                  <a:lnTo>
                    <a:pt x="30973" y="55291"/>
                  </a:lnTo>
                  <a:lnTo>
                    <a:pt x="31432" y="58143"/>
                  </a:lnTo>
                  <a:lnTo>
                    <a:pt x="33007" y="57102"/>
                  </a:lnTo>
                  <a:lnTo>
                    <a:pt x="34102" y="57743"/>
                  </a:lnTo>
                  <a:lnTo>
                    <a:pt x="35037" y="58490"/>
                  </a:lnTo>
                  <a:lnTo>
                    <a:pt x="36826" y="61267"/>
                  </a:lnTo>
                  <a:lnTo>
                    <a:pt x="36479" y="62095"/>
                  </a:lnTo>
                  <a:lnTo>
                    <a:pt x="36140" y="63168"/>
                  </a:lnTo>
                  <a:lnTo>
                    <a:pt x="35646" y="64864"/>
                  </a:lnTo>
                  <a:lnTo>
                    <a:pt x="35112" y="65411"/>
                  </a:lnTo>
                  <a:lnTo>
                    <a:pt x="35659" y="65771"/>
                  </a:lnTo>
                  <a:lnTo>
                    <a:pt x="33777" y="68362"/>
                  </a:lnTo>
                  <a:lnTo>
                    <a:pt x="34351" y="69096"/>
                  </a:lnTo>
                  <a:lnTo>
                    <a:pt x="34591" y="69710"/>
                  </a:lnTo>
                  <a:lnTo>
                    <a:pt x="35588" y="72056"/>
                  </a:lnTo>
                  <a:lnTo>
                    <a:pt x="35775" y="72964"/>
                  </a:lnTo>
                  <a:lnTo>
                    <a:pt x="35366" y="74419"/>
                  </a:lnTo>
                  <a:lnTo>
                    <a:pt x="34710" y="74696"/>
                  </a:lnTo>
                  <a:lnTo>
                    <a:pt x="33963" y="74789"/>
                  </a:lnTo>
                  <a:lnTo>
                    <a:pt x="33264" y="74875"/>
                  </a:lnTo>
                  <a:lnTo>
                    <a:pt x="32788" y="75137"/>
                  </a:lnTo>
                  <a:lnTo>
                    <a:pt x="32127" y="75500"/>
                  </a:lnTo>
                  <a:lnTo>
                    <a:pt x="31198" y="75924"/>
                  </a:lnTo>
                  <a:lnTo>
                    <a:pt x="30962" y="76127"/>
                  </a:lnTo>
                  <a:lnTo>
                    <a:pt x="29940" y="77006"/>
                  </a:lnTo>
                  <a:lnTo>
                    <a:pt x="29563" y="77331"/>
                  </a:lnTo>
                  <a:lnTo>
                    <a:pt x="29419" y="77454"/>
                  </a:lnTo>
                  <a:lnTo>
                    <a:pt x="27961" y="79056"/>
                  </a:lnTo>
                  <a:lnTo>
                    <a:pt x="26764" y="79574"/>
                  </a:lnTo>
                  <a:lnTo>
                    <a:pt x="26608" y="79641"/>
                  </a:lnTo>
                  <a:lnTo>
                    <a:pt x="26397" y="79791"/>
                  </a:lnTo>
                  <a:lnTo>
                    <a:pt x="26223" y="79913"/>
                  </a:lnTo>
                  <a:lnTo>
                    <a:pt x="24140" y="81956"/>
                  </a:lnTo>
                  <a:lnTo>
                    <a:pt x="23754" y="82335"/>
                  </a:lnTo>
                  <a:lnTo>
                    <a:pt x="23740" y="82167"/>
                  </a:lnTo>
                  <a:lnTo>
                    <a:pt x="23640" y="80981"/>
                  </a:lnTo>
                  <a:lnTo>
                    <a:pt x="22632" y="79693"/>
                  </a:lnTo>
                  <a:lnTo>
                    <a:pt x="21239" y="80903"/>
                  </a:lnTo>
                  <a:lnTo>
                    <a:pt x="19653" y="81607"/>
                  </a:lnTo>
                  <a:lnTo>
                    <a:pt x="18491" y="81656"/>
                  </a:lnTo>
                  <a:lnTo>
                    <a:pt x="18080" y="81757"/>
                  </a:lnTo>
                  <a:lnTo>
                    <a:pt x="17700" y="80832"/>
                  </a:lnTo>
                  <a:lnTo>
                    <a:pt x="17248" y="80643"/>
                  </a:lnTo>
                  <a:lnTo>
                    <a:pt x="16250" y="80224"/>
                  </a:lnTo>
                  <a:lnTo>
                    <a:pt x="15128" y="80571"/>
                  </a:lnTo>
                  <a:lnTo>
                    <a:pt x="13956" y="80371"/>
                  </a:lnTo>
                  <a:lnTo>
                    <a:pt x="13302" y="80097"/>
                  </a:lnTo>
                  <a:lnTo>
                    <a:pt x="13022" y="80510"/>
                  </a:lnTo>
                  <a:lnTo>
                    <a:pt x="12004" y="78715"/>
                  </a:lnTo>
                  <a:lnTo>
                    <a:pt x="10726" y="77204"/>
                  </a:lnTo>
                  <a:lnTo>
                    <a:pt x="11560" y="76279"/>
                  </a:lnTo>
                  <a:lnTo>
                    <a:pt x="11710" y="75927"/>
                  </a:lnTo>
                  <a:lnTo>
                    <a:pt x="11742" y="75457"/>
                  </a:lnTo>
                  <a:lnTo>
                    <a:pt x="11750" y="74604"/>
                  </a:lnTo>
                  <a:lnTo>
                    <a:pt x="11759" y="73689"/>
                  </a:lnTo>
                  <a:lnTo>
                    <a:pt x="11769" y="72712"/>
                  </a:lnTo>
                  <a:lnTo>
                    <a:pt x="11843" y="71372"/>
                  </a:lnTo>
                  <a:lnTo>
                    <a:pt x="11884" y="70645"/>
                  </a:lnTo>
                  <a:lnTo>
                    <a:pt x="11939" y="70367"/>
                  </a:lnTo>
                  <a:lnTo>
                    <a:pt x="12052" y="69799"/>
                  </a:lnTo>
                  <a:lnTo>
                    <a:pt x="12181" y="69432"/>
                  </a:lnTo>
                  <a:lnTo>
                    <a:pt x="12232" y="68741"/>
                  </a:lnTo>
                  <a:lnTo>
                    <a:pt x="12435" y="67161"/>
                  </a:lnTo>
                  <a:lnTo>
                    <a:pt x="12521" y="66830"/>
                  </a:lnTo>
                  <a:lnTo>
                    <a:pt x="12597" y="66628"/>
                  </a:lnTo>
                  <a:lnTo>
                    <a:pt x="12791" y="66111"/>
                  </a:lnTo>
                  <a:lnTo>
                    <a:pt x="12884" y="65877"/>
                  </a:lnTo>
                  <a:lnTo>
                    <a:pt x="13017" y="65544"/>
                  </a:lnTo>
                  <a:lnTo>
                    <a:pt x="13035" y="65365"/>
                  </a:lnTo>
                  <a:lnTo>
                    <a:pt x="13102" y="64689"/>
                  </a:lnTo>
                  <a:lnTo>
                    <a:pt x="13092" y="63792"/>
                  </a:lnTo>
                  <a:lnTo>
                    <a:pt x="13038" y="63509"/>
                  </a:lnTo>
                  <a:lnTo>
                    <a:pt x="12987" y="63132"/>
                  </a:lnTo>
                  <a:lnTo>
                    <a:pt x="12991" y="62997"/>
                  </a:lnTo>
                  <a:lnTo>
                    <a:pt x="12995" y="62820"/>
                  </a:lnTo>
                  <a:lnTo>
                    <a:pt x="12919" y="62198"/>
                  </a:lnTo>
                  <a:lnTo>
                    <a:pt x="12816" y="61357"/>
                  </a:lnTo>
                  <a:lnTo>
                    <a:pt x="12765" y="60940"/>
                  </a:lnTo>
                  <a:lnTo>
                    <a:pt x="12745" y="60279"/>
                  </a:lnTo>
                  <a:lnTo>
                    <a:pt x="12676" y="59563"/>
                  </a:lnTo>
                  <a:lnTo>
                    <a:pt x="12913" y="58154"/>
                  </a:lnTo>
                  <a:lnTo>
                    <a:pt x="12995" y="57671"/>
                  </a:lnTo>
                  <a:lnTo>
                    <a:pt x="13692" y="57799"/>
                  </a:lnTo>
                  <a:lnTo>
                    <a:pt x="13982" y="57811"/>
                  </a:lnTo>
                  <a:lnTo>
                    <a:pt x="14375" y="57826"/>
                  </a:lnTo>
                  <a:lnTo>
                    <a:pt x="14885" y="57847"/>
                  </a:lnTo>
                  <a:lnTo>
                    <a:pt x="15190" y="57561"/>
                  </a:lnTo>
                  <a:lnTo>
                    <a:pt x="16838" y="57617"/>
                  </a:lnTo>
                  <a:lnTo>
                    <a:pt x="17425" y="57681"/>
                  </a:lnTo>
                  <a:lnTo>
                    <a:pt x="17869" y="57662"/>
                  </a:lnTo>
                  <a:lnTo>
                    <a:pt x="18307" y="56947"/>
                  </a:lnTo>
                  <a:lnTo>
                    <a:pt x="18481" y="56703"/>
                  </a:lnTo>
                  <a:lnTo>
                    <a:pt x="18996" y="55985"/>
                  </a:lnTo>
                  <a:lnTo>
                    <a:pt x="19578" y="55174"/>
                  </a:lnTo>
                  <a:lnTo>
                    <a:pt x="19999" y="54594"/>
                  </a:lnTo>
                  <a:lnTo>
                    <a:pt x="20156" y="54482"/>
                  </a:lnTo>
                  <a:lnTo>
                    <a:pt x="20245" y="54343"/>
                  </a:lnTo>
                  <a:lnTo>
                    <a:pt x="20376" y="54135"/>
                  </a:lnTo>
                  <a:lnTo>
                    <a:pt x="20715" y="53600"/>
                  </a:lnTo>
                  <a:lnTo>
                    <a:pt x="20826" y="53424"/>
                  </a:lnTo>
                  <a:lnTo>
                    <a:pt x="21336" y="52619"/>
                  </a:lnTo>
                  <a:lnTo>
                    <a:pt x="21489" y="52366"/>
                  </a:lnTo>
                  <a:lnTo>
                    <a:pt x="22099" y="51358"/>
                  </a:lnTo>
                  <a:lnTo>
                    <a:pt x="22366" y="50993"/>
                  </a:lnTo>
                  <a:lnTo>
                    <a:pt x="23043" y="50068"/>
                  </a:lnTo>
                  <a:lnTo>
                    <a:pt x="23193" y="49863"/>
                  </a:lnTo>
                  <a:lnTo>
                    <a:pt x="23412" y="49563"/>
                  </a:lnTo>
                  <a:lnTo>
                    <a:pt x="23600" y="49390"/>
                  </a:lnTo>
                  <a:lnTo>
                    <a:pt x="24552" y="48511"/>
                  </a:lnTo>
                  <a:lnTo>
                    <a:pt x="24055" y="47891"/>
                  </a:lnTo>
                  <a:lnTo>
                    <a:pt x="24209" y="47519"/>
                  </a:lnTo>
                  <a:lnTo>
                    <a:pt x="23450" y="47007"/>
                  </a:lnTo>
                  <a:lnTo>
                    <a:pt x="23240" y="46685"/>
                  </a:lnTo>
                  <a:lnTo>
                    <a:pt x="23178" y="46110"/>
                  </a:lnTo>
                  <a:lnTo>
                    <a:pt x="23087" y="45282"/>
                  </a:lnTo>
                  <a:lnTo>
                    <a:pt x="23209" y="45076"/>
                  </a:lnTo>
                  <a:lnTo>
                    <a:pt x="23901" y="43909"/>
                  </a:lnTo>
                  <a:lnTo>
                    <a:pt x="24078" y="43612"/>
                  </a:lnTo>
                  <a:lnTo>
                    <a:pt x="24361" y="43098"/>
                  </a:lnTo>
                  <a:lnTo>
                    <a:pt x="24451" y="42934"/>
                  </a:lnTo>
                  <a:lnTo>
                    <a:pt x="24239" y="42986"/>
                  </a:lnTo>
                  <a:lnTo>
                    <a:pt x="22964" y="43246"/>
                  </a:lnTo>
                  <a:lnTo>
                    <a:pt x="22227" y="43463"/>
                  </a:lnTo>
                  <a:lnTo>
                    <a:pt x="21329" y="43727"/>
                  </a:lnTo>
                  <a:lnTo>
                    <a:pt x="20535" y="43971"/>
                  </a:lnTo>
                  <a:lnTo>
                    <a:pt x="19640" y="44247"/>
                  </a:lnTo>
                  <a:lnTo>
                    <a:pt x="19357" y="44293"/>
                  </a:lnTo>
                  <a:lnTo>
                    <a:pt x="19002" y="44351"/>
                  </a:lnTo>
                  <a:lnTo>
                    <a:pt x="17791" y="44548"/>
                  </a:lnTo>
                  <a:lnTo>
                    <a:pt x="17617" y="44553"/>
                  </a:lnTo>
                  <a:lnTo>
                    <a:pt x="16902" y="44575"/>
                  </a:lnTo>
                  <a:lnTo>
                    <a:pt x="16496" y="44588"/>
                  </a:lnTo>
                  <a:lnTo>
                    <a:pt x="15401" y="44358"/>
                  </a:lnTo>
                  <a:lnTo>
                    <a:pt x="14653" y="44201"/>
                  </a:lnTo>
                  <a:lnTo>
                    <a:pt x="11983" y="43640"/>
                  </a:lnTo>
                  <a:lnTo>
                    <a:pt x="10174" y="43483"/>
                  </a:lnTo>
                  <a:lnTo>
                    <a:pt x="9833" y="43453"/>
                  </a:lnTo>
                  <a:lnTo>
                    <a:pt x="9077" y="43692"/>
                  </a:lnTo>
                  <a:lnTo>
                    <a:pt x="8919" y="43929"/>
                  </a:lnTo>
                  <a:lnTo>
                    <a:pt x="8811" y="44090"/>
                  </a:lnTo>
                  <a:lnTo>
                    <a:pt x="8658" y="43800"/>
                  </a:lnTo>
                  <a:lnTo>
                    <a:pt x="8354" y="43223"/>
                  </a:lnTo>
                  <a:lnTo>
                    <a:pt x="7892" y="42066"/>
                  </a:lnTo>
                  <a:lnTo>
                    <a:pt x="7585" y="41676"/>
                  </a:lnTo>
                  <a:lnTo>
                    <a:pt x="7377" y="41460"/>
                  </a:lnTo>
                  <a:lnTo>
                    <a:pt x="6431" y="40771"/>
                  </a:lnTo>
                  <a:lnTo>
                    <a:pt x="5238" y="39938"/>
                  </a:lnTo>
                  <a:lnTo>
                    <a:pt x="4877" y="39569"/>
                  </a:lnTo>
                  <a:lnTo>
                    <a:pt x="4637" y="39209"/>
                  </a:lnTo>
                  <a:lnTo>
                    <a:pt x="4373" y="38722"/>
                  </a:lnTo>
                  <a:lnTo>
                    <a:pt x="3532" y="37615"/>
                  </a:lnTo>
                  <a:lnTo>
                    <a:pt x="3155" y="36333"/>
                  </a:lnTo>
                  <a:lnTo>
                    <a:pt x="3107" y="35708"/>
                  </a:lnTo>
                  <a:lnTo>
                    <a:pt x="2987" y="35132"/>
                  </a:lnTo>
                  <a:lnTo>
                    <a:pt x="2859" y="34869"/>
                  </a:lnTo>
                  <a:lnTo>
                    <a:pt x="2618" y="34555"/>
                  </a:lnTo>
                  <a:lnTo>
                    <a:pt x="2160" y="34216"/>
                  </a:lnTo>
                  <a:lnTo>
                    <a:pt x="1849" y="33986"/>
                  </a:lnTo>
                  <a:lnTo>
                    <a:pt x="1665" y="33714"/>
                  </a:lnTo>
                  <a:lnTo>
                    <a:pt x="1561" y="33265"/>
                  </a:lnTo>
                  <a:lnTo>
                    <a:pt x="1062" y="32400"/>
                  </a:lnTo>
                  <a:lnTo>
                    <a:pt x="628" y="31856"/>
                  </a:lnTo>
                  <a:lnTo>
                    <a:pt x="465" y="31652"/>
                  </a:lnTo>
                  <a:lnTo>
                    <a:pt x="0" y="31088"/>
                  </a:lnTo>
                  <a:lnTo>
                    <a:pt x="422" y="30744"/>
                  </a:lnTo>
                  <a:lnTo>
                    <a:pt x="1904" y="29556"/>
                  </a:lnTo>
                  <a:lnTo>
                    <a:pt x="2458" y="28895"/>
                  </a:lnTo>
                  <a:lnTo>
                    <a:pt x="3640" y="27654"/>
                  </a:lnTo>
                  <a:lnTo>
                    <a:pt x="3797" y="27473"/>
                  </a:lnTo>
                  <a:lnTo>
                    <a:pt x="4181" y="27033"/>
                  </a:lnTo>
                  <a:lnTo>
                    <a:pt x="5229" y="25711"/>
                  </a:lnTo>
                  <a:lnTo>
                    <a:pt x="6948" y="22981"/>
                  </a:lnTo>
                  <a:lnTo>
                    <a:pt x="8541" y="20451"/>
                  </a:lnTo>
                  <a:lnTo>
                    <a:pt x="11066" y="16701"/>
                  </a:lnTo>
                  <a:lnTo>
                    <a:pt x="12058" y="17454"/>
                  </a:lnTo>
                  <a:lnTo>
                    <a:pt x="13598" y="18509"/>
                  </a:lnTo>
                  <a:lnTo>
                    <a:pt x="13984" y="18753"/>
                  </a:lnTo>
                  <a:lnTo>
                    <a:pt x="17088" y="14115"/>
                  </a:lnTo>
                  <a:lnTo>
                    <a:pt x="17320" y="13777"/>
                  </a:lnTo>
                  <a:lnTo>
                    <a:pt x="17639" y="13335"/>
                  </a:lnTo>
                  <a:lnTo>
                    <a:pt x="20564" y="9279"/>
                  </a:lnTo>
                  <a:lnTo>
                    <a:pt x="20722" y="9060"/>
                  </a:lnTo>
                  <a:lnTo>
                    <a:pt x="24812" y="3392"/>
                  </a:lnTo>
                  <a:lnTo>
                    <a:pt x="25003" y="3126"/>
                  </a:lnTo>
                  <a:lnTo>
                    <a:pt x="26534" y="1004"/>
                  </a:lnTo>
                  <a:lnTo>
                    <a:pt x="27072" y="258"/>
                  </a:lnTo>
                  <a:lnTo>
                    <a:pt x="27164" y="130"/>
                  </a:lnTo>
                  <a:lnTo>
                    <a:pt x="27259" y="0"/>
                  </a:lnTo>
                  <a:lnTo>
                    <a:pt x="27391" y="386"/>
                  </a:lnTo>
                  <a:lnTo>
                    <a:pt x="27455" y="514"/>
                  </a:lnTo>
                  <a:lnTo>
                    <a:pt x="27647" y="896"/>
                  </a:lnTo>
                  <a:lnTo>
                    <a:pt x="29966" y="5518"/>
                  </a:lnTo>
                  <a:lnTo>
                    <a:pt x="36439" y="7116"/>
                  </a:lnTo>
                  <a:lnTo>
                    <a:pt x="37286" y="7325"/>
                  </a:lnTo>
                  <a:lnTo>
                    <a:pt x="37418" y="7357"/>
                  </a:lnTo>
                  <a:lnTo>
                    <a:pt x="37705" y="7428"/>
                  </a:lnTo>
                  <a:lnTo>
                    <a:pt x="38907" y="7725"/>
                  </a:lnTo>
                  <a:lnTo>
                    <a:pt x="42481" y="8607"/>
                  </a:lnTo>
                  <a:lnTo>
                    <a:pt x="46750" y="9661"/>
                  </a:lnTo>
                  <a:lnTo>
                    <a:pt x="47202" y="9772"/>
                  </a:lnTo>
                  <a:lnTo>
                    <a:pt x="47940" y="10039"/>
                  </a:lnTo>
                  <a:lnTo>
                    <a:pt x="48292" y="10166"/>
                  </a:lnTo>
                  <a:lnTo>
                    <a:pt x="51560" y="12484"/>
                  </a:lnTo>
                  <a:lnTo>
                    <a:pt x="51958" y="13055"/>
                  </a:lnTo>
                  <a:lnTo>
                    <a:pt x="52065" y="132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905651" y="2895513"/>
              <a:ext cx="18056" cy="14913"/>
            </a:xfrm>
            <a:custGeom>
              <a:avLst/>
              <a:pathLst>
                <a:path w="18056" h="14913">
                  <a:moveTo>
                    <a:pt x="17406" y="975"/>
                  </a:moveTo>
                  <a:lnTo>
                    <a:pt x="16713" y="2142"/>
                  </a:lnTo>
                  <a:lnTo>
                    <a:pt x="16591" y="2348"/>
                  </a:lnTo>
                  <a:lnTo>
                    <a:pt x="16682" y="3175"/>
                  </a:lnTo>
                  <a:lnTo>
                    <a:pt x="16745" y="3750"/>
                  </a:lnTo>
                  <a:lnTo>
                    <a:pt x="16955" y="4073"/>
                  </a:lnTo>
                  <a:lnTo>
                    <a:pt x="17713" y="4584"/>
                  </a:lnTo>
                  <a:lnTo>
                    <a:pt x="17549" y="4983"/>
                  </a:lnTo>
                  <a:lnTo>
                    <a:pt x="18056" y="5577"/>
                  </a:lnTo>
                  <a:lnTo>
                    <a:pt x="17104" y="6456"/>
                  </a:lnTo>
                  <a:lnTo>
                    <a:pt x="16916" y="6629"/>
                  </a:lnTo>
                  <a:lnTo>
                    <a:pt x="16697" y="6928"/>
                  </a:lnTo>
                  <a:lnTo>
                    <a:pt x="16547" y="7134"/>
                  </a:lnTo>
                  <a:lnTo>
                    <a:pt x="15870" y="8059"/>
                  </a:lnTo>
                  <a:lnTo>
                    <a:pt x="15603" y="8424"/>
                  </a:lnTo>
                  <a:lnTo>
                    <a:pt x="14993" y="9432"/>
                  </a:lnTo>
                  <a:lnTo>
                    <a:pt x="14782" y="9776"/>
                  </a:lnTo>
                  <a:lnTo>
                    <a:pt x="14330" y="10490"/>
                  </a:lnTo>
                  <a:lnTo>
                    <a:pt x="14219" y="10666"/>
                  </a:lnTo>
                  <a:lnTo>
                    <a:pt x="13881" y="11200"/>
                  </a:lnTo>
                  <a:lnTo>
                    <a:pt x="13749" y="11408"/>
                  </a:lnTo>
                  <a:lnTo>
                    <a:pt x="13660" y="11548"/>
                  </a:lnTo>
                  <a:lnTo>
                    <a:pt x="13340" y="11844"/>
                  </a:lnTo>
                  <a:lnTo>
                    <a:pt x="13082" y="12239"/>
                  </a:lnTo>
                  <a:lnTo>
                    <a:pt x="12500" y="13050"/>
                  </a:lnTo>
                  <a:lnTo>
                    <a:pt x="11985" y="13768"/>
                  </a:lnTo>
                  <a:lnTo>
                    <a:pt x="11811" y="14012"/>
                  </a:lnTo>
                  <a:lnTo>
                    <a:pt x="11373" y="14728"/>
                  </a:lnTo>
                  <a:lnTo>
                    <a:pt x="10930" y="14747"/>
                  </a:lnTo>
                  <a:lnTo>
                    <a:pt x="10342" y="14682"/>
                  </a:lnTo>
                  <a:lnTo>
                    <a:pt x="8694" y="14627"/>
                  </a:lnTo>
                  <a:lnTo>
                    <a:pt x="8389" y="14913"/>
                  </a:lnTo>
                  <a:lnTo>
                    <a:pt x="7880" y="14892"/>
                  </a:lnTo>
                  <a:lnTo>
                    <a:pt x="7486" y="14876"/>
                  </a:lnTo>
                  <a:lnTo>
                    <a:pt x="7196" y="14865"/>
                  </a:lnTo>
                  <a:lnTo>
                    <a:pt x="6499" y="14736"/>
                  </a:lnTo>
                  <a:lnTo>
                    <a:pt x="5882" y="14584"/>
                  </a:lnTo>
                  <a:lnTo>
                    <a:pt x="4327" y="14033"/>
                  </a:lnTo>
                  <a:lnTo>
                    <a:pt x="3960" y="13855"/>
                  </a:lnTo>
                  <a:lnTo>
                    <a:pt x="3356" y="13468"/>
                  </a:lnTo>
                  <a:lnTo>
                    <a:pt x="2980" y="13309"/>
                  </a:lnTo>
                  <a:lnTo>
                    <a:pt x="2759" y="13037"/>
                  </a:lnTo>
                  <a:lnTo>
                    <a:pt x="1718" y="11755"/>
                  </a:lnTo>
                  <a:lnTo>
                    <a:pt x="1196" y="11221"/>
                  </a:lnTo>
                  <a:lnTo>
                    <a:pt x="547" y="10557"/>
                  </a:lnTo>
                  <a:lnTo>
                    <a:pt x="0" y="9997"/>
                  </a:lnTo>
                  <a:lnTo>
                    <a:pt x="240" y="8178"/>
                  </a:lnTo>
                  <a:lnTo>
                    <a:pt x="881" y="6248"/>
                  </a:lnTo>
                  <a:lnTo>
                    <a:pt x="1842" y="4469"/>
                  </a:lnTo>
                  <a:lnTo>
                    <a:pt x="1709" y="3893"/>
                  </a:lnTo>
                  <a:lnTo>
                    <a:pt x="1393" y="2531"/>
                  </a:lnTo>
                  <a:lnTo>
                    <a:pt x="1793" y="1934"/>
                  </a:lnTo>
                  <a:lnTo>
                    <a:pt x="2315" y="1156"/>
                  </a:lnTo>
                  <a:lnTo>
                    <a:pt x="2423" y="994"/>
                  </a:lnTo>
                  <a:lnTo>
                    <a:pt x="2582" y="758"/>
                  </a:lnTo>
                  <a:lnTo>
                    <a:pt x="3338" y="519"/>
                  </a:lnTo>
                  <a:lnTo>
                    <a:pt x="3678" y="548"/>
                  </a:lnTo>
                  <a:lnTo>
                    <a:pt x="5487" y="706"/>
                  </a:lnTo>
                  <a:lnTo>
                    <a:pt x="8157" y="1266"/>
                  </a:lnTo>
                  <a:lnTo>
                    <a:pt x="8905" y="1423"/>
                  </a:lnTo>
                  <a:lnTo>
                    <a:pt x="10094" y="1651"/>
                  </a:lnTo>
                  <a:lnTo>
                    <a:pt x="10406" y="1641"/>
                  </a:lnTo>
                  <a:lnTo>
                    <a:pt x="11121" y="1619"/>
                  </a:lnTo>
                  <a:lnTo>
                    <a:pt x="11295" y="1613"/>
                  </a:lnTo>
                  <a:lnTo>
                    <a:pt x="12506" y="1417"/>
                  </a:lnTo>
                  <a:lnTo>
                    <a:pt x="12861" y="1359"/>
                  </a:lnTo>
                  <a:lnTo>
                    <a:pt x="13144" y="1313"/>
                  </a:lnTo>
                  <a:lnTo>
                    <a:pt x="14039" y="1037"/>
                  </a:lnTo>
                  <a:lnTo>
                    <a:pt x="14833" y="792"/>
                  </a:lnTo>
                  <a:lnTo>
                    <a:pt x="15732" y="528"/>
                  </a:lnTo>
                  <a:lnTo>
                    <a:pt x="16468" y="312"/>
                  </a:lnTo>
                  <a:lnTo>
                    <a:pt x="17827" y="31"/>
                  </a:lnTo>
                  <a:lnTo>
                    <a:pt x="17955" y="0"/>
                  </a:lnTo>
                  <a:lnTo>
                    <a:pt x="17814" y="257"/>
                  </a:lnTo>
                  <a:lnTo>
                    <a:pt x="17582" y="6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912223" y="2919888"/>
              <a:ext cx="33886" cy="33140"/>
            </a:xfrm>
            <a:custGeom>
              <a:avLst/>
              <a:pathLst>
                <a:path w="33886" h="33140">
                  <a:moveTo>
                    <a:pt x="32782" y="14500"/>
                  </a:moveTo>
                  <a:lnTo>
                    <a:pt x="33165" y="15950"/>
                  </a:lnTo>
                  <a:lnTo>
                    <a:pt x="33056" y="18498"/>
                  </a:lnTo>
                  <a:lnTo>
                    <a:pt x="33705" y="19825"/>
                  </a:lnTo>
                  <a:lnTo>
                    <a:pt x="33886" y="21436"/>
                  </a:lnTo>
                  <a:lnTo>
                    <a:pt x="27577" y="22984"/>
                  </a:lnTo>
                  <a:lnTo>
                    <a:pt x="24565" y="23081"/>
                  </a:lnTo>
                  <a:lnTo>
                    <a:pt x="24787" y="26085"/>
                  </a:lnTo>
                  <a:lnTo>
                    <a:pt x="24844" y="26850"/>
                  </a:lnTo>
                  <a:lnTo>
                    <a:pt x="24671" y="26820"/>
                  </a:lnTo>
                  <a:lnTo>
                    <a:pt x="22645" y="26520"/>
                  </a:lnTo>
                  <a:lnTo>
                    <a:pt x="21287" y="26746"/>
                  </a:lnTo>
                  <a:lnTo>
                    <a:pt x="19269" y="27149"/>
                  </a:lnTo>
                  <a:lnTo>
                    <a:pt x="18922" y="27560"/>
                  </a:lnTo>
                  <a:lnTo>
                    <a:pt x="18521" y="28035"/>
                  </a:lnTo>
                  <a:lnTo>
                    <a:pt x="17699" y="28462"/>
                  </a:lnTo>
                  <a:lnTo>
                    <a:pt x="17884" y="29549"/>
                  </a:lnTo>
                  <a:lnTo>
                    <a:pt x="16379" y="30657"/>
                  </a:lnTo>
                  <a:lnTo>
                    <a:pt x="16102" y="32249"/>
                  </a:lnTo>
                  <a:lnTo>
                    <a:pt x="15947" y="33140"/>
                  </a:lnTo>
                  <a:lnTo>
                    <a:pt x="11309" y="33053"/>
                  </a:lnTo>
                  <a:lnTo>
                    <a:pt x="11046" y="32752"/>
                  </a:lnTo>
                  <a:lnTo>
                    <a:pt x="9188" y="30620"/>
                  </a:lnTo>
                  <a:lnTo>
                    <a:pt x="7011" y="28121"/>
                  </a:lnTo>
                  <a:lnTo>
                    <a:pt x="6851" y="27938"/>
                  </a:lnTo>
                  <a:lnTo>
                    <a:pt x="6033" y="26110"/>
                  </a:lnTo>
                  <a:lnTo>
                    <a:pt x="5975" y="25979"/>
                  </a:lnTo>
                  <a:lnTo>
                    <a:pt x="5160" y="24131"/>
                  </a:lnTo>
                  <a:lnTo>
                    <a:pt x="4897" y="23517"/>
                  </a:lnTo>
                  <a:lnTo>
                    <a:pt x="4443" y="22454"/>
                  </a:lnTo>
                  <a:lnTo>
                    <a:pt x="3909" y="22114"/>
                  </a:lnTo>
                  <a:lnTo>
                    <a:pt x="2636" y="21303"/>
                  </a:lnTo>
                  <a:lnTo>
                    <a:pt x="2594" y="20979"/>
                  </a:lnTo>
                  <a:lnTo>
                    <a:pt x="2516" y="20382"/>
                  </a:lnTo>
                  <a:lnTo>
                    <a:pt x="1112" y="18533"/>
                  </a:lnTo>
                  <a:lnTo>
                    <a:pt x="325" y="16044"/>
                  </a:lnTo>
                  <a:lnTo>
                    <a:pt x="530" y="15892"/>
                  </a:lnTo>
                  <a:lnTo>
                    <a:pt x="1374" y="15704"/>
                  </a:lnTo>
                  <a:lnTo>
                    <a:pt x="1204" y="15404"/>
                  </a:lnTo>
                  <a:lnTo>
                    <a:pt x="838" y="14758"/>
                  </a:lnTo>
                  <a:lnTo>
                    <a:pt x="0" y="13134"/>
                  </a:lnTo>
                  <a:lnTo>
                    <a:pt x="233" y="12788"/>
                  </a:lnTo>
                  <a:lnTo>
                    <a:pt x="888" y="13062"/>
                  </a:lnTo>
                  <a:lnTo>
                    <a:pt x="2060" y="13261"/>
                  </a:lnTo>
                  <a:lnTo>
                    <a:pt x="3181" y="12914"/>
                  </a:lnTo>
                  <a:lnTo>
                    <a:pt x="4272" y="13372"/>
                  </a:lnTo>
                  <a:lnTo>
                    <a:pt x="4632" y="13523"/>
                  </a:lnTo>
                  <a:lnTo>
                    <a:pt x="5012" y="14448"/>
                  </a:lnTo>
                  <a:lnTo>
                    <a:pt x="5423" y="14346"/>
                  </a:lnTo>
                  <a:lnTo>
                    <a:pt x="6585" y="14298"/>
                  </a:lnTo>
                  <a:lnTo>
                    <a:pt x="8171" y="13593"/>
                  </a:lnTo>
                  <a:lnTo>
                    <a:pt x="9564" y="12384"/>
                  </a:lnTo>
                  <a:lnTo>
                    <a:pt x="10572" y="13671"/>
                  </a:lnTo>
                  <a:lnTo>
                    <a:pt x="10672" y="14857"/>
                  </a:lnTo>
                  <a:lnTo>
                    <a:pt x="10686" y="15025"/>
                  </a:lnTo>
                  <a:lnTo>
                    <a:pt x="11072" y="14647"/>
                  </a:lnTo>
                  <a:lnTo>
                    <a:pt x="13155" y="12604"/>
                  </a:lnTo>
                  <a:lnTo>
                    <a:pt x="13328" y="12481"/>
                  </a:lnTo>
                  <a:lnTo>
                    <a:pt x="13539" y="12332"/>
                  </a:lnTo>
                  <a:lnTo>
                    <a:pt x="13695" y="12264"/>
                  </a:lnTo>
                  <a:lnTo>
                    <a:pt x="14893" y="11747"/>
                  </a:lnTo>
                  <a:lnTo>
                    <a:pt x="16351" y="10145"/>
                  </a:lnTo>
                  <a:lnTo>
                    <a:pt x="16494" y="10021"/>
                  </a:lnTo>
                  <a:lnTo>
                    <a:pt x="16872" y="9696"/>
                  </a:lnTo>
                  <a:lnTo>
                    <a:pt x="17894" y="8817"/>
                  </a:lnTo>
                  <a:lnTo>
                    <a:pt x="18129" y="8615"/>
                  </a:lnTo>
                  <a:lnTo>
                    <a:pt x="19059" y="8190"/>
                  </a:lnTo>
                  <a:lnTo>
                    <a:pt x="19720" y="7827"/>
                  </a:lnTo>
                  <a:lnTo>
                    <a:pt x="20196" y="7565"/>
                  </a:lnTo>
                  <a:lnTo>
                    <a:pt x="20895" y="7479"/>
                  </a:lnTo>
                  <a:lnTo>
                    <a:pt x="21642" y="7387"/>
                  </a:lnTo>
                  <a:lnTo>
                    <a:pt x="22306" y="7080"/>
                  </a:lnTo>
                  <a:lnTo>
                    <a:pt x="22706" y="5655"/>
                  </a:lnTo>
                  <a:lnTo>
                    <a:pt x="22519" y="4747"/>
                  </a:lnTo>
                  <a:lnTo>
                    <a:pt x="21523" y="2401"/>
                  </a:lnTo>
                  <a:lnTo>
                    <a:pt x="26146" y="0"/>
                  </a:lnTo>
                  <a:lnTo>
                    <a:pt x="27865" y="4112"/>
                  </a:lnTo>
                  <a:lnTo>
                    <a:pt x="28602" y="5970"/>
                  </a:lnTo>
                  <a:lnTo>
                    <a:pt x="29862" y="9043"/>
                  </a:lnTo>
                  <a:lnTo>
                    <a:pt x="30941" y="116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836960" y="2860225"/>
              <a:ext cx="84452" cy="105114"/>
            </a:xfrm>
            <a:custGeom>
              <a:avLst/>
              <a:pathLst>
                <a:path w="84452" h="105114">
                  <a:moveTo>
                    <a:pt x="30820" y="9197"/>
                  </a:moveTo>
                  <a:lnTo>
                    <a:pt x="31348" y="9527"/>
                  </a:lnTo>
                  <a:lnTo>
                    <a:pt x="31705" y="9419"/>
                  </a:lnTo>
                  <a:lnTo>
                    <a:pt x="32061" y="9029"/>
                  </a:lnTo>
                  <a:lnTo>
                    <a:pt x="33231" y="7894"/>
                  </a:lnTo>
                  <a:lnTo>
                    <a:pt x="34665" y="8742"/>
                  </a:lnTo>
                  <a:lnTo>
                    <a:pt x="35359" y="9153"/>
                  </a:lnTo>
                  <a:lnTo>
                    <a:pt x="36109" y="10035"/>
                  </a:lnTo>
                  <a:lnTo>
                    <a:pt x="36423" y="10455"/>
                  </a:lnTo>
                  <a:lnTo>
                    <a:pt x="36853" y="10313"/>
                  </a:lnTo>
                  <a:lnTo>
                    <a:pt x="39898" y="9403"/>
                  </a:lnTo>
                  <a:lnTo>
                    <a:pt x="40422" y="9247"/>
                  </a:lnTo>
                  <a:lnTo>
                    <a:pt x="40727" y="9156"/>
                  </a:lnTo>
                  <a:lnTo>
                    <a:pt x="41982" y="8868"/>
                  </a:lnTo>
                  <a:lnTo>
                    <a:pt x="43340" y="8515"/>
                  </a:lnTo>
                  <a:lnTo>
                    <a:pt x="44072" y="8130"/>
                  </a:lnTo>
                  <a:lnTo>
                    <a:pt x="44262" y="8030"/>
                  </a:lnTo>
                  <a:lnTo>
                    <a:pt x="44696" y="9760"/>
                  </a:lnTo>
                  <a:lnTo>
                    <a:pt x="45024" y="10416"/>
                  </a:lnTo>
                  <a:lnTo>
                    <a:pt x="47325" y="9237"/>
                  </a:lnTo>
                  <a:lnTo>
                    <a:pt x="47500" y="9105"/>
                  </a:lnTo>
                  <a:lnTo>
                    <a:pt x="47990" y="8732"/>
                  </a:lnTo>
                  <a:lnTo>
                    <a:pt x="50281" y="7494"/>
                  </a:lnTo>
                  <a:lnTo>
                    <a:pt x="50620" y="7310"/>
                  </a:lnTo>
                  <a:lnTo>
                    <a:pt x="51550" y="8916"/>
                  </a:lnTo>
                  <a:lnTo>
                    <a:pt x="52291" y="10150"/>
                  </a:lnTo>
                  <a:lnTo>
                    <a:pt x="52015" y="10891"/>
                  </a:lnTo>
                  <a:lnTo>
                    <a:pt x="52296" y="10917"/>
                  </a:lnTo>
                  <a:lnTo>
                    <a:pt x="53104" y="12265"/>
                  </a:lnTo>
                  <a:lnTo>
                    <a:pt x="53574" y="13048"/>
                  </a:lnTo>
                  <a:lnTo>
                    <a:pt x="54061" y="13578"/>
                  </a:lnTo>
                  <a:lnTo>
                    <a:pt x="54633" y="13977"/>
                  </a:lnTo>
                  <a:lnTo>
                    <a:pt x="55202" y="14373"/>
                  </a:lnTo>
                  <a:lnTo>
                    <a:pt x="55743" y="14793"/>
                  </a:lnTo>
                  <a:lnTo>
                    <a:pt x="56357" y="15167"/>
                  </a:lnTo>
                  <a:lnTo>
                    <a:pt x="57212" y="15728"/>
                  </a:lnTo>
                  <a:lnTo>
                    <a:pt x="57659" y="16142"/>
                  </a:lnTo>
                  <a:lnTo>
                    <a:pt x="57700" y="16842"/>
                  </a:lnTo>
                  <a:lnTo>
                    <a:pt x="57683" y="17197"/>
                  </a:lnTo>
                  <a:lnTo>
                    <a:pt x="57672" y="17443"/>
                  </a:lnTo>
                  <a:lnTo>
                    <a:pt x="57759" y="17710"/>
                  </a:lnTo>
                  <a:lnTo>
                    <a:pt x="57819" y="17947"/>
                  </a:lnTo>
                  <a:lnTo>
                    <a:pt x="58159" y="19292"/>
                  </a:lnTo>
                  <a:lnTo>
                    <a:pt x="58206" y="19960"/>
                  </a:lnTo>
                  <a:lnTo>
                    <a:pt x="58400" y="20507"/>
                  </a:lnTo>
                  <a:lnTo>
                    <a:pt x="58847" y="20883"/>
                  </a:lnTo>
                  <a:lnTo>
                    <a:pt x="60177" y="21999"/>
                  </a:lnTo>
                  <a:lnTo>
                    <a:pt x="60812" y="22330"/>
                  </a:lnTo>
                  <a:lnTo>
                    <a:pt x="61539" y="22752"/>
                  </a:lnTo>
                  <a:lnTo>
                    <a:pt x="61934" y="23125"/>
                  </a:lnTo>
                  <a:lnTo>
                    <a:pt x="62195" y="23442"/>
                  </a:lnTo>
                  <a:lnTo>
                    <a:pt x="62660" y="24005"/>
                  </a:lnTo>
                  <a:lnTo>
                    <a:pt x="62823" y="24210"/>
                  </a:lnTo>
                  <a:lnTo>
                    <a:pt x="63257" y="24754"/>
                  </a:lnTo>
                  <a:lnTo>
                    <a:pt x="63756" y="25619"/>
                  </a:lnTo>
                  <a:lnTo>
                    <a:pt x="63860" y="26067"/>
                  </a:lnTo>
                  <a:lnTo>
                    <a:pt x="64044" y="26340"/>
                  </a:lnTo>
                  <a:lnTo>
                    <a:pt x="64355" y="26569"/>
                  </a:lnTo>
                  <a:lnTo>
                    <a:pt x="64814" y="26909"/>
                  </a:lnTo>
                  <a:lnTo>
                    <a:pt x="65102" y="27285"/>
                  </a:lnTo>
                  <a:lnTo>
                    <a:pt x="65182" y="27485"/>
                  </a:lnTo>
                  <a:lnTo>
                    <a:pt x="65302" y="28062"/>
                  </a:lnTo>
                  <a:lnTo>
                    <a:pt x="65350" y="28687"/>
                  </a:lnTo>
                  <a:lnTo>
                    <a:pt x="65727" y="29969"/>
                  </a:lnTo>
                  <a:lnTo>
                    <a:pt x="66568" y="31076"/>
                  </a:lnTo>
                  <a:lnTo>
                    <a:pt x="66832" y="31563"/>
                  </a:lnTo>
                  <a:lnTo>
                    <a:pt x="67072" y="31923"/>
                  </a:lnTo>
                  <a:lnTo>
                    <a:pt x="67433" y="32292"/>
                  </a:lnTo>
                  <a:lnTo>
                    <a:pt x="68627" y="33125"/>
                  </a:lnTo>
                  <a:lnTo>
                    <a:pt x="69572" y="33814"/>
                  </a:lnTo>
                  <a:lnTo>
                    <a:pt x="69780" y="34030"/>
                  </a:lnTo>
                  <a:lnTo>
                    <a:pt x="70087" y="34420"/>
                  </a:lnTo>
                  <a:lnTo>
                    <a:pt x="70549" y="35577"/>
                  </a:lnTo>
                  <a:lnTo>
                    <a:pt x="70853" y="36154"/>
                  </a:lnTo>
                  <a:lnTo>
                    <a:pt x="70928" y="36560"/>
                  </a:lnTo>
                  <a:lnTo>
                    <a:pt x="70484" y="37222"/>
                  </a:lnTo>
                  <a:lnTo>
                    <a:pt x="70084" y="37819"/>
                  </a:lnTo>
                  <a:lnTo>
                    <a:pt x="70400" y="39181"/>
                  </a:lnTo>
                  <a:lnTo>
                    <a:pt x="70533" y="39758"/>
                  </a:lnTo>
                  <a:lnTo>
                    <a:pt x="69572" y="41536"/>
                  </a:lnTo>
                  <a:lnTo>
                    <a:pt x="68931" y="43466"/>
                  </a:lnTo>
                  <a:lnTo>
                    <a:pt x="68691" y="45285"/>
                  </a:lnTo>
                  <a:lnTo>
                    <a:pt x="69238" y="45845"/>
                  </a:lnTo>
                  <a:lnTo>
                    <a:pt x="68832" y="45607"/>
                  </a:lnTo>
                  <a:lnTo>
                    <a:pt x="68186" y="45226"/>
                  </a:lnTo>
                  <a:lnTo>
                    <a:pt x="67235" y="44667"/>
                  </a:lnTo>
                  <a:lnTo>
                    <a:pt x="66979" y="44767"/>
                  </a:lnTo>
                  <a:lnTo>
                    <a:pt x="66485" y="45218"/>
                  </a:lnTo>
                  <a:lnTo>
                    <a:pt x="65213" y="44293"/>
                  </a:lnTo>
                  <a:lnTo>
                    <a:pt x="65050" y="44136"/>
                  </a:lnTo>
                  <a:lnTo>
                    <a:pt x="64598" y="43184"/>
                  </a:lnTo>
                  <a:lnTo>
                    <a:pt x="64296" y="42770"/>
                  </a:lnTo>
                  <a:lnTo>
                    <a:pt x="64151" y="42797"/>
                  </a:lnTo>
                  <a:lnTo>
                    <a:pt x="63951" y="42833"/>
                  </a:lnTo>
                  <a:lnTo>
                    <a:pt x="63385" y="43003"/>
                  </a:lnTo>
                  <a:lnTo>
                    <a:pt x="61922" y="43442"/>
                  </a:lnTo>
                  <a:lnTo>
                    <a:pt x="61681" y="43649"/>
                  </a:lnTo>
                  <a:lnTo>
                    <a:pt x="60584" y="44594"/>
                  </a:lnTo>
                  <a:lnTo>
                    <a:pt x="60234" y="45398"/>
                  </a:lnTo>
                  <a:lnTo>
                    <a:pt x="60005" y="45093"/>
                  </a:lnTo>
                  <a:lnTo>
                    <a:pt x="58492" y="44250"/>
                  </a:lnTo>
                  <a:lnTo>
                    <a:pt x="58013" y="43983"/>
                  </a:lnTo>
                  <a:lnTo>
                    <a:pt x="57267" y="44336"/>
                  </a:lnTo>
                  <a:lnTo>
                    <a:pt x="57158" y="44581"/>
                  </a:lnTo>
                  <a:lnTo>
                    <a:pt x="55215" y="45457"/>
                  </a:lnTo>
                  <a:lnTo>
                    <a:pt x="53784" y="46008"/>
                  </a:lnTo>
                  <a:lnTo>
                    <a:pt x="50454" y="46094"/>
                  </a:lnTo>
                  <a:lnTo>
                    <a:pt x="49621" y="46104"/>
                  </a:lnTo>
                  <a:lnTo>
                    <a:pt x="48246" y="45884"/>
                  </a:lnTo>
                  <a:lnTo>
                    <a:pt x="48020" y="45834"/>
                  </a:lnTo>
                  <a:lnTo>
                    <a:pt x="47852" y="45797"/>
                  </a:lnTo>
                  <a:lnTo>
                    <a:pt x="46537" y="45646"/>
                  </a:lnTo>
                  <a:lnTo>
                    <a:pt x="45608" y="45540"/>
                  </a:lnTo>
                  <a:lnTo>
                    <a:pt x="44988" y="45469"/>
                  </a:lnTo>
                  <a:lnTo>
                    <a:pt x="44506" y="45450"/>
                  </a:lnTo>
                  <a:lnTo>
                    <a:pt x="44576" y="45814"/>
                  </a:lnTo>
                  <a:lnTo>
                    <a:pt x="44767" y="46798"/>
                  </a:lnTo>
                  <a:lnTo>
                    <a:pt x="44754" y="47101"/>
                  </a:lnTo>
                  <a:lnTo>
                    <a:pt x="44687" y="48681"/>
                  </a:lnTo>
                  <a:lnTo>
                    <a:pt x="44567" y="50732"/>
                  </a:lnTo>
                  <a:lnTo>
                    <a:pt x="44621" y="50992"/>
                  </a:lnTo>
                  <a:lnTo>
                    <a:pt x="44955" y="51292"/>
                  </a:lnTo>
                  <a:lnTo>
                    <a:pt x="45980" y="51925"/>
                  </a:lnTo>
                  <a:lnTo>
                    <a:pt x="47399" y="52632"/>
                  </a:lnTo>
                  <a:lnTo>
                    <a:pt x="47050" y="53737"/>
                  </a:lnTo>
                  <a:lnTo>
                    <a:pt x="46945" y="54068"/>
                  </a:lnTo>
                  <a:lnTo>
                    <a:pt x="44731" y="53325"/>
                  </a:lnTo>
                  <a:lnTo>
                    <a:pt x="42642" y="52559"/>
                  </a:lnTo>
                  <a:lnTo>
                    <a:pt x="42682" y="53144"/>
                  </a:lnTo>
                  <a:lnTo>
                    <a:pt x="42693" y="53305"/>
                  </a:lnTo>
                  <a:lnTo>
                    <a:pt x="42688" y="53986"/>
                  </a:lnTo>
                  <a:lnTo>
                    <a:pt x="41786" y="55797"/>
                  </a:lnTo>
                  <a:lnTo>
                    <a:pt x="41800" y="56169"/>
                  </a:lnTo>
                  <a:lnTo>
                    <a:pt x="47768" y="57650"/>
                  </a:lnTo>
                  <a:lnTo>
                    <a:pt x="48345" y="57522"/>
                  </a:lnTo>
                  <a:lnTo>
                    <a:pt x="49379" y="57298"/>
                  </a:lnTo>
                  <a:lnTo>
                    <a:pt x="49603" y="57274"/>
                  </a:lnTo>
                  <a:lnTo>
                    <a:pt x="50027" y="57274"/>
                  </a:lnTo>
                  <a:lnTo>
                    <a:pt x="51006" y="57355"/>
                  </a:lnTo>
                  <a:lnTo>
                    <a:pt x="51285" y="57378"/>
                  </a:lnTo>
                  <a:lnTo>
                    <a:pt x="51686" y="57434"/>
                  </a:lnTo>
                  <a:lnTo>
                    <a:pt x="52006" y="57570"/>
                  </a:lnTo>
                  <a:lnTo>
                    <a:pt x="52455" y="57850"/>
                  </a:lnTo>
                  <a:lnTo>
                    <a:pt x="52767" y="58003"/>
                  </a:lnTo>
                  <a:lnTo>
                    <a:pt x="53424" y="58131"/>
                  </a:lnTo>
                  <a:lnTo>
                    <a:pt x="53945" y="58195"/>
                  </a:lnTo>
                  <a:lnTo>
                    <a:pt x="54265" y="58163"/>
                  </a:lnTo>
                  <a:lnTo>
                    <a:pt x="56338" y="57185"/>
                  </a:lnTo>
                  <a:lnTo>
                    <a:pt x="56664" y="57034"/>
                  </a:lnTo>
                  <a:lnTo>
                    <a:pt x="57561" y="58666"/>
                  </a:lnTo>
                  <a:lnTo>
                    <a:pt x="57408" y="59428"/>
                  </a:lnTo>
                  <a:lnTo>
                    <a:pt x="56952" y="59367"/>
                  </a:lnTo>
                  <a:lnTo>
                    <a:pt x="54303" y="60573"/>
                  </a:lnTo>
                  <a:lnTo>
                    <a:pt x="54578" y="61782"/>
                  </a:lnTo>
                  <a:lnTo>
                    <a:pt x="51069" y="64488"/>
                  </a:lnTo>
                  <a:lnTo>
                    <a:pt x="51744" y="65171"/>
                  </a:lnTo>
                  <a:lnTo>
                    <a:pt x="52352" y="65789"/>
                  </a:lnTo>
                  <a:lnTo>
                    <a:pt x="53167" y="66614"/>
                  </a:lnTo>
                  <a:lnTo>
                    <a:pt x="53540" y="66992"/>
                  </a:lnTo>
                  <a:lnTo>
                    <a:pt x="53716" y="67170"/>
                  </a:lnTo>
                  <a:lnTo>
                    <a:pt x="54484" y="67968"/>
                  </a:lnTo>
                  <a:lnTo>
                    <a:pt x="54604" y="68124"/>
                  </a:lnTo>
                  <a:lnTo>
                    <a:pt x="55480" y="69237"/>
                  </a:lnTo>
                  <a:lnTo>
                    <a:pt x="55648" y="69416"/>
                  </a:lnTo>
                  <a:lnTo>
                    <a:pt x="55942" y="69728"/>
                  </a:lnTo>
                  <a:lnTo>
                    <a:pt x="56606" y="70440"/>
                  </a:lnTo>
                  <a:lnTo>
                    <a:pt x="56947" y="70897"/>
                  </a:lnTo>
                  <a:lnTo>
                    <a:pt x="57134" y="71149"/>
                  </a:lnTo>
                  <a:lnTo>
                    <a:pt x="57317" y="71422"/>
                  </a:lnTo>
                  <a:lnTo>
                    <a:pt x="57580" y="71816"/>
                  </a:lnTo>
                  <a:lnTo>
                    <a:pt x="57902" y="72273"/>
                  </a:lnTo>
                  <a:lnTo>
                    <a:pt x="59119" y="72321"/>
                  </a:lnTo>
                  <a:lnTo>
                    <a:pt x="59746" y="73220"/>
                  </a:lnTo>
                  <a:lnTo>
                    <a:pt x="60456" y="74238"/>
                  </a:lnTo>
                  <a:lnTo>
                    <a:pt x="61645" y="74436"/>
                  </a:lnTo>
                  <a:lnTo>
                    <a:pt x="61838" y="74469"/>
                  </a:lnTo>
                  <a:lnTo>
                    <a:pt x="63344" y="74828"/>
                  </a:lnTo>
                  <a:lnTo>
                    <a:pt x="64252" y="75045"/>
                  </a:lnTo>
                  <a:lnTo>
                    <a:pt x="65099" y="75230"/>
                  </a:lnTo>
                  <a:lnTo>
                    <a:pt x="66110" y="75451"/>
                  </a:lnTo>
                  <a:lnTo>
                    <a:pt x="67915" y="76038"/>
                  </a:lnTo>
                  <a:lnTo>
                    <a:pt x="68361" y="75210"/>
                  </a:lnTo>
                  <a:lnTo>
                    <a:pt x="68938" y="75231"/>
                  </a:lnTo>
                  <a:lnTo>
                    <a:pt x="70562" y="75787"/>
                  </a:lnTo>
                  <a:lnTo>
                    <a:pt x="71010" y="76000"/>
                  </a:lnTo>
                  <a:lnTo>
                    <a:pt x="71267" y="76342"/>
                  </a:lnTo>
                  <a:lnTo>
                    <a:pt x="71950" y="76919"/>
                  </a:lnTo>
                  <a:lnTo>
                    <a:pt x="72676" y="76940"/>
                  </a:lnTo>
                  <a:lnTo>
                    <a:pt x="73680" y="76791"/>
                  </a:lnTo>
                  <a:lnTo>
                    <a:pt x="74214" y="76492"/>
                  </a:lnTo>
                  <a:lnTo>
                    <a:pt x="74770" y="76257"/>
                  </a:lnTo>
                  <a:lnTo>
                    <a:pt x="75589" y="75707"/>
                  </a:lnTo>
                  <a:lnTo>
                    <a:pt x="76376" y="78196"/>
                  </a:lnTo>
                  <a:lnTo>
                    <a:pt x="77780" y="80045"/>
                  </a:lnTo>
                  <a:lnTo>
                    <a:pt x="77857" y="80642"/>
                  </a:lnTo>
                  <a:lnTo>
                    <a:pt x="77900" y="80967"/>
                  </a:lnTo>
                  <a:lnTo>
                    <a:pt x="79172" y="81777"/>
                  </a:lnTo>
                  <a:lnTo>
                    <a:pt x="79706" y="82117"/>
                  </a:lnTo>
                  <a:lnTo>
                    <a:pt x="80161" y="83180"/>
                  </a:lnTo>
                  <a:lnTo>
                    <a:pt x="80423" y="83794"/>
                  </a:lnTo>
                  <a:lnTo>
                    <a:pt x="81239" y="85642"/>
                  </a:lnTo>
                  <a:lnTo>
                    <a:pt x="81296" y="85773"/>
                  </a:lnTo>
                  <a:lnTo>
                    <a:pt x="82114" y="87601"/>
                  </a:lnTo>
                  <a:lnTo>
                    <a:pt x="82275" y="87785"/>
                  </a:lnTo>
                  <a:lnTo>
                    <a:pt x="84452" y="90283"/>
                  </a:lnTo>
                  <a:lnTo>
                    <a:pt x="70908" y="90551"/>
                  </a:lnTo>
                  <a:lnTo>
                    <a:pt x="70612" y="100585"/>
                  </a:lnTo>
                  <a:lnTo>
                    <a:pt x="69450" y="102084"/>
                  </a:lnTo>
                  <a:lnTo>
                    <a:pt x="64012" y="96451"/>
                  </a:lnTo>
                  <a:lnTo>
                    <a:pt x="61280" y="96492"/>
                  </a:lnTo>
                  <a:lnTo>
                    <a:pt x="58332" y="97560"/>
                  </a:lnTo>
                  <a:lnTo>
                    <a:pt x="53974" y="95638"/>
                  </a:lnTo>
                  <a:lnTo>
                    <a:pt x="54040" y="90779"/>
                  </a:lnTo>
                  <a:lnTo>
                    <a:pt x="51288" y="90319"/>
                  </a:lnTo>
                  <a:lnTo>
                    <a:pt x="50702" y="90221"/>
                  </a:lnTo>
                  <a:lnTo>
                    <a:pt x="50669" y="93495"/>
                  </a:lnTo>
                  <a:lnTo>
                    <a:pt x="44768" y="93448"/>
                  </a:lnTo>
                  <a:lnTo>
                    <a:pt x="46236" y="96592"/>
                  </a:lnTo>
                  <a:lnTo>
                    <a:pt x="45809" y="97607"/>
                  </a:lnTo>
                  <a:lnTo>
                    <a:pt x="44401" y="98445"/>
                  </a:lnTo>
                  <a:lnTo>
                    <a:pt x="45381" y="100274"/>
                  </a:lnTo>
                  <a:lnTo>
                    <a:pt x="45626" y="100752"/>
                  </a:lnTo>
                  <a:lnTo>
                    <a:pt x="47021" y="103477"/>
                  </a:lnTo>
                  <a:lnTo>
                    <a:pt x="43071" y="104628"/>
                  </a:lnTo>
                  <a:lnTo>
                    <a:pt x="42641" y="104754"/>
                  </a:lnTo>
                  <a:lnTo>
                    <a:pt x="41437" y="105114"/>
                  </a:lnTo>
                  <a:lnTo>
                    <a:pt x="38286" y="101616"/>
                  </a:lnTo>
                  <a:lnTo>
                    <a:pt x="38059" y="101517"/>
                  </a:lnTo>
                  <a:lnTo>
                    <a:pt x="37331" y="101202"/>
                  </a:lnTo>
                  <a:lnTo>
                    <a:pt x="36684" y="100921"/>
                  </a:lnTo>
                  <a:lnTo>
                    <a:pt x="34815" y="100067"/>
                  </a:lnTo>
                  <a:lnTo>
                    <a:pt x="34193" y="99364"/>
                  </a:lnTo>
                  <a:lnTo>
                    <a:pt x="31771" y="96622"/>
                  </a:lnTo>
                  <a:lnTo>
                    <a:pt x="31402" y="95981"/>
                  </a:lnTo>
                  <a:lnTo>
                    <a:pt x="29643" y="92926"/>
                  </a:lnTo>
                  <a:lnTo>
                    <a:pt x="29014" y="91833"/>
                  </a:lnTo>
                  <a:lnTo>
                    <a:pt x="28396" y="91031"/>
                  </a:lnTo>
                  <a:lnTo>
                    <a:pt x="28005" y="88658"/>
                  </a:lnTo>
                  <a:lnTo>
                    <a:pt x="27467" y="85333"/>
                  </a:lnTo>
                  <a:lnTo>
                    <a:pt x="27334" y="84995"/>
                  </a:lnTo>
                  <a:lnTo>
                    <a:pt x="26661" y="83756"/>
                  </a:lnTo>
                  <a:lnTo>
                    <a:pt x="27141" y="83461"/>
                  </a:lnTo>
                  <a:lnTo>
                    <a:pt x="26844" y="82773"/>
                  </a:lnTo>
                  <a:lnTo>
                    <a:pt x="26261" y="81425"/>
                  </a:lnTo>
                  <a:lnTo>
                    <a:pt x="26014" y="80976"/>
                  </a:lnTo>
                  <a:lnTo>
                    <a:pt x="25788" y="80455"/>
                  </a:lnTo>
                  <a:lnTo>
                    <a:pt x="25658" y="80153"/>
                  </a:lnTo>
                  <a:lnTo>
                    <a:pt x="25331" y="79397"/>
                  </a:lnTo>
                  <a:lnTo>
                    <a:pt x="23947" y="77597"/>
                  </a:lnTo>
                  <a:lnTo>
                    <a:pt x="23409" y="76898"/>
                  </a:lnTo>
                  <a:lnTo>
                    <a:pt x="22971" y="77100"/>
                  </a:lnTo>
                  <a:lnTo>
                    <a:pt x="22286" y="76607"/>
                  </a:lnTo>
                  <a:lnTo>
                    <a:pt x="21977" y="76117"/>
                  </a:lnTo>
                  <a:lnTo>
                    <a:pt x="21390" y="74833"/>
                  </a:lnTo>
                  <a:lnTo>
                    <a:pt x="21259" y="74307"/>
                  </a:lnTo>
                  <a:lnTo>
                    <a:pt x="21135" y="73873"/>
                  </a:lnTo>
                  <a:lnTo>
                    <a:pt x="20963" y="73268"/>
                  </a:lnTo>
                  <a:lnTo>
                    <a:pt x="20922" y="73126"/>
                  </a:lnTo>
                  <a:lnTo>
                    <a:pt x="20628" y="72171"/>
                  </a:lnTo>
                  <a:lnTo>
                    <a:pt x="20547" y="71910"/>
                  </a:lnTo>
                  <a:lnTo>
                    <a:pt x="20432" y="71780"/>
                  </a:lnTo>
                  <a:lnTo>
                    <a:pt x="19978" y="71267"/>
                  </a:lnTo>
                  <a:lnTo>
                    <a:pt x="19665" y="70881"/>
                  </a:lnTo>
                  <a:lnTo>
                    <a:pt x="18827" y="69846"/>
                  </a:lnTo>
                  <a:lnTo>
                    <a:pt x="18440" y="69369"/>
                  </a:lnTo>
                  <a:lnTo>
                    <a:pt x="18174" y="69287"/>
                  </a:lnTo>
                  <a:lnTo>
                    <a:pt x="17895" y="69201"/>
                  </a:lnTo>
                  <a:lnTo>
                    <a:pt x="17634" y="68952"/>
                  </a:lnTo>
                  <a:lnTo>
                    <a:pt x="16641" y="68007"/>
                  </a:lnTo>
                  <a:lnTo>
                    <a:pt x="16560" y="66951"/>
                  </a:lnTo>
                  <a:lnTo>
                    <a:pt x="16523" y="66409"/>
                  </a:lnTo>
                  <a:lnTo>
                    <a:pt x="16598" y="66209"/>
                  </a:lnTo>
                  <a:lnTo>
                    <a:pt x="16706" y="65922"/>
                  </a:lnTo>
                  <a:lnTo>
                    <a:pt x="16611" y="65404"/>
                  </a:lnTo>
                  <a:lnTo>
                    <a:pt x="16368" y="64285"/>
                  </a:lnTo>
                  <a:lnTo>
                    <a:pt x="16369" y="63377"/>
                  </a:lnTo>
                  <a:lnTo>
                    <a:pt x="16477" y="61884"/>
                  </a:lnTo>
                  <a:lnTo>
                    <a:pt x="16529" y="61420"/>
                  </a:lnTo>
                  <a:lnTo>
                    <a:pt x="16678" y="60523"/>
                  </a:lnTo>
                  <a:lnTo>
                    <a:pt x="16547" y="58495"/>
                  </a:lnTo>
                  <a:lnTo>
                    <a:pt x="16526" y="58170"/>
                  </a:lnTo>
                  <a:lnTo>
                    <a:pt x="16332" y="58117"/>
                  </a:lnTo>
                  <a:lnTo>
                    <a:pt x="15379" y="57857"/>
                  </a:lnTo>
                  <a:lnTo>
                    <a:pt x="15274" y="57571"/>
                  </a:lnTo>
                  <a:lnTo>
                    <a:pt x="15077" y="57037"/>
                  </a:lnTo>
                  <a:lnTo>
                    <a:pt x="14981" y="56821"/>
                  </a:lnTo>
                  <a:lnTo>
                    <a:pt x="14648" y="56073"/>
                  </a:lnTo>
                  <a:lnTo>
                    <a:pt x="14436" y="55595"/>
                  </a:lnTo>
                  <a:lnTo>
                    <a:pt x="14427" y="55108"/>
                  </a:lnTo>
                  <a:lnTo>
                    <a:pt x="14420" y="54709"/>
                  </a:lnTo>
                  <a:lnTo>
                    <a:pt x="14109" y="53453"/>
                  </a:lnTo>
                  <a:lnTo>
                    <a:pt x="14180" y="53128"/>
                  </a:lnTo>
                  <a:lnTo>
                    <a:pt x="14707" y="52868"/>
                  </a:lnTo>
                  <a:lnTo>
                    <a:pt x="15317" y="52247"/>
                  </a:lnTo>
                  <a:lnTo>
                    <a:pt x="15148" y="51868"/>
                  </a:lnTo>
                  <a:lnTo>
                    <a:pt x="14961" y="51625"/>
                  </a:lnTo>
                  <a:lnTo>
                    <a:pt x="14400" y="50894"/>
                  </a:lnTo>
                  <a:lnTo>
                    <a:pt x="13679" y="49727"/>
                  </a:lnTo>
                  <a:lnTo>
                    <a:pt x="13172" y="48904"/>
                  </a:lnTo>
                  <a:lnTo>
                    <a:pt x="13025" y="48624"/>
                  </a:lnTo>
                  <a:lnTo>
                    <a:pt x="12906" y="48448"/>
                  </a:lnTo>
                  <a:lnTo>
                    <a:pt x="12714" y="48213"/>
                  </a:lnTo>
                  <a:lnTo>
                    <a:pt x="12395" y="47773"/>
                  </a:lnTo>
                  <a:lnTo>
                    <a:pt x="12721" y="47645"/>
                  </a:lnTo>
                  <a:lnTo>
                    <a:pt x="14770" y="46838"/>
                  </a:lnTo>
                  <a:lnTo>
                    <a:pt x="16063" y="46444"/>
                  </a:lnTo>
                  <a:lnTo>
                    <a:pt x="16405" y="46370"/>
                  </a:lnTo>
                  <a:lnTo>
                    <a:pt x="17478" y="46367"/>
                  </a:lnTo>
                  <a:lnTo>
                    <a:pt x="18321" y="46365"/>
                  </a:lnTo>
                  <a:lnTo>
                    <a:pt x="18895" y="46364"/>
                  </a:lnTo>
                  <a:lnTo>
                    <a:pt x="21011" y="45836"/>
                  </a:lnTo>
                  <a:lnTo>
                    <a:pt x="21210" y="45709"/>
                  </a:lnTo>
                  <a:lnTo>
                    <a:pt x="21517" y="45513"/>
                  </a:lnTo>
                  <a:lnTo>
                    <a:pt x="21806" y="45329"/>
                  </a:lnTo>
                  <a:lnTo>
                    <a:pt x="26023" y="44079"/>
                  </a:lnTo>
                  <a:lnTo>
                    <a:pt x="25911" y="43461"/>
                  </a:lnTo>
                  <a:lnTo>
                    <a:pt x="25828" y="43242"/>
                  </a:lnTo>
                  <a:lnTo>
                    <a:pt x="25721" y="42957"/>
                  </a:lnTo>
                  <a:lnTo>
                    <a:pt x="24923" y="40844"/>
                  </a:lnTo>
                  <a:lnTo>
                    <a:pt x="23962" y="39269"/>
                  </a:lnTo>
                  <a:lnTo>
                    <a:pt x="22333" y="37319"/>
                  </a:lnTo>
                  <a:lnTo>
                    <a:pt x="21552" y="36803"/>
                  </a:lnTo>
                  <a:lnTo>
                    <a:pt x="20335" y="35999"/>
                  </a:lnTo>
                  <a:lnTo>
                    <a:pt x="19379" y="35366"/>
                  </a:lnTo>
                  <a:lnTo>
                    <a:pt x="16769" y="33715"/>
                  </a:lnTo>
                  <a:lnTo>
                    <a:pt x="15413" y="32856"/>
                  </a:lnTo>
                  <a:lnTo>
                    <a:pt x="11283" y="30062"/>
                  </a:lnTo>
                  <a:lnTo>
                    <a:pt x="10739" y="30902"/>
                  </a:lnTo>
                  <a:lnTo>
                    <a:pt x="10436" y="31345"/>
                  </a:lnTo>
                  <a:lnTo>
                    <a:pt x="7313" y="29358"/>
                  </a:lnTo>
                  <a:lnTo>
                    <a:pt x="6558" y="28878"/>
                  </a:lnTo>
                  <a:lnTo>
                    <a:pt x="3025" y="26629"/>
                  </a:lnTo>
                  <a:lnTo>
                    <a:pt x="0" y="24705"/>
                  </a:lnTo>
                  <a:lnTo>
                    <a:pt x="1018" y="23104"/>
                  </a:lnTo>
                  <a:lnTo>
                    <a:pt x="3360" y="19921"/>
                  </a:lnTo>
                  <a:lnTo>
                    <a:pt x="4274" y="18532"/>
                  </a:lnTo>
                  <a:lnTo>
                    <a:pt x="4492" y="18201"/>
                  </a:lnTo>
                  <a:lnTo>
                    <a:pt x="5730" y="16318"/>
                  </a:lnTo>
                  <a:lnTo>
                    <a:pt x="6444" y="15232"/>
                  </a:lnTo>
                  <a:lnTo>
                    <a:pt x="10256" y="9688"/>
                  </a:lnTo>
                  <a:lnTo>
                    <a:pt x="11573" y="7772"/>
                  </a:lnTo>
                  <a:lnTo>
                    <a:pt x="13707" y="4669"/>
                  </a:lnTo>
                  <a:lnTo>
                    <a:pt x="13886" y="4394"/>
                  </a:lnTo>
                  <a:lnTo>
                    <a:pt x="14318" y="3731"/>
                  </a:lnTo>
                  <a:lnTo>
                    <a:pt x="16462" y="440"/>
                  </a:lnTo>
                  <a:lnTo>
                    <a:pt x="16753" y="0"/>
                  </a:lnTo>
                  <a:lnTo>
                    <a:pt x="16946" y="129"/>
                  </a:lnTo>
                  <a:lnTo>
                    <a:pt x="19314" y="1643"/>
                  </a:lnTo>
                  <a:lnTo>
                    <a:pt x="19581" y="1814"/>
                  </a:lnTo>
                  <a:lnTo>
                    <a:pt x="19725" y="1905"/>
                  </a:lnTo>
                  <a:lnTo>
                    <a:pt x="20201" y="2210"/>
                  </a:lnTo>
                  <a:lnTo>
                    <a:pt x="20686" y="2558"/>
                  </a:lnTo>
                  <a:lnTo>
                    <a:pt x="23395" y="4501"/>
                  </a:lnTo>
                  <a:lnTo>
                    <a:pt x="23901" y="4727"/>
                  </a:lnTo>
                  <a:lnTo>
                    <a:pt x="24112" y="4821"/>
                  </a:lnTo>
                  <a:lnTo>
                    <a:pt x="24690" y="5079"/>
                  </a:lnTo>
                  <a:lnTo>
                    <a:pt x="25222" y="5419"/>
                  </a:lnTo>
                  <a:lnTo>
                    <a:pt x="27659" y="6977"/>
                  </a:lnTo>
                  <a:lnTo>
                    <a:pt x="28086" y="7250"/>
                  </a:lnTo>
                  <a:lnTo>
                    <a:pt x="28500" y="77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2878746" y="2902996"/>
              <a:ext cx="34852" cy="34169"/>
            </a:xfrm>
            <a:custGeom>
              <a:avLst/>
              <a:pathLst>
                <a:path w="34852" h="34169">
                  <a:moveTo>
                    <a:pt x="23427" y="1522"/>
                  </a:moveTo>
                  <a:lnTo>
                    <a:pt x="24699" y="2446"/>
                  </a:lnTo>
                  <a:lnTo>
                    <a:pt x="25193" y="1996"/>
                  </a:lnTo>
                  <a:lnTo>
                    <a:pt x="25449" y="1896"/>
                  </a:lnTo>
                  <a:lnTo>
                    <a:pt x="26400" y="2455"/>
                  </a:lnTo>
                  <a:lnTo>
                    <a:pt x="27046" y="2835"/>
                  </a:lnTo>
                  <a:lnTo>
                    <a:pt x="27495" y="3118"/>
                  </a:lnTo>
                  <a:lnTo>
                    <a:pt x="28101" y="3738"/>
                  </a:lnTo>
                  <a:lnTo>
                    <a:pt x="28623" y="4272"/>
                  </a:lnTo>
                  <a:lnTo>
                    <a:pt x="29664" y="5554"/>
                  </a:lnTo>
                  <a:lnTo>
                    <a:pt x="29885" y="5825"/>
                  </a:lnTo>
                  <a:lnTo>
                    <a:pt x="30261" y="5984"/>
                  </a:lnTo>
                  <a:lnTo>
                    <a:pt x="30865" y="6372"/>
                  </a:lnTo>
                  <a:lnTo>
                    <a:pt x="31232" y="6549"/>
                  </a:lnTo>
                  <a:lnTo>
                    <a:pt x="32787" y="7101"/>
                  </a:lnTo>
                  <a:lnTo>
                    <a:pt x="33404" y="7253"/>
                  </a:lnTo>
                  <a:lnTo>
                    <a:pt x="33323" y="7736"/>
                  </a:lnTo>
                  <a:lnTo>
                    <a:pt x="33085" y="9145"/>
                  </a:lnTo>
                  <a:lnTo>
                    <a:pt x="33154" y="9861"/>
                  </a:lnTo>
                  <a:lnTo>
                    <a:pt x="33174" y="10522"/>
                  </a:lnTo>
                  <a:lnTo>
                    <a:pt x="33226" y="10940"/>
                  </a:lnTo>
                  <a:lnTo>
                    <a:pt x="33328" y="11780"/>
                  </a:lnTo>
                  <a:lnTo>
                    <a:pt x="33405" y="12402"/>
                  </a:lnTo>
                  <a:lnTo>
                    <a:pt x="33400" y="12579"/>
                  </a:lnTo>
                  <a:lnTo>
                    <a:pt x="33394" y="12808"/>
                  </a:lnTo>
                  <a:lnTo>
                    <a:pt x="33447" y="13091"/>
                  </a:lnTo>
                  <a:lnTo>
                    <a:pt x="33501" y="13374"/>
                  </a:lnTo>
                  <a:lnTo>
                    <a:pt x="33511" y="14271"/>
                  </a:lnTo>
                  <a:lnTo>
                    <a:pt x="33444" y="14947"/>
                  </a:lnTo>
                  <a:lnTo>
                    <a:pt x="33426" y="15126"/>
                  </a:lnTo>
                  <a:lnTo>
                    <a:pt x="33293" y="15459"/>
                  </a:lnTo>
                  <a:lnTo>
                    <a:pt x="33200" y="15693"/>
                  </a:lnTo>
                  <a:lnTo>
                    <a:pt x="33006" y="16210"/>
                  </a:lnTo>
                  <a:lnTo>
                    <a:pt x="32930" y="16412"/>
                  </a:lnTo>
                  <a:lnTo>
                    <a:pt x="32844" y="16743"/>
                  </a:lnTo>
                  <a:lnTo>
                    <a:pt x="32641" y="18324"/>
                  </a:lnTo>
                  <a:lnTo>
                    <a:pt x="32590" y="19015"/>
                  </a:lnTo>
                  <a:lnTo>
                    <a:pt x="32437" y="19500"/>
                  </a:lnTo>
                  <a:lnTo>
                    <a:pt x="32348" y="19949"/>
                  </a:lnTo>
                  <a:lnTo>
                    <a:pt x="32293" y="20228"/>
                  </a:lnTo>
                  <a:lnTo>
                    <a:pt x="32252" y="20954"/>
                  </a:lnTo>
                  <a:lnTo>
                    <a:pt x="32178" y="22294"/>
                  </a:lnTo>
                  <a:lnTo>
                    <a:pt x="32168" y="23271"/>
                  </a:lnTo>
                  <a:lnTo>
                    <a:pt x="32160" y="24186"/>
                  </a:lnTo>
                  <a:lnTo>
                    <a:pt x="32151" y="25039"/>
                  </a:lnTo>
                  <a:lnTo>
                    <a:pt x="32119" y="25509"/>
                  </a:lnTo>
                  <a:lnTo>
                    <a:pt x="31970" y="25862"/>
                  </a:lnTo>
                  <a:lnTo>
                    <a:pt x="31131" y="26791"/>
                  </a:lnTo>
                  <a:lnTo>
                    <a:pt x="32413" y="28297"/>
                  </a:lnTo>
                  <a:lnTo>
                    <a:pt x="33432" y="30092"/>
                  </a:lnTo>
                  <a:lnTo>
                    <a:pt x="34315" y="31650"/>
                  </a:lnTo>
                  <a:lnTo>
                    <a:pt x="34682" y="32296"/>
                  </a:lnTo>
                  <a:lnTo>
                    <a:pt x="34852" y="32596"/>
                  </a:lnTo>
                  <a:lnTo>
                    <a:pt x="34008" y="32784"/>
                  </a:lnTo>
                  <a:lnTo>
                    <a:pt x="33803" y="32935"/>
                  </a:lnTo>
                  <a:lnTo>
                    <a:pt x="32984" y="33485"/>
                  </a:lnTo>
                  <a:lnTo>
                    <a:pt x="32428" y="33720"/>
                  </a:lnTo>
                  <a:lnTo>
                    <a:pt x="31894" y="34019"/>
                  </a:lnTo>
                  <a:lnTo>
                    <a:pt x="30890" y="34169"/>
                  </a:lnTo>
                  <a:lnTo>
                    <a:pt x="30164" y="34147"/>
                  </a:lnTo>
                  <a:lnTo>
                    <a:pt x="29481" y="33571"/>
                  </a:lnTo>
                  <a:lnTo>
                    <a:pt x="29224" y="33229"/>
                  </a:lnTo>
                  <a:lnTo>
                    <a:pt x="28776" y="33015"/>
                  </a:lnTo>
                  <a:lnTo>
                    <a:pt x="27152" y="32460"/>
                  </a:lnTo>
                  <a:lnTo>
                    <a:pt x="26575" y="32438"/>
                  </a:lnTo>
                  <a:lnTo>
                    <a:pt x="26129" y="33266"/>
                  </a:lnTo>
                  <a:lnTo>
                    <a:pt x="24324" y="32680"/>
                  </a:lnTo>
                  <a:lnTo>
                    <a:pt x="23307" y="32458"/>
                  </a:lnTo>
                  <a:lnTo>
                    <a:pt x="22466" y="32274"/>
                  </a:lnTo>
                  <a:lnTo>
                    <a:pt x="21558" y="32057"/>
                  </a:lnTo>
                  <a:lnTo>
                    <a:pt x="20052" y="31697"/>
                  </a:lnTo>
                  <a:lnTo>
                    <a:pt x="19859" y="31665"/>
                  </a:lnTo>
                  <a:lnTo>
                    <a:pt x="18670" y="31467"/>
                  </a:lnTo>
                  <a:lnTo>
                    <a:pt x="17960" y="30448"/>
                  </a:lnTo>
                  <a:lnTo>
                    <a:pt x="17333" y="29550"/>
                  </a:lnTo>
                  <a:lnTo>
                    <a:pt x="16116" y="29502"/>
                  </a:lnTo>
                  <a:lnTo>
                    <a:pt x="15794" y="29044"/>
                  </a:lnTo>
                  <a:lnTo>
                    <a:pt x="15531" y="28650"/>
                  </a:lnTo>
                  <a:lnTo>
                    <a:pt x="15348" y="28377"/>
                  </a:lnTo>
                  <a:lnTo>
                    <a:pt x="15161" y="28126"/>
                  </a:lnTo>
                  <a:lnTo>
                    <a:pt x="14800" y="27641"/>
                  </a:lnTo>
                  <a:lnTo>
                    <a:pt x="14156" y="26957"/>
                  </a:lnTo>
                  <a:lnTo>
                    <a:pt x="13862" y="26644"/>
                  </a:lnTo>
                  <a:lnTo>
                    <a:pt x="13594" y="26359"/>
                  </a:lnTo>
                  <a:lnTo>
                    <a:pt x="12818" y="25352"/>
                  </a:lnTo>
                  <a:lnTo>
                    <a:pt x="12628" y="25106"/>
                  </a:lnTo>
                  <a:lnTo>
                    <a:pt x="11930" y="24398"/>
                  </a:lnTo>
                  <a:lnTo>
                    <a:pt x="11692" y="24157"/>
                  </a:lnTo>
                  <a:lnTo>
                    <a:pt x="11381" y="23843"/>
                  </a:lnTo>
                  <a:lnTo>
                    <a:pt x="10452" y="22901"/>
                  </a:lnTo>
                  <a:lnTo>
                    <a:pt x="9958" y="22400"/>
                  </a:lnTo>
                  <a:lnTo>
                    <a:pt x="9283" y="21716"/>
                  </a:lnTo>
                  <a:lnTo>
                    <a:pt x="12792" y="19011"/>
                  </a:lnTo>
                  <a:lnTo>
                    <a:pt x="12517" y="17802"/>
                  </a:lnTo>
                  <a:lnTo>
                    <a:pt x="15166" y="16595"/>
                  </a:lnTo>
                  <a:lnTo>
                    <a:pt x="15622" y="16656"/>
                  </a:lnTo>
                  <a:lnTo>
                    <a:pt x="15775" y="15894"/>
                  </a:lnTo>
                  <a:lnTo>
                    <a:pt x="14877" y="14261"/>
                  </a:lnTo>
                  <a:lnTo>
                    <a:pt x="14552" y="14414"/>
                  </a:lnTo>
                  <a:lnTo>
                    <a:pt x="12479" y="15391"/>
                  </a:lnTo>
                  <a:lnTo>
                    <a:pt x="12159" y="15423"/>
                  </a:lnTo>
                  <a:lnTo>
                    <a:pt x="11638" y="15359"/>
                  </a:lnTo>
                  <a:lnTo>
                    <a:pt x="10981" y="15231"/>
                  </a:lnTo>
                  <a:lnTo>
                    <a:pt x="10669" y="15079"/>
                  </a:lnTo>
                  <a:lnTo>
                    <a:pt x="10220" y="14798"/>
                  </a:lnTo>
                  <a:lnTo>
                    <a:pt x="9900" y="14662"/>
                  </a:lnTo>
                  <a:lnTo>
                    <a:pt x="9499" y="14606"/>
                  </a:lnTo>
                  <a:lnTo>
                    <a:pt x="9220" y="14583"/>
                  </a:lnTo>
                  <a:lnTo>
                    <a:pt x="8241" y="14502"/>
                  </a:lnTo>
                  <a:lnTo>
                    <a:pt x="7817" y="14502"/>
                  </a:lnTo>
                  <a:lnTo>
                    <a:pt x="7593" y="14526"/>
                  </a:lnTo>
                  <a:lnTo>
                    <a:pt x="6559" y="14750"/>
                  </a:lnTo>
                  <a:lnTo>
                    <a:pt x="5982" y="14879"/>
                  </a:lnTo>
                  <a:lnTo>
                    <a:pt x="14" y="13398"/>
                  </a:lnTo>
                  <a:lnTo>
                    <a:pt x="0" y="13025"/>
                  </a:lnTo>
                  <a:lnTo>
                    <a:pt x="902" y="11215"/>
                  </a:lnTo>
                  <a:lnTo>
                    <a:pt x="907" y="10533"/>
                  </a:lnTo>
                  <a:lnTo>
                    <a:pt x="896" y="10373"/>
                  </a:lnTo>
                  <a:lnTo>
                    <a:pt x="856" y="9787"/>
                  </a:lnTo>
                  <a:lnTo>
                    <a:pt x="2945" y="10553"/>
                  </a:lnTo>
                  <a:lnTo>
                    <a:pt x="5159" y="11297"/>
                  </a:lnTo>
                  <a:lnTo>
                    <a:pt x="5264" y="10965"/>
                  </a:lnTo>
                  <a:lnTo>
                    <a:pt x="5613" y="9861"/>
                  </a:lnTo>
                  <a:lnTo>
                    <a:pt x="4076" y="9095"/>
                  </a:lnTo>
                  <a:lnTo>
                    <a:pt x="3169" y="8521"/>
                  </a:lnTo>
                  <a:lnTo>
                    <a:pt x="2835" y="8220"/>
                  </a:lnTo>
                  <a:lnTo>
                    <a:pt x="2781" y="7960"/>
                  </a:lnTo>
                  <a:lnTo>
                    <a:pt x="2901" y="5909"/>
                  </a:lnTo>
                  <a:lnTo>
                    <a:pt x="2968" y="4329"/>
                  </a:lnTo>
                  <a:lnTo>
                    <a:pt x="2981" y="4027"/>
                  </a:lnTo>
                  <a:lnTo>
                    <a:pt x="2790" y="3043"/>
                  </a:lnTo>
                  <a:lnTo>
                    <a:pt x="2836" y="2683"/>
                  </a:lnTo>
                  <a:lnTo>
                    <a:pt x="3202" y="2697"/>
                  </a:lnTo>
                  <a:lnTo>
                    <a:pt x="3822" y="2769"/>
                  </a:lnTo>
                  <a:lnTo>
                    <a:pt x="4751" y="2875"/>
                  </a:lnTo>
                  <a:lnTo>
                    <a:pt x="6066" y="3026"/>
                  </a:lnTo>
                  <a:lnTo>
                    <a:pt x="6234" y="3063"/>
                  </a:lnTo>
                  <a:lnTo>
                    <a:pt x="6459" y="3112"/>
                  </a:lnTo>
                  <a:lnTo>
                    <a:pt x="7835" y="3333"/>
                  </a:lnTo>
                  <a:lnTo>
                    <a:pt x="8948" y="3319"/>
                  </a:lnTo>
                  <a:lnTo>
                    <a:pt x="11998" y="3237"/>
                  </a:lnTo>
                  <a:lnTo>
                    <a:pt x="13429" y="2685"/>
                  </a:lnTo>
                  <a:lnTo>
                    <a:pt x="15372" y="1810"/>
                  </a:lnTo>
                  <a:lnTo>
                    <a:pt x="15480" y="1564"/>
                  </a:lnTo>
                  <a:lnTo>
                    <a:pt x="16227" y="1212"/>
                  </a:lnTo>
                  <a:lnTo>
                    <a:pt x="16706" y="1479"/>
                  </a:lnTo>
                  <a:lnTo>
                    <a:pt x="18219" y="2322"/>
                  </a:lnTo>
                  <a:lnTo>
                    <a:pt x="18484" y="2517"/>
                  </a:lnTo>
                  <a:lnTo>
                    <a:pt x="18798" y="1823"/>
                  </a:lnTo>
                  <a:lnTo>
                    <a:pt x="19895" y="878"/>
                  </a:lnTo>
                  <a:lnTo>
                    <a:pt x="20136" y="670"/>
                  </a:lnTo>
                  <a:lnTo>
                    <a:pt x="21599" y="232"/>
                  </a:lnTo>
                  <a:lnTo>
                    <a:pt x="22165" y="62"/>
                  </a:lnTo>
                  <a:lnTo>
                    <a:pt x="22365" y="25"/>
                  </a:lnTo>
                  <a:lnTo>
                    <a:pt x="22511" y="0"/>
                  </a:lnTo>
                  <a:lnTo>
                    <a:pt x="22812" y="412"/>
                  </a:lnTo>
                  <a:lnTo>
                    <a:pt x="23264" y="136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2803515" y="2852977"/>
              <a:ext cx="59688" cy="101224"/>
            </a:xfrm>
            <a:custGeom>
              <a:avLst/>
              <a:pathLst>
                <a:path w="59688" h="101224">
                  <a:moveTo>
                    <a:pt x="43883" y="38594"/>
                  </a:moveTo>
                  <a:lnTo>
                    <a:pt x="44183" y="38149"/>
                  </a:lnTo>
                  <a:lnTo>
                    <a:pt x="44727" y="37309"/>
                  </a:lnTo>
                  <a:lnTo>
                    <a:pt x="48858" y="40103"/>
                  </a:lnTo>
                  <a:lnTo>
                    <a:pt x="50214" y="40962"/>
                  </a:lnTo>
                  <a:lnTo>
                    <a:pt x="52823" y="42613"/>
                  </a:lnTo>
                  <a:lnTo>
                    <a:pt x="53933" y="43347"/>
                  </a:lnTo>
                  <a:lnTo>
                    <a:pt x="54996" y="44050"/>
                  </a:lnTo>
                  <a:lnTo>
                    <a:pt x="55777" y="44567"/>
                  </a:lnTo>
                  <a:lnTo>
                    <a:pt x="57406" y="46516"/>
                  </a:lnTo>
                  <a:lnTo>
                    <a:pt x="58367" y="48091"/>
                  </a:lnTo>
                  <a:lnTo>
                    <a:pt x="59165" y="50204"/>
                  </a:lnTo>
                  <a:lnTo>
                    <a:pt x="59273" y="50489"/>
                  </a:lnTo>
                  <a:lnTo>
                    <a:pt x="59355" y="50708"/>
                  </a:lnTo>
                  <a:lnTo>
                    <a:pt x="59490" y="51450"/>
                  </a:lnTo>
                  <a:lnTo>
                    <a:pt x="55250" y="52576"/>
                  </a:lnTo>
                  <a:lnTo>
                    <a:pt x="54856" y="52828"/>
                  </a:lnTo>
                  <a:lnTo>
                    <a:pt x="54655" y="52957"/>
                  </a:lnTo>
                  <a:lnTo>
                    <a:pt x="54369" y="53105"/>
                  </a:lnTo>
                  <a:lnTo>
                    <a:pt x="52340" y="53611"/>
                  </a:lnTo>
                  <a:lnTo>
                    <a:pt x="51766" y="53612"/>
                  </a:lnTo>
                  <a:lnTo>
                    <a:pt x="50922" y="53615"/>
                  </a:lnTo>
                  <a:lnTo>
                    <a:pt x="49850" y="53617"/>
                  </a:lnTo>
                  <a:lnTo>
                    <a:pt x="49356" y="53724"/>
                  </a:lnTo>
                  <a:lnTo>
                    <a:pt x="48214" y="54085"/>
                  </a:lnTo>
                  <a:lnTo>
                    <a:pt x="46113" y="54913"/>
                  </a:lnTo>
                  <a:lnTo>
                    <a:pt x="45747" y="55076"/>
                  </a:lnTo>
                  <a:lnTo>
                    <a:pt x="46158" y="55460"/>
                  </a:lnTo>
                  <a:lnTo>
                    <a:pt x="46351" y="55695"/>
                  </a:lnTo>
                  <a:lnTo>
                    <a:pt x="46470" y="55871"/>
                  </a:lnTo>
                  <a:lnTo>
                    <a:pt x="46616" y="56152"/>
                  </a:lnTo>
                  <a:lnTo>
                    <a:pt x="47124" y="56974"/>
                  </a:lnTo>
                  <a:lnTo>
                    <a:pt x="47845" y="58141"/>
                  </a:lnTo>
                  <a:lnTo>
                    <a:pt x="48405" y="58872"/>
                  </a:lnTo>
                  <a:lnTo>
                    <a:pt x="48592" y="59115"/>
                  </a:lnTo>
                  <a:lnTo>
                    <a:pt x="48762" y="59494"/>
                  </a:lnTo>
                  <a:lnTo>
                    <a:pt x="48152" y="60115"/>
                  </a:lnTo>
                  <a:lnTo>
                    <a:pt x="47551" y="60507"/>
                  </a:lnTo>
                  <a:lnTo>
                    <a:pt x="47553" y="60700"/>
                  </a:lnTo>
                  <a:lnTo>
                    <a:pt x="47865" y="61956"/>
                  </a:lnTo>
                  <a:lnTo>
                    <a:pt x="47872" y="62355"/>
                  </a:lnTo>
                  <a:lnTo>
                    <a:pt x="47881" y="62842"/>
                  </a:lnTo>
                  <a:lnTo>
                    <a:pt x="48093" y="63320"/>
                  </a:lnTo>
                  <a:lnTo>
                    <a:pt x="48426" y="64068"/>
                  </a:lnTo>
                  <a:lnTo>
                    <a:pt x="48522" y="64284"/>
                  </a:lnTo>
                  <a:lnTo>
                    <a:pt x="48718" y="64819"/>
                  </a:lnTo>
                  <a:lnTo>
                    <a:pt x="48823" y="65104"/>
                  </a:lnTo>
                  <a:lnTo>
                    <a:pt x="49776" y="65364"/>
                  </a:lnTo>
                  <a:lnTo>
                    <a:pt x="49971" y="65417"/>
                  </a:lnTo>
                  <a:lnTo>
                    <a:pt x="49992" y="65742"/>
                  </a:lnTo>
                  <a:lnTo>
                    <a:pt x="50123" y="67770"/>
                  </a:lnTo>
                  <a:lnTo>
                    <a:pt x="49973" y="68667"/>
                  </a:lnTo>
                  <a:lnTo>
                    <a:pt x="49913" y="69202"/>
                  </a:lnTo>
                  <a:lnTo>
                    <a:pt x="49813" y="70624"/>
                  </a:lnTo>
                  <a:lnTo>
                    <a:pt x="49813" y="71532"/>
                  </a:lnTo>
                  <a:lnTo>
                    <a:pt x="50080" y="72767"/>
                  </a:lnTo>
                  <a:lnTo>
                    <a:pt x="50151" y="73169"/>
                  </a:lnTo>
                  <a:lnTo>
                    <a:pt x="50043" y="73456"/>
                  </a:lnTo>
                  <a:lnTo>
                    <a:pt x="49965" y="73677"/>
                  </a:lnTo>
                  <a:lnTo>
                    <a:pt x="50005" y="74198"/>
                  </a:lnTo>
                  <a:lnTo>
                    <a:pt x="50086" y="75254"/>
                  </a:lnTo>
                  <a:lnTo>
                    <a:pt x="51078" y="76199"/>
                  </a:lnTo>
                  <a:lnTo>
                    <a:pt x="51340" y="76448"/>
                  </a:lnTo>
                  <a:lnTo>
                    <a:pt x="51619" y="76534"/>
                  </a:lnTo>
                  <a:lnTo>
                    <a:pt x="51885" y="76616"/>
                  </a:lnTo>
                  <a:lnTo>
                    <a:pt x="52272" y="77094"/>
                  </a:lnTo>
                  <a:lnTo>
                    <a:pt x="53110" y="78128"/>
                  </a:lnTo>
                  <a:lnTo>
                    <a:pt x="53423" y="78514"/>
                  </a:lnTo>
                  <a:lnTo>
                    <a:pt x="53877" y="79027"/>
                  </a:lnTo>
                  <a:lnTo>
                    <a:pt x="53992" y="79157"/>
                  </a:lnTo>
                  <a:lnTo>
                    <a:pt x="54073" y="79419"/>
                  </a:lnTo>
                  <a:lnTo>
                    <a:pt x="54367" y="80373"/>
                  </a:lnTo>
                  <a:lnTo>
                    <a:pt x="54407" y="80515"/>
                  </a:lnTo>
                  <a:lnTo>
                    <a:pt x="54580" y="81120"/>
                  </a:lnTo>
                  <a:lnTo>
                    <a:pt x="54703" y="81555"/>
                  </a:lnTo>
                  <a:lnTo>
                    <a:pt x="54835" y="82080"/>
                  </a:lnTo>
                  <a:lnTo>
                    <a:pt x="55421" y="83364"/>
                  </a:lnTo>
                  <a:lnTo>
                    <a:pt x="55730" y="83854"/>
                  </a:lnTo>
                  <a:lnTo>
                    <a:pt x="56416" y="84347"/>
                  </a:lnTo>
                  <a:lnTo>
                    <a:pt x="56853" y="84145"/>
                  </a:lnTo>
                  <a:lnTo>
                    <a:pt x="57391" y="84844"/>
                  </a:lnTo>
                  <a:lnTo>
                    <a:pt x="58776" y="86644"/>
                  </a:lnTo>
                  <a:lnTo>
                    <a:pt x="59102" y="87400"/>
                  </a:lnTo>
                  <a:lnTo>
                    <a:pt x="59293" y="87841"/>
                  </a:lnTo>
                  <a:lnTo>
                    <a:pt x="59458" y="88223"/>
                  </a:lnTo>
                  <a:lnTo>
                    <a:pt x="59688" y="88754"/>
                  </a:lnTo>
                  <a:lnTo>
                    <a:pt x="59086" y="91506"/>
                  </a:lnTo>
                  <a:lnTo>
                    <a:pt x="58680" y="92958"/>
                  </a:lnTo>
                  <a:lnTo>
                    <a:pt x="58423" y="95159"/>
                  </a:lnTo>
                  <a:lnTo>
                    <a:pt x="58167" y="95842"/>
                  </a:lnTo>
                  <a:lnTo>
                    <a:pt x="57388" y="97138"/>
                  </a:lnTo>
                  <a:lnTo>
                    <a:pt x="56743" y="98211"/>
                  </a:lnTo>
                  <a:lnTo>
                    <a:pt x="55881" y="99645"/>
                  </a:lnTo>
                  <a:lnTo>
                    <a:pt x="54666" y="101224"/>
                  </a:lnTo>
                  <a:lnTo>
                    <a:pt x="54403" y="101000"/>
                  </a:lnTo>
                  <a:lnTo>
                    <a:pt x="49543" y="96880"/>
                  </a:lnTo>
                  <a:lnTo>
                    <a:pt x="48904" y="96383"/>
                  </a:lnTo>
                  <a:lnTo>
                    <a:pt x="48621" y="96420"/>
                  </a:lnTo>
                  <a:lnTo>
                    <a:pt x="45860" y="96768"/>
                  </a:lnTo>
                  <a:lnTo>
                    <a:pt x="45677" y="96620"/>
                  </a:lnTo>
                  <a:lnTo>
                    <a:pt x="45322" y="96333"/>
                  </a:lnTo>
                  <a:lnTo>
                    <a:pt x="42870" y="94229"/>
                  </a:lnTo>
                  <a:lnTo>
                    <a:pt x="43850" y="92882"/>
                  </a:lnTo>
                  <a:lnTo>
                    <a:pt x="44427" y="92089"/>
                  </a:lnTo>
                  <a:lnTo>
                    <a:pt x="43629" y="91825"/>
                  </a:lnTo>
                  <a:lnTo>
                    <a:pt x="43349" y="91733"/>
                  </a:lnTo>
                  <a:lnTo>
                    <a:pt x="42836" y="91564"/>
                  </a:lnTo>
                  <a:lnTo>
                    <a:pt x="42520" y="91415"/>
                  </a:lnTo>
                  <a:lnTo>
                    <a:pt x="42209" y="91268"/>
                  </a:lnTo>
                  <a:lnTo>
                    <a:pt x="41984" y="91161"/>
                  </a:lnTo>
                  <a:lnTo>
                    <a:pt x="41732" y="91042"/>
                  </a:lnTo>
                  <a:lnTo>
                    <a:pt x="41387" y="90879"/>
                  </a:lnTo>
                  <a:lnTo>
                    <a:pt x="40563" y="90166"/>
                  </a:lnTo>
                  <a:lnTo>
                    <a:pt x="40264" y="89907"/>
                  </a:lnTo>
                  <a:lnTo>
                    <a:pt x="39750" y="89463"/>
                  </a:lnTo>
                  <a:lnTo>
                    <a:pt x="39426" y="89183"/>
                  </a:lnTo>
                  <a:lnTo>
                    <a:pt x="38624" y="88734"/>
                  </a:lnTo>
                  <a:lnTo>
                    <a:pt x="38390" y="88603"/>
                  </a:lnTo>
                  <a:lnTo>
                    <a:pt x="37262" y="87972"/>
                  </a:lnTo>
                  <a:lnTo>
                    <a:pt x="37110" y="87887"/>
                  </a:lnTo>
                  <a:lnTo>
                    <a:pt x="36109" y="87327"/>
                  </a:lnTo>
                  <a:lnTo>
                    <a:pt x="35333" y="86893"/>
                  </a:lnTo>
                  <a:lnTo>
                    <a:pt x="35157" y="86795"/>
                  </a:lnTo>
                  <a:lnTo>
                    <a:pt x="34563" y="86463"/>
                  </a:lnTo>
                  <a:lnTo>
                    <a:pt x="34252" y="86289"/>
                  </a:lnTo>
                  <a:lnTo>
                    <a:pt x="33566" y="85905"/>
                  </a:lnTo>
                  <a:lnTo>
                    <a:pt x="33300" y="85728"/>
                  </a:lnTo>
                  <a:lnTo>
                    <a:pt x="33071" y="85350"/>
                  </a:lnTo>
                  <a:lnTo>
                    <a:pt x="32943" y="85138"/>
                  </a:lnTo>
                  <a:lnTo>
                    <a:pt x="31744" y="83157"/>
                  </a:lnTo>
                  <a:lnTo>
                    <a:pt x="31465" y="82728"/>
                  </a:lnTo>
                  <a:lnTo>
                    <a:pt x="31118" y="82195"/>
                  </a:lnTo>
                  <a:lnTo>
                    <a:pt x="30710" y="81565"/>
                  </a:lnTo>
                  <a:lnTo>
                    <a:pt x="29030" y="79002"/>
                  </a:lnTo>
                  <a:lnTo>
                    <a:pt x="28870" y="78757"/>
                  </a:lnTo>
                  <a:lnTo>
                    <a:pt x="28741" y="78560"/>
                  </a:lnTo>
                  <a:lnTo>
                    <a:pt x="28579" y="78267"/>
                  </a:lnTo>
                  <a:lnTo>
                    <a:pt x="28500" y="78123"/>
                  </a:lnTo>
                  <a:lnTo>
                    <a:pt x="28158" y="77505"/>
                  </a:lnTo>
                  <a:lnTo>
                    <a:pt x="28002" y="77221"/>
                  </a:lnTo>
                  <a:lnTo>
                    <a:pt x="27738" y="76743"/>
                  </a:lnTo>
                  <a:lnTo>
                    <a:pt x="27626" y="76573"/>
                  </a:lnTo>
                  <a:lnTo>
                    <a:pt x="27535" y="76399"/>
                  </a:lnTo>
                  <a:lnTo>
                    <a:pt x="27199" y="75754"/>
                  </a:lnTo>
                  <a:lnTo>
                    <a:pt x="26690" y="74775"/>
                  </a:lnTo>
                  <a:lnTo>
                    <a:pt x="26315" y="74056"/>
                  </a:lnTo>
                  <a:lnTo>
                    <a:pt x="26229" y="73890"/>
                  </a:lnTo>
                  <a:lnTo>
                    <a:pt x="25703" y="72881"/>
                  </a:lnTo>
                  <a:lnTo>
                    <a:pt x="25464" y="72502"/>
                  </a:lnTo>
                  <a:lnTo>
                    <a:pt x="24926" y="71820"/>
                  </a:lnTo>
                  <a:lnTo>
                    <a:pt x="24428" y="71464"/>
                  </a:lnTo>
                  <a:lnTo>
                    <a:pt x="24070" y="71195"/>
                  </a:lnTo>
                  <a:lnTo>
                    <a:pt x="23718" y="70929"/>
                  </a:lnTo>
                  <a:lnTo>
                    <a:pt x="23244" y="70580"/>
                  </a:lnTo>
                  <a:lnTo>
                    <a:pt x="22580" y="70090"/>
                  </a:lnTo>
                  <a:lnTo>
                    <a:pt x="21596" y="69365"/>
                  </a:lnTo>
                  <a:lnTo>
                    <a:pt x="21104" y="69069"/>
                  </a:lnTo>
                  <a:lnTo>
                    <a:pt x="20803" y="69546"/>
                  </a:lnTo>
                  <a:lnTo>
                    <a:pt x="20315" y="70261"/>
                  </a:lnTo>
                  <a:lnTo>
                    <a:pt x="18778" y="72517"/>
                  </a:lnTo>
                  <a:lnTo>
                    <a:pt x="18150" y="73359"/>
                  </a:lnTo>
                  <a:lnTo>
                    <a:pt x="16569" y="70365"/>
                  </a:lnTo>
                  <a:lnTo>
                    <a:pt x="16745" y="70218"/>
                  </a:lnTo>
                  <a:lnTo>
                    <a:pt x="16896" y="70092"/>
                  </a:lnTo>
                  <a:lnTo>
                    <a:pt x="15331" y="68045"/>
                  </a:lnTo>
                  <a:lnTo>
                    <a:pt x="14954" y="67551"/>
                  </a:lnTo>
                  <a:lnTo>
                    <a:pt x="14745" y="67270"/>
                  </a:lnTo>
                  <a:lnTo>
                    <a:pt x="13668" y="65869"/>
                  </a:lnTo>
                  <a:lnTo>
                    <a:pt x="13249" y="65408"/>
                  </a:lnTo>
                  <a:lnTo>
                    <a:pt x="13062" y="65202"/>
                  </a:lnTo>
                  <a:lnTo>
                    <a:pt x="12892" y="65014"/>
                  </a:lnTo>
                  <a:lnTo>
                    <a:pt x="12470" y="64550"/>
                  </a:lnTo>
                  <a:lnTo>
                    <a:pt x="11898" y="63921"/>
                  </a:lnTo>
                  <a:lnTo>
                    <a:pt x="12062" y="63710"/>
                  </a:lnTo>
                  <a:lnTo>
                    <a:pt x="12344" y="63345"/>
                  </a:lnTo>
                  <a:lnTo>
                    <a:pt x="12452" y="63206"/>
                  </a:lnTo>
                  <a:lnTo>
                    <a:pt x="12775" y="62789"/>
                  </a:lnTo>
                  <a:lnTo>
                    <a:pt x="12986" y="62517"/>
                  </a:lnTo>
                  <a:lnTo>
                    <a:pt x="13565" y="61687"/>
                  </a:lnTo>
                  <a:lnTo>
                    <a:pt x="13754" y="61429"/>
                  </a:lnTo>
                  <a:lnTo>
                    <a:pt x="14716" y="59961"/>
                  </a:lnTo>
                  <a:lnTo>
                    <a:pt x="14457" y="59737"/>
                  </a:lnTo>
                  <a:lnTo>
                    <a:pt x="14184" y="59530"/>
                  </a:lnTo>
                  <a:lnTo>
                    <a:pt x="13902" y="59339"/>
                  </a:lnTo>
                  <a:lnTo>
                    <a:pt x="13320" y="58945"/>
                  </a:lnTo>
                  <a:lnTo>
                    <a:pt x="12993" y="58723"/>
                  </a:lnTo>
                  <a:lnTo>
                    <a:pt x="12667" y="58491"/>
                  </a:lnTo>
                  <a:lnTo>
                    <a:pt x="11052" y="57341"/>
                  </a:lnTo>
                  <a:lnTo>
                    <a:pt x="7257" y="54642"/>
                  </a:lnTo>
                  <a:lnTo>
                    <a:pt x="6234" y="53971"/>
                  </a:lnTo>
                  <a:lnTo>
                    <a:pt x="5800" y="53686"/>
                  </a:lnTo>
                  <a:lnTo>
                    <a:pt x="4810" y="53321"/>
                  </a:lnTo>
                  <a:lnTo>
                    <a:pt x="3060" y="53128"/>
                  </a:lnTo>
                  <a:lnTo>
                    <a:pt x="367" y="52832"/>
                  </a:lnTo>
                  <a:lnTo>
                    <a:pt x="0" y="52797"/>
                  </a:lnTo>
                  <a:lnTo>
                    <a:pt x="148" y="52626"/>
                  </a:lnTo>
                  <a:lnTo>
                    <a:pt x="3656" y="48589"/>
                  </a:lnTo>
                  <a:lnTo>
                    <a:pt x="3973" y="48224"/>
                  </a:lnTo>
                  <a:lnTo>
                    <a:pt x="4359" y="47779"/>
                  </a:lnTo>
                  <a:lnTo>
                    <a:pt x="4655" y="47438"/>
                  </a:lnTo>
                  <a:lnTo>
                    <a:pt x="4916" y="47146"/>
                  </a:lnTo>
                  <a:lnTo>
                    <a:pt x="5076" y="46967"/>
                  </a:lnTo>
                  <a:lnTo>
                    <a:pt x="10858" y="40475"/>
                  </a:lnTo>
                  <a:lnTo>
                    <a:pt x="11820" y="39395"/>
                  </a:lnTo>
                  <a:lnTo>
                    <a:pt x="12020" y="39163"/>
                  </a:lnTo>
                  <a:lnTo>
                    <a:pt x="12324" y="38811"/>
                  </a:lnTo>
                  <a:lnTo>
                    <a:pt x="12583" y="38511"/>
                  </a:lnTo>
                  <a:lnTo>
                    <a:pt x="20020" y="29879"/>
                  </a:lnTo>
                  <a:lnTo>
                    <a:pt x="20521" y="29298"/>
                  </a:lnTo>
                  <a:lnTo>
                    <a:pt x="19776" y="28818"/>
                  </a:lnTo>
                  <a:lnTo>
                    <a:pt x="19488" y="28630"/>
                  </a:lnTo>
                  <a:lnTo>
                    <a:pt x="26683" y="18239"/>
                  </a:lnTo>
                  <a:lnTo>
                    <a:pt x="33532" y="8347"/>
                  </a:lnTo>
                  <a:lnTo>
                    <a:pt x="34027" y="7633"/>
                  </a:lnTo>
                  <a:lnTo>
                    <a:pt x="34559" y="6864"/>
                  </a:lnTo>
                  <a:lnTo>
                    <a:pt x="36331" y="4208"/>
                  </a:lnTo>
                  <a:lnTo>
                    <a:pt x="36643" y="3742"/>
                  </a:lnTo>
                  <a:lnTo>
                    <a:pt x="37732" y="2172"/>
                  </a:lnTo>
                  <a:lnTo>
                    <a:pt x="38006" y="1796"/>
                  </a:lnTo>
                  <a:lnTo>
                    <a:pt x="39376" y="0"/>
                  </a:lnTo>
                  <a:lnTo>
                    <a:pt x="40226" y="569"/>
                  </a:lnTo>
                  <a:lnTo>
                    <a:pt x="42747" y="2258"/>
                  </a:lnTo>
                  <a:lnTo>
                    <a:pt x="45576" y="4152"/>
                  </a:lnTo>
                  <a:lnTo>
                    <a:pt x="46823" y="4987"/>
                  </a:lnTo>
                  <a:lnTo>
                    <a:pt x="49881" y="7035"/>
                  </a:lnTo>
                  <a:lnTo>
                    <a:pt x="50197" y="7247"/>
                  </a:lnTo>
                  <a:lnTo>
                    <a:pt x="49907" y="7687"/>
                  </a:lnTo>
                  <a:lnTo>
                    <a:pt x="47763" y="10978"/>
                  </a:lnTo>
                  <a:lnTo>
                    <a:pt x="47330" y="11641"/>
                  </a:lnTo>
                  <a:lnTo>
                    <a:pt x="47151" y="11916"/>
                  </a:lnTo>
                  <a:lnTo>
                    <a:pt x="45018" y="15019"/>
                  </a:lnTo>
                  <a:lnTo>
                    <a:pt x="43701" y="16935"/>
                  </a:lnTo>
                  <a:lnTo>
                    <a:pt x="39888" y="22480"/>
                  </a:lnTo>
                  <a:lnTo>
                    <a:pt x="39174" y="23565"/>
                  </a:lnTo>
                  <a:lnTo>
                    <a:pt x="37936" y="25448"/>
                  </a:lnTo>
                  <a:lnTo>
                    <a:pt x="37718" y="25779"/>
                  </a:lnTo>
                  <a:lnTo>
                    <a:pt x="36805" y="27168"/>
                  </a:lnTo>
                  <a:lnTo>
                    <a:pt x="34462" y="30351"/>
                  </a:lnTo>
                  <a:lnTo>
                    <a:pt x="33542" y="32014"/>
                  </a:lnTo>
                  <a:lnTo>
                    <a:pt x="36583" y="33949"/>
                  </a:lnTo>
                  <a:lnTo>
                    <a:pt x="40003" y="36125"/>
                  </a:lnTo>
                  <a:lnTo>
                    <a:pt x="40757" y="366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753019" y="2819123"/>
              <a:ext cx="85056" cy="90746"/>
            </a:xfrm>
            <a:custGeom>
              <a:avLst/>
              <a:pathLst>
                <a:path w="85056" h="90746">
                  <a:moveTo>
                    <a:pt x="46865" y="90746"/>
                  </a:moveTo>
                  <a:lnTo>
                    <a:pt x="46640" y="90557"/>
                  </a:lnTo>
                  <a:lnTo>
                    <a:pt x="43237" y="87704"/>
                  </a:lnTo>
                  <a:lnTo>
                    <a:pt x="41783" y="86485"/>
                  </a:lnTo>
                  <a:lnTo>
                    <a:pt x="40548" y="85491"/>
                  </a:lnTo>
                  <a:lnTo>
                    <a:pt x="35080" y="81086"/>
                  </a:lnTo>
                  <a:lnTo>
                    <a:pt x="31188" y="77898"/>
                  </a:lnTo>
                  <a:lnTo>
                    <a:pt x="29657" y="76736"/>
                  </a:lnTo>
                  <a:lnTo>
                    <a:pt x="29947" y="76357"/>
                  </a:lnTo>
                  <a:lnTo>
                    <a:pt x="29787" y="76247"/>
                  </a:lnTo>
                  <a:lnTo>
                    <a:pt x="24600" y="72672"/>
                  </a:lnTo>
                  <a:lnTo>
                    <a:pt x="19962" y="69375"/>
                  </a:lnTo>
                  <a:lnTo>
                    <a:pt x="15194" y="65985"/>
                  </a:lnTo>
                  <a:lnTo>
                    <a:pt x="10334" y="62529"/>
                  </a:lnTo>
                  <a:lnTo>
                    <a:pt x="10162" y="62407"/>
                  </a:lnTo>
                  <a:lnTo>
                    <a:pt x="6626" y="59893"/>
                  </a:lnTo>
                  <a:lnTo>
                    <a:pt x="6481" y="59790"/>
                  </a:lnTo>
                  <a:lnTo>
                    <a:pt x="1905" y="56537"/>
                  </a:lnTo>
                  <a:lnTo>
                    <a:pt x="1699" y="56390"/>
                  </a:lnTo>
                  <a:lnTo>
                    <a:pt x="1351" y="56143"/>
                  </a:lnTo>
                  <a:lnTo>
                    <a:pt x="0" y="55182"/>
                  </a:lnTo>
                  <a:lnTo>
                    <a:pt x="718" y="54244"/>
                  </a:lnTo>
                  <a:lnTo>
                    <a:pt x="1062" y="53795"/>
                  </a:lnTo>
                  <a:lnTo>
                    <a:pt x="4062" y="49686"/>
                  </a:lnTo>
                  <a:lnTo>
                    <a:pt x="4196" y="49502"/>
                  </a:lnTo>
                  <a:lnTo>
                    <a:pt x="4844" y="48616"/>
                  </a:lnTo>
                  <a:lnTo>
                    <a:pt x="7856" y="44490"/>
                  </a:lnTo>
                  <a:lnTo>
                    <a:pt x="9363" y="42426"/>
                  </a:lnTo>
                  <a:lnTo>
                    <a:pt x="9680" y="41992"/>
                  </a:lnTo>
                  <a:lnTo>
                    <a:pt x="9918" y="41667"/>
                  </a:lnTo>
                  <a:lnTo>
                    <a:pt x="10172" y="41319"/>
                  </a:lnTo>
                  <a:lnTo>
                    <a:pt x="10584" y="40754"/>
                  </a:lnTo>
                  <a:lnTo>
                    <a:pt x="12645" y="37932"/>
                  </a:lnTo>
                  <a:lnTo>
                    <a:pt x="13013" y="37428"/>
                  </a:lnTo>
                  <a:lnTo>
                    <a:pt x="16266" y="32973"/>
                  </a:lnTo>
                  <a:lnTo>
                    <a:pt x="16414" y="32771"/>
                  </a:lnTo>
                  <a:lnTo>
                    <a:pt x="16820" y="32215"/>
                  </a:lnTo>
                  <a:lnTo>
                    <a:pt x="18359" y="30107"/>
                  </a:lnTo>
                  <a:lnTo>
                    <a:pt x="19930" y="27955"/>
                  </a:lnTo>
                  <a:lnTo>
                    <a:pt x="20140" y="27649"/>
                  </a:lnTo>
                  <a:lnTo>
                    <a:pt x="20909" y="26529"/>
                  </a:lnTo>
                  <a:lnTo>
                    <a:pt x="22031" y="24893"/>
                  </a:lnTo>
                  <a:lnTo>
                    <a:pt x="22740" y="23859"/>
                  </a:lnTo>
                  <a:lnTo>
                    <a:pt x="23705" y="22454"/>
                  </a:lnTo>
                  <a:lnTo>
                    <a:pt x="23879" y="22200"/>
                  </a:lnTo>
                  <a:lnTo>
                    <a:pt x="24738" y="20948"/>
                  </a:lnTo>
                  <a:lnTo>
                    <a:pt x="25007" y="20555"/>
                  </a:lnTo>
                  <a:lnTo>
                    <a:pt x="29886" y="13444"/>
                  </a:lnTo>
                  <a:lnTo>
                    <a:pt x="30294" y="12849"/>
                  </a:lnTo>
                  <a:lnTo>
                    <a:pt x="30761" y="12168"/>
                  </a:lnTo>
                  <a:lnTo>
                    <a:pt x="32181" y="10099"/>
                  </a:lnTo>
                  <a:lnTo>
                    <a:pt x="32402" y="9777"/>
                  </a:lnTo>
                  <a:lnTo>
                    <a:pt x="32536" y="9586"/>
                  </a:lnTo>
                  <a:lnTo>
                    <a:pt x="39255" y="0"/>
                  </a:lnTo>
                  <a:lnTo>
                    <a:pt x="41516" y="1539"/>
                  </a:lnTo>
                  <a:lnTo>
                    <a:pt x="41944" y="1830"/>
                  </a:lnTo>
                  <a:lnTo>
                    <a:pt x="44743" y="3735"/>
                  </a:lnTo>
                  <a:lnTo>
                    <a:pt x="46403" y="4852"/>
                  </a:lnTo>
                  <a:lnTo>
                    <a:pt x="46720" y="5065"/>
                  </a:lnTo>
                  <a:lnTo>
                    <a:pt x="47826" y="5809"/>
                  </a:lnTo>
                  <a:lnTo>
                    <a:pt x="49778" y="7121"/>
                  </a:lnTo>
                  <a:lnTo>
                    <a:pt x="53152" y="9390"/>
                  </a:lnTo>
                  <a:lnTo>
                    <a:pt x="56383" y="11563"/>
                  </a:lnTo>
                  <a:lnTo>
                    <a:pt x="56564" y="11685"/>
                  </a:lnTo>
                  <a:lnTo>
                    <a:pt x="57944" y="12613"/>
                  </a:lnTo>
                  <a:lnTo>
                    <a:pt x="59530" y="13680"/>
                  </a:lnTo>
                  <a:lnTo>
                    <a:pt x="62827" y="15897"/>
                  </a:lnTo>
                  <a:lnTo>
                    <a:pt x="64801" y="17225"/>
                  </a:lnTo>
                  <a:lnTo>
                    <a:pt x="66030" y="18051"/>
                  </a:lnTo>
                  <a:lnTo>
                    <a:pt x="70150" y="20822"/>
                  </a:lnTo>
                  <a:lnTo>
                    <a:pt x="70036" y="20980"/>
                  </a:lnTo>
                  <a:lnTo>
                    <a:pt x="69775" y="21343"/>
                  </a:lnTo>
                  <a:lnTo>
                    <a:pt x="66107" y="26436"/>
                  </a:lnTo>
                  <a:lnTo>
                    <a:pt x="66266" y="26556"/>
                  </a:lnTo>
                  <a:lnTo>
                    <a:pt x="66586" y="26799"/>
                  </a:lnTo>
                  <a:lnTo>
                    <a:pt x="67918" y="27806"/>
                  </a:lnTo>
                  <a:lnTo>
                    <a:pt x="71136" y="30240"/>
                  </a:lnTo>
                  <a:lnTo>
                    <a:pt x="80749" y="37603"/>
                  </a:lnTo>
                  <a:lnTo>
                    <a:pt x="84690" y="40454"/>
                  </a:lnTo>
                  <a:lnTo>
                    <a:pt x="85056" y="40719"/>
                  </a:lnTo>
                  <a:lnTo>
                    <a:pt x="84523" y="41488"/>
                  </a:lnTo>
                  <a:lnTo>
                    <a:pt x="84029" y="42202"/>
                  </a:lnTo>
                  <a:lnTo>
                    <a:pt x="77179" y="52094"/>
                  </a:lnTo>
                  <a:lnTo>
                    <a:pt x="69984" y="62484"/>
                  </a:lnTo>
                  <a:lnTo>
                    <a:pt x="70277" y="62676"/>
                  </a:lnTo>
                  <a:lnTo>
                    <a:pt x="70923" y="63262"/>
                  </a:lnTo>
                  <a:lnTo>
                    <a:pt x="70516" y="63734"/>
                  </a:lnTo>
                  <a:lnTo>
                    <a:pt x="63079" y="72366"/>
                  </a:lnTo>
                  <a:lnTo>
                    <a:pt x="62821" y="72666"/>
                  </a:lnTo>
                  <a:lnTo>
                    <a:pt x="62492" y="73046"/>
                  </a:lnTo>
                  <a:lnTo>
                    <a:pt x="62316" y="73250"/>
                  </a:lnTo>
                  <a:lnTo>
                    <a:pt x="61354" y="74330"/>
                  </a:lnTo>
                  <a:lnTo>
                    <a:pt x="55572" y="80821"/>
                  </a:lnTo>
                  <a:lnTo>
                    <a:pt x="55412" y="81000"/>
                  </a:lnTo>
                  <a:lnTo>
                    <a:pt x="55151" y="81293"/>
                  </a:lnTo>
                  <a:lnTo>
                    <a:pt x="54856" y="81634"/>
                  </a:lnTo>
                  <a:lnTo>
                    <a:pt x="54469" y="82079"/>
                  </a:lnTo>
                  <a:lnTo>
                    <a:pt x="54152" y="82444"/>
                  </a:lnTo>
                  <a:lnTo>
                    <a:pt x="50644" y="86481"/>
                  </a:lnTo>
                  <a:lnTo>
                    <a:pt x="50496" y="86652"/>
                  </a:lnTo>
                  <a:lnTo>
                    <a:pt x="50357" y="86809"/>
                  </a:lnTo>
                  <a:lnTo>
                    <a:pt x="48095" y="89359"/>
                  </a:lnTo>
                  <a:lnTo>
                    <a:pt x="47737" y="89763"/>
                  </a:lnTo>
                  <a:lnTo>
                    <a:pt x="47386" y="9015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2652011" y="2810741"/>
              <a:ext cx="133189" cy="95939"/>
            </a:xfrm>
            <a:custGeom>
              <a:avLst/>
              <a:pathLst>
                <a:path w="133189" h="95939">
                  <a:moveTo>
                    <a:pt x="110336" y="3471"/>
                  </a:moveTo>
                  <a:lnTo>
                    <a:pt x="113016" y="5374"/>
                  </a:lnTo>
                  <a:lnTo>
                    <a:pt x="112703" y="5807"/>
                  </a:lnTo>
                  <a:lnTo>
                    <a:pt x="116019" y="7989"/>
                  </a:lnTo>
                  <a:lnTo>
                    <a:pt x="119250" y="10116"/>
                  </a:lnTo>
                  <a:lnTo>
                    <a:pt x="119343" y="9980"/>
                  </a:lnTo>
                  <a:lnTo>
                    <a:pt x="119551" y="9679"/>
                  </a:lnTo>
                  <a:lnTo>
                    <a:pt x="119648" y="9546"/>
                  </a:lnTo>
                  <a:lnTo>
                    <a:pt x="120006" y="9048"/>
                  </a:lnTo>
                  <a:lnTo>
                    <a:pt x="120337" y="9275"/>
                  </a:lnTo>
                  <a:lnTo>
                    <a:pt x="122853" y="10994"/>
                  </a:lnTo>
                  <a:lnTo>
                    <a:pt x="123230" y="11251"/>
                  </a:lnTo>
                  <a:lnTo>
                    <a:pt x="124816" y="12314"/>
                  </a:lnTo>
                  <a:lnTo>
                    <a:pt x="126559" y="13482"/>
                  </a:lnTo>
                  <a:lnTo>
                    <a:pt x="126344" y="13963"/>
                  </a:lnTo>
                  <a:lnTo>
                    <a:pt x="131410" y="17307"/>
                  </a:lnTo>
                  <a:lnTo>
                    <a:pt x="131732" y="17520"/>
                  </a:lnTo>
                  <a:lnTo>
                    <a:pt x="132538" y="18052"/>
                  </a:lnTo>
                  <a:lnTo>
                    <a:pt x="132866" y="18268"/>
                  </a:lnTo>
                  <a:lnTo>
                    <a:pt x="133189" y="18481"/>
                  </a:lnTo>
                  <a:lnTo>
                    <a:pt x="131769" y="20550"/>
                  </a:lnTo>
                  <a:lnTo>
                    <a:pt x="131302" y="21232"/>
                  </a:lnTo>
                  <a:lnTo>
                    <a:pt x="130894" y="21826"/>
                  </a:lnTo>
                  <a:lnTo>
                    <a:pt x="126015" y="28938"/>
                  </a:lnTo>
                  <a:lnTo>
                    <a:pt x="125746" y="29330"/>
                  </a:lnTo>
                  <a:lnTo>
                    <a:pt x="124818" y="30682"/>
                  </a:lnTo>
                  <a:lnTo>
                    <a:pt x="124657" y="30916"/>
                  </a:lnTo>
                  <a:lnTo>
                    <a:pt x="123748" y="32241"/>
                  </a:lnTo>
                  <a:lnTo>
                    <a:pt x="123039" y="33275"/>
                  </a:lnTo>
                  <a:lnTo>
                    <a:pt x="121917" y="34911"/>
                  </a:lnTo>
                  <a:lnTo>
                    <a:pt x="121148" y="36031"/>
                  </a:lnTo>
                  <a:lnTo>
                    <a:pt x="120938" y="36337"/>
                  </a:lnTo>
                  <a:lnTo>
                    <a:pt x="119367" y="38489"/>
                  </a:lnTo>
                  <a:lnTo>
                    <a:pt x="117828" y="40597"/>
                  </a:lnTo>
                  <a:lnTo>
                    <a:pt x="117422" y="41153"/>
                  </a:lnTo>
                  <a:lnTo>
                    <a:pt x="117267" y="41365"/>
                  </a:lnTo>
                  <a:lnTo>
                    <a:pt x="114021" y="45810"/>
                  </a:lnTo>
                  <a:lnTo>
                    <a:pt x="113653" y="46314"/>
                  </a:lnTo>
                  <a:lnTo>
                    <a:pt x="111592" y="49136"/>
                  </a:lnTo>
                  <a:lnTo>
                    <a:pt x="111180" y="49701"/>
                  </a:lnTo>
                  <a:lnTo>
                    <a:pt x="110926" y="50049"/>
                  </a:lnTo>
                  <a:lnTo>
                    <a:pt x="110688" y="50374"/>
                  </a:lnTo>
                  <a:lnTo>
                    <a:pt x="110371" y="50808"/>
                  </a:lnTo>
                  <a:lnTo>
                    <a:pt x="108864" y="52872"/>
                  </a:lnTo>
                  <a:lnTo>
                    <a:pt x="105852" y="56998"/>
                  </a:lnTo>
                  <a:lnTo>
                    <a:pt x="105187" y="57908"/>
                  </a:lnTo>
                  <a:lnTo>
                    <a:pt x="105025" y="58129"/>
                  </a:lnTo>
                  <a:lnTo>
                    <a:pt x="101912" y="62383"/>
                  </a:lnTo>
                  <a:lnTo>
                    <a:pt x="101726" y="62626"/>
                  </a:lnTo>
                  <a:lnTo>
                    <a:pt x="101007" y="63564"/>
                  </a:lnTo>
                  <a:lnTo>
                    <a:pt x="92851" y="74570"/>
                  </a:lnTo>
                  <a:lnTo>
                    <a:pt x="91631" y="76216"/>
                  </a:lnTo>
                  <a:lnTo>
                    <a:pt x="90532" y="77698"/>
                  </a:lnTo>
                  <a:lnTo>
                    <a:pt x="87673" y="81557"/>
                  </a:lnTo>
                  <a:lnTo>
                    <a:pt x="86280" y="83435"/>
                  </a:lnTo>
                  <a:lnTo>
                    <a:pt x="84277" y="86139"/>
                  </a:lnTo>
                  <a:lnTo>
                    <a:pt x="81040" y="90506"/>
                  </a:lnTo>
                  <a:lnTo>
                    <a:pt x="80743" y="90907"/>
                  </a:lnTo>
                  <a:lnTo>
                    <a:pt x="77920" y="94716"/>
                  </a:lnTo>
                  <a:lnTo>
                    <a:pt x="77014" y="95939"/>
                  </a:lnTo>
                  <a:lnTo>
                    <a:pt x="76221" y="95279"/>
                  </a:lnTo>
                  <a:lnTo>
                    <a:pt x="75791" y="94920"/>
                  </a:lnTo>
                  <a:lnTo>
                    <a:pt x="75367" y="94567"/>
                  </a:lnTo>
                  <a:lnTo>
                    <a:pt x="75117" y="94360"/>
                  </a:lnTo>
                  <a:lnTo>
                    <a:pt x="71244" y="91135"/>
                  </a:lnTo>
                  <a:lnTo>
                    <a:pt x="71108" y="91022"/>
                  </a:lnTo>
                  <a:lnTo>
                    <a:pt x="70590" y="90592"/>
                  </a:lnTo>
                  <a:lnTo>
                    <a:pt x="68986" y="89256"/>
                  </a:lnTo>
                  <a:lnTo>
                    <a:pt x="64190" y="85259"/>
                  </a:lnTo>
                  <a:lnTo>
                    <a:pt x="63445" y="84602"/>
                  </a:lnTo>
                  <a:lnTo>
                    <a:pt x="61735" y="83097"/>
                  </a:lnTo>
                  <a:lnTo>
                    <a:pt x="54075" y="76354"/>
                  </a:lnTo>
                  <a:lnTo>
                    <a:pt x="50153" y="72910"/>
                  </a:lnTo>
                  <a:lnTo>
                    <a:pt x="49695" y="72508"/>
                  </a:lnTo>
                  <a:lnTo>
                    <a:pt x="49423" y="72269"/>
                  </a:lnTo>
                  <a:lnTo>
                    <a:pt x="49132" y="72049"/>
                  </a:lnTo>
                  <a:lnTo>
                    <a:pt x="48980" y="71934"/>
                  </a:lnTo>
                  <a:lnTo>
                    <a:pt x="48741" y="71738"/>
                  </a:lnTo>
                  <a:lnTo>
                    <a:pt x="48421" y="71476"/>
                  </a:lnTo>
                  <a:lnTo>
                    <a:pt x="44421" y="68157"/>
                  </a:lnTo>
                  <a:lnTo>
                    <a:pt x="40145" y="64611"/>
                  </a:lnTo>
                  <a:lnTo>
                    <a:pt x="39849" y="64365"/>
                  </a:lnTo>
                  <a:lnTo>
                    <a:pt x="35883" y="60879"/>
                  </a:lnTo>
                  <a:lnTo>
                    <a:pt x="32783" y="58156"/>
                  </a:lnTo>
                  <a:lnTo>
                    <a:pt x="30987" y="56578"/>
                  </a:lnTo>
                  <a:lnTo>
                    <a:pt x="30429" y="56087"/>
                  </a:lnTo>
                  <a:lnTo>
                    <a:pt x="28334" y="54203"/>
                  </a:lnTo>
                  <a:lnTo>
                    <a:pt x="23606" y="49950"/>
                  </a:lnTo>
                  <a:lnTo>
                    <a:pt x="23198" y="49584"/>
                  </a:lnTo>
                  <a:lnTo>
                    <a:pt x="17898" y="44816"/>
                  </a:lnTo>
                  <a:lnTo>
                    <a:pt x="17292" y="44271"/>
                  </a:lnTo>
                  <a:lnTo>
                    <a:pt x="14160" y="41505"/>
                  </a:lnTo>
                  <a:lnTo>
                    <a:pt x="12068" y="39658"/>
                  </a:lnTo>
                  <a:lnTo>
                    <a:pt x="9833" y="37701"/>
                  </a:lnTo>
                  <a:lnTo>
                    <a:pt x="7145" y="36027"/>
                  </a:lnTo>
                  <a:lnTo>
                    <a:pt x="5026" y="34706"/>
                  </a:lnTo>
                  <a:lnTo>
                    <a:pt x="2406" y="33074"/>
                  </a:lnTo>
                  <a:lnTo>
                    <a:pt x="825" y="32088"/>
                  </a:lnTo>
                  <a:lnTo>
                    <a:pt x="202" y="31701"/>
                  </a:lnTo>
                  <a:lnTo>
                    <a:pt x="0" y="31574"/>
                  </a:lnTo>
                  <a:lnTo>
                    <a:pt x="39" y="31109"/>
                  </a:lnTo>
                  <a:lnTo>
                    <a:pt x="69" y="30761"/>
                  </a:lnTo>
                  <a:lnTo>
                    <a:pt x="211" y="30539"/>
                  </a:lnTo>
                  <a:lnTo>
                    <a:pt x="697" y="29782"/>
                  </a:lnTo>
                  <a:lnTo>
                    <a:pt x="1366" y="28740"/>
                  </a:lnTo>
                  <a:lnTo>
                    <a:pt x="2127" y="27555"/>
                  </a:lnTo>
                  <a:lnTo>
                    <a:pt x="2233" y="27389"/>
                  </a:lnTo>
                  <a:lnTo>
                    <a:pt x="5414" y="22434"/>
                  </a:lnTo>
                  <a:lnTo>
                    <a:pt x="5658" y="22054"/>
                  </a:lnTo>
                  <a:lnTo>
                    <a:pt x="5744" y="21920"/>
                  </a:lnTo>
                  <a:lnTo>
                    <a:pt x="5949" y="21600"/>
                  </a:lnTo>
                  <a:lnTo>
                    <a:pt x="6352" y="20971"/>
                  </a:lnTo>
                  <a:lnTo>
                    <a:pt x="6436" y="20797"/>
                  </a:lnTo>
                  <a:lnTo>
                    <a:pt x="10482" y="23465"/>
                  </a:lnTo>
                  <a:lnTo>
                    <a:pt x="11974" y="24448"/>
                  </a:lnTo>
                  <a:lnTo>
                    <a:pt x="13647" y="25552"/>
                  </a:lnTo>
                  <a:lnTo>
                    <a:pt x="16798" y="27629"/>
                  </a:lnTo>
                  <a:lnTo>
                    <a:pt x="19746" y="29573"/>
                  </a:lnTo>
                  <a:lnTo>
                    <a:pt x="21584" y="30785"/>
                  </a:lnTo>
                  <a:lnTo>
                    <a:pt x="22558" y="31427"/>
                  </a:lnTo>
                  <a:lnTo>
                    <a:pt x="22851" y="31627"/>
                  </a:lnTo>
                  <a:lnTo>
                    <a:pt x="25878" y="33695"/>
                  </a:lnTo>
                  <a:lnTo>
                    <a:pt x="30159" y="36565"/>
                  </a:lnTo>
                  <a:lnTo>
                    <a:pt x="31619" y="37544"/>
                  </a:lnTo>
                  <a:lnTo>
                    <a:pt x="35646" y="40245"/>
                  </a:lnTo>
                  <a:lnTo>
                    <a:pt x="40783" y="43689"/>
                  </a:lnTo>
                  <a:lnTo>
                    <a:pt x="44031" y="45867"/>
                  </a:lnTo>
                  <a:lnTo>
                    <a:pt x="45276" y="46666"/>
                  </a:lnTo>
                  <a:lnTo>
                    <a:pt x="45733" y="46959"/>
                  </a:lnTo>
                  <a:lnTo>
                    <a:pt x="47278" y="47950"/>
                  </a:lnTo>
                  <a:lnTo>
                    <a:pt x="49788" y="49560"/>
                  </a:lnTo>
                  <a:lnTo>
                    <a:pt x="49996" y="49701"/>
                  </a:lnTo>
                  <a:lnTo>
                    <a:pt x="50589" y="50102"/>
                  </a:lnTo>
                  <a:lnTo>
                    <a:pt x="54502" y="52748"/>
                  </a:lnTo>
                  <a:lnTo>
                    <a:pt x="54682" y="52867"/>
                  </a:lnTo>
                  <a:lnTo>
                    <a:pt x="57912" y="55011"/>
                  </a:lnTo>
                  <a:lnTo>
                    <a:pt x="60227" y="56429"/>
                  </a:lnTo>
                  <a:lnTo>
                    <a:pt x="60686" y="55776"/>
                  </a:lnTo>
                  <a:lnTo>
                    <a:pt x="61295" y="54970"/>
                  </a:lnTo>
                  <a:lnTo>
                    <a:pt x="62749" y="53044"/>
                  </a:lnTo>
                  <a:lnTo>
                    <a:pt x="64469" y="50765"/>
                  </a:lnTo>
                  <a:lnTo>
                    <a:pt x="64889" y="50208"/>
                  </a:lnTo>
                  <a:lnTo>
                    <a:pt x="67166" y="47192"/>
                  </a:lnTo>
                  <a:lnTo>
                    <a:pt x="67493" y="46759"/>
                  </a:lnTo>
                  <a:lnTo>
                    <a:pt x="67670" y="46551"/>
                  </a:lnTo>
                  <a:lnTo>
                    <a:pt x="69562" y="44329"/>
                  </a:lnTo>
                  <a:lnTo>
                    <a:pt x="69994" y="43823"/>
                  </a:lnTo>
                  <a:lnTo>
                    <a:pt x="71976" y="41496"/>
                  </a:lnTo>
                  <a:lnTo>
                    <a:pt x="74747" y="38369"/>
                  </a:lnTo>
                  <a:lnTo>
                    <a:pt x="77295" y="35588"/>
                  </a:lnTo>
                  <a:lnTo>
                    <a:pt x="78899" y="33837"/>
                  </a:lnTo>
                  <a:lnTo>
                    <a:pt x="79798" y="32768"/>
                  </a:lnTo>
                  <a:lnTo>
                    <a:pt x="82062" y="30077"/>
                  </a:lnTo>
                  <a:lnTo>
                    <a:pt x="82352" y="29731"/>
                  </a:lnTo>
                  <a:lnTo>
                    <a:pt x="83320" y="30435"/>
                  </a:lnTo>
                  <a:lnTo>
                    <a:pt x="83572" y="30126"/>
                  </a:lnTo>
                  <a:lnTo>
                    <a:pt x="86652" y="26336"/>
                  </a:lnTo>
                  <a:lnTo>
                    <a:pt x="88114" y="24537"/>
                  </a:lnTo>
                  <a:lnTo>
                    <a:pt x="89915" y="22322"/>
                  </a:lnTo>
                  <a:lnTo>
                    <a:pt x="90088" y="22109"/>
                  </a:lnTo>
                  <a:lnTo>
                    <a:pt x="90504" y="21597"/>
                  </a:lnTo>
                  <a:lnTo>
                    <a:pt x="90836" y="21189"/>
                  </a:lnTo>
                  <a:lnTo>
                    <a:pt x="93543" y="17858"/>
                  </a:lnTo>
                  <a:lnTo>
                    <a:pt x="96221" y="14565"/>
                  </a:lnTo>
                  <a:lnTo>
                    <a:pt x="97858" y="12550"/>
                  </a:lnTo>
                  <a:lnTo>
                    <a:pt x="98719" y="11420"/>
                  </a:lnTo>
                  <a:lnTo>
                    <a:pt x="99060" y="10971"/>
                  </a:lnTo>
                  <a:lnTo>
                    <a:pt x="99238" y="10704"/>
                  </a:lnTo>
                  <a:lnTo>
                    <a:pt x="100489" y="8822"/>
                  </a:lnTo>
                  <a:lnTo>
                    <a:pt x="101259" y="7645"/>
                  </a:lnTo>
                  <a:lnTo>
                    <a:pt x="103179" y="4710"/>
                  </a:lnTo>
                  <a:lnTo>
                    <a:pt x="103336" y="4474"/>
                  </a:lnTo>
                  <a:lnTo>
                    <a:pt x="104346" y="2951"/>
                  </a:lnTo>
                  <a:lnTo>
                    <a:pt x="105616" y="1011"/>
                  </a:lnTo>
                  <a:lnTo>
                    <a:pt x="105849" y="656"/>
                  </a:lnTo>
                  <a:lnTo>
                    <a:pt x="106305" y="0"/>
                  </a:lnTo>
                  <a:lnTo>
                    <a:pt x="106723" y="262"/>
                  </a:lnTo>
                  <a:lnTo>
                    <a:pt x="107581" y="800"/>
                  </a:lnTo>
                  <a:lnTo>
                    <a:pt x="108710" y="1508"/>
                  </a:lnTo>
                  <a:lnTo>
                    <a:pt x="110256" y="2477"/>
                  </a:lnTo>
                  <a:lnTo>
                    <a:pt x="109936" y="2963"/>
                  </a:lnTo>
                  <a:lnTo>
                    <a:pt x="109821" y="3128"/>
                  </a:lnTo>
                  <a:lnTo>
                    <a:pt x="110129" y="33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692871" y="2791158"/>
              <a:ext cx="62319" cy="69791"/>
            </a:xfrm>
            <a:custGeom>
              <a:avLst/>
              <a:pathLst>
                <a:path w="62319" h="69791">
                  <a:moveTo>
                    <a:pt x="44404" y="0"/>
                  </a:moveTo>
                  <a:lnTo>
                    <a:pt x="45507" y="8603"/>
                  </a:lnTo>
                  <a:lnTo>
                    <a:pt x="48793" y="8192"/>
                  </a:lnTo>
                  <a:lnTo>
                    <a:pt x="47192" y="10952"/>
                  </a:lnTo>
                  <a:lnTo>
                    <a:pt x="46681" y="11832"/>
                  </a:lnTo>
                  <a:lnTo>
                    <a:pt x="45387" y="14064"/>
                  </a:lnTo>
                  <a:lnTo>
                    <a:pt x="48837" y="16010"/>
                  </a:lnTo>
                  <a:lnTo>
                    <a:pt x="48979" y="16093"/>
                  </a:lnTo>
                  <a:lnTo>
                    <a:pt x="50053" y="16724"/>
                  </a:lnTo>
                  <a:lnTo>
                    <a:pt x="50901" y="17222"/>
                  </a:lnTo>
                  <a:lnTo>
                    <a:pt x="51730" y="17811"/>
                  </a:lnTo>
                  <a:lnTo>
                    <a:pt x="51967" y="17979"/>
                  </a:lnTo>
                  <a:lnTo>
                    <a:pt x="52129" y="18094"/>
                  </a:lnTo>
                  <a:lnTo>
                    <a:pt x="53352" y="18962"/>
                  </a:lnTo>
                  <a:lnTo>
                    <a:pt x="54444" y="19738"/>
                  </a:lnTo>
                  <a:lnTo>
                    <a:pt x="55058" y="20144"/>
                  </a:lnTo>
                  <a:lnTo>
                    <a:pt x="56217" y="20913"/>
                  </a:lnTo>
                  <a:lnTo>
                    <a:pt x="58665" y="22268"/>
                  </a:lnTo>
                  <a:lnTo>
                    <a:pt x="62319" y="24293"/>
                  </a:lnTo>
                  <a:lnTo>
                    <a:pt x="60398" y="27228"/>
                  </a:lnTo>
                  <a:lnTo>
                    <a:pt x="59628" y="28404"/>
                  </a:lnTo>
                  <a:lnTo>
                    <a:pt x="58377" y="30287"/>
                  </a:lnTo>
                  <a:lnTo>
                    <a:pt x="58187" y="30570"/>
                  </a:lnTo>
                  <a:lnTo>
                    <a:pt x="57858" y="31003"/>
                  </a:lnTo>
                  <a:lnTo>
                    <a:pt x="56997" y="32133"/>
                  </a:lnTo>
                  <a:lnTo>
                    <a:pt x="55360" y="34147"/>
                  </a:lnTo>
                  <a:lnTo>
                    <a:pt x="52683" y="37441"/>
                  </a:lnTo>
                  <a:lnTo>
                    <a:pt x="49975" y="40772"/>
                  </a:lnTo>
                  <a:lnTo>
                    <a:pt x="49643" y="41180"/>
                  </a:lnTo>
                  <a:lnTo>
                    <a:pt x="49227" y="41692"/>
                  </a:lnTo>
                  <a:lnTo>
                    <a:pt x="49054" y="41905"/>
                  </a:lnTo>
                  <a:lnTo>
                    <a:pt x="47254" y="44120"/>
                  </a:lnTo>
                  <a:lnTo>
                    <a:pt x="45714" y="46014"/>
                  </a:lnTo>
                  <a:lnTo>
                    <a:pt x="42711" y="49708"/>
                  </a:lnTo>
                  <a:lnTo>
                    <a:pt x="42460" y="50017"/>
                  </a:lnTo>
                  <a:lnTo>
                    <a:pt x="41492" y="49314"/>
                  </a:lnTo>
                  <a:lnTo>
                    <a:pt x="41201" y="49659"/>
                  </a:lnTo>
                  <a:lnTo>
                    <a:pt x="38938" y="52351"/>
                  </a:lnTo>
                  <a:lnTo>
                    <a:pt x="38039" y="53420"/>
                  </a:lnTo>
                  <a:lnTo>
                    <a:pt x="36434" y="55171"/>
                  </a:lnTo>
                  <a:lnTo>
                    <a:pt x="33828" y="58017"/>
                  </a:lnTo>
                  <a:lnTo>
                    <a:pt x="31115" y="61079"/>
                  </a:lnTo>
                  <a:lnTo>
                    <a:pt x="29133" y="63405"/>
                  </a:lnTo>
                  <a:lnTo>
                    <a:pt x="28702" y="63912"/>
                  </a:lnTo>
                  <a:lnTo>
                    <a:pt x="26809" y="66134"/>
                  </a:lnTo>
                  <a:lnTo>
                    <a:pt x="26632" y="66342"/>
                  </a:lnTo>
                  <a:lnTo>
                    <a:pt x="26305" y="66774"/>
                  </a:lnTo>
                  <a:lnTo>
                    <a:pt x="24029" y="69791"/>
                  </a:lnTo>
                  <a:lnTo>
                    <a:pt x="23666" y="69546"/>
                  </a:lnTo>
                  <a:lnTo>
                    <a:pt x="14248" y="63191"/>
                  </a:lnTo>
                  <a:lnTo>
                    <a:pt x="15115" y="61977"/>
                  </a:lnTo>
                  <a:lnTo>
                    <a:pt x="16293" y="60328"/>
                  </a:lnTo>
                  <a:lnTo>
                    <a:pt x="15999" y="60137"/>
                  </a:lnTo>
                  <a:lnTo>
                    <a:pt x="16436" y="59618"/>
                  </a:lnTo>
                  <a:lnTo>
                    <a:pt x="15174" y="58756"/>
                  </a:lnTo>
                  <a:lnTo>
                    <a:pt x="14980" y="55085"/>
                  </a:lnTo>
                  <a:lnTo>
                    <a:pt x="14909" y="53932"/>
                  </a:lnTo>
                  <a:lnTo>
                    <a:pt x="14788" y="51967"/>
                  </a:lnTo>
                  <a:lnTo>
                    <a:pt x="14442" y="51089"/>
                  </a:lnTo>
                  <a:lnTo>
                    <a:pt x="11815" y="38258"/>
                  </a:lnTo>
                  <a:lnTo>
                    <a:pt x="10851" y="36773"/>
                  </a:lnTo>
                  <a:lnTo>
                    <a:pt x="9390" y="32837"/>
                  </a:lnTo>
                  <a:lnTo>
                    <a:pt x="9169" y="32656"/>
                  </a:lnTo>
                  <a:lnTo>
                    <a:pt x="8973" y="32495"/>
                  </a:lnTo>
                  <a:lnTo>
                    <a:pt x="8600" y="31692"/>
                  </a:lnTo>
                  <a:lnTo>
                    <a:pt x="7909" y="30208"/>
                  </a:lnTo>
                  <a:lnTo>
                    <a:pt x="8108" y="30236"/>
                  </a:lnTo>
                  <a:lnTo>
                    <a:pt x="8477" y="30228"/>
                  </a:lnTo>
                  <a:lnTo>
                    <a:pt x="10431" y="29988"/>
                  </a:lnTo>
                  <a:lnTo>
                    <a:pt x="12193" y="29630"/>
                  </a:lnTo>
                  <a:lnTo>
                    <a:pt x="12012" y="28624"/>
                  </a:lnTo>
                  <a:lnTo>
                    <a:pt x="11723" y="25637"/>
                  </a:lnTo>
                  <a:lnTo>
                    <a:pt x="11691" y="24815"/>
                  </a:lnTo>
                  <a:lnTo>
                    <a:pt x="11675" y="24399"/>
                  </a:lnTo>
                  <a:lnTo>
                    <a:pt x="7328" y="24660"/>
                  </a:lnTo>
                  <a:lnTo>
                    <a:pt x="5455" y="24689"/>
                  </a:lnTo>
                  <a:lnTo>
                    <a:pt x="5457" y="24184"/>
                  </a:lnTo>
                  <a:lnTo>
                    <a:pt x="5459" y="23747"/>
                  </a:lnTo>
                  <a:lnTo>
                    <a:pt x="5022" y="23562"/>
                  </a:lnTo>
                  <a:lnTo>
                    <a:pt x="4622" y="23426"/>
                  </a:lnTo>
                  <a:lnTo>
                    <a:pt x="3821" y="23290"/>
                  </a:lnTo>
                  <a:lnTo>
                    <a:pt x="3105" y="23209"/>
                  </a:lnTo>
                  <a:lnTo>
                    <a:pt x="2941" y="23191"/>
                  </a:lnTo>
                  <a:lnTo>
                    <a:pt x="2034" y="23226"/>
                  </a:lnTo>
                  <a:lnTo>
                    <a:pt x="1505" y="23354"/>
                  </a:lnTo>
                  <a:lnTo>
                    <a:pt x="1111" y="23483"/>
                  </a:lnTo>
                  <a:lnTo>
                    <a:pt x="307" y="23747"/>
                  </a:lnTo>
                  <a:lnTo>
                    <a:pt x="0" y="22577"/>
                  </a:lnTo>
                  <a:lnTo>
                    <a:pt x="104" y="21784"/>
                  </a:lnTo>
                  <a:lnTo>
                    <a:pt x="320" y="21399"/>
                  </a:lnTo>
                  <a:lnTo>
                    <a:pt x="1047" y="20714"/>
                  </a:lnTo>
                  <a:lnTo>
                    <a:pt x="5505" y="21139"/>
                  </a:lnTo>
                  <a:lnTo>
                    <a:pt x="6565" y="21047"/>
                  </a:lnTo>
                  <a:lnTo>
                    <a:pt x="9818" y="20962"/>
                  </a:lnTo>
                  <a:lnTo>
                    <a:pt x="10027" y="20956"/>
                  </a:lnTo>
                  <a:lnTo>
                    <a:pt x="11537" y="20620"/>
                  </a:lnTo>
                  <a:lnTo>
                    <a:pt x="11906" y="20548"/>
                  </a:lnTo>
                  <a:lnTo>
                    <a:pt x="14444" y="19705"/>
                  </a:lnTo>
                  <a:lnTo>
                    <a:pt x="14078" y="18728"/>
                  </a:lnTo>
                  <a:lnTo>
                    <a:pt x="13974" y="17922"/>
                  </a:lnTo>
                  <a:lnTo>
                    <a:pt x="13894" y="16914"/>
                  </a:lnTo>
                  <a:lnTo>
                    <a:pt x="13590" y="15762"/>
                  </a:lnTo>
                  <a:lnTo>
                    <a:pt x="13572" y="15613"/>
                  </a:lnTo>
                  <a:lnTo>
                    <a:pt x="13393" y="14157"/>
                  </a:lnTo>
                  <a:lnTo>
                    <a:pt x="13340" y="13724"/>
                  </a:lnTo>
                  <a:lnTo>
                    <a:pt x="13314" y="13062"/>
                  </a:lnTo>
                  <a:lnTo>
                    <a:pt x="13252" y="11715"/>
                  </a:lnTo>
                  <a:lnTo>
                    <a:pt x="12678" y="6668"/>
                  </a:lnTo>
                  <a:lnTo>
                    <a:pt x="12388" y="4112"/>
                  </a:lnTo>
                  <a:lnTo>
                    <a:pt x="12321" y="3528"/>
                  </a:lnTo>
                  <a:lnTo>
                    <a:pt x="12523" y="3547"/>
                  </a:lnTo>
                  <a:lnTo>
                    <a:pt x="15554" y="3440"/>
                  </a:lnTo>
                  <a:lnTo>
                    <a:pt x="15899" y="3428"/>
                  </a:lnTo>
                  <a:lnTo>
                    <a:pt x="19782" y="3046"/>
                  </a:lnTo>
                  <a:lnTo>
                    <a:pt x="23840" y="2555"/>
                  </a:lnTo>
                  <a:lnTo>
                    <a:pt x="24007" y="2535"/>
                  </a:lnTo>
                  <a:lnTo>
                    <a:pt x="24282" y="2500"/>
                  </a:lnTo>
                  <a:lnTo>
                    <a:pt x="27532" y="2090"/>
                  </a:lnTo>
                  <a:lnTo>
                    <a:pt x="31223" y="1625"/>
                  </a:lnTo>
                  <a:lnTo>
                    <a:pt x="32125" y="1511"/>
                  </a:lnTo>
                  <a:lnTo>
                    <a:pt x="32986" y="1403"/>
                  </a:lnTo>
                  <a:lnTo>
                    <a:pt x="33201" y="1375"/>
                  </a:lnTo>
                  <a:lnTo>
                    <a:pt x="34815" y="1172"/>
                  </a:lnTo>
                  <a:lnTo>
                    <a:pt x="37100" y="884"/>
                  </a:lnTo>
                  <a:lnTo>
                    <a:pt x="38898" y="650"/>
                  </a:lnTo>
                  <a:lnTo>
                    <a:pt x="40672" y="420"/>
                  </a:lnTo>
                  <a:lnTo>
                    <a:pt x="42875" y="1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658447" y="2785093"/>
              <a:ext cx="58453" cy="82077"/>
            </a:xfrm>
            <a:custGeom>
              <a:avLst/>
              <a:pathLst>
                <a:path w="58453" h="82077">
                  <a:moveTo>
                    <a:pt x="21631" y="340"/>
                  </a:moveTo>
                  <a:lnTo>
                    <a:pt x="22329" y="651"/>
                  </a:lnTo>
                  <a:lnTo>
                    <a:pt x="26195" y="2368"/>
                  </a:lnTo>
                  <a:lnTo>
                    <a:pt x="27702" y="3027"/>
                  </a:lnTo>
                  <a:lnTo>
                    <a:pt x="28867" y="3536"/>
                  </a:lnTo>
                  <a:lnTo>
                    <a:pt x="29494" y="3810"/>
                  </a:lnTo>
                  <a:lnTo>
                    <a:pt x="32834" y="5269"/>
                  </a:lnTo>
                  <a:lnTo>
                    <a:pt x="34310" y="5914"/>
                  </a:lnTo>
                  <a:lnTo>
                    <a:pt x="34518" y="6004"/>
                  </a:lnTo>
                  <a:lnTo>
                    <a:pt x="36279" y="6774"/>
                  </a:lnTo>
                  <a:lnTo>
                    <a:pt x="37863" y="7466"/>
                  </a:lnTo>
                  <a:lnTo>
                    <a:pt x="38520" y="7753"/>
                  </a:lnTo>
                  <a:lnTo>
                    <a:pt x="39474" y="8170"/>
                  </a:lnTo>
                  <a:lnTo>
                    <a:pt x="39666" y="8226"/>
                  </a:lnTo>
                  <a:lnTo>
                    <a:pt x="42011" y="8914"/>
                  </a:lnTo>
                  <a:lnTo>
                    <a:pt x="42469" y="9028"/>
                  </a:lnTo>
                  <a:lnTo>
                    <a:pt x="43022" y="9165"/>
                  </a:lnTo>
                  <a:lnTo>
                    <a:pt x="43510" y="9287"/>
                  </a:lnTo>
                  <a:lnTo>
                    <a:pt x="43960" y="9329"/>
                  </a:lnTo>
                  <a:lnTo>
                    <a:pt x="46326" y="9553"/>
                  </a:lnTo>
                  <a:lnTo>
                    <a:pt x="46759" y="9713"/>
                  </a:lnTo>
                  <a:lnTo>
                    <a:pt x="46812" y="10177"/>
                  </a:lnTo>
                  <a:lnTo>
                    <a:pt x="47103" y="12733"/>
                  </a:lnTo>
                  <a:lnTo>
                    <a:pt x="47691" y="17926"/>
                  </a:lnTo>
                  <a:lnTo>
                    <a:pt x="47738" y="19127"/>
                  </a:lnTo>
                  <a:lnTo>
                    <a:pt x="47764" y="19788"/>
                  </a:lnTo>
                  <a:lnTo>
                    <a:pt x="47817" y="20222"/>
                  </a:lnTo>
                  <a:lnTo>
                    <a:pt x="47996" y="21678"/>
                  </a:lnTo>
                  <a:lnTo>
                    <a:pt x="48015" y="21826"/>
                  </a:lnTo>
                  <a:lnTo>
                    <a:pt x="48321" y="23020"/>
                  </a:lnTo>
                  <a:lnTo>
                    <a:pt x="48398" y="23987"/>
                  </a:lnTo>
                  <a:lnTo>
                    <a:pt x="48502" y="24793"/>
                  </a:lnTo>
                  <a:lnTo>
                    <a:pt x="48869" y="25770"/>
                  </a:lnTo>
                  <a:lnTo>
                    <a:pt x="46330" y="26613"/>
                  </a:lnTo>
                  <a:lnTo>
                    <a:pt x="45962" y="26685"/>
                  </a:lnTo>
                  <a:lnTo>
                    <a:pt x="44452" y="27021"/>
                  </a:lnTo>
                  <a:lnTo>
                    <a:pt x="44243" y="27027"/>
                  </a:lnTo>
                  <a:lnTo>
                    <a:pt x="40990" y="27112"/>
                  </a:lnTo>
                  <a:lnTo>
                    <a:pt x="39881" y="27208"/>
                  </a:lnTo>
                  <a:lnTo>
                    <a:pt x="35469" y="26785"/>
                  </a:lnTo>
                  <a:lnTo>
                    <a:pt x="34744" y="27464"/>
                  </a:lnTo>
                  <a:lnTo>
                    <a:pt x="34528" y="27849"/>
                  </a:lnTo>
                  <a:lnTo>
                    <a:pt x="34424" y="28642"/>
                  </a:lnTo>
                  <a:lnTo>
                    <a:pt x="34731" y="29812"/>
                  </a:lnTo>
                  <a:lnTo>
                    <a:pt x="35536" y="29548"/>
                  </a:lnTo>
                  <a:lnTo>
                    <a:pt x="35930" y="29419"/>
                  </a:lnTo>
                  <a:lnTo>
                    <a:pt x="36458" y="29291"/>
                  </a:lnTo>
                  <a:lnTo>
                    <a:pt x="37365" y="29256"/>
                  </a:lnTo>
                  <a:lnTo>
                    <a:pt x="37529" y="29274"/>
                  </a:lnTo>
                  <a:lnTo>
                    <a:pt x="38245" y="29355"/>
                  </a:lnTo>
                  <a:lnTo>
                    <a:pt x="39046" y="29491"/>
                  </a:lnTo>
                  <a:lnTo>
                    <a:pt x="39446" y="29627"/>
                  </a:lnTo>
                  <a:lnTo>
                    <a:pt x="39883" y="29812"/>
                  </a:lnTo>
                  <a:lnTo>
                    <a:pt x="39881" y="30249"/>
                  </a:lnTo>
                  <a:lnTo>
                    <a:pt x="39879" y="30754"/>
                  </a:lnTo>
                  <a:lnTo>
                    <a:pt x="41752" y="30725"/>
                  </a:lnTo>
                  <a:lnTo>
                    <a:pt x="46100" y="30463"/>
                  </a:lnTo>
                  <a:lnTo>
                    <a:pt x="46116" y="30880"/>
                  </a:lnTo>
                  <a:lnTo>
                    <a:pt x="46148" y="31702"/>
                  </a:lnTo>
                  <a:lnTo>
                    <a:pt x="46436" y="34688"/>
                  </a:lnTo>
                  <a:lnTo>
                    <a:pt x="46617" y="35695"/>
                  </a:lnTo>
                  <a:lnTo>
                    <a:pt x="44856" y="36053"/>
                  </a:lnTo>
                  <a:lnTo>
                    <a:pt x="42901" y="36293"/>
                  </a:lnTo>
                  <a:lnTo>
                    <a:pt x="42533" y="36301"/>
                  </a:lnTo>
                  <a:lnTo>
                    <a:pt x="42333" y="36272"/>
                  </a:lnTo>
                  <a:lnTo>
                    <a:pt x="43024" y="37757"/>
                  </a:lnTo>
                  <a:lnTo>
                    <a:pt x="43398" y="38560"/>
                  </a:lnTo>
                  <a:lnTo>
                    <a:pt x="43594" y="38721"/>
                  </a:lnTo>
                  <a:lnTo>
                    <a:pt x="43814" y="38902"/>
                  </a:lnTo>
                  <a:lnTo>
                    <a:pt x="45275" y="42838"/>
                  </a:lnTo>
                  <a:lnTo>
                    <a:pt x="46240" y="44323"/>
                  </a:lnTo>
                  <a:lnTo>
                    <a:pt x="48867" y="57154"/>
                  </a:lnTo>
                  <a:lnTo>
                    <a:pt x="49212" y="58031"/>
                  </a:lnTo>
                  <a:lnTo>
                    <a:pt x="49333" y="59997"/>
                  </a:lnTo>
                  <a:lnTo>
                    <a:pt x="49404" y="61150"/>
                  </a:lnTo>
                  <a:lnTo>
                    <a:pt x="49708" y="64896"/>
                  </a:lnTo>
                  <a:lnTo>
                    <a:pt x="50801" y="65752"/>
                  </a:lnTo>
                  <a:lnTo>
                    <a:pt x="50423" y="66202"/>
                  </a:lnTo>
                  <a:lnTo>
                    <a:pt x="50717" y="66393"/>
                  </a:lnTo>
                  <a:lnTo>
                    <a:pt x="49539" y="68042"/>
                  </a:lnTo>
                  <a:lnTo>
                    <a:pt x="48778" y="69327"/>
                  </a:lnTo>
                  <a:lnTo>
                    <a:pt x="58091" y="75611"/>
                  </a:lnTo>
                  <a:lnTo>
                    <a:pt x="58453" y="75855"/>
                  </a:lnTo>
                  <a:lnTo>
                    <a:pt x="58033" y="76412"/>
                  </a:lnTo>
                  <a:lnTo>
                    <a:pt x="56312" y="78692"/>
                  </a:lnTo>
                  <a:lnTo>
                    <a:pt x="54859" y="80617"/>
                  </a:lnTo>
                  <a:lnTo>
                    <a:pt x="54250" y="81424"/>
                  </a:lnTo>
                  <a:lnTo>
                    <a:pt x="53790" y="82077"/>
                  </a:lnTo>
                  <a:lnTo>
                    <a:pt x="51476" y="80658"/>
                  </a:lnTo>
                  <a:lnTo>
                    <a:pt x="48241" y="78511"/>
                  </a:lnTo>
                  <a:lnTo>
                    <a:pt x="48066" y="78395"/>
                  </a:lnTo>
                  <a:lnTo>
                    <a:pt x="44153" y="75750"/>
                  </a:lnTo>
                  <a:lnTo>
                    <a:pt x="43560" y="75349"/>
                  </a:lnTo>
                  <a:lnTo>
                    <a:pt x="43351" y="75208"/>
                  </a:lnTo>
                  <a:lnTo>
                    <a:pt x="40842" y="73597"/>
                  </a:lnTo>
                  <a:lnTo>
                    <a:pt x="39297" y="72606"/>
                  </a:lnTo>
                  <a:lnTo>
                    <a:pt x="38840" y="72313"/>
                  </a:lnTo>
                  <a:lnTo>
                    <a:pt x="37593" y="71513"/>
                  </a:lnTo>
                  <a:lnTo>
                    <a:pt x="34274" y="69288"/>
                  </a:lnTo>
                  <a:lnTo>
                    <a:pt x="29210" y="65892"/>
                  </a:lnTo>
                  <a:lnTo>
                    <a:pt x="25182" y="63192"/>
                  </a:lnTo>
                  <a:lnTo>
                    <a:pt x="23722" y="62213"/>
                  </a:lnTo>
                  <a:lnTo>
                    <a:pt x="19442" y="59343"/>
                  </a:lnTo>
                  <a:lnTo>
                    <a:pt x="16415" y="57275"/>
                  </a:lnTo>
                  <a:lnTo>
                    <a:pt x="16122" y="57075"/>
                  </a:lnTo>
                  <a:lnTo>
                    <a:pt x="15147" y="56432"/>
                  </a:lnTo>
                  <a:lnTo>
                    <a:pt x="13310" y="55220"/>
                  </a:lnTo>
                  <a:lnTo>
                    <a:pt x="10284" y="53226"/>
                  </a:lnTo>
                  <a:lnTo>
                    <a:pt x="7210" y="51199"/>
                  </a:lnTo>
                  <a:lnTo>
                    <a:pt x="5537" y="50096"/>
                  </a:lnTo>
                  <a:lnTo>
                    <a:pt x="4046" y="49113"/>
                  </a:lnTo>
                  <a:lnTo>
                    <a:pt x="0" y="46445"/>
                  </a:lnTo>
                  <a:lnTo>
                    <a:pt x="105" y="46217"/>
                  </a:lnTo>
                  <a:lnTo>
                    <a:pt x="636" y="45079"/>
                  </a:lnTo>
                  <a:lnTo>
                    <a:pt x="1695" y="42807"/>
                  </a:lnTo>
                  <a:lnTo>
                    <a:pt x="1889" y="42392"/>
                  </a:lnTo>
                  <a:lnTo>
                    <a:pt x="2854" y="39997"/>
                  </a:lnTo>
                  <a:lnTo>
                    <a:pt x="3083" y="39448"/>
                  </a:lnTo>
                  <a:lnTo>
                    <a:pt x="3422" y="38638"/>
                  </a:lnTo>
                  <a:lnTo>
                    <a:pt x="3960" y="37430"/>
                  </a:lnTo>
                  <a:lnTo>
                    <a:pt x="4266" y="36742"/>
                  </a:lnTo>
                  <a:lnTo>
                    <a:pt x="4527" y="36158"/>
                  </a:lnTo>
                  <a:lnTo>
                    <a:pt x="4598" y="35997"/>
                  </a:lnTo>
                  <a:lnTo>
                    <a:pt x="6087" y="32663"/>
                  </a:lnTo>
                  <a:lnTo>
                    <a:pt x="6227" y="32368"/>
                  </a:lnTo>
                  <a:lnTo>
                    <a:pt x="8554" y="27468"/>
                  </a:lnTo>
                  <a:lnTo>
                    <a:pt x="10128" y="24151"/>
                  </a:lnTo>
                  <a:lnTo>
                    <a:pt x="10414" y="23548"/>
                  </a:lnTo>
                  <a:lnTo>
                    <a:pt x="11628" y="20814"/>
                  </a:lnTo>
                  <a:lnTo>
                    <a:pt x="12386" y="19104"/>
                  </a:lnTo>
                  <a:lnTo>
                    <a:pt x="12765" y="18250"/>
                  </a:lnTo>
                  <a:lnTo>
                    <a:pt x="13172" y="17333"/>
                  </a:lnTo>
                  <a:lnTo>
                    <a:pt x="15963" y="11044"/>
                  </a:lnTo>
                  <a:lnTo>
                    <a:pt x="18939" y="4339"/>
                  </a:lnTo>
                  <a:lnTo>
                    <a:pt x="19691" y="2643"/>
                  </a:lnTo>
                  <a:lnTo>
                    <a:pt x="20093" y="1737"/>
                  </a:lnTo>
                  <a:lnTo>
                    <a:pt x="20598" y="600"/>
                  </a:lnTo>
                  <a:lnTo>
                    <a:pt x="2086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2613594" y="2799142"/>
              <a:ext cx="54933" cy="61062"/>
            </a:xfrm>
            <a:custGeom>
              <a:avLst/>
              <a:pathLst>
                <a:path w="54933" h="61062">
                  <a:moveTo>
                    <a:pt x="54933" y="10205"/>
                  </a:moveTo>
                  <a:lnTo>
                    <a:pt x="53407" y="13420"/>
                  </a:lnTo>
                  <a:lnTo>
                    <a:pt x="51081" y="18320"/>
                  </a:lnTo>
                  <a:lnTo>
                    <a:pt x="50889" y="18724"/>
                  </a:lnTo>
                  <a:lnTo>
                    <a:pt x="49452" y="21949"/>
                  </a:lnTo>
                  <a:lnTo>
                    <a:pt x="49309" y="22269"/>
                  </a:lnTo>
                  <a:lnTo>
                    <a:pt x="49120" y="22694"/>
                  </a:lnTo>
                  <a:lnTo>
                    <a:pt x="48801" y="23410"/>
                  </a:lnTo>
                  <a:lnTo>
                    <a:pt x="48275" y="24590"/>
                  </a:lnTo>
                  <a:lnTo>
                    <a:pt x="47892" y="25507"/>
                  </a:lnTo>
                  <a:lnTo>
                    <a:pt x="47707" y="25948"/>
                  </a:lnTo>
                  <a:lnTo>
                    <a:pt x="46709" y="28416"/>
                  </a:lnTo>
                  <a:lnTo>
                    <a:pt x="46549" y="28759"/>
                  </a:lnTo>
                  <a:lnTo>
                    <a:pt x="45490" y="31031"/>
                  </a:lnTo>
                  <a:lnTo>
                    <a:pt x="44959" y="32169"/>
                  </a:lnTo>
                  <a:lnTo>
                    <a:pt x="44853" y="32396"/>
                  </a:lnTo>
                  <a:lnTo>
                    <a:pt x="44747" y="32605"/>
                  </a:lnTo>
                  <a:lnTo>
                    <a:pt x="44359" y="33210"/>
                  </a:lnTo>
                  <a:lnTo>
                    <a:pt x="44161" y="33519"/>
                  </a:lnTo>
                  <a:lnTo>
                    <a:pt x="44011" y="33752"/>
                  </a:lnTo>
                  <a:lnTo>
                    <a:pt x="43831" y="34033"/>
                  </a:lnTo>
                  <a:lnTo>
                    <a:pt x="40650" y="38988"/>
                  </a:lnTo>
                  <a:lnTo>
                    <a:pt x="40462" y="39281"/>
                  </a:lnTo>
                  <a:lnTo>
                    <a:pt x="39783" y="40339"/>
                  </a:lnTo>
                  <a:lnTo>
                    <a:pt x="39114" y="41381"/>
                  </a:lnTo>
                  <a:lnTo>
                    <a:pt x="38628" y="42138"/>
                  </a:lnTo>
                  <a:lnTo>
                    <a:pt x="38486" y="42360"/>
                  </a:lnTo>
                  <a:lnTo>
                    <a:pt x="38456" y="42708"/>
                  </a:lnTo>
                  <a:lnTo>
                    <a:pt x="38417" y="43174"/>
                  </a:lnTo>
                  <a:lnTo>
                    <a:pt x="37787" y="44139"/>
                  </a:lnTo>
                  <a:lnTo>
                    <a:pt x="35969" y="46925"/>
                  </a:lnTo>
                  <a:lnTo>
                    <a:pt x="28362" y="58583"/>
                  </a:lnTo>
                  <a:lnTo>
                    <a:pt x="27959" y="59254"/>
                  </a:lnTo>
                  <a:lnTo>
                    <a:pt x="26495" y="61062"/>
                  </a:lnTo>
                  <a:lnTo>
                    <a:pt x="21173" y="57805"/>
                  </a:lnTo>
                  <a:lnTo>
                    <a:pt x="20865" y="57616"/>
                  </a:lnTo>
                  <a:lnTo>
                    <a:pt x="14154" y="53509"/>
                  </a:lnTo>
                  <a:lnTo>
                    <a:pt x="10841" y="51481"/>
                  </a:lnTo>
                  <a:lnTo>
                    <a:pt x="8993" y="50350"/>
                  </a:lnTo>
                  <a:lnTo>
                    <a:pt x="7334" y="49335"/>
                  </a:lnTo>
                  <a:lnTo>
                    <a:pt x="7739" y="48628"/>
                  </a:lnTo>
                  <a:lnTo>
                    <a:pt x="7912" y="48327"/>
                  </a:lnTo>
                  <a:lnTo>
                    <a:pt x="8022" y="48136"/>
                  </a:lnTo>
                  <a:lnTo>
                    <a:pt x="9535" y="45781"/>
                  </a:lnTo>
                  <a:lnTo>
                    <a:pt x="10234" y="44693"/>
                  </a:lnTo>
                  <a:lnTo>
                    <a:pt x="10516" y="44254"/>
                  </a:lnTo>
                  <a:lnTo>
                    <a:pt x="10625" y="44091"/>
                  </a:lnTo>
                  <a:lnTo>
                    <a:pt x="11647" y="42552"/>
                  </a:lnTo>
                  <a:lnTo>
                    <a:pt x="12117" y="41783"/>
                  </a:lnTo>
                  <a:lnTo>
                    <a:pt x="12576" y="41032"/>
                  </a:lnTo>
                  <a:lnTo>
                    <a:pt x="13601" y="39278"/>
                  </a:lnTo>
                  <a:lnTo>
                    <a:pt x="9879" y="36978"/>
                  </a:lnTo>
                  <a:lnTo>
                    <a:pt x="8973" y="36418"/>
                  </a:lnTo>
                  <a:lnTo>
                    <a:pt x="9304" y="35893"/>
                  </a:lnTo>
                  <a:lnTo>
                    <a:pt x="3693" y="32542"/>
                  </a:lnTo>
                  <a:lnTo>
                    <a:pt x="3486" y="32418"/>
                  </a:lnTo>
                  <a:lnTo>
                    <a:pt x="4626" y="30417"/>
                  </a:lnTo>
                  <a:lnTo>
                    <a:pt x="2816" y="29320"/>
                  </a:lnTo>
                  <a:lnTo>
                    <a:pt x="3287" y="28616"/>
                  </a:lnTo>
                  <a:lnTo>
                    <a:pt x="705" y="27100"/>
                  </a:lnTo>
                  <a:lnTo>
                    <a:pt x="0" y="26685"/>
                  </a:lnTo>
                  <a:lnTo>
                    <a:pt x="83" y="26549"/>
                  </a:lnTo>
                  <a:lnTo>
                    <a:pt x="264" y="26276"/>
                  </a:lnTo>
                  <a:lnTo>
                    <a:pt x="372" y="26114"/>
                  </a:lnTo>
                  <a:lnTo>
                    <a:pt x="1611" y="24251"/>
                  </a:lnTo>
                  <a:lnTo>
                    <a:pt x="2277" y="23180"/>
                  </a:lnTo>
                  <a:lnTo>
                    <a:pt x="2445" y="22910"/>
                  </a:lnTo>
                  <a:lnTo>
                    <a:pt x="2750" y="22418"/>
                  </a:lnTo>
                  <a:lnTo>
                    <a:pt x="3754" y="20803"/>
                  </a:lnTo>
                  <a:lnTo>
                    <a:pt x="3932" y="20518"/>
                  </a:lnTo>
                  <a:lnTo>
                    <a:pt x="4146" y="20173"/>
                  </a:lnTo>
                  <a:lnTo>
                    <a:pt x="4612" y="19424"/>
                  </a:lnTo>
                  <a:lnTo>
                    <a:pt x="4700" y="19282"/>
                  </a:lnTo>
                  <a:lnTo>
                    <a:pt x="5392" y="18169"/>
                  </a:lnTo>
                  <a:lnTo>
                    <a:pt x="6239" y="16806"/>
                  </a:lnTo>
                  <a:lnTo>
                    <a:pt x="6361" y="16610"/>
                  </a:lnTo>
                  <a:lnTo>
                    <a:pt x="6538" y="16325"/>
                  </a:lnTo>
                  <a:lnTo>
                    <a:pt x="7145" y="15348"/>
                  </a:lnTo>
                  <a:lnTo>
                    <a:pt x="7706" y="14445"/>
                  </a:lnTo>
                  <a:lnTo>
                    <a:pt x="10039" y="10694"/>
                  </a:lnTo>
                  <a:lnTo>
                    <a:pt x="10238" y="10373"/>
                  </a:lnTo>
                  <a:lnTo>
                    <a:pt x="11131" y="8936"/>
                  </a:lnTo>
                  <a:lnTo>
                    <a:pt x="11337" y="8605"/>
                  </a:lnTo>
                  <a:lnTo>
                    <a:pt x="12362" y="6955"/>
                  </a:lnTo>
                  <a:lnTo>
                    <a:pt x="13291" y="5462"/>
                  </a:lnTo>
                  <a:lnTo>
                    <a:pt x="14510" y="3545"/>
                  </a:lnTo>
                  <a:lnTo>
                    <a:pt x="14812" y="3070"/>
                  </a:lnTo>
                  <a:lnTo>
                    <a:pt x="15564" y="1886"/>
                  </a:lnTo>
                  <a:lnTo>
                    <a:pt x="15694" y="1682"/>
                  </a:lnTo>
                  <a:lnTo>
                    <a:pt x="19508" y="4047"/>
                  </a:lnTo>
                  <a:lnTo>
                    <a:pt x="20764" y="4825"/>
                  </a:lnTo>
                  <a:lnTo>
                    <a:pt x="21027" y="4988"/>
                  </a:lnTo>
                  <a:lnTo>
                    <a:pt x="23834" y="6728"/>
                  </a:lnTo>
                  <a:lnTo>
                    <a:pt x="30992" y="11166"/>
                  </a:lnTo>
                  <a:lnTo>
                    <a:pt x="31482" y="11358"/>
                  </a:lnTo>
                  <a:lnTo>
                    <a:pt x="34206" y="7479"/>
                  </a:lnTo>
                  <a:lnTo>
                    <a:pt x="34542" y="7002"/>
                  </a:lnTo>
                  <a:lnTo>
                    <a:pt x="35001" y="6345"/>
                  </a:lnTo>
                  <a:lnTo>
                    <a:pt x="37033" y="3281"/>
                  </a:lnTo>
                  <a:lnTo>
                    <a:pt x="37587" y="2445"/>
                  </a:lnTo>
                  <a:lnTo>
                    <a:pt x="39118" y="136"/>
                  </a:lnTo>
                  <a:lnTo>
                    <a:pt x="39209" y="0"/>
                  </a:lnTo>
                  <a:lnTo>
                    <a:pt x="45341" y="4047"/>
                  </a:lnTo>
                  <a:lnTo>
                    <a:pt x="45611" y="4225"/>
                  </a:lnTo>
                  <a:lnTo>
                    <a:pt x="46299" y="4679"/>
                  </a:lnTo>
                  <a:lnTo>
                    <a:pt x="46518" y="4822"/>
                  </a:lnTo>
                  <a:lnTo>
                    <a:pt x="46852" y="5037"/>
                  </a:lnTo>
                  <a:lnTo>
                    <a:pt x="47361" y="5362"/>
                  </a:lnTo>
                  <a:lnTo>
                    <a:pt x="52254" y="8492"/>
                  </a:lnTo>
                  <a:lnTo>
                    <a:pt x="54648" y="100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2553551" y="2788796"/>
              <a:ext cx="75737" cy="54141"/>
            </a:xfrm>
            <a:custGeom>
              <a:avLst/>
              <a:pathLst>
                <a:path w="75737" h="54141">
                  <a:moveTo>
                    <a:pt x="72405" y="17301"/>
                  </a:moveTo>
                  <a:lnTo>
                    <a:pt x="71380" y="18950"/>
                  </a:lnTo>
                  <a:lnTo>
                    <a:pt x="71110" y="19384"/>
                  </a:lnTo>
                  <a:lnTo>
                    <a:pt x="70280" y="20719"/>
                  </a:lnTo>
                  <a:lnTo>
                    <a:pt x="70056" y="21080"/>
                  </a:lnTo>
                  <a:lnTo>
                    <a:pt x="67749" y="24790"/>
                  </a:lnTo>
                  <a:lnTo>
                    <a:pt x="67188" y="25693"/>
                  </a:lnTo>
                  <a:lnTo>
                    <a:pt x="66581" y="26670"/>
                  </a:lnTo>
                  <a:lnTo>
                    <a:pt x="66404" y="26955"/>
                  </a:lnTo>
                  <a:lnTo>
                    <a:pt x="66281" y="27152"/>
                  </a:lnTo>
                  <a:lnTo>
                    <a:pt x="65435" y="28514"/>
                  </a:lnTo>
                  <a:lnTo>
                    <a:pt x="64742" y="29627"/>
                  </a:lnTo>
                  <a:lnTo>
                    <a:pt x="64645" y="29784"/>
                  </a:lnTo>
                  <a:lnTo>
                    <a:pt x="64189" y="30518"/>
                  </a:lnTo>
                  <a:lnTo>
                    <a:pt x="63974" y="30863"/>
                  </a:lnTo>
                  <a:lnTo>
                    <a:pt x="63739" y="31241"/>
                  </a:lnTo>
                  <a:lnTo>
                    <a:pt x="62793" y="32764"/>
                  </a:lnTo>
                  <a:lnTo>
                    <a:pt x="62487" y="33255"/>
                  </a:lnTo>
                  <a:lnTo>
                    <a:pt x="62319" y="33525"/>
                  </a:lnTo>
                  <a:lnTo>
                    <a:pt x="61653" y="34596"/>
                  </a:lnTo>
                  <a:lnTo>
                    <a:pt x="60415" y="36459"/>
                  </a:lnTo>
                  <a:lnTo>
                    <a:pt x="60307" y="36621"/>
                  </a:lnTo>
                  <a:lnTo>
                    <a:pt x="60126" y="36894"/>
                  </a:lnTo>
                  <a:lnTo>
                    <a:pt x="60042" y="37031"/>
                  </a:lnTo>
                  <a:lnTo>
                    <a:pt x="59718" y="37561"/>
                  </a:lnTo>
                  <a:lnTo>
                    <a:pt x="58929" y="38798"/>
                  </a:lnTo>
                  <a:lnTo>
                    <a:pt x="57288" y="41372"/>
                  </a:lnTo>
                  <a:lnTo>
                    <a:pt x="54352" y="45975"/>
                  </a:lnTo>
                  <a:lnTo>
                    <a:pt x="54118" y="46337"/>
                  </a:lnTo>
                  <a:lnTo>
                    <a:pt x="53120" y="47880"/>
                  </a:lnTo>
                  <a:lnTo>
                    <a:pt x="54426" y="48862"/>
                  </a:lnTo>
                  <a:lnTo>
                    <a:pt x="53421" y="50465"/>
                  </a:lnTo>
                  <a:lnTo>
                    <a:pt x="51281" y="53871"/>
                  </a:lnTo>
                  <a:lnTo>
                    <a:pt x="51097" y="54141"/>
                  </a:lnTo>
                  <a:lnTo>
                    <a:pt x="46051" y="51198"/>
                  </a:lnTo>
                  <a:lnTo>
                    <a:pt x="45923" y="51118"/>
                  </a:lnTo>
                  <a:lnTo>
                    <a:pt x="44307" y="50109"/>
                  </a:lnTo>
                  <a:lnTo>
                    <a:pt x="44019" y="49929"/>
                  </a:lnTo>
                  <a:lnTo>
                    <a:pt x="43434" y="49564"/>
                  </a:lnTo>
                  <a:lnTo>
                    <a:pt x="43187" y="49409"/>
                  </a:lnTo>
                  <a:lnTo>
                    <a:pt x="42109" y="48736"/>
                  </a:lnTo>
                  <a:lnTo>
                    <a:pt x="41968" y="48648"/>
                  </a:lnTo>
                  <a:lnTo>
                    <a:pt x="40561" y="47769"/>
                  </a:lnTo>
                  <a:lnTo>
                    <a:pt x="36926" y="45364"/>
                  </a:lnTo>
                  <a:lnTo>
                    <a:pt x="33670" y="43316"/>
                  </a:lnTo>
                  <a:lnTo>
                    <a:pt x="29484" y="40636"/>
                  </a:lnTo>
                  <a:lnTo>
                    <a:pt x="29218" y="40466"/>
                  </a:lnTo>
                  <a:lnTo>
                    <a:pt x="29335" y="40287"/>
                  </a:lnTo>
                  <a:lnTo>
                    <a:pt x="29446" y="40119"/>
                  </a:lnTo>
                  <a:lnTo>
                    <a:pt x="31312" y="37032"/>
                  </a:lnTo>
                  <a:lnTo>
                    <a:pt x="33300" y="33719"/>
                  </a:lnTo>
                  <a:lnTo>
                    <a:pt x="28913" y="31064"/>
                  </a:lnTo>
                  <a:lnTo>
                    <a:pt x="21957" y="26856"/>
                  </a:lnTo>
                  <a:lnTo>
                    <a:pt x="21409" y="26524"/>
                  </a:lnTo>
                  <a:lnTo>
                    <a:pt x="18014" y="24406"/>
                  </a:lnTo>
                  <a:lnTo>
                    <a:pt x="16553" y="23494"/>
                  </a:lnTo>
                  <a:lnTo>
                    <a:pt x="15871" y="23069"/>
                  </a:lnTo>
                  <a:lnTo>
                    <a:pt x="15599" y="22893"/>
                  </a:lnTo>
                  <a:lnTo>
                    <a:pt x="14102" y="21926"/>
                  </a:lnTo>
                  <a:lnTo>
                    <a:pt x="13782" y="21720"/>
                  </a:lnTo>
                  <a:lnTo>
                    <a:pt x="13740" y="21514"/>
                  </a:lnTo>
                  <a:lnTo>
                    <a:pt x="12730" y="21071"/>
                  </a:lnTo>
                  <a:lnTo>
                    <a:pt x="12474" y="20959"/>
                  </a:lnTo>
                  <a:lnTo>
                    <a:pt x="11412" y="20493"/>
                  </a:lnTo>
                  <a:lnTo>
                    <a:pt x="10850" y="20247"/>
                  </a:lnTo>
                  <a:lnTo>
                    <a:pt x="9614" y="19705"/>
                  </a:lnTo>
                  <a:lnTo>
                    <a:pt x="6959" y="19028"/>
                  </a:lnTo>
                  <a:lnTo>
                    <a:pt x="6754" y="18976"/>
                  </a:lnTo>
                  <a:lnTo>
                    <a:pt x="6542" y="18922"/>
                  </a:lnTo>
                  <a:lnTo>
                    <a:pt x="5104" y="18678"/>
                  </a:lnTo>
                  <a:lnTo>
                    <a:pt x="4399" y="18694"/>
                  </a:lnTo>
                  <a:lnTo>
                    <a:pt x="2879" y="18882"/>
                  </a:lnTo>
                  <a:lnTo>
                    <a:pt x="2202" y="17929"/>
                  </a:lnTo>
                  <a:lnTo>
                    <a:pt x="1150" y="16448"/>
                  </a:lnTo>
                  <a:lnTo>
                    <a:pt x="0" y="14340"/>
                  </a:lnTo>
                  <a:lnTo>
                    <a:pt x="188" y="11604"/>
                  </a:lnTo>
                  <a:lnTo>
                    <a:pt x="536" y="10109"/>
                  </a:lnTo>
                  <a:lnTo>
                    <a:pt x="2612" y="8786"/>
                  </a:lnTo>
                  <a:lnTo>
                    <a:pt x="2896" y="8605"/>
                  </a:lnTo>
                  <a:lnTo>
                    <a:pt x="3473" y="7393"/>
                  </a:lnTo>
                  <a:lnTo>
                    <a:pt x="4900" y="8046"/>
                  </a:lnTo>
                  <a:lnTo>
                    <a:pt x="6071" y="8582"/>
                  </a:lnTo>
                  <a:lnTo>
                    <a:pt x="6207" y="8645"/>
                  </a:lnTo>
                  <a:lnTo>
                    <a:pt x="6530" y="8793"/>
                  </a:lnTo>
                  <a:lnTo>
                    <a:pt x="6860" y="8820"/>
                  </a:lnTo>
                  <a:lnTo>
                    <a:pt x="7475" y="8932"/>
                  </a:lnTo>
                  <a:lnTo>
                    <a:pt x="7929" y="9172"/>
                  </a:lnTo>
                  <a:lnTo>
                    <a:pt x="8215" y="9322"/>
                  </a:lnTo>
                  <a:lnTo>
                    <a:pt x="8640" y="9576"/>
                  </a:lnTo>
                  <a:lnTo>
                    <a:pt x="10793" y="9661"/>
                  </a:lnTo>
                  <a:lnTo>
                    <a:pt x="13328" y="10366"/>
                  </a:lnTo>
                  <a:lnTo>
                    <a:pt x="13324" y="10503"/>
                  </a:lnTo>
                  <a:lnTo>
                    <a:pt x="13388" y="11508"/>
                  </a:lnTo>
                  <a:lnTo>
                    <a:pt x="14020" y="11171"/>
                  </a:lnTo>
                  <a:lnTo>
                    <a:pt x="14944" y="10677"/>
                  </a:lnTo>
                  <a:lnTo>
                    <a:pt x="15830" y="10203"/>
                  </a:lnTo>
                  <a:lnTo>
                    <a:pt x="15976" y="10068"/>
                  </a:lnTo>
                  <a:lnTo>
                    <a:pt x="16473" y="9611"/>
                  </a:lnTo>
                  <a:lnTo>
                    <a:pt x="18156" y="9118"/>
                  </a:lnTo>
                  <a:lnTo>
                    <a:pt x="18301" y="9077"/>
                  </a:lnTo>
                  <a:lnTo>
                    <a:pt x="19901" y="8740"/>
                  </a:lnTo>
                  <a:lnTo>
                    <a:pt x="21441" y="8416"/>
                  </a:lnTo>
                  <a:lnTo>
                    <a:pt x="21932" y="8312"/>
                  </a:lnTo>
                  <a:lnTo>
                    <a:pt x="23234" y="8032"/>
                  </a:lnTo>
                  <a:lnTo>
                    <a:pt x="24183" y="7093"/>
                  </a:lnTo>
                  <a:lnTo>
                    <a:pt x="27254" y="8743"/>
                  </a:lnTo>
                  <a:lnTo>
                    <a:pt x="27403" y="8823"/>
                  </a:lnTo>
                  <a:lnTo>
                    <a:pt x="29968" y="10274"/>
                  </a:lnTo>
                  <a:lnTo>
                    <a:pt x="30175" y="10392"/>
                  </a:lnTo>
                  <a:lnTo>
                    <a:pt x="30666" y="10670"/>
                  </a:lnTo>
                  <a:lnTo>
                    <a:pt x="31458" y="11118"/>
                  </a:lnTo>
                  <a:lnTo>
                    <a:pt x="31707" y="10719"/>
                  </a:lnTo>
                  <a:lnTo>
                    <a:pt x="33629" y="11672"/>
                  </a:lnTo>
                  <a:lnTo>
                    <a:pt x="34334" y="12063"/>
                  </a:lnTo>
                  <a:lnTo>
                    <a:pt x="36178" y="13086"/>
                  </a:lnTo>
                  <a:lnTo>
                    <a:pt x="37262" y="13721"/>
                  </a:lnTo>
                  <a:lnTo>
                    <a:pt x="38615" y="14514"/>
                  </a:lnTo>
                  <a:lnTo>
                    <a:pt x="39510" y="15038"/>
                  </a:lnTo>
                  <a:lnTo>
                    <a:pt x="40175" y="15427"/>
                  </a:lnTo>
                  <a:lnTo>
                    <a:pt x="43536" y="17396"/>
                  </a:lnTo>
                  <a:lnTo>
                    <a:pt x="43805" y="17554"/>
                  </a:lnTo>
                  <a:lnTo>
                    <a:pt x="43955" y="17321"/>
                  </a:lnTo>
                  <a:lnTo>
                    <a:pt x="46376" y="13535"/>
                  </a:lnTo>
                  <a:lnTo>
                    <a:pt x="47988" y="11015"/>
                  </a:lnTo>
                  <a:lnTo>
                    <a:pt x="49835" y="8042"/>
                  </a:lnTo>
                  <a:lnTo>
                    <a:pt x="51279" y="5719"/>
                  </a:lnTo>
                  <a:lnTo>
                    <a:pt x="51773" y="5046"/>
                  </a:lnTo>
                  <a:lnTo>
                    <a:pt x="52204" y="4459"/>
                  </a:lnTo>
                  <a:lnTo>
                    <a:pt x="53020" y="3346"/>
                  </a:lnTo>
                  <a:lnTo>
                    <a:pt x="53135" y="3190"/>
                  </a:lnTo>
                  <a:lnTo>
                    <a:pt x="54633" y="1490"/>
                  </a:lnTo>
                  <a:lnTo>
                    <a:pt x="55262" y="910"/>
                  </a:lnTo>
                  <a:lnTo>
                    <a:pt x="56248" y="0"/>
                  </a:lnTo>
                  <a:lnTo>
                    <a:pt x="56470" y="136"/>
                  </a:lnTo>
                  <a:lnTo>
                    <a:pt x="57136" y="545"/>
                  </a:lnTo>
                  <a:lnTo>
                    <a:pt x="59929" y="2262"/>
                  </a:lnTo>
                  <a:lnTo>
                    <a:pt x="62961" y="4124"/>
                  </a:lnTo>
                  <a:lnTo>
                    <a:pt x="63505" y="4459"/>
                  </a:lnTo>
                  <a:lnTo>
                    <a:pt x="66219" y="6127"/>
                  </a:lnTo>
                  <a:lnTo>
                    <a:pt x="69047" y="7881"/>
                  </a:lnTo>
                  <a:lnTo>
                    <a:pt x="69354" y="8071"/>
                  </a:lnTo>
                  <a:lnTo>
                    <a:pt x="69814" y="8356"/>
                  </a:lnTo>
                  <a:lnTo>
                    <a:pt x="72564" y="10061"/>
                  </a:lnTo>
                  <a:lnTo>
                    <a:pt x="72874" y="10253"/>
                  </a:lnTo>
                  <a:lnTo>
                    <a:pt x="75737" y="12027"/>
                  </a:lnTo>
                  <a:lnTo>
                    <a:pt x="75529" y="12354"/>
                  </a:lnTo>
                  <a:lnTo>
                    <a:pt x="74854" y="13415"/>
                  </a:lnTo>
                  <a:lnTo>
                    <a:pt x="74552" y="13890"/>
                  </a:lnTo>
                  <a:lnTo>
                    <a:pt x="73312" y="158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518787" y="2802742"/>
              <a:ext cx="85873" cy="70216"/>
            </a:xfrm>
            <a:custGeom>
              <a:avLst/>
              <a:pathLst>
                <a:path w="85873" h="70216">
                  <a:moveTo>
                    <a:pt x="36966" y="3984"/>
                  </a:moveTo>
                  <a:lnTo>
                    <a:pt x="37644" y="4937"/>
                  </a:lnTo>
                  <a:lnTo>
                    <a:pt x="39163" y="4749"/>
                  </a:lnTo>
                  <a:lnTo>
                    <a:pt x="39868" y="4733"/>
                  </a:lnTo>
                  <a:lnTo>
                    <a:pt x="41307" y="4977"/>
                  </a:lnTo>
                  <a:lnTo>
                    <a:pt x="41518" y="5031"/>
                  </a:lnTo>
                  <a:lnTo>
                    <a:pt x="41723" y="5083"/>
                  </a:lnTo>
                  <a:lnTo>
                    <a:pt x="44379" y="5759"/>
                  </a:lnTo>
                  <a:lnTo>
                    <a:pt x="45615" y="6301"/>
                  </a:lnTo>
                  <a:lnTo>
                    <a:pt x="46278" y="6592"/>
                  </a:lnTo>
                  <a:lnTo>
                    <a:pt x="47238" y="7014"/>
                  </a:lnTo>
                  <a:lnTo>
                    <a:pt x="47494" y="7126"/>
                  </a:lnTo>
                  <a:lnTo>
                    <a:pt x="48504" y="7569"/>
                  </a:lnTo>
                  <a:lnTo>
                    <a:pt x="48546" y="7775"/>
                  </a:lnTo>
                  <a:lnTo>
                    <a:pt x="48866" y="7981"/>
                  </a:lnTo>
                  <a:lnTo>
                    <a:pt x="50363" y="8947"/>
                  </a:lnTo>
                  <a:lnTo>
                    <a:pt x="50636" y="9123"/>
                  </a:lnTo>
                  <a:lnTo>
                    <a:pt x="51346" y="9567"/>
                  </a:lnTo>
                  <a:lnTo>
                    <a:pt x="52778" y="10461"/>
                  </a:lnTo>
                  <a:lnTo>
                    <a:pt x="56173" y="12579"/>
                  </a:lnTo>
                  <a:lnTo>
                    <a:pt x="56721" y="12911"/>
                  </a:lnTo>
                  <a:lnTo>
                    <a:pt x="63678" y="17119"/>
                  </a:lnTo>
                  <a:lnTo>
                    <a:pt x="68075" y="19779"/>
                  </a:lnTo>
                  <a:lnTo>
                    <a:pt x="66076" y="23087"/>
                  </a:lnTo>
                  <a:lnTo>
                    <a:pt x="64211" y="26174"/>
                  </a:lnTo>
                  <a:lnTo>
                    <a:pt x="64100" y="26342"/>
                  </a:lnTo>
                  <a:lnTo>
                    <a:pt x="64100" y="26596"/>
                  </a:lnTo>
                  <a:lnTo>
                    <a:pt x="64248" y="26691"/>
                  </a:lnTo>
                  <a:lnTo>
                    <a:pt x="68435" y="29371"/>
                  </a:lnTo>
                  <a:lnTo>
                    <a:pt x="71697" y="31423"/>
                  </a:lnTo>
                  <a:lnTo>
                    <a:pt x="75403" y="33872"/>
                  </a:lnTo>
                  <a:lnTo>
                    <a:pt x="76732" y="34702"/>
                  </a:lnTo>
                  <a:lnTo>
                    <a:pt x="76873" y="34790"/>
                  </a:lnTo>
                  <a:lnTo>
                    <a:pt x="78011" y="35501"/>
                  </a:lnTo>
                  <a:lnTo>
                    <a:pt x="78199" y="35618"/>
                  </a:lnTo>
                  <a:lnTo>
                    <a:pt x="78829" y="36012"/>
                  </a:lnTo>
                  <a:lnTo>
                    <a:pt x="79072" y="36164"/>
                  </a:lnTo>
                  <a:lnTo>
                    <a:pt x="80687" y="37173"/>
                  </a:lnTo>
                  <a:lnTo>
                    <a:pt x="80815" y="37252"/>
                  </a:lnTo>
                  <a:lnTo>
                    <a:pt x="85873" y="40202"/>
                  </a:lnTo>
                  <a:lnTo>
                    <a:pt x="84104" y="43015"/>
                  </a:lnTo>
                  <a:lnTo>
                    <a:pt x="83777" y="43512"/>
                  </a:lnTo>
                  <a:lnTo>
                    <a:pt x="81734" y="46614"/>
                  </a:lnTo>
                  <a:lnTo>
                    <a:pt x="78451" y="51599"/>
                  </a:lnTo>
                  <a:lnTo>
                    <a:pt x="78309" y="51813"/>
                  </a:lnTo>
                  <a:lnTo>
                    <a:pt x="75493" y="56396"/>
                  </a:lnTo>
                  <a:lnTo>
                    <a:pt x="73338" y="59904"/>
                  </a:lnTo>
                  <a:lnTo>
                    <a:pt x="73210" y="60112"/>
                  </a:lnTo>
                  <a:lnTo>
                    <a:pt x="73103" y="60283"/>
                  </a:lnTo>
                  <a:lnTo>
                    <a:pt x="71104" y="63472"/>
                  </a:lnTo>
                  <a:lnTo>
                    <a:pt x="70335" y="64648"/>
                  </a:lnTo>
                  <a:lnTo>
                    <a:pt x="66766" y="70216"/>
                  </a:lnTo>
                  <a:lnTo>
                    <a:pt x="66627" y="70131"/>
                  </a:lnTo>
                  <a:lnTo>
                    <a:pt x="63385" y="68139"/>
                  </a:lnTo>
                  <a:lnTo>
                    <a:pt x="62837" y="67802"/>
                  </a:lnTo>
                  <a:lnTo>
                    <a:pt x="62478" y="67582"/>
                  </a:lnTo>
                  <a:lnTo>
                    <a:pt x="62914" y="66884"/>
                  </a:lnTo>
                  <a:lnTo>
                    <a:pt x="63871" y="65354"/>
                  </a:lnTo>
                  <a:lnTo>
                    <a:pt x="63429" y="65076"/>
                  </a:lnTo>
                  <a:lnTo>
                    <a:pt x="62074" y="64227"/>
                  </a:lnTo>
                  <a:lnTo>
                    <a:pt x="61779" y="64041"/>
                  </a:lnTo>
                  <a:lnTo>
                    <a:pt x="60001" y="62927"/>
                  </a:lnTo>
                  <a:lnTo>
                    <a:pt x="59859" y="62837"/>
                  </a:lnTo>
                  <a:lnTo>
                    <a:pt x="59152" y="62394"/>
                  </a:lnTo>
                  <a:lnTo>
                    <a:pt x="58245" y="61825"/>
                  </a:lnTo>
                  <a:lnTo>
                    <a:pt x="57931" y="61648"/>
                  </a:lnTo>
                  <a:lnTo>
                    <a:pt x="57354" y="61322"/>
                  </a:lnTo>
                  <a:lnTo>
                    <a:pt x="56645" y="60922"/>
                  </a:lnTo>
                  <a:lnTo>
                    <a:pt x="56453" y="60813"/>
                  </a:lnTo>
                  <a:lnTo>
                    <a:pt x="55202" y="60107"/>
                  </a:lnTo>
                  <a:lnTo>
                    <a:pt x="54629" y="59783"/>
                  </a:lnTo>
                  <a:lnTo>
                    <a:pt x="53779" y="59303"/>
                  </a:lnTo>
                  <a:lnTo>
                    <a:pt x="53988" y="58928"/>
                  </a:lnTo>
                  <a:lnTo>
                    <a:pt x="54117" y="58698"/>
                  </a:lnTo>
                  <a:lnTo>
                    <a:pt x="52764" y="57908"/>
                  </a:lnTo>
                  <a:lnTo>
                    <a:pt x="51789" y="57338"/>
                  </a:lnTo>
                  <a:lnTo>
                    <a:pt x="51484" y="57121"/>
                  </a:lnTo>
                  <a:lnTo>
                    <a:pt x="51298" y="56988"/>
                  </a:lnTo>
                  <a:lnTo>
                    <a:pt x="51029" y="56795"/>
                  </a:lnTo>
                  <a:lnTo>
                    <a:pt x="50794" y="56627"/>
                  </a:lnTo>
                  <a:lnTo>
                    <a:pt x="49923" y="56098"/>
                  </a:lnTo>
                  <a:lnTo>
                    <a:pt x="48515" y="55241"/>
                  </a:lnTo>
                  <a:lnTo>
                    <a:pt x="47963" y="54905"/>
                  </a:lnTo>
                  <a:lnTo>
                    <a:pt x="47588" y="54677"/>
                  </a:lnTo>
                  <a:lnTo>
                    <a:pt x="46602" y="54058"/>
                  </a:lnTo>
                  <a:lnTo>
                    <a:pt x="46225" y="53821"/>
                  </a:lnTo>
                  <a:lnTo>
                    <a:pt x="45126" y="55610"/>
                  </a:lnTo>
                  <a:lnTo>
                    <a:pt x="44813" y="55880"/>
                  </a:lnTo>
                  <a:lnTo>
                    <a:pt x="44485" y="55681"/>
                  </a:lnTo>
                  <a:lnTo>
                    <a:pt x="44335" y="55590"/>
                  </a:lnTo>
                  <a:lnTo>
                    <a:pt x="44054" y="55419"/>
                  </a:lnTo>
                  <a:lnTo>
                    <a:pt x="43416" y="55031"/>
                  </a:lnTo>
                  <a:lnTo>
                    <a:pt x="43061" y="54816"/>
                  </a:lnTo>
                  <a:lnTo>
                    <a:pt x="42693" y="54592"/>
                  </a:lnTo>
                  <a:lnTo>
                    <a:pt x="42386" y="54405"/>
                  </a:lnTo>
                  <a:lnTo>
                    <a:pt x="41225" y="53700"/>
                  </a:lnTo>
                  <a:lnTo>
                    <a:pt x="40413" y="53206"/>
                  </a:lnTo>
                  <a:lnTo>
                    <a:pt x="40216" y="53086"/>
                  </a:lnTo>
                  <a:lnTo>
                    <a:pt x="39985" y="52945"/>
                  </a:lnTo>
                  <a:lnTo>
                    <a:pt x="38577" y="52090"/>
                  </a:lnTo>
                  <a:lnTo>
                    <a:pt x="35223" y="50051"/>
                  </a:lnTo>
                  <a:lnTo>
                    <a:pt x="34926" y="49870"/>
                  </a:lnTo>
                  <a:lnTo>
                    <a:pt x="34758" y="49768"/>
                  </a:lnTo>
                  <a:lnTo>
                    <a:pt x="33180" y="48809"/>
                  </a:lnTo>
                  <a:lnTo>
                    <a:pt x="32833" y="48598"/>
                  </a:lnTo>
                  <a:lnTo>
                    <a:pt x="32515" y="48405"/>
                  </a:lnTo>
                  <a:lnTo>
                    <a:pt x="31983" y="48081"/>
                  </a:lnTo>
                  <a:lnTo>
                    <a:pt x="31076" y="47530"/>
                  </a:lnTo>
                  <a:lnTo>
                    <a:pt x="30479" y="47167"/>
                  </a:lnTo>
                  <a:lnTo>
                    <a:pt x="30269" y="47039"/>
                  </a:lnTo>
                  <a:lnTo>
                    <a:pt x="28225" y="45944"/>
                  </a:lnTo>
                  <a:lnTo>
                    <a:pt x="27655" y="45428"/>
                  </a:lnTo>
                  <a:lnTo>
                    <a:pt x="27362" y="45163"/>
                  </a:lnTo>
                  <a:lnTo>
                    <a:pt x="26612" y="44647"/>
                  </a:lnTo>
                  <a:lnTo>
                    <a:pt x="26553" y="44505"/>
                  </a:lnTo>
                  <a:lnTo>
                    <a:pt x="25194" y="41216"/>
                  </a:lnTo>
                  <a:lnTo>
                    <a:pt x="24724" y="40077"/>
                  </a:lnTo>
                  <a:lnTo>
                    <a:pt x="23299" y="40615"/>
                  </a:lnTo>
                  <a:lnTo>
                    <a:pt x="21453" y="41399"/>
                  </a:lnTo>
                  <a:lnTo>
                    <a:pt x="20626" y="41492"/>
                  </a:lnTo>
                  <a:lnTo>
                    <a:pt x="20445" y="41267"/>
                  </a:lnTo>
                  <a:lnTo>
                    <a:pt x="19580" y="40195"/>
                  </a:lnTo>
                  <a:lnTo>
                    <a:pt x="19298" y="39846"/>
                  </a:lnTo>
                  <a:lnTo>
                    <a:pt x="18481" y="38833"/>
                  </a:lnTo>
                  <a:lnTo>
                    <a:pt x="18255" y="38553"/>
                  </a:lnTo>
                  <a:lnTo>
                    <a:pt x="17602" y="37731"/>
                  </a:lnTo>
                  <a:lnTo>
                    <a:pt x="17034" y="37015"/>
                  </a:lnTo>
                  <a:lnTo>
                    <a:pt x="16664" y="36635"/>
                  </a:lnTo>
                  <a:lnTo>
                    <a:pt x="15164" y="34695"/>
                  </a:lnTo>
                  <a:lnTo>
                    <a:pt x="14942" y="33471"/>
                  </a:lnTo>
                  <a:lnTo>
                    <a:pt x="14542" y="32960"/>
                  </a:lnTo>
                  <a:lnTo>
                    <a:pt x="14393" y="32727"/>
                  </a:lnTo>
                  <a:lnTo>
                    <a:pt x="14103" y="32276"/>
                  </a:lnTo>
                  <a:lnTo>
                    <a:pt x="13769" y="31758"/>
                  </a:lnTo>
                  <a:lnTo>
                    <a:pt x="13578" y="31461"/>
                  </a:lnTo>
                  <a:lnTo>
                    <a:pt x="13049" y="30665"/>
                  </a:lnTo>
                  <a:lnTo>
                    <a:pt x="12899" y="30476"/>
                  </a:lnTo>
                  <a:lnTo>
                    <a:pt x="12476" y="29944"/>
                  </a:lnTo>
                  <a:lnTo>
                    <a:pt x="11405" y="28526"/>
                  </a:lnTo>
                  <a:lnTo>
                    <a:pt x="10609" y="27566"/>
                  </a:lnTo>
                  <a:lnTo>
                    <a:pt x="10417" y="27335"/>
                  </a:lnTo>
                  <a:lnTo>
                    <a:pt x="10193" y="27065"/>
                  </a:lnTo>
                  <a:lnTo>
                    <a:pt x="9749" y="26529"/>
                  </a:lnTo>
                  <a:lnTo>
                    <a:pt x="8950" y="25508"/>
                  </a:lnTo>
                  <a:lnTo>
                    <a:pt x="7914" y="24328"/>
                  </a:lnTo>
                  <a:lnTo>
                    <a:pt x="7634" y="23827"/>
                  </a:lnTo>
                  <a:lnTo>
                    <a:pt x="7247" y="23136"/>
                  </a:lnTo>
                  <a:lnTo>
                    <a:pt x="6873" y="21755"/>
                  </a:lnTo>
                  <a:lnTo>
                    <a:pt x="6780" y="21412"/>
                  </a:lnTo>
                  <a:lnTo>
                    <a:pt x="6592" y="20838"/>
                  </a:lnTo>
                  <a:lnTo>
                    <a:pt x="6386" y="20207"/>
                  </a:lnTo>
                  <a:lnTo>
                    <a:pt x="6300" y="19946"/>
                  </a:lnTo>
                  <a:lnTo>
                    <a:pt x="6247" y="19792"/>
                  </a:lnTo>
                  <a:lnTo>
                    <a:pt x="6115" y="19414"/>
                  </a:lnTo>
                  <a:lnTo>
                    <a:pt x="2101" y="17186"/>
                  </a:lnTo>
                  <a:lnTo>
                    <a:pt x="1365" y="16335"/>
                  </a:lnTo>
                  <a:lnTo>
                    <a:pt x="0" y="14759"/>
                  </a:lnTo>
                  <a:lnTo>
                    <a:pt x="2364" y="12963"/>
                  </a:lnTo>
                  <a:lnTo>
                    <a:pt x="8839" y="8157"/>
                  </a:lnTo>
                  <a:lnTo>
                    <a:pt x="10622" y="4742"/>
                  </a:lnTo>
                  <a:lnTo>
                    <a:pt x="14510" y="1708"/>
                  </a:lnTo>
                  <a:lnTo>
                    <a:pt x="17528" y="1527"/>
                  </a:lnTo>
                  <a:lnTo>
                    <a:pt x="20192" y="1367"/>
                  </a:lnTo>
                  <a:lnTo>
                    <a:pt x="21716" y="1125"/>
                  </a:lnTo>
                  <a:lnTo>
                    <a:pt x="28245" y="91"/>
                  </a:lnTo>
                  <a:lnTo>
                    <a:pt x="28822" y="0"/>
                  </a:lnTo>
                  <a:lnTo>
                    <a:pt x="34764" y="395"/>
                  </a:lnTo>
                  <a:lnTo>
                    <a:pt x="35915" y="250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2580337" y="2825827"/>
              <a:ext cx="88965" cy="85836"/>
            </a:xfrm>
            <a:custGeom>
              <a:avLst/>
              <a:pathLst>
                <a:path w="88965" h="85836">
                  <a:moveTo>
                    <a:pt x="44867" y="15927"/>
                  </a:moveTo>
                  <a:lnTo>
                    <a:pt x="43874" y="17415"/>
                  </a:lnTo>
                  <a:lnTo>
                    <a:pt x="43772" y="17568"/>
                  </a:lnTo>
                  <a:lnTo>
                    <a:pt x="43490" y="18007"/>
                  </a:lnTo>
                  <a:lnTo>
                    <a:pt x="42791" y="19095"/>
                  </a:lnTo>
                  <a:lnTo>
                    <a:pt x="41278" y="21450"/>
                  </a:lnTo>
                  <a:lnTo>
                    <a:pt x="41168" y="21641"/>
                  </a:lnTo>
                  <a:lnTo>
                    <a:pt x="40996" y="21942"/>
                  </a:lnTo>
                  <a:lnTo>
                    <a:pt x="40590" y="22649"/>
                  </a:lnTo>
                  <a:lnTo>
                    <a:pt x="42249" y="23664"/>
                  </a:lnTo>
                  <a:lnTo>
                    <a:pt x="44176" y="24843"/>
                  </a:lnTo>
                  <a:lnTo>
                    <a:pt x="47488" y="26871"/>
                  </a:lnTo>
                  <a:lnTo>
                    <a:pt x="54121" y="30930"/>
                  </a:lnTo>
                  <a:lnTo>
                    <a:pt x="54430" y="31119"/>
                  </a:lnTo>
                  <a:lnTo>
                    <a:pt x="60027" y="34545"/>
                  </a:lnTo>
                  <a:lnTo>
                    <a:pt x="61215" y="32568"/>
                  </a:lnTo>
                  <a:lnTo>
                    <a:pt x="61619" y="31897"/>
                  </a:lnTo>
                  <a:lnTo>
                    <a:pt x="69225" y="20239"/>
                  </a:lnTo>
                  <a:lnTo>
                    <a:pt x="71043" y="17453"/>
                  </a:lnTo>
                  <a:lnTo>
                    <a:pt x="71673" y="16488"/>
                  </a:lnTo>
                  <a:lnTo>
                    <a:pt x="71875" y="16614"/>
                  </a:lnTo>
                  <a:lnTo>
                    <a:pt x="72498" y="17002"/>
                  </a:lnTo>
                  <a:lnTo>
                    <a:pt x="74079" y="17987"/>
                  </a:lnTo>
                  <a:lnTo>
                    <a:pt x="76700" y="19619"/>
                  </a:lnTo>
                  <a:lnTo>
                    <a:pt x="78819" y="20940"/>
                  </a:lnTo>
                  <a:lnTo>
                    <a:pt x="81574" y="22656"/>
                  </a:lnTo>
                  <a:lnTo>
                    <a:pt x="83742" y="24571"/>
                  </a:lnTo>
                  <a:lnTo>
                    <a:pt x="85834" y="26418"/>
                  </a:lnTo>
                  <a:lnTo>
                    <a:pt x="88965" y="29184"/>
                  </a:lnTo>
                  <a:lnTo>
                    <a:pt x="88604" y="30327"/>
                  </a:lnTo>
                  <a:lnTo>
                    <a:pt x="87064" y="35205"/>
                  </a:lnTo>
                  <a:lnTo>
                    <a:pt x="86329" y="37533"/>
                  </a:lnTo>
                  <a:lnTo>
                    <a:pt x="84171" y="45162"/>
                  </a:lnTo>
                  <a:lnTo>
                    <a:pt x="83712" y="46783"/>
                  </a:lnTo>
                  <a:lnTo>
                    <a:pt x="82497" y="51078"/>
                  </a:lnTo>
                  <a:lnTo>
                    <a:pt x="82274" y="51963"/>
                  </a:lnTo>
                  <a:lnTo>
                    <a:pt x="81625" y="54249"/>
                  </a:lnTo>
                  <a:lnTo>
                    <a:pt x="81303" y="55381"/>
                  </a:lnTo>
                  <a:lnTo>
                    <a:pt x="80894" y="56822"/>
                  </a:lnTo>
                  <a:lnTo>
                    <a:pt x="80043" y="59614"/>
                  </a:lnTo>
                  <a:lnTo>
                    <a:pt x="79273" y="61897"/>
                  </a:lnTo>
                  <a:lnTo>
                    <a:pt x="78452" y="64727"/>
                  </a:lnTo>
                  <a:lnTo>
                    <a:pt x="75599" y="74860"/>
                  </a:lnTo>
                  <a:lnTo>
                    <a:pt x="73586" y="81747"/>
                  </a:lnTo>
                  <a:lnTo>
                    <a:pt x="72474" y="85551"/>
                  </a:lnTo>
                  <a:lnTo>
                    <a:pt x="72391" y="85836"/>
                  </a:lnTo>
                  <a:lnTo>
                    <a:pt x="72240" y="85791"/>
                  </a:lnTo>
                  <a:lnTo>
                    <a:pt x="71499" y="85610"/>
                  </a:lnTo>
                  <a:lnTo>
                    <a:pt x="70596" y="85389"/>
                  </a:lnTo>
                  <a:lnTo>
                    <a:pt x="69937" y="85227"/>
                  </a:lnTo>
                  <a:lnTo>
                    <a:pt x="68505" y="84877"/>
                  </a:lnTo>
                  <a:lnTo>
                    <a:pt x="67473" y="84624"/>
                  </a:lnTo>
                  <a:lnTo>
                    <a:pt x="66825" y="84466"/>
                  </a:lnTo>
                  <a:lnTo>
                    <a:pt x="65414" y="84120"/>
                  </a:lnTo>
                  <a:lnTo>
                    <a:pt x="65225" y="84074"/>
                  </a:lnTo>
                  <a:lnTo>
                    <a:pt x="63895" y="83677"/>
                  </a:lnTo>
                  <a:lnTo>
                    <a:pt x="61883" y="83076"/>
                  </a:lnTo>
                  <a:lnTo>
                    <a:pt x="61732" y="83031"/>
                  </a:lnTo>
                  <a:lnTo>
                    <a:pt x="59918" y="82489"/>
                  </a:lnTo>
                  <a:lnTo>
                    <a:pt x="56425" y="81446"/>
                  </a:lnTo>
                  <a:lnTo>
                    <a:pt x="55634" y="81209"/>
                  </a:lnTo>
                  <a:lnTo>
                    <a:pt x="55409" y="81154"/>
                  </a:lnTo>
                  <a:lnTo>
                    <a:pt x="52838" y="80526"/>
                  </a:lnTo>
                  <a:lnTo>
                    <a:pt x="51017" y="80081"/>
                  </a:lnTo>
                  <a:lnTo>
                    <a:pt x="50739" y="80001"/>
                  </a:lnTo>
                  <a:lnTo>
                    <a:pt x="50378" y="79897"/>
                  </a:lnTo>
                  <a:lnTo>
                    <a:pt x="49188" y="79553"/>
                  </a:lnTo>
                  <a:lnTo>
                    <a:pt x="47201" y="78980"/>
                  </a:lnTo>
                  <a:lnTo>
                    <a:pt x="46724" y="78842"/>
                  </a:lnTo>
                  <a:lnTo>
                    <a:pt x="42782" y="77704"/>
                  </a:lnTo>
                  <a:lnTo>
                    <a:pt x="41443" y="77318"/>
                  </a:lnTo>
                  <a:lnTo>
                    <a:pt x="40520" y="77052"/>
                  </a:lnTo>
                  <a:lnTo>
                    <a:pt x="40301" y="76988"/>
                  </a:lnTo>
                  <a:lnTo>
                    <a:pt x="39998" y="76901"/>
                  </a:lnTo>
                  <a:lnTo>
                    <a:pt x="39854" y="76860"/>
                  </a:lnTo>
                  <a:lnTo>
                    <a:pt x="38431" y="76552"/>
                  </a:lnTo>
                  <a:lnTo>
                    <a:pt x="35738" y="75971"/>
                  </a:lnTo>
                  <a:lnTo>
                    <a:pt x="35110" y="75700"/>
                  </a:lnTo>
                  <a:lnTo>
                    <a:pt x="33640" y="75068"/>
                  </a:lnTo>
                  <a:lnTo>
                    <a:pt x="33370" y="74957"/>
                  </a:lnTo>
                  <a:lnTo>
                    <a:pt x="32740" y="74843"/>
                  </a:lnTo>
                  <a:lnTo>
                    <a:pt x="32340" y="74770"/>
                  </a:lnTo>
                  <a:lnTo>
                    <a:pt x="31354" y="74591"/>
                  </a:lnTo>
                  <a:lnTo>
                    <a:pt x="31153" y="74469"/>
                  </a:lnTo>
                  <a:lnTo>
                    <a:pt x="29830" y="73660"/>
                  </a:lnTo>
                  <a:lnTo>
                    <a:pt x="29587" y="73511"/>
                  </a:lnTo>
                  <a:lnTo>
                    <a:pt x="27432" y="72194"/>
                  </a:lnTo>
                  <a:lnTo>
                    <a:pt x="27237" y="72075"/>
                  </a:lnTo>
                  <a:lnTo>
                    <a:pt x="26433" y="71582"/>
                  </a:lnTo>
                  <a:lnTo>
                    <a:pt x="24612" y="70442"/>
                  </a:lnTo>
                  <a:lnTo>
                    <a:pt x="19637" y="67327"/>
                  </a:lnTo>
                  <a:lnTo>
                    <a:pt x="19500" y="67241"/>
                  </a:lnTo>
                  <a:lnTo>
                    <a:pt x="14363" y="64025"/>
                  </a:lnTo>
                  <a:lnTo>
                    <a:pt x="12723" y="62999"/>
                  </a:lnTo>
                  <a:lnTo>
                    <a:pt x="10721" y="61745"/>
                  </a:lnTo>
                  <a:lnTo>
                    <a:pt x="9510" y="60987"/>
                  </a:lnTo>
                  <a:lnTo>
                    <a:pt x="1113" y="55730"/>
                  </a:lnTo>
                  <a:lnTo>
                    <a:pt x="680" y="55489"/>
                  </a:lnTo>
                  <a:lnTo>
                    <a:pt x="343" y="55302"/>
                  </a:lnTo>
                  <a:lnTo>
                    <a:pt x="0" y="55111"/>
                  </a:lnTo>
                  <a:lnTo>
                    <a:pt x="357" y="54679"/>
                  </a:lnTo>
                  <a:lnTo>
                    <a:pt x="647" y="54209"/>
                  </a:lnTo>
                  <a:lnTo>
                    <a:pt x="2601" y="51048"/>
                  </a:lnTo>
                  <a:lnTo>
                    <a:pt x="2815" y="50703"/>
                  </a:lnTo>
                  <a:lnTo>
                    <a:pt x="3582" y="49462"/>
                  </a:lnTo>
                  <a:lnTo>
                    <a:pt x="5216" y="47130"/>
                  </a:lnTo>
                  <a:lnTo>
                    <a:pt x="8784" y="41563"/>
                  </a:lnTo>
                  <a:lnTo>
                    <a:pt x="9612" y="40297"/>
                  </a:lnTo>
                  <a:lnTo>
                    <a:pt x="11553" y="37197"/>
                  </a:lnTo>
                  <a:lnTo>
                    <a:pt x="11659" y="37026"/>
                  </a:lnTo>
                  <a:lnTo>
                    <a:pt x="11787" y="36818"/>
                  </a:lnTo>
                  <a:lnTo>
                    <a:pt x="13942" y="33311"/>
                  </a:lnTo>
                  <a:lnTo>
                    <a:pt x="16758" y="28728"/>
                  </a:lnTo>
                  <a:lnTo>
                    <a:pt x="16900" y="28513"/>
                  </a:lnTo>
                  <a:lnTo>
                    <a:pt x="20183" y="23528"/>
                  </a:lnTo>
                  <a:lnTo>
                    <a:pt x="22226" y="20426"/>
                  </a:lnTo>
                  <a:lnTo>
                    <a:pt x="22599" y="19860"/>
                  </a:lnTo>
                  <a:lnTo>
                    <a:pt x="24322" y="17116"/>
                  </a:lnTo>
                  <a:lnTo>
                    <a:pt x="24497" y="16842"/>
                  </a:lnTo>
                  <a:lnTo>
                    <a:pt x="26634" y="13434"/>
                  </a:lnTo>
                  <a:lnTo>
                    <a:pt x="27713" y="11718"/>
                  </a:lnTo>
                  <a:lnTo>
                    <a:pt x="26334" y="10849"/>
                  </a:lnTo>
                  <a:lnTo>
                    <a:pt x="27332" y="9306"/>
                  </a:lnTo>
                  <a:lnTo>
                    <a:pt x="27566" y="8944"/>
                  </a:lnTo>
                  <a:lnTo>
                    <a:pt x="30501" y="4341"/>
                  </a:lnTo>
                  <a:lnTo>
                    <a:pt x="32143" y="1766"/>
                  </a:lnTo>
                  <a:lnTo>
                    <a:pt x="32932" y="530"/>
                  </a:lnTo>
                  <a:lnTo>
                    <a:pt x="33256" y="0"/>
                  </a:lnTo>
                  <a:lnTo>
                    <a:pt x="33962" y="414"/>
                  </a:lnTo>
                  <a:lnTo>
                    <a:pt x="36543" y="1930"/>
                  </a:lnTo>
                  <a:lnTo>
                    <a:pt x="36073" y="2634"/>
                  </a:lnTo>
                  <a:lnTo>
                    <a:pt x="37882" y="3731"/>
                  </a:lnTo>
                  <a:lnTo>
                    <a:pt x="36772" y="5750"/>
                  </a:lnTo>
                  <a:lnTo>
                    <a:pt x="36950" y="5856"/>
                  </a:lnTo>
                  <a:lnTo>
                    <a:pt x="42560" y="9207"/>
                  </a:lnTo>
                  <a:lnTo>
                    <a:pt x="42230" y="9732"/>
                  </a:lnTo>
                  <a:lnTo>
                    <a:pt x="43135" y="10292"/>
                  </a:lnTo>
                  <a:lnTo>
                    <a:pt x="46814" y="12665"/>
                  </a:lnTo>
                  <a:lnTo>
                    <a:pt x="45832" y="14346"/>
                  </a:lnTo>
                  <a:lnTo>
                    <a:pt x="45373" y="1509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2652729" y="2855012"/>
              <a:ext cx="119462" cy="97419"/>
            </a:xfrm>
            <a:custGeom>
              <a:avLst/>
              <a:pathLst>
                <a:path w="119462" h="97419">
                  <a:moveTo>
                    <a:pt x="75503" y="51007"/>
                  </a:moveTo>
                  <a:lnTo>
                    <a:pt x="76296" y="51667"/>
                  </a:lnTo>
                  <a:lnTo>
                    <a:pt x="77202" y="50444"/>
                  </a:lnTo>
                  <a:lnTo>
                    <a:pt x="80025" y="46635"/>
                  </a:lnTo>
                  <a:lnTo>
                    <a:pt x="80322" y="46234"/>
                  </a:lnTo>
                  <a:lnTo>
                    <a:pt x="83559" y="41867"/>
                  </a:lnTo>
                  <a:lnTo>
                    <a:pt x="85562" y="39164"/>
                  </a:lnTo>
                  <a:lnTo>
                    <a:pt x="86956" y="37282"/>
                  </a:lnTo>
                  <a:lnTo>
                    <a:pt x="89814" y="33427"/>
                  </a:lnTo>
                  <a:lnTo>
                    <a:pt x="91352" y="34470"/>
                  </a:lnTo>
                  <a:lnTo>
                    <a:pt x="92372" y="35161"/>
                  </a:lnTo>
                  <a:lnTo>
                    <a:pt x="96520" y="38137"/>
                  </a:lnTo>
                  <a:lnTo>
                    <a:pt x="99821" y="40506"/>
                  </a:lnTo>
                  <a:lnTo>
                    <a:pt x="99955" y="40602"/>
                  </a:lnTo>
                  <a:lnTo>
                    <a:pt x="105204" y="44368"/>
                  </a:lnTo>
                  <a:lnTo>
                    <a:pt x="106178" y="45067"/>
                  </a:lnTo>
                  <a:lnTo>
                    <a:pt x="106357" y="45196"/>
                  </a:lnTo>
                  <a:lnTo>
                    <a:pt x="109368" y="47356"/>
                  </a:lnTo>
                  <a:lnTo>
                    <a:pt x="109902" y="47739"/>
                  </a:lnTo>
                  <a:lnTo>
                    <a:pt x="112136" y="49342"/>
                  </a:lnTo>
                  <a:lnTo>
                    <a:pt x="114518" y="51051"/>
                  </a:lnTo>
                  <a:lnTo>
                    <a:pt x="119462" y="54598"/>
                  </a:lnTo>
                  <a:lnTo>
                    <a:pt x="118615" y="55740"/>
                  </a:lnTo>
                  <a:lnTo>
                    <a:pt x="115839" y="59483"/>
                  </a:lnTo>
                  <a:lnTo>
                    <a:pt x="115609" y="59793"/>
                  </a:lnTo>
                  <a:lnTo>
                    <a:pt x="113608" y="62490"/>
                  </a:lnTo>
                  <a:lnTo>
                    <a:pt x="110860" y="66195"/>
                  </a:lnTo>
                  <a:lnTo>
                    <a:pt x="109154" y="68495"/>
                  </a:lnTo>
                  <a:lnTo>
                    <a:pt x="108865" y="68885"/>
                  </a:lnTo>
                  <a:lnTo>
                    <a:pt x="108702" y="69104"/>
                  </a:lnTo>
                  <a:lnTo>
                    <a:pt x="106672" y="71842"/>
                  </a:lnTo>
                  <a:lnTo>
                    <a:pt x="106419" y="72105"/>
                  </a:lnTo>
                  <a:lnTo>
                    <a:pt x="105778" y="72770"/>
                  </a:lnTo>
                  <a:lnTo>
                    <a:pt x="105098" y="73144"/>
                  </a:lnTo>
                  <a:lnTo>
                    <a:pt x="104815" y="73299"/>
                  </a:lnTo>
                  <a:lnTo>
                    <a:pt x="104396" y="73529"/>
                  </a:lnTo>
                  <a:lnTo>
                    <a:pt x="103327" y="74116"/>
                  </a:lnTo>
                  <a:lnTo>
                    <a:pt x="97676" y="76414"/>
                  </a:lnTo>
                  <a:lnTo>
                    <a:pt x="94328" y="77774"/>
                  </a:lnTo>
                  <a:lnTo>
                    <a:pt x="94070" y="77884"/>
                  </a:lnTo>
                  <a:lnTo>
                    <a:pt x="94877" y="79560"/>
                  </a:lnTo>
                  <a:lnTo>
                    <a:pt x="95950" y="81793"/>
                  </a:lnTo>
                  <a:lnTo>
                    <a:pt x="96372" y="83028"/>
                  </a:lnTo>
                  <a:lnTo>
                    <a:pt x="96425" y="83182"/>
                  </a:lnTo>
                  <a:lnTo>
                    <a:pt x="96156" y="83285"/>
                  </a:lnTo>
                  <a:lnTo>
                    <a:pt x="85293" y="87463"/>
                  </a:lnTo>
                  <a:lnTo>
                    <a:pt x="84653" y="87709"/>
                  </a:lnTo>
                  <a:lnTo>
                    <a:pt x="84135" y="87960"/>
                  </a:lnTo>
                  <a:lnTo>
                    <a:pt x="83388" y="88322"/>
                  </a:lnTo>
                  <a:lnTo>
                    <a:pt x="80134" y="89982"/>
                  </a:lnTo>
                  <a:lnTo>
                    <a:pt x="79210" y="90526"/>
                  </a:lnTo>
                  <a:lnTo>
                    <a:pt x="78176" y="91135"/>
                  </a:lnTo>
                  <a:lnTo>
                    <a:pt x="76446" y="92232"/>
                  </a:lnTo>
                  <a:lnTo>
                    <a:pt x="70995" y="95838"/>
                  </a:lnTo>
                  <a:lnTo>
                    <a:pt x="68606" y="97419"/>
                  </a:lnTo>
                  <a:lnTo>
                    <a:pt x="67065" y="94926"/>
                  </a:lnTo>
                  <a:lnTo>
                    <a:pt x="64996" y="91955"/>
                  </a:lnTo>
                  <a:lnTo>
                    <a:pt x="62693" y="89352"/>
                  </a:lnTo>
                  <a:lnTo>
                    <a:pt x="59122" y="85547"/>
                  </a:lnTo>
                  <a:lnTo>
                    <a:pt x="55813" y="82561"/>
                  </a:lnTo>
                  <a:lnTo>
                    <a:pt x="55316" y="82112"/>
                  </a:lnTo>
                  <a:lnTo>
                    <a:pt x="54882" y="81721"/>
                  </a:lnTo>
                  <a:lnTo>
                    <a:pt x="54595" y="81462"/>
                  </a:lnTo>
                  <a:lnTo>
                    <a:pt x="53609" y="82690"/>
                  </a:lnTo>
                  <a:lnTo>
                    <a:pt x="51834" y="84699"/>
                  </a:lnTo>
                  <a:lnTo>
                    <a:pt x="49226" y="87649"/>
                  </a:lnTo>
                  <a:lnTo>
                    <a:pt x="48960" y="87995"/>
                  </a:lnTo>
                  <a:lnTo>
                    <a:pt x="47368" y="89626"/>
                  </a:lnTo>
                  <a:lnTo>
                    <a:pt x="47061" y="89940"/>
                  </a:lnTo>
                  <a:lnTo>
                    <a:pt x="46686" y="89583"/>
                  </a:lnTo>
                  <a:lnTo>
                    <a:pt x="46279" y="89195"/>
                  </a:lnTo>
                  <a:lnTo>
                    <a:pt x="44996" y="87971"/>
                  </a:lnTo>
                  <a:lnTo>
                    <a:pt x="44859" y="87841"/>
                  </a:lnTo>
                  <a:lnTo>
                    <a:pt x="44403" y="87407"/>
                  </a:lnTo>
                  <a:lnTo>
                    <a:pt x="42576" y="85493"/>
                  </a:lnTo>
                  <a:lnTo>
                    <a:pt x="41615" y="84486"/>
                  </a:lnTo>
                  <a:lnTo>
                    <a:pt x="41084" y="83958"/>
                  </a:lnTo>
                  <a:lnTo>
                    <a:pt x="40641" y="83517"/>
                  </a:lnTo>
                  <a:lnTo>
                    <a:pt x="37875" y="80766"/>
                  </a:lnTo>
                  <a:lnTo>
                    <a:pt x="37739" y="80631"/>
                  </a:lnTo>
                  <a:lnTo>
                    <a:pt x="35220" y="78126"/>
                  </a:lnTo>
                  <a:lnTo>
                    <a:pt x="34565" y="77473"/>
                  </a:lnTo>
                  <a:lnTo>
                    <a:pt x="34122" y="77034"/>
                  </a:lnTo>
                  <a:lnTo>
                    <a:pt x="27543" y="70643"/>
                  </a:lnTo>
                  <a:lnTo>
                    <a:pt x="23950" y="67154"/>
                  </a:lnTo>
                  <a:lnTo>
                    <a:pt x="23606" y="66820"/>
                  </a:lnTo>
                  <a:lnTo>
                    <a:pt x="23126" y="66271"/>
                  </a:lnTo>
                  <a:lnTo>
                    <a:pt x="22977" y="66102"/>
                  </a:lnTo>
                  <a:lnTo>
                    <a:pt x="22688" y="65765"/>
                  </a:lnTo>
                  <a:lnTo>
                    <a:pt x="22354" y="65358"/>
                  </a:lnTo>
                  <a:lnTo>
                    <a:pt x="22242" y="65222"/>
                  </a:lnTo>
                  <a:lnTo>
                    <a:pt x="18966" y="62566"/>
                  </a:lnTo>
                  <a:lnTo>
                    <a:pt x="18716" y="62462"/>
                  </a:lnTo>
                  <a:lnTo>
                    <a:pt x="17667" y="62028"/>
                  </a:lnTo>
                  <a:lnTo>
                    <a:pt x="16146" y="61366"/>
                  </a:lnTo>
                  <a:lnTo>
                    <a:pt x="12278" y="60143"/>
                  </a:lnTo>
                  <a:lnTo>
                    <a:pt x="8924" y="59210"/>
                  </a:lnTo>
                  <a:lnTo>
                    <a:pt x="5802" y="58342"/>
                  </a:lnTo>
                  <a:lnTo>
                    <a:pt x="4552" y="57995"/>
                  </a:lnTo>
                  <a:lnTo>
                    <a:pt x="4402" y="57953"/>
                  </a:lnTo>
                  <a:lnTo>
                    <a:pt x="2563" y="57409"/>
                  </a:lnTo>
                  <a:lnTo>
                    <a:pt x="1943" y="57226"/>
                  </a:lnTo>
                  <a:lnTo>
                    <a:pt x="655" y="56845"/>
                  </a:lnTo>
                  <a:lnTo>
                    <a:pt x="0" y="56651"/>
                  </a:lnTo>
                  <a:lnTo>
                    <a:pt x="83" y="56367"/>
                  </a:lnTo>
                  <a:lnTo>
                    <a:pt x="1195" y="52562"/>
                  </a:lnTo>
                  <a:lnTo>
                    <a:pt x="3208" y="45675"/>
                  </a:lnTo>
                  <a:lnTo>
                    <a:pt x="6060" y="35542"/>
                  </a:lnTo>
                  <a:lnTo>
                    <a:pt x="6882" y="32713"/>
                  </a:lnTo>
                  <a:lnTo>
                    <a:pt x="7651" y="30429"/>
                  </a:lnTo>
                  <a:lnTo>
                    <a:pt x="8503" y="27637"/>
                  </a:lnTo>
                  <a:lnTo>
                    <a:pt x="8912" y="26197"/>
                  </a:lnTo>
                  <a:lnTo>
                    <a:pt x="9233" y="25064"/>
                  </a:lnTo>
                  <a:lnTo>
                    <a:pt x="9883" y="22778"/>
                  </a:lnTo>
                  <a:lnTo>
                    <a:pt x="10105" y="21893"/>
                  </a:lnTo>
                  <a:lnTo>
                    <a:pt x="11320" y="17599"/>
                  </a:lnTo>
                  <a:lnTo>
                    <a:pt x="11779" y="15977"/>
                  </a:lnTo>
                  <a:lnTo>
                    <a:pt x="13937" y="8348"/>
                  </a:lnTo>
                  <a:lnTo>
                    <a:pt x="14672" y="6020"/>
                  </a:lnTo>
                  <a:lnTo>
                    <a:pt x="16213" y="1142"/>
                  </a:lnTo>
                  <a:lnTo>
                    <a:pt x="16574" y="0"/>
                  </a:lnTo>
                  <a:lnTo>
                    <a:pt x="17187" y="551"/>
                  </a:lnTo>
                  <a:lnTo>
                    <a:pt x="22480" y="5312"/>
                  </a:lnTo>
                  <a:lnTo>
                    <a:pt x="22887" y="5678"/>
                  </a:lnTo>
                  <a:lnTo>
                    <a:pt x="27616" y="9932"/>
                  </a:lnTo>
                  <a:lnTo>
                    <a:pt x="29711" y="11815"/>
                  </a:lnTo>
                  <a:lnTo>
                    <a:pt x="30269" y="12306"/>
                  </a:lnTo>
                  <a:lnTo>
                    <a:pt x="32065" y="13884"/>
                  </a:lnTo>
                  <a:lnTo>
                    <a:pt x="35165" y="16608"/>
                  </a:lnTo>
                  <a:lnTo>
                    <a:pt x="39131" y="20093"/>
                  </a:lnTo>
                  <a:lnTo>
                    <a:pt x="39427" y="20339"/>
                  </a:lnTo>
                  <a:lnTo>
                    <a:pt x="43707" y="23889"/>
                  </a:lnTo>
                  <a:lnTo>
                    <a:pt x="47702" y="27204"/>
                  </a:lnTo>
                  <a:lnTo>
                    <a:pt x="48023" y="27467"/>
                  </a:lnTo>
                  <a:lnTo>
                    <a:pt x="48262" y="27663"/>
                  </a:lnTo>
                  <a:lnTo>
                    <a:pt x="48414" y="27778"/>
                  </a:lnTo>
                  <a:lnTo>
                    <a:pt x="48705" y="27997"/>
                  </a:lnTo>
                  <a:lnTo>
                    <a:pt x="48977" y="28236"/>
                  </a:lnTo>
                  <a:lnTo>
                    <a:pt x="49435" y="28638"/>
                  </a:lnTo>
                  <a:lnTo>
                    <a:pt x="53557" y="32259"/>
                  </a:lnTo>
                  <a:lnTo>
                    <a:pt x="61017" y="38826"/>
                  </a:lnTo>
                  <a:lnTo>
                    <a:pt x="62726" y="40330"/>
                  </a:lnTo>
                  <a:lnTo>
                    <a:pt x="63587" y="41088"/>
                  </a:lnTo>
                  <a:lnTo>
                    <a:pt x="68268" y="44984"/>
                  </a:lnTo>
                  <a:lnTo>
                    <a:pt x="69872" y="46320"/>
                  </a:lnTo>
                  <a:lnTo>
                    <a:pt x="70389" y="46750"/>
                  </a:lnTo>
                  <a:lnTo>
                    <a:pt x="70525" y="46864"/>
                  </a:lnTo>
                  <a:lnTo>
                    <a:pt x="74399" y="50088"/>
                  </a:lnTo>
                  <a:lnTo>
                    <a:pt x="74656" y="50302"/>
                  </a:lnTo>
                  <a:lnTo>
                    <a:pt x="75072" y="506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699790" y="2874305"/>
              <a:ext cx="100094" cy="146226"/>
            </a:xfrm>
            <a:custGeom>
              <a:avLst/>
              <a:pathLst>
                <a:path w="100094" h="146226">
                  <a:moveTo>
                    <a:pt x="82804" y="57122"/>
                  </a:moveTo>
                  <a:lnTo>
                    <a:pt x="82623" y="57380"/>
                  </a:lnTo>
                  <a:lnTo>
                    <a:pt x="81683" y="58721"/>
                  </a:lnTo>
                  <a:lnTo>
                    <a:pt x="81400" y="59120"/>
                  </a:lnTo>
                  <a:lnTo>
                    <a:pt x="81111" y="59526"/>
                  </a:lnTo>
                  <a:lnTo>
                    <a:pt x="81009" y="59668"/>
                  </a:lnTo>
                  <a:lnTo>
                    <a:pt x="79600" y="61614"/>
                  </a:lnTo>
                  <a:lnTo>
                    <a:pt x="79031" y="62434"/>
                  </a:lnTo>
                  <a:lnTo>
                    <a:pt x="78793" y="62777"/>
                  </a:lnTo>
                  <a:lnTo>
                    <a:pt x="78023" y="63886"/>
                  </a:lnTo>
                  <a:lnTo>
                    <a:pt x="76588" y="65775"/>
                  </a:lnTo>
                  <a:lnTo>
                    <a:pt x="76434" y="65977"/>
                  </a:lnTo>
                  <a:lnTo>
                    <a:pt x="73844" y="69137"/>
                  </a:lnTo>
                  <a:lnTo>
                    <a:pt x="74211" y="69434"/>
                  </a:lnTo>
                  <a:lnTo>
                    <a:pt x="77567" y="71623"/>
                  </a:lnTo>
                  <a:lnTo>
                    <a:pt x="78634" y="72319"/>
                  </a:lnTo>
                  <a:lnTo>
                    <a:pt x="78797" y="72414"/>
                  </a:lnTo>
                  <a:lnTo>
                    <a:pt x="78958" y="72506"/>
                  </a:lnTo>
                  <a:lnTo>
                    <a:pt x="80071" y="73149"/>
                  </a:lnTo>
                  <a:lnTo>
                    <a:pt x="80721" y="73525"/>
                  </a:lnTo>
                  <a:lnTo>
                    <a:pt x="81294" y="73856"/>
                  </a:lnTo>
                  <a:lnTo>
                    <a:pt x="81528" y="73975"/>
                  </a:lnTo>
                  <a:lnTo>
                    <a:pt x="82098" y="74264"/>
                  </a:lnTo>
                  <a:lnTo>
                    <a:pt x="82954" y="74563"/>
                  </a:lnTo>
                  <a:lnTo>
                    <a:pt x="83097" y="74614"/>
                  </a:lnTo>
                  <a:lnTo>
                    <a:pt x="83801" y="74860"/>
                  </a:lnTo>
                  <a:lnTo>
                    <a:pt x="83948" y="74911"/>
                  </a:lnTo>
                  <a:lnTo>
                    <a:pt x="85264" y="75053"/>
                  </a:lnTo>
                  <a:lnTo>
                    <a:pt x="85404" y="75060"/>
                  </a:lnTo>
                  <a:lnTo>
                    <a:pt x="86496" y="75116"/>
                  </a:lnTo>
                  <a:lnTo>
                    <a:pt x="86879" y="75136"/>
                  </a:lnTo>
                  <a:lnTo>
                    <a:pt x="86774" y="76483"/>
                  </a:lnTo>
                  <a:lnTo>
                    <a:pt x="86524" y="79721"/>
                  </a:lnTo>
                  <a:lnTo>
                    <a:pt x="86384" y="81538"/>
                  </a:lnTo>
                  <a:lnTo>
                    <a:pt x="86168" y="86032"/>
                  </a:lnTo>
                  <a:lnTo>
                    <a:pt x="85717" y="90130"/>
                  </a:lnTo>
                  <a:lnTo>
                    <a:pt x="85607" y="91135"/>
                  </a:lnTo>
                  <a:lnTo>
                    <a:pt x="85594" y="91487"/>
                  </a:lnTo>
                  <a:lnTo>
                    <a:pt x="85582" y="91822"/>
                  </a:lnTo>
                  <a:lnTo>
                    <a:pt x="85569" y="92184"/>
                  </a:lnTo>
                  <a:lnTo>
                    <a:pt x="85541" y="92964"/>
                  </a:lnTo>
                  <a:lnTo>
                    <a:pt x="85523" y="93448"/>
                  </a:lnTo>
                  <a:lnTo>
                    <a:pt x="85511" y="93777"/>
                  </a:lnTo>
                  <a:lnTo>
                    <a:pt x="85482" y="94600"/>
                  </a:lnTo>
                  <a:lnTo>
                    <a:pt x="85464" y="95097"/>
                  </a:lnTo>
                  <a:lnTo>
                    <a:pt x="85443" y="95389"/>
                  </a:lnTo>
                  <a:lnTo>
                    <a:pt x="85358" y="96592"/>
                  </a:lnTo>
                  <a:lnTo>
                    <a:pt x="85191" y="97106"/>
                  </a:lnTo>
                  <a:lnTo>
                    <a:pt x="84613" y="97037"/>
                  </a:lnTo>
                  <a:lnTo>
                    <a:pt x="84010" y="96965"/>
                  </a:lnTo>
                  <a:lnTo>
                    <a:pt x="83427" y="96897"/>
                  </a:lnTo>
                  <a:lnTo>
                    <a:pt x="80549" y="96561"/>
                  </a:lnTo>
                  <a:lnTo>
                    <a:pt x="80202" y="96521"/>
                  </a:lnTo>
                  <a:lnTo>
                    <a:pt x="79758" y="96525"/>
                  </a:lnTo>
                  <a:lnTo>
                    <a:pt x="79046" y="96532"/>
                  </a:lnTo>
                  <a:lnTo>
                    <a:pt x="76090" y="96084"/>
                  </a:lnTo>
                  <a:lnTo>
                    <a:pt x="74748" y="95548"/>
                  </a:lnTo>
                  <a:lnTo>
                    <a:pt x="73603" y="95090"/>
                  </a:lnTo>
                  <a:lnTo>
                    <a:pt x="72334" y="94258"/>
                  </a:lnTo>
                  <a:lnTo>
                    <a:pt x="71750" y="93874"/>
                  </a:lnTo>
                  <a:lnTo>
                    <a:pt x="69557" y="92435"/>
                  </a:lnTo>
                  <a:lnTo>
                    <a:pt x="68900" y="92018"/>
                  </a:lnTo>
                  <a:lnTo>
                    <a:pt x="68567" y="91807"/>
                  </a:lnTo>
                  <a:lnTo>
                    <a:pt x="68401" y="91702"/>
                  </a:lnTo>
                  <a:lnTo>
                    <a:pt x="67985" y="91438"/>
                  </a:lnTo>
                  <a:lnTo>
                    <a:pt x="67404" y="91069"/>
                  </a:lnTo>
                  <a:lnTo>
                    <a:pt x="67255" y="91372"/>
                  </a:lnTo>
                  <a:lnTo>
                    <a:pt x="66053" y="93817"/>
                  </a:lnTo>
                  <a:lnTo>
                    <a:pt x="63046" y="99484"/>
                  </a:lnTo>
                  <a:lnTo>
                    <a:pt x="61750" y="101927"/>
                  </a:lnTo>
                  <a:lnTo>
                    <a:pt x="61292" y="102789"/>
                  </a:lnTo>
                  <a:lnTo>
                    <a:pt x="61192" y="102978"/>
                  </a:lnTo>
                  <a:lnTo>
                    <a:pt x="60986" y="103366"/>
                  </a:lnTo>
                  <a:lnTo>
                    <a:pt x="60618" y="104088"/>
                  </a:lnTo>
                  <a:lnTo>
                    <a:pt x="60435" y="104448"/>
                  </a:lnTo>
                  <a:lnTo>
                    <a:pt x="60312" y="104681"/>
                  </a:lnTo>
                  <a:lnTo>
                    <a:pt x="60129" y="105028"/>
                  </a:lnTo>
                  <a:lnTo>
                    <a:pt x="56759" y="104753"/>
                  </a:lnTo>
                  <a:lnTo>
                    <a:pt x="56615" y="104771"/>
                  </a:lnTo>
                  <a:lnTo>
                    <a:pt x="56225" y="109203"/>
                  </a:lnTo>
                  <a:lnTo>
                    <a:pt x="56148" y="110087"/>
                  </a:lnTo>
                  <a:lnTo>
                    <a:pt x="56096" y="110674"/>
                  </a:lnTo>
                  <a:lnTo>
                    <a:pt x="56017" y="111577"/>
                  </a:lnTo>
                  <a:lnTo>
                    <a:pt x="55948" y="112362"/>
                  </a:lnTo>
                  <a:lnTo>
                    <a:pt x="55735" y="114772"/>
                  </a:lnTo>
                  <a:lnTo>
                    <a:pt x="55709" y="115075"/>
                  </a:lnTo>
                  <a:lnTo>
                    <a:pt x="55280" y="119945"/>
                  </a:lnTo>
                  <a:lnTo>
                    <a:pt x="54993" y="123211"/>
                  </a:lnTo>
                  <a:lnTo>
                    <a:pt x="54975" y="123417"/>
                  </a:lnTo>
                  <a:lnTo>
                    <a:pt x="54759" y="125870"/>
                  </a:lnTo>
                  <a:lnTo>
                    <a:pt x="54706" y="126471"/>
                  </a:lnTo>
                  <a:lnTo>
                    <a:pt x="54454" y="129335"/>
                  </a:lnTo>
                  <a:lnTo>
                    <a:pt x="54443" y="129464"/>
                  </a:lnTo>
                  <a:lnTo>
                    <a:pt x="54420" y="129726"/>
                  </a:lnTo>
                  <a:lnTo>
                    <a:pt x="54393" y="130036"/>
                  </a:lnTo>
                  <a:lnTo>
                    <a:pt x="54354" y="130471"/>
                  </a:lnTo>
                  <a:lnTo>
                    <a:pt x="54305" y="131028"/>
                  </a:lnTo>
                  <a:lnTo>
                    <a:pt x="54244" y="131730"/>
                  </a:lnTo>
                  <a:lnTo>
                    <a:pt x="54208" y="132136"/>
                  </a:lnTo>
                  <a:lnTo>
                    <a:pt x="53939" y="135188"/>
                  </a:lnTo>
                  <a:lnTo>
                    <a:pt x="53919" y="135423"/>
                  </a:lnTo>
                  <a:lnTo>
                    <a:pt x="53881" y="135848"/>
                  </a:lnTo>
                  <a:lnTo>
                    <a:pt x="53396" y="141365"/>
                  </a:lnTo>
                  <a:lnTo>
                    <a:pt x="53349" y="141903"/>
                  </a:lnTo>
                  <a:lnTo>
                    <a:pt x="53135" y="144336"/>
                  </a:lnTo>
                  <a:lnTo>
                    <a:pt x="53060" y="145182"/>
                  </a:lnTo>
                  <a:lnTo>
                    <a:pt x="53023" y="145602"/>
                  </a:lnTo>
                  <a:lnTo>
                    <a:pt x="53011" y="145745"/>
                  </a:lnTo>
                  <a:lnTo>
                    <a:pt x="53008" y="146086"/>
                  </a:lnTo>
                  <a:lnTo>
                    <a:pt x="52991" y="146226"/>
                  </a:lnTo>
                  <a:lnTo>
                    <a:pt x="52808" y="146216"/>
                  </a:lnTo>
                  <a:lnTo>
                    <a:pt x="52333" y="146189"/>
                  </a:lnTo>
                  <a:lnTo>
                    <a:pt x="52120" y="146169"/>
                  </a:lnTo>
                  <a:lnTo>
                    <a:pt x="51908" y="146148"/>
                  </a:lnTo>
                  <a:lnTo>
                    <a:pt x="51647" y="146123"/>
                  </a:lnTo>
                  <a:lnTo>
                    <a:pt x="51024" y="146062"/>
                  </a:lnTo>
                  <a:lnTo>
                    <a:pt x="50278" y="145990"/>
                  </a:lnTo>
                  <a:lnTo>
                    <a:pt x="48831" y="145610"/>
                  </a:lnTo>
                  <a:lnTo>
                    <a:pt x="48119" y="145423"/>
                  </a:lnTo>
                  <a:lnTo>
                    <a:pt x="47111" y="145159"/>
                  </a:lnTo>
                  <a:lnTo>
                    <a:pt x="44128" y="143951"/>
                  </a:lnTo>
                  <a:lnTo>
                    <a:pt x="43034" y="143267"/>
                  </a:lnTo>
                  <a:lnTo>
                    <a:pt x="42307" y="142812"/>
                  </a:lnTo>
                  <a:lnTo>
                    <a:pt x="40791" y="141661"/>
                  </a:lnTo>
                  <a:lnTo>
                    <a:pt x="39827" y="140930"/>
                  </a:lnTo>
                  <a:lnTo>
                    <a:pt x="39347" y="140566"/>
                  </a:lnTo>
                  <a:lnTo>
                    <a:pt x="38859" y="140030"/>
                  </a:lnTo>
                  <a:lnTo>
                    <a:pt x="37698" y="138756"/>
                  </a:lnTo>
                  <a:lnTo>
                    <a:pt x="36959" y="137908"/>
                  </a:lnTo>
                  <a:lnTo>
                    <a:pt x="36823" y="137697"/>
                  </a:lnTo>
                  <a:lnTo>
                    <a:pt x="36251" y="136809"/>
                  </a:lnTo>
                  <a:lnTo>
                    <a:pt x="35812" y="136127"/>
                  </a:lnTo>
                  <a:lnTo>
                    <a:pt x="34563" y="133637"/>
                  </a:lnTo>
                  <a:lnTo>
                    <a:pt x="34285" y="133081"/>
                  </a:lnTo>
                  <a:lnTo>
                    <a:pt x="33936" y="132300"/>
                  </a:lnTo>
                  <a:lnTo>
                    <a:pt x="33201" y="130652"/>
                  </a:lnTo>
                  <a:lnTo>
                    <a:pt x="30889" y="125207"/>
                  </a:lnTo>
                  <a:lnTo>
                    <a:pt x="30737" y="124850"/>
                  </a:lnTo>
                  <a:lnTo>
                    <a:pt x="27634" y="117545"/>
                  </a:lnTo>
                  <a:lnTo>
                    <a:pt x="27513" y="117262"/>
                  </a:lnTo>
                  <a:lnTo>
                    <a:pt x="27178" y="116725"/>
                  </a:lnTo>
                  <a:lnTo>
                    <a:pt x="26951" y="116142"/>
                  </a:lnTo>
                  <a:lnTo>
                    <a:pt x="26891" y="115989"/>
                  </a:lnTo>
                  <a:lnTo>
                    <a:pt x="26461" y="114888"/>
                  </a:lnTo>
                  <a:lnTo>
                    <a:pt x="26193" y="114201"/>
                  </a:lnTo>
                  <a:lnTo>
                    <a:pt x="25689" y="112915"/>
                  </a:lnTo>
                  <a:lnTo>
                    <a:pt x="25442" y="112358"/>
                  </a:lnTo>
                  <a:lnTo>
                    <a:pt x="25339" y="112125"/>
                  </a:lnTo>
                  <a:lnTo>
                    <a:pt x="24283" y="109750"/>
                  </a:lnTo>
                  <a:lnTo>
                    <a:pt x="22978" y="106812"/>
                  </a:lnTo>
                  <a:lnTo>
                    <a:pt x="22640" y="106023"/>
                  </a:lnTo>
                  <a:lnTo>
                    <a:pt x="22221" y="105042"/>
                  </a:lnTo>
                  <a:lnTo>
                    <a:pt x="19591" y="98896"/>
                  </a:lnTo>
                  <a:lnTo>
                    <a:pt x="18697" y="96841"/>
                  </a:lnTo>
                  <a:lnTo>
                    <a:pt x="18363" y="96073"/>
                  </a:lnTo>
                  <a:lnTo>
                    <a:pt x="17557" y="94222"/>
                  </a:lnTo>
                  <a:lnTo>
                    <a:pt x="17437" y="94003"/>
                  </a:lnTo>
                  <a:lnTo>
                    <a:pt x="17145" y="93467"/>
                  </a:lnTo>
                  <a:lnTo>
                    <a:pt x="16648" y="92559"/>
                  </a:lnTo>
                  <a:lnTo>
                    <a:pt x="16386" y="92081"/>
                  </a:lnTo>
                  <a:lnTo>
                    <a:pt x="16302" y="91931"/>
                  </a:lnTo>
                  <a:lnTo>
                    <a:pt x="16183" y="91718"/>
                  </a:lnTo>
                  <a:lnTo>
                    <a:pt x="16087" y="91546"/>
                  </a:lnTo>
                  <a:lnTo>
                    <a:pt x="14799" y="89241"/>
                  </a:lnTo>
                  <a:lnTo>
                    <a:pt x="14549" y="88792"/>
                  </a:lnTo>
                  <a:lnTo>
                    <a:pt x="13286" y="86784"/>
                  </a:lnTo>
                  <a:lnTo>
                    <a:pt x="13153" y="86573"/>
                  </a:lnTo>
                  <a:lnTo>
                    <a:pt x="12723" y="85889"/>
                  </a:lnTo>
                  <a:lnTo>
                    <a:pt x="9869" y="82261"/>
                  </a:lnTo>
                  <a:lnTo>
                    <a:pt x="8164" y="80091"/>
                  </a:lnTo>
                  <a:lnTo>
                    <a:pt x="7776" y="79599"/>
                  </a:lnTo>
                  <a:lnTo>
                    <a:pt x="6177" y="77565"/>
                  </a:lnTo>
                  <a:lnTo>
                    <a:pt x="5122" y="76223"/>
                  </a:lnTo>
                  <a:lnTo>
                    <a:pt x="4867" y="75932"/>
                  </a:lnTo>
                  <a:lnTo>
                    <a:pt x="3987" y="74927"/>
                  </a:lnTo>
                  <a:lnTo>
                    <a:pt x="3488" y="74356"/>
                  </a:lnTo>
                  <a:lnTo>
                    <a:pt x="2687" y="73441"/>
                  </a:lnTo>
                  <a:lnTo>
                    <a:pt x="1744" y="72437"/>
                  </a:lnTo>
                  <a:lnTo>
                    <a:pt x="1006" y="71651"/>
                  </a:lnTo>
                  <a:lnTo>
                    <a:pt x="611" y="71230"/>
                  </a:lnTo>
                  <a:lnTo>
                    <a:pt x="441" y="71069"/>
                  </a:lnTo>
                  <a:lnTo>
                    <a:pt x="189" y="70828"/>
                  </a:lnTo>
                  <a:lnTo>
                    <a:pt x="0" y="70647"/>
                  </a:lnTo>
                  <a:lnTo>
                    <a:pt x="307" y="70333"/>
                  </a:lnTo>
                  <a:lnTo>
                    <a:pt x="1899" y="68703"/>
                  </a:lnTo>
                  <a:lnTo>
                    <a:pt x="2165" y="68356"/>
                  </a:lnTo>
                  <a:lnTo>
                    <a:pt x="4773" y="65406"/>
                  </a:lnTo>
                  <a:lnTo>
                    <a:pt x="6548" y="63397"/>
                  </a:lnTo>
                  <a:lnTo>
                    <a:pt x="7534" y="62169"/>
                  </a:lnTo>
                  <a:lnTo>
                    <a:pt x="7919" y="62517"/>
                  </a:lnTo>
                  <a:lnTo>
                    <a:pt x="8255" y="62820"/>
                  </a:lnTo>
                  <a:lnTo>
                    <a:pt x="8752" y="63268"/>
                  </a:lnTo>
                  <a:lnTo>
                    <a:pt x="12061" y="66254"/>
                  </a:lnTo>
                  <a:lnTo>
                    <a:pt x="15632" y="70059"/>
                  </a:lnTo>
                  <a:lnTo>
                    <a:pt x="17935" y="72663"/>
                  </a:lnTo>
                  <a:lnTo>
                    <a:pt x="20004" y="75633"/>
                  </a:lnTo>
                  <a:lnTo>
                    <a:pt x="21550" y="78123"/>
                  </a:lnTo>
                  <a:lnTo>
                    <a:pt x="23934" y="76546"/>
                  </a:lnTo>
                  <a:lnTo>
                    <a:pt x="29385" y="72939"/>
                  </a:lnTo>
                  <a:lnTo>
                    <a:pt x="31115" y="71842"/>
                  </a:lnTo>
                  <a:lnTo>
                    <a:pt x="32165" y="71224"/>
                  </a:lnTo>
                  <a:lnTo>
                    <a:pt x="33073" y="70689"/>
                  </a:lnTo>
                  <a:lnTo>
                    <a:pt x="36327" y="69029"/>
                  </a:lnTo>
                  <a:lnTo>
                    <a:pt x="37074" y="68668"/>
                  </a:lnTo>
                  <a:lnTo>
                    <a:pt x="37592" y="68417"/>
                  </a:lnTo>
                  <a:lnTo>
                    <a:pt x="38232" y="68171"/>
                  </a:lnTo>
                  <a:lnTo>
                    <a:pt x="49095" y="63992"/>
                  </a:lnTo>
                  <a:lnTo>
                    <a:pt x="49364" y="63889"/>
                  </a:lnTo>
                  <a:lnTo>
                    <a:pt x="49311" y="63736"/>
                  </a:lnTo>
                  <a:lnTo>
                    <a:pt x="48889" y="62500"/>
                  </a:lnTo>
                  <a:lnTo>
                    <a:pt x="47815" y="60268"/>
                  </a:lnTo>
                  <a:lnTo>
                    <a:pt x="47009" y="58591"/>
                  </a:lnTo>
                  <a:lnTo>
                    <a:pt x="47267" y="58482"/>
                  </a:lnTo>
                  <a:lnTo>
                    <a:pt x="50674" y="57097"/>
                  </a:lnTo>
                  <a:lnTo>
                    <a:pt x="56266" y="54824"/>
                  </a:lnTo>
                  <a:lnTo>
                    <a:pt x="57335" y="54237"/>
                  </a:lnTo>
                  <a:lnTo>
                    <a:pt x="57754" y="54006"/>
                  </a:lnTo>
                  <a:lnTo>
                    <a:pt x="58037" y="53851"/>
                  </a:lnTo>
                  <a:lnTo>
                    <a:pt x="58745" y="53449"/>
                  </a:lnTo>
                  <a:lnTo>
                    <a:pt x="59358" y="52812"/>
                  </a:lnTo>
                  <a:lnTo>
                    <a:pt x="59611" y="52549"/>
                  </a:lnTo>
                  <a:lnTo>
                    <a:pt x="61641" y="49812"/>
                  </a:lnTo>
                  <a:lnTo>
                    <a:pt x="61804" y="49592"/>
                  </a:lnTo>
                  <a:lnTo>
                    <a:pt x="62093" y="49202"/>
                  </a:lnTo>
                  <a:lnTo>
                    <a:pt x="63799" y="46903"/>
                  </a:lnTo>
                  <a:lnTo>
                    <a:pt x="66547" y="43198"/>
                  </a:lnTo>
                  <a:lnTo>
                    <a:pt x="68548" y="40500"/>
                  </a:lnTo>
                  <a:lnTo>
                    <a:pt x="68778" y="40190"/>
                  </a:lnTo>
                  <a:lnTo>
                    <a:pt x="71554" y="36448"/>
                  </a:lnTo>
                  <a:lnTo>
                    <a:pt x="72401" y="35306"/>
                  </a:lnTo>
                  <a:lnTo>
                    <a:pt x="67457" y="31759"/>
                  </a:lnTo>
                  <a:lnTo>
                    <a:pt x="65074" y="30049"/>
                  </a:lnTo>
                  <a:lnTo>
                    <a:pt x="62841" y="28447"/>
                  </a:lnTo>
                  <a:lnTo>
                    <a:pt x="62307" y="28064"/>
                  </a:lnTo>
                  <a:lnTo>
                    <a:pt x="59296" y="25903"/>
                  </a:lnTo>
                  <a:lnTo>
                    <a:pt x="59117" y="25774"/>
                  </a:lnTo>
                  <a:lnTo>
                    <a:pt x="58143" y="25076"/>
                  </a:lnTo>
                  <a:lnTo>
                    <a:pt x="52894" y="21309"/>
                  </a:lnTo>
                  <a:lnTo>
                    <a:pt x="52760" y="21214"/>
                  </a:lnTo>
                  <a:lnTo>
                    <a:pt x="49427" y="18822"/>
                  </a:lnTo>
                  <a:lnTo>
                    <a:pt x="45311" y="15869"/>
                  </a:lnTo>
                  <a:lnTo>
                    <a:pt x="44291" y="15177"/>
                  </a:lnTo>
                  <a:lnTo>
                    <a:pt x="42753" y="14134"/>
                  </a:lnTo>
                  <a:lnTo>
                    <a:pt x="43851" y="12652"/>
                  </a:lnTo>
                  <a:lnTo>
                    <a:pt x="45072" y="11005"/>
                  </a:lnTo>
                  <a:lnTo>
                    <a:pt x="53228" y="0"/>
                  </a:lnTo>
                  <a:lnTo>
                    <a:pt x="54580" y="961"/>
                  </a:lnTo>
                  <a:lnTo>
                    <a:pt x="54927" y="1208"/>
                  </a:lnTo>
                  <a:lnTo>
                    <a:pt x="55134" y="1354"/>
                  </a:lnTo>
                  <a:lnTo>
                    <a:pt x="59709" y="4608"/>
                  </a:lnTo>
                  <a:lnTo>
                    <a:pt x="59980" y="4800"/>
                  </a:lnTo>
                  <a:lnTo>
                    <a:pt x="63390" y="7225"/>
                  </a:lnTo>
                  <a:lnTo>
                    <a:pt x="63563" y="7347"/>
                  </a:lnTo>
                  <a:lnTo>
                    <a:pt x="68515" y="10868"/>
                  </a:lnTo>
                  <a:lnTo>
                    <a:pt x="73216" y="14211"/>
                  </a:lnTo>
                  <a:lnTo>
                    <a:pt x="77860" y="17512"/>
                  </a:lnTo>
                  <a:lnTo>
                    <a:pt x="83016" y="21064"/>
                  </a:lnTo>
                  <a:lnTo>
                    <a:pt x="83175" y="21174"/>
                  </a:lnTo>
                  <a:lnTo>
                    <a:pt x="82886" y="21554"/>
                  </a:lnTo>
                  <a:lnTo>
                    <a:pt x="84416" y="22716"/>
                  </a:lnTo>
                  <a:lnTo>
                    <a:pt x="88432" y="26005"/>
                  </a:lnTo>
                  <a:lnTo>
                    <a:pt x="93776" y="30308"/>
                  </a:lnTo>
                  <a:lnTo>
                    <a:pt x="95012" y="31303"/>
                  </a:lnTo>
                  <a:lnTo>
                    <a:pt x="96466" y="32522"/>
                  </a:lnTo>
                  <a:lnTo>
                    <a:pt x="99869" y="35375"/>
                  </a:lnTo>
                  <a:lnTo>
                    <a:pt x="100094" y="35563"/>
                  </a:lnTo>
                  <a:lnTo>
                    <a:pt x="99823" y="35868"/>
                  </a:lnTo>
                  <a:lnTo>
                    <a:pt x="99476" y="36259"/>
                  </a:lnTo>
                  <a:lnTo>
                    <a:pt x="98112" y="37797"/>
                  </a:lnTo>
                  <a:lnTo>
                    <a:pt x="97683" y="38281"/>
                  </a:lnTo>
                  <a:lnTo>
                    <a:pt x="97017" y="39032"/>
                  </a:lnTo>
                  <a:lnTo>
                    <a:pt x="96357" y="39812"/>
                  </a:lnTo>
                  <a:lnTo>
                    <a:pt x="95742" y="40537"/>
                  </a:lnTo>
                  <a:lnTo>
                    <a:pt x="95609" y="40694"/>
                  </a:lnTo>
                  <a:lnTo>
                    <a:pt x="94286" y="42192"/>
                  </a:lnTo>
                  <a:lnTo>
                    <a:pt x="93445" y="43144"/>
                  </a:lnTo>
                  <a:lnTo>
                    <a:pt x="91768" y="45114"/>
                  </a:lnTo>
                  <a:lnTo>
                    <a:pt x="89367" y="47936"/>
                  </a:lnTo>
                  <a:lnTo>
                    <a:pt x="89100" y="48256"/>
                  </a:lnTo>
                  <a:lnTo>
                    <a:pt x="88097" y="49460"/>
                  </a:lnTo>
                  <a:lnTo>
                    <a:pt x="87820" y="49793"/>
                  </a:lnTo>
                  <a:lnTo>
                    <a:pt x="85923" y="52235"/>
                  </a:lnTo>
                  <a:lnTo>
                    <a:pt x="85667" y="52619"/>
                  </a:lnTo>
                  <a:lnTo>
                    <a:pt x="85254" y="53237"/>
                  </a:lnTo>
                  <a:lnTo>
                    <a:pt x="85121" y="53437"/>
                  </a:lnTo>
                  <a:lnTo>
                    <a:pt x="84914" y="53791"/>
                  </a:lnTo>
                  <a:lnTo>
                    <a:pt x="84790" y="54003"/>
                  </a:lnTo>
                  <a:lnTo>
                    <a:pt x="84702" y="54152"/>
                  </a:lnTo>
                  <a:lnTo>
                    <a:pt x="84519" y="54464"/>
                  </a:lnTo>
                  <a:lnTo>
                    <a:pt x="84115" y="55155"/>
                  </a:lnTo>
                  <a:lnTo>
                    <a:pt x="83002" y="5682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2773634" y="2905775"/>
              <a:ext cx="92645" cy="68204"/>
            </a:xfrm>
            <a:custGeom>
              <a:avLst/>
              <a:pathLst>
                <a:path w="92645" h="68204">
                  <a:moveTo>
                    <a:pt x="29934" y="0"/>
                  </a:moveTo>
                  <a:lnTo>
                    <a:pt x="30248" y="34"/>
                  </a:lnTo>
                  <a:lnTo>
                    <a:pt x="32941" y="331"/>
                  </a:lnTo>
                  <a:lnTo>
                    <a:pt x="34691" y="523"/>
                  </a:lnTo>
                  <a:lnTo>
                    <a:pt x="35807" y="971"/>
                  </a:lnTo>
                  <a:lnTo>
                    <a:pt x="36115" y="1173"/>
                  </a:lnTo>
                  <a:lnTo>
                    <a:pt x="37193" y="1881"/>
                  </a:lnTo>
                  <a:lnTo>
                    <a:pt x="40933" y="4544"/>
                  </a:lnTo>
                  <a:lnTo>
                    <a:pt x="42547" y="5693"/>
                  </a:lnTo>
                  <a:lnTo>
                    <a:pt x="42898" y="5942"/>
                  </a:lnTo>
                  <a:lnTo>
                    <a:pt x="43292" y="6209"/>
                  </a:lnTo>
                  <a:lnTo>
                    <a:pt x="43783" y="6541"/>
                  </a:lnTo>
                  <a:lnTo>
                    <a:pt x="44065" y="6732"/>
                  </a:lnTo>
                  <a:lnTo>
                    <a:pt x="44413" y="7004"/>
                  </a:lnTo>
                  <a:lnTo>
                    <a:pt x="44625" y="7201"/>
                  </a:lnTo>
                  <a:lnTo>
                    <a:pt x="43635" y="8631"/>
                  </a:lnTo>
                  <a:lnTo>
                    <a:pt x="43446" y="8889"/>
                  </a:lnTo>
                  <a:lnTo>
                    <a:pt x="42853" y="9737"/>
                  </a:lnTo>
                  <a:lnTo>
                    <a:pt x="42598" y="10066"/>
                  </a:lnTo>
                  <a:lnTo>
                    <a:pt x="42325" y="10419"/>
                  </a:lnTo>
                  <a:lnTo>
                    <a:pt x="42056" y="10766"/>
                  </a:lnTo>
                  <a:lnTo>
                    <a:pt x="41942" y="10913"/>
                  </a:lnTo>
                  <a:lnTo>
                    <a:pt x="41788" y="11133"/>
                  </a:lnTo>
                  <a:lnTo>
                    <a:pt x="42351" y="11753"/>
                  </a:lnTo>
                  <a:lnTo>
                    <a:pt x="42772" y="12216"/>
                  </a:lnTo>
                  <a:lnTo>
                    <a:pt x="42943" y="12404"/>
                  </a:lnTo>
                  <a:lnTo>
                    <a:pt x="43130" y="12610"/>
                  </a:lnTo>
                  <a:lnTo>
                    <a:pt x="43745" y="13286"/>
                  </a:lnTo>
                  <a:lnTo>
                    <a:pt x="44626" y="14473"/>
                  </a:lnTo>
                  <a:lnTo>
                    <a:pt x="44835" y="14753"/>
                  </a:lnTo>
                  <a:lnTo>
                    <a:pt x="45212" y="15247"/>
                  </a:lnTo>
                  <a:lnTo>
                    <a:pt x="46777" y="17295"/>
                  </a:lnTo>
                  <a:lnTo>
                    <a:pt x="46626" y="17420"/>
                  </a:lnTo>
                  <a:lnTo>
                    <a:pt x="46461" y="17590"/>
                  </a:lnTo>
                  <a:lnTo>
                    <a:pt x="48099" y="20540"/>
                  </a:lnTo>
                  <a:lnTo>
                    <a:pt x="48659" y="19719"/>
                  </a:lnTo>
                  <a:lnTo>
                    <a:pt x="50196" y="17463"/>
                  </a:lnTo>
                  <a:lnTo>
                    <a:pt x="50851" y="16491"/>
                  </a:lnTo>
                  <a:lnTo>
                    <a:pt x="51013" y="16225"/>
                  </a:lnTo>
                  <a:lnTo>
                    <a:pt x="51477" y="16567"/>
                  </a:lnTo>
                  <a:lnTo>
                    <a:pt x="52461" y="17292"/>
                  </a:lnTo>
                  <a:lnTo>
                    <a:pt x="53125" y="17782"/>
                  </a:lnTo>
                  <a:lnTo>
                    <a:pt x="53599" y="18131"/>
                  </a:lnTo>
                  <a:lnTo>
                    <a:pt x="53951" y="18397"/>
                  </a:lnTo>
                  <a:lnTo>
                    <a:pt x="54415" y="18742"/>
                  </a:lnTo>
                  <a:lnTo>
                    <a:pt x="55040" y="19188"/>
                  </a:lnTo>
                  <a:lnTo>
                    <a:pt x="55345" y="19705"/>
                  </a:lnTo>
                  <a:lnTo>
                    <a:pt x="55584" y="20083"/>
                  </a:lnTo>
                  <a:lnTo>
                    <a:pt x="56110" y="21093"/>
                  </a:lnTo>
                  <a:lnTo>
                    <a:pt x="56196" y="21258"/>
                  </a:lnTo>
                  <a:lnTo>
                    <a:pt x="56571" y="21978"/>
                  </a:lnTo>
                  <a:lnTo>
                    <a:pt x="57080" y="22956"/>
                  </a:lnTo>
                  <a:lnTo>
                    <a:pt x="57416" y="23601"/>
                  </a:lnTo>
                  <a:lnTo>
                    <a:pt x="57528" y="23808"/>
                  </a:lnTo>
                  <a:lnTo>
                    <a:pt x="57637" y="23978"/>
                  </a:lnTo>
                  <a:lnTo>
                    <a:pt x="57882" y="24423"/>
                  </a:lnTo>
                  <a:lnTo>
                    <a:pt x="58039" y="24707"/>
                  </a:lnTo>
                  <a:lnTo>
                    <a:pt x="58381" y="25325"/>
                  </a:lnTo>
                  <a:lnTo>
                    <a:pt x="58526" y="25589"/>
                  </a:lnTo>
                  <a:lnTo>
                    <a:pt x="58622" y="25763"/>
                  </a:lnTo>
                  <a:lnTo>
                    <a:pt x="58772" y="25992"/>
                  </a:lnTo>
                  <a:lnTo>
                    <a:pt x="58911" y="26204"/>
                  </a:lnTo>
                  <a:lnTo>
                    <a:pt x="60608" y="28795"/>
                  </a:lnTo>
                  <a:lnTo>
                    <a:pt x="60999" y="29397"/>
                  </a:lnTo>
                  <a:lnTo>
                    <a:pt x="61346" y="29930"/>
                  </a:lnTo>
                  <a:lnTo>
                    <a:pt x="61656" y="30408"/>
                  </a:lnTo>
                  <a:lnTo>
                    <a:pt x="62823" y="32340"/>
                  </a:lnTo>
                  <a:lnTo>
                    <a:pt x="63022" y="32668"/>
                  </a:lnTo>
                  <a:lnTo>
                    <a:pt x="63206" y="32973"/>
                  </a:lnTo>
                  <a:lnTo>
                    <a:pt x="63447" y="33108"/>
                  </a:lnTo>
                  <a:lnTo>
                    <a:pt x="64233" y="33547"/>
                  </a:lnTo>
                  <a:lnTo>
                    <a:pt x="64444" y="33665"/>
                  </a:lnTo>
                  <a:lnTo>
                    <a:pt x="65038" y="33997"/>
                  </a:lnTo>
                  <a:lnTo>
                    <a:pt x="65214" y="34096"/>
                  </a:lnTo>
                  <a:lnTo>
                    <a:pt x="66090" y="34585"/>
                  </a:lnTo>
                  <a:lnTo>
                    <a:pt x="66991" y="35090"/>
                  </a:lnTo>
                  <a:lnTo>
                    <a:pt x="67143" y="35174"/>
                  </a:lnTo>
                  <a:lnTo>
                    <a:pt x="68271" y="35805"/>
                  </a:lnTo>
                  <a:lnTo>
                    <a:pt x="68505" y="35936"/>
                  </a:lnTo>
                  <a:lnTo>
                    <a:pt x="69307" y="36385"/>
                  </a:lnTo>
                  <a:lnTo>
                    <a:pt x="69631" y="36665"/>
                  </a:lnTo>
                  <a:lnTo>
                    <a:pt x="70144" y="37109"/>
                  </a:lnTo>
                  <a:lnTo>
                    <a:pt x="70530" y="37443"/>
                  </a:lnTo>
                  <a:lnTo>
                    <a:pt x="71268" y="38081"/>
                  </a:lnTo>
                  <a:lnTo>
                    <a:pt x="71613" y="38244"/>
                  </a:lnTo>
                  <a:lnTo>
                    <a:pt x="71961" y="38409"/>
                  </a:lnTo>
                  <a:lnTo>
                    <a:pt x="72090" y="38470"/>
                  </a:lnTo>
                  <a:lnTo>
                    <a:pt x="72401" y="38617"/>
                  </a:lnTo>
                  <a:lnTo>
                    <a:pt x="72717" y="38766"/>
                  </a:lnTo>
                  <a:lnTo>
                    <a:pt x="73229" y="38935"/>
                  </a:lnTo>
                  <a:lnTo>
                    <a:pt x="73510" y="39028"/>
                  </a:lnTo>
                  <a:lnTo>
                    <a:pt x="74308" y="39291"/>
                  </a:lnTo>
                  <a:lnTo>
                    <a:pt x="73730" y="40085"/>
                  </a:lnTo>
                  <a:lnTo>
                    <a:pt x="72685" y="41497"/>
                  </a:lnTo>
                  <a:lnTo>
                    <a:pt x="75203" y="43535"/>
                  </a:lnTo>
                  <a:lnTo>
                    <a:pt x="75557" y="43822"/>
                  </a:lnTo>
                  <a:lnTo>
                    <a:pt x="75748" y="43976"/>
                  </a:lnTo>
                  <a:lnTo>
                    <a:pt x="78502" y="43622"/>
                  </a:lnTo>
                  <a:lnTo>
                    <a:pt x="78831" y="43580"/>
                  </a:lnTo>
                  <a:lnTo>
                    <a:pt x="79424" y="44082"/>
                  </a:lnTo>
                  <a:lnTo>
                    <a:pt x="84284" y="48203"/>
                  </a:lnTo>
                  <a:lnTo>
                    <a:pt x="84580" y="48454"/>
                  </a:lnTo>
                  <a:lnTo>
                    <a:pt x="85762" y="46847"/>
                  </a:lnTo>
                  <a:lnTo>
                    <a:pt x="86624" y="45413"/>
                  </a:lnTo>
                  <a:lnTo>
                    <a:pt x="87269" y="44341"/>
                  </a:lnTo>
                  <a:lnTo>
                    <a:pt x="88048" y="43044"/>
                  </a:lnTo>
                  <a:lnTo>
                    <a:pt x="88312" y="42292"/>
                  </a:lnTo>
                  <a:lnTo>
                    <a:pt x="88561" y="40161"/>
                  </a:lnTo>
                  <a:lnTo>
                    <a:pt x="88966" y="38708"/>
                  </a:lnTo>
                  <a:lnTo>
                    <a:pt x="89619" y="35950"/>
                  </a:lnTo>
                  <a:lnTo>
                    <a:pt x="90169" y="37223"/>
                  </a:lnTo>
                  <a:lnTo>
                    <a:pt x="90466" y="37910"/>
                  </a:lnTo>
                  <a:lnTo>
                    <a:pt x="89986" y="38205"/>
                  </a:lnTo>
                  <a:lnTo>
                    <a:pt x="90659" y="39444"/>
                  </a:lnTo>
                  <a:lnTo>
                    <a:pt x="90793" y="39783"/>
                  </a:lnTo>
                  <a:lnTo>
                    <a:pt x="91333" y="43124"/>
                  </a:lnTo>
                  <a:lnTo>
                    <a:pt x="91721" y="45480"/>
                  </a:lnTo>
                  <a:lnTo>
                    <a:pt x="91778" y="45839"/>
                  </a:lnTo>
                  <a:lnTo>
                    <a:pt x="91780" y="46468"/>
                  </a:lnTo>
                  <a:lnTo>
                    <a:pt x="91401" y="47165"/>
                  </a:lnTo>
                  <a:lnTo>
                    <a:pt x="90451" y="48911"/>
                  </a:lnTo>
                  <a:lnTo>
                    <a:pt x="91541" y="49936"/>
                  </a:lnTo>
                  <a:lnTo>
                    <a:pt x="90996" y="53044"/>
                  </a:lnTo>
                  <a:lnTo>
                    <a:pt x="92645" y="55296"/>
                  </a:lnTo>
                  <a:lnTo>
                    <a:pt x="92401" y="56121"/>
                  </a:lnTo>
                  <a:lnTo>
                    <a:pt x="91928" y="57719"/>
                  </a:lnTo>
                  <a:lnTo>
                    <a:pt x="90646" y="62052"/>
                  </a:lnTo>
                  <a:lnTo>
                    <a:pt x="87092" y="62419"/>
                  </a:lnTo>
                  <a:lnTo>
                    <a:pt x="81874" y="62959"/>
                  </a:lnTo>
                  <a:lnTo>
                    <a:pt x="78863" y="63616"/>
                  </a:lnTo>
                  <a:lnTo>
                    <a:pt x="78491" y="63697"/>
                  </a:lnTo>
                  <a:lnTo>
                    <a:pt x="75800" y="64512"/>
                  </a:lnTo>
                  <a:lnTo>
                    <a:pt x="73654" y="66481"/>
                  </a:lnTo>
                  <a:lnTo>
                    <a:pt x="70111" y="66465"/>
                  </a:lnTo>
                  <a:lnTo>
                    <a:pt x="68920" y="66460"/>
                  </a:lnTo>
                  <a:lnTo>
                    <a:pt x="67868" y="66455"/>
                  </a:lnTo>
                  <a:lnTo>
                    <a:pt x="67645" y="67647"/>
                  </a:lnTo>
                  <a:lnTo>
                    <a:pt x="66548" y="67213"/>
                  </a:lnTo>
                  <a:lnTo>
                    <a:pt x="66247" y="67136"/>
                  </a:lnTo>
                  <a:lnTo>
                    <a:pt x="65981" y="67069"/>
                  </a:lnTo>
                  <a:lnTo>
                    <a:pt x="65467" y="66938"/>
                  </a:lnTo>
                  <a:lnTo>
                    <a:pt x="64493" y="66992"/>
                  </a:lnTo>
                  <a:lnTo>
                    <a:pt x="63411" y="67088"/>
                  </a:lnTo>
                  <a:lnTo>
                    <a:pt x="62999" y="67430"/>
                  </a:lnTo>
                  <a:lnTo>
                    <a:pt x="62714" y="67507"/>
                  </a:lnTo>
                  <a:lnTo>
                    <a:pt x="62143" y="67659"/>
                  </a:lnTo>
                  <a:lnTo>
                    <a:pt x="61954" y="67713"/>
                  </a:lnTo>
                  <a:lnTo>
                    <a:pt x="61063" y="67963"/>
                  </a:lnTo>
                  <a:lnTo>
                    <a:pt x="60584" y="68101"/>
                  </a:lnTo>
                  <a:lnTo>
                    <a:pt x="60223" y="68204"/>
                  </a:lnTo>
                  <a:lnTo>
                    <a:pt x="55345" y="67854"/>
                  </a:lnTo>
                  <a:lnTo>
                    <a:pt x="55067" y="67834"/>
                  </a:lnTo>
                  <a:lnTo>
                    <a:pt x="54577" y="67797"/>
                  </a:lnTo>
                  <a:lnTo>
                    <a:pt x="54285" y="67773"/>
                  </a:lnTo>
                  <a:lnTo>
                    <a:pt x="52930" y="67643"/>
                  </a:lnTo>
                  <a:lnTo>
                    <a:pt x="53248" y="66523"/>
                  </a:lnTo>
                  <a:lnTo>
                    <a:pt x="53433" y="65935"/>
                  </a:lnTo>
                  <a:lnTo>
                    <a:pt x="53546" y="65521"/>
                  </a:lnTo>
                  <a:lnTo>
                    <a:pt x="52460" y="64996"/>
                  </a:lnTo>
                  <a:lnTo>
                    <a:pt x="51540" y="64551"/>
                  </a:lnTo>
                  <a:lnTo>
                    <a:pt x="51639" y="63188"/>
                  </a:lnTo>
                  <a:lnTo>
                    <a:pt x="51677" y="62647"/>
                  </a:lnTo>
                  <a:lnTo>
                    <a:pt x="51634" y="62453"/>
                  </a:lnTo>
                  <a:lnTo>
                    <a:pt x="51319" y="62564"/>
                  </a:lnTo>
                  <a:lnTo>
                    <a:pt x="50542" y="62439"/>
                  </a:lnTo>
                  <a:lnTo>
                    <a:pt x="49413" y="62163"/>
                  </a:lnTo>
                  <a:lnTo>
                    <a:pt x="48951" y="62050"/>
                  </a:lnTo>
                  <a:lnTo>
                    <a:pt x="48572" y="61952"/>
                  </a:lnTo>
                  <a:lnTo>
                    <a:pt x="48195" y="61809"/>
                  </a:lnTo>
                  <a:lnTo>
                    <a:pt x="47822" y="61673"/>
                  </a:lnTo>
                  <a:lnTo>
                    <a:pt x="47822" y="61348"/>
                  </a:lnTo>
                  <a:lnTo>
                    <a:pt x="47822" y="60810"/>
                  </a:lnTo>
                  <a:lnTo>
                    <a:pt x="47962" y="60315"/>
                  </a:lnTo>
                  <a:lnTo>
                    <a:pt x="48761" y="60023"/>
                  </a:lnTo>
                  <a:lnTo>
                    <a:pt x="49055" y="59915"/>
                  </a:lnTo>
                  <a:lnTo>
                    <a:pt x="49198" y="59863"/>
                  </a:lnTo>
                  <a:lnTo>
                    <a:pt x="49528" y="59742"/>
                  </a:lnTo>
                  <a:lnTo>
                    <a:pt x="49680" y="59690"/>
                  </a:lnTo>
                  <a:lnTo>
                    <a:pt x="50313" y="59470"/>
                  </a:lnTo>
                  <a:lnTo>
                    <a:pt x="50762" y="59315"/>
                  </a:lnTo>
                  <a:lnTo>
                    <a:pt x="51717" y="58981"/>
                  </a:lnTo>
                  <a:lnTo>
                    <a:pt x="51902" y="58911"/>
                  </a:lnTo>
                  <a:lnTo>
                    <a:pt x="52049" y="58855"/>
                  </a:lnTo>
                  <a:lnTo>
                    <a:pt x="53110" y="58440"/>
                  </a:lnTo>
                  <a:lnTo>
                    <a:pt x="53465" y="58248"/>
                  </a:lnTo>
                  <a:lnTo>
                    <a:pt x="54110" y="57899"/>
                  </a:lnTo>
                  <a:lnTo>
                    <a:pt x="54478" y="57700"/>
                  </a:lnTo>
                  <a:lnTo>
                    <a:pt x="55257" y="57484"/>
                  </a:lnTo>
                  <a:lnTo>
                    <a:pt x="55966" y="57155"/>
                  </a:lnTo>
                  <a:lnTo>
                    <a:pt x="55941" y="56985"/>
                  </a:lnTo>
                  <a:lnTo>
                    <a:pt x="55913" y="56790"/>
                  </a:lnTo>
                  <a:lnTo>
                    <a:pt x="55894" y="56658"/>
                  </a:lnTo>
                  <a:lnTo>
                    <a:pt x="55808" y="56057"/>
                  </a:lnTo>
                  <a:lnTo>
                    <a:pt x="55769" y="55714"/>
                  </a:lnTo>
                  <a:lnTo>
                    <a:pt x="55449" y="54971"/>
                  </a:lnTo>
                  <a:lnTo>
                    <a:pt x="55305" y="54989"/>
                  </a:lnTo>
                  <a:lnTo>
                    <a:pt x="54911" y="55037"/>
                  </a:lnTo>
                  <a:lnTo>
                    <a:pt x="54641" y="55042"/>
                  </a:lnTo>
                  <a:lnTo>
                    <a:pt x="53690" y="55059"/>
                  </a:lnTo>
                  <a:lnTo>
                    <a:pt x="52404" y="55082"/>
                  </a:lnTo>
                  <a:lnTo>
                    <a:pt x="50426" y="55117"/>
                  </a:lnTo>
                  <a:lnTo>
                    <a:pt x="48266" y="55155"/>
                  </a:lnTo>
                  <a:lnTo>
                    <a:pt x="47953" y="55161"/>
                  </a:lnTo>
                  <a:lnTo>
                    <a:pt x="46672" y="55184"/>
                  </a:lnTo>
                  <a:lnTo>
                    <a:pt x="46442" y="55187"/>
                  </a:lnTo>
                  <a:lnTo>
                    <a:pt x="45408" y="55182"/>
                  </a:lnTo>
                  <a:lnTo>
                    <a:pt x="43969" y="55176"/>
                  </a:lnTo>
                  <a:lnTo>
                    <a:pt x="41659" y="55166"/>
                  </a:lnTo>
                  <a:lnTo>
                    <a:pt x="40925" y="54985"/>
                  </a:lnTo>
                  <a:lnTo>
                    <a:pt x="38355" y="54351"/>
                  </a:lnTo>
                  <a:lnTo>
                    <a:pt x="38794" y="53798"/>
                  </a:lnTo>
                  <a:lnTo>
                    <a:pt x="38963" y="53586"/>
                  </a:lnTo>
                  <a:lnTo>
                    <a:pt x="39381" y="52548"/>
                  </a:lnTo>
                  <a:lnTo>
                    <a:pt x="38808" y="52385"/>
                  </a:lnTo>
                  <a:lnTo>
                    <a:pt x="38513" y="52335"/>
                  </a:lnTo>
                  <a:lnTo>
                    <a:pt x="38147" y="52272"/>
                  </a:lnTo>
                  <a:lnTo>
                    <a:pt x="38017" y="52250"/>
                  </a:lnTo>
                  <a:lnTo>
                    <a:pt x="37514" y="52148"/>
                  </a:lnTo>
                  <a:lnTo>
                    <a:pt x="36754" y="51994"/>
                  </a:lnTo>
                  <a:lnTo>
                    <a:pt x="36566" y="51956"/>
                  </a:lnTo>
                  <a:lnTo>
                    <a:pt x="35606" y="51762"/>
                  </a:lnTo>
                  <a:lnTo>
                    <a:pt x="35289" y="51698"/>
                  </a:lnTo>
                  <a:lnTo>
                    <a:pt x="34956" y="51630"/>
                  </a:lnTo>
                  <a:lnTo>
                    <a:pt x="34610" y="51560"/>
                  </a:lnTo>
                  <a:lnTo>
                    <a:pt x="34361" y="51510"/>
                  </a:lnTo>
                  <a:lnTo>
                    <a:pt x="34073" y="51452"/>
                  </a:lnTo>
                  <a:lnTo>
                    <a:pt x="33783" y="51393"/>
                  </a:lnTo>
                  <a:lnTo>
                    <a:pt x="33524" y="51341"/>
                  </a:lnTo>
                  <a:lnTo>
                    <a:pt x="33220" y="51279"/>
                  </a:lnTo>
                  <a:lnTo>
                    <a:pt x="32987" y="51232"/>
                  </a:lnTo>
                  <a:lnTo>
                    <a:pt x="32710" y="51176"/>
                  </a:lnTo>
                  <a:lnTo>
                    <a:pt x="32450" y="51123"/>
                  </a:lnTo>
                  <a:lnTo>
                    <a:pt x="32196" y="51072"/>
                  </a:lnTo>
                  <a:lnTo>
                    <a:pt x="32017" y="51036"/>
                  </a:lnTo>
                  <a:lnTo>
                    <a:pt x="31627" y="50957"/>
                  </a:lnTo>
                  <a:lnTo>
                    <a:pt x="30649" y="50902"/>
                  </a:lnTo>
                  <a:lnTo>
                    <a:pt x="25020" y="50585"/>
                  </a:lnTo>
                  <a:lnTo>
                    <a:pt x="24398" y="50550"/>
                  </a:lnTo>
                  <a:lnTo>
                    <a:pt x="24136" y="50535"/>
                  </a:lnTo>
                  <a:lnTo>
                    <a:pt x="23539" y="50502"/>
                  </a:lnTo>
                  <a:lnTo>
                    <a:pt x="23650" y="48778"/>
                  </a:lnTo>
                  <a:lnTo>
                    <a:pt x="24013" y="43078"/>
                  </a:lnTo>
                  <a:lnTo>
                    <a:pt x="22383" y="43188"/>
                  </a:lnTo>
                  <a:lnTo>
                    <a:pt x="20992" y="43274"/>
                  </a:lnTo>
                  <a:lnTo>
                    <a:pt x="20183" y="43277"/>
                  </a:lnTo>
                  <a:lnTo>
                    <a:pt x="19173" y="43281"/>
                  </a:lnTo>
                  <a:lnTo>
                    <a:pt x="18874" y="43282"/>
                  </a:lnTo>
                  <a:lnTo>
                    <a:pt x="18028" y="43285"/>
                  </a:lnTo>
                  <a:lnTo>
                    <a:pt x="15116" y="43296"/>
                  </a:lnTo>
                  <a:lnTo>
                    <a:pt x="14734" y="43297"/>
                  </a:lnTo>
                  <a:lnTo>
                    <a:pt x="13789" y="43300"/>
                  </a:lnTo>
                  <a:lnTo>
                    <a:pt x="13466" y="43461"/>
                  </a:lnTo>
                  <a:lnTo>
                    <a:pt x="12955" y="43661"/>
                  </a:lnTo>
                  <a:lnTo>
                    <a:pt x="12402" y="43633"/>
                  </a:lnTo>
                  <a:lnTo>
                    <a:pt x="11560" y="43590"/>
                  </a:lnTo>
                  <a:lnTo>
                    <a:pt x="11420" y="43583"/>
                  </a:lnTo>
                  <a:lnTo>
                    <a:pt x="10104" y="43441"/>
                  </a:lnTo>
                  <a:lnTo>
                    <a:pt x="9957" y="43390"/>
                  </a:lnTo>
                  <a:lnTo>
                    <a:pt x="9253" y="43143"/>
                  </a:lnTo>
                  <a:lnTo>
                    <a:pt x="9110" y="43093"/>
                  </a:lnTo>
                  <a:lnTo>
                    <a:pt x="8254" y="42794"/>
                  </a:lnTo>
                  <a:lnTo>
                    <a:pt x="7684" y="42505"/>
                  </a:lnTo>
                  <a:lnTo>
                    <a:pt x="7450" y="42386"/>
                  </a:lnTo>
                  <a:lnTo>
                    <a:pt x="6877" y="42055"/>
                  </a:lnTo>
                  <a:lnTo>
                    <a:pt x="6226" y="41679"/>
                  </a:lnTo>
                  <a:lnTo>
                    <a:pt x="5113" y="41036"/>
                  </a:lnTo>
                  <a:lnTo>
                    <a:pt x="4953" y="40943"/>
                  </a:lnTo>
                  <a:lnTo>
                    <a:pt x="4790" y="40849"/>
                  </a:lnTo>
                  <a:lnTo>
                    <a:pt x="3723" y="40153"/>
                  </a:lnTo>
                  <a:lnTo>
                    <a:pt x="175" y="37809"/>
                  </a:lnTo>
                  <a:lnTo>
                    <a:pt x="0" y="37667"/>
                  </a:lnTo>
                  <a:lnTo>
                    <a:pt x="2602" y="34493"/>
                  </a:lnTo>
                  <a:lnTo>
                    <a:pt x="2744" y="34305"/>
                  </a:lnTo>
                  <a:lnTo>
                    <a:pt x="4179" y="32416"/>
                  </a:lnTo>
                  <a:lnTo>
                    <a:pt x="4949" y="31307"/>
                  </a:lnTo>
                  <a:lnTo>
                    <a:pt x="5187" y="30964"/>
                  </a:lnTo>
                  <a:lnTo>
                    <a:pt x="5756" y="30144"/>
                  </a:lnTo>
                  <a:lnTo>
                    <a:pt x="7165" y="28198"/>
                  </a:lnTo>
                  <a:lnTo>
                    <a:pt x="7267" y="28056"/>
                  </a:lnTo>
                  <a:lnTo>
                    <a:pt x="7556" y="27650"/>
                  </a:lnTo>
                  <a:lnTo>
                    <a:pt x="7839" y="27250"/>
                  </a:lnTo>
                  <a:lnTo>
                    <a:pt x="8768" y="25925"/>
                  </a:lnTo>
                  <a:lnTo>
                    <a:pt x="8960" y="25652"/>
                  </a:lnTo>
                  <a:lnTo>
                    <a:pt x="9158" y="25355"/>
                  </a:lnTo>
                  <a:lnTo>
                    <a:pt x="10342" y="23564"/>
                  </a:lnTo>
                  <a:lnTo>
                    <a:pt x="10675" y="22994"/>
                  </a:lnTo>
                  <a:lnTo>
                    <a:pt x="10858" y="22682"/>
                  </a:lnTo>
                  <a:lnTo>
                    <a:pt x="10947" y="22530"/>
                  </a:lnTo>
                  <a:lnTo>
                    <a:pt x="11070" y="22321"/>
                  </a:lnTo>
                  <a:lnTo>
                    <a:pt x="11277" y="21967"/>
                  </a:lnTo>
                  <a:lnTo>
                    <a:pt x="11410" y="21767"/>
                  </a:lnTo>
                  <a:lnTo>
                    <a:pt x="11823" y="21149"/>
                  </a:lnTo>
                  <a:lnTo>
                    <a:pt x="12079" y="20765"/>
                  </a:lnTo>
                  <a:lnTo>
                    <a:pt x="13975" y="18323"/>
                  </a:lnTo>
                  <a:lnTo>
                    <a:pt x="14312" y="17919"/>
                  </a:lnTo>
                  <a:lnTo>
                    <a:pt x="15256" y="16786"/>
                  </a:lnTo>
                  <a:lnTo>
                    <a:pt x="15523" y="16465"/>
                  </a:lnTo>
                  <a:lnTo>
                    <a:pt x="17924" y="13644"/>
                  </a:lnTo>
                  <a:lnTo>
                    <a:pt x="19601" y="11673"/>
                  </a:lnTo>
                  <a:lnTo>
                    <a:pt x="20442" y="10722"/>
                  </a:lnTo>
                  <a:lnTo>
                    <a:pt x="21765" y="9224"/>
                  </a:lnTo>
                  <a:lnTo>
                    <a:pt x="21898" y="9067"/>
                  </a:lnTo>
                  <a:lnTo>
                    <a:pt x="22512" y="8342"/>
                  </a:lnTo>
                  <a:lnTo>
                    <a:pt x="23173" y="7562"/>
                  </a:lnTo>
                  <a:lnTo>
                    <a:pt x="23889" y="6755"/>
                  </a:lnTo>
                  <a:lnTo>
                    <a:pt x="24268" y="6327"/>
                  </a:lnTo>
                  <a:lnTo>
                    <a:pt x="25632" y="4789"/>
                  </a:lnTo>
                  <a:lnTo>
                    <a:pt x="25979" y="4398"/>
                  </a:lnTo>
                  <a:lnTo>
                    <a:pt x="26353" y="3976"/>
                  </a:lnTo>
                  <a:lnTo>
                    <a:pt x="26770" y="3506"/>
                  </a:lnTo>
                  <a:lnTo>
                    <a:pt x="27121" y="3110"/>
                  </a:lnTo>
                  <a:lnTo>
                    <a:pt x="27479" y="2707"/>
                  </a:lnTo>
                  <a:lnTo>
                    <a:pt x="29741" y="1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752797" y="2948854"/>
              <a:ext cx="89538" cy="82356"/>
            </a:xfrm>
            <a:custGeom>
              <a:avLst/>
              <a:pathLst>
                <a:path w="89538" h="82356">
                  <a:moveTo>
                    <a:pt x="44854" y="0"/>
                  </a:moveTo>
                  <a:lnTo>
                    <a:pt x="44487" y="5700"/>
                  </a:lnTo>
                  <a:lnTo>
                    <a:pt x="44378" y="7423"/>
                  </a:lnTo>
                  <a:lnTo>
                    <a:pt x="44973" y="7457"/>
                  </a:lnTo>
                  <a:lnTo>
                    <a:pt x="45235" y="7471"/>
                  </a:lnTo>
                  <a:lnTo>
                    <a:pt x="45857" y="7507"/>
                  </a:lnTo>
                  <a:lnTo>
                    <a:pt x="51486" y="7824"/>
                  </a:lnTo>
                  <a:lnTo>
                    <a:pt x="52466" y="7879"/>
                  </a:lnTo>
                  <a:lnTo>
                    <a:pt x="52854" y="7957"/>
                  </a:lnTo>
                  <a:lnTo>
                    <a:pt x="53033" y="7993"/>
                  </a:lnTo>
                  <a:lnTo>
                    <a:pt x="53287" y="8045"/>
                  </a:lnTo>
                  <a:lnTo>
                    <a:pt x="53547" y="8097"/>
                  </a:lnTo>
                  <a:lnTo>
                    <a:pt x="53824" y="8153"/>
                  </a:lnTo>
                  <a:lnTo>
                    <a:pt x="54056" y="8200"/>
                  </a:lnTo>
                  <a:lnTo>
                    <a:pt x="54361" y="8262"/>
                  </a:lnTo>
                  <a:lnTo>
                    <a:pt x="54682" y="8327"/>
                  </a:lnTo>
                  <a:lnTo>
                    <a:pt x="54910" y="8373"/>
                  </a:lnTo>
                  <a:lnTo>
                    <a:pt x="55198" y="8432"/>
                  </a:lnTo>
                  <a:lnTo>
                    <a:pt x="55447" y="8482"/>
                  </a:lnTo>
                  <a:lnTo>
                    <a:pt x="55792" y="8552"/>
                  </a:lnTo>
                  <a:lnTo>
                    <a:pt x="56125" y="8619"/>
                  </a:lnTo>
                  <a:lnTo>
                    <a:pt x="56442" y="8683"/>
                  </a:lnTo>
                  <a:lnTo>
                    <a:pt x="57402" y="8878"/>
                  </a:lnTo>
                  <a:lnTo>
                    <a:pt x="57591" y="8916"/>
                  </a:lnTo>
                  <a:lnTo>
                    <a:pt x="58351" y="9070"/>
                  </a:lnTo>
                  <a:lnTo>
                    <a:pt x="58854" y="9171"/>
                  </a:lnTo>
                  <a:lnTo>
                    <a:pt x="58984" y="9194"/>
                  </a:lnTo>
                  <a:lnTo>
                    <a:pt x="59350" y="9256"/>
                  </a:lnTo>
                  <a:lnTo>
                    <a:pt x="59665" y="9310"/>
                  </a:lnTo>
                  <a:lnTo>
                    <a:pt x="60217" y="9479"/>
                  </a:lnTo>
                  <a:lnTo>
                    <a:pt x="59799" y="10508"/>
                  </a:lnTo>
                  <a:lnTo>
                    <a:pt x="59631" y="10720"/>
                  </a:lnTo>
                  <a:lnTo>
                    <a:pt x="59291" y="11297"/>
                  </a:lnTo>
                  <a:lnTo>
                    <a:pt x="61762" y="11906"/>
                  </a:lnTo>
                  <a:lnTo>
                    <a:pt x="62498" y="12087"/>
                  </a:lnTo>
                  <a:lnTo>
                    <a:pt x="64806" y="12097"/>
                  </a:lnTo>
                  <a:lnTo>
                    <a:pt x="66245" y="12104"/>
                  </a:lnTo>
                  <a:lnTo>
                    <a:pt x="67336" y="12108"/>
                  </a:lnTo>
                  <a:lnTo>
                    <a:pt x="67607" y="12104"/>
                  </a:lnTo>
                  <a:lnTo>
                    <a:pt x="68790" y="12082"/>
                  </a:lnTo>
                  <a:lnTo>
                    <a:pt x="69107" y="12077"/>
                  </a:lnTo>
                  <a:lnTo>
                    <a:pt x="71263" y="12039"/>
                  </a:lnTo>
                  <a:lnTo>
                    <a:pt x="73301" y="12002"/>
                  </a:lnTo>
                  <a:lnTo>
                    <a:pt x="74527" y="11981"/>
                  </a:lnTo>
                  <a:lnTo>
                    <a:pt x="75563" y="11962"/>
                  </a:lnTo>
                  <a:lnTo>
                    <a:pt x="75750" y="11959"/>
                  </a:lnTo>
                  <a:lnTo>
                    <a:pt x="76142" y="11910"/>
                  </a:lnTo>
                  <a:lnTo>
                    <a:pt x="76576" y="12376"/>
                  </a:lnTo>
                  <a:lnTo>
                    <a:pt x="76606" y="12636"/>
                  </a:lnTo>
                  <a:lnTo>
                    <a:pt x="76652" y="13025"/>
                  </a:lnTo>
                  <a:lnTo>
                    <a:pt x="76731" y="13580"/>
                  </a:lnTo>
                  <a:lnTo>
                    <a:pt x="76750" y="13712"/>
                  </a:lnTo>
                  <a:lnTo>
                    <a:pt x="76778" y="13907"/>
                  </a:lnTo>
                  <a:lnTo>
                    <a:pt x="76624" y="14259"/>
                  </a:lnTo>
                  <a:lnTo>
                    <a:pt x="76094" y="14406"/>
                  </a:lnTo>
                  <a:lnTo>
                    <a:pt x="75315" y="14621"/>
                  </a:lnTo>
                  <a:lnTo>
                    <a:pt x="74823" y="14888"/>
                  </a:lnTo>
                  <a:lnTo>
                    <a:pt x="74302" y="15169"/>
                  </a:lnTo>
                  <a:lnTo>
                    <a:pt x="73645" y="15489"/>
                  </a:lnTo>
                  <a:lnTo>
                    <a:pt x="72885" y="15777"/>
                  </a:lnTo>
                  <a:lnTo>
                    <a:pt x="72738" y="15833"/>
                  </a:lnTo>
                  <a:lnTo>
                    <a:pt x="72447" y="15943"/>
                  </a:lnTo>
                  <a:lnTo>
                    <a:pt x="71599" y="16237"/>
                  </a:lnTo>
                  <a:lnTo>
                    <a:pt x="71150" y="16392"/>
                  </a:lnTo>
                  <a:lnTo>
                    <a:pt x="70517" y="16611"/>
                  </a:lnTo>
                  <a:lnTo>
                    <a:pt x="70365" y="16664"/>
                  </a:lnTo>
                  <a:lnTo>
                    <a:pt x="70035" y="16785"/>
                  </a:lnTo>
                  <a:lnTo>
                    <a:pt x="69892" y="16837"/>
                  </a:lnTo>
                  <a:lnTo>
                    <a:pt x="69598" y="16944"/>
                  </a:lnTo>
                  <a:lnTo>
                    <a:pt x="68658" y="17289"/>
                  </a:lnTo>
                  <a:lnTo>
                    <a:pt x="68658" y="17732"/>
                  </a:lnTo>
                  <a:lnTo>
                    <a:pt x="68658" y="18432"/>
                  </a:lnTo>
                  <a:lnTo>
                    <a:pt x="68871" y="18672"/>
                  </a:lnTo>
                  <a:lnTo>
                    <a:pt x="69032" y="18730"/>
                  </a:lnTo>
                  <a:lnTo>
                    <a:pt x="69468" y="18893"/>
                  </a:lnTo>
                  <a:lnTo>
                    <a:pt x="69788" y="18971"/>
                  </a:lnTo>
                  <a:lnTo>
                    <a:pt x="70250" y="19084"/>
                  </a:lnTo>
                  <a:lnTo>
                    <a:pt x="71379" y="19361"/>
                  </a:lnTo>
                  <a:lnTo>
                    <a:pt x="72178" y="19480"/>
                  </a:lnTo>
                  <a:lnTo>
                    <a:pt x="72527" y="19378"/>
                  </a:lnTo>
                  <a:lnTo>
                    <a:pt x="72508" y="19640"/>
                  </a:lnTo>
                  <a:lnTo>
                    <a:pt x="72476" y="20109"/>
                  </a:lnTo>
                  <a:lnTo>
                    <a:pt x="72377" y="21472"/>
                  </a:lnTo>
                  <a:lnTo>
                    <a:pt x="73297" y="21917"/>
                  </a:lnTo>
                  <a:lnTo>
                    <a:pt x="74398" y="22450"/>
                  </a:lnTo>
                  <a:lnTo>
                    <a:pt x="74227" y="22992"/>
                  </a:lnTo>
                  <a:lnTo>
                    <a:pt x="74052" y="23561"/>
                  </a:lnTo>
                  <a:lnTo>
                    <a:pt x="73763" y="24579"/>
                  </a:lnTo>
                  <a:lnTo>
                    <a:pt x="75221" y="24702"/>
                  </a:lnTo>
                  <a:lnTo>
                    <a:pt x="75581" y="24732"/>
                  </a:lnTo>
                  <a:lnTo>
                    <a:pt x="75935" y="24758"/>
                  </a:lnTo>
                  <a:lnTo>
                    <a:pt x="76182" y="24775"/>
                  </a:lnTo>
                  <a:lnTo>
                    <a:pt x="81072" y="25123"/>
                  </a:lnTo>
                  <a:lnTo>
                    <a:pt x="81421" y="25022"/>
                  </a:lnTo>
                  <a:lnTo>
                    <a:pt x="81900" y="24885"/>
                  </a:lnTo>
                  <a:lnTo>
                    <a:pt x="82790" y="24634"/>
                  </a:lnTo>
                  <a:lnTo>
                    <a:pt x="82980" y="24581"/>
                  </a:lnTo>
                  <a:lnTo>
                    <a:pt x="83551" y="24428"/>
                  </a:lnTo>
                  <a:lnTo>
                    <a:pt x="83979" y="24233"/>
                  </a:lnTo>
                  <a:lnTo>
                    <a:pt x="84250" y="24008"/>
                  </a:lnTo>
                  <a:lnTo>
                    <a:pt x="85334" y="23913"/>
                  </a:lnTo>
                  <a:lnTo>
                    <a:pt x="86315" y="23862"/>
                  </a:lnTo>
                  <a:lnTo>
                    <a:pt x="86818" y="23990"/>
                  </a:lnTo>
                  <a:lnTo>
                    <a:pt x="87084" y="24058"/>
                  </a:lnTo>
                  <a:lnTo>
                    <a:pt x="87384" y="24135"/>
                  </a:lnTo>
                  <a:lnTo>
                    <a:pt x="88481" y="24569"/>
                  </a:lnTo>
                  <a:lnTo>
                    <a:pt x="88535" y="25050"/>
                  </a:lnTo>
                  <a:lnTo>
                    <a:pt x="88555" y="25328"/>
                  </a:lnTo>
                  <a:lnTo>
                    <a:pt x="88637" y="26288"/>
                  </a:lnTo>
                  <a:lnTo>
                    <a:pt x="88672" y="26703"/>
                  </a:lnTo>
                  <a:lnTo>
                    <a:pt x="88684" y="27429"/>
                  </a:lnTo>
                  <a:lnTo>
                    <a:pt x="88687" y="27601"/>
                  </a:lnTo>
                  <a:lnTo>
                    <a:pt x="88816" y="28431"/>
                  </a:lnTo>
                  <a:lnTo>
                    <a:pt x="88869" y="28798"/>
                  </a:lnTo>
                  <a:lnTo>
                    <a:pt x="89175" y="30921"/>
                  </a:lnTo>
                  <a:lnTo>
                    <a:pt x="89538" y="32538"/>
                  </a:lnTo>
                  <a:lnTo>
                    <a:pt x="88437" y="33521"/>
                  </a:lnTo>
                  <a:lnTo>
                    <a:pt x="86867" y="34922"/>
                  </a:lnTo>
                  <a:lnTo>
                    <a:pt x="86460" y="35274"/>
                  </a:lnTo>
                  <a:lnTo>
                    <a:pt x="85599" y="35883"/>
                  </a:lnTo>
                  <a:lnTo>
                    <a:pt x="85189" y="36167"/>
                  </a:lnTo>
                  <a:lnTo>
                    <a:pt x="84207" y="36769"/>
                  </a:lnTo>
                  <a:lnTo>
                    <a:pt x="83672" y="37100"/>
                  </a:lnTo>
                  <a:lnTo>
                    <a:pt x="83439" y="37271"/>
                  </a:lnTo>
                  <a:lnTo>
                    <a:pt x="82871" y="37687"/>
                  </a:lnTo>
                  <a:lnTo>
                    <a:pt x="82341" y="38076"/>
                  </a:lnTo>
                  <a:lnTo>
                    <a:pt x="82022" y="38310"/>
                  </a:lnTo>
                  <a:lnTo>
                    <a:pt x="81755" y="38509"/>
                  </a:lnTo>
                  <a:lnTo>
                    <a:pt x="81411" y="38760"/>
                  </a:lnTo>
                  <a:lnTo>
                    <a:pt x="80910" y="39126"/>
                  </a:lnTo>
                  <a:lnTo>
                    <a:pt x="79898" y="39863"/>
                  </a:lnTo>
                  <a:lnTo>
                    <a:pt x="79676" y="40615"/>
                  </a:lnTo>
                  <a:lnTo>
                    <a:pt x="79625" y="40889"/>
                  </a:lnTo>
                  <a:lnTo>
                    <a:pt x="79896" y="41325"/>
                  </a:lnTo>
                  <a:lnTo>
                    <a:pt x="80039" y="41556"/>
                  </a:lnTo>
                  <a:lnTo>
                    <a:pt x="80189" y="41798"/>
                  </a:lnTo>
                  <a:lnTo>
                    <a:pt x="80472" y="42255"/>
                  </a:lnTo>
                  <a:lnTo>
                    <a:pt x="80899" y="42712"/>
                  </a:lnTo>
                  <a:lnTo>
                    <a:pt x="80546" y="42948"/>
                  </a:lnTo>
                  <a:lnTo>
                    <a:pt x="80115" y="43237"/>
                  </a:lnTo>
                  <a:lnTo>
                    <a:pt x="79975" y="43331"/>
                  </a:lnTo>
                  <a:lnTo>
                    <a:pt x="79437" y="43686"/>
                  </a:lnTo>
                  <a:lnTo>
                    <a:pt x="79060" y="43925"/>
                  </a:lnTo>
                  <a:lnTo>
                    <a:pt x="78556" y="44245"/>
                  </a:lnTo>
                  <a:lnTo>
                    <a:pt x="77928" y="44641"/>
                  </a:lnTo>
                  <a:lnTo>
                    <a:pt x="77475" y="44298"/>
                  </a:lnTo>
                  <a:lnTo>
                    <a:pt x="77020" y="43955"/>
                  </a:lnTo>
                  <a:lnTo>
                    <a:pt x="75995" y="44786"/>
                  </a:lnTo>
                  <a:lnTo>
                    <a:pt x="75637" y="45076"/>
                  </a:lnTo>
                  <a:lnTo>
                    <a:pt x="75181" y="45446"/>
                  </a:lnTo>
                  <a:lnTo>
                    <a:pt x="74912" y="45664"/>
                  </a:lnTo>
                  <a:lnTo>
                    <a:pt x="74578" y="45935"/>
                  </a:lnTo>
                  <a:lnTo>
                    <a:pt x="74233" y="46214"/>
                  </a:lnTo>
                  <a:lnTo>
                    <a:pt x="73224" y="47069"/>
                  </a:lnTo>
                  <a:lnTo>
                    <a:pt x="72821" y="47523"/>
                  </a:lnTo>
                  <a:lnTo>
                    <a:pt x="72156" y="48272"/>
                  </a:lnTo>
                  <a:lnTo>
                    <a:pt x="71283" y="49252"/>
                  </a:lnTo>
                  <a:lnTo>
                    <a:pt x="70543" y="48841"/>
                  </a:lnTo>
                  <a:lnTo>
                    <a:pt x="70211" y="48829"/>
                  </a:lnTo>
                  <a:lnTo>
                    <a:pt x="70068" y="48824"/>
                  </a:lnTo>
                  <a:lnTo>
                    <a:pt x="69305" y="48797"/>
                  </a:lnTo>
                  <a:lnTo>
                    <a:pt x="69155" y="48792"/>
                  </a:lnTo>
                  <a:lnTo>
                    <a:pt x="68915" y="48783"/>
                  </a:lnTo>
                  <a:lnTo>
                    <a:pt x="68780" y="48779"/>
                  </a:lnTo>
                  <a:lnTo>
                    <a:pt x="68529" y="48759"/>
                  </a:lnTo>
                  <a:lnTo>
                    <a:pt x="68213" y="48735"/>
                  </a:lnTo>
                  <a:lnTo>
                    <a:pt x="67692" y="48695"/>
                  </a:lnTo>
                  <a:lnTo>
                    <a:pt x="67371" y="48671"/>
                  </a:lnTo>
                  <a:lnTo>
                    <a:pt x="65355" y="48517"/>
                  </a:lnTo>
                  <a:lnTo>
                    <a:pt x="64886" y="48481"/>
                  </a:lnTo>
                  <a:lnTo>
                    <a:pt x="63824" y="48534"/>
                  </a:lnTo>
                  <a:lnTo>
                    <a:pt x="63557" y="49155"/>
                  </a:lnTo>
                  <a:lnTo>
                    <a:pt x="63445" y="49416"/>
                  </a:lnTo>
                  <a:lnTo>
                    <a:pt x="63299" y="49756"/>
                  </a:lnTo>
                  <a:lnTo>
                    <a:pt x="63192" y="50004"/>
                  </a:lnTo>
                  <a:lnTo>
                    <a:pt x="63083" y="50256"/>
                  </a:lnTo>
                  <a:lnTo>
                    <a:pt x="63023" y="50397"/>
                  </a:lnTo>
                  <a:lnTo>
                    <a:pt x="62941" y="50589"/>
                  </a:lnTo>
                  <a:lnTo>
                    <a:pt x="62570" y="51452"/>
                  </a:lnTo>
                  <a:lnTo>
                    <a:pt x="60637" y="55893"/>
                  </a:lnTo>
                  <a:lnTo>
                    <a:pt x="59863" y="55572"/>
                  </a:lnTo>
                  <a:lnTo>
                    <a:pt x="56319" y="54105"/>
                  </a:lnTo>
                  <a:lnTo>
                    <a:pt x="56340" y="53964"/>
                  </a:lnTo>
                  <a:lnTo>
                    <a:pt x="56452" y="53205"/>
                  </a:lnTo>
                  <a:lnTo>
                    <a:pt x="56751" y="51179"/>
                  </a:lnTo>
                  <a:lnTo>
                    <a:pt x="56947" y="49845"/>
                  </a:lnTo>
                  <a:lnTo>
                    <a:pt x="57533" y="45850"/>
                  </a:lnTo>
                  <a:lnTo>
                    <a:pt x="55625" y="45688"/>
                  </a:lnTo>
                  <a:lnTo>
                    <a:pt x="54944" y="45630"/>
                  </a:lnTo>
                  <a:lnTo>
                    <a:pt x="52966" y="45462"/>
                  </a:lnTo>
                  <a:lnTo>
                    <a:pt x="52094" y="45388"/>
                  </a:lnTo>
                  <a:lnTo>
                    <a:pt x="52074" y="45629"/>
                  </a:lnTo>
                  <a:lnTo>
                    <a:pt x="52056" y="45857"/>
                  </a:lnTo>
                  <a:lnTo>
                    <a:pt x="51995" y="46605"/>
                  </a:lnTo>
                  <a:lnTo>
                    <a:pt x="51858" y="48273"/>
                  </a:lnTo>
                  <a:lnTo>
                    <a:pt x="51797" y="49341"/>
                  </a:lnTo>
                  <a:lnTo>
                    <a:pt x="51780" y="49625"/>
                  </a:lnTo>
                  <a:lnTo>
                    <a:pt x="51586" y="50770"/>
                  </a:lnTo>
                  <a:lnTo>
                    <a:pt x="51400" y="51815"/>
                  </a:lnTo>
                  <a:lnTo>
                    <a:pt x="51298" y="52142"/>
                  </a:lnTo>
                  <a:lnTo>
                    <a:pt x="50671" y="54144"/>
                  </a:lnTo>
                  <a:lnTo>
                    <a:pt x="49686" y="56629"/>
                  </a:lnTo>
                  <a:lnTo>
                    <a:pt x="49583" y="56848"/>
                  </a:lnTo>
                  <a:lnTo>
                    <a:pt x="49405" y="57227"/>
                  </a:lnTo>
                  <a:lnTo>
                    <a:pt x="49313" y="57424"/>
                  </a:lnTo>
                  <a:lnTo>
                    <a:pt x="48776" y="58822"/>
                  </a:lnTo>
                  <a:lnTo>
                    <a:pt x="48628" y="59209"/>
                  </a:lnTo>
                  <a:lnTo>
                    <a:pt x="48378" y="59860"/>
                  </a:lnTo>
                  <a:lnTo>
                    <a:pt x="48110" y="60531"/>
                  </a:lnTo>
                  <a:lnTo>
                    <a:pt x="48010" y="60780"/>
                  </a:lnTo>
                  <a:lnTo>
                    <a:pt x="47919" y="61010"/>
                  </a:lnTo>
                  <a:lnTo>
                    <a:pt x="48148" y="61017"/>
                  </a:lnTo>
                  <a:lnTo>
                    <a:pt x="53378" y="63434"/>
                  </a:lnTo>
                  <a:lnTo>
                    <a:pt x="53890" y="63696"/>
                  </a:lnTo>
                  <a:lnTo>
                    <a:pt x="53648" y="64222"/>
                  </a:lnTo>
                  <a:lnTo>
                    <a:pt x="53330" y="64914"/>
                  </a:lnTo>
                  <a:lnTo>
                    <a:pt x="52984" y="65665"/>
                  </a:lnTo>
                  <a:lnTo>
                    <a:pt x="52750" y="66175"/>
                  </a:lnTo>
                  <a:lnTo>
                    <a:pt x="52451" y="66824"/>
                  </a:lnTo>
                  <a:lnTo>
                    <a:pt x="51821" y="68194"/>
                  </a:lnTo>
                  <a:lnTo>
                    <a:pt x="51260" y="69411"/>
                  </a:lnTo>
                  <a:lnTo>
                    <a:pt x="51043" y="69882"/>
                  </a:lnTo>
                  <a:lnTo>
                    <a:pt x="50063" y="72007"/>
                  </a:lnTo>
                  <a:lnTo>
                    <a:pt x="47237" y="70548"/>
                  </a:lnTo>
                  <a:lnTo>
                    <a:pt x="43251" y="68556"/>
                  </a:lnTo>
                  <a:lnTo>
                    <a:pt x="43081" y="68856"/>
                  </a:lnTo>
                  <a:lnTo>
                    <a:pt x="41887" y="70961"/>
                  </a:lnTo>
                  <a:lnTo>
                    <a:pt x="41576" y="71511"/>
                  </a:lnTo>
                  <a:lnTo>
                    <a:pt x="41393" y="71816"/>
                  </a:lnTo>
                  <a:lnTo>
                    <a:pt x="41227" y="72093"/>
                  </a:lnTo>
                  <a:lnTo>
                    <a:pt x="41133" y="72251"/>
                  </a:lnTo>
                  <a:lnTo>
                    <a:pt x="40780" y="72853"/>
                  </a:lnTo>
                  <a:lnTo>
                    <a:pt x="40626" y="73162"/>
                  </a:lnTo>
                  <a:lnTo>
                    <a:pt x="40496" y="73421"/>
                  </a:lnTo>
                  <a:lnTo>
                    <a:pt x="40403" y="73606"/>
                  </a:lnTo>
                  <a:lnTo>
                    <a:pt x="40114" y="74134"/>
                  </a:lnTo>
                  <a:lnTo>
                    <a:pt x="39279" y="75656"/>
                  </a:lnTo>
                  <a:lnTo>
                    <a:pt x="39083" y="76013"/>
                  </a:lnTo>
                  <a:lnTo>
                    <a:pt x="38481" y="77110"/>
                  </a:lnTo>
                  <a:lnTo>
                    <a:pt x="38175" y="77668"/>
                  </a:lnTo>
                  <a:lnTo>
                    <a:pt x="37641" y="78640"/>
                  </a:lnTo>
                  <a:lnTo>
                    <a:pt x="37502" y="78893"/>
                  </a:lnTo>
                  <a:lnTo>
                    <a:pt x="36036" y="81565"/>
                  </a:lnTo>
                  <a:lnTo>
                    <a:pt x="35760" y="82069"/>
                  </a:lnTo>
                  <a:lnTo>
                    <a:pt x="35600" y="82356"/>
                  </a:lnTo>
                  <a:lnTo>
                    <a:pt x="34591" y="81469"/>
                  </a:lnTo>
                  <a:lnTo>
                    <a:pt x="34337" y="81258"/>
                  </a:lnTo>
                  <a:lnTo>
                    <a:pt x="34047" y="81018"/>
                  </a:lnTo>
                  <a:lnTo>
                    <a:pt x="33275" y="80378"/>
                  </a:lnTo>
                  <a:lnTo>
                    <a:pt x="33025" y="80163"/>
                  </a:lnTo>
                  <a:lnTo>
                    <a:pt x="32695" y="79880"/>
                  </a:lnTo>
                  <a:lnTo>
                    <a:pt x="31329" y="78708"/>
                  </a:lnTo>
                  <a:lnTo>
                    <a:pt x="30127" y="77676"/>
                  </a:lnTo>
                  <a:lnTo>
                    <a:pt x="29968" y="77540"/>
                  </a:lnTo>
                  <a:lnTo>
                    <a:pt x="27968" y="75897"/>
                  </a:lnTo>
                  <a:lnTo>
                    <a:pt x="27204" y="75270"/>
                  </a:lnTo>
                  <a:lnTo>
                    <a:pt x="26713" y="74916"/>
                  </a:lnTo>
                  <a:lnTo>
                    <a:pt x="26002" y="74402"/>
                  </a:lnTo>
                  <a:lnTo>
                    <a:pt x="25172" y="74046"/>
                  </a:lnTo>
                  <a:lnTo>
                    <a:pt x="25002" y="73973"/>
                  </a:lnTo>
                  <a:lnTo>
                    <a:pt x="24495" y="73885"/>
                  </a:lnTo>
                  <a:lnTo>
                    <a:pt x="24164" y="73827"/>
                  </a:lnTo>
                  <a:lnTo>
                    <a:pt x="23705" y="73770"/>
                  </a:lnTo>
                  <a:lnTo>
                    <a:pt x="23295" y="73719"/>
                  </a:lnTo>
                  <a:lnTo>
                    <a:pt x="22813" y="73659"/>
                  </a:lnTo>
                  <a:lnTo>
                    <a:pt x="22437" y="73612"/>
                  </a:lnTo>
                  <a:lnTo>
                    <a:pt x="21859" y="73540"/>
                  </a:lnTo>
                  <a:lnTo>
                    <a:pt x="21680" y="73518"/>
                  </a:lnTo>
                  <a:lnTo>
                    <a:pt x="21113" y="73474"/>
                  </a:lnTo>
                  <a:lnTo>
                    <a:pt x="20586" y="73433"/>
                  </a:lnTo>
                  <a:lnTo>
                    <a:pt x="20132" y="73368"/>
                  </a:lnTo>
                  <a:lnTo>
                    <a:pt x="19569" y="73288"/>
                  </a:lnTo>
                  <a:lnTo>
                    <a:pt x="19185" y="73248"/>
                  </a:lnTo>
                  <a:lnTo>
                    <a:pt x="18640" y="73192"/>
                  </a:lnTo>
                  <a:lnTo>
                    <a:pt x="17437" y="73072"/>
                  </a:lnTo>
                  <a:lnTo>
                    <a:pt x="17215" y="73059"/>
                  </a:lnTo>
                  <a:lnTo>
                    <a:pt x="16930" y="73042"/>
                  </a:lnTo>
                  <a:lnTo>
                    <a:pt x="16402" y="73008"/>
                  </a:lnTo>
                  <a:lnTo>
                    <a:pt x="16012" y="72972"/>
                  </a:lnTo>
                  <a:lnTo>
                    <a:pt x="15410" y="72918"/>
                  </a:lnTo>
                  <a:lnTo>
                    <a:pt x="15147" y="72894"/>
                  </a:lnTo>
                  <a:lnTo>
                    <a:pt x="14523" y="72838"/>
                  </a:lnTo>
                  <a:lnTo>
                    <a:pt x="14384" y="72825"/>
                  </a:lnTo>
                  <a:lnTo>
                    <a:pt x="13591" y="72754"/>
                  </a:lnTo>
                  <a:lnTo>
                    <a:pt x="12751" y="72678"/>
                  </a:lnTo>
                  <a:lnTo>
                    <a:pt x="11715" y="72584"/>
                  </a:lnTo>
                  <a:lnTo>
                    <a:pt x="10562" y="72480"/>
                  </a:lnTo>
                  <a:lnTo>
                    <a:pt x="9665" y="72399"/>
                  </a:lnTo>
                  <a:lnTo>
                    <a:pt x="9236" y="72360"/>
                  </a:lnTo>
                  <a:lnTo>
                    <a:pt x="7702" y="72222"/>
                  </a:lnTo>
                  <a:lnTo>
                    <a:pt x="7520" y="72206"/>
                  </a:lnTo>
                  <a:lnTo>
                    <a:pt x="7074" y="72165"/>
                  </a:lnTo>
                  <a:lnTo>
                    <a:pt x="5818" y="72071"/>
                  </a:lnTo>
                  <a:lnTo>
                    <a:pt x="3946" y="71932"/>
                  </a:lnTo>
                  <a:lnTo>
                    <a:pt x="3263" y="71881"/>
                  </a:lnTo>
                  <a:lnTo>
                    <a:pt x="2064" y="71791"/>
                  </a:lnTo>
                  <a:lnTo>
                    <a:pt x="1201" y="71744"/>
                  </a:lnTo>
                  <a:lnTo>
                    <a:pt x="646" y="71713"/>
                  </a:lnTo>
                  <a:lnTo>
                    <a:pt x="428" y="71701"/>
                  </a:lnTo>
                  <a:lnTo>
                    <a:pt x="0" y="71678"/>
                  </a:lnTo>
                  <a:lnTo>
                    <a:pt x="1" y="71537"/>
                  </a:lnTo>
                  <a:lnTo>
                    <a:pt x="4" y="71192"/>
                  </a:lnTo>
                  <a:lnTo>
                    <a:pt x="16" y="71053"/>
                  </a:lnTo>
                  <a:lnTo>
                    <a:pt x="53" y="70633"/>
                  </a:lnTo>
                  <a:lnTo>
                    <a:pt x="127" y="69787"/>
                  </a:lnTo>
                  <a:lnTo>
                    <a:pt x="341" y="67354"/>
                  </a:lnTo>
                  <a:lnTo>
                    <a:pt x="389" y="66816"/>
                  </a:lnTo>
                  <a:lnTo>
                    <a:pt x="874" y="61299"/>
                  </a:lnTo>
                  <a:lnTo>
                    <a:pt x="911" y="60875"/>
                  </a:lnTo>
                  <a:lnTo>
                    <a:pt x="932" y="60639"/>
                  </a:lnTo>
                  <a:lnTo>
                    <a:pt x="1201" y="57587"/>
                  </a:lnTo>
                  <a:lnTo>
                    <a:pt x="1236" y="57181"/>
                  </a:lnTo>
                  <a:lnTo>
                    <a:pt x="1298" y="56479"/>
                  </a:lnTo>
                  <a:lnTo>
                    <a:pt x="1347" y="55922"/>
                  </a:lnTo>
                  <a:lnTo>
                    <a:pt x="1385" y="55488"/>
                  </a:lnTo>
                  <a:lnTo>
                    <a:pt x="1413" y="55178"/>
                  </a:lnTo>
                  <a:lnTo>
                    <a:pt x="1436" y="54915"/>
                  </a:lnTo>
                  <a:lnTo>
                    <a:pt x="1447" y="54786"/>
                  </a:lnTo>
                  <a:lnTo>
                    <a:pt x="1699" y="51922"/>
                  </a:lnTo>
                  <a:lnTo>
                    <a:pt x="1752" y="51322"/>
                  </a:lnTo>
                  <a:lnTo>
                    <a:pt x="1972" y="48815"/>
                  </a:lnTo>
                  <a:lnTo>
                    <a:pt x="1986" y="48662"/>
                  </a:lnTo>
                  <a:lnTo>
                    <a:pt x="2273" y="45396"/>
                  </a:lnTo>
                  <a:lnTo>
                    <a:pt x="2702" y="40527"/>
                  </a:lnTo>
                  <a:lnTo>
                    <a:pt x="2728" y="40224"/>
                  </a:lnTo>
                  <a:lnTo>
                    <a:pt x="2940" y="37814"/>
                  </a:lnTo>
                  <a:lnTo>
                    <a:pt x="3009" y="37028"/>
                  </a:lnTo>
                  <a:lnTo>
                    <a:pt x="3089" y="36126"/>
                  </a:lnTo>
                  <a:lnTo>
                    <a:pt x="3140" y="35539"/>
                  </a:lnTo>
                  <a:lnTo>
                    <a:pt x="3218" y="34655"/>
                  </a:lnTo>
                  <a:lnTo>
                    <a:pt x="3611" y="30193"/>
                  </a:lnTo>
                  <a:lnTo>
                    <a:pt x="3835" y="30211"/>
                  </a:lnTo>
                  <a:lnTo>
                    <a:pt x="7122" y="30479"/>
                  </a:lnTo>
                  <a:lnTo>
                    <a:pt x="7347" y="30057"/>
                  </a:lnTo>
                  <a:lnTo>
                    <a:pt x="7508" y="29742"/>
                  </a:lnTo>
                  <a:lnTo>
                    <a:pt x="7649" y="29464"/>
                  </a:lnTo>
                  <a:lnTo>
                    <a:pt x="7979" y="28817"/>
                  </a:lnTo>
                  <a:lnTo>
                    <a:pt x="8184" y="28430"/>
                  </a:lnTo>
                  <a:lnTo>
                    <a:pt x="8285" y="28240"/>
                  </a:lnTo>
                  <a:lnTo>
                    <a:pt x="8742" y="27378"/>
                  </a:lnTo>
                  <a:lnTo>
                    <a:pt x="10039" y="24935"/>
                  </a:lnTo>
                  <a:lnTo>
                    <a:pt x="13046" y="19268"/>
                  </a:lnTo>
                  <a:lnTo>
                    <a:pt x="14248" y="16824"/>
                  </a:lnTo>
                  <a:lnTo>
                    <a:pt x="14486" y="16577"/>
                  </a:lnTo>
                  <a:lnTo>
                    <a:pt x="14978" y="16889"/>
                  </a:lnTo>
                  <a:lnTo>
                    <a:pt x="15394" y="17153"/>
                  </a:lnTo>
                  <a:lnTo>
                    <a:pt x="15560" y="17258"/>
                  </a:lnTo>
                  <a:lnTo>
                    <a:pt x="16015" y="17547"/>
                  </a:lnTo>
                  <a:lnTo>
                    <a:pt x="16550" y="17886"/>
                  </a:lnTo>
                  <a:lnTo>
                    <a:pt x="18743" y="19326"/>
                  </a:lnTo>
                  <a:lnTo>
                    <a:pt x="19327" y="19709"/>
                  </a:lnTo>
                  <a:lnTo>
                    <a:pt x="20596" y="20542"/>
                  </a:lnTo>
                  <a:lnTo>
                    <a:pt x="21740" y="20999"/>
                  </a:lnTo>
                  <a:lnTo>
                    <a:pt x="23082" y="21536"/>
                  </a:lnTo>
                  <a:lnTo>
                    <a:pt x="26039" y="21983"/>
                  </a:lnTo>
                  <a:lnTo>
                    <a:pt x="26751" y="21977"/>
                  </a:lnTo>
                  <a:lnTo>
                    <a:pt x="27195" y="21972"/>
                  </a:lnTo>
                  <a:lnTo>
                    <a:pt x="27544" y="22013"/>
                  </a:lnTo>
                  <a:lnTo>
                    <a:pt x="30420" y="22348"/>
                  </a:lnTo>
                  <a:lnTo>
                    <a:pt x="31003" y="22416"/>
                  </a:lnTo>
                  <a:lnTo>
                    <a:pt x="31606" y="22488"/>
                  </a:lnTo>
                  <a:lnTo>
                    <a:pt x="32274" y="22568"/>
                  </a:lnTo>
                  <a:lnTo>
                    <a:pt x="32351" y="22043"/>
                  </a:lnTo>
                  <a:lnTo>
                    <a:pt x="32436" y="20841"/>
                  </a:lnTo>
                  <a:lnTo>
                    <a:pt x="32456" y="20547"/>
                  </a:lnTo>
                  <a:lnTo>
                    <a:pt x="32474" y="20051"/>
                  </a:lnTo>
                  <a:lnTo>
                    <a:pt x="32504" y="19228"/>
                  </a:lnTo>
                  <a:lnTo>
                    <a:pt x="32516" y="18899"/>
                  </a:lnTo>
                  <a:lnTo>
                    <a:pt x="32533" y="18416"/>
                  </a:lnTo>
                  <a:lnTo>
                    <a:pt x="32562" y="17635"/>
                  </a:lnTo>
                  <a:lnTo>
                    <a:pt x="32575" y="17273"/>
                  </a:lnTo>
                  <a:lnTo>
                    <a:pt x="32587" y="16934"/>
                  </a:lnTo>
                  <a:lnTo>
                    <a:pt x="32599" y="16587"/>
                  </a:lnTo>
                  <a:lnTo>
                    <a:pt x="32710" y="15581"/>
                  </a:lnTo>
                  <a:lnTo>
                    <a:pt x="33160" y="11483"/>
                  </a:lnTo>
                  <a:lnTo>
                    <a:pt x="33376" y="6989"/>
                  </a:lnTo>
                  <a:lnTo>
                    <a:pt x="33517" y="5172"/>
                  </a:lnTo>
                  <a:lnTo>
                    <a:pt x="33767" y="1934"/>
                  </a:lnTo>
                  <a:lnTo>
                    <a:pt x="34032" y="517"/>
                  </a:lnTo>
                  <a:lnTo>
                    <a:pt x="34303" y="382"/>
                  </a:lnTo>
                  <a:lnTo>
                    <a:pt x="34780" y="221"/>
                  </a:lnTo>
                  <a:lnTo>
                    <a:pt x="35571" y="218"/>
                  </a:lnTo>
                  <a:lnTo>
                    <a:pt x="35957" y="217"/>
                  </a:lnTo>
                  <a:lnTo>
                    <a:pt x="38865" y="206"/>
                  </a:lnTo>
                  <a:lnTo>
                    <a:pt x="39769" y="203"/>
                  </a:lnTo>
                  <a:lnTo>
                    <a:pt x="40015" y="202"/>
                  </a:lnTo>
                  <a:lnTo>
                    <a:pt x="41024" y="199"/>
                  </a:lnTo>
                  <a:lnTo>
                    <a:pt x="42414" y="163"/>
                  </a:lnTo>
                  <a:lnTo>
                    <a:pt x="43221" y="1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2788399" y="2975412"/>
              <a:ext cx="81870" cy="70079"/>
            </a:xfrm>
            <a:custGeom>
              <a:avLst/>
              <a:pathLst>
                <a:path w="81870" h="70079">
                  <a:moveTo>
                    <a:pt x="62181" y="0"/>
                  </a:moveTo>
                  <a:lnTo>
                    <a:pt x="71957" y="7005"/>
                  </a:lnTo>
                  <a:lnTo>
                    <a:pt x="78549" y="1886"/>
                  </a:lnTo>
                  <a:lnTo>
                    <a:pt x="81870" y="3865"/>
                  </a:lnTo>
                  <a:lnTo>
                    <a:pt x="79285" y="6589"/>
                  </a:lnTo>
                  <a:lnTo>
                    <a:pt x="81832" y="9085"/>
                  </a:lnTo>
                  <a:lnTo>
                    <a:pt x="75077" y="15405"/>
                  </a:lnTo>
                  <a:lnTo>
                    <a:pt x="76262" y="17152"/>
                  </a:lnTo>
                  <a:lnTo>
                    <a:pt x="81495" y="19246"/>
                  </a:lnTo>
                  <a:lnTo>
                    <a:pt x="80196" y="21262"/>
                  </a:lnTo>
                  <a:lnTo>
                    <a:pt x="79530" y="21484"/>
                  </a:lnTo>
                  <a:lnTo>
                    <a:pt x="78970" y="21670"/>
                  </a:lnTo>
                  <a:lnTo>
                    <a:pt x="78690" y="21760"/>
                  </a:lnTo>
                  <a:lnTo>
                    <a:pt x="77084" y="22273"/>
                  </a:lnTo>
                  <a:lnTo>
                    <a:pt x="76519" y="22453"/>
                  </a:lnTo>
                  <a:lnTo>
                    <a:pt x="76031" y="22610"/>
                  </a:lnTo>
                  <a:lnTo>
                    <a:pt x="75780" y="22690"/>
                  </a:lnTo>
                  <a:lnTo>
                    <a:pt x="75547" y="22764"/>
                  </a:lnTo>
                  <a:lnTo>
                    <a:pt x="75111" y="22903"/>
                  </a:lnTo>
                  <a:lnTo>
                    <a:pt x="74824" y="22996"/>
                  </a:lnTo>
                  <a:lnTo>
                    <a:pt x="74143" y="23821"/>
                  </a:lnTo>
                  <a:lnTo>
                    <a:pt x="73932" y="24071"/>
                  </a:lnTo>
                  <a:lnTo>
                    <a:pt x="73690" y="24357"/>
                  </a:lnTo>
                  <a:lnTo>
                    <a:pt x="72931" y="25256"/>
                  </a:lnTo>
                  <a:lnTo>
                    <a:pt x="72038" y="26315"/>
                  </a:lnTo>
                  <a:lnTo>
                    <a:pt x="71902" y="26383"/>
                  </a:lnTo>
                  <a:lnTo>
                    <a:pt x="71609" y="26530"/>
                  </a:lnTo>
                  <a:lnTo>
                    <a:pt x="71429" y="26621"/>
                  </a:lnTo>
                  <a:lnTo>
                    <a:pt x="71100" y="26787"/>
                  </a:lnTo>
                  <a:lnTo>
                    <a:pt x="70297" y="27191"/>
                  </a:lnTo>
                  <a:lnTo>
                    <a:pt x="69831" y="27425"/>
                  </a:lnTo>
                  <a:lnTo>
                    <a:pt x="68577" y="28056"/>
                  </a:lnTo>
                  <a:lnTo>
                    <a:pt x="68186" y="28253"/>
                  </a:lnTo>
                  <a:lnTo>
                    <a:pt x="68235" y="28674"/>
                  </a:lnTo>
                  <a:lnTo>
                    <a:pt x="68335" y="29517"/>
                  </a:lnTo>
                  <a:lnTo>
                    <a:pt x="68457" y="29981"/>
                  </a:lnTo>
                  <a:lnTo>
                    <a:pt x="68535" y="30277"/>
                  </a:lnTo>
                  <a:lnTo>
                    <a:pt x="68636" y="30660"/>
                  </a:lnTo>
                  <a:lnTo>
                    <a:pt x="68729" y="31013"/>
                  </a:lnTo>
                  <a:lnTo>
                    <a:pt x="69057" y="32262"/>
                  </a:lnTo>
                  <a:lnTo>
                    <a:pt x="68642" y="32418"/>
                  </a:lnTo>
                  <a:lnTo>
                    <a:pt x="68459" y="32486"/>
                  </a:lnTo>
                  <a:lnTo>
                    <a:pt x="67893" y="32699"/>
                  </a:lnTo>
                  <a:lnTo>
                    <a:pt x="67466" y="32859"/>
                  </a:lnTo>
                  <a:lnTo>
                    <a:pt x="67103" y="32995"/>
                  </a:lnTo>
                  <a:lnTo>
                    <a:pt x="66638" y="33169"/>
                  </a:lnTo>
                  <a:lnTo>
                    <a:pt x="66448" y="33241"/>
                  </a:lnTo>
                  <a:lnTo>
                    <a:pt x="66141" y="33517"/>
                  </a:lnTo>
                  <a:lnTo>
                    <a:pt x="65589" y="34015"/>
                  </a:lnTo>
                  <a:lnTo>
                    <a:pt x="65397" y="34188"/>
                  </a:lnTo>
                  <a:lnTo>
                    <a:pt x="65201" y="34365"/>
                  </a:lnTo>
                  <a:lnTo>
                    <a:pt x="65122" y="34595"/>
                  </a:lnTo>
                  <a:lnTo>
                    <a:pt x="64934" y="35138"/>
                  </a:lnTo>
                  <a:lnTo>
                    <a:pt x="64865" y="35304"/>
                  </a:lnTo>
                  <a:lnTo>
                    <a:pt x="64573" y="36006"/>
                  </a:lnTo>
                  <a:lnTo>
                    <a:pt x="64431" y="36349"/>
                  </a:lnTo>
                  <a:lnTo>
                    <a:pt x="64247" y="36791"/>
                  </a:lnTo>
                  <a:lnTo>
                    <a:pt x="64099" y="37147"/>
                  </a:lnTo>
                  <a:lnTo>
                    <a:pt x="63884" y="37665"/>
                  </a:lnTo>
                  <a:lnTo>
                    <a:pt x="63510" y="38071"/>
                  </a:lnTo>
                  <a:lnTo>
                    <a:pt x="63387" y="38206"/>
                  </a:lnTo>
                  <a:lnTo>
                    <a:pt x="62542" y="39124"/>
                  </a:lnTo>
                  <a:lnTo>
                    <a:pt x="60366" y="41439"/>
                  </a:lnTo>
                  <a:lnTo>
                    <a:pt x="58704" y="42742"/>
                  </a:lnTo>
                  <a:lnTo>
                    <a:pt x="57813" y="43326"/>
                  </a:lnTo>
                  <a:lnTo>
                    <a:pt x="54929" y="45197"/>
                  </a:lnTo>
                  <a:lnTo>
                    <a:pt x="54487" y="45496"/>
                  </a:lnTo>
                  <a:lnTo>
                    <a:pt x="53905" y="45687"/>
                  </a:lnTo>
                  <a:lnTo>
                    <a:pt x="53690" y="45758"/>
                  </a:lnTo>
                  <a:lnTo>
                    <a:pt x="53400" y="45853"/>
                  </a:lnTo>
                  <a:lnTo>
                    <a:pt x="52738" y="46070"/>
                  </a:lnTo>
                  <a:lnTo>
                    <a:pt x="51870" y="46217"/>
                  </a:lnTo>
                  <a:lnTo>
                    <a:pt x="51012" y="46200"/>
                  </a:lnTo>
                  <a:lnTo>
                    <a:pt x="49251" y="46162"/>
                  </a:lnTo>
                  <a:lnTo>
                    <a:pt x="48750" y="46090"/>
                  </a:lnTo>
                  <a:lnTo>
                    <a:pt x="48507" y="46056"/>
                  </a:lnTo>
                  <a:lnTo>
                    <a:pt x="48258" y="46025"/>
                  </a:lnTo>
                  <a:lnTo>
                    <a:pt x="47770" y="46062"/>
                  </a:lnTo>
                  <a:lnTo>
                    <a:pt x="48003" y="46271"/>
                  </a:lnTo>
                  <a:lnTo>
                    <a:pt x="48236" y="46481"/>
                  </a:lnTo>
                  <a:lnTo>
                    <a:pt x="48531" y="46747"/>
                  </a:lnTo>
                  <a:lnTo>
                    <a:pt x="48695" y="46895"/>
                  </a:lnTo>
                  <a:lnTo>
                    <a:pt x="48957" y="47107"/>
                  </a:lnTo>
                  <a:lnTo>
                    <a:pt x="49283" y="47370"/>
                  </a:lnTo>
                  <a:lnTo>
                    <a:pt x="49425" y="47486"/>
                  </a:lnTo>
                  <a:lnTo>
                    <a:pt x="49681" y="47693"/>
                  </a:lnTo>
                  <a:lnTo>
                    <a:pt x="49972" y="47929"/>
                  </a:lnTo>
                  <a:lnTo>
                    <a:pt x="50930" y="48705"/>
                  </a:lnTo>
                  <a:lnTo>
                    <a:pt x="50862" y="49411"/>
                  </a:lnTo>
                  <a:lnTo>
                    <a:pt x="50810" y="49953"/>
                  </a:lnTo>
                  <a:lnTo>
                    <a:pt x="50784" y="50215"/>
                  </a:lnTo>
                  <a:lnTo>
                    <a:pt x="50757" y="50501"/>
                  </a:lnTo>
                  <a:lnTo>
                    <a:pt x="50745" y="50727"/>
                  </a:lnTo>
                  <a:lnTo>
                    <a:pt x="50726" y="51120"/>
                  </a:lnTo>
                  <a:lnTo>
                    <a:pt x="50714" y="51349"/>
                  </a:lnTo>
                  <a:lnTo>
                    <a:pt x="50702" y="51590"/>
                  </a:lnTo>
                  <a:lnTo>
                    <a:pt x="50692" y="51776"/>
                  </a:lnTo>
                  <a:lnTo>
                    <a:pt x="50622" y="53162"/>
                  </a:lnTo>
                  <a:lnTo>
                    <a:pt x="50571" y="54153"/>
                  </a:lnTo>
                  <a:lnTo>
                    <a:pt x="50555" y="54433"/>
                  </a:lnTo>
                  <a:lnTo>
                    <a:pt x="50528" y="54881"/>
                  </a:lnTo>
                  <a:lnTo>
                    <a:pt x="50254" y="59545"/>
                  </a:lnTo>
                  <a:lnTo>
                    <a:pt x="49634" y="70079"/>
                  </a:lnTo>
                  <a:lnTo>
                    <a:pt x="49467" y="70069"/>
                  </a:lnTo>
                  <a:lnTo>
                    <a:pt x="45094" y="69804"/>
                  </a:lnTo>
                  <a:lnTo>
                    <a:pt x="43496" y="69707"/>
                  </a:lnTo>
                  <a:lnTo>
                    <a:pt x="38197" y="69387"/>
                  </a:lnTo>
                  <a:lnTo>
                    <a:pt x="37733" y="69359"/>
                  </a:lnTo>
                  <a:lnTo>
                    <a:pt x="37409" y="69339"/>
                  </a:lnTo>
                  <a:lnTo>
                    <a:pt x="34940" y="68208"/>
                  </a:lnTo>
                  <a:lnTo>
                    <a:pt x="34456" y="67987"/>
                  </a:lnTo>
                  <a:lnTo>
                    <a:pt x="33510" y="67554"/>
                  </a:lnTo>
                  <a:lnTo>
                    <a:pt x="33276" y="67446"/>
                  </a:lnTo>
                  <a:lnTo>
                    <a:pt x="31848" y="66792"/>
                  </a:lnTo>
                  <a:lnTo>
                    <a:pt x="31593" y="66676"/>
                  </a:lnTo>
                  <a:lnTo>
                    <a:pt x="29385" y="65665"/>
                  </a:lnTo>
                  <a:lnTo>
                    <a:pt x="29152" y="65558"/>
                  </a:lnTo>
                  <a:lnTo>
                    <a:pt x="28895" y="65427"/>
                  </a:lnTo>
                  <a:lnTo>
                    <a:pt x="28062" y="65002"/>
                  </a:lnTo>
                  <a:lnTo>
                    <a:pt x="27872" y="64905"/>
                  </a:lnTo>
                  <a:lnTo>
                    <a:pt x="25681" y="63787"/>
                  </a:lnTo>
                  <a:lnTo>
                    <a:pt x="25070" y="63515"/>
                  </a:lnTo>
                  <a:lnTo>
                    <a:pt x="19987" y="61250"/>
                  </a:lnTo>
                  <a:lnTo>
                    <a:pt x="19034" y="60837"/>
                  </a:lnTo>
                  <a:lnTo>
                    <a:pt x="18698" y="60807"/>
                  </a:lnTo>
                  <a:lnTo>
                    <a:pt x="17421" y="60693"/>
                  </a:lnTo>
                  <a:lnTo>
                    <a:pt x="13424" y="60428"/>
                  </a:lnTo>
                  <a:lnTo>
                    <a:pt x="11317" y="60288"/>
                  </a:lnTo>
                  <a:lnTo>
                    <a:pt x="10162" y="60159"/>
                  </a:lnTo>
                  <a:lnTo>
                    <a:pt x="9980" y="60138"/>
                  </a:lnTo>
                  <a:lnTo>
                    <a:pt x="9601" y="60096"/>
                  </a:lnTo>
                  <a:lnTo>
                    <a:pt x="6379" y="59029"/>
                  </a:lnTo>
                  <a:lnTo>
                    <a:pt x="4341" y="58251"/>
                  </a:lnTo>
                  <a:lnTo>
                    <a:pt x="3893" y="58021"/>
                  </a:lnTo>
                  <a:lnTo>
                    <a:pt x="3324" y="57731"/>
                  </a:lnTo>
                  <a:lnTo>
                    <a:pt x="2909" y="57518"/>
                  </a:lnTo>
                  <a:lnTo>
                    <a:pt x="2747" y="57436"/>
                  </a:lnTo>
                  <a:lnTo>
                    <a:pt x="2483" y="57300"/>
                  </a:lnTo>
                  <a:lnTo>
                    <a:pt x="2173" y="57151"/>
                  </a:lnTo>
                  <a:lnTo>
                    <a:pt x="2041" y="57087"/>
                  </a:lnTo>
                  <a:lnTo>
                    <a:pt x="1609" y="56878"/>
                  </a:lnTo>
                  <a:lnTo>
                    <a:pt x="0" y="55799"/>
                  </a:lnTo>
                  <a:lnTo>
                    <a:pt x="158" y="55511"/>
                  </a:lnTo>
                  <a:lnTo>
                    <a:pt x="434" y="55007"/>
                  </a:lnTo>
                  <a:lnTo>
                    <a:pt x="1900" y="52335"/>
                  </a:lnTo>
                  <a:lnTo>
                    <a:pt x="2039" y="52082"/>
                  </a:lnTo>
                  <a:lnTo>
                    <a:pt x="2572" y="51110"/>
                  </a:lnTo>
                  <a:lnTo>
                    <a:pt x="2932" y="50455"/>
                  </a:lnTo>
                  <a:lnTo>
                    <a:pt x="3481" y="49454"/>
                  </a:lnTo>
                  <a:lnTo>
                    <a:pt x="3677" y="49097"/>
                  </a:lnTo>
                  <a:lnTo>
                    <a:pt x="4531" y="47541"/>
                  </a:lnTo>
                  <a:lnTo>
                    <a:pt x="4801" y="47048"/>
                  </a:lnTo>
                  <a:lnTo>
                    <a:pt x="4894" y="46863"/>
                  </a:lnTo>
                  <a:lnTo>
                    <a:pt x="5023" y="46604"/>
                  </a:lnTo>
                  <a:lnTo>
                    <a:pt x="5221" y="46209"/>
                  </a:lnTo>
                  <a:lnTo>
                    <a:pt x="5531" y="45692"/>
                  </a:lnTo>
                  <a:lnTo>
                    <a:pt x="5625" y="45535"/>
                  </a:lnTo>
                  <a:lnTo>
                    <a:pt x="5791" y="45258"/>
                  </a:lnTo>
                  <a:lnTo>
                    <a:pt x="5974" y="44953"/>
                  </a:lnTo>
                  <a:lnTo>
                    <a:pt x="6285" y="44403"/>
                  </a:lnTo>
                  <a:lnTo>
                    <a:pt x="7574" y="42129"/>
                  </a:lnTo>
                  <a:lnTo>
                    <a:pt x="7815" y="42017"/>
                  </a:lnTo>
                  <a:lnTo>
                    <a:pt x="11634" y="43989"/>
                  </a:lnTo>
                  <a:lnTo>
                    <a:pt x="14463" y="45450"/>
                  </a:lnTo>
                  <a:lnTo>
                    <a:pt x="15441" y="43324"/>
                  </a:lnTo>
                  <a:lnTo>
                    <a:pt x="15658" y="42853"/>
                  </a:lnTo>
                  <a:lnTo>
                    <a:pt x="16218" y="41635"/>
                  </a:lnTo>
                  <a:lnTo>
                    <a:pt x="16849" y="40266"/>
                  </a:lnTo>
                  <a:lnTo>
                    <a:pt x="17147" y="39617"/>
                  </a:lnTo>
                  <a:lnTo>
                    <a:pt x="17382" y="39107"/>
                  </a:lnTo>
                  <a:lnTo>
                    <a:pt x="17728" y="38356"/>
                  </a:lnTo>
                  <a:lnTo>
                    <a:pt x="18046" y="37664"/>
                  </a:lnTo>
                  <a:lnTo>
                    <a:pt x="18252" y="37096"/>
                  </a:lnTo>
                  <a:lnTo>
                    <a:pt x="17776" y="36876"/>
                  </a:lnTo>
                  <a:lnTo>
                    <a:pt x="12462" y="34456"/>
                  </a:lnTo>
                  <a:lnTo>
                    <a:pt x="12350" y="34368"/>
                  </a:lnTo>
                  <a:lnTo>
                    <a:pt x="12408" y="34222"/>
                  </a:lnTo>
                  <a:lnTo>
                    <a:pt x="12508" y="33973"/>
                  </a:lnTo>
                  <a:lnTo>
                    <a:pt x="12776" y="33301"/>
                  </a:lnTo>
                  <a:lnTo>
                    <a:pt x="13026" y="32651"/>
                  </a:lnTo>
                  <a:lnTo>
                    <a:pt x="13174" y="32264"/>
                  </a:lnTo>
                  <a:lnTo>
                    <a:pt x="13711" y="30865"/>
                  </a:lnTo>
                  <a:lnTo>
                    <a:pt x="13803" y="30669"/>
                  </a:lnTo>
                  <a:lnTo>
                    <a:pt x="13981" y="30290"/>
                  </a:lnTo>
                  <a:lnTo>
                    <a:pt x="14084" y="30071"/>
                  </a:lnTo>
                  <a:lnTo>
                    <a:pt x="15077" y="27558"/>
                  </a:lnTo>
                  <a:lnTo>
                    <a:pt x="15696" y="25584"/>
                  </a:lnTo>
                  <a:lnTo>
                    <a:pt x="15815" y="25202"/>
                  </a:lnTo>
                  <a:lnTo>
                    <a:pt x="15983" y="24212"/>
                  </a:lnTo>
                  <a:lnTo>
                    <a:pt x="16178" y="23066"/>
                  </a:lnTo>
                  <a:lnTo>
                    <a:pt x="16195" y="22783"/>
                  </a:lnTo>
                  <a:lnTo>
                    <a:pt x="16256" y="21715"/>
                  </a:lnTo>
                  <a:lnTo>
                    <a:pt x="16393" y="20045"/>
                  </a:lnTo>
                  <a:lnTo>
                    <a:pt x="16454" y="19299"/>
                  </a:lnTo>
                  <a:lnTo>
                    <a:pt x="16472" y="19070"/>
                  </a:lnTo>
                  <a:lnTo>
                    <a:pt x="16492" y="18830"/>
                  </a:lnTo>
                  <a:lnTo>
                    <a:pt x="17364" y="18904"/>
                  </a:lnTo>
                  <a:lnTo>
                    <a:pt x="19342" y="19072"/>
                  </a:lnTo>
                  <a:lnTo>
                    <a:pt x="20023" y="19129"/>
                  </a:lnTo>
                  <a:lnTo>
                    <a:pt x="21911" y="19446"/>
                  </a:lnTo>
                  <a:lnTo>
                    <a:pt x="21345" y="23287"/>
                  </a:lnTo>
                  <a:lnTo>
                    <a:pt x="21149" y="24621"/>
                  </a:lnTo>
                  <a:lnTo>
                    <a:pt x="20836" y="26738"/>
                  </a:lnTo>
                  <a:lnTo>
                    <a:pt x="20738" y="27406"/>
                  </a:lnTo>
                  <a:lnTo>
                    <a:pt x="20945" y="27641"/>
                  </a:lnTo>
                  <a:lnTo>
                    <a:pt x="24261" y="29014"/>
                  </a:lnTo>
                  <a:lnTo>
                    <a:pt x="25072" y="29302"/>
                  </a:lnTo>
                  <a:lnTo>
                    <a:pt x="27018" y="24775"/>
                  </a:lnTo>
                  <a:lnTo>
                    <a:pt x="27338" y="24031"/>
                  </a:lnTo>
                  <a:lnTo>
                    <a:pt x="27421" y="23839"/>
                  </a:lnTo>
                  <a:lnTo>
                    <a:pt x="27481" y="23698"/>
                  </a:lnTo>
                  <a:lnTo>
                    <a:pt x="27606" y="23409"/>
                  </a:lnTo>
                  <a:lnTo>
                    <a:pt x="27697" y="23197"/>
                  </a:lnTo>
                  <a:lnTo>
                    <a:pt x="27843" y="22858"/>
                  </a:lnTo>
                  <a:lnTo>
                    <a:pt x="28148" y="22146"/>
                  </a:lnTo>
                  <a:lnTo>
                    <a:pt x="28278" y="21846"/>
                  </a:lnTo>
                  <a:lnTo>
                    <a:pt x="29284" y="21923"/>
                  </a:lnTo>
                  <a:lnTo>
                    <a:pt x="29753" y="21958"/>
                  </a:lnTo>
                  <a:lnTo>
                    <a:pt x="31769" y="22113"/>
                  </a:lnTo>
                  <a:lnTo>
                    <a:pt x="32090" y="22137"/>
                  </a:lnTo>
                  <a:lnTo>
                    <a:pt x="32611" y="22177"/>
                  </a:lnTo>
                  <a:lnTo>
                    <a:pt x="32927" y="22201"/>
                  </a:lnTo>
                  <a:lnTo>
                    <a:pt x="33180" y="22220"/>
                  </a:lnTo>
                  <a:lnTo>
                    <a:pt x="33313" y="22225"/>
                  </a:lnTo>
                  <a:lnTo>
                    <a:pt x="33553" y="22234"/>
                  </a:lnTo>
                  <a:lnTo>
                    <a:pt x="33703" y="22239"/>
                  </a:lnTo>
                  <a:lnTo>
                    <a:pt x="34466" y="22266"/>
                  </a:lnTo>
                  <a:lnTo>
                    <a:pt x="34609" y="22271"/>
                  </a:lnTo>
                  <a:lnTo>
                    <a:pt x="34943" y="22283"/>
                  </a:lnTo>
                  <a:lnTo>
                    <a:pt x="35683" y="22694"/>
                  </a:lnTo>
                  <a:lnTo>
                    <a:pt x="36554" y="21713"/>
                  </a:lnTo>
                  <a:lnTo>
                    <a:pt x="37286" y="20889"/>
                  </a:lnTo>
                  <a:lnTo>
                    <a:pt x="38289" y="19933"/>
                  </a:lnTo>
                  <a:lnTo>
                    <a:pt x="38692" y="19607"/>
                  </a:lnTo>
                  <a:lnTo>
                    <a:pt x="39064" y="19305"/>
                  </a:lnTo>
                  <a:lnTo>
                    <a:pt x="39431" y="19007"/>
                  </a:lnTo>
                  <a:lnTo>
                    <a:pt x="39848" y="18669"/>
                  </a:lnTo>
                  <a:lnTo>
                    <a:pt x="40035" y="18518"/>
                  </a:lnTo>
                  <a:lnTo>
                    <a:pt x="40571" y="18084"/>
                  </a:lnTo>
                  <a:lnTo>
                    <a:pt x="41531" y="17480"/>
                  </a:lnTo>
                  <a:lnTo>
                    <a:pt x="41873" y="17739"/>
                  </a:lnTo>
                  <a:lnTo>
                    <a:pt x="42327" y="18084"/>
                  </a:lnTo>
                  <a:lnTo>
                    <a:pt x="42954" y="17686"/>
                  </a:lnTo>
                  <a:lnTo>
                    <a:pt x="43525" y="17324"/>
                  </a:lnTo>
                  <a:lnTo>
                    <a:pt x="43961" y="17048"/>
                  </a:lnTo>
                  <a:lnTo>
                    <a:pt x="44373" y="16772"/>
                  </a:lnTo>
                  <a:lnTo>
                    <a:pt x="44636" y="16596"/>
                  </a:lnTo>
                  <a:lnTo>
                    <a:pt x="44944" y="16390"/>
                  </a:lnTo>
                  <a:lnTo>
                    <a:pt x="45215" y="16066"/>
                  </a:lnTo>
                  <a:lnTo>
                    <a:pt x="44870" y="15697"/>
                  </a:lnTo>
                  <a:lnTo>
                    <a:pt x="44558" y="15193"/>
                  </a:lnTo>
                  <a:lnTo>
                    <a:pt x="44437" y="14997"/>
                  </a:lnTo>
                  <a:lnTo>
                    <a:pt x="44294" y="14767"/>
                  </a:lnTo>
                  <a:lnTo>
                    <a:pt x="44023" y="14330"/>
                  </a:lnTo>
                  <a:lnTo>
                    <a:pt x="44074" y="14057"/>
                  </a:lnTo>
                  <a:lnTo>
                    <a:pt x="44295" y="13305"/>
                  </a:lnTo>
                  <a:lnTo>
                    <a:pt x="45307" y="12567"/>
                  </a:lnTo>
                  <a:lnTo>
                    <a:pt x="45809" y="12202"/>
                  </a:lnTo>
                  <a:lnTo>
                    <a:pt x="46198" y="11918"/>
                  </a:lnTo>
                  <a:lnTo>
                    <a:pt x="46420" y="11751"/>
                  </a:lnTo>
                  <a:lnTo>
                    <a:pt x="46739" y="11517"/>
                  </a:lnTo>
                  <a:lnTo>
                    <a:pt x="47269" y="11129"/>
                  </a:lnTo>
                  <a:lnTo>
                    <a:pt x="47928" y="10646"/>
                  </a:lnTo>
                  <a:lnTo>
                    <a:pt x="48070" y="10541"/>
                  </a:lnTo>
                  <a:lnTo>
                    <a:pt x="48605" y="10210"/>
                  </a:lnTo>
                  <a:lnTo>
                    <a:pt x="49587" y="9609"/>
                  </a:lnTo>
                  <a:lnTo>
                    <a:pt x="49997" y="9324"/>
                  </a:lnTo>
                  <a:lnTo>
                    <a:pt x="50924" y="8669"/>
                  </a:lnTo>
                  <a:lnTo>
                    <a:pt x="51265" y="8364"/>
                  </a:lnTo>
                  <a:lnTo>
                    <a:pt x="52835" y="6962"/>
                  </a:lnTo>
                  <a:lnTo>
                    <a:pt x="53998" y="5920"/>
                  </a:lnTo>
                  <a:lnTo>
                    <a:pt x="56296" y="42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836112" y="2981289"/>
              <a:ext cx="165369" cy="70717"/>
            </a:xfrm>
            <a:custGeom>
              <a:avLst/>
              <a:pathLst>
                <a:path w="165369" h="70717">
                  <a:moveTo>
                    <a:pt x="81578" y="3565"/>
                  </a:moveTo>
                  <a:lnTo>
                    <a:pt x="81902" y="8021"/>
                  </a:lnTo>
                  <a:lnTo>
                    <a:pt x="84918" y="11141"/>
                  </a:lnTo>
                  <a:lnTo>
                    <a:pt x="77655" y="17635"/>
                  </a:lnTo>
                  <a:lnTo>
                    <a:pt x="74793" y="19429"/>
                  </a:lnTo>
                  <a:lnTo>
                    <a:pt x="80048" y="19130"/>
                  </a:lnTo>
                  <a:lnTo>
                    <a:pt x="95437" y="15374"/>
                  </a:lnTo>
                  <a:lnTo>
                    <a:pt x="99069" y="22530"/>
                  </a:lnTo>
                  <a:lnTo>
                    <a:pt x="91646" y="26215"/>
                  </a:lnTo>
                  <a:lnTo>
                    <a:pt x="81133" y="27132"/>
                  </a:lnTo>
                  <a:lnTo>
                    <a:pt x="75220" y="27290"/>
                  </a:lnTo>
                  <a:lnTo>
                    <a:pt x="76079" y="29879"/>
                  </a:lnTo>
                  <a:lnTo>
                    <a:pt x="79450" y="33320"/>
                  </a:lnTo>
                  <a:lnTo>
                    <a:pt x="78577" y="33550"/>
                  </a:lnTo>
                  <a:lnTo>
                    <a:pt x="75371" y="34394"/>
                  </a:lnTo>
                  <a:lnTo>
                    <a:pt x="73223" y="35553"/>
                  </a:lnTo>
                  <a:lnTo>
                    <a:pt x="72831" y="35765"/>
                  </a:lnTo>
                  <a:lnTo>
                    <a:pt x="73906" y="37353"/>
                  </a:lnTo>
                  <a:lnTo>
                    <a:pt x="75496" y="38609"/>
                  </a:lnTo>
                  <a:lnTo>
                    <a:pt x="77118" y="43218"/>
                  </a:lnTo>
                  <a:lnTo>
                    <a:pt x="76903" y="45672"/>
                  </a:lnTo>
                  <a:lnTo>
                    <a:pt x="83853" y="43355"/>
                  </a:lnTo>
                  <a:lnTo>
                    <a:pt x="89903" y="38718"/>
                  </a:lnTo>
                  <a:lnTo>
                    <a:pt x="88994" y="33919"/>
                  </a:lnTo>
                  <a:lnTo>
                    <a:pt x="103805" y="32383"/>
                  </a:lnTo>
                  <a:lnTo>
                    <a:pt x="106083" y="32147"/>
                  </a:lnTo>
                  <a:lnTo>
                    <a:pt x="106410" y="30380"/>
                  </a:lnTo>
                  <a:lnTo>
                    <a:pt x="114370" y="30283"/>
                  </a:lnTo>
                  <a:lnTo>
                    <a:pt x="117450" y="31598"/>
                  </a:lnTo>
                  <a:lnTo>
                    <a:pt x="118895" y="26597"/>
                  </a:lnTo>
                  <a:lnTo>
                    <a:pt x="122866" y="27826"/>
                  </a:lnTo>
                  <a:lnTo>
                    <a:pt x="120152" y="34415"/>
                  </a:lnTo>
                  <a:lnTo>
                    <a:pt x="121391" y="35208"/>
                  </a:lnTo>
                  <a:lnTo>
                    <a:pt x="123833" y="33786"/>
                  </a:lnTo>
                  <a:lnTo>
                    <a:pt x="128077" y="32436"/>
                  </a:lnTo>
                  <a:lnTo>
                    <a:pt x="129984" y="30394"/>
                  </a:lnTo>
                  <a:lnTo>
                    <a:pt x="130854" y="29659"/>
                  </a:lnTo>
                  <a:lnTo>
                    <a:pt x="131548" y="30796"/>
                  </a:lnTo>
                  <a:lnTo>
                    <a:pt x="131709" y="31058"/>
                  </a:lnTo>
                  <a:lnTo>
                    <a:pt x="132264" y="31966"/>
                  </a:lnTo>
                  <a:lnTo>
                    <a:pt x="131009" y="35277"/>
                  </a:lnTo>
                  <a:lnTo>
                    <a:pt x="128191" y="37139"/>
                  </a:lnTo>
                  <a:lnTo>
                    <a:pt x="129973" y="38037"/>
                  </a:lnTo>
                  <a:lnTo>
                    <a:pt x="131817" y="38995"/>
                  </a:lnTo>
                  <a:lnTo>
                    <a:pt x="137916" y="41834"/>
                  </a:lnTo>
                  <a:lnTo>
                    <a:pt x="139725" y="36053"/>
                  </a:lnTo>
                  <a:lnTo>
                    <a:pt x="145788" y="37764"/>
                  </a:lnTo>
                  <a:lnTo>
                    <a:pt x="145185" y="42609"/>
                  </a:lnTo>
                  <a:lnTo>
                    <a:pt x="149026" y="43899"/>
                  </a:lnTo>
                  <a:lnTo>
                    <a:pt x="150636" y="41920"/>
                  </a:lnTo>
                  <a:lnTo>
                    <a:pt x="156873" y="43661"/>
                  </a:lnTo>
                  <a:lnTo>
                    <a:pt x="157707" y="44538"/>
                  </a:lnTo>
                  <a:lnTo>
                    <a:pt x="159383" y="46300"/>
                  </a:lnTo>
                  <a:lnTo>
                    <a:pt x="165369" y="47990"/>
                  </a:lnTo>
                  <a:lnTo>
                    <a:pt x="164556" y="51916"/>
                  </a:lnTo>
                  <a:lnTo>
                    <a:pt x="164407" y="52632"/>
                  </a:lnTo>
                  <a:lnTo>
                    <a:pt x="162718" y="52217"/>
                  </a:lnTo>
                  <a:lnTo>
                    <a:pt x="157890" y="51747"/>
                  </a:lnTo>
                  <a:lnTo>
                    <a:pt x="154344" y="51362"/>
                  </a:lnTo>
                  <a:lnTo>
                    <a:pt x="152635" y="51747"/>
                  </a:lnTo>
                  <a:lnTo>
                    <a:pt x="148596" y="52357"/>
                  </a:lnTo>
                  <a:lnTo>
                    <a:pt x="147333" y="52794"/>
                  </a:lnTo>
                  <a:lnTo>
                    <a:pt x="146644" y="59526"/>
                  </a:lnTo>
                  <a:lnTo>
                    <a:pt x="126864" y="60270"/>
                  </a:lnTo>
                  <a:lnTo>
                    <a:pt x="121335" y="61661"/>
                  </a:lnTo>
                  <a:lnTo>
                    <a:pt x="114153" y="63468"/>
                  </a:lnTo>
                  <a:lnTo>
                    <a:pt x="107123" y="62152"/>
                  </a:lnTo>
                  <a:lnTo>
                    <a:pt x="96776" y="60215"/>
                  </a:lnTo>
                  <a:lnTo>
                    <a:pt x="95489" y="59551"/>
                  </a:lnTo>
                  <a:lnTo>
                    <a:pt x="94109" y="58840"/>
                  </a:lnTo>
                  <a:lnTo>
                    <a:pt x="93120" y="58329"/>
                  </a:lnTo>
                  <a:lnTo>
                    <a:pt x="92209" y="57860"/>
                  </a:lnTo>
                  <a:lnTo>
                    <a:pt x="91054" y="57103"/>
                  </a:lnTo>
                  <a:lnTo>
                    <a:pt x="90617" y="57501"/>
                  </a:lnTo>
                  <a:lnTo>
                    <a:pt x="90487" y="57619"/>
                  </a:lnTo>
                  <a:lnTo>
                    <a:pt x="89755" y="58286"/>
                  </a:lnTo>
                  <a:lnTo>
                    <a:pt x="88471" y="59457"/>
                  </a:lnTo>
                  <a:lnTo>
                    <a:pt x="88020" y="59868"/>
                  </a:lnTo>
                  <a:lnTo>
                    <a:pt x="87500" y="60297"/>
                  </a:lnTo>
                  <a:lnTo>
                    <a:pt x="87007" y="60635"/>
                  </a:lnTo>
                  <a:lnTo>
                    <a:pt x="86138" y="61233"/>
                  </a:lnTo>
                  <a:lnTo>
                    <a:pt x="85489" y="61681"/>
                  </a:lnTo>
                  <a:lnTo>
                    <a:pt x="85070" y="61987"/>
                  </a:lnTo>
                  <a:lnTo>
                    <a:pt x="84336" y="62520"/>
                  </a:lnTo>
                  <a:lnTo>
                    <a:pt x="83311" y="63266"/>
                  </a:lnTo>
                  <a:lnTo>
                    <a:pt x="82327" y="63982"/>
                  </a:lnTo>
                  <a:lnTo>
                    <a:pt x="81600" y="64511"/>
                  </a:lnTo>
                  <a:lnTo>
                    <a:pt x="80889" y="65028"/>
                  </a:lnTo>
                  <a:lnTo>
                    <a:pt x="79739" y="65865"/>
                  </a:lnTo>
                  <a:lnTo>
                    <a:pt x="79435" y="66086"/>
                  </a:lnTo>
                  <a:lnTo>
                    <a:pt x="79236" y="66231"/>
                  </a:lnTo>
                  <a:lnTo>
                    <a:pt x="78341" y="66882"/>
                  </a:lnTo>
                  <a:lnTo>
                    <a:pt x="77982" y="68084"/>
                  </a:lnTo>
                  <a:lnTo>
                    <a:pt x="77878" y="68431"/>
                  </a:lnTo>
                  <a:lnTo>
                    <a:pt x="77776" y="68661"/>
                  </a:lnTo>
                  <a:lnTo>
                    <a:pt x="74329" y="70717"/>
                  </a:lnTo>
                  <a:lnTo>
                    <a:pt x="74086" y="70548"/>
                  </a:lnTo>
                  <a:lnTo>
                    <a:pt x="73397" y="70339"/>
                  </a:lnTo>
                  <a:lnTo>
                    <a:pt x="72867" y="70179"/>
                  </a:lnTo>
                  <a:lnTo>
                    <a:pt x="71365" y="69944"/>
                  </a:lnTo>
                  <a:lnTo>
                    <a:pt x="70816" y="69859"/>
                  </a:lnTo>
                  <a:lnTo>
                    <a:pt x="60813" y="68457"/>
                  </a:lnTo>
                  <a:lnTo>
                    <a:pt x="60502" y="68410"/>
                  </a:lnTo>
                  <a:lnTo>
                    <a:pt x="60173" y="68360"/>
                  </a:lnTo>
                  <a:lnTo>
                    <a:pt x="59671" y="68285"/>
                  </a:lnTo>
                  <a:lnTo>
                    <a:pt x="57049" y="67890"/>
                  </a:lnTo>
                  <a:lnTo>
                    <a:pt x="56097" y="67746"/>
                  </a:lnTo>
                  <a:lnTo>
                    <a:pt x="49967" y="66866"/>
                  </a:lnTo>
                  <a:lnTo>
                    <a:pt x="49624" y="66817"/>
                  </a:lnTo>
                  <a:lnTo>
                    <a:pt x="49438" y="66790"/>
                  </a:lnTo>
                  <a:lnTo>
                    <a:pt x="48830" y="66703"/>
                  </a:lnTo>
                  <a:lnTo>
                    <a:pt x="43235" y="65859"/>
                  </a:lnTo>
                  <a:lnTo>
                    <a:pt x="40907" y="65681"/>
                  </a:lnTo>
                  <a:lnTo>
                    <a:pt x="40106" y="65581"/>
                  </a:lnTo>
                  <a:lnTo>
                    <a:pt x="39707" y="65532"/>
                  </a:lnTo>
                  <a:lnTo>
                    <a:pt x="39446" y="65500"/>
                  </a:lnTo>
                  <a:lnTo>
                    <a:pt x="39308" y="65499"/>
                  </a:lnTo>
                  <a:lnTo>
                    <a:pt x="39043" y="65497"/>
                  </a:lnTo>
                  <a:lnTo>
                    <a:pt x="38904" y="65496"/>
                  </a:lnTo>
                  <a:lnTo>
                    <a:pt x="38722" y="65495"/>
                  </a:lnTo>
                  <a:lnTo>
                    <a:pt x="38535" y="65494"/>
                  </a:lnTo>
                  <a:lnTo>
                    <a:pt x="38405" y="65494"/>
                  </a:lnTo>
                  <a:lnTo>
                    <a:pt x="38123" y="65492"/>
                  </a:lnTo>
                  <a:lnTo>
                    <a:pt x="37912" y="65491"/>
                  </a:lnTo>
                  <a:lnTo>
                    <a:pt x="37494" y="65488"/>
                  </a:lnTo>
                  <a:lnTo>
                    <a:pt x="37323" y="65480"/>
                  </a:lnTo>
                  <a:lnTo>
                    <a:pt x="36892" y="65457"/>
                  </a:lnTo>
                  <a:lnTo>
                    <a:pt x="35652" y="65393"/>
                  </a:lnTo>
                  <a:lnTo>
                    <a:pt x="35384" y="65380"/>
                  </a:lnTo>
                  <a:lnTo>
                    <a:pt x="32786" y="65246"/>
                  </a:lnTo>
                  <a:lnTo>
                    <a:pt x="29208" y="65061"/>
                  </a:lnTo>
                  <a:lnTo>
                    <a:pt x="28648" y="65040"/>
                  </a:lnTo>
                  <a:lnTo>
                    <a:pt x="28228" y="65024"/>
                  </a:lnTo>
                  <a:lnTo>
                    <a:pt x="23012" y="64826"/>
                  </a:lnTo>
                  <a:lnTo>
                    <a:pt x="21229" y="64759"/>
                  </a:lnTo>
                  <a:lnTo>
                    <a:pt x="20812" y="64743"/>
                  </a:lnTo>
                  <a:lnTo>
                    <a:pt x="20467" y="64730"/>
                  </a:lnTo>
                  <a:lnTo>
                    <a:pt x="19950" y="64710"/>
                  </a:lnTo>
                  <a:lnTo>
                    <a:pt x="19666" y="64699"/>
                  </a:lnTo>
                  <a:lnTo>
                    <a:pt x="19198" y="64682"/>
                  </a:lnTo>
                  <a:lnTo>
                    <a:pt x="18607" y="64659"/>
                  </a:lnTo>
                  <a:lnTo>
                    <a:pt x="18405" y="64652"/>
                  </a:lnTo>
                  <a:lnTo>
                    <a:pt x="18269" y="64646"/>
                  </a:lnTo>
                  <a:lnTo>
                    <a:pt x="17864" y="64631"/>
                  </a:lnTo>
                  <a:lnTo>
                    <a:pt x="17406" y="64614"/>
                  </a:lnTo>
                  <a:lnTo>
                    <a:pt x="16789" y="64590"/>
                  </a:lnTo>
                  <a:lnTo>
                    <a:pt x="16483" y="64579"/>
                  </a:lnTo>
                  <a:lnTo>
                    <a:pt x="15989" y="64560"/>
                  </a:lnTo>
                  <a:lnTo>
                    <a:pt x="12448" y="64496"/>
                  </a:lnTo>
                  <a:lnTo>
                    <a:pt x="12193" y="64483"/>
                  </a:lnTo>
                  <a:lnTo>
                    <a:pt x="10749" y="64405"/>
                  </a:lnTo>
                  <a:lnTo>
                    <a:pt x="7802" y="64285"/>
                  </a:lnTo>
                  <a:lnTo>
                    <a:pt x="7352" y="64272"/>
                  </a:lnTo>
                  <a:lnTo>
                    <a:pt x="7078" y="64285"/>
                  </a:lnTo>
                  <a:lnTo>
                    <a:pt x="6912" y="64294"/>
                  </a:lnTo>
                  <a:lnTo>
                    <a:pt x="6065" y="64337"/>
                  </a:lnTo>
                  <a:lnTo>
                    <a:pt x="5908" y="64345"/>
                  </a:lnTo>
                  <a:lnTo>
                    <a:pt x="4919" y="64312"/>
                  </a:lnTo>
                  <a:lnTo>
                    <a:pt x="4787" y="64307"/>
                  </a:lnTo>
                  <a:lnTo>
                    <a:pt x="4027" y="64282"/>
                  </a:lnTo>
                  <a:lnTo>
                    <a:pt x="3410" y="64261"/>
                  </a:lnTo>
                  <a:lnTo>
                    <a:pt x="2843" y="64242"/>
                  </a:lnTo>
                  <a:lnTo>
                    <a:pt x="2455" y="64229"/>
                  </a:lnTo>
                  <a:lnTo>
                    <a:pt x="2273" y="64223"/>
                  </a:lnTo>
                  <a:lnTo>
                    <a:pt x="1921" y="64202"/>
                  </a:lnTo>
                  <a:lnTo>
                    <a:pt x="2541" y="53667"/>
                  </a:lnTo>
                  <a:lnTo>
                    <a:pt x="2816" y="49004"/>
                  </a:lnTo>
                  <a:lnTo>
                    <a:pt x="2842" y="48556"/>
                  </a:lnTo>
                  <a:lnTo>
                    <a:pt x="2859" y="48276"/>
                  </a:lnTo>
                  <a:lnTo>
                    <a:pt x="2909" y="47284"/>
                  </a:lnTo>
                  <a:lnTo>
                    <a:pt x="2980" y="45899"/>
                  </a:lnTo>
                  <a:lnTo>
                    <a:pt x="2989" y="45713"/>
                  </a:lnTo>
                  <a:lnTo>
                    <a:pt x="3001" y="45472"/>
                  </a:lnTo>
                  <a:lnTo>
                    <a:pt x="3016" y="45188"/>
                  </a:lnTo>
                  <a:lnTo>
                    <a:pt x="3033" y="44849"/>
                  </a:lnTo>
                  <a:lnTo>
                    <a:pt x="3044" y="44624"/>
                  </a:lnTo>
                  <a:lnTo>
                    <a:pt x="3072" y="44338"/>
                  </a:lnTo>
                  <a:lnTo>
                    <a:pt x="3100" y="44051"/>
                  </a:lnTo>
                  <a:lnTo>
                    <a:pt x="3150" y="43534"/>
                  </a:lnTo>
                  <a:lnTo>
                    <a:pt x="3218" y="42828"/>
                  </a:lnTo>
                  <a:lnTo>
                    <a:pt x="2205" y="42007"/>
                  </a:lnTo>
                  <a:lnTo>
                    <a:pt x="1969" y="41816"/>
                  </a:lnTo>
                  <a:lnTo>
                    <a:pt x="1713" y="41609"/>
                  </a:lnTo>
                  <a:lnTo>
                    <a:pt x="1459" y="41403"/>
                  </a:lnTo>
                  <a:lnTo>
                    <a:pt x="1245" y="41230"/>
                  </a:lnTo>
                  <a:lnTo>
                    <a:pt x="983" y="41017"/>
                  </a:lnTo>
                  <a:lnTo>
                    <a:pt x="819" y="40870"/>
                  </a:lnTo>
                  <a:lnTo>
                    <a:pt x="524" y="40604"/>
                  </a:lnTo>
                  <a:lnTo>
                    <a:pt x="290" y="40394"/>
                  </a:lnTo>
                  <a:lnTo>
                    <a:pt x="0" y="40132"/>
                  </a:lnTo>
                  <a:lnTo>
                    <a:pt x="591" y="40150"/>
                  </a:lnTo>
                  <a:lnTo>
                    <a:pt x="794" y="40179"/>
                  </a:lnTo>
                  <a:lnTo>
                    <a:pt x="1037" y="40213"/>
                  </a:lnTo>
                  <a:lnTo>
                    <a:pt x="1560" y="40288"/>
                  </a:lnTo>
                  <a:lnTo>
                    <a:pt x="3402" y="40325"/>
                  </a:lnTo>
                  <a:lnTo>
                    <a:pt x="4157" y="40340"/>
                  </a:lnTo>
                  <a:lnTo>
                    <a:pt x="5025" y="40193"/>
                  </a:lnTo>
                  <a:lnTo>
                    <a:pt x="5687" y="39976"/>
                  </a:lnTo>
                  <a:lnTo>
                    <a:pt x="5977" y="39880"/>
                  </a:lnTo>
                  <a:lnTo>
                    <a:pt x="6193" y="39810"/>
                  </a:lnTo>
                  <a:lnTo>
                    <a:pt x="6774" y="39619"/>
                  </a:lnTo>
                  <a:lnTo>
                    <a:pt x="7335" y="39262"/>
                  </a:lnTo>
                  <a:lnTo>
                    <a:pt x="10101" y="37449"/>
                  </a:lnTo>
                  <a:lnTo>
                    <a:pt x="10992" y="36865"/>
                  </a:lnTo>
                  <a:lnTo>
                    <a:pt x="12659" y="35558"/>
                  </a:lnTo>
                  <a:lnTo>
                    <a:pt x="14829" y="33247"/>
                  </a:lnTo>
                  <a:lnTo>
                    <a:pt x="15674" y="32329"/>
                  </a:lnTo>
                  <a:lnTo>
                    <a:pt x="15827" y="32162"/>
                  </a:lnTo>
                  <a:lnTo>
                    <a:pt x="16214" y="31686"/>
                  </a:lnTo>
                  <a:lnTo>
                    <a:pt x="16387" y="31270"/>
                  </a:lnTo>
                  <a:lnTo>
                    <a:pt x="16534" y="30914"/>
                  </a:lnTo>
                  <a:lnTo>
                    <a:pt x="16718" y="30472"/>
                  </a:lnTo>
                  <a:lnTo>
                    <a:pt x="16861" y="30129"/>
                  </a:lnTo>
                  <a:lnTo>
                    <a:pt x="17153" y="29426"/>
                  </a:lnTo>
                  <a:lnTo>
                    <a:pt x="17221" y="29261"/>
                  </a:lnTo>
                  <a:lnTo>
                    <a:pt x="17416" y="28697"/>
                  </a:lnTo>
                  <a:lnTo>
                    <a:pt x="17489" y="28487"/>
                  </a:lnTo>
                  <a:lnTo>
                    <a:pt x="17732" y="28268"/>
                  </a:lnTo>
                  <a:lnTo>
                    <a:pt x="18026" y="28003"/>
                  </a:lnTo>
                  <a:lnTo>
                    <a:pt x="18429" y="27640"/>
                  </a:lnTo>
                  <a:lnTo>
                    <a:pt x="18736" y="27364"/>
                  </a:lnTo>
                  <a:lnTo>
                    <a:pt x="18998" y="27265"/>
                  </a:lnTo>
                  <a:lnTo>
                    <a:pt x="19391" y="27118"/>
                  </a:lnTo>
                  <a:lnTo>
                    <a:pt x="19753" y="26982"/>
                  </a:lnTo>
                  <a:lnTo>
                    <a:pt x="20181" y="26821"/>
                  </a:lnTo>
                  <a:lnTo>
                    <a:pt x="20746" y="26609"/>
                  </a:lnTo>
                  <a:lnTo>
                    <a:pt x="21068" y="26489"/>
                  </a:lnTo>
                  <a:lnTo>
                    <a:pt x="21345" y="26385"/>
                  </a:lnTo>
                  <a:lnTo>
                    <a:pt x="21005" y="25093"/>
                  </a:lnTo>
                  <a:lnTo>
                    <a:pt x="20923" y="24783"/>
                  </a:lnTo>
                  <a:lnTo>
                    <a:pt x="20790" y="24275"/>
                  </a:lnTo>
                  <a:lnTo>
                    <a:pt x="20745" y="24104"/>
                  </a:lnTo>
                  <a:lnTo>
                    <a:pt x="20623" y="23640"/>
                  </a:lnTo>
                  <a:lnTo>
                    <a:pt x="20523" y="22797"/>
                  </a:lnTo>
                  <a:lnTo>
                    <a:pt x="20473" y="22376"/>
                  </a:lnTo>
                  <a:lnTo>
                    <a:pt x="20865" y="22179"/>
                  </a:lnTo>
                  <a:lnTo>
                    <a:pt x="22132" y="21541"/>
                  </a:lnTo>
                  <a:lnTo>
                    <a:pt x="22584" y="21313"/>
                  </a:lnTo>
                  <a:lnTo>
                    <a:pt x="23448" y="20879"/>
                  </a:lnTo>
                  <a:lnTo>
                    <a:pt x="23716" y="20744"/>
                  </a:lnTo>
                  <a:lnTo>
                    <a:pt x="24018" y="20592"/>
                  </a:lnTo>
                  <a:lnTo>
                    <a:pt x="24190" y="20506"/>
                  </a:lnTo>
                  <a:lnTo>
                    <a:pt x="24325" y="20438"/>
                  </a:lnTo>
                  <a:lnTo>
                    <a:pt x="25218" y="19379"/>
                  </a:lnTo>
                  <a:lnTo>
                    <a:pt x="26069" y="18372"/>
                  </a:lnTo>
                  <a:lnTo>
                    <a:pt x="26219" y="18193"/>
                  </a:lnTo>
                  <a:lnTo>
                    <a:pt x="26430" y="17944"/>
                  </a:lnTo>
                  <a:lnTo>
                    <a:pt x="27111" y="17119"/>
                  </a:lnTo>
                  <a:lnTo>
                    <a:pt x="27399" y="17026"/>
                  </a:lnTo>
                  <a:lnTo>
                    <a:pt x="27928" y="16857"/>
                  </a:lnTo>
                  <a:lnTo>
                    <a:pt x="28067" y="16813"/>
                  </a:lnTo>
                  <a:lnTo>
                    <a:pt x="28318" y="16732"/>
                  </a:lnTo>
                  <a:lnTo>
                    <a:pt x="28806" y="16576"/>
                  </a:lnTo>
                  <a:lnTo>
                    <a:pt x="29371" y="16396"/>
                  </a:lnTo>
                  <a:lnTo>
                    <a:pt x="30977" y="15882"/>
                  </a:lnTo>
                  <a:lnTo>
                    <a:pt x="31355" y="15760"/>
                  </a:lnTo>
                  <a:lnTo>
                    <a:pt x="31817" y="15607"/>
                  </a:lnTo>
                  <a:lnTo>
                    <a:pt x="32485" y="15384"/>
                  </a:lnTo>
                  <a:lnTo>
                    <a:pt x="37739" y="15236"/>
                  </a:lnTo>
                  <a:lnTo>
                    <a:pt x="38890" y="23353"/>
                  </a:lnTo>
                  <a:lnTo>
                    <a:pt x="41779" y="22068"/>
                  </a:lnTo>
                  <a:lnTo>
                    <a:pt x="43618" y="24972"/>
                  </a:lnTo>
                  <a:lnTo>
                    <a:pt x="48661" y="23019"/>
                  </a:lnTo>
                  <a:lnTo>
                    <a:pt x="47488" y="18921"/>
                  </a:lnTo>
                  <a:lnTo>
                    <a:pt x="53415" y="17502"/>
                  </a:lnTo>
                  <a:lnTo>
                    <a:pt x="52988" y="12856"/>
                  </a:lnTo>
                  <a:lnTo>
                    <a:pt x="54056" y="8797"/>
                  </a:lnTo>
                  <a:lnTo>
                    <a:pt x="56368" y="4796"/>
                  </a:lnTo>
                  <a:lnTo>
                    <a:pt x="60428" y="6787"/>
                  </a:lnTo>
                  <a:lnTo>
                    <a:pt x="58302" y="12941"/>
                  </a:lnTo>
                  <a:lnTo>
                    <a:pt x="58046" y="14607"/>
                  </a:lnTo>
                  <a:lnTo>
                    <a:pt x="60353" y="13582"/>
                  </a:lnTo>
                  <a:lnTo>
                    <a:pt x="60715" y="16028"/>
                  </a:lnTo>
                  <a:lnTo>
                    <a:pt x="63728" y="14522"/>
                  </a:lnTo>
                  <a:lnTo>
                    <a:pt x="65582" y="11909"/>
                  </a:lnTo>
                  <a:lnTo>
                    <a:pt x="67231" y="12557"/>
                  </a:lnTo>
                  <a:lnTo>
                    <a:pt x="70001" y="11674"/>
                  </a:lnTo>
                  <a:lnTo>
                    <a:pt x="71078" y="8543"/>
                  </a:lnTo>
                  <a:lnTo>
                    <a:pt x="70282" y="6742"/>
                  </a:lnTo>
                  <a:lnTo>
                    <a:pt x="67297" y="6304"/>
                  </a:lnTo>
                  <a:lnTo>
                    <a:pt x="65008" y="6694"/>
                  </a:lnTo>
                  <a:lnTo>
                    <a:pt x="63353" y="2512"/>
                  </a:lnTo>
                  <a:lnTo>
                    <a:pt x="68456" y="0"/>
                  </a:lnTo>
                  <a:lnTo>
                    <a:pt x="80363" y="7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910645" y="3038392"/>
              <a:ext cx="120756" cy="113976"/>
            </a:xfrm>
            <a:custGeom>
              <a:avLst/>
              <a:pathLst>
                <a:path w="120756" h="113976">
                  <a:moveTo>
                    <a:pt x="34175" y="15929"/>
                  </a:moveTo>
                  <a:lnTo>
                    <a:pt x="37543" y="16496"/>
                  </a:lnTo>
                  <a:lnTo>
                    <a:pt x="40073" y="15928"/>
                  </a:lnTo>
                  <a:lnTo>
                    <a:pt x="49361" y="18442"/>
                  </a:lnTo>
                  <a:lnTo>
                    <a:pt x="53545" y="26540"/>
                  </a:lnTo>
                  <a:lnTo>
                    <a:pt x="54375" y="31727"/>
                  </a:lnTo>
                  <a:lnTo>
                    <a:pt x="54432" y="32083"/>
                  </a:lnTo>
                  <a:lnTo>
                    <a:pt x="55083" y="36155"/>
                  </a:lnTo>
                  <a:lnTo>
                    <a:pt x="65995" y="35102"/>
                  </a:lnTo>
                  <a:lnTo>
                    <a:pt x="71073" y="34612"/>
                  </a:lnTo>
                  <a:lnTo>
                    <a:pt x="73585" y="34370"/>
                  </a:lnTo>
                  <a:lnTo>
                    <a:pt x="81468" y="43507"/>
                  </a:lnTo>
                  <a:lnTo>
                    <a:pt x="90768" y="51806"/>
                  </a:lnTo>
                  <a:lnTo>
                    <a:pt x="90314" y="56645"/>
                  </a:lnTo>
                  <a:lnTo>
                    <a:pt x="89393" y="59014"/>
                  </a:lnTo>
                  <a:lnTo>
                    <a:pt x="84750" y="56468"/>
                  </a:lnTo>
                  <a:lnTo>
                    <a:pt x="78021" y="51768"/>
                  </a:lnTo>
                  <a:lnTo>
                    <a:pt x="71293" y="49846"/>
                  </a:lnTo>
                  <a:lnTo>
                    <a:pt x="66593" y="47496"/>
                  </a:lnTo>
                  <a:lnTo>
                    <a:pt x="63496" y="46321"/>
                  </a:lnTo>
                  <a:lnTo>
                    <a:pt x="63282" y="44078"/>
                  </a:lnTo>
                  <a:lnTo>
                    <a:pt x="62428" y="42476"/>
                  </a:lnTo>
                  <a:lnTo>
                    <a:pt x="61146" y="40874"/>
                  </a:lnTo>
                  <a:lnTo>
                    <a:pt x="57408" y="41622"/>
                  </a:lnTo>
                  <a:lnTo>
                    <a:pt x="54310" y="41301"/>
                  </a:lnTo>
                  <a:lnTo>
                    <a:pt x="53776" y="39806"/>
                  </a:lnTo>
                  <a:lnTo>
                    <a:pt x="51213" y="35000"/>
                  </a:lnTo>
                  <a:lnTo>
                    <a:pt x="46300" y="34252"/>
                  </a:lnTo>
                  <a:lnTo>
                    <a:pt x="45979" y="37563"/>
                  </a:lnTo>
                  <a:lnTo>
                    <a:pt x="42561" y="37563"/>
                  </a:lnTo>
                  <a:lnTo>
                    <a:pt x="42540" y="40917"/>
                  </a:lnTo>
                  <a:lnTo>
                    <a:pt x="34978" y="43160"/>
                  </a:lnTo>
                  <a:lnTo>
                    <a:pt x="37798" y="47197"/>
                  </a:lnTo>
                  <a:lnTo>
                    <a:pt x="38631" y="50273"/>
                  </a:lnTo>
                  <a:lnTo>
                    <a:pt x="38631" y="52836"/>
                  </a:lnTo>
                  <a:lnTo>
                    <a:pt x="40810" y="53349"/>
                  </a:lnTo>
                  <a:lnTo>
                    <a:pt x="42476" y="53670"/>
                  </a:lnTo>
                  <a:lnTo>
                    <a:pt x="44206" y="53285"/>
                  </a:lnTo>
                  <a:lnTo>
                    <a:pt x="47603" y="55977"/>
                  </a:lnTo>
                  <a:lnTo>
                    <a:pt x="43630" y="58924"/>
                  </a:lnTo>
                  <a:lnTo>
                    <a:pt x="42604" y="59693"/>
                  </a:lnTo>
                  <a:lnTo>
                    <a:pt x="42925" y="61872"/>
                  </a:lnTo>
                  <a:lnTo>
                    <a:pt x="38246" y="64692"/>
                  </a:lnTo>
                  <a:lnTo>
                    <a:pt x="42476" y="64308"/>
                  </a:lnTo>
                  <a:lnTo>
                    <a:pt x="49141" y="63667"/>
                  </a:lnTo>
                  <a:lnTo>
                    <a:pt x="55165" y="66743"/>
                  </a:lnTo>
                  <a:lnTo>
                    <a:pt x="61060" y="70396"/>
                  </a:lnTo>
                  <a:lnTo>
                    <a:pt x="62983" y="73343"/>
                  </a:lnTo>
                  <a:lnTo>
                    <a:pt x="64585" y="74689"/>
                  </a:lnTo>
                  <a:lnTo>
                    <a:pt x="72916" y="76419"/>
                  </a:lnTo>
                  <a:lnTo>
                    <a:pt x="81624" y="75679"/>
                  </a:lnTo>
                  <a:lnTo>
                    <a:pt x="85400" y="71399"/>
                  </a:lnTo>
                  <a:lnTo>
                    <a:pt x="90630" y="75174"/>
                  </a:lnTo>
                  <a:lnTo>
                    <a:pt x="91009" y="75447"/>
                  </a:lnTo>
                  <a:lnTo>
                    <a:pt x="89735" y="77382"/>
                  </a:lnTo>
                  <a:lnTo>
                    <a:pt x="93245" y="77730"/>
                  </a:lnTo>
                  <a:lnTo>
                    <a:pt x="97560" y="77815"/>
                  </a:lnTo>
                  <a:lnTo>
                    <a:pt x="102215" y="77356"/>
                  </a:lnTo>
                  <a:lnTo>
                    <a:pt x="104224" y="77089"/>
                  </a:lnTo>
                  <a:lnTo>
                    <a:pt x="106391" y="73711"/>
                  </a:lnTo>
                  <a:lnTo>
                    <a:pt x="112612" y="74339"/>
                  </a:lnTo>
                  <a:lnTo>
                    <a:pt x="119487" y="73471"/>
                  </a:lnTo>
                  <a:lnTo>
                    <a:pt x="120756" y="80814"/>
                  </a:lnTo>
                  <a:lnTo>
                    <a:pt x="110379" y="83452"/>
                  </a:lnTo>
                  <a:lnTo>
                    <a:pt x="112476" y="91561"/>
                  </a:lnTo>
                  <a:lnTo>
                    <a:pt x="112054" y="91952"/>
                  </a:lnTo>
                  <a:lnTo>
                    <a:pt x="100636" y="92683"/>
                  </a:lnTo>
                  <a:lnTo>
                    <a:pt x="100807" y="95716"/>
                  </a:lnTo>
                  <a:lnTo>
                    <a:pt x="106470" y="97837"/>
                  </a:lnTo>
                  <a:lnTo>
                    <a:pt x="105203" y="102495"/>
                  </a:lnTo>
                  <a:lnTo>
                    <a:pt x="104862" y="103750"/>
                  </a:lnTo>
                  <a:lnTo>
                    <a:pt x="104201" y="106181"/>
                  </a:lnTo>
                  <a:lnTo>
                    <a:pt x="101664" y="106314"/>
                  </a:lnTo>
                  <a:lnTo>
                    <a:pt x="98129" y="105703"/>
                  </a:lnTo>
                  <a:lnTo>
                    <a:pt x="85577" y="98156"/>
                  </a:lnTo>
                  <a:lnTo>
                    <a:pt x="82937" y="98762"/>
                  </a:lnTo>
                  <a:lnTo>
                    <a:pt x="77274" y="106945"/>
                  </a:lnTo>
                  <a:lnTo>
                    <a:pt x="79635" y="109252"/>
                  </a:lnTo>
                  <a:lnTo>
                    <a:pt x="81205" y="113928"/>
                  </a:lnTo>
                  <a:lnTo>
                    <a:pt x="78624" y="113976"/>
                  </a:lnTo>
                  <a:lnTo>
                    <a:pt x="77437" y="112250"/>
                  </a:lnTo>
                  <a:lnTo>
                    <a:pt x="74235" y="110411"/>
                  </a:lnTo>
                  <a:lnTo>
                    <a:pt x="73293" y="112923"/>
                  </a:lnTo>
                  <a:lnTo>
                    <a:pt x="72453" y="112566"/>
                  </a:lnTo>
                  <a:lnTo>
                    <a:pt x="69264" y="111210"/>
                  </a:lnTo>
                  <a:lnTo>
                    <a:pt x="70728" y="105081"/>
                  </a:lnTo>
                  <a:lnTo>
                    <a:pt x="71024" y="103845"/>
                  </a:lnTo>
                  <a:lnTo>
                    <a:pt x="71043" y="102450"/>
                  </a:lnTo>
                  <a:lnTo>
                    <a:pt x="71114" y="97425"/>
                  </a:lnTo>
                  <a:lnTo>
                    <a:pt x="58767" y="93879"/>
                  </a:lnTo>
                  <a:lnTo>
                    <a:pt x="52530" y="94007"/>
                  </a:lnTo>
                  <a:lnTo>
                    <a:pt x="52271" y="95209"/>
                  </a:lnTo>
                  <a:lnTo>
                    <a:pt x="53868" y="98638"/>
                  </a:lnTo>
                  <a:lnTo>
                    <a:pt x="54111" y="101270"/>
                  </a:lnTo>
                  <a:lnTo>
                    <a:pt x="53726" y="105329"/>
                  </a:lnTo>
                  <a:lnTo>
                    <a:pt x="52615" y="105842"/>
                  </a:lnTo>
                  <a:lnTo>
                    <a:pt x="50735" y="105329"/>
                  </a:lnTo>
                  <a:lnTo>
                    <a:pt x="49368" y="104731"/>
                  </a:lnTo>
                  <a:lnTo>
                    <a:pt x="47916" y="103962"/>
                  </a:lnTo>
                  <a:lnTo>
                    <a:pt x="47275" y="103791"/>
                  </a:lnTo>
                  <a:lnTo>
                    <a:pt x="46161" y="103638"/>
                  </a:lnTo>
                  <a:lnTo>
                    <a:pt x="45224" y="103406"/>
                  </a:lnTo>
                  <a:lnTo>
                    <a:pt x="44478" y="103503"/>
                  </a:lnTo>
                  <a:lnTo>
                    <a:pt x="42917" y="103706"/>
                  </a:lnTo>
                  <a:lnTo>
                    <a:pt x="41507" y="103706"/>
                  </a:lnTo>
                  <a:lnTo>
                    <a:pt x="40781" y="103150"/>
                  </a:lnTo>
                  <a:lnTo>
                    <a:pt x="40311" y="102467"/>
                  </a:lnTo>
                  <a:lnTo>
                    <a:pt x="40097" y="101911"/>
                  </a:lnTo>
                  <a:lnTo>
                    <a:pt x="39371" y="101356"/>
                  </a:lnTo>
                  <a:lnTo>
                    <a:pt x="38132" y="101057"/>
                  </a:lnTo>
                  <a:lnTo>
                    <a:pt x="36637" y="100501"/>
                  </a:lnTo>
                  <a:lnTo>
                    <a:pt x="35142" y="99818"/>
                  </a:lnTo>
                  <a:lnTo>
                    <a:pt x="35868" y="98579"/>
                  </a:lnTo>
                  <a:lnTo>
                    <a:pt x="36423" y="98322"/>
                  </a:lnTo>
                  <a:lnTo>
                    <a:pt x="37620" y="98322"/>
                  </a:lnTo>
                  <a:lnTo>
                    <a:pt x="36680" y="97639"/>
                  </a:lnTo>
                  <a:lnTo>
                    <a:pt x="35013" y="96528"/>
                  </a:lnTo>
                  <a:lnTo>
                    <a:pt x="33999" y="94424"/>
                  </a:lnTo>
                  <a:lnTo>
                    <a:pt x="33738" y="88692"/>
                  </a:lnTo>
                  <a:lnTo>
                    <a:pt x="30971" y="89279"/>
                  </a:lnTo>
                  <a:lnTo>
                    <a:pt x="29212" y="86215"/>
                  </a:lnTo>
                  <a:lnTo>
                    <a:pt x="32233" y="84508"/>
                  </a:lnTo>
                  <a:lnTo>
                    <a:pt x="30980" y="81024"/>
                  </a:lnTo>
                  <a:lnTo>
                    <a:pt x="26231" y="83885"/>
                  </a:lnTo>
                  <a:lnTo>
                    <a:pt x="21692" y="88424"/>
                  </a:lnTo>
                  <a:lnTo>
                    <a:pt x="17954" y="86622"/>
                  </a:lnTo>
                  <a:lnTo>
                    <a:pt x="15199" y="80258"/>
                  </a:lnTo>
                  <a:lnTo>
                    <a:pt x="13372" y="72982"/>
                  </a:lnTo>
                  <a:lnTo>
                    <a:pt x="12729" y="71469"/>
                  </a:lnTo>
                  <a:lnTo>
                    <a:pt x="12437" y="70703"/>
                  </a:lnTo>
                  <a:lnTo>
                    <a:pt x="11784" y="68989"/>
                  </a:lnTo>
                  <a:lnTo>
                    <a:pt x="10902" y="67461"/>
                  </a:lnTo>
                  <a:lnTo>
                    <a:pt x="10709" y="67127"/>
                  </a:lnTo>
                  <a:lnTo>
                    <a:pt x="10134" y="66241"/>
                  </a:lnTo>
                  <a:lnTo>
                    <a:pt x="9778" y="65671"/>
                  </a:lnTo>
                  <a:lnTo>
                    <a:pt x="9096" y="64580"/>
                  </a:lnTo>
                  <a:lnTo>
                    <a:pt x="8232" y="63197"/>
                  </a:lnTo>
                  <a:lnTo>
                    <a:pt x="6665" y="58657"/>
                  </a:lnTo>
                  <a:lnTo>
                    <a:pt x="4028" y="55786"/>
                  </a:lnTo>
                  <a:lnTo>
                    <a:pt x="3693" y="55216"/>
                  </a:lnTo>
                  <a:lnTo>
                    <a:pt x="4001" y="55014"/>
                  </a:lnTo>
                  <a:lnTo>
                    <a:pt x="7419" y="52722"/>
                  </a:lnTo>
                  <a:lnTo>
                    <a:pt x="8469" y="52038"/>
                  </a:lnTo>
                  <a:lnTo>
                    <a:pt x="12044" y="49711"/>
                  </a:lnTo>
                  <a:lnTo>
                    <a:pt x="13278" y="49022"/>
                  </a:lnTo>
                  <a:lnTo>
                    <a:pt x="14661" y="48555"/>
                  </a:lnTo>
                  <a:lnTo>
                    <a:pt x="14469" y="48178"/>
                  </a:lnTo>
                  <a:lnTo>
                    <a:pt x="14297" y="47858"/>
                  </a:lnTo>
                  <a:lnTo>
                    <a:pt x="13878" y="47075"/>
                  </a:lnTo>
                  <a:lnTo>
                    <a:pt x="13285" y="45648"/>
                  </a:lnTo>
                  <a:lnTo>
                    <a:pt x="13036" y="45049"/>
                  </a:lnTo>
                  <a:lnTo>
                    <a:pt x="12116" y="42851"/>
                  </a:lnTo>
                  <a:lnTo>
                    <a:pt x="10717" y="44224"/>
                  </a:lnTo>
                  <a:lnTo>
                    <a:pt x="11125" y="44834"/>
                  </a:lnTo>
                  <a:lnTo>
                    <a:pt x="11108" y="45234"/>
                  </a:lnTo>
                  <a:lnTo>
                    <a:pt x="11545" y="45896"/>
                  </a:lnTo>
                  <a:lnTo>
                    <a:pt x="8615" y="48012"/>
                  </a:lnTo>
                  <a:lnTo>
                    <a:pt x="7897" y="48507"/>
                  </a:lnTo>
                  <a:lnTo>
                    <a:pt x="7346" y="48887"/>
                  </a:lnTo>
                  <a:lnTo>
                    <a:pt x="5732" y="49999"/>
                  </a:lnTo>
                  <a:lnTo>
                    <a:pt x="5111" y="50484"/>
                  </a:lnTo>
                  <a:lnTo>
                    <a:pt x="4026" y="49401"/>
                  </a:lnTo>
                  <a:lnTo>
                    <a:pt x="2992" y="48150"/>
                  </a:lnTo>
                  <a:lnTo>
                    <a:pt x="6110" y="46347"/>
                  </a:lnTo>
                  <a:lnTo>
                    <a:pt x="5727" y="45769"/>
                  </a:lnTo>
                  <a:lnTo>
                    <a:pt x="6875" y="44976"/>
                  </a:lnTo>
                  <a:lnTo>
                    <a:pt x="7355" y="44645"/>
                  </a:lnTo>
                  <a:lnTo>
                    <a:pt x="8075" y="44148"/>
                  </a:lnTo>
                  <a:lnTo>
                    <a:pt x="8569" y="43806"/>
                  </a:lnTo>
                  <a:lnTo>
                    <a:pt x="9116" y="43429"/>
                  </a:lnTo>
                  <a:lnTo>
                    <a:pt x="9615" y="43084"/>
                  </a:lnTo>
                  <a:lnTo>
                    <a:pt x="9021" y="42366"/>
                  </a:lnTo>
                  <a:lnTo>
                    <a:pt x="8818" y="42125"/>
                  </a:lnTo>
                  <a:lnTo>
                    <a:pt x="8280" y="41517"/>
                  </a:lnTo>
                  <a:lnTo>
                    <a:pt x="7888" y="41076"/>
                  </a:lnTo>
                  <a:lnTo>
                    <a:pt x="7639" y="40793"/>
                  </a:lnTo>
                  <a:lnTo>
                    <a:pt x="10224" y="39006"/>
                  </a:lnTo>
                  <a:lnTo>
                    <a:pt x="10413" y="38876"/>
                  </a:lnTo>
                  <a:lnTo>
                    <a:pt x="14308" y="36861"/>
                  </a:lnTo>
                  <a:lnTo>
                    <a:pt x="9911" y="28930"/>
                  </a:lnTo>
                  <a:lnTo>
                    <a:pt x="8547" y="26377"/>
                  </a:lnTo>
                  <a:lnTo>
                    <a:pt x="7795" y="24968"/>
                  </a:lnTo>
                  <a:lnTo>
                    <a:pt x="7666" y="24726"/>
                  </a:lnTo>
                  <a:lnTo>
                    <a:pt x="7505" y="24440"/>
                  </a:lnTo>
                  <a:lnTo>
                    <a:pt x="7123" y="23886"/>
                  </a:lnTo>
                  <a:lnTo>
                    <a:pt x="6220" y="22578"/>
                  </a:lnTo>
                  <a:lnTo>
                    <a:pt x="5561" y="21622"/>
                  </a:lnTo>
                  <a:lnTo>
                    <a:pt x="3890" y="19298"/>
                  </a:lnTo>
                  <a:lnTo>
                    <a:pt x="3554" y="18832"/>
                  </a:lnTo>
                  <a:lnTo>
                    <a:pt x="2684" y="17621"/>
                  </a:lnTo>
                  <a:lnTo>
                    <a:pt x="2165" y="16910"/>
                  </a:lnTo>
                  <a:lnTo>
                    <a:pt x="1558" y="16077"/>
                  </a:lnTo>
                  <a:lnTo>
                    <a:pt x="1236" y="15635"/>
                  </a:lnTo>
                  <a:lnTo>
                    <a:pt x="1038" y="15364"/>
                  </a:lnTo>
                  <a:lnTo>
                    <a:pt x="890" y="15161"/>
                  </a:lnTo>
                  <a:lnTo>
                    <a:pt x="720" y="14928"/>
                  </a:lnTo>
                  <a:lnTo>
                    <a:pt x="0" y="13875"/>
                  </a:lnTo>
                  <a:lnTo>
                    <a:pt x="35" y="13510"/>
                  </a:lnTo>
                  <a:lnTo>
                    <a:pt x="3304" y="11464"/>
                  </a:lnTo>
                  <a:lnTo>
                    <a:pt x="3345" y="11328"/>
                  </a:lnTo>
                  <a:lnTo>
                    <a:pt x="3449" y="10981"/>
                  </a:lnTo>
                  <a:lnTo>
                    <a:pt x="3808" y="9779"/>
                  </a:lnTo>
                  <a:lnTo>
                    <a:pt x="4703" y="9128"/>
                  </a:lnTo>
                  <a:lnTo>
                    <a:pt x="4902" y="8983"/>
                  </a:lnTo>
                  <a:lnTo>
                    <a:pt x="5206" y="8762"/>
                  </a:lnTo>
                  <a:lnTo>
                    <a:pt x="6356" y="7925"/>
                  </a:lnTo>
                  <a:lnTo>
                    <a:pt x="7067" y="7408"/>
                  </a:lnTo>
                  <a:lnTo>
                    <a:pt x="7794" y="6879"/>
                  </a:lnTo>
                  <a:lnTo>
                    <a:pt x="8778" y="6163"/>
                  </a:lnTo>
                  <a:lnTo>
                    <a:pt x="9803" y="5417"/>
                  </a:lnTo>
                  <a:lnTo>
                    <a:pt x="10536" y="4884"/>
                  </a:lnTo>
                  <a:lnTo>
                    <a:pt x="11028" y="4526"/>
                  </a:lnTo>
                  <a:lnTo>
                    <a:pt x="11728" y="4045"/>
                  </a:lnTo>
                  <a:lnTo>
                    <a:pt x="12658" y="3406"/>
                  </a:lnTo>
                  <a:lnTo>
                    <a:pt x="13167" y="3056"/>
                  </a:lnTo>
                  <a:lnTo>
                    <a:pt x="13486" y="2765"/>
                  </a:lnTo>
                  <a:lnTo>
                    <a:pt x="13938" y="2354"/>
                  </a:lnTo>
                  <a:lnTo>
                    <a:pt x="15222" y="1183"/>
                  </a:lnTo>
                  <a:lnTo>
                    <a:pt x="15954" y="516"/>
                  </a:lnTo>
                  <a:lnTo>
                    <a:pt x="16083" y="398"/>
                  </a:lnTo>
                  <a:lnTo>
                    <a:pt x="16520" y="0"/>
                  </a:lnTo>
                  <a:lnTo>
                    <a:pt x="17676" y="757"/>
                  </a:lnTo>
                  <a:lnTo>
                    <a:pt x="18586" y="1226"/>
                  </a:lnTo>
                  <a:lnTo>
                    <a:pt x="19576" y="1737"/>
                  </a:lnTo>
                  <a:lnTo>
                    <a:pt x="20955" y="2448"/>
                  </a:lnTo>
                  <a:lnTo>
                    <a:pt x="22242" y="3112"/>
                  </a:lnTo>
                  <a:lnTo>
                    <a:pt x="32589" y="5049"/>
                  </a:lnTo>
                  <a:lnTo>
                    <a:pt x="32550" y="7368"/>
                  </a:lnTo>
                  <a:lnTo>
                    <a:pt x="30427" y="7768"/>
                  </a:lnTo>
                  <a:lnTo>
                    <a:pt x="28104" y="9531"/>
                  </a:lnTo>
                  <a:lnTo>
                    <a:pt x="26342" y="11413"/>
                  </a:lnTo>
                  <a:lnTo>
                    <a:pt x="26657" y="12025"/>
                  </a:lnTo>
                  <a:lnTo>
                    <a:pt x="28979" y="13407"/>
                  </a:lnTo>
                  <a:lnTo>
                    <a:pt x="31920" y="15578"/>
                  </a:lnTo>
                  <a:lnTo>
                    <a:pt x="32612" y="156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2839081" y="3045924"/>
              <a:ext cx="86762" cy="74728"/>
            </a:xfrm>
            <a:custGeom>
              <a:avLst/>
              <a:pathLst>
                <a:path w="86762" h="74728">
                  <a:moveTo>
                    <a:pt x="41421" y="29057"/>
                  </a:moveTo>
                  <a:lnTo>
                    <a:pt x="41229" y="28904"/>
                  </a:lnTo>
                  <a:lnTo>
                    <a:pt x="38472" y="31618"/>
                  </a:lnTo>
                  <a:lnTo>
                    <a:pt x="37151" y="32918"/>
                  </a:lnTo>
                  <a:lnTo>
                    <a:pt x="36254" y="29649"/>
                  </a:lnTo>
                  <a:lnTo>
                    <a:pt x="36215" y="29154"/>
                  </a:lnTo>
                  <a:lnTo>
                    <a:pt x="36190" y="28838"/>
                  </a:lnTo>
                  <a:lnTo>
                    <a:pt x="36193" y="28699"/>
                  </a:lnTo>
                  <a:lnTo>
                    <a:pt x="36203" y="28263"/>
                  </a:lnTo>
                  <a:lnTo>
                    <a:pt x="36217" y="27935"/>
                  </a:lnTo>
                  <a:lnTo>
                    <a:pt x="36304" y="26858"/>
                  </a:lnTo>
                  <a:lnTo>
                    <a:pt x="36421" y="25429"/>
                  </a:lnTo>
                  <a:lnTo>
                    <a:pt x="36263" y="25363"/>
                  </a:lnTo>
                  <a:lnTo>
                    <a:pt x="35658" y="25234"/>
                  </a:lnTo>
                  <a:lnTo>
                    <a:pt x="31853" y="25086"/>
                  </a:lnTo>
                  <a:lnTo>
                    <a:pt x="31286" y="26338"/>
                  </a:lnTo>
                  <a:lnTo>
                    <a:pt x="31066" y="26823"/>
                  </a:lnTo>
                  <a:lnTo>
                    <a:pt x="30998" y="26974"/>
                  </a:lnTo>
                  <a:lnTo>
                    <a:pt x="30517" y="28116"/>
                  </a:lnTo>
                  <a:lnTo>
                    <a:pt x="29615" y="29384"/>
                  </a:lnTo>
                  <a:lnTo>
                    <a:pt x="31845" y="31599"/>
                  </a:lnTo>
                  <a:lnTo>
                    <a:pt x="31898" y="32151"/>
                  </a:lnTo>
                  <a:lnTo>
                    <a:pt x="29330" y="34942"/>
                  </a:lnTo>
                  <a:lnTo>
                    <a:pt x="27743" y="33941"/>
                  </a:lnTo>
                  <a:lnTo>
                    <a:pt x="27289" y="34394"/>
                  </a:lnTo>
                  <a:lnTo>
                    <a:pt x="26675" y="33967"/>
                  </a:lnTo>
                  <a:lnTo>
                    <a:pt x="26231" y="34602"/>
                  </a:lnTo>
                  <a:lnTo>
                    <a:pt x="25367" y="35836"/>
                  </a:lnTo>
                  <a:lnTo>
                    <a:pt x="24560" y="35297"/>
                  </a:lnTo>
                  <a:lnTo>
                    <a:pt x="23383" y="34598"/>
                  </a:lnTo>
                  <a:lnTo>
                    <a:pt x="23146" y="34443"/>
                  </a:lnTo>
                  <a:lnTo>
                    <a:pt x="22566" y="34091"/>
                  </a:lnTo>
                  <a:lnTo>
                    <a:pt x="21995" y="34861"/>
                  </a:lnTo>
                  <a:lnTo>
                    <a:pt x="21263" y="35629"/>
                  </a:lnTo>
                  <a:lnTo>
                    <a:pt x="19981" y="36698"/>
                  </a:lnTo>
                  <a:lnTo>
                    <a:pt x="18267" y="38410"/>
                  </a:lnTo>
                  <a:lnTo>
                    <a:pt x="17347" y="39267"/>
                  </a:lnTo>
                  <a:lnTo>
                    <a:pt x="17207" y="39398"/>
                  </a:lnTo>
                  <a:lnTo>
                    <a:pt x="16950" y="39596"/>
                  </a:lnTo>
                  <a:lnTo>
                    <a:pt x="16763" y="39739"/>
                  </a:lnTo>
                  <a:lnTo>
                    <a:pt x="15380" y="41269"/>
                  </a:lnTo>
                  <a:lnTo>
                    <a:pt x="13928" y="42664"/>
                  </a:lnTo>
                  <a:lnTo>
                    <a:pt x="13644" y="42400"/>
                  </a:lnTo>
                  <a:lnTo>
                    <a:pt x="13156" y="41947"/>
                  </a:lnTo>
                  <a:lnTo>
                    <a:pt x="10066" y="39535"/>
                  </a:lnTo>
                  <a:lnTo>
                    <a:pt x="9508" y="39076"/>
                  </a:lnTo>
                  <a:lnTo>
                    <a:pt x="2415" y="32749"/>
                  </a:lnTo>
                  <a:lnTo>
                    <a:pt x="1941" y="32454"/>
                  </a:lnTo>
                  <a:lnTo>
                    <a:pt x="1376" y="32171"/>
                  </a:lnTo>
                  <a:lnTo>
                    <a:pt x="1185" y="32076"/>
                  </a:lnTo>
                  <a:lnTo>
                    <a:pt x="992" y="31980"/>
                  </a:lnTo>
                  <a:lnTo>
                    <a:pt x="0" y="31587"/>
                  </a:lnTo>
                  <a:lnTo>
                    <a:pt x="282" y="31034"/>
                  </a:lnTo>
                  <a:lnTo>
                    <a:pt x="791" y="30313"/>
                  </a:lnTo>
                  <a:lnTo>
                    <a:pt x="2071" y="28498"/>
                  </a:lnTo>
                  <a:lnTo>
                    <a:pt x="2162" y="28366"/>
                  </a:lnTo>
                  <a:lnTo>
                    <a:pt x="2739" y="27536"/>
                  </a:lnTo>
                  <a:lnTo>
                    <a:pt x="2849" y="27392"/>
                  </a:lnTo>
                  <a:lnTo>
                    <a:pt x="3340" y="26749"/>
                  </a:lnTo>
                  <a:lnTo>
                    <a:pt x="3735" y="25649"/>
                  </a:lnTo>
                  <a:lnTo>
                    <a:pt x="4601" y="24137"/>
                  </a:lnTo>
                  <a:lnTo>
                    <a:pt x="5572" y="22443"/>
                  </a:lnTo>
                  <a:lnTo>
                    <a:pt x="6415" y="21276"/>
                  </a:lnTo>
                  <a:lnTo>
                    <a:pt x="6366" y="20935"/>
                  </a:lnTo>
                  <a:lnTo>
                    <a:pt x="6294" y="20202"/>
                  </a:lnTo>
                  <a:lnTo>
                    <a:pt x="6280" y="20051"/>
                  </a:lnTo>
                  <a:lnTo>
                    <a:pt x="6222" y="19464"/>
                  </a:lnTo>
                  <a:lnTo>
                    <a:pt x="6149" y="18916"/>
                  </a:lnTo>
                  <a:lnTo>
                    <a:pt x="5733" y="18288"/>
                  </a:lnTo>
                  <a:lnTo>
                    <a:pt x="4847" y="17334"/>
                  </a:lnTo>
                  <a:lnTo>
                    <a:pt x="4200" y="16680"/>
                  </a:lnTo>
                  <a:lnTo>
                    <a:pt x="4009" y="16285"/>
                  </a:lnTo>
                  <a:lnTo>
                    <a:pt x="3788" y="15830"/>
                  </a:lnTo>
                  <a:lnTo>
                    <a:pt x="4070" y="15391"/>
                  </a:lnTo>
                  <a:lnTo>
                    <a:pt x="4175" y="15227"/>
                  </a:lnTo>
                  <a:lnTo>
                    <a:pt x="4962" y="14016"/>
                  </a:lnTo>
                  <a:lnTo>
                    <a:pt x="5159" y="13714"/>
                  </a:lnTo>
                  <a:lnTo>
                    <a:pt x="5390" y="13358"/>
                  </a:lnTo>
                  <a:lnTo>
                    <a:pt x="6854" y="10836"/>
                  </a:lnTo>
                  <a:lnTo>
                    <a:pt x="9156" y="12201"/>
                  </a:lnTo>
                  <a:lnTo>
                    <a:pt x="10178" y="13162"/>
                  </a:lnTo>
                  <a:lnTo>
                    <a:pt x="10786" y="13847"/>
                  </a:lnTo>
                  <a:lnTo>
                    <a:pt x="12029" y="15248"/>
                  </a:lnTo>
                  <a:lnTo>
                    <a:pt x="12880" y="12305"/>
                  </a:lnTo>
                  <a:lnTo>
                    <a:pt x="13125" y="11458"/>
                  </a:lnTo>
                  <a:lnTo>
                    <a:pt x="13165" y="11319"/>
                  </a:lnTo>
                  <a:lnTo>
                    <a:pt x="13357" y="10683"/>
                  </a:lnTo>
                  <a:lnTo>
                    <a:pt x="13465" y="10358"/>
                  </a:lnTo>
                  <a:lnTo>
                    <a:pt x="13585" y="9995"/>
                  </a:lnTo>
                  <a:lnTo>
                    <a:pt x="13758" y="9768"/>
                  </a:lnTo>
                  <a:lnTo>
                    <a:pt x="14274" y="9091"/>
                  </a:lnTo>
                  <a:lnTo>
                    <a:pt x="14292" y="8960"/>
                  </a:lnTo>
                  <a:lnTo>
                    <a:pt x="14386" y="8288"/>
                  </a:lnTo>
                  <a:lnTo>
                    <a:pt x="14476" y="7645"/>
                  </a:lnTo>
                  <a:lnTo>
                    <a:pt x="14597" y="6778"/>
                  </a:lnTo>
                  <a:lnTo>
                    <a:pt x="14645" y="6434"/>
                  </a:lnTo>
                  <a:lnTo>
                    <a:pt x="14691" y="5981"/>
                  </a:lnTo>
                  <a:lnTo>
                    <a:pt x="14763" y="5275"/>
                  </a:lnTo>
                  <a:lnTo>
                    <a:pt x="14810" y="4822"/>
                  </a:lnTo>
                  <a:lnTo>
                    <a:pt x="14823" y="4694"/>
                  </a:lnTo>
                  <a:lnTo>
                    <a:pt x="14987" y="0"/>
                  </a:lnTo>
                  <a:lnTo>
                    <a:pt x="15300" y="11"/>
                  </a:lnTo>
                  <a:lnTo>
                    <a:pt x="15435" y="17"/>
                  </a:lnTo>
                  <a:lnTo>
                    <a:pt x="15638" y="24"/>
                  </a:lnTo>
                  <a:lnTo>
                    <a:pt x="16229" y="47"/>
                  </a:lnTo>
                  <a:lnTo>
                    <a:pt x="16696" y="64"/>
                  </a:lnTo>
                  <a:lnTo>
                    <a:pt x="16981" y="75"/>
                  </a:lnTo>
                  <a:lnTo>
                    <a:pt x="17498" y="95"/>
                  </a:lnTo>
                  <a:lnTo>
                    <a:pt x="17964" y="112"/>
                  </a:lnTo>
                  <a:lnTo>
                    <a:pt x="18350" y="127"/>
                  </a:lnTo>
                  <a:lnTo>
                    <a:pt x="20043" y="191"/>
                  </a:lnTo>
                  <a:lnTo>
                    <a:pt x="25259" y="389"/>
                  </a:lnTo>
                  <a:lnTo>
                    <a:pt x="25679" y="405"/>
                  </a:lnTo>
                  <a:lnTo>
                    <a:pt x="26239" y="426"/>
                  </a:lnTo>
                  <a:lnTo>
                    <a:pt x="29816" y="611"/>
                  </a:lnTo>
                  <a:lnTo>
                    <a:pt x="32415" y="745"/>
                  </a:lnTo>
                  <a:lnTo>
                    <a:pt x="32683" y="758"/>
                  </a:lnTo>
                  <a:lnTo>
                    <a:pt x="33998" y="826"/>
                  </a:lnTo>
                  <a:lnTo>
                    <a:pt x="34353" y="845"/>
                  </a:lnTo>
                  <a:lnTo>
                    <a:pt x="34525" y="853"/>
                  </a:lnTo>
                  <a:lnTo>
                    <a:pt x="34942" y="856"/>
                  </a:lnTo>
                  <a:lnTo>
                    <a:pt x="35190" y="857"/>
                  </a:lnTo>
                  <a:lnTo>
                    <a:pt x="35435" y="859"/>
                  </a:lnTo>
                  <a:lnTo>
                    <a:pt x="35565" y="859"/>
                  </a:lnTo>
                  <a:lnTo>
                    <a:pt x="35753" y="860"/>
                  </a:lnTo>
                  <a:lnTo>
                    <a:pt x="35935" y="861"/>
                  </a:lnTo>
                  <a:lnTo>
                    <a:pt x="36074" y="862"/>
                  </a:lnTo>
                  <a:lnTo>
                    <a:pt x="36338" y="864"/>
                  </a:lnTo>
                  <a:lnTo>
                    <a:pt x="36477" y="865"/>
                  </a:lnTo>
                  <a:lnTo>
                    <a:pt x="36738" y="897"/>
                  </a:lnTo>
                  <a:lnTo>
                    <a:pt x="37137" y="946"/>
                  </a:lnTo>
                  <a:lnTo>
                    <a:pt x="37938" y="1045"/>
                  </a:lnTo>
                  <a:lnTo>
                    <a:pt x="40266" y="1224"/>
                  </a:lnTo>
                  <a:lnTo>
                    <a:pt x="45861" y="2068"/>
                  </a:lnTo>
                  <a:lnTo>
                    <a:pt x="46469" y="2155"/>
                  </a:lnTo>
                  <a:lnTo>
                    <a:pt x="46655" y="2182"/>
                  </a:lnTo>
                  <a:lnTo>
                    <a:pt x="46997" y="2231"/>
                  </a:lnTo>
                  <a:lnTo>
                    <a:pt x="53128" y="3111"/>
                  </a:lnTo>
                  <a:lnTo>
                    <a:pt x="54080" y="3255"/>
                  </a:lnTo>
                  <a:lnTo>
                    <a:pt x="56701" y="3650"/>
                  </a:lnTo>
                  <a:lnTo>
                    <a:pt x="57203" y="3725"/>
                  </a:lnTo>
                  <a:lnTo>
                    <a:pt x="57533" y="3775"/>
                  </a:lnTo>
                  <a:lnTo>
                    <a:pt x="57843" y="3822"/>
                  </a:lnTo>
                  <a:lnTo>
                    <a:pt x="67846" y="5224"/>
                  </a:lnTo>
                  <a:lnTo>
                    <a:pt x="68395" y="5309"/>
                  </a:lnTo>
                  <a:lnTo>
                    <a:pt x="69906" y="5546"/>
                  </a:lnTo>
                  <a:lnTo>
                    <a:pt x="70474" y="5718"/>
                  </a:lnTo>
                  <a:lnTo>
                    <a:pt x="71171" y="5929"/>
                  </a:lnTo>
                  <a:lnTo>
                    <a:pt x="71464" y="6180"/>
                  </a:lnTo>
                  <a:lnTo>
                    <a:pt x="71729" y="6613"/>
                  </a:lnTo>
                  <a:lnTo>
                    <a:pt x="72284" y="7396"/>
                  </a:lnTo>
                  <a:lnTo>
                    <a:pt x="72454" y="7629"/>
                  </a:lnTo>
                  <a:lnTo>
                    <a:pt x="72602" y="7832"/>
                  </a:lnTo>
                  <a:lnTo>
                    <a:pt x="72800" y="8104"/>
                  </a:lnTo>
                  <a:lnTo>
                    <a:pt x="73122" y="8545"/>
                  </a:lnTo>
                  <a:lnTo>
                    <a:pt x="73737" y="9389"/>
                  </a:lnTo>
                  <a:lnTo>
                    <a:pt x="74247" y="10089"/>
                  </a:lnTo>
                  <a:lnTo>
                    <a:pt x="75118" y="11300"/>
                  </a:lnTo>
                  <a:lnTo>
                    <a:pt x="75454" y="11766"/>
                  </a:lnTo>
                  <a:lnTo>
                    <a:pt x="77125" y="14090"/>
                  </a:lnTo>
                  <a:lnTo>
                    <a:pt x="77784" y="15046"/>
                  </a:lnTo>
                  <a:lnTo>
                    <a:pt x="78687" y="16354"/>
                  </a:lnTo>
                  <a:lnTo>
                    <a:pt x="79139" y="17025"/>
                  </a:lnTo>
                  <a:lnTo>
                    <a:pt x="79229" y="17194"/>
                  </a:lnTo>
                  <a:lnTo>
                    <a:pt x="79359" y="17436"/>
                  </a:lnTo>
                  <a:lnTo>
                    <a:pt x="80169" y="18954"/>
                  </a:lnTo>
                  <a:lnTo>
                    <a:pt x="81475" y="21398"/>
                  </a:lnTo>
                  <a:lnTo>
                    <a:pt x="85871" y="29329"/>
                  </a:lnTo>
                  <a:lnTo>
                    <a:pt x="81976" y="31344"/>
                  </a:lnTo>
                  <a:lnTo>
                    <a:pt x="81788" y="31474"/>
                  </a:lnTo>
                  <a:lnTo>
                    <a:pt x="79202" y="33261"/>
                  </a:lnTo>
                  <a:lnTo>
                    <a:pt x="79643" y="33759"/>
                  </a:lnTo>
                  <a:lnTo>
                    <a:pt x="80063" y="34233"/>
                  </a:lnTo>
                  <a:lnTo>
                    <a:pt x="80465" y="34690"/>
                  </a:lnTo>
                  <a:lnTo>
                    <a:pt x="80584" y="34834"/>
                  </a:lnTo>
                  <a:lnTo>
                    <a:pt x="81178" y="35552"/>
                  </a:lnTo>
                  <a:lnTo>
                    <a:pt x="80667" y="35906"/>
                  </a:lnTo>
                  <a:lnTo>
                    <a:pt x="80106" y="36293"/>
                  </a:lnTo>
                  <a:lnTo>
                    <a:pt x="79599" y="36643"/>
                  </a:lnTo>
                  <a:lnTo>
                    <a:pt x="78860" y="37153"/>
                  </a:lnTo>
                  <a:lnTo>
                    <a:pt x="78369" y="37493"/>
                  </a:lnTo>
                  <a:lnTo>
                    <a:pt x="77291" y="38237"/>
                  </a:lnTo>
                  <a:lnTo>
                    <a:pt x="77674" y="38816"/>
                  </a:lnTo>
                  <a:lnTo>
                    <a:pt x="74570" y="40635"/>
                  </a:lnTo>
                  <a:lnTo>
                    <a:pt x="75624" y="41903"/>
                  </a:lnTo>
                  <a:lnTo>
                    <a:pt x="76675" y="42953"/>
                  </a:lnTo>
                  <a:lnTo>
                    <a:pt x="77296" y="42467"/>
                  </a:lnTo>
                  <a:lnTo>
                    <a:pt x="78909" y="41355"/>
                  </a:lnTo>
                  <a:lnTo>
                    <a:pt x="79461" y="40975"/>
                  </a:lnTo>
                  <a:lnTo>
                    <a:pt x="80179" y="40480"/>
                  </a:lnTo>
                  <a:lnTo>
                    <a:pt x="83108" y="38364"/>
                  </a:lnTo>
                  <a:lnTo>
                    <a:pt x="82672" y="37702"/>
                  </a:lnTo>
                  <a:lnTo>
                    <a:pt x="82688" y="37302"/>
                  </a:lnTo>
                  <a:lnTo>
                    <a:pt x="82246" y="36654"/>
                  </a:lnTo>
                  <a:lnTo>
                    <a:pt x="83685" y="35316"/>
                  </a:lnTo>
                  <a:lnTo>
                    <a:pt x="84600" y="37517"/>
                  </a:lnTo>
                  <a:lnTo>
                    <a:pt x="84849" y="38116"/>
                  </a:lnTo>
                  <a:lnTo>
                    <a:pt x="85441" y="39543"/>
                  </a:lnTo>
                  <a:lnTo>
                    <a:pt x="85861" y="40326"/>
                  </a:lnTo>
                  <a:lnTo>
                    <a:pt x="86033" y="40646"/>
                  </a:lnTo>
                  <a:lnTo>
                    <a:pt x="86225" y="41023"/>
                  </a:lnTo>
                  <a:lnTo>
                    <a:pt x="84841" y="41490"/>
                  </a:lnTo>
                  <a:lnTo>
                    <a:pt x="83608" y="42179"/>
                  </a:lnTo>
                  <a:lnTo>
                    <a:pt x="80033" y="44506"/>
                  </a:lnTo>
                  <a:lnTo>
                    <a:pt x="78983" y="45190"/>
                  </a:lnTo>
                  <a:lnTo>
                    <a:pt x="75565" y="47482"/>
                  </a:lnTo>
                  <a:lnTo>
                    <a:pt x="75257" y="47684"/>
                  </a:lnTo>
                  <a:lnTo>
                    <a:pt x="75592" y="48254"/>
                  </a:lnTo>
                  <a:lnTo>
                    <a:pt x="78229" y="51125"/>
                  </a:lnTo>
                  <a:lnTo>
                    <a:pt x="79796" y="55665"/>
                  </a:lnTo>
                  <a:lnTo>
                    <a:pt x="80660" y="57048"/>
                  </a:lnTo>
                  <a:lnTo>
                    <a:pt x="81342" y="58139"/>
                  </a:lnTo>
                  <a:lnTo>
                    <a:pt x="81698" y="58709"/>
                  </a:lnTo>
                  <a:lnTo>
                    <a:pt x="82273" y="59595"/>
                  </a:lnTo>
                  <a:lnTo>
                    <a:pt x="82466" y="59929"/>
                  </a:lnTo>
                  <a:lnTo>
                    <a:pt x="83348" y="61458"/>
                  </a:lnTo>
                  <a:lnTo>
                    <a:pt x="84001" y="63171"/>
                  </a:lnTo>
                  <a:lnTo>
                    <a:pt x="84293" y="63937"/>
                  </a:lnTo>
                  <a:lnTo>
                    <a:pt x="84936" y="65450"/>
                  </a:lnTo>
                  <a:lnTo>
                    <a:pt x="86762" y="72726"/>
                  </a:lnTo>
                  <a:lnTo>
                    <a:pt x="81155" y="74728"/>
                  </a:lnTo>
                  <a:lnTo>
                    <a:pt x="76349" y="71167"/>
                  </a:lnTo>
                  <a:lnTo>
                    <a:pt x="74556" y="74395"/>
                  </a:lnTo>
                  <a:lnTo>
                    <a:pt x="72344" y="73570"/>
                  </a:lnTo>
                  <a:lnTo>
                    <a:pt x="71597" y="72609"/>
                  </a:lnTo>
                  <a:lnTo>
                    <a:pt x="67378" y="71487"/>
                  </a:lnTo>
                  <a:lnTo>
                    <a:pt x="64974" y="69885"/>
                  </a:lnTo>
                  <a:lnTo>
                    <a:pt x="63239" y="71153"/>
                  </a:lnTo>
                  <a:lnTo>
                    <a:pt x="57985" y="68497"/>
                  </a:lnTo>
                  <a:lnTo>
                    <a:pt x="56371" y="66197"/>
                  </a:lnTo>
                  <a:lnTo>
                    <a:pt x="60328" y="59365"/>
                  </a:lnTo>
                  <a:lnTo>
                    <a:pt x="62678" y="52048"/>
                  </a:lnTo>
                  <a:lnTo>
                    <a:pt x="61450" y="50873"/>
                  </a:lnTo>
                  <a:lnTo>
                    <a:pt x="55859" y="55922"/>
                  </a:lnTo>
                  <a:lnTo>
                    <a:pt x="52985" y="52432"/>
                  </a:lnTo>
                  <a:lnTo>
                    <a:pt x="56856" y="48027"/>
                  </a:lnTo>
                  <a:lnTo>
                    <a:pt x="58859" y="42820"/>
                  </a:lnTo>
                  <a:lnTo>
                    <a:pt x="55406" y="35145"/>
                  </a:lnTo>
                  <a:lnTo>
                    <a:pt x="53436" y="35000"/>
                  </a:lnTo>
                  <a:lnTo>
                    <a:pt x="53001" y="35904"/>
                  </a:lnTo>
                  <a:lnTo>
                    <a:pt x="49239" y="34444"/>
                  </a:lnTo>
                  <a:lnTo>
                    <a:pt x="49583" y="33533"/>
                  </a:lnTo>
                  <a:lnTo>
                    <a:pt x="47876" y="32795"/>
                  </a:lnTo>
                  <a:lnTo>
                    <a:pt x="46998" y="32403"/>
                  </a:lnTo>
                  <a:lnTo>
                    <a:pt x="47157" y="31226"/>
                  </a:lnTo>
                  <a:lnTo>
                    <a:pt x="45671" y="30726"/>
                  </a:lnTo>
                  <a:lnTo>
                    <a:pt x="45441" y="30648"/>
                  </a:lnTo>
                  <a:lnTo>
                    <a:pt x="44343" y="30278"/>
                  </a:lnTo>
                  <a:lnTo>
                    <a:pt x="43762" y="3008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2828897" y="3071010"/>
              <a:ext cx="61525" cy="52113"/>
            </a:xfrm>
            <a:custGeom>
              <a:avLst/>
              <a:pathLst>
                <a:path w="61525" h="52113">
                  <a:moveTo>
                    <a:pt x="46438" y="4563"/>
                  </a:moveTo>
                  <a:lnTo>
                    <a:pt x="47335" y="7832"/>
                  </a:lnTo>
                  <a:lnTo>
                    <a:pt x="48656" y="6531"/>
                  </a:lnTo>
                  <a:lnTo>
                    <a:pt x="51413" y="3818"/>
                  </a:lnTo>
                  <a:lnTo>
                    <a:pt x="52033" y="4192"/>
                  </a:lnTo>
                  <a:lnTo>
                    <a:pt x="53947" y="4996"/>
                  </a:lnTo>
                  <a:lnTo>
                    <a:pt x="54527" y="5192"/>
                  </a:lnTo>
                  <a:lnTo>
                    <a:pt x="55625" y="5562"/>
                  </a:lnTo>
                  <a:lnTo>
                    <a:pt x="55900" y="5655"/>
                  </a:lnTo>
                  <a:lnTo>
                    <a:pt x="57426" y="6169"/>
                  </a:lnTo>
                  <a:lnTo>
                    <a:pt x="57183" y="7317"/>
                  </a:lnTo>
                  <a:lnTo>
                    <a:pt x="58061" y="7709"/>
                  </a:lnTo>
                  <a:lnTo>
                    <a:pt x="56121" y="11948"/>
                  </a:lnTo>
                  <a:lnTo>
                    <a:pt x="54412" y="14746"/>
                  </a:lnTo>
                  <a:lnTo>
                    <a:pt x="61525" y="19723"/>
                  </a:lnTo>
                  <a:lnTo>
                    <a:pt x="56388" y="28011"/>
                  </a:lnTo>
                  <a:lnTo>
                    <a:pt x="50300" y="32097"/>
                  </a:lnTo>
                  <a:lnTo>
                    <a:pt x="38044" y="22965"/>
                  </a:lnTo>
                  <a:lnTo>
                    <a:pt x="37723" y="16637"/>
                  </a:lnTo>
                  <a:lnTo>
                    <a:pt x="37643" y="16156"/>
                  </a:lnTo>
                  <a:lnTo>
                    <a:pt x="35080" y="17277"/>
                  </a:lnTo>
                  <a:lnTo>
                    <a:pt x="35293" y="19761"/>
                  </a:lnTo>
                  <a:lnTo>
                    <a:pt x="34652" y="21977"/>
                  </a:lnTo>
                  <a:lnTo>
                    <a:pt x="34145" y="25822"/>
                  </a:lnTo>
                  <a:lnTo>
                    <a:pt x="32436" y="27851"/>
                  </a:lnTo>
                  <a:lnTo>
                    <a:pt x="32757" y="32658"/>
                  </a:lnTo>
                  <a:lnTo>
                    <a:pt x="34172" y="36022"/>
                  </a:lnTo>
                  <a:lnTo>
                    <a:pt x="33237" y="39600"/>
                  </a:lnTo>
                  <a:lnTo>
                    <a:pt x="30380" y="43125"/>
                  </a:lnTo>
                  <a:lnTo>
                    <a:pt x="23918" y="48305"/>
                  </a:lnTo>
                  <a:lnTo>
                    <a:pt x="20757" y="49923"/>
                  </a:lnTo>
                  <a:lnTo>
                    <a:pt x="19368" y="52113"/>
                  </a:lnTo>
                  <a:lnTo>
                    <a:pt x="14936" y="47787"/>
                  </a:lnTo>
                  <a:lnTo>
                    <a:pt x="12372" y="45544"/>
                  </a:lnTo>
                  <a:lnTo>
                    <a:pt x="7726" y="46772"/>
                  </a:lnTo>
                  <a:lnTo>
                    <a:pt x="6925" y="42553"/>
                  </a:lnTo>
                  <a:lnTo>
                    <a:pt x="9702" y="40471"/>
                  </a:lnTo>
                  <a:lnTo>
                    <a:pt x="8848" y="38228"/>
                  </a:lnTo>
                  <a:lnTo>
                    <a:pt x="6712" y="39883"/>
                  </a:lnTo>
                  <a:lnTo>
                    <a:pt x="3187" y="35985"/>
                  </a:lnTo>
                  <a:lnTo>
                    <a:pt x="5163" y="34276"/>
                  </a:lnTo>
                  <a:lnTo>
                    <a:pt x="3135" y="31730"/>
                  </a:lnTo>
                  <a:lnTo>
                    <a:pt x="5708" y="29597"/>
                  </a:lnTo>
                  <a:lnTo>
                    <a:pt x="4041" y="26212"/>
                  </a:lnTo>
                  <a:lnTo>
                    <a:pt x="2439" y="20337"/>
                  </a:lnTo>
                  <a:lnTo>
                    <a:pt x="517" y="19269"/>
                  </a:lnTo>
                  <a:lnTo>
                    <a:pt x="0" y="16683"/>
                  </a:lnTo>
                  <a:lnTo>
                    <a:pt x="1865" y="15822"/>
                  </a:lnTo>
                  <a:lnTo>
                    <a:pt x="2067" y="14830"/>
                  </a:lnTo>
                  <a:lnTo>
                    <a:pt x="2250" y="13932"/>
                  </a:lnTo>
                  <a:lnTo>
                    <a:pt x="3660" y="13644"/>
                  </a:lnTo>
                  <a:lnTo>
                    <a:pt x="3965" y="13348"/>
                  </a:lnTo>
                  <a:lnTo>
                    <a:pt x="6864" y="10535"/>
                  </a:lnTo>
                  <a:lnTo>
                    <a:pt x="6832" y="9414"/>
                  </a:lnTo>
                  <a:lnTo>
                    <a:pt x="6747" y="8087"/>
                  </a:lnTo>
                  <a:lnTo>
                    <a:pt x="9298" y="7610"/>
                  </a:lnTo>
                  <a:lnTo>
                    <a:pt x="9788" y="7093"/>
                  </a:lnTo>
                  <a:lnTo>
                    <a:pt x="10184" y="6501"/>
                  </a:lnTo>
                  <a:lnTo>
                    <a:pt x="11237" y="6923"/>
                  </a:lnTo>
                  <a:lnTo>
                    <a:pt x="11369" y="6989"/>
                  </a:lnTo>
                  <a:lnTo>
                    <a:pt x="11560" y="7085"/>
                  </a:lnTo>
                  <a:lnTo>
                    <a:pt x="12135" y="7373"/>
                  </a:lnTo>
                  <a:lnTo>
                    <a:pt x="12600" y="7662"/>
                  </a:lnTo>
                  <a:lnTo>
                    <a:pt x="19693" y="13989"/>
                  </a:lnTo>
                  <a:lnTo>
                    <a:pt x="20250" y="14449"/>
                  </a:lnTo>
                  <a:lnTo>
                    <a:pt x="23340" y="16861"/>
                  </a:lnTo>
                  <a:lnTo>
                    <a:pt x="23828" y="17314"/>
                  </a:lnTo>
                  <a:lnTo>
                    <a:pt x="24163" y="17631"/>
                  </a:lnTo>
                  <a:lnTo>
                    <a:pt x="25565" y="16183"/>
                  </a:lnTo>
                  <a:lnTo>
                    <a:pt x="26948" y="14653"/>
                  </a:lnTo>
                  <a:lnTo>
                    <a:pt x="27134" y="14510"/>
                  </a:lnTo>
                  <a:lnTo>
                    <a:pt x="27391" y="14312"/>
                  </a:lnTo>
                  <a:lnTo>
                    <a:pt x="27532" y="14181"/>
                  </a:lnTo>
                  <a:lnTo>
                    <a:pt x="28451" y="13324"/>
                  </a:lnTo>
                  <a:lnTo>
                    <a:pt x="30165" y="11612"/>
                  </a:lnTo>
                  <a:lnTo>
                    <a:pt x="31448" y="10543"/>
                  </a:lnTo>
                  <a:lnTo>
                    <a:pt x="32180" y="9775"/>
                  </a:lnTo>
                  <a:lnTo>
                    <a:pt x="32751" y="9005"/>
                  </a:lnTo>
                  <a:lnTo>
                    <a:pt x="33331" y="9357"/>
                  </a:lnTo>
                  <a:lnTo>
                    <a:pt x="33568" y="9511"/>
                  </a:lnTo>
                  <a:lnTo>
                    <a:pt x="34745" y="10211"/>
                  </a:lnTo>
                  <a:lnTo>
                    <a:pt x="35551" y="10750"/>
                  </a:lnTo>
                  <a:lnTo>
                    <a:pt x="36415" y="9516"/>
                  </a:lnTo>
                  <a:lnTo>
                    <a:pt x="36860" y="8881"/>
                  </a:lnTo>
                  <a:lnTo>
                    <a:pt x="37474" y="9308"/>
                  </a:lnTo>
                  <a:lnTo>
                    <a:pt x="37928" y="8854"/>
                  </a:lnTo>
                  <a:lnTo>
                    <a:pt x="39514" y="9856"/>
                  </a:lnTo>
                  <a:lnTo>
                    <a:pt x="42082" y="7065"/>
                  </a:lnTo>
                  <a:lnTo>
                    <a:pt x="42018" y="6387"/>
                  </a:lnTo>
                  <a:lnTo>
                    <a:pt x="39800" y="4297"/>
                  </a:lnTo>
                  <a:lnTo>
                    <a:pt x="40702" y="3030"/>
                  </a:lnTo>
                  <a:lnTo>
                    <a:pt x="41183" y="1887"/>
                  </a:lnTo>
                  <a:lnTo>
                    <a:pt x="41251" y="1737"/>
                  </a:lnTo>
                  <a:lnTo>
                    <a:pt x="41470" y="1252"/>
                  </a:lnTo>
                  <a:lnTo>
                    <a:pt x="42037" y="0"/>
                  </a:lnTo>
                  <a:lnTo>
                    <a:pt x="45842" y="148"/>
                  </a:lnTo>
                  <a:lnTo>
                    <a:pt x="46448" y="277"/>
                  </a:lnTo>
                  <a:lnTo>
                    <a:pt x="46605" y="342"/>
                  </a:lnTo>
                  <a:lnTo>
                    <a:pt x="46489" y="1772"/>
                  </a:lnTo>
                  <a:lnTo>
                    <a:pt x="46395" y="2855"/>
                  </a:lnTo>
                  <a:lnTo>
                    <a:pt x="46388" y="3177"/>
                  </a:lnTo>
                  <a:lnTo>
                    <a:pt x="46377" y="3613"/>
                  </a:lnTo>
                  <a:lnTo>
                    <a:pt x="46374" y="3752"/>
                  </a:lnTo>
                  <a:lnTo>
                    <a:pt x="46399" y="40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2683404" y="2987248"/>
              <a:ext cx="170572" cy="182028"/>
            </a:xfrm>
            <a:custGeom>
              <a:avLst/>
              <a:pathLst>
                <a:path w="170572" h="182028">
                  <a:moveTo>
                    <a:pt x="157627" y="58353"/>
                  </a:moveTo>
                  <a:lnTo>
                    <a:pt x="158616" y="58386"/>
                  </a:lnTo>
                  <a:lnTo>
                    <a:pt x="158773" y="58378"/>
                  </a:lnTo>
                  <a:lnTo>
                    <a:pt x="159620" y="58335"/>
                  </a:lnTo>
                  <a:lnTo>
                    <a:pt x="159786" y="58326"/>
                  </a:lnTo>
                  <a:lnTo>
                    <a:pt x="160110" y="58310"/>
                  </a:lnTo>
                  <a:lnTo>
                    <a:pt x="160510" y="58326"/>
                  </a:lnTo>
                  <a:lnTo>
                    <a:pt x="163457" y="58446"/>
                  </a:lnTo>
                  <a:lnTo>
                    <a:pt x="164902" y="58524"/>
                  </a:lnTo>
                  <a:lnTo>
                    <a:pt x="165156" y="58537"/>
                  </a:lnTo>
                  <a:lnTo>
                    <a:pt x="168698" y="58601"/>
                  </a:lnTo>
                  <a:lnTo>
                    <a:pt x="169191" y="58620"/>
                  </a:lnTo>
                  <a:lnTo>
                    <a:pt x="169497" y="58631"/>
                  </a:lnTo>
                  <a:lnTo>
                    <a:pt x="170344" y="58663"/>
                  </a:lnTo>
                  <a:lnTo>
                    <a:pt x="170572" y="58672"/>
                  </a:lnTo>
                  <a:lnTo>
                    <a:pt x="170500" y="63370"/>
                  </a:lnTo>
                  <a:lnTo>
                    <a:pt x="170487" y="63497"/>
                  </a:lnTo>
                  <a:lnTo>
                    <a:pt x="170422" y="64138"/>
                  </a:lnTo>
                  <a:lnTo>
                    <a:pt x="170369" y="64657"/>
                  </a:lnTo>
                  <a:lnTo>
                    <a:pt x="170323" y="65110"/>
                  </a:lnTo>
                  <a:lnTo>
                    <a:pt x="170275" y="65454"/>
                  </a:lnTo>
                  <a:lnTo>
                    <a:pt x="170154" y="66321"/>
                  </a:lnTo>
                  <a:lnTo>
                    <a:pt x="170064" y="66964"/>
                  </a:lnTo>
                  <a:lnTo>
                    <a:pt x="169970" y="67636"/>
                  </a:lnTo>
                  <a:lnTo>
                    <a:pt x="169891" y="67847"/>
                  </a:lnTo>
                  <a:lnTo>
                    <a:pt x="169435" y="68444"/>
                  </a:lnTo>
                  <a:lnTo>
                    <a:pt x="169262" y="68671"/>
                  </a:lnTo>
                  <a:lnTo>
                    <a:pt x="169142" y="69034"/>
                  </a:lnTo>
                  <a:lnTo>
                    <a:pt x="168970" y="69554"/>
                  </a:lnTo>
                  <a:lnTo>
                    <a:pt x="168842" y="69995"/>
                  </a:lnTo>
                  <a:lnTo>
                    <a:pt x="168802" y="70134"/>
                  </a:lnTo>
                  <a:lnTo>
                    <a:pt x="168557" y="70981"/>
                  </a:lnTo>
                  <a:lnTo>
                    <a:pt x="167706" y="73924"/>
                  </a:lnTo>
                  <a:lnTo>
                    <a:pt x="166464" y="72523"/>
                  </a:lnTo>
                  <a:lnTo>
                    <a:pt x="165856" y="71838"/>
                  </a:lnTo>
                  <a:lnTo>
                    <a:pt x="164834" y="70877"/>
                  </a:lnTo>
                  <a:lnTo>
                    <a:pt x="162532" y="69512"/>
                  </a:lnTo>
                  <a:lnTo>
                    <a:pt x="161068" y="72034"/>
                  </a:lnTo>
                  <a:lnTo>
                    <a:pt x="160836" y="72390"/>
                  </a:lnTo>
                  <a:lnTo>
                    <a:pt x="160640" y="72692"/>
                  </a:lnTo>
                  <a:lnTo>
                    <a:pt x="159853" y="73903"/>
                  </a:lnTo>
                  <a:lnTo>
                    <a:pt x="159748" y="74067"/>
                  </a:lnTo>
                  <a:lnTo>
                    <a:pt x="159466" y="74506"/>
                  </a:lnTo>
                  <a:lnTo>
                    <a:pt x="159686" y="74961"/>
                  </a:lnTo>
                  <a:lnTo>
                    <a:pt x="159877" y="75356"/>
                  </a:lnTo>
                  <a:lnTo>
                    <a:pt x="160525" y="76010"/>
                  </a:lnTo>
                  <a:lnTo>
                    <a:pt x="161410" y="76964"/>
                  </a:lnTo>
                  <a:lnTo>
                    <a:pt x="161827" y="77592"/>
                  </a:lnTo>
                  <a:lnTo>
                    <a:pt x="161900" y="78140"/>
                  </a:lnTo>
                  <a:lnTo>
                    <a:pt x="161957" y="78727"/>
                  </a:lnTo>
                  <a:lnTo>
                    <a:pt x="161972" y="78878"/>
                  </a:lnTo>
                  <a:lnTo>
                    <a:pt x="162044" y="79611"/>
                  </a:lnTo>
                  <a:lnTo>
                    <a:pt x="161987" y="80142"/>
                  </a:lnTo>
                  <a:lnTo>
                    <a:pt x="161250" y="81119"/>
                  </a:lnTo>
                  <a:lnTo>
                    <a:pt x="160269" y="82830"/>
                  </a:lnTo>
                  <a:lnTo>
                    <a:pt x="159412" y="84325"/>
                  </a:lnTo>
                  <a:lnTo>
                    <a:pt x="159017" y="85425"/>
                  </a:lnTo>
                  <a:lnTo>
                    <a:pt x="158526" y="86068"/>
                  </a:lnTo>
                  <a:lnTo>
                    <a:pt x="158417" y="86212"/>
                  </a:lnTo>
                  <a:lnTo>
                    <a:pt x="157840" y="87042"/>
                  </a:lnTo>
                  <a:lnTo>
                    <a:pt x="157749" y="87174"/>
                  </a:lnTo>
                  <a:lnTo>
                    <a:pt x="156468" y="88989"/>
                  </a:lnTo>
                  <a:lnTo>
                    <a:pt x="155960" y="89710"/>
                  </a:lnTo>
                  <a:lnTo>
                    <a:pt x="155610" y="90363"/>
                  </a:lnTo>
                  <a:lnTo>
                    <a:pt x="155281" y="90855"/>
                  </a:lnTo>
                  <a:lnTo>
                    <a:pt x="154791" y="91372"/>
                  </a:lnTo>
                  <a:lnTo>
                    <a:pt x="152230" y="91851"/>
                  </a:lnTo>
                  <a:lnTo>
                    <a:pt x="150114" y="92247"/>
                  </a:lnTo>
                  <a:lnTo>
                    <a:pt x="150082" y="89203"/>
                  </a:lnTo>
                  <a:lnTo>
                    <a:pt x="147935" y="89748"/>
                  </a:lnTo>
                  <a:lnTo>
                    <a:pt x="145084" y="92696"/>
                  </a:lnTo>
                  <a:lnTo>
                    <a:pt x="141837" y="96022"/>
                  </a:lnTo>
                  <a:lnTo>
                    <a:pt x="138075" y="92203"/>
                  </a:lnTo>
                  <a:lnTo>
                    <a:pt x="137353" y="92720"/>
                  </a:lnTo>
                  <a:lnTo>
                    <a:pt x="137086" y="92911"/>
                  </a:lnTo>
                  <a:lnTo>
                    <a:pt x="136039" y="93661"/>
                  </a:lnTo>
                  <a:lnTo>
                    <a:pt x="133440" y="89767"/>
                  </a:lnTo>
                  <a:lnTo>
                    <a:pt x="132993" y="89098"/>
                  </a:lnTo>
                  <a:lnTo>
                    <a:pt x="131065" y="86210"/>
                  </a:lnTo>
                  <a:lnTo>
                    <a:pt x="129947" y="84534"/>
                  </a:lnTo>
                  <a:lnTo>
                    <a:pt x="129415" y="84375"/>
                  </a:lnTo>
                  <a:lnTo>
                    <a:pt x="127398" y="83771"/>
                  </a:lnTo>
                  <a:lnTo>
                    <a:pt x="123967" y="82743"/>
                  </a:lnTo>
                  <a:lnTo>
                    <a:pt x="123556" y="82582"/>
                  </a:lnTo>
                  <a:lnTo>
                    <a:pt x="121862" y="81918"/>
                  </a:lnTo>
                  <a:lnTo>
                    <a:pt x="121707" y="81907"/>
                  </a:lnTo>
                  <a:lnTo>
                    <a:pt x="118657" y="81704"/>
                  </a:lnTo>
                  <a:lnTo>
                    <a:pt x="117269" y="88433"/>
                  </a:lnTo>
                  <a:lnTo>
                    <a:pt x="124105" y="97511"/>
                  </a:lnTo>
                  <a:lnTo>
                    <a:pt x="135174" y="99596"/>
                  </a:lnTo>
                  <a:lnTo>
                    <a:pt x="137444" y="107340"/>
                  </a:lnTo>
                  <a:lnTo>
                    <a:pt x="118486" y="110010"/>
                  </a:lnTo>
                  <a:lnTo>
                    <a:pt x="119114" y="99448"/>
                  </a:lnTo>
                  <a:lnTo>
                    <a:pt x="117536" y="95610"/>
                  </a:lnTo>
                  <a:lnTo>
                    <a:pt x="116328" y="94188"/>
                  </a:lnTo>
                  <a:lnTo>
                    <a:pt x="110593" y="87653"/>
                  </a:lnTo>
                  <a:lnTo>
                    <a:pt x="111238" y="95800"/>
                  </a:lnTo>
                  <a:lnTo>
                    <a:pt x="105303" y="102280"/>
                  </a:lnTo>
                  <a:lnTo>
                    <a:pt x="106909" y="113586"/>
                  </a:lnTo>
                  <a:lnTo>
                    <a:pt x="113061" y="115124"/>
                  </a:lnTo>
                  <a:lnTo>
                    <a:pt x="113061" y="118456"/>
                  </a:lnTo>
                  <a:lnTo>
                    <a:pt x="117162" y="120507"/>
                  </a:lnTo>
                  <a:lnTo>
                    <a:pt x="118187" y="128838"/>
                  </a:lnTo>
                  <a:lnTo>
                    <a:pt x="120366" y="134477"/>
                  </a:lnTo>
                  <a:lnTo>
                    <a:pt x="121776" y="138835"/>
                  </a:lnTo>
                  <a:lnTo>
                    <a:pt x="120061" y="141857"/>
                  </a:lnTo>
                  <a:lnTo>
                    <a:pt x="124468" y="149345"/>
                  </a:lnTo>
                  <a:lnTo>
                    <a:pt x="128825" y="150883"/>
                  </a:lnTo>
                  <a:lnTo>
                    <a:pt x="134080" y="151780"/>
                  </a:lnTo>
                  <a:lnTo>
                    <a:pt x="136387" y="154728"/>
                  </a:lnTo>
                  <a:lnTo>
                    <a:pt x="137797" y="159086"/>
                  </a:lnTo>
                  <a:lnTo>
                    <a:pt x="136644" y="163187"/>
                  </a:lnTo>
                  <a:lnTo>
                    <a:pt x="141258" y="166776"/>
                  </a:lnTo>
                  <a:lnTo>
                    <a:pt x="141258" y="168955"/>
                  </a:lnTo>
                  <a:lnTo>
                    <a:pt x="147538" y="172415"/>
                  </a:lnTo>
                  <a:lnTo>
                    <a:pt x="145103" y="177670"/>
                  </a:lnTo>
                  <a:lnTo>
                    <a:pt x="132927" y="171134"/>
                  </a:lnTo>
                  <a:lnTo>
                    <a:pt x="126518" y="182028"/>
                  </a:lnTo>
                  <a:lnTo>
                    <a:pt x="118700" y="178055"/>
                  </a:lnTo>
                  <a:lnTo>
                    <a:pt x="120238" y="173825"/>
                  </a:lnTo>
                  <a:lnTo>
                    <a:pt x="121904" y="170108"/>
                  </a:lnTo>
                  <a:lnTo>
                    <a:pt x="124083" y="166263"/>
                  </a:lnTo>
                  <a:lnTo>
                    <a:pt x="125493" y="163572"/>
                  </a:lnTo>
                  <a:lnTo>
                    <a:pt x="124083" y="162034"/>
                  </a:lnTo>
                  <a:lnTo>
                    <a:pt x="120623" y="162034"/>
                  </a:lnTo>
                  <a:lnTo>
                    <a:pt x="117290" y="161905"/>
                  </a:lnTo>
                  <a:lnTo>
                    <a:pt x="112548" y="160496"/>
                  </a:lnTo>
                  <a:lnTo>
                    <a:pt x="108447" y="158060"/>
                  </a:lnTo>
                  <a:lnTo>
                    <a:pt x="104217" y="155369"/>
                  </a:lnTo>
                  <a:lnTo>
                    <a:pt x="100244" y="151524"/>
                  </a:lnTo>
                  <a:lnTo>
                    <a:pt x="97424" y="144859"/>
                  </a:lnTo>
                  <a:lnTo>
                    <a:pt x="96014" y="141399"/>
                  </a:lnTo>
                  <a:lnTo>
                    <a:pt x="94220" y="138451"/>
                  </a:lnTo>
                  <a:lnTo>
                    <a:pt x="93835" y="134477"/>
                  </a:lnTo>
                  <a:lnTo>
                    <a:pt x="92810" y="131914"/>
                  </a:lnTo>
                  <a:lnTo>
                    <a:pt x="90887" y="128582"/>
                  </a:lnTo>
                  <a:lnTo>
                    <a:pt x="91528" y="124737"/>
                  </a:lnTo>
                  <a:lnTo>
                    <a:pt x="91657" y="121020"/>
                  </a:lnTo>
                  <a:lnTo>
                    <a:pt x="89478" y="115637"/>
                  </a:lnTo>
                  <a:lnTo>
                    <a:pt x="92749" y="102598"/>
                  </a:lnTo>
                  <a:lnTo>
                    <a:pt x="85139" y="95789"/>
                  </a:lnTo>
                  <a:lnTo>
                    <a:pt x="78358" y="96488"/>
                  </a:lnTo>
                  <a:lnTo>
                    <a:pt x="75421" y="98410"/>
                  </a:lnTo>
                  <a:lnTo>
                    <a:pt x="77450" y="106100"/>
                  </a:lnTo>
                  <a:lnTo>
                    <a:pt x="76382" y="108877"/>
                  </a:lnTo>
                  <a:lnTo>
                    <a:pt x="76681" y="112347"/>
                  </a:lnTo>
                  <a:lnTo>
                    <a:pt x="78113" y="111791"/>
                  </a:lnTo>
                  <a:lnTo>
                    <a:pt x="80476" y="115075"/>
                  </a:lnTo>
                  <a:lnTo>
                    <a:pt x="73867" y="118800"/>
                  </a:lnTo>
                  <a:lnTo>
                    <a:pt x="73613" y="118045"/>
                  </a:lnTo>
                  <a:lnTo>
                    <a:pt x="70561" y="109999"/>
                  </a:lnTo>
                  <a:lnTo>
                    <a:pt x="71384" y="108248"/>
                  </a:lnTo>
                  <a:lnTo>
                    <a:pt x="69397" y="108159"/>
                  </a:lnTo>
                  <a:lnTo>
                    <a:pt x="68339" y="106831"/>
                  </a:lnTo>
                  <a:lnTo>
                    <a:pt x="68004" y="106411"/>
                  </a:lnTo>
                  <a:lnTo>
                    <a:pt x="67416" y="104972"/>
                  </a:lnTo>
                  <a:lnTo>
                    <a:pt x="67107" y="104215"/>
                  </a:lnTo>
                  <a:lnTo>
                    <a:pt x="65984" y="100466"/>
                  </a:lnTo>
                  <a:lnTo>
                    <a:pt x="65694" y="100328"/>
                  </a:lnTo>
                  <a:lnTo>
                    <a:pt x="64096" y="99531"/>
                  </a:lnTo>
                  <a:lnTo>
                    <a:pt x="63629" y="98831"/>
                  </a:lnTo>
                  <a:lnTo>
                    <a:pt x="62698" y="98226"/>
                  </a:lnTo>
                  <a:lnTo>
                    <a:pt x="56659" y="92217"/>
                  </a:lnTo>
                  <a:lnTo>
                    <a:pt x="54619" y="90999"/>
                  </a:lnTo>
                  <a:lnTo>
                    <a:pt x="52512" y="89805"/>
                  </a:lnTo>
                  <a:lnTo>
                    <a:pt x="49800" y="87975"/>
                  </a:lnTo>
                  <a:lnTo>
                    <a:pt x="49307" y="87642"/>
                  </a:lnTo>
                  <a:lnTo>
                    <a:pt x="48624" y="87172"/>
                  </a:lnTo>
                  <a:lnTo>
                    <a:pt x="48211" y="86875"/>
                  </a:lnTo>
                  <a:lnTo>
                    <a:pt x="48327" y="86676"/>
                  </a:lnTo>
                  <a:lnTo>
                    <a:pt x="48398" y="86460"/>
                  </a:lnTo>
                  <a:lnTo>
                    <a:pt x="48667" y="85639"/>
                  </a:lnTo>
                  <a:lnTo>
                    <a:pt x="48759" y="85361"/>
                  </a:lnTo>
                  <a:lnTo>
                    <a:pt x="49080" y="84875"/>
                  </a:lnTo>
                  <a:lnTo>
                    <a:pt x="51013" y="82294"/>
                  </a:lnTo>
                  <a:lnTo>
                    <a:pt x="49924" y="81561"/>
                  </a:lnTo>
                  <a:lnTo>
                    <a:pt x="40441" y="75180"/>
                  </a:lnTo>
                  <a:lnTo>
                    <a:pt x="34042" y="70873"/>
                  </a:lnTo>
                  <a:lnTo>
                    <a:pt x="25388" y="65050"/>
                  </a:lnTo>
                  <a:lnTo>
                    <a:pt x="25050" y="64823"/>
                  </a:lnTo>
                  <a:lnTo>
                    <a:pt x="24273" y="64300"/>
                  </a:lnTo>
                  <a:lnTo>
                    <a:pt x="18824" y="60633"/>
                  </a:lnTo>
                  <a:lnTo>
                    <a:pt x="15854" y="58635"/>
                  </a:lnTo>
                  <a:lnTo>
                    <a:pt x="12495" y="56375"/>
                  </a:lnTo>
                  <a:lnTo>
                    <a:pt x="11389" y="55630"/>
                  </a:lnTo>
                  <a:lnTo>
                    <a:pt x="8388" y="53610"/>
                  </a:lnTo>
                  <a:lnTo>
                    <a:pt x="1163" y="48749"/>
                  </a:lnTo>
                  <a:lnTo>
                    <a:pt x="0" y="47897"/>
                  </a:lnTo>
                  <a:lnTo>
                    <a:pt x="408" y="47312"/>
                  </a:lnTo>
                  <a:lnTo>
                    <a:pt x="501" y="47178"/>
                  </a:lnTo>
                  <a:lnTo>
                    <a:pt x="843" y="46688"/>
                  </a:lnTo>
                  <a:lnTo>
                    <a:pt x="958" y="46524"/>
                  </a:lnTo>
                  <a:lnTo>
                    <a:pt x="1161" y="46233"/>
                  </a:lnTo>
                  <a:lnTo>
                    <a:pt x="1859" y="45233"/>
                  </a:lnTo>
                  <a:lnTo>
                    <a:pt x="2755" y="43949"/>
                  </a:lnTo>
                  <a:lnTo>
                    <a:pt x="3046" y="43533"/>
                  </a:lnTo>
                  <a:lnTo>
                    <a:pt x="4473" y="41489"/>
                  </a:lnTo>
                  <a:lnTo>
                    <a:pt x="5315" y="40282"/>
                  </a:lnTo>
                  <a:lnTo>
                    <a:pt x="5748" y="39662"/>
                  </a:lnTo>
                  <a:lnTo>
                    <a:pt x="7307" y="37428"/>
                  </a:lnTo>
                  <a:lnTo>
                    <a:pt x="8461" y="35774"/>
                  </a:lnTo>
                  <a:lnTo>
                    <a:pt x="8682" y="35458"/>
                  </a:lnTo>
                  <a:lnTo>
                    <a:pt x="8869" y="35213"/>
                  </a:lnTo>
                  <a:lnTo>
                    <a:pt x="10207" y="33458"/>
                  </a:lnTo>
                  <a:lnTo>
                    <a:pt x="10712" y="32796"/>
                  </a:lnTo>
                  <a:lnTo>
                    <a:pt x="11009" y="32372"/>
                  </a:lnTo>
                  <a:lnTo>
                    <a:pt x="12236" y="30617"/>
                  </a:lnTo>
                  <a:lnTo>
                    <a:pt x="12626" y="30060"/>
                  </a:lnTo>
                  <a:lnTo>
                    <a:pt x="13191" y="29252"/>
                  </a:lnTo>
                  <a:lnTo>
                    <a:pt x="14155" y="27829"/>
                  </a:lnTo>
                  <a:lnTo>
                    <a:pt x="14504" y="27314"/>
                  </a:lnTo>
                  <a:lnTo>
                    <a:pt x="14998" y="26584"/>
                  </a:lnTo>
                  <a:lnTo>
                    <a:pt x="15883" y="25278"/>
                  </a:lnTo>
                  <a:lnTo>
                    <a:pt x="16828" y="23884"/>
                  </a:lnTo>
                  <a:lnTo>
                    <a:pt x="17200" y="23334"/>
                  </a:lnTo>
                  <a:lnTo>
                    <a:pt x="17529" y="22915"/>
                  </a:lnTo>
                  <a:lnTo>
                    <a:pt x="19012" y="21022"/>
                  </a:lnTo>
                  <a:lnTo>
                    <a:pt x="20086" y="19556"/>
                  </a:lnTo>
                  <a:lnTo>
                    <a:pt x="20473" y="19027"/>
                  </a:lnTo>
                  <a:lnTo>
                    <a:pt x="20762" y="18632"/>
                  </a:lnTo>
                  <a:lnTo>
                    <a:pt x="20920" y="18416"/>
                  </a:lnTo>
                  <a:lnTo>
                    <a:pt x="21538" y="17655"/>
                  </a:lnTo>
                  <a:lnTo>
                    <a:pt x="22050" y="17024"/>
                  </a:lnTo>
                  <a:lnTo>
                    <a:pt x="22929" y="15941"/>
                  </a:lnTo>
                  <a:lnTo>
                    <a:pt x="26175" y="11752"/>
                  </a:lnTo>
                  <a:lnTo>
                    <a:pt x="26760" y="11124"/>
                  </a:lnTo>
                  <a:lnTo>
                    <a:pt x="27257" y="10601"/>
                  </a:lnTo>
                  <a:lnTo>
                    <a:pt x="27412" y="10449"/>
                  </a:lnTo>
                  <a:lnTo>
                    <a:pt x="28352" y="9527"/>
                  </a:lnTo>
                  <a:lnTo>
                    <a:pt x="29190" y="8704"/>
                  </a:lnTo>
                  <a:lnTo>
                    <a:pt x="29373" y="8524"/>
                  </a:lnTo>
                  <a:lnTo>
                    <a:pt x="34184" y="3978"/>
                  </a:lnTo>
                  <a:lnTo>
                    <a:pt x="35250" y="3336"/>
                  </a:lnTo>
                  <a:lnTo>
                    <a:pt x="36179" y="2777"/>
                  </a:lnTo>
                  <a:lnTo>
                    <a:pt x="36730" y="2454"/>
                  </a:lnTo>
                  <a:lnTo>
                    <a:pt x="37197" y="2240"/>
                  </a:lnTo>
                  <a:lnTo>
                    <a:pt x="38647" y="1576"/>
                  </a:lnTo>
                  <a:lnTo>
                    <a:pt x="38865" y="1476"/>
                  </a:lnTo>
                  <a:lnTo>
                    <a:pt x="42088" y="0"/>
                  </a:lnTo>
                  <a:lnTo>
                    <a:pt x="42579" y="1258"/>
                  </a:lnTo>
                  <a:lnTo>
                    <a:pt x="42847" y="1945"/>
                  </a:lnTo>
                  <a:lnTo>
                    <a:pt x="43277" y="3046"/>
                  </a:lnTo>
                  <a:lnTo>
                    <a:pt x="43337" y="3199"/>
                  </a:lnTo>
                  <a:lnTo>
                    <a:pt x="43565" y="3782"/>
                  </a:lnTo>
                  <a:lnTo>
                    <a:pt x="43900" y="4319"/>
                  </a:lnTo>
                  <a:lnTo>
                    <a:pt x="44020" y="4602"/>
                  </a:lnTo>
                  <a:lnTo>
                    <a:pt x="47123" y="11906"/>
                  </a:lnTo>
                  <a:lnTo>
                    <a:pt x="47275" y="12264"/>
                  </a:lnTo>
                  <a:lnTo>
                    <a:pt x="49588" y="17709"/>
                  </a:lnTo>
                  <a:lnTo>
                    <a:pt x="50322" y="19356"/>
                  </a:lnTo>
                  <a:lnTo>
                    <a:pt x="50671" y="20138"/>
                  </a:lnTo>
                  <a:lnTo>
                    <a:pt x="50949" y="20693"/>
                  </a:lnTo>
                  <a:lnTo>
                    <a:pt x="52199" y="23184"/>
                  </a:lnTo>
                  <a:lnTo>
                    <a:pt x="52637" y="23865"/>
                  </a:lnTo>
                  <a:lnTo>
                    <a:pt x="53209" y="24754"/>
                  </a:lnTo>
                  <a:lnTo>
                    <a:pt x="53426" y="25090"/>
                  </a:lnTo>
                  <a:lnTo>
                    <a:pt x="54085" y="25813"/>
                  </a:lnTo>
                  <a:lnTo>
                    <a:pt x="55348" y="27200"/>
                  </a:lnTo>
                  <a:lnTo>
                    <a:pt x="55733" y="27623"/>
                  </a:lnTo>
                  <a:lnTo>
                    <a:pt x="56214" y="27987"/>
                  </a:lnTo>
                  <a:lnTo>
                    <a:pt x="57177" y="28718"/>
                  </a:lnTo>
                  <a:lnTo>
                    <a:pt x="58694" y="29869"/>
                  </a:lnTo>
                  <a:lnTo>
                    <a:pt x="59421" y="30324"/>
                  </a:lnTo>
                  <a:lnTo>
                    <a:pt x="60514" y="31008"/>
                  </a:lnTo>
                  <a:lnTo>
                    <a:pt x="63497" y="32216"/>
                  </a:lnTo>
                  <a:lnTo>
                    <a:pt x="64505" y="32480"/>
                  </a:lnTo>
                  <a:lnTo>
                    <a:pt x="65217" y="32667"/>
                  </a:lnTo>
                  <a:lnTo>
                    <a:pt x="66664" y="33046"/>
                  </a:lnTo>
                  <a:lnTo>
                    <a:pt x="67410" y="33119"/>
                  </a:lnTo>
                  <a:lnTo>
                    <a:pt x="68033" y="33180"/>
                  </a:lnTo>
                  <a:lnTo>
                    <a:pt x="68294" y="33205"/>
                  </a:lnTo>
                  <a:lnTo>
                    <a:pt x="68506" y="33226"/>
                  </a:lnTo>
                  <a:lnTo>
                    <a:pt x="68719" y="33246"/>
                  </a:lnTo>
                  <a:lnTo>
                    <a:pt x="69194" y="33272"/>
                  </a:lnTo>
                  <a:lnTo>
                    <a:pt x="69393" y="33283"/>
                  </a:lnTo>
                  <a:lnTo>
                    <a:pt x="69821" y="33307"/>
                  </a:lnTo>
                  <a:lnTo>
                    <a:pt x="70040" y="33319"/>
                  </a:lnTo>
                  <a:lnTo>
                    <a:pt x="70594" y="33349"/>
                  </a:lnTo>
                  <a:lnTo>
                    <a:pt x="71457" y="33397"/>
                  </a:lnTo>
                  <a:lnTo>
                    <a:pt x="72777" y="33495"/>
                  </a:lnTo>
                  <a:lnTo>
                    <a:pt x="73339" y="33537"/>
                  </a:lnTo>
                  <a:lnTo>
                    <a:pt x="75211" y="33677"/>
                  </a:lnTo>
                  <a:lnTo>
                    <a:pt x="76468" y="33771"/>
                  </a:lnTo>
                  <a:lnTo>
                    <a:pt x="76914" y="33811"/>
                  </a:lnTo>
                  <a:lnTo>
                    <a:pt x="77096" y="33827"/>
                  </a:lnTo>
                  <a:lnTo>
                    <a:pt x="78629" y="33966"/>
                  </a:lnTo>
                  <a:lnTo>
                    <a:pt x="79177" y="34015"/>
                  </a:lnTo>
                  <a:lnTo>
                    <a:pt x="79955" y="34086"/>
                  </a:lnTo>
                  <a:lnTo>
                    <a:pt x="81108" y="34190"/>
                  </a:lnTo>
                  <a:lnTo>
                    <a:pt x="82145" y="34283"/>
                  </a:lnTo>
                  <a:lnTo>
                    <a:pt x="82984" y="34359"/>
                  </a:lnTo>
                  <a:lnTo>
                    <a:pt x="83777" y="34431"/>
                  </a:lnTo>
                  <a:lnTo>
                    <a:pt x="83997" y="34450"/>
                  </a:lnTo>
                  <a:lnTo>
                    <a:pt x="84540" y="34500"/>
                  </a:lnTo>
                  <a:lnTo>
                    <a:pt x="84842" y="34527"/>
                  </a:lnTo>
                  <a:lnTo>
                    <a:pt x="85405" y="34578"/>
                  </a:lnTo>
                  <a:lnTo>
                    <a:pt x="85899" y="34622"/>
                  </a:lnTo>
                  <a:lnTo>
                    <a:pt x="86324" y="34647"/>
                  </a:lnTo>
                  <a:lnTo>
                    <a:pt x="86648" y="34666"/>
                  </a:lnTo>
                  <a:lnTo>
                    <a:pt x="86950" y="34684"/>
                  </a:lnTo>
                  <a:lnTo>
                    <a:pt x="88033" y="34797"/>
                  </a:lnTo>
                  <a:lnTo>
                    <a:pt x="88579" y="34854"/>
                  </a:lnTo>
                  <a:lnTo>
                    <a:pt x="89029" y="34903"/>
                  </a:lnTo>
                  <a:lnTo>
                    <a:pt x="89526" y="34974"/>
                  </a:lnTo>
                  <a:lnTo>
                    <a:pt x="89980" y="35038"/>
                  </a:lnTo>
                  <a:lnTo>
                    <a:pt x="90534" y="35081"/>
                  </a:lnTo>
                  <a:lnTo>
                    <a:pt x="91074" y="35123"/>
                  </a:lnTo>
                  <a:lnTo>
                    <a:pt x="91253" y="35145"/>
                  </a:lnTo>
                  <a:lnTo>
                    <a:pt x="91831" y="35217"/>
                  </a:lnTo>
                  <a:lnTo>
                    <a:pt x="92207" y="35264"/>
                  </a:lnTo>
                  <a:lnTo>
                    <a:pt x="92689" y="35324"/>
                  </a:lnTo>
                  <a:lnTo>
                    <a:pt x="93098" y="35375"/>
                  </a:lnTo>
                  <a:lnTo>
                    <a:pt x="93558" y="35433"/>
                  </a:lnTo>
                  <a:lnTo>
                    <a:pt x="93888" y="35490"/>
                  </a:lnTo>
                  <a:lnTo>
                    <a:pt x="94396" y="35579"/>
                  </a:lnTo>
                  <a:lnTo>
                    <a:pt x="94566" y="35652"/>
                  </a:lnTo>
                  <a:lnTo>
                    <a:pt x="95396" y="36007"/>
                  </a:lnTo>
                  <a:lnTo>
                    <a:pt x="96197" y="36586"/>
                  </a:lnTo>
                  <a:lnTo>
                    <a:pt x="96598" y="36875"/>
                  </a:lnTo>
                  <a:lnTo>
                    <a:pt x="97361" y="37502"/>
                  </a:lnTo>
                  <a:lnTo>
                    <a:pt x="99361" y="39145"/>
                  </a:lnTo>
                  <a:lnTo>
                    <a:pt x="99520" y="39281"/>
                  </a:lnTo>
                  <a:lnTo>
                    <a:pt x="100832" y="40407"/>
                  </a:lnTo>
                  <a:lnTo>
                    <a:pt x="102089" y="41486"/>
                  </a:lnTo>
                  <a:lnTo>
                    <a:pt x="102419" y="41769"/>
                  </a:lnTo>
                  <a:lnTo>
                    <a:pt x="102706" y="42015"/>
                  </a:lnTo>
                  <a:lnTo>
                    <a:pt x="103545" y="42710"/>
                  </a:lnTo>
                  <a:lnTo>
                    <a:pt x="103837" y="42952"/>
                  </a:lnTo>
                  <a:lnTo>
                    <a:pt x="103985" y="43074"/>
                  </a:lnTo>
                  <a:lnTo>
                    <a:pt x="104995" y="43963"/>
                  </a:lnTo>
                  <a:lnTo>
                    <a:pt x="106614" y="45046"/>
                  </a:lnTo>
                  <a:lnTo>
                    <a:pt x="107037" y="45251"/>
                  </a:lnTo>
                  <a:lnTo>
                    <a:pt x="107169" y="45314"/>
                  </a:lnTo>
                  <a:lnTo>
                    <a:pt x="107478" y="45464"/>
                  </a:lnTo>
                  <a:lnTo>
                    <a:pt x="107743" y="45599"/>
                  </a:lnTo>
                  <a:lnTo>
                    <a:pt x="107905" y="45682"/>
                  </a:lnTo>
                  <a:lnTo>
                    <a:pt x="108320" y="45894"/>
                  </a:lnTo>
                  <a:lnTo>
                    <a:pt x="108888" y="46185"/>
                  </a:lnTo>
                  <a:lnTo>
                    <a:pt x="109431" y="46463"/>
                  </a:lnTo>
                  <a:lnTo>
                    <a:pt x="111374" y="47192"/>
                  </a:lnTo>
                  <a:lnTo>
                    <a:pt x="114597" y="48260"/>
                  </a:lnTo>
                  <a:lnTo>
                    <a:pt x="114975" y="48302"/>
                  </a:lnTo>
                  <a:lnTo>
                    <a:pt x="115158" y="48323"/>
                  </a:lnTo>
                  <a:lnTo>
                    <a:pt x="116313" y="48452"/>
                  </a:lnTo>
                  <a:lnTo>
                    <a:pt x="118420" y="48592"/>
                  </a:lnTo>
                  <a:lnTo>
                    <a:pt x="122416" y="48857"/>
                  </a:lnTo>
                  <a:lnTo>
                    <a:pt x="123694" y="48971"/>
                  </a:lnTo>
                  <a:lnTo>
                    <a:pt x="124062" y="49004"/>
                  </a:lnTo>
                  <a:lnTo>
                    <a:pt x="124982" y="49414"/>
                  </a:lnTo>
                  <a:lnTo>
                    <a:pt x="130066" y="51679"/>
                  </a:lnTo>
                  <a:lnTo>
                    <a:pt x="130677" y="51951"/>
                  </a:lnTo>
                  <a:lnTo>
                    <a:pt x="132868" y="53069"/>
                  </a:lnTo>
                  <a:lnTo>
                    <a:pt x="133057" y="53165"/>
                  </a:lnTo>
                  <a:lnTo>
                    <a:pt x="133891" y="53591"/>
                  </a:lnTo>
                  <a:lnTo>
                    <a:pt x="134148" y="53722"/>
                  </a:lnTo>
                  <a:lnTo>
                    <a:pt x="134381" y="53828"/>
                  </a:lnTo>
                  <a:lnTo>
                    <a:pt x="136589" y="54840"/>
                  </a:lnTo>
                  <a:lnTo>
                    <a:pt x="136843" y="54956"/>
                  </a:lnTo>
                  <a:lnTo>
                    <a:pt x="138272" y="55610"/>
                  </a:lnTo>
                  <a:lnTo>
                    <a:pt x="138506" y="55717"/>
                  </a:lnTo>
                  <a:lnTo>
                    <a:pt x="139451" y="56150"/>
                  </a:lnTo>
                  <a:lnTo>
                    <a:pt x="139936" y="56372"/>
                  </a:lnTo>
                  <a:lnTo>
                    <a:pt x="142405" y="57503"/>
                  </a:lnTo>
                  <a:lnTo>
                    <a:pt x="142729" y="57523"/>
                  </a:lnTo>
                  <a:lnTo>
                    <a:pt x="143193" y="57551"/>
                  </a:lnTo>
                  <a:lnTo>
                    <a:pt x="148492" y="57871"/>
                  </a:lnTo>
                  <a:lnTo>
                    <a:pt x="150090" y="57968"/>
                  </a:lnTo>
                  <a:lnTo>
                    <a:pt x="154463" y="58232"/>
                  </a:lnTo>
                  <a:lnTo>
                    <a:pt x="154630" y="58242"/>
                  </a:lnTo>
                  <a:lnTo>
                    <a:pt x="155034" y="58266"/>
                  </a:lnTo>
                  <a:lnTo>
                    <a:pt x="155163" y="58270"/>
                  </a:lnTo>
                  <a:lnTo>
                    <a:pt x="155551" y="58283"/>
                  </a:lnTo>
                  <a:lnTo>
                    <a:pt x="156119" y="58302"/>
                  </a:lnTo>
                  <a:lnTo>
                    <a:pt x="156735" y="58323"/>
                  </a:lnTo>
                  <a:lnTo>
                    <a:pt x="157495" y="583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2636150" y="2920858"/>
              <a:ext cx="89342" cy="114335"/>
            </a:xfrm>
            <a:custGeom>
              <a:avLst/>
              <a:pathLst>
                <a:path w="89342" h="114335">
                  <a:moveTo>
                    <a:pt x="83231" y="52343"/>
                  </a:moveTo>
                  <a:lnTo>
                    <a:pt x="85861" y="58490"/>
                  </a:lnTo>
                  <a:lnTo>
                    <a:pt x="86281" y="59470"/>
                  </a:lnTo>
                  <a:lnTo>
                    <a:pt x="86619" y="60260"/>
                  </a:lnTo>
                  <a:lnTo>
                    <a:pt x="87928" y="63206"/>
                  </a:lnTo>
                  <a:lnTo>
                    <a:pt x="88979" y="65573"/>
                  </a:lnTo>
                  <a:lnTo>
                    <a:pt x="89124" y="65898"/>
                  </a:lnTo>
                  <a:lnTo>
                    <a:pt x="89342" y="66390"/>
                  </a:lnTo>
                  <a:lnTo>
                    <a:pt x="86119" y="67867"/>
                  </a:lnTo>
                  <a:lnTo>
                    <a:pt x="85901" y="67967"/>
                  </a:lnTo>
                  <a:lnTo>
                    <a:pt x="84451" y="68631"/>
                  </a:lnTo>
                  <a:lnTo>
                    <a:pt x="83922" y="68873"/>
                  </a:lnTo>
                  <a:lnTo>
                    <a:pt x="83433" y="69168"/>
                  </a:lnTo>
                  <a:lnTo>
                    <a:pt x="82505" y="69727"/>
                  </a:lnTo>
                  <a:lnTo>
                    <a:pt x="81438" y="70369"/>
                  </a:lnTo>
                  <a:lnTo>
                    <a:pt x="76628" y="74914"/>
                  </a:lnTo>
                  <a:lnTo>
                    <a:pt x="76445" y="75094"/>
                  </a:lnTo>
                  <a:lnTo>
                    <a:pt x="75606" y="75918"/>
                  </a:lnTo>
                  <a:lnTo>
                    <a:pt x="74666" y="76840"/>
                  </a:lnTo>
                  <a:lnTo>
                    <a:pt x="74219" y="77295"/>
                  </a:lnTo>
                  <a:lnTo>
                    <a:pt x="74014" y="77515"/>
                  </a:lnTo>
                  <a:lnTo>
                    <a:pt x="73225" y="78363"/>
                  </a:lnTo>
                  <a:lnTo>
                    <a:pt x="70183" y="82332"/>
                  </a:lnTo>
                  <a:lnTo>
                    <a:pt x="69304" y="83414"/>
                  </a:lnTo>
                  <a:lnTo>
                    <a:pt x="68792" y="84045"/>
                  </a:lnTo>
                  <a:lnTo>
                    <a:pt x="68174" y="84807"/>
                  </a:lnTo>
                  <a:lnTo>
                    <a:pt x="68017" y="85022"/>
                  </a:lnTo>
                  <a:lnTo>
                    <a:pt x="67727" y="85418"/>
                  </a:lnTo>
                  <a:lnTo>
                    <a:pt x="67340" y="85946"/>
                  </a:lnTo>
                  <a:lnTo>
                    <a:pt x="66267" y="87413"/>
                  </a:lnTo>
                  <a:lnTo>
                    <a:pt x="64783" y="89306"/>
                  </a:lnTo>
                  <a:lnTo>
                    <a:pt x="64454" y="89725"/>
                  </a:lnTo>
                  <a:lnTo>
                    <a:pt x="64082" y="90274"/>
                  </a:lnTo>
                  <a:lnTo>
                    <a:pt x="63137" y="91668"/>
                  </a:lnTo>
                  <a:lnTo>
                    <a:pt x="62252" y="92975"/>
                  </a:lnTo>
                  <a:lnTo>
                    <a:pt x="61758" y="93704"/>
                  </a:lnTo>
                  <a:lnTo>
                    <a:pt x="61409" y="94220"/>
                  </a:lnTo>
                  <a:lnTo>
                    <a:pt x="60445" y="95643"/>
                  </a:lnTo>
                  <a:lnTo>
                    <a:pt x="59880" y="96451"/>
                  </a:lnTo>
                  <a:lnTo>
                    <a:pt x="59422" y="97105"/>
                  </a:lnTo>
                  <a:lnTo>
                    <a:pt x="58263" y="98763"/>
                  </a:lnTo>
                  <a:lnTo>
                    <a:pt x="57966" y="99187"/>
                  </a:lnTo>
                  <a:lnTo>
                    <a:pt x="57430" y="99890"/>
                  </a:lnTo>
                  <a:lnTo>
                    <a:pt x="56123" y="101603"/>
                  </a:lnTo>
                  <a:lnTo>
                    <a:pt x="55936" y="101848"/>
                  </a:lnTo>
                  <a:lnTo>
                    <a:pt x="55715" y="102165"/>
                  </a:lnTo>
                  <a:lnTo>
                    <a:pt x="54561" y="103819"/>
                  </a:lnTo>
                  <a:lnTo>
                    <a:pt x="53002" y="106053"/>
                  </a:lnTo>
                  <a:lnTo>
                    <a:pt x="52569" y="106673"/>
                  </a:lnTo>
                  <a:lnTo>
                    <a:pt x="51727" y="107879"/>
                  </a:lnTo>
                  <a:lnTo>
                    <a:pt x="50300" y="109923"/>
                  </a:lnTo>
                  <a:lnTo>
                    <a:pt x="50009" y="110340"/>
                  </a:lnTo>
                  <a:lnTo>
                    <a:pt x="49113" y="111624"/>
                  </a:lnTo>
                  <a:lnTo>
                    <a:pt x="48416" y="112623"/>
                  </a:lnTo>
                  <a:lnTo>
                    <a:pt x="48212" y="112915"/>
                  </a:lnTo>
                  <a:lnTo>
                    <a:pt x="48098" y="113079"/>
                  </a:lnTo>
                  <a:lnTo>
                    <a:pt x="47756" y="113569"/>
                  </a:lnTo>
                  <a:lnTo>
                    <a:pt x="47662" y="113703"/>
                  </a:lnTo>
                  <a:lnTo>
                    <a:pt x="47221" y="114335"/>
                  </a:lnTo>
                  <a:lnTo>
                    <a:pt x="46975" y="114164"/>
                  </a:lnTo>
                  <a:lnTo>
                    <a:pt x="46475" y="113795"/>
                  </a:lnTo>
                  <a:lnTo>
                    <a:pt x="41883" y="110412"/>
                  </a:lnTo>
                  <a:lnTo>
                    <a:pt x="40895" y="109685"/>
                  </a:lnTo>
                  <a:lnTo>
                    <a:pt x="39979" y="108854"/>
                  </a:lnTo>
                  <a:lnTo>
                    <a:pt x="38350" y="107378"/>
                  </a:lnTo>
                  <a:lnTo>
                    <a:pt x="38038" y="107094"/>
                  </a:lnTo>
                  <a:lnTo>
                    <a:pt x="36692" y="105604"/>
                  </a:lnTo>
                  <a:lnTo>
                    <a:pt x="35373" y="104144"/>
                  </a:lnTo>
                  <a:lnTo>
                    <a:pt x="35110" y="103852"/>
                  </a:lnTo>
                  <a:lnTo>
                    <a:pt x="34979" y="103672"/>
                  </a:lnTo>
                  <a:lnTo>
                    <a:pt x="31973" y="99525"/>
                  </a:lnTo>
                  <a:lnTo>
                    <a:pt x="31729" y="99188"/>
                  </a:lnTo>
                  <a:lnTo>
                    <a:pt x="28838" y="95200"/>
                  </a:lnTo>
                  <a:lnTo>
                    <a:pt x="28479" y="94704"/>
                  </a:lnTo>
                  <a:lnTo>
                    <a:pt x="25437" y="90351"/>
                  </a:lnTo>
                  <a:lnTo>
                    <a:pt x="30004" y="87036"/>
                  </a:lnTo>
                  <a:lnTo>
                    <a:pt x="34384" y="83857"/>
                  </a:lnTo>
                  <a:lnTo>
                    <a:pt x="40123" y="79691"/>
                  </a:lnTo>
                  <a:lnTo>
                    <a:pt x="40321" y="79547"/>
                  </a:lnTo>
                  <a:lnTo>
                    <a:pt x="40212" y="79398"/>
                  </a:lnTo>
                  <a:lnTo>
                    <a:pt x="33422" y="70161"/>
                  </a:lnTo>
                  <a:lnTo>
                    <a:pt x="27253" y="61767"/>
                  </a:lnTo>
                  <a:lnTo>
                    <a:pt x="25311" y="59126"/>
                  </a:lnTo>
                  <a:lnTo>
                    <a:pt x="24095" y="57471"/>
                  </a:lnTo>
                  <a:lnTo>
                    <a:pt x="22094" y="54749"/>
                  </a:lnTo>
                  <a:lnTo>
                    <a:pt x="19063" y="56673"/>
                  </a:lnTo>
                  <a:lnTo>
                    <a:pt x="18906" y="56785"/>
                  </a:lnTo>
                  <a:lnTo>
                    <a:pt x="18616" y="56994"/>
                  </a:lnTo>
                  <a:lnTo>
                    <a:pt x="18469" y="57100"/>
                  </a:lnTo>
                  <a:lnTo>
                    <a:pt x="18241" y="57263"/>
                  </a:lnTo>
                  <a:lnTo>
                    <a:pt x="17987" y="57446"/>
                  </a:lnTo>
                  <a:lnTo>
                    <a:pt x="17804" y="57577"/>
                  </a:lnTo>
                  <a:lnTo>
                    <a:pt x="17595" y="57727"/>
                  </a:lnTo>
                  <a:lnTo>
                    <a:pt x="17159" y="58040"/>
                  </a:lnTo>
                  <a:lnTo>
                    <a:pt x="16741" y="58340"/>
                  </a:lnTo>
                  <a:lnTo>
                    <a:pt x="16529" y="58492"/>
                  </a:lnTo>
                  <a:lnTo>
                    <a:pt x="16392" y="58591"/>
                  </a:lnTo>
                  <a:lnTo>
                    <a:pt x="16022" y="58856"/>
                  </a:lnTo>
                  <a:lnTo>
                    <a:pt x="15288" y="59383"/>
                  </a:lnTo>
                  <a:lnTo>
                    <a:pt x="14709" y="59799"/>
                  </a:lnTo>
                  <a:lnTo>
                    <a:pt x="14534" y="59925"/>
                  </a:lnTo>
                  <a:lnTo>
                    <a:pt x="13997" y="60310"/>
                  </a:lnTo>
                  <a:lnTo>
                    <a:pt x="13629" y="60574"/>
                  </a:lnTo>
                  <a:lnTo>
                    <a:pt x="13451" y="60702"/>
                  </a:lnTo>
                  <a:lnTo>
                    <a:pt x="13313" y="60801"/>
                  </a:lnTo>
                  <a:lnTo>
                    <a:pt x="12779" y="61185"/>
                  </a:lnTo>
                  <a:lnTo>
                    <a:pt x="12093" y="61677"/>
                  </a:lnTo>
                  <a:lnTo>
                    <a:pt x="11852" y="61850"/>
                  </a:lnTo>
                  <a:lnTo>
                    <a:pt x="11662" y="61986"/>
                  </a:lnTo>
                  <a:lnTo>
                    <a:pt x="11402" y="62173"/>
                  </a:lnTo>
                  <a:lnTo>
                    <a:pt x="11042" y="62432"/>
                  </a:lnTo>
                  <a:lnTo>
                    <a:pt x="10774" y="62624"/>
                  </a:lnTo>
                  <a:lnTo>
                    <a:pt x="10418" y="62880"/>
                  </a:lnTo>
                  <a:lnTo>
                    <a:pt x="10124" y="63091"/>
                  </a:lnTo>
                  <a:lnTo>
                    <a:pt x="9842" y="63294"/>
                  </a:lnTo>
                  <a:lnTo>
                    <a:pt x="9602" y="63466"/>
                  </a:lnTo>
                  <a:lnTo>
                    <a:pt x="9210" y="63631"/>
                  </a:lnTo>
                  <a:lnTo>
                    <a:pt x="7573" y="61644"/>
                  </a:lnTo>
                  <a:lnTo>
                    <a:pt x="6151" y="59920"/>
                  </a:lnTo>
                  <a:lnTo>
                    <a:pt x="5657" y="59321"/>
                  </a:lnTo>
                  <a:lnTo>
                    <a:pt x="5371" y="58973"/>
                  </a:lnTo>
                  <a:lnTo>
                    <a:pt x="4995" y="58517"/>
                  </a:lnTo>
                  <a:lnTo>
                    <a:pt x="4551" y="57979"/>
                  </a:lnTo>
                  <a:lnTo>
                    <a:pt x="4255" y="57620"/>
                  </a:lnTo>
                  <a:lnTo>
                    <a:pt x="3898" y="57175"/>
                  </a:lnTo>
                  <a:lnTo>
                    <a:pt x="3548" y="56739"/>
                  </a:lnTo>
                  <a:lnTo>
                    <a:pt x="0" y="52316"/>
                  </a:lnTo>
                  <a:lnTo>
                    <a:pt x="1188" y="51317"/>
                  </a:lnTo>
                  <a:lnTo>
                    <a:pt x="1332" y="51196"/>
                  </a:lnTo>
                  <a:lnTo>
                    <a:pt x="2151" y="50507"/>
                  </a:lnTo>
                  <a:lnTo>
                    <a:pt x="2641" y="50096"/>
                  </a:lnTo>
                  <a:lnTo>
                    <a:pt x="7446" y="46204"/>
                  </a:lnTo>
                  <a:lnTo>
                    <a:pt x="11039" y="43293"/>
                  </a:lnTo>
                  <a:lnTo>
                    <a:pt x="11180" y="43167"/>
                  </a:lnTo>
                  <a:lnTo>
                    <a:pt x="14735" y="39994"/>
                  </a:lnTo>
                  <a:lnTo>
                    <a:pt x="15208" y="39543"/>
                  </a:lnTo>
                  <a:lnTo>
                    <a:pt x="15349" y="39384"/>
                  </a:lnTo>
                  <a:lnTo>
                    <a:pt x="16077" y="38564"/>
                  </a:lnTo>
                  <a:lnTo>
                    <a:pt x="17030" y="37580"/>
                  </a:lnTo>
                  <a:lnTo>
                    <a:pt x="17540" y="36865"/>
                  </a:lnTo>
                  <a:lnTo>
                    <a:pt x="19681" y="33869"/>
                  </a:lnTo>
                  <a:lnTo>
                    <a:pt x="20155" y="33207"/>
                  </a:lnTo>
                  <a:lnTo>
                    <a:pt x="20716" y="32374"/>
                  </a:lnTo>
                  <a:lnTo>
                    <a:pt x="21860" y="30676"/>
                  </a:lnTo>
                  <a:lnTo>
                    <a:pt x="22562" y="29634"/>
                  </a:lnTo>
                  <a:lnTo>
                    <a:pt x="23171" y="28644"/>
                  </a:lnTo>
                  <a:lnTo>
                    <a:pt x="23488" y="28128"/>
                  </a:lnTo>
                  <a:lnTo>
                    <a:pt x="24695" y="26163"/>
                  </a:lnTo>
                  <a:lnTo>
                    <a:pt x="24807" y="25970"/>
                  </a:lnTo>
                  <a:lnTo>
                    <a:pt x="26157" y="23641"/>
                  </a:lnTo>
                  <a:lnTo>
                    <a:pt x="28082" y="20321"/>
                  </a:lnTo>
                  <a:lnTo>
                    <a:pt x="28637" y="19363"/>
                  </a:lnTo>
                  <a:lnTo>
                    <a:pt x="28974" y="18782"/>
                  </a:lnTo>
                  <a:lnTo>
                    <a:pt x="29414" y="18025"/>
                  </a:lnTo>
                  <a:lnTo>
                    <a:pt x="30091" y="16857"/>
                  </a:lnTo>
                  <a:lnTo>
                    <a:pt x="31808" y="13836"/>
                  </a:lnTo>
                  <a:lnTo>
                    <a:pt x="35621" y="7130"/>
                  </a:lnTo>
                  <a:lnTo>
                    <a:pt x="37021" y="4440"/>
                  </a:lnTo>
                  <a:lnTo>
                    <a:pt x="37473" y="3571"/>
                  </a:lnTo>
                  <a:lnTo>
                    <a:pt x="37551" y="3421"/>
                  </a:lnTo>
                  <a:lnTo>
                    <a:pt x="37858" y="2833"/>
                  </a:lnTo>
                  <a:lnTo>
                    <a:pt x="38294" y="1995"/>
                  </a:lnTo>
                  <a:lnTo>
                    <a:pt x="38379" y="1831"/>
                  </a:lnTo>
                  <a:lnTo>
                    <a:pt x="38643" y="1323"/>
                  </a:lnTo>
                  <a:lnTo>
                    <a:pt x="39098" y="450"/>
                  </a:lnTo>
                  <a:lnTo>
                    <a:pt x="39332" y="0"/>
                  </a:lnTo>
                  <a:lnTo>
                    <a:pt x="39557" y="256"/>
                  </a:lnTo>
                  <a:lnTo>
                    <a:pt x="39706" y="426"/>
                  </a:lnTo>
                  <a:lnTo>
                    <a:pt x="40185" y="974"/>
                  </a:lnTo>
                  <a:lnTo>
                    <a:pt x="40529" y="1308"/>
                  </a:lnTo>
                  <a:lnTo>
                    <a:pt x="44196" y="4869"/>
                  </a:lnTo>
                  <a:lnTo>
                    <a:pt x="50702" y="11188"/>
                  </a:lnTo>
                  <a:lnTo>
                    <a:pt x="51144" y="11628"/>
                  </a:lnTo>
                  <a:lnTo>
                    <a:pt x="51800" y="12280"/>
                  </a:lnTo>
                  <a:lnTo>
                    <a:pt x="54319" y="14786"/>
                  </a:lnTo>
                  <a:lnTo>
                    <a:pt x="54455" y="14921"/>
                  </a:lnTo>
                  <a:lnTo>
                    <a:pt x="57220" y="17672"/>
                  </a:lnTo>
                  <a:lnTo>
                    <a:pt x="57663" y="18112"/>
                  </a:lnTo>
                  <a:lnTo>
                    <a:pt x="58194" y="18641"/>
                  </a:lnTo>
                  <a:lnTo>
                    <a:pt x="59156" y="19648"/>
                  </a:lnTo>
                  <a:lnTo>
                    <a:pt x="60983" y="21561"/>
                  </a:lnTo>
                  <a:lnTo>
                    <a:pt x="61438" y="21995"/>
                  </a:lnTo>
                  <a:lnTo>
                    <a:pt x="61575" y="22126"/>
                  </a:lnTo>
                  <a:lnTo>
                    <a:pt x="62858" y="23349"/>
                  </a:lnTo>
                  <a:lnTo>
                    <a:pt x="63266" y="23738"/>
                  </a:lnTo>
                  <a:lnTo>
                    <a:pt x="63640" y="24095"/>
                  </a:lnTo>
                  <a:lnTo>
                    <a:pt x="63829" y="24275"/>
                  </a:lnTo>
                  <a:lnTo>
                    <a:pt x="64082" y="24516"/>
                  </a:lnTo>
                  <a:lnTo>
                    <a:pt x="64251" y="24677"/>
                  </a:lnTo>
                  <a:lnTo>
                    <a:pt x="64647" y="25098"/>
                  </a:lnTo>
                  <a:lnTo>
                    <a:pt x="65385" y="25885"/>
                  </a:lnTo>
                  <a:lnTo>
                    <a:pt x="66328" y="26889"/>
                  </a:lnTo>
                  <a:lnTo>
                    <a:pt x="67128" y="27803"/>
                  </a:lnTo>
                  <a:lnTo>
                    <a:pt x="67628" y="28374"/>
                  </a:lnTo>
                  <a:lnTo>
                    <a:pt x="68507" y="29379"/>
                  </a:lnTo>
                  <a:lnTo>
                    <a:pt x="68763" y="29671"/>
                  </a:lnTo>
                  <a:lnTo>
                    <a:pt x="69818" y="31013"/>
                  </a:lnTo>
                  <a:lnTo>
                    <a:pt x="71417" y="33046"/>
                  </a:lnTo>
                  <a:lnTo>
                    <a:pt x="71804" y="33539"/>
                  </a:lnTo>
                  <a:lnTo>
                    <a:pt x="73510" y="35708"/>
                  </a:lnTo>
                  <a:lnTo>
                    <a:pt x="76363" y="39337"/>
                  </a:lnTo>
                  <a:lnTo>
                    <a:pt x="76793" y="40020"/>
                  </a:lnTo>
                  <a:lnTo>
                    <a:pt x="76926" y="40232"/>
                  </a:lnTo>
                  <a:lnTo>
                    <a:pt x="78189" y="42239"/>
                  </a:lnTo>
                  <a:lnTo>
                    <a:pt x="78440" y="42688"/>
                  </a:lnTo>
                  <a:lnTo>
                    <a:pt x="79728" y="44994"/>
                  </a:lnTo>
                  <a:lnTo>
                    <a:pt x="79824" y="45165"/>
                  </a:lnTo>
                  <a:lnTo>
                    <a:pt x="79943" y="45378"/>
                  </a:lnTo>
                  <a:lnTo>
                    <a:pt x="80027" y="45529"/>
                  </a:lnTo>
                  <a:lnTo>
                    <a:pt x="80288" y="46007"/>
                  </a:lnTo>
                  <a:lnTo>
                    <a:pt x="80785" y="46915"/>
                  </a:lnTo>
                  <a:lnTo>
                    <a:pt x="81078" y="47450"/>
                  </a:lnTo>
                  <a:lnTo>
                    <a:pt x="81198" y="47669"/>
                  </a:lnTo>
                  <a:lnTo>
                    <a:pt x="82003" y="49521"/>
                  </a:lnTo>
                  <a:lnTo>
                    <a:pt x="82337" y="502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565178" y="2900789"/>
              <a:ext cx="110304" cy="110552"/>
            </a:xfrm>
            <a:custGeom>
              <a:avLst/>
              <a:pathLst>
                <a:path w="110304" h="110552">
                  <a:moveTo>
                    <a:pt x="53007" y="109893"/>
                  </a:moveTo>
                  <a:lnTo>
                    <a:pt x="52425" y="110552"/>
                  </a:lnTo>
                  <a:lnTo>
                    <a:pt x="40204" y="102147"/>
                  </a:lnTo>
                  <a:lnTo>
                    <a:pt x="25672" y="92151"/>
                  </a:lnTo>
                  <a:lnTo>
                    <a:pt x="24259" y="91180"/>
                  </a:lnTo>
                  <a:lnTo>
                    <a:pt x="23172" y="90432"/>
                  </a:lnTo>
                  <a:lnTo>
                    <a:pt x="18619" y="87301"/>
                  </a:lnTo>
                  <a:lnTo>
                    <a:pt x="15960" y="85472"/>
                  </a:lnTo>
                  <a:lnTo>
                    <a:pt x="13922" y="84070"/>
                  </a:lnTo>
                  <a:lnTo>
                    <a:pt x="9782" y="81223"/>
                  </a:lnTo>
                  <a:lnTo>
                    <a:pt x="9645" y="81129"/>
                  </a:lnTo>
                  <a:lnTo>
                    <a:pt x="9046" y="80716"/>
                  </a:lnTo>
                  <a:lnTo>
                    <a:pt x="7510" y="79660"/>
                  </a:lnTo>
                  <a:lnTo>
                    <a:pt x="7147" y="79410"/>
                  </a:lnTo>
                  <a:lnTo>
                    <a:pt x="4837" y="77822"/>
                  </a:lnTo>
                  <a:lnTo>
                    <a:pt x="3685" y="77029"/>
                  </a:lnTo>
                  <a:lnTo>
                    <a:pt x="3128" y="76646"/>
                  </a:lnTo>
                  <a:lnTo>
                    <a:pt x="2329" y="76097"/>
                  </a:lnTo>
                  <a:lnTo>
                    <a:pt x="1099" y="75251"/>
                  </a:lnTo>
                  <a:lnTo>
                    <a:pt x="0" y="74358"/>
                  </a:lnTo>
                  <a:lnTo>
                    <a:pt x="2993" y="69689"/>
                  </a:lnTo>
                  <a:lnTo>
                    <a:pt x="4245" y="67793"/>
                  </a:lnTo>
                  <a:lnTo>
                    <a:pt x="4344" y="67643"/>
                  </a:lnTo>
                  <a:lnTo>
                    <a:pt x="6229" y="64786"/>
                  </a:lnTo>
                  <a:lnTo>
                    <a:pt x="8556" y="61259"/>
                  </a:lnTo>
                  <a:lnTo>
                    <a:pt x="8779" y="60921"/>
                  </a:lnTo>
                  <a:lnTo>
                    <a:pt x="9040" y="60525"/>
                  </a:lnTo>
                  <a:lnTo>
                    <a:pt x="9230" y="60197"/>
                  </a:lnTo>
                  <a:lnTo>
                    <a:pt x="9471" y="59781"/>
                  </a:lnTo>
                  <a:lnTo>
                    <a:pt x="9697" y="59392"/>
                  </a:lnTo>
                  <a:lnTo>
                    <a:pt x="10018" y="58837"/>
                  </a:lnTo>
                  <a:lnTo>
                    <a:pt x="10380" y="58212"/>
                  </a:lnTo>
                  <a:lnTo>
                    <a:pt x="10657" y="57733"/>
                  </a:lnTo>
                  <a:lnTo>
                    <a:pt x="11453" y="56359"/>
                  </a:lnTo>
                  <a:lnTo>
                    <a:pt x="11825" y="55715"/>
                  </a:lnTo>
                  <a:lnTo>
                    <a:pt x="12010" y="55482"/>
                  </a:lnTo>
                  <a:lnTo>
                    <a:pt x="12844" y="54428"/>
                  </a:lnTo>
                  <a:lnTo>
                    <a:pt x="13077" y="54134"/>
                  </a:lnTo>
                  <a:lnTo>
                    <a:pt x="13188" y="53993"/>
                  </a:lnTo>
                  <a:lnTo>
                    <a:pt x="13447" y="53666"/>
                  </a:lnTo>
                  <a:lnTo>
                    <a:pt x="14047" y="52641"/>
                  </a:lnTo>
                  <a:lnTo>
                    <a:pt x="14976" y="51049"/>
                  </a:lnTo>
                  <a:lnTo>
                    <a:pt x="15290" y="50513"/>
                  </a:lnTo>
                  <a:lnTo>
                    <a:pt x="15453" y="50233"/>
                  </a:lnTo>
                  <a:lnTo>
                    <a:pt x="16326" y="48870"/>
                  </a:lnTo>
                  <a:lnTo>
                    <a:pt x="16584" y="48467"/>
                  </a:lnTo>
                  <a:lnTo>
                    <a:pt x="16801" y="48128"/>
                  </a:lnTo>
                  <a:lnTo>
                    <a:pt x="17082" y="47689"/>
                  </a:lnTo>
                  <a:lnTo>
                    <a:pt x="17779" y="46540"/>
                  </a:lnTo>
                  <a:lnTo>
                    <a:pt x="18033" y="45710"/>
                  </a:lnTo>
                  <a:lnTo>
                    <a:pt x="18217" y="45109"/>
                  </a:lnTo>
                  <a:lnTo>
                    <a:pt x="18218" y="44871"/>
                  </a:lnTo>
                  <a:lnTo>
                    <a:pt x="18583" y="44280"/>
                  </a:lnTo>
                  <a:lnTo>
                    <a:pt x="19615" y="42607"/>
                  </a:lnTo>
                  <a:lnTo>
                    <a:pt x="20623" y="40973"/>
                  </a:lnTo>
                  <a:lnTo>
                    <a:pt x="20719" y="40818"/>
                  </a:lnTo>
                  <a:lnTo>
                    <a:pt x="20999" y="40365"/>
                  </a:lnTo>
                  <a:lnTo>
                    <a:pt x="21245" y="39966"/>
                  </a:lnTo>
                  <a:lnTo>
                    <a:pt x="21563" y="39451"/>
                  </a:lnTo>
                  <a:lnTo>
                    <a:pt x="21801" y="39065"/>
                  </a:lnTo>
                  <a:lnTo>
                    <a:pt x="21998" y="38746"/>
                  </a:lnTo>
                  <a:lnTo>
                    <a:pt x="22184" y="38460"/>
                  </a:lnTo>
                  <a:lnTo>
                    <a:pt x="22271" y="38327"/>
                  </a:lnTo>
                  <a:lnTo>
                    <a:pt x="22777" y="37550"/>
                  </a:lnTo>
                  <a:lnTo>
                    <a:pt x="23173" y="36942"/>
                  </a:lnTo>
                  <a:lnTo>
                    <a:pt x="23861" y="35800"/>
                  </a:lnTo>
                  <a:lnTo>
                    <a:pt x="24166" y="35295"/>
                  </a:lnTo>
                  <a:lnTo>
                    <a:pt x="25848" y="32503"/>
                  </a:lnTo>
                  <a:lnTo>
                    <a:pt x="27631" y="29545"/>
                  </a:lnTo>
                  <a:lnTo>
                    <a:pt x="28464" y="28164"/>
                  </a:lnTo>
                  <a:lnTo>
                    <a:pt x="28884" y="27527"/>
                  </a:lnTo>
                  <a:lnTo>
                    <a:pt x="29131" y="27152"/>
                  </a:lnTo>
                  <a:lnTo>
                    <a:pt x="29236" y="26993"/>
                  </a:lnTo>
                  <a:lnTo>
                    <a:pt x="29403" y="26738"/>
                  </a:lnTo>
                  <a:lnTo>
                    <a:pt x="30028" y="25790"/>
                  </a:lnTo>
                  <a:lnTo>
                    <a:pt x="30573" y="24963"/>
                  </a:lnTo>
                  <a:lnTo>
                    <a:pt x="31525" y="23518"/>
                  </a:lnTo>
                  <a:lnTo>
                    <a:pt x="32130" y="22600"/>
                  </a:lnTo>
                  <a:lnTo>
                    <a:pt x="33239" y="20915"/>
                  </a:lnTo>
                  <a:lnTo>
                    <a:pt x="33548" y="20447"/>
                  </a:lnTo>
                  <a:lnTo>
                    <a:pt x="34371" y="19197"/>
                  </a:lnTo>
                  <a:lnTo>
                    <a:pt x="35429" y="17591"/>
                  </a:lnTo>
                  <a:lnTo>
                    <a:pt x="36491" y="15980"/>
                  </a:lnTo>
                  <a:lnTo>
                    <a:pt x="36708" y="15649"/>
                  </a:lnTo>
                  <a:lnTo>
                    <a:pt x="38201" y="13572"/>
                  </a:lnTo>
                  <a:lnTo>
                    <a:pt x="38385" y="13316"/>
                  </a:lnTo>
                  <a:lnTo>
                    <a:pt x="39820" y="11319"/>
                  </a:lnTo>
                  <a:lnTo>
                    <a:pt x="40347" y="10586"/>
                  </a:lnTo>
                  <a:lnTo>
                    <a:pt x="40969" y="9720"/>
                  </a:lnTo>
                  <a:lnTo>
                    <a:pt x="42684" y="7333"/>
                  </a:lnTo>
                  <a:lnTo>
                    <a:pt x="42961" y="6948"/>
                  </a:lnTo>
                  <a:lnTo>
                    <a:pt x="44822" y="4445"/>
                  </a:lnTo>
                  <a:lnTo>
                    <a:pt x="45268" y="3845"/>
                  </a:lnTo>
                  <a:lnTo>
                    <a:pt x="45871" y="3033"/>
                  </a:lnTo>
                  <a:lnTo>
                    <a:pt x="46202" y="2588"/>
                  </a:lnTo>
                  <a:lnTo>
                    <a:pt x="46874" y="1847"/>
                  </a:lnTo>
                  <a:lnTo>
                    <a:pt x="47477" y="1183"/>
                  </a:lnTo>
                  <a:lnTo>
                    <a:pt x="48551" y="0"/>
                  </a:lnTo>
                  <a:lnTo>
                    <a:pt x="48800" y="106"/>
                  </a:lnTo>
                  <a:lnTo>
                    <a:pt x="50269" y="739"/>
                  </a:lnTo>
                  <a:lnTo>
                    <a:pt x="50898" y="1009"/>
                  </a:lnTo>
                  <a:lnTo>
                    <a:pt x="53591" y="1591"/>
                  </a:lnTo>
                  <a:lnTo>
                    <a:pt x="55020" y="1900"/>
                  </a:lnTo>
                  <a:lnTo>
                    <a:pt x="55157" y="1939"/>
                  </a:lnTo>
                  <a:lnTo>
                    <a:pt x="55460" y="2027"/>
                  </a:lnTo>
                  <a:lnTo>
                    <a:pt x="55680" y="2090"/>
                  </a:lnTo>
                  <a:lnTo>
                    <a:pt x="56603" y="2357"/>
                  </a:lnTo>
                  <a:lnTo>
                    <a:pt x="57941" y="2743"/>
                  </a:lnTo>
                  <a:lnTo>
                    <a:pt x="61883" y="3881"/>
                  </a:lnTo>
                  <a:lnTo>
                    <a:pt x="62360" y="4018"/>
                  </a:lnTo>
                  <a:lnTo>
                    <a:pt x="64347" y="4592"/>
                  </a:lnTo>
                  <a:lnTo>
                    <a:pt x="65538" y="4935"/>
                  </a:lnTo>
                  <a:lnTo>
                    <a:pt x="65899" y="5040"/>
                  </a:lnTo>
                  <a:lnTo>
                    <a:pt x="66177" y="5120"/>
                  </a:lnTo>
                  <a:lnTo>
                    <a:pt x="67998" y="5565"/>
                  </a:lnTo>
                  <a:lnTo>
                    <a:pt x="70569" y="6193"/>
                  </a:lnTo>
                  <a:lnTo>
                    <a:pt x="70794" y="6248"/>
                  </a:lnTo>
                  <a:lnTo>
                    <a:pt x="71585" y="6484"/>
                  </a:lnTo>
                  <a:lnTo>
                    <a:pt x="75077" y="7527"/>
                  </a:lnTo>
                  <a:lnTo>
                    <a:pt x="76891" y="8069"/>
                  </a:lnTo>
                  <a:lnTo>
                    <a:pt x="77043" y="8115"/>
                  </a:lnTo>
                  <a:lnTo>
                    <a:pt x="79055" y="8716"/>
                  </a:lnTo>
                  <a:lnTo>
                    <a:pt x="80385" y="9113"/>
                  </a:lnTo>
                  <a:lnTo>
                    <a:pt x="80573" y="9159"/>
                  </a:lnTo>
                  <a:lnTo>
                    <a:pt x="82030" y="9515"/>
                  </a:lnTo>
                  <a:lnTo>
                    <a:pt x="82632" y="9663"/>
                  </a:lnTo>
                  <a:lnTo>
                    <a:pt x="83664" y="9915"/>
                  </a:lnTo>
                  <a:lnTo>
                    <a:pt x="85096" y="10266"/>
                  </a:lnTo>
                  <a:lnTo>
                    <a:pt x="85755" y="10427"/>
                  </a:lnTo>
                  <a:lnTo>
                    <a:pt x="86659" y="10648"/>
                  </a:lnTo>
                  <a:lnTo>
                    <a:pt x="87399" y="10829"/>
                  </a:lnTo>
                  <a:lnTo>
                    <a:pt x="87623" y="10896"/>
                  </a:lnTo>
                  <a:lnTo>
                    <a:pt x="88305" y="11097"/>
                  </a:lnTo>
                  <a:lnTo>
                    <a:pt x="89614" y="11484"/>
                  </a:lnTo>
                  <a:lnTo>
                    <a:pt x="90117" y="11633"/>
                  </a:lnTo>
                  <a:lnTo>
                    <a:pt x="91953" y="12176"/>
                  </a:lnTo>
                  <a:lnTo>
                    <a:pt x="92103" y="12218"/>
                  </a:lnTo>
                  <a:lnTo>
                    <a:pt x="93353" y="12565"/>
                  </a:lnTo>
                  <a:lnTo>
                    <a:pt x="96475" y="13434"/>
                  </a:lnTo>
                  <a:lnTo>
                    <a:pt x="99829" y="14367"/>
                  </a:lnTo>
                  <a:lnTo>
                    <a:pt x="103697" y="15589"/>
                  </a:lnTo>
                  <a:lnTo>
                    <a:pt x="105218" y="16251"/>
                  </a:lnTo>
                  <a:lnTo>
                    <a:pt x="106267" y="16685"/>
                  </a:lnTo>
                  <a:lnTo>
                    <a:pt x="106517" y="16789"/>
                  </a:lnTo>
                  <a:lnTo>
                    <a:pt x="109793" y="19445"/>
                  </a:lnTo>
                  <a:lnTo>
                    <a:pt x="109905" y="19582"/>
                  </a:lnTo>
                  <a:lnTo>
                    <a:pt x="110304" y="20068"/>
                  </a:lnTo>
                  <a:lnTo>
                    <a:pt x="110069" y="20519"/>
                  </a:lnTo>
                  <a:lnTo>
                    <a:pt x="109537" y="21542"/>
                  </a:lnTo>
                  <a:lnTo>
                    <a:pt x="109351" y="21899"/>
                  </a:lnTo>
                  <a:lnTo>
                    <a:pt x="109265" y="22063"/>
                  </a:lnTo>
                  <a:lnTo>
                    <a:pt x="108829" y="22902"/>
                  </a:lnTo>
                  <a:lnTo>
                    <a:pt x="108523" y="23490"/>
                  </a:lnTo>
                  <a:lnTo>
                    <a:pt x="108445" y="23640"/>
                  </a:lnTo>
                  <a:lnTo>
                    <a:pt x="107993" y="24508"/>
                  </a:lnTo>
                  <a:lnTo>
                    <a:pt x="106593" y="27199"/>
                  </a:lnTo>
                  <a:lnTo>
                    <a:pt x="102780" y="33905"/>
                  </a:lnTo>
                  <a:lnTo>
                    <a:pt x="101062" y="36926"/>
                  </a:lnTo>
                  <a:lnTo>
                    <a:pt x="100385" y="38093"/>
                  </a:lnTo>
                  <a:lnTo>
                    <a:pt x="99946" y="38851"/>
                  </a:lnTo>
                  <a:lnTo>
                    <a:pt x="99609" y="39432"/>
                  </a:lnTo>
                  <a:lnTo>
                    <a:pt x="99054" y="40390"/>
                  </a:lnTo>
                  <a:lnTo>
                    <a:pt x="97056" y="43836"/>
                  </a:lnTo>
                  <a:lnTo>
                    <a:pt x="95779" y="46038"/>
                  </a:lnTo>
                  <a:lnTo>
                    <a:pt x="95667" y="46232"/>
                  </a:lnTo>
                  <a:lnTo>
                    <a:pt x="94459" y="48197"/>
                  </a:lnTo>
                  <a:lnTo>
                    <a:pt x="94142" y="48713"/>
                  </a:lnTo>
                  <a:lnTo>
                    <a:pt x="93533" y="49703"/>
                  </a:lnTo>
                  <a:lnTo>
                    <a:pt x="92832" y="50745"/>
                  </a:lnTo>
                  <a:lnTo>
                    <a:pt x="91687" y="52443"/>
                  </a:lnTo>
                  <a:lnTo>
                    <a:pt x="91126" y="53276"/>
                  </a:lnTo>
                  <a:lnTo>
                    <a:pt x="90653" y="53938"/>
                  </a:lnTo>
                  <a:lnTo>
                    <a:pt x="88512" y="56934"/>
                  </a:lnTo>
                  <a:lnTo>
                    <a:pt x="87942" y="57710"/>
                  </a:lnTo>
                  <a:lnTo>
                    <a:pt x="86946" y="58749"/>
                  </a:lnTo>
                  <a:lnTo>
                    <a:pt x="86321" y="59453"/>
                  </a:lnTo>
                  <a:lnTo>
                    <a:pt x="86180" y="59612"/>
                  </a:lnTo>
                  <a:lnTo>
                    <a:pt x="85639" y="60126"/>
                  </a:lnTo>
                  <a:lnTo>
                    <a:pt x="82152" y="63236"/>
                  </a:lnTo>
                  <a:lnTo>
                    <a:pt x="82010" y="63362"/>
                  </a:lnTo>
                  <a:lnTo>
                    <a:pt x="78417" y="66273"/>
                  </a:lnTo>
                  <a:lnTo>
                    <a:pt x="73613" y="70165"/>
                  </a:lnTo>
                  <a:lnTo>
                    <a:pt x="73123" y="70576"/>
                  </a:lnTo>
                  <a:lnTo>
                    <a:pt x="72303" y="71265"/>
                  </a:lnTo>
                  <a:lnTo>
                    <a:pt x="72159" y="71386"/>
                  </a:lnTo>
                  <a:lnTo>
                    <a:pt x="70971" y="72384"/>
                  </a:lnTo>
                  <a:lnTo>
                    <a:pt x="74520" y="76807"/>
                  </a:lnTo>
                  <a:lnTo>
                    <a:pt x="74870" y="77243"/>
                  </a:lnTo>
                  <a:lnTo>
                    <a:pt x="75227" y="77688"/>
                  </a:lnTo>
                  <a:lnTo>
                    <a:pt x="75523" y="78047"/>
                  </a:lnTo>
                  <a:lnTo>
                    <a:pt x="75966" y="78586"/>
                  </a:lnTo>
                  <a:lnTo>
                    <a:pt x="76343" y="79042"/>
                  </a:lnTo>
                  <a:lnTo>
                    <a:pt x="76629" y="79389"/>
                  </a:lnTo>
                  <a:lnTo>
                    <a:pt x="77123" y="79988"/>
                  </a:lnTo>
                  <a:lnTo>
                    <a:pt x="78545" y="81713"/>
                  </a:lnTo>
                  <a:lnTo>
                    <a:pt x="80242" y="83772"/>
                  </a:lnTo>
                  <a:lnTo>
                    <a:pt x="79507" y="84300"/>
                  </a:lnTo>
                  <a:lnTo>
                    <a:pt x="78239" y="85211"/>
                  </a:lnTo>
                  <a:lnTo>
                    <a:pt x="78094" y="85314"/>
                  </a:lnTo>
                  <a:lnTo>
                    <a:pt x="77518" y="85728"/>
                  </a:lnTo>
                  <a:lnTo>
                    <a:pt x="76328" y="86583"/>
                  </a:lnTo>
                  <a:lnTo>
                    <a:pt x="75743" y="87003"/>
                  </a:lnTo>
                  <a:lnTo>
                    <a:pt x="75010" y="87529"/>
                  </a:lnTo>
                  <a:lnTo>
                    <a:pt x="74735" y="87727"/>
                  </a:lnTo>
                  <a:lnTo>
                    <a:pt x="74375" y="87985"/>
                  </a:lnTo>
                  <a:lnTo>
                    <a:pt x="74194" y="88124"/>
                  </a:lnTo>
                  <a:lnTo>
                    <a:pt x="73767" y="88454"/>
                  </a:lnTo>
                  <a:lnTo>
                    <a:pt x="72965" y="89072"/>
                  </a:lnTo>
                  <a:lnTo>
                    <a:pt x="72640" y="89323"/>
                  </a:lnTo>
                  <a:lnTo>
                    <a:pt x="72003" y="89815"/>
                  </a:lnTo>
                  <a:lnTo>
                    <a:pt x="71830" y="89948"/>
                  </a:lnTo>
                  <a:lnTo>
                    <a:pt x="70821" y="90726"/>
                  </a:lnTo>
                  <a:lnTo>
                    <a:pt x="70535" y="90947"/>
                  </a:lnTo>
                  <a:lnTo>
                    <a:pt x="70134" y="91256"/>
                  </a:lnTo>
                  <a:lnTo>
                    <a:pt x="69912" y="91427"/>
                  </a:lnTo>
                  <a:lnTo>
                    <a:pt x="69125" y="92034"/>
                  </a:lnTo>
                  <a:lnTo>
                    <a:pt x="68897" y="92210"/>
                  </a:lnTo>
                  <a:lnTo>
                    <a:pt x="68533" y="92491"/>
                  </a:lnTo>
                  <a:lnTo>
                    <a:pt x="67990" y="92909"/>
                  </a:lnTo>
                  <a:lnTo>
                    <a:pt x="67000" y="93674"/>
                  </a:lnTo>
                  <a:lnTo>
                    <a:pt x="66658" y="93937"/>
                  </a:lnTo>
                  <a:lnTo>
                    <a:pt x="66218" y="94276"/>
                  </a:lnTo>
                  <a:lnTo>
                    <a:pt x="65799" y="94599"/>
                  </a:lnTo>
                  <a:lnTo>
                    <a:pt x="65603" y="94751"/>
                  </a:lnTo>
                  <a:lnTo>
                    <a:pt x="65110" y="95131"/>
                  </a:lnTo>
                  <a:lnTo>
                    <a:pt x="64407" y="95673"/>
                  </a:lnTo>
                  <a:lnTo>
                    <a:pt x="64155" y="95868"/>
                  </a:lnTo>
                  <a:lnTo>
                    <a:pt x="63655" y="96254"/>
                  </a:lnTo>
                  <a:lnTo>
                    <a:pt x="63264" y="96575"/>
                  </a:lnTo>
                  <a:lnTo>
                    <a:pt x="62816" y="97023"/>
                  </a:lnTo>
                  <a:lnTo>
                    <a:pt x="62641" y="97198"/>
                  </a:lnTo>
                  <a:lnTo>
                    <a:pt x="62294" y="97545"/>
                  </a:lnTo>
                  <a:lnTo>
                    <a:pt x="61930" y="97909"/>
                  </a:lnTo>
                  <a:lnTo>
                    <a:pt x="61771" y="98068"/>
                  </a:lnTo>
                  <a:lnTo>
                    <a:pt x="61526" y="98313"/>
                  </a:lnTo>
                  <a:lnTo>
                    <a:pt x="60986" y="98853"/>
                  </a:lnTo>
                  <a:lnTo>
                    <a:pt x="60598" y="99241"/>
                  </a:lnTo>
                  <a:lnTo>
                    <a:pt x="60191" y="99648"/>
                  </a:lnTo>
                  <a:lnTo>
                    <a:pt x="55651" y="106123"/>
                  </a:lnTo>
                  <a:lnTo>
                    <a:pt x="54740" y="107422"/>
                  </a:lnTo>
                  <a:lnTo>
                    <a:pt x="54450" y="107836"/>
                  </a:lnTo>
                  <a:lnTo>
                    <a:pt x="53648" y="10898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2533432" y="2856641"/>
              <a:ext cx="80290" cy="89020"/>
            </a:xfrm>
            <a:custGeom>
              <a:avLst/>
              <a:pathLst>
                <a:path w="80290" h="89020">
                  <a:moveTo>
                    <a:pt x="55608" y="79948"/>
                  </a:moveTo>
                  <a:lnTo>
                    <a:pt x="54919" y="81090"/>
                  </a:lnTo>
                  <a:lnTo>
                    <a:pt x="54523" y="81698"/>
                  </a:lnTo>
                  <a:lnTo>
                    <a:pt x="54017" y="82475"/>
                  </a:lnTo>
                  <a:lnTo>
                    <a:pt x="53832" y="82760"/>
                  </a:lnTo>
                  <a:lnTo>
                    <a:pt x="53744" y="82894"/>
                  </a:lnTo>
                  <a:lnTo>
                    <a:pt x="53547" y="83213"/>
                  </a:lnTo>
                  <a:lnTo>
                    <a:pt x="53309" y="83599"/>
                  </a:lnTo>
                  <a:lnTo>
                    <a:pt x="52991" y="84114"/>
                  </a:lnTo>
                  <a:lnTo>
                    <a:pt x="52745" y="84514"/>
                  </a:lnTo>
                  <a:lnTo>
                    <a:pt x="52465" y="84967"/>
                  </a:lnTo>
                  <a:lnTo>
                    <a:pt x="52370" y="85122"/>
                  </a:lnTo>
                  <a:lnTo>
                    <a:pt x="51286" y="86877"/>
                  </a:lnTo>
                  <a:lnTo>
                    <a:pt x="50221" y="88604"/>
                  </a:lnTo>
                  <a:lnTo>
                    <a:pt x="49964" y="89020"/>
                  </a:lnTo>
                  <a:lnTo>
                    <a:pt x="49416" y="88652"/>
                  </a:lnTo>
                  <a:lnTo>
                    <a:pt x="45512" y="86033"/>
                  </a:lnTo>
                  <a:lnTo>
                    <a:pt x="38726" y="81733"/>
                  </a:lnTo>
                  <a:lnTo>
                    <a:pt x="38590" y="81646"/>
                  </a:lnTo>
                  <a:lnTo>
                    <a:pt x="35941" y="79957"/>
                  </a:lnTo>
                  <a:lnTo>
                    <a:pt x="35028" y="79372"/>
                  </a:lnTo>
                  <a:lnTo>
                    <a:pt x="34544" y="79062"/>
                  </a:lnTo>
                  <a:lnTo>
                    <a:pt x="34193" y="78830"/>
                  </a:lnTo>
                  <a:lnTo>
                    <a:pt x="33258" y="78211"/>
                  </a:lnTo>
                  <a:lnTo>
                    <a:pt x="32747" y="77874"/>
                  </a:lnTo>
                  <a:lnTo>
                    <a:pt x="31485" y="77040"/>
                  </a:lnTo>
                  <a:lnTo>
                    <a:pt x="29698" y="75549"/>
                  </a:lnTo>
                  <a:lnTo>
                    <a:pt x="28747" y="74757"/>
                  </a:lnTo>
                  <a:lnTo>
                    <a:pt x="28115" y="74230"/>
                  </a:lnTo>
                  <a:lnTo>
                    <a:pt x="27738" y="73915"/>
                  </a:lnTo>
                  <a:lnTo>
                    <a:pt x="27529" y="73741"/>
                  </a:lnTo>
                  <a:lnTo>
                    <a:pt x="26744" y="73086"/>
                  </a:lnTo>
                  <a:lnTo>
                    <a:pt x="25607" y="72138"/>
                  </a:lnTo>
                  <a:lnTo>
                    <a:pt x="24662" y="71350"/>
                  </a:lnTo>
                  <a:lnTo>
                    <a:pt x="24413" y="71142"/>
                  </a:lnTo>
                  <a:lnTo>
                    <a:pt x="23432" y="70323"/>
                  </a:lnTo>
                  <a:lnTo>
                    <a:pt x="23158" y="70095"/>
                  </a:lnTo>
                  <a:lnTo>
                    <a:pt x="20755" y="68091"/>
                  </a:lnTo>
                  <a:lnTo>
                    <a:pt x="19436" y="66990"/>
                  </a:lnTo>
                  <a:lnTo>
                    <a:pt x="18389" y="66104"/>
                  </a:lnTo>
                  <a:lnTo>
                    <a:pt x="18660" y="65712"/>
                  </a:lnTo>
                  <a:lnTo>
                    <a:pt x="20174" y="63512"/>
                  </a:lnTo>
                  <a:lnTo>
                    <a:pt x="20680" y="62779"/>
                  </a:lnTo>
                  <a:lnTo>
                    <a:pt x="20376" y="62564"/>
                  </a:lnTo>
                  <a:lnTo>
                    <a:pt x="19995" y="62295"/>
                  </a:lnTo>
                  <a:lnTo>
                    <a:pt x="19617" y="62028"/>
                  </a:lnTo>
                  <a:lnTo>
                    <a:pt x="19161" y="61707"/>
                  </a:lnTo>
                  <a:lnTo>
                    <a:pt x="18542" y="61270"/>
                  </a:lnTo>
                  <a:lnTo>
                    <a:pt x="18103" y="60960"/>
                  </a:lnTo>
                  <a:lnTo>
                    <a:pt x="16512" y="59836"/>
                  </a:lnTo>
                  <a:lnTo>
                    <a:pt x="16243" y="59646"/>
                  </a:lnTo>
                  <a:lnTo>
                    <a:pt x="15604" y="59298"/>
                  </a:lnTo>
                  <a:lnTo>
                    <a:pt x="14536" y="58716"/>
                  </a:lnTo>
                  <a:lnTo>
                    <a:pt x="14208" y="58537"/>
                  </a:lnTo>
                  <a:lnTo>
                    <a:pt x="13825" y="58328"/>
                  </a:lnTo>
                  <a:lnTo>
                    <a:pt x="13082" y="57923"/>
                  </a:lnTo>
                  <a:lnTo>
                    <a:pt x="12405" y="57500"/>
                  </a:lnTo>
                  <a:lnTo>
                    <a:pt x="12174" y="57355"/>
                  </a:lnTo>
                  <a:lnTo>
                    <a:pt x="11708" y="57063"/>
                  </a:lnTo>
                  <a:lnTo>
                    <a:pt x="10400" y="56245"/>
                  </a:lnTo>
                  <a:lnTo>
                    <a:pt x="10013" y="56003"/>
                  </a:lnTo>
                  <a:lnTo>
                    <a:pt x="9634" y="55766"/>
                  </a:lnTo>
                  <a:lnTo>
                    <a:pt x="9036" y="55392"/>
                  </a:lnTo>
                  <a:lnTo>
                    <a:pt x="7940" y="54706"/>
                  </a:lnTo>
                  <a:lnTo>
                    <a:pt x="6125" y="53571"/>
                  </a:lnTo>
                  <a:lnTo>
                    <a:pt x="3003" y="51618"/>
                  </a:lnTo>
                  <a:lnTo>
                    <a:pt x="1884" y="50918"/>
                  </a:lnTo>
                  <a:lnTo>
                    <a:pt x="1291" y="50546"/>
                  </a:lnTo>
                  <a:lnTo>
                    <a:pt x="690" y="50170"/>
                  </a:lnTo>
                  <a:lnTo>
                    <a:pt x="0" y="49739"/>
                  </a:lnTo>
                  <a:lnTo>
                    <a:pt x="200" y="49404"/>
                  </a:lnTo>
                  <a:lnTo>
                    <a:pt x="960" y="48135"/>
                  </a:lnTo>
                  <a:lnTo>
                    <a:pt x="1056" y="47975"/>
                  </a:lnTo>
                  <a:lnTo>
                    <a:pt x="1636" y="47007"/>
                  </a:lnTo>
                  <a:lnTo>
                    <a:pt x="3295" y="44437"/>
                  </a:lnTo>
                  <a:lnTo>
                    <a:pt x="3442" y="44208"/>
                  </a:lnTo>
                  <a:lnTo>
                    <a:pt x="5618" y="40837"/>
                  </a:lnTo>
                  <a:lnTo>
                    <a:pt x="7387" y="38095"/>
                  </a:lnTo>
                  <a:lnTo>
                    <a:pt x="7647" y="37692"/>
                  </a:lnTo>
                  <a:lnTo>
                    <a:pt x="11229" y="32137"/>
                  </a:lnTo>
                  <a:lnTo>
                    <a:pt x="12143" y="30664"/>
                  </a:lnTo>
                  <a:lnTo>
                    <a:pt x="12338" y="30352"/>
                  </a:lnTo>
                  <a:lnTo>
                    <a:pt x="13097" y="29352"/>
                  </a:lnTo>
                  <a:lnTo>
                    <a:pt x="13321" y="29057"/>
                  </a:lnTo>
                  <a:lnTo>
                    <a:pt x="13491" y="28833"/>
                  </a:lnTo>
                  <a:lnTo>
                    <a:pt x="13696" y="28528"/>
                  </a:lnTo>
                  <a:lnTo>
                    <a:pt x="14037" y="28019"/>
                  </a:lnTo>
                  <a:lnTo>
                    <a:pt x="14231" y="27731"/>
                  </a:lnTo>
                  <a:lnTo>
                    <a:pt x="14565" y="27232"/>
                  </a:lnTo>
                  <a:lnTo>
                    <a:pt x="15770" y="25435"/>
                  </a:lnTo>
                  <a:lnTo>
                    <a:pt x="16393" y="24393"/>
                  </a:lnTo>
                  <a:lnTo>
                    <a:pt x="16555" y="24123"/>
                  </a:lnTo>
                  <a:lnTo>
                    <a:pt x="18576" y="20842"/>
                  </a:lnTo>
                  <a:lnTo>
                    <a:pt x="19499" y="19346"/>
                  </a:lnTo>
                  <a:lnTo>
                    <a:pt x="19584" y="19211"/>
                  </a:lnTo>
                  <a:lnTo>
                    <a:pt x="19687" y="19045"/>
                  </a:lnTo>
                  <a:lnTo>
                    <a:pt x="22301" y="14880"/>
                  </a:lnTo>
                  <a:lnTo>
                    <a:pt x="22934" y="13872"/>
                  </a:lnTo>
                  <a:lnTo>
                    <a:pt x="24107" y="12003"/>
                  </a:lnTo>
                  <a:lnTo>
                    <a:pt x="24561" y="11280"/>
                  </a:lnTo>
                  <a:lnTo>
                    <a:pt x="24929" y="10694"/>
                  </a:lnTo>
                  <a:lnTo>
                    <a:pt x="25199" y="10263"/>
                  </a:lnTo>
                  <a:lnTo>
                    <a:pt x="25650" y="9544"/>
                  </a:lnTo>
                  <a:lnTo>
                    <a:pt x="27200" y="7075"/>
                  </a:lnTo>
                  <a:lnTo>
                    <a:pt x="27724" y="6239"/>
                  </a:lnTo>
                  <a:lnTo>
                    <a:pt x="27827" y="6065"/>
                  </a:lnTo>
                  <a:lnTo>
                    <a:pt x="28123" y="5563"/>
                  </a:lnTo>
                  <a:lnTo>
                    <a:pt x="28306" y="5254"/>
                  </a:lnTo>
                  <a:lnTo>
                    <a:pt x="29516" y="3283"/>
                  </a:lnTo>
                  <a:lnTo>
                    <a:pt x="29810" y="2804"/>
                  </a:lnTo>
                  <a:lnTo>
                    <a:pt x="30298" y="2009"/>
                  </a:lnTo>
                  <a:lnTo>
                    <a:pt x="30481" y="1711"/>
                  </a:lnTo>
                  <a:lnTo>
                    <a:pt x="31703" y="0"/>
                  </a:lnTo>
                  <a:lnTo>
                    <a:pt x="31957" y="159"/>
                  </a:lnTo>
                  <a:lnTo>
                    <a:pt x="32943" y="778"/>
                  </a:lnTo>
                  <a:lnTo>
                    <a:pt x="33318" y="1006"/>
                  </a:lnTo>
                  <a:lnTo>
                    <a:pt x="33870" y="1341"/>
                  </a:lnTo>
                  <a:lnTo>
                    <a:pt x="35278" y="2199"/>
                  </a:lnTo>
                  <a:lnTo>
                    <a:pt x="36149" y="2728"/>
                  </a:lnTo>
                  <a:lnTo>
                    <a:pt x="36384" y="2896"/>
                  </a:lnTo>
                  <a:lnTo>
                    <a:pt x="36653" y="3089"/>
                  </a:lnTo>
                  <a:lnTo>
                    <a:pt x="36839" y="3222"/>
                  </a:lnTo>
                  <a:lnTo>
                    <a:pt x="37144" y="3439"/>
                  </a:lnTo>
                  <a:lnTo>
                    <a:pt x="38119" y="4009"/>
                  </a:lnTo>
                  <a:lnTo>
                    <a:pt x="39447" y="4843"/>
                  </a:lnTo>
                  <a:lnTo>
                    <a:pt x="39343" y="5029"/>
                  </a:lnTo>
                  <a:lnTo>
                    <a:pt x="39134" y="5404"/>
                  </a:lnTo>
                  <a:lnTo>
                    <a:pt x="39984" y="5884"/>
                  </a:lnTo>
                  <a:lnTo>
                    <a:pt x="40557" y="6207"/>
                  </a:lnTo>
                  <a:lnTo>
                    <a:pt x="41849" y="6937"/>
                  </a:lnTo>
                  <a:lnTo>
                    <a:pt x="42000" y="7023"/>
                  </a:lnTo>
                  <a:lnTo>
                    <a:pt x="42709" y="7423"/>
                  </a:lnTo>
                  <a:lnTo>
                    <a:pt x="43286" y="7749"/>
                  </a:lnTo>
                  <a:lnTo>
                    <a:pt x="43600" y="7926"/>
                  </a:lnTo>
                  <a:lnTo>
                    <a:pt x="44507" y="8495"/>
                  </a:lnTo>
                  <a:lnTo>
                    <a:pt x="45214" y="8938"/>
                  </a:lnTo>
                  <a:lnTo>
                    <a:pt x="45356" y="9027"/>
                  </a:lnTo>
                  <a:lnTo>
                    <a:pt x="47134" y="10142"/>
                  </a:lnTo>
                  <a:lnTo>
                    <a:pt x="47498" y="10371"/>
                  </a:lnTo>
                  <a:lnTo>
                    <a:pt x="48784" y="11177"/>
                  </a:lnTo>
                  <a:lnTo>
                    <a:pt x="49210" y="11480"/>
                  </a:lnTo>
                  <a:lnTo>
                    <a:pt x="48269" y="12985"/>
                  </a:lnTo>
                  <a:lnTo>
                    <a:pt x="47833" y="13683"/>
                  </a:lnTo>
                  <a:lnTo>
                    <a:pt x="48191" y="13903"/>
                  </a:lnTo>
                  <a:lnTo>
                    <a:pt x="48740" y="14240"/>
                  </a:lnTo>
                  <a:lnTo>
                    <a:pt x="51982" y="16232"/>
                  </a:lnTo>
                  <a:lnTo>
                    <a:pt x="52052" y="16416"/>
                  </a:lnTo>
                  <a:lnTo>
                    <a:pt x="50488" y="18649"/>
                  </a:lnTo>
                  <a:lnTo>
                    <a:pt x="49679" y="19957"/>
                  </a:lnTo>
                  <a:lnTo>
                    <a:pt x="49507" y="20235"/>
                  </a:lnTo>
                  <a:lnTo>
                    <a:pt x="47553" y="23396"/>
                  </a:lnTo>
                  <a:lnTo>
                    <a:pt x="47201" y="23940"/>
                  </a:lnTo>
                  <a:lnTo>
                    <a:pt x="46905" y="24297"/>
                  </a:lnTo>
                  <a:lnTo>
                    <a:pt x="47249" y="24489"/>
                  </a:lnTo>
                  <a:lnTo>
                    <a:pt x="47623" y="24696"/>
                  </a:lnTo>
                  <a:lnTo>
                    <a:pt x="48019" y="24917"/>
                  </a:lnTo>
                  <a:lnTo>
                    <a:pt x="56416" y="30174"/>
                  </a:lnTo>
                  <a:lnTo>
                    <a:pt x="57627" y="30932"/>
                  </a:lnTo>
                  <a:lnTo>
                    <a:pt x="59629" y="32185"/>
                  </a:lnTo>
                  <a:lnTo>
                    <a:pt x="61317" y="33242"/>
                  </a:lnTo>
                  <a:lnTo>
                    <a:pt x="66406" y="36428"/>
                  </a:lnTo>
                  <a:lnTo>
                    <a:pt x="66543" y="36514"/>
                  </a:lnTo>
                  <a:lnTo>
                    <a:pt x="71518" y="39629"/>
                  </a:lnTo>
                  <a:lnTo>
                    <a:pt x="73449" y="40838"/>
                  </a:lnTo>
                  <a:lnTo>
                    <a:pt x="74142" y="41261"/>
                  </a:lnTo>
                  <a:lnTo>
                    <a:pt x="74338" y="41381"/>
                  </a:lnTo>
                  <a:lnTo>
                    <a:pt x="76493" y="42698"/>
                  </a:lnTo>
                  <a:lnTo>
                    <a:pt x="76735" y="42846"/>
                  </a:lnTo>
                  <a:lnTo>
                    <a:pt x="78059" y="43656"/>
                  </a:lnTo>
                  <a:lnTo>
                    <a:pt x="78260" y="43778"/>
                  </a:lnTo>
                  <a:lnTo>
                    <a:pt x="79246" y="43957"/>
                  </a:lnTo>
                  <a:lnTo>
                    <a:pt x="79646" y="44030"/>
                  </a:lnTo>
                  <a:lnTo>
                    <a:pt x="80290" y="44155"/>
                  </a:lnTo>
                  <a:lnTo>
                    <a:pt x="79146" y="45417"/>
                  </a:lnTo>
                  <a:lnTo>
                    <a:pt x="78621" y="45995"/>
                  </a:lnTo>
                  <a:lnTo>
                    <a:pt x="77949" y="46736"/>
                  </a:lnTo>
                  <a:lnTo>
                    <a:pt x="77618" y="47181"/>
                  </a:lnTo>
                  <a:lnTo>
                    <a:pt x="76972" y="48049"/>
                  </a:lnTo>
                  <a:lnTo>
                    <a:pt x="76567" y="48594"/>
                  </a:lnTo>
                  <a:lnTo>
                    <a:pt x="74707" y="51096"/>
                  </a:lnTo>
                  <a:lnTo>
                    <a:pt x="74430" y="51482"/>
                  </a:lnTo>
                  <a:lnTo>
                    <a:pt x="72716" y="53868"/>
                  </a:lnTo>
                  <a:lnTo>
                    <a:pt x="72093" y="54734"/>
                  </a:lnTo>
                  <a:lnTo>
                    <a:pt x="71566" y="55467"/>
                  </a:lnTo>
                  <a:lnTo>
                    <a:pt x="70131" y="57465"/>
                  </a:lnTo>
                  <a:lnTo>
                    <a:pt x="69947" y="57721"/>
                  </a:lnTo>
                  <a:lnTo>
                    <a:pt x="68455" y="59798"/>
                  </a:lnTo>
                  <a:lnTo>
                    <a:pt x="68237" y="60128"/>
                  </a:lnTo>
                  <a:lnTo>
                    <a:pt x="67175" y="61740"/>
                  </a:lnTo>
                  <a:lnTo>
                    <a:pt x="66117" y="63346"/>
                  </a:lnTo>
                  <a:lnTo>
                    <a:pt x="65294" y="64595"/>
                  </a:lnTo>
                  <a:lnTo>
                    <a:pt x="64986" y="65064"/>
                  </a:lnTo>
                  <a:lnTo>
                    <a:pt x="63876" y="66748"/>
                  </a:lnTo>
                  <a:lnTo>
                    <a:pt x="63195" y="67782"/>
                  </a:lnTo>
                  <a:lnTo>
                    <a:pt x="62296" y="69146"/>
                  </a:lnTo>
                  <a:lnTo>
                    <a:pt x="61775" y="69938"/>
                  </a:lnTo>
                  <a:lnTo>
                    <a:pt x="61150" y="70887"/>
                  </a:lnTo>
                  <a:lnTo>
                    <a:pt x="60982" y="71141"/>
                  </a:lnTo>
                  <a:lnTo>
                    <a:pt x="60877" y="71300"/>
                  </a:lnTo>
                  <a:lnTo>
                    <a:pt x="60630" y="71676"/>
                  </a:lnTo>
                  <a:lnTo>
                    <a:pt x="60211" y="72312"/>
                  </a:lnTo>
                  <a:lnTo>
                    <a:pt x="59378" y="73694"/>
                  </a:lnTo>
                  <a:lnTo>
                    <a:pt x="57595" y="76651"/>
                  </a:lnTo>
                  <a:lnTo>
                    <a:pt x="55912" y="794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2487450" y="2819928"/>
              <a:ext cx="76257" cy="55024"/>
            </a:xfrm>
            <a:custGeom>
              <a:avLst/>
              <a:pathLst>
                <a:path w="76257" h="55024">
                  <a:moveTo>
                    <a:pt x="52118" y="24498"/>
                  </a:moveTo>
                  <a:lnTo>
                    <a:pt x="52829" y="24196"/>
                  </a:lnTo>
                  <a:lnTo>
                    <a:pt x="54636" y="23428"/>
                  </a:lnTo>
                  <a:lnTo>
                    <a:pt x="56061" y="22891"/>
                  </a:lnTo>
                  <a:lnTo>
                    <a:pt x="56531" y="24030"/>
                  </a:lnTo>
                  <a:lnTo>
                    <a:pt x="57889" y="27318"/>
                  </a:lnTo>
                  <a:lnTo>
                    <a:pt x="57994" y="27571"/>
                  </a:lnTo>
                  <a:lnTo>
                    <a:pt x="58699" y="27977"/>
                  </a:lnTo>
                  <a:lnTo>
                    <a:pt x="58991" y="28242"/>
                  </a:lnTo>
                  <a:lnTo>
                    <a:pt x="59715" y="28895"/>
                  </a:lnTo>
                  <a:lnTo>
                    <a:pt x="61642" y="29875"/>
                  </a:lnTo>
                  <a:lnTo>
                    <a:pt x="61816" y="29981"/>
                  </a:lnTo>
                  <a:lnTo>
                    <a:pt x="62413" y="30344"/>
                  </a:lnTo>
                  <a:lnTo>
                    <a:pt x="63319" y="30895"/>
                  </a:lnTo>
                  <a:lnTo>
                    <a:pt x="63852" y="31218"/>
                  </a:lnTo>
                  <a:lnTo>
                    <a:pt x="64170" y="31412"/>
                  </a:lnTo>
                  <a:lnTo>
                    <a:pt x="64516" y="31622"/>
                  </a:lnTo>
                  <a:lnTo>
                    <a:pt x="66095" y="32582"/>
                  </a:lnTo>
                  <a:lnTo>
                    <a:pt x="66263" y="32684"/>
                  </a:lnTo>
                  <a:lnTo>
                    <a:pt x="66560" y="32865"/>
                  </a:lnTo>
                  <a:lnTo>
                    <a:pt x="69914" y="34904"/>
                  </a:lnTo>
                  <a:lnTo>
                    <a:pt x="71321" y="35759"/>
                  </a:lnTo>
                  <a:lnTo>
                    <a:pt x="71553" y="35900"/>
                  </a:lnTo>
                  <a:lnTo>
                    <a:pt x="71798" y="36049"/>
                  </a:lnTo>
                  <a:lnTo>
                    <a:pt x="72562" y="36513"/>
                  </a:lnTo>
                  <a:lnTo>
                    <a:pt x="73722" y="37219"/>
                  </a:lnTo>
                  <a:lnTo>
                    <a:pt x="74030" y="37405"/>
                  </a:lnTo>
                  <a:lnTo>
                    <a:pt x="74398" y="37630"/>
                  </a:lnTo>
                  <a:lnTo>
                    <a:pt x="74752" y="37845"/>
                  </a:lnTo>
                  <a:lnTo>
                    <a:pt x="75467" y="38279"/>
                  </a:lnTo>
                  <a:lnTo>
                    <a:pt x="75672" y="38404"/>
                  </a:lnTo>
                  <a:lnTo>
                    <a:pt x="75822" y="38495"/>
                  </a:lnTo>
                  <a:lnTo>
                    <a:pt x="76257" y="38759"/>
                  </a:lnTo>
                  <a:lnTo>
                    <a:pt x="75792" y="39517"/>
                  </a:lnTo>
                  <a:lnTo>
                    <a:pt x="75497" y="39996"/>
                  </a:lnTo>
                  <a:lnTo>
                    <a:pt x="74287" y="41966"/>
                  </a:lnTo>
                  <a:lnTo>
                    <a:pt x="74105" y="42276"/>
                  </a:lnTo>
                  <a:lnTo>
                    <a:pt x="73809" y="42777"/>
                  </a:lnTo>
                  <a:lnTo>
                    <a:pt x="73706" y="42952"/>
                  </a:lnTo>
                  <a:lnTo>
                    <a:pt x="73182" y="43787"/>
                  </a:lnTo>
                  <a:lnTo>
                    <a:pt x="71632" y="46256"/>
                  </a:lnTo>
                  <a:lnTo>
                    <a:pt x="71181" y="46975"/>
                  </a:lnTo>
                  <a:lnTo>
                    <a:pt x="70871" y="46786"/>
                  </a:lnTo>
                  <a:lnTo>
                    <a:pt x="67102" y="44485"/>
                  </a:lnTo>
                  <a:lnTo>
                    <a:pt x="66478" y="44104"/>
                  </a:lnTo>
                  <a:lnTo>
                    <a:pt x="63319" y="42176"/>
                  </a:lnTo>
                  <a:lnTo>
                    <a:pt x="62556" y="41710"/>
                  </a:lnTo>
                  <a:lnTo>
                    <a:pt x="60080" y="40199"/>
                  </a:lnTo>
                  <a:lnTo>
                    <a:pt x="59193" y="39657"/>
                  </a:lnTo>
                  <a:lnTo>
                    <a:pt x="56376" y="37938"/>
                  </a:lnTo>
                  <a:lnTo>
                    <a:pt x="55212" y="37227"/>
                  </a:lnTo>
                  <a:lnTo>
                    <a:pt x="54468" y="36727"/>
                  </a:lnTo>
                  <a:lnTo>
                    <a:pt x="53338" y="38479"/>
                  </a:lnTo>
                  <a:lnTo>
                    <a:pt x="48790" y="45534"/>
                  </a:lnTo>
                  <a:lnTo>
                    <a:pt x="48412" y="46120"/>
                  </a:lnTo>
                  <a:lnTo>
                    <a:pt x="48245" y="46379"/>
                  </a:lnTo>
                  <a:lnTo>
                    <a:pt x="47645" y="47309"/>
                  </a:lnTo>
                  <a:lnTo>
                    <a:pt x="47316" y="47820"/>
                  </a:lnTo>
                  <a:lnTo>
                    <a:pt x="47153" y="48073"/>
                  </a:lnTo>
                  <a:lnTo>
                    <a:pt x="46415" y="49217"/>
                  </a:lnTo>
                  <a:lnTo>
                    <a:pt x="46212" y="49533"/>
                  </a:lnTo>
                  <a:lnTo>
                    <a:pt x="45656" y="50394"/>
                  </a:lnTo>
                  <a:lnTo>
                    <a:pt x="44055" y="52877"/>
                  </a:lnTo>
                  <a:lnTo>
                    <a:pt x="42854" y="54740"/>
                  </a:lnTo>
                  <a:lnTo>
                    <a:pt x="42670" y="55024"/>
                  </a:lnTo>
                  <a:lnTo>
                    <a:pt x="42448" y="54894"/>
                  </a:lnTo>
                  <a:lnTo>
                    <a:pt x="38918" y="52836"/>
                  </a:lnTo>
                  <a:lnTo>
                    <a:pt x="36980" y="51439"/>
                  </a:lnTo>
                  <a:lnTo>
                    <a:pt x="35530" y="50394"/>
                  </a:lnTo>
                  <a:lnTo>
                    <a:pt x="34976" y="49995"/>
                  </a:lnTo>
                  <a:lnTo>
                    <a:pt x="34437" y="49607"/>
                  </a:lnTo>
                  <a:lnTo>
                    <a:pt x="33492" y="48992"/>
                  </a:lnTo>
                  <a:lnTo>
                    <a:pt x="33280" y="48854"/>
                  </a:lnTo>
                  <a:lnTo>
                    <a:pt x="31655" y="47796"/>
                  </a:lnTo>
                  <a:lnTo>
                    <a:pt x="30499" y="47043"/>
                  </a:lnTo>
                  <a:lnTo>
                    <a:pt x="29755" y="46588"/>
                  </a:lnTo>
                  <a:lnTo>
                    <a:pt x="28616" y="45890"/>
                  </a:lnTo>
                  <a:lnTo>
                    <a:pt x="28376" y="45742"/>
                  </a:lnTo>
                  <a:lnTo>
                    <a:pt x="26457" y="44567"/>
                  </a:lnTo>
                  <a:lnTo>
                    <a:pt x="24874" y="43596"/>
                  </a:lnTo>
                  <a:lnTo>
                    <a:pt x="24704" y="43492"/>
                  </a:lnTo>
                  <a:lnTo>
                    <a:pt x="21445" y="41514"/>
                  </a:lnTo>
                  <a:lnTo>
                    <a:pt x="21192" y="41361"/>
                  </a:lnTo>
                  <a:lnTo>
                    <a:pt x="19062" y="40068"/>
                  </a:lnTo>
                  <a:lnTo>
                    <a:pt x="17984" y="39414"/>
                  </a:lnTo>
                  <a:lnTo>
                    <a:pt x="17807" y="39307"/>
                  </a:lnTo>
                  <a:lnTo>
                    <a:pt x="17620" y="39193"/>
                  </a:lnTo>
                  <a:lnTo>
                    <a:pt x="17105" y="38971"/>
                  </a:lnTo>
                  <a:lnTo>
                    <a:pt x="16972" y="38951"/>
                  </a:lnTo>
                  <a:lnTo>
                    <a:pt x="15297" y="38576"/>
                  </a:lnTo>
                  <a:lnTo>
                    <a:pt x="15561" y="36166"/>
                  </a:lnTo>
                  <a:lnTo>
                    <a:pt x="15924" y="36189"/>
                  </a:lnTo>
                  <a:lnTo>
                    <a:pt x="16859" y="36246"/>
                  </a:lnTo>
                  <a:lnTo>
                    <a:pt x="18219" y="36494"/>
                  </a:lnTo>
                  <a:lnTo>
                    <a:pt x="18333" y="36221"/>
                  </a:lnTo>
                  <a:lnTo>
                    <a:pt x="19078" y="34432"/>
                  </a:lnTo>
                  <a:lnTo>
                    <a:pt x="19215" y="34103"/>
                  </a:lnTo>
                  <a:lnTo>
                    <a:pt x="19570" y="33341"/>
                  </a:lnTo>
                  <a:lnTo>
                    <a:pt x="20708" y="31109"/>
                  </a:lnTo>
                  <a:lnTo>
                    <a:pt x="20344" y="30482"/>
                  </a:lnTo>
                  <a:lnTo>
                    <a:pt x="19945" y="30265"/>
                  </a:lnTo>
                  <a:lnTo>
                    <a:pt x="19623" y="30090"/>
                  </a:lnTo>
                  <a:lnTo>
                    <a:pt x="18355" y="29762"/>
                  </a:lnTo>
                  <a:lnTo>
                    <a:pt x="18219" y="29753"/>
                  </a:lnTo>
                  <a:lnTo>
                    <a:pt x="17253" y="29902"/>
                  </a:lnTo>
                  <a:lnTo>
                    <a:pt x="17202" y="29518"/>
                  </a:lnTo>
                  <a:lnTo>
                    <a:pt x="17000" y="27984"/>
                  </a:lnTo>
                  <a:lnTo>
                    <a:pt x="17499" y="27365"/>
                  </a:lnTo>
                  <a:lnTo>
                    <a:pt x="17874" y="26850"/>
                  </a:lnTo>
                  <a:lnTo>
                    <a:pt x="17715" y="26748"/>
                  </a:lnTo>
                  <a:lnTo>
                    <a:pt x="17316" y="26519"/>
                  </a:lnTo>
                  <a:lnTo>
                    <a:pt x="16901" y="26307"/>
                  </a:lnTo>
                  <a:lnTo>
                    <a:pt x="16211" y="25964"/>
                  </a:lnTo>
                  <a:lnTo>
                    <a:pt x="15623" y="26467"/>
                  </a:lnTo>
                  <a:lnTo>
                    <a:pt x="14822" y="26744"/>
                  </a:lnTo>
                  <a:lnTo>
                    <a:pt x="14171" y="29804"/>
                  </a:lnTo>
                  <a:lnTo>
                    <a:pt x="13993" y="29641"/>
                  </a:lnTo>
                  <a:lnTo>
                    <a:pt x="13108" y="29384"/>
                  </a:lnTo>
                  <a:lnTo>
                    <a:pt x="12632" y="29292"/>
                  </a:lnTo>
                  <a:lnTo>
                    <a:pt x="12289" y="29293"/>
                  </a:lnTo>
                  <a:lnTo>
                    <a:pt x="11038" y="29322"/>
                  </a:lnTo>
                  <a:lnTo>
                    <a:pt x="9600" y="29688"/>
                  </a:lnTo>
                  <a:lnTo>
                    <a:pt x="9314" y="29820"/>
                  </a:lnTo>
                  <a:lnTo>
                    <a:pt x="8524" y="30184"/>
                  </a:lnTo>
                  <a:lnTo>
                    <a:pt x="8267" y="30302"/>
                  </a:lnTo>
                  <a:lnTo>
                    <a:pt x="7153" y="30350"/>
                  </a:lnTo>
                  <a:lnTo>
                    <a:pt x="5969" y="30423"/>
                  </a:lnTo>
                  <a:lnTo>
                    <a:pt x="5591" y="30446"/>
                  </a:lnTo>
                  <a:lnTo>
                    <a:pt x="4015" y="30932"/>
                  </a:lnTo>
                  <a:lnTo>
                    <a:pt x="2807" y="30762"/>
                  </a:lnTo>
                  <a:lnTo>
                    <a:pt x="2518" y="30841"/>
                  </a:lnTo>
                  <a:lnTo>
                    <a:pt x="2389" y="30876"/>
                  </a:lnTo>
                  <a:lnTo>
                    <a:pt x="1590" y="31095"/>
                  </a:lnTo>
                  <a:lnTo>
                    <a:pt x="0" y="31127"/>
                  </a:lnTo>
                  <a:lnTo>
                    <a:pt x="147" y="30874"/>
                  </a:lnTo>
                  <a:lnTo>
                    <a:pt x="637" y="30037"/>
                  </a:lnTo>
                  <a:lnTo>
                    <a:pt x="984" y="28989"/>
                  </a:lnTo>
                  <a:lnTo>
                    <a:pt x="1591" y="28342"/>
                  </a:lnTo>
                  <a:lnTo>
                    <a:pt x="3142" y="25129"/>
                  </a:lnTo>
                  <a:lnTo>
                    <a:pt x="8467" y="19096"/>
                  </a:lnTo>
                  <a:lnTo>
                    <a:pt x="11133" y="14773"/>
                  </a:lnTo>
                  <a:lnTo>
                    <a:pt x="12159" y="10008"/>
                  </a:lnTo>
                  <a:lnTo>
                    <a:pt x="20249" y="5762"/>
                  </a:lnTo>
                  <a:lnTo>
                    <a:pt x="29541" y="315"/>
                  </a:lnTo>
                  <a:lnTo>
                    <a:pt x="33438" y="0"/>
                  </a:lnTo>
                  <a:lnTo>
                    <a:pt x="37452" y="2228"/>
                  </a:lnTo>
                  <a:lnTo>
                    <a:pt x="37583" y="2606"/>
                  </a:lnTo>
                  <a:lnTo>
                    <a:pt x="37637" y="2760"/>
                  </a:lnTo>
                  <a:lnTo>
                    <a:pt x="37722" y="3021"/>
                  </a:lnTo>
                  <a:lnTo>
                    <a:pt x="37929" y="3651"/>
                  </a:lnTo>
                  <a:lnTo>
                    <a:pt x="38117" y="4225"/>
                  </a:lnTo>
                  <a:lnTo>
                    <a:pt x="38210" y="4568"/>
                  </a:lnTo>
                  <a:lnTo>
                    <a:pt x="38584" y="5950"/>
                  </a:lnTo>
                  <a:lnTo>
                    <a:pt x="39033" y="6753"/>
                  </a:lnTo>
                  <a:lnTo>
                    <a:pt x="39250" y="7142"/>
                  </a:lnTo>
                  <a:lnTo>
                    <a:pt x="40287" y="8322"/>
                  </a:lnTo>
                  <a:lnTo>
                    <a:pt x="41086" y="9343"/>
                  </a:lnTo>
                  <a:lnTo>
                    <a:pt x="41530" y="9878"/>
                  </a:lnTo>
                  <a:lnTo>
                    <a:pt x="41754" y="10148"/>
                  </a:lnTo>
                  <a:lnTo>
                    <a:pt x="41946" y="10380"/>
                  </a:lnTo>
                  <a:lnTo>
                    <a:pt x="42742" y="11339"/>
                  </a:lnTo>
                  <a:lnTo>
                    <a:pt x="43812" y="12758"/>
                  </a:lnTo>
                  <a:lnTo>
                    <a:pt x="44235" y="13289"/>
                  </a:lnTo>
                  <a:lnTo>
                    <a:pt x="44477" y="13595"/>
                  </a:lnTo>
                  <a:lnTo>
                    <a:pt x="44915" y="14275"/>
                  </a:lnTo>
                  <a:lnTo>
                    <a:pt x="45121" y="14595"/>
                  </a:lnTo>
                  <a:lnTo>
                    <a:pt x="45439" y="15090"/>
                  </a:lnTo>
                  <a:lnTo>
                    <a:pt x="45730" y="15541"/>
                  </a:lnTo>
                  <a:lnTo>
                    <a:pt x="45879" y="15773"/>
                  </a:lnTo>
                  <a:lnTo>
                    <a:pt x="46279" y="16285"/>
                  </a:lnTo>
                  <a:lnTo>
                    <a:pt x="46501" y="17509"/>
                  </a:lnTo>
                  <a:lnTo>
                    <a:pt x="48221" y="19644"/>
                  </a:lnTo>
                  <a:lnTo>
                    <a:pt x="48370" y="19829"/>
                  </a:lnTo>
                  <a:lnTo>
                    <a:pt x="48938" y="20544"/>
                  </a:lnTo>
                  <a:lnTo>
                    <a:pt x="49592" y="21367"/>
                  </a:lnTo>
                  <a:lnTo>
                    <a:pt x="49818" y="21647"/>
                  </a:lnTo>
                  <a:lnTo>
                    <a:pt x="50635" y="22660"/>
                  </a:lnTo>
                  <a:lnTo>
                    <a:pt x="50916" y="23008"/>
                  </a:lnTo>
                  <a:lnTo>
                    <a:pt x="51782" y="240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2365627" y="2806904"/>
              <a:ext cx="164493" cy="94256"/>
            </a:xfrm>
            <a:custGeom>
              <a:avLst/>
              <a:pathLst>
                <a:path w="164493" h="94256">
                  <a:moveTo>
                    <a:pt x="21548" y="0"/>
                  </a:moveTo>
                  <a:lnTo>
                    <a:pt x="23203" y="1415"/>
                  </a:lnTo>
                  <a:lnTo>
                    <a:pt x="22616" y="4672"/>
                  </a:lnTo>
                  <a:lnTo>
                    <a:pt x="27385" y="13732"/>
                  </a:lnTo>
                  <a:lnTo>
                    <a:pt x="29107" y="14974"/>
                  </a:lnTo>
                  <a:lnTo>
                    <a:pt x="30108" y="18458"/>
                  </a:lnTo>
                  <a:lnTo>
                    <a:pt x="29428" y="19740"/>
                  </a:lnTo>
                  <a:lnTo>
                    <a:pt x="30710" y="22215"/>
                  </a:lnTo>
                  <a:lnTo>
                    <a:pt x="47062" y="28000"/>
                  </a:lnTo>
                  <a:lnTo>
                    <a:pt x="53897" y="28341"/>
                  </a:lnTo>
                  <a:lnTo>
                    <a:pt x="61160" y="30221"/>
                  </a:lnTo>
                  <a:lnTo>
                    <a:pt x="62271" y="28512"/>
                  </a:lnTo>
                  <a:lnTo>
                    <a:pt x="59622" y="23556"/>
                  </a:lnTo>
                  <a:lnTo>
                    <a:pt x="61227" y="14273"/>
                  </a:lnTo>
                  <a:lnTo>
                    <a:pt x="62655" y="13340"/>
                  </a:lnTo>
                  <a:lnTo>
                    <a:pt x="64247" y="13925"/>
                  </a:lnTo>
                  <a:lnTo>
                    <a:pt x="65603" y="17148"/>
                  </a:lnTo>
                  <a:lnTo>
                    <a:pt x="65262" y="22531"/>
                  </a:lnTo>
                  <a:lnTo>
                    <a:pt x="69448" y="26974"/>
                  </a:lnTo>
                  <a:lnTo>
                    <a:pt x="74917" y="26889"/>
                  </a:lnTo>
                  <a:lnTo>
                    <a:pt x="79616" y="29709"/>
                  </a:lnTo>
                  <a:lnTo>
                    <a:pt x="92604" y="25607"/>
                  </a:lnTo>
                  <a:lnTo>
                    <a:pt x="95526" y="19427"/>
                  </a:lnTo>
                  <a:lnTo>
                    <a:pt x="100837" y="21317"/>
                  </a:lnTo>
                  <a:lnTo>
                    <a:pt x="98158" y="26291"/>
                  </a:lnTo>
                  <a:lnTo>
                    <a:pt x="101491" y="26803"/>
                  </a:lnTo>
                  <a:lnTo>
                    <a:pt x="102089" y="23898"/>
                  </a:lnTo>
                  <a:lnTo>
                    <a:pt x="108241" y="21079"/>
                  </a:lnTo>
                  <a:lnTo>
                    <a:pt x="109693" y="21933"/>
                  </a:lnTo>
                  <a:lnTo>
                    <a:pt x="111612" y="19326"/>
                  </a:lnTo>
                  <a:lnTo>
                    <a:pt x="112951" y="19479"/>
                  </a:lnTo>
                  <a:lnTo>
                    <a:pt x="114469" y="19735"/>
                  </a:lnTo>
                  <a:lnTo>
                    <a:pt x="114051" y="21249"/>
                  </a:lnTo>
                  <a:lnTo>
                    <a:pt x="115760" y="22617"/>
                  </a:lnTo>
                  <a:lnTo>
                    <a:pt x="117896" y="22189"/>
                  </a:lnTo>
                  <a:lnTo>
                    <a:pt x="118441" y="22060"/>
                  </a:lnTo>
                  <a:lnTo>
                    <a:pt x="119733" y="23982"/>
                  </a:lnTo>
                  <a:lnTo>
                    <a:pt x="119520" y="24667"/>
                  </a:lnTo>
                  <a:lnTo>
                    <a:pt x="118494" y="26291"/>
                  </a:lnTo>
                  <a:lnTo>
                    <a:pt x="120032" y="33895"/>
                  </a:lnTo>
                  <a:lnTo>
                    <a:pt x="121570" y="35177"/>
                  </a:lnTo>
                  <a:lnTo>
                    <a:pt x="125757" y="30136"/>
                  </a:lnTo>
                  <a:lnTo>
                    <a:pt x="127295" y="26205"/>
                  </a:lnTo>
                  <a:lnTo>
                    <a:pt x="132956" y="27797"/>
                  </a:lnTo>
                  <a:lnTo>
                    <a:pt x="130290" y="32119"/>
                  </a:lnTo>
                  <a:lnTo>
                    <a:pt x="124965" y="38153"/>
                  </a:lnTo>
                  <a:lnTo>
                    <a:pt x="123414" y="41366"/>
                  </a:lnTo>
                  <a:lnTo>
                    <a:pt x="122807" y="42013"/>
                  </a:lnTo>
                  <a:lnTo>
                    <a:pt x="122460" y="43061"/>
                  </a:lnTo>
                  <a:lnTo>
                    <a:pt x="121970" y="43898"/>
                  </a:lnTo>
                  <a:lnTo>
                    <a:pt x="121822" y="44151"/>
                  </a:lnTo>
                  <a:lnTo>
                    <a:pt x="123413" y="44118"/>
                  </a:lnTo>
                  <a:lnTo>
                    <a:pt x="124212" y="43900"/>
                  </a:lnTo>
                  <a:lnTo>
                    <a:pt x="124341" y="43864"/>
                  </a:lnTo>
                  <a:lnTo>
                    <a:pt x="124629" y="43785"/>
                  </a:lnTo>
                  <a:lnTo>
                    <a:pt x="125838" y="43955"/>
                  </a:lnTo>
                  <a:lnTo>
                    <a:pt x="127521" y="43463"/>
                  </a:lnTo>
                  <a:lnTo>
                    <a:pt x="127792" y="43447"/>
                  </a:lnTo>
                  <a:lnTo>
                    <a:pt x="128976" y="43374"/>
                  </a:lnTo>
                  <a:lnTo>
                    <a:pt x="130090" y="43326"/>
                  </a:lnTo>
                  <a:lnTo>
                    <a:pt x="130347" y="43207"/>
                  </a:lnTo>
                  <a:lnTo>
                    <a:pt x="131136" y="42844"/>
                  </a:lnTo>
                  <a:lnTo>
                    <a:pt x="131423" y="42712"/>
                  </a:lnTo>
                  <a:lnTo>
                    <a:pt x="132968" y="42319"/>
                  </a:lnTo>
                  <a:lnTo>
                    <a:pt x="134170" y="42317"/>
                  </a:lnTo>
                  <a:lnTo>
                    <a:pt x="134454" y="42316"/>
                  </a:lnTo>
                  <a:lnTo>
                    <a:pt x="134931" y="42408"/>
                  </a:lnTo>
                  <a:lnTo>
                    <a:pt x="135816" y="42664"/>
                  </a:lnTo>
                  <a:lnTo>
                    <a:pt x="135994" y="42828"/>
                  </a:lnTo>
                  <a:lnTo>
                    <a:pt x="136644" y="39767"/>
                  </a:lnTo>
                  <a:lnTo>
                    <a:pt x="137445" y="39491"/>
                  </a:lnTo>
                  <a:lnTo>
                    <a:pt x="138033" y="38988"/>
                  </a:lnTo>
                  <a:lnTo>
                    <a:pt x="138724" y="39331"/>
                  </a:lnTo>
                  <a:lnTo>
                    <a:pt x="139139" y="39542"/>
                  </a:lnTo>
                  <a:lnTo>
                    <a:pt x="139538" y="39772"/>
                  </a:lnTo>
                  <a:lnTo>
                    <a:pt x="139676" y="39949"/>
                  </a:lnTo>
                  <a:lnTo>
                    <a:pt x="139321" y="40389"/>
                  </a:lnTo>
                  <a:lnTo>
                    <a:pt x="138822" y="41008"/>
                  </a:lnTo>
                  <a:lnTo>
                    <a:pt x="139025" y="42541"/>
                  </a:lnTo>
                  <a:lnTo>
                    <a:pt x="139109" y="43013"/>
                  </a:lnTo>
                  <a:lnTo>
                    <a:pt x="140042" y="42777"/>
                  </a:lnTo>
                  <a:lnTo>
                    <a:pt x="140292" y="42794"/>
                  </a:lnTo>
                  <a:lnTo>
                    <a:pt x="141446" y="43114"/>
                  </a:lnTo>
                  <a:lnTo>
                    <a:pt x="141768" y="43289"/>
                  </a:lnTo>
                  <a:lnTo>
                    <a:pt x="142167" y="43506"/>
                  </a:lnTo>
                  <a:lnTo>
                    <a:pt x="142528" y="44139"/>
                  </a:lnTo>
                  <a:lnTo>
                    <a:pt x="141392" y="46365"/>
                  </a:lnTo>
                  <a:lnTo>
                    <a:pt x="141009" y="47195"/>
                  </a:lnTo>
                  <a:lnTo>
                    <a:pt x="140901" y="47455"/>
                  </a:lnTo>
                  <a:lnTo>
                    <a:pt x="140155" y="49245"/>
                  </a:lnTo>
                  <a:lnTo>
                    <a:pt x="140042" y="49517"/>
                  </a:lnTo>
                  <a:lnTo>
                    <a:pt x="138682" y="49270"/>
                  </a:lnTo>
                  <a:lnTo>
                    <a:pt x="137747" y="49212"/>
                  </a:lnTo>
                  <a:lnTo>
                    <a:pt x="137271" y="49198"/>
                  </a:lnTo>
                  <a:lnTo>
                    <a:pt x="137112" y="51721"/>
                  </a:lnTo>
                  <a:lnTo>
                    <a:pt x="138795" y="51975"/>
                  </a:lnTo>
                  <a:lnTo>
                    <a:pt x="139033" y="52056"/>
                  </a:lnTo>
                  <a:lnTo>
                    <a:pt x="139443" y="52217"/>
                  </a:lnTo>
                  <a:lnTo>
                    <a:pt x="139630" y="52331"/>
                  </a:lnTo>
                  <a:lnTo>
                    <a:pt x="139807" y="52438"/>
                  </a:lnTo>
                  <a:lnTo>
                    <a:pt x="140885" y="53092"/>
                  </a:lnTo>
                  <a:lnTo>
                    <a:pt x="143015" y="54385"/>
                  </a:lnTo>
                  <a:lnTo>
                    <a:pt x="143268" y="54538"/>
                  </a:lnTo>
                  <a:lnTo>
                    <a:pt x="146527" y="56516"/>
                  </a:lnTo>
                  <a:lnTo>
                    <a:pt x="146697" y="56620"/>
                  </a:lnTo>
                  <a:lnTo>
                    <a:pt x="148280" y="57590"/>
                  </a:lnTo>
                  <a:lnTo>
                    <a:pt x="150198" y="58766"/>
                  </a:lnTo>
                  <a:lnTo>
                    <a:pt x="150439" y="58914"/>
                  </a:lnTo>
                  <a:lnTo>
                    <a:pt x="151578" y="59611"/>
                  </a:lnTo>
                  <a:lnTo>
                    <a:pt x="152321" y="60067"/>
                  </a:lnTo>
                  <a:lnTo>
                    <a:pt x="153478" y="60820"/>
                  </a:lnTo>
                  <a:lnTo>
                    <a:pt x="155102" y="61877"/>
                  </a:lnTo>
                  <a:lnTo>
                    <a:pt x="155314" y="62015"/>
                  </a:lnTo>
                  <a:lnTo>
                    <a:pt x="156260" y="62631"/>
                  </a:lnTo>
                  <a:lnTo>
                    <a:pt x="156799" y="63019"/>
                  </a:lnTo>
                  <a:lnTo>
                    <a:pt x="157352" y="63418"/>
                  </a:lnTo>
                  <a:lnTo>
                    <a:pt x="158905" y="64536"/>
                  </a:lnTo>
                  <a:lnTo>
                    <a:pt x="160812" y="65901"/>
                  </a:lnTo>
                  <a:lnTo>
                    <a:pt x="164270" y="67917"/>
                  </a:lnTo>
                  <a:lnTo>
                    <a:pt x="164493" y="68047"/>
                  </a:lnTo>
                  <a:lnTo>
                    <a:pt x="164370" y="68237"/>
                  </a:lnTo>
                  <a:lnTo>
                    <a:pt x="162459" y="71178"/>
                  </a:lnTo>
                  <a:lnTo>
                    <a:pt x="162300" y="71424"/>
                  </a:lnTo>
                  <a:lnTo>
                    <a:pt x="162203" y="71574"/>
                  </a:lnTo>
                  <a:lnTo>
                    <a:pt x="162006" y="71876"/>
                  </a:lnTo>
                  <a:lnTo>
                    <a:pt x="160574" y="74082"/>
                  </a:lnTo>
                  <a:lnTo>
                    <a:pt x="160361" y="74409"/>
                  </a:lnTo>
                  <a:lnTo>
                    <a:pt x="160076" y="74848"/>
                  </a:lnTo>
                  <a:lnTo>
                    <a:pt x="159016" y="76480"/>
                  </a:lnTo>
                  <a:lnTo>
                    <a:pt x="158840" y="76750"/>
                  </a:lnTo>
                  <a:lnTo>
                    <a:pt x="158651" y="77041"/>
                  </a:lnTo>
                  <a:lnTo>
                    <a:pt x="158029" y="77999"/>
                  </a:lnTo>
                  <a:lnTo>
                    <a:pt x="157819" y="78323"/>
                  </a:lnTo>
                  <a:lnTo>
                    <a:pt x="156053" y="81041"/>
                  </a:lnTo>
                  <a:lnTo>
                    <a:pt x="154518" y="83404"/>
                  </a:lnTo>
                  <a:lnTo>
                    <a:pt x="153559" y="84881"/>
                  </a:lnTo>
                  <a:lnTo>
                    <a:pt x="153409" y="85111"/>
                  </a:lnTo>
                  <a:lnTo>
                    <a:pt x="151891" y="84191"/>
                  </a:lnTo>
                  <a:lnTo>
                    <a:pt x="151080" y="83699"/>
                  </a:lnTo>
                  <a:lnTo>
                    <a:pt x="149094" y="86738"/>
                  </a:lnTo>
                  <a:lnTo>
                    <a:pt x="148909" y="87021"/>
                  </a:lnTo>
                  <a:lnTo>
                    <a:pt x="149365" y="87285"/>
                  </a:lnTo>
                  <a:lnTo>
                    <a:pt x="148862" y="87827"/>
                  </a:lnTo>
                  <a:lnTo>
                    <a:pt x="148278" y="88142"/>
                  </a:lnTo>
                  <a:lnTo>
                    <a:pt x="145264" y="89764"/>
                  </a:lnTo>
                  <a:lnTo>
                    <a:pt x="138535" y="93386"/>
                  </a:lnTo>
                  <a:lnTo>
                    <a:pt x="138471" y="92500"/>
                  </a:lnTo>
                  <a:lnTo>
                    <a:pt x="136013" y="92597"/>
                  </a:lnTo>
                  <a:lnTo>
                    <a:pt x="133334" y="92770"/>
                  </a:lnTo>
                  <a:lnTo>
                    <a:pt x="132013" y="94256"/>
                  </a:lnTo>
                  <a:lnTo>
                    <a:pt x="130171" y="93324"/>
                  </a:lnTo>
                  <a:lnTo>
                    <a:pt x="129645" y="93058"/>
                  </a:lnTo>
                  <a:lnTo>
                    <a:pt x="129502" y="92924"/>
                  </a:lnTo>
                  <a:lnTo>
                    <a:pt x="129134" y="92581"/>
                  </a:lnTo>
                  <a:lnTo>
                    <a:pt x="128420" y="91832"/>
                  </a:lnTo>
                  <a:lnTo>
                    <a:pt x="126294" y="92365"/>
                  </a:lnTo>
                  <a:lnTo>
                    <a:pt x="126160" y="92398"/>
                  </a:lnTo>
                  <a:lnTo>
                    <a:pt x="125568" y="92547"/>
                  </a:lnTo>
                  <a:lnTo>
                    <a:pt x="125430" y="92581"/>
                  </a:lnTo>
                  <a:lnTo>
                    <a:pt x="124859" y="92724"/>
                  </a:lnTo>
                  <a:lnTo>
                    <a:pt x="124425" y="92819"/>
                  </a:lnTo>
                  <a:lnTo>
                    <a:pt x="123294" y="93066"/>
                  </a:lnTo>
                  <a:lnTo>
                    <a:pt x="123361" y="93412"/>
                  </a:lnTo>
                  <a:lnTo>
                    <a:pt x="120750" y="93827"/>
                  </a:lnTo>
                  <a:lnTo>
                    <a:pt x="120039" y="93709"/>
                  </a:lnTo>
                  <a:lnTo>
                    <a:pt x="118530" y="92940"/>
                  </a:lnTo>
                  <a:lnTo>
                    <a:pt x="114222" y="81830"/>
                  </a:lnTo>
                  <a:lnTo>
                    <a:pt x="116187" y="78583"/>
                  </a:lnTo>
                  <a:lnTo>
                    <a:pt x="114137" y="75337"/>
                  </a:lnTo>
                  <a:lnTo>
                    <a:pt x="110206" y="78925"/>
                  </a:lnTo>
                  <a:lnTo>
                    <a:pt x="108839" y="82514"/>
                  </a:lnTo>
                  <a:lnTo>
                    <a:pt x="105592" y="82770"/>
                  </a:lnTo>
                  <a:lnTo>
                    <a:pt x="103911" y="83380"/>
                  </a:lnTo>
                  <a:lnTo>
                    <a:pt x="101380" y="81587"/>
                  </a:lnTo>
                  <a:lnTo>
                    <a:pt x="100551" y="76533"/>
                  </a:lnTo>
                  <a:lnTo>
                    <a:pt x="104908" y="71235"/>
                  </a:lnTo>
                  <a:lnTo>
                    <a:pt x="102260" y="69099"/>
                  </a:lnTo>
                  <a:lnTo>
                    <a:pt x="103199" y="67732"/>
                  </a:lnTo>
                  <a:lnTo>
                    <a:pt x="94740" y="65510"/>
                  </a:lnTo>
                  <a:lnTo>
                    <a:pt x="90810" y="60725"/>
                  </a:lnTo>
                  <a:lnTo>
                    <a:pt x="95424" y="57820"/>
                  </a:lnTo>
                  <a:lnTo>
                    <a:pt x="92262" y="54830"/>
                  </a:lnTo>
                  <a:lnTo>
                    <a:pt x="89614" y="56795"/>
                  </a:lnTo>
                  <a:lnTo>
                    <a:pt x="85170" y="54659"/>
                  </a:lnTo>
                  <a:lnTo>
                    <a:pt x="82607" y="60042"/>
                  </a:lnTo>
                  <a:lnTo>
                    <a:pt x="79275" y="60384"/>
                  </a:lnTo>
                  <a:lnTo>
                    <a:pt x="79275" y="55513"/>
                  </a:lnTo>
                  <a:lnTo>
                    <a:pt x="76968" y="56282"/>
                  </a:lnTo>
                  <a:lnTo>
                    <a:pt x="73123" y="57307"/>
                  </a:lnTo>
                  <a:lnTo>
                    <a:pt x="71497" y="60558"/>
                  </a:lnTo>
                  <a:lnTo>
                    <a:pt x="66775" y="57235"/>
                  </a:lnTo>
                  <a:lnTo>
                    <a:pt x="66158" y="56455"/>
                  </a:lnTo>
                  <a:lnTo>
                    <a:pt x="67739" y="53462"/>
                  </a:lnTo>
                  <a:lnTo>
                    <a:pt x="66543" y="51326"/>
                  </a:lnTo>
                  <a:lnTo>
                    <a:pt x="70047" y="48677"/>
                  </a:lnTo>
                  <a:lnTo>
                    <a:pt x="63980" y="45345"/>
                  </a:lnTo>
                  <a:lnTo>
                    <a:pt x="67483" y="40304"/>
                  </a:lnTo>
                  <a:lnTo>
                    <a:pt x="66800" y="38509"/>
                  </a:lnTo>
                  <a:lnTo>
                    <a:pt x="63211" y="38509"/>
                  </a:lnTo>
                  <a:lnTo>
                    <a:pt x="59024" y="38339"/>
                  </a:lnTo>
                  <a:lnTo>
                    <a:pt x="55094" y="36544"/>
                  </a:lnTo>
                  <a:lnTo>
                    <a:pt x="51985" y="38505"/>
                  </a:lnTo>
                  <a:lnTo>
                    <a:pt x="51341" y="37689"/>
                  </a:lnTo>
                  <a:lnTo>
                    <a:pt x="29915" y="32993"/>
                  </a:lnTo>
                  <a:lnTo>
                    <a:pt x="28528" y="31513"/>
                  </a:lnTo>
                  <a:lnTo>
                    <a:pt x="27759" y="30472"/>
                  </a:lnTo>
                  <a:lnTo>
                    <a:pt x="27198" y="28533"/>
                  </a:lnTo>
                  <a:lnTo>
                    <a:pt x="26461" y="28277"/>
                  </a:lnTo>
                  <a:lnTo>
                    <a:pt x="26365" y="27764"/>
                  </a:lnTo>
                  <a:lnTo>
                    <a:pt x="26509" y="25954"/>
                  </a:lnTo>
                  <a:lnTo>
                    <a:pt x="22984" y="25121"/>
                  </a:lnTo>
                  <a:lnTo>
                    <a:pt x="19540" y="24656"/>
                  </a:lnTo>
                  <a:lnTo>
                    <a:pt x="16320" y="25072"/>
                  </a:lnTo>
                  <a:lnTo>
                    <a:pt x="13484" y="25890"/>
                  </a:lnTo>
                  <a:lnTo>
                    <a:pt x="13131" y="26370"/>
                  </a:lnTo>
                  <a:lnTo>
                    <a:pt x="13340" y="27476"/>
                  </a:lnTo>
                  <a:lnTo>
                    <a:pt x="13228" y="27828"/>
                  </a:lnTo>
                  <a:lnTo>
                    <a:pt x="13003" y="27972"/>
                  </a:lnTo>
                  <a:lnTo>
                    <a:pt x="12138" y="28421"/>
                  </a:lnTo>
                  <a:lnTo>
                    <a:pt x="11754" y="28902"/>
                  </a:lnTo>
                  <a:lnTo>
                    <a:pt x="11561" y="29574"/>
                  </a:lnTo>
                  <a:lnTo>
                    <a:pt x="11161" y="30012"/>
                  </a:lnTo>
                  <a:lnTo>
                    <a:pt x="10146" y="30333"/>
                  </a:lnTo>
                  <a:lnTo>
                    <a:pt x="9719" y="31908"/>
                  </a:lnTo>
                  <a:lnTo>
                    <a:pt x="7823" y="32042"/>
                  </a:lnTo>
                  <a:lnTo>
                    <a:pt x="6408" y="31614"/>
                  </a:lnTo>
                  <a:lnTo>
                    <a:pt x="5340" y="30840"/>
                  </a:lnTo>
                  <a:lnTo>
                    <a:pt x="4138" y="31080"/>
                  </a:lnTo>
                  <a:lnTo>
                    <a:pt x="3337" y="31775"/>
                  </a:lnTo>
                  <a:lnTo>
                    <a:pt x="2296" y="33644"/>
                  </a:lnTo>
                  <a:lnTo>
                    <a:pt x="480" y="33537"/>
                  </a:lnTo>
                  <a:lnTo>
                    <a:pt x="801" y="30893"/>
                  </a:lnTo>
                  <a:lnTo>
                    <a:pt x="0" y="29558"/>
                  </a:lnTo>
                  <a:lnTo>
                    <a:pt x="213" y="27663"/>
                  </a:lnTo>
                  <a:lnTo>
                    <a:pt x="1308" y="25526"/>
                  </a:lnTo>
                  <a:lnTo>
                    <a:pt x="3230" y="24245"/>
                  </a:lnTo>
                  <a:lnTo>
                    <a:pt x="6114" y="23577"/>
                  </a:lnTo>
                  <a:lnTo>
                    <a:pt x="9078" y="22856"/>
                  </a:lnTo>
                  <a:lnTo>
                    <a:pt x="11455" y="20506"/>
                  </a:lnTo>
                  <a:lnTo>
                    <a:pt x="15033" y="19492"/>
                  </a:lnTo>
                  <a:lnTo>
                    <a:pt x="17649" y="21174"/>
                  </a:lnTo>
                  <a:lnTo>
                    <a:pt x="19251" y="21414"/>
                  </a:lnTo>
                  <a:lnTo>
                    <a:pt x="22082" y="22322"/>
                  </a:lnTo>
                  <a:lnTo>
                    <a:pt x="26968" y="23390"/>
                  </a:lnTo>
                  <a:lnTo>
                    <a:pt x="27751" y="23129"/>
                  </a:lnTo>
                  <a:lnTo>
                    <a:pt x="25633" y="19919"/>
                  </a:lnTo>
                  <a:lnTo>
                    <a:pt x="24111" y="20320"/>
                  </a:lnTo>
                  <a:lnTo>
                    <a:pt x="23150" y="20053"/>
                  </a:lnTo>
                  <a:lnTo>
                    <a:pt x="21548" y="17115"/>
                  </a:lnTo>
                  <a:lnTo>
                    <a:pt x="19412" y="12015"/>
                  </a:lnTo>
                  <a:lnTo>
                    <a:pt x="16127" y="6942"/>
                  </a:lnTo>
                  <a:lnTo>
                    <a:pt x="13137" y="1895"/>
                  </a:lnTo>
                  <a:lnTo>
                    <a:pt x="14392" y="881"/>
                  </a:lnTo>
                  <a:lnTo>
                    <a:pt x="16608" y="720"/>
                  </a:lnTo>
                  <a:lnTo>
                    <a:pt x="17489" y="347"/>
                  </a:lnTo>
                  <a:lnTo>
                    <a:pt x="18450" y="320"/>
                  </a:lnTo>
                  <a:lnTo>
                    <a:pt x="19705" y="7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470503" y="2856655"/>
              <a:ext cx="88098" cy="76804"/>
            </a:xfrm>
            <a:custGeom>
              <a:avLst/>
              <a:pathLst>
                <a:path w="88098" h="76804">
                  <a:moveTo>
                    <a:pt x="74080" y="32247"/>
                  </a:moveTo>
                  <a:lnTo>
                    <a:pt x="70576" y="37677"/>
                  </a:lnTo>
                  <a:lnTo>
                    <a:pt x="70316" y="38081"/>
                  </a:lnTo>
                  <a:lnTo>
                    <a:pt x="68547" y="40822"/>
                  </a:lnTo>
                  <a:lnTo>
                    <a:pt x="66372" y="44193"/>
                  </a:lnTo>
                  <a:lnTo>
                    <a:pt x="66224" y="44422"/>
                  </a:lnTo>
                  <a:lnTo>
                    <a:pt x="64565" y="46992"/>
                  </a:lnTo>
                  <a:lnTo>
                    <a:pt x="63985" y="47960"/>
                  </a:lnTo>
                  <a:lnTo>
                    <a:pt x="63885" y="48127"/>
                  </a:lnTo>
                  <a:lnTo>
                    <a:pt x="63129" y="49389"/>
                  </a:lnTo>
                  <a:lnTo>
                    <a:pt x="62929" y="49724"/>
                  </a:lnTo>
                  <a:lnTo>
                    <a:pt x="62296" y="50746"/>
                  </a:lnTo>
                  <a:lnTo>
                    <a:pt x="60275" y="54016"/>
                  </a:lnTo>
                  <a:lnTo>
                    <a:pt x="57573" y="52463"/>
                  </a:lnTo>
                  <a:lnTo>
                    <a:pt x="56042" y="51585"/>
                  </a:lnTo>
                  <a:lnTo>
                    <a:pt x="55880" y="51492"/>
                  </a:lnTo>
                  <a:lnTo>
                    <a:pt x="53782" y="51128"/>
                  </a:lnTo>
                  <a:lnTo>
                    <a:pt x="51373" y="50996"/>
                  </a:lnTo>
                  <a:lnTo>
                    <a:pt x="50200" y="50932"/>
                  </a:lnTo>
                  <a:lnTo>
                    <a:pt x="50460" y="52655"/>
                  </a:lnTo>
                  <a:lnTo>
                    <a:pt x="50312" y="52914"/>
                  </a:lnTo>
                  <a:lnTo>
                    <a:pt x="49740" y="53756"/>
                  </a:lnTo>
                  <a:lnTo>
                    <a:pt x="49214" y="54531"/>
                  </a:lnTo>
                  <a:lnTo>
                    <a:pt x="48882" y="55021"/>
                  </a:lnTo>
                  <a:lnTo>
                    <a:pt x="47461" y="57196"/>
                  </a:lnTo>
                  <a:lnTo>
                    <a:pt x="47232" y="57372"/>
                  </a:lnTo>
                  <a:lnTo>
                    <a:pt x="46304" y="58084"/>
                  </a:lnTo>
                  <a:lnTo>
                    <a:pt x="45128" y="58987"/>
                  </a:lnTo>
                  <a:lnTo>
                    <a:pt x="44935" y="59134"/>
                  </a:lnTo>
                  <a:lnTo>
                    <a:pt x="44130" y="59732"/>
                  </a:lnTo>
                  <a:lnTo>
                    <a:pt x="43889" y="59911"/>
                  </a:lnTo>
                  <a:lnTo>
                    <a:pt x="43724" y="60034"/>
                  </a:lnTo>
                  <a:lnTo>
                    <a:pt x="42829" y="59065"/>
                  </a:lnTo>
                  <a:lnTo>
                    <a:pt x="42707" y="58932"/>
                  </a:lnTo>
                  <a:lnTo>
                    <a:pt x="41955" y="60302"/>
                  </a:lnTo>
                  <a:lnTo>
                    <a:pt x="40910" y="62361"/>
                  </a:lnTo>
                  <a:lnTo>
                    <a:pt x="41633" y="62711"/>
                  </a:lnTo>
                  <a:lnTo>
                    <a:pt x="42320" y="63044"/>
                  </a:lnTo>
                  <a:lnTo>
                    <a:pt x="41787" y="63145"/>
                  </a:lnTo>
                  <a:lnTo>
                    <a:pt x="42179" y="64254"/>
                  </a:lnTo>
                  <a:lnTo>
                    <a:pt x="42187" y="67412"/>
                  </a:lnTo>
                  <a:lnTo>
                    <a:pt x="42149" y="67863"/>
                  </a:lnTo>
                  <a:lnTo>
                    <a:pt x="44733" y="67984"/>
                  </a:lnTo>
                  <a:lnTo>
                    <a:pt x="44786" y="69463"/>
                  </a:lnTo>
                  <a:lnTo>
                    <a:pt x="44297" y="69931"/>
                  </a:lnTo>
                  <a:lnTo>
                    <a:pt x="43959" y="69501"/>
                  </a:lnTo>
                  <a:lnTo>
                    <a:pt x="43115" y="71020"/>
                  </a:lnTo>
                  <a:lnTo>
                    <a:pt x="42879" y="71607"/>
                  </a:lnTo>
                  <a:lnTo>
                    <a:pt x="42492" y="72567"/>
                  </a:lnTo>
                  <a:lnTo>
                    <a:pt x="42189" y="73320"/>
                  </a:lnTo>
                  <a:lnTo>
                    <a:pt x="39572" y="76804"/>
                  </a:lnTo>
                  <a:lnTo>
                    <a:pt x="38621" y="76095"/>
                  </a:lnTo>
                  <a:lnTo>
                    <a:pt x="37739" y="75438"/>
                  </a:lnTo>
                  <a:lnTo>
                    <a:pt x="36758" y="74706"/>
                  </a:lnTo>
                  <a:lnTo>
                    <a:pt x="36491" y="74525"/>
                  </a:lnTo>
                  <a:lnTo>
                    <a:pt x="36135" y="74361"/>
                  </a:lnTo>
                  <a:lnTo>
                    <a:pt x="34885" y="73787"/>
                  </a:lnTo>
                  <a:lnTo>
                    <a:pt x="34706" y="73785"/>
                  </a:lnTo>
                  <a:lnTo>
                    <a:pt x="33417" y="73773"/>
                  </a:lnTo>
                  <a:lnTo>
                    <a:pt x="31775" y="73680"/>
                  </a:lnTo>
                  <a:lnTo>
                    <a:pt x="31099" y="73474"/>
                  </a:lnTo>
                  <a:lnTo>
                    <a:pt x="30966" y="73179"/>
                  </a:lnTo>
                  <a:lnTo>
                    <a:pt x="30832" y="73041"/>
                  </a:lnTo>
                  <a:lnTo>
                    <a:pt x="30065" y="72254"/>
                  </a:lnTo>
                  <a:lnTo>
                    <a:pt x="29439" y="71610"/>
                  </a:lnTo>
                  <a:lnTo>
                    <a:pt x="27660" y="69782"/>
                  </a:lnTo>
                  <a:lnTo>
                    <a:pt x="26674" y="68769"/>
                  </a:lnTo>
                  <a:lnTo>
                    <a:pt x="26021" y="68098"/>
                  </a:lnTo>
                  <a:lnTo>
                    <a:pt x="25647" y="67818"/>
                  </a:lnTo>
                  <a:lnTo>
                    <a:pt x="25207" y="67644"/>
                  </a:lnTo>
                  <a:lnTo>
                    <a:pt x="24285" y="67337"/>
                  </a:lnTo>
                  <a:lnTo>
                    <a:pt x="21409" y="66475"/>
                  </a:lnTo>
                  <a:lnTo>
                    <a:pt x="21160" y="67709"/>
                  </a:lnTo>
                  <a:lnTo>
                    <a:pt x="17624" y="67062"/>
                  </a:lnTo>
                  <a:lnTo>
                    <a:pt x="14361" y="65779"/>
                  </a:lnTo>
                  <a:lnTo>
                    <a:pt x="12313" y="64714"/>
                  </a:lnTo>
                  <a:lnTo>
                    <a:pt x="9736" y="63233"/>
                  </a:lnTo>
                  <a:lnTo>
                    <a:pt x="8428" y="62098"/>
                  </a:lnTo>
                  <a:lnTo>
                    <a:pt x="7787" y="61804"/>
                  </a:lnTo>
                  <a:lnTo>
                    <a:pt x="6358" y="61390"/>
                  </a:lnTo>
                  <a:lnTo>
                    <a:pt x="5330" y="61217"/>
                  </a:lnTo>
                  <a:lnTo>
                    <a:pt x="3606" y="61332"/>
                  </a:lnTo>
                  <a:lnTo>
                    <a:pt x="2669" y="62138"/>
                  </a:lnTo>
                  <a:lnTo>
                    <a:pt x="1635" y="62238"/>
                  </a:lnTo>
                  <a:lnTo>
                    <a:pt x="1363" y="62265"/>
                  </a:lnTo>
                  <a:lnTo>
                    <a:pt x="467" y="62291"/>
                  </a:lnTo>
                  <a:lnTo>
                    <a:pt x="0" y="62304"/>
                  </a:lnTo>
                  <a:lnTo>
                    <a:pt x="0" y="61429"/>
                  </a:lnTo>
                  <a:lnTo>
                    <a:pt x="384" y="60510"/>
                  </a:lnTo>
                  <a:lnTo>
                    <a:pt x="4467" y="60361"/>
                  </a:lnTo>
                  <a:lnTo>
                    <a:pt x="4809" y="59079"/>
                  </a:lnTo>
                  <a:lnTo>
                    <a:pt x="7885" y="59250"/>
                  </a:lnTo>
                  <a:lnTo>
                    <a:pt x="12926" y="61514"/>
                  </a:lnTo>
                  <a:lnTo>
                    <a:pt x="18139" y="62454"/>
                  </a:lnTo>
                  <a:lnTo>
                    <a:pt x="18480" y="59805"/>
                  </a:lnTo>
                  <a:lnTo>
                    <a:pt x="16045" y="58225"/>
                  </a:lnTo>
                  <a:lnTo>
                    <a:pt x="15533" y="58652"/>
                  </a:lnTo>
                  <a:lnTo>
                    <a:pt x="10790" y="58139"/>
                  </a:lnTo>
                  <a:lnTo>
                    <a:pt x="6945" y="56687"/>
                  </a:lnTo>
                  <a:lnTo>
                    <a:pt x="10278" y="50577"/>
                  </a:lnTo>
                  <a:lnTo>
                    <a:pt x="8611" y="47886"/>
                  </a:lnTo>
                  <a:lnTo>
                    <a:pt x="9081" y="46091"/>
                  </a:lnTo>
                  <a:lnTo>
                    <a:pt x="7185" y="44985"/>
                  </a:lnTo>
                  <a:lnTo>
                    <a:pt x="7316" y="44664"/>
                  </a:lnTo>
                  <a:lnTo>
                    <a:pt x="9653" y="41150"/>
                  </a:lnTo>
                  <a:lnTo>
                    <a:pt x="13655" y="43189"/>
                  </a:lnTo>
                  <a:lnTo>
                    <a:pt x="15163" y="43958"/>
                  </a:lnTo>
                  <a:lnTo>
                    <a:pt x="15875" y="44076"/>
                  </a:lnTo>
                  <a:lnTo>
                    <a:pt x="18485" y="43661"/>
                  </a:lnTo>
                  <a:lnTo>
                    <a:pt x="18488" y="43300"/>
                  </a:lnTo>
                  <a:lnTo>
                    <a:pt x="19549" y="43068"/>
                  </a:lnTo>
                  <a:lnTo>
                    <a:pt x="19983" y="42973"/>
                  </a:lnTo>
                  <a:lnTo>
                    <a:pt x="20555" y="42830"/>
                  </a:lnTo>
                  <a:lnTo>
                    <a:pt x="20692" y="42796"/>
                  </a:lnTo>
                  <a:lnTo>
                    <a:pt x="21285" y="42647"/>
                  </a:lnTo>
                  <a:lnTo>
                    <a:pt x="21419" y="42614"/>
                  </a:lnTo>
                  <a:lnTo>
                    <a:pt x="23554" y="42172"/>
                  </a:lnTo>
                  <a:lnTo>
                    <a:pt x="24259" y="42830"/>
                  </a:lnTo>
                  <a:lnTo>
                    <a:pt x="24626" y="43173"/>
                  </a:lnTo>
                  <a:lnTo>
                    <a:pt x="24769" y="43307"/>
                  </a:lnTo>
                  <a:lnTo>
                    <a:pt x="25295" y="43573"/>
                  </a:lnTo>
                  <a:lnTo>
                    <a:pt x="27141" y="44502"/>
                  </a:lnTo>
                  <a:lnTo>
                    <a:pt x="28459" y="43019"/>
                  </a:lnTo>
                  <a:lnTo>
                    <a:pt x="31138" y="42846"/>
                  </a:lnTo>
                  <a:lnTo>
                    <a:pt x="33595" y="42749"/>
                  </a:lnTo>
                  <a:lnTo>
                    <a:pt x="33659" y="43634"/>
                  </a:lnTo>
                  <a:lnTo>
                    <a:pt x="40512" y="39946"/>
                  </a:lnTo>
                  <a:lnTo>
                    <a:pt x="43402" y="38391"/>
                  </a:lnTo>
                  <a:lnTo>
                    <a:pt x="43987" y="38076"/>
                  </a:lnTo>
                  <a:lnTo>
                    <a:pt x="44401" y="37482"/>
                  </a:lnTo>
                  <a:lnTo>
                    <a:pt x="44034" y="37270"/>
                  </a:lnTo>
                  <a:lnTo>
                    <a:pt x="44218" y="36987"/>
                  </a:lnTo>
                  <a:lnTo>
                    <a:pt x="46248" y="33975"/>
                  </a:lnTo>
                  <a:lnTo>
                    <a:pt x="47072" y="34474"/>
                  </a:lnTo>
                  <a:lnTo>
                    <a:pt x="48534" y="35360"/>
                  </a:lnTo>
                  <a:lnTo>
                    <a:pt x="48683" y="35130"/>
                  </a:lnTo>
                  <a:lnTo>
                    <a:pt x="49643" y="33653"/>
                  </a:lnTo>
                  <a:lnTo>
                    <a:pt x="51177" y="31290"/>
                  </a:lnTo>
                  <a:lnTo>
                    <a:pt x="52943" y="28572"/>
                  </a:lnTo>
                  <a:lnTo>
                    <a:pt x="53154" y="28247"/>
                  </a:lnTo>
                  <a:lnTo>
                    <a:pt x="53776" y="27290"/>
                  </a:lnTo>
                  <a:lnTo>
                    <a:pt x="53965" y="26999"/>
                  </a:lnTo>
                  <a:lnTo>
                    <a:pt x="54140" y="26729"/>
                  </a:lnTo>
                  <a:lnTo>
                    <a:pt x="55201" y="25097"/>
                  </a:lnTo>
                  <a:lnTo>
                    <a:pt x="55485" y="24658"/>
                  </a:lnTo>
                  <a:lnTo>
                    <a:pt x="55698" y="24330"/>
                  </a:lnTo>
                  <a:lnTo>
                    <a:pt x="57131" y="22125"/>
                  </a:lnTo>
                  <a:lnTo>
                    <a:pt x="57327" y="21823"/>
                  </a:lnTo>
                  <a:lnTo>
                    <a:pt x="57500" y="21556"/>
                  </a:lnTo>
                  <a:lnTo>
                    <a:pt x="57589" y="21420"/>
                  </a:lnTo>
                  <a:lnTo>
                    <a:pt x="59495" y="18486"/>
                  </a:lnTo>
                  <a:lnTo>
                    <a:pt x="59654" y="18240"/>
                  </a:lnTo>
                  <a:lnTo>
                    <a:pt x="59802" y="18013"/>
                  </a:lnTo>
                  <a:lnTo>
                    <a:pt x="61048" y="16079"/>
                  </a:lnTo>
                  <a:lnTo>
                    <a:pt x="62604" y="13667"/>
                  </a:lnTo>
                  <a:lnTo>
                    <a:pt x="63211" y="12724"/>
                  </a:lnTo>
                  <a:lnTo>
                    <a:pt x="63363" y="12489"/>
                  </a:lnTo>
                  <a:lnTo>
                    <a:pt x="64100" y="11345"/>
                  </a:lnTo>
                  <a:lnTo>
                    <a:pt x="64263" y="11093"/>
                  </a:lnTo>
                  <a:lnTo>
                    <a:pt x="64593" y="10581"/>
                  </a:lnTo>
                  <a:lnTo>
                    <a:pt x="65193" y="9651"/>
                  </a:lnTo>
                  <a:lnTo>
                    <a:pt x="65359" y="9392"/>
                  </a:lnTo>
                  <a:lnTo>
                    <a:pt x="65737" y="8806"/>
                  </a:lnTo>
                  <a:lnTo>
                    <a:pt x="70285" y="1752"/>
                  </a:lnTo>
                  <a:lnTo>
                    <a:pt x="71415" y="0"/>
                  </a:lnTo>
                  <a:lnTo>
                    <a:pt x="72159" y="499"/>
                  </a:lnTo>
                  <a:lnTo>
                    <a:pt x="73323" y="1210"/>
                  </a:lnTo>
                  <a:lnTo>
                    <a:pt x="76140" y="2930"/>
                  </a:lnTo>
                  <a:lnTo>
                    <a:pt x="77027" y="3471"/>
                  </a:lnTo>
                  <a:lnTo>
                    <a:pt x="79503" y="4983"/>
                  </a:lnTo>
                  <a:lnTo>
                    <a:pt x="80266" y="5448"/>
                  </a:lnTo>
                  <a:lnTo>
                    <a:pt x="83425" y="7377"/>
                  </a:lnTo>
                  <a:lnTo>
                    <a:pt x="84049" y="7758"/>
                  </a:lnTo>
                  <a:lnTo>
                    <a:pt x="87818" y="10059"/>
                  </a:lnTo>
                  <a:lnTo>
                    <a:pt x="88098" y="10296"/>
                  </a:lnTo>
                  <a:lnTo>
                    <a:pt x="87858" y="10679"/>
                  </a:lnTo>
                  <a:lnTo>
                    <a:pt x="87490" y="11265"/>
                  </a:lnTo>
                  <a:lnTo>
                    <a:pt x="87036" y="11989"/>
                  </a:lnTo>
                  <a:lnTo>
                    <a:pt x="85863" y="13857"/>
                  </a:lnTo>
                  <a:lnTo>
                    <a:pt x="85230" y="14866"/>
                  </a:lnTo>
                  <a:lnTo>
                    <a:pt x="82608" y="19044"/>
                  </a:lnTo>
                  <a:lnTo>
                    <a:pt x="82513" y="19196"/>
                  </a:lnTo>
                  <a:lnTo>
                    <a:pt x="82428" y="19331"/>
                  </a:lnTo>
                  <a:lnTo>
                    <a:pt x="81506" y="20828"/>
                  </a:lnTo>
                  <a:lnTo>
                    <a:pt x="79484" y="24108"/>
                  </a:lnTo>
                  <a:lnTo>
                    <a:pt x="79322" y="24378"/>
                  </a:lnTo>
                  <a:lnTo>
                    <a:pt x="78699" y="25420"/>
                  </a:lnTo>
                  <a:lnTo>
                    <a:pt x="77494" y="27217"/>
                  </a:lnTo>
                  <a:lnTo>
                    <a:pt x="77160" y="27716"/>
                  </a:lnTo>
                  <a:lnTo>
                    <a:pt x="76966" y="28005"/>
                  </a:lnTo>
                  <a:lnTo>
                    <a:pt x="76625" y="28514"/>
                  </a:lnTo>
                  <a:lnTo>
                    <a:pt x="76420" y="28819"/>
                  </a:lnTo>
                  <a:lnTo>
                    <a:pt x="76250" y="29042"/>
                  </a:lnTo>
                  <a:lnTo>
                    <a:pt x="76026" y="29337"/>
                  </a:lnTo>
                  <a:lnTo>
                    <a:pt x="75267" y="30337"/>
                  </a:lnTo>
                  <a:lnTo>
                    <a:pt x="75072" y="3065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2497769" y="2906380"/>
              <a:ext cx="85625" cy="97857"/>
            </a:xfrm>
            <a:custGeom>
              <a:avLst/>
              <a:pathLst>
                <a:path w="85625" h="97857">
                  <a:moveTo>
                    <a:pt x="41787" y="3832"/>
                  </a:moveTo>
                  <a:lnTo>
                    <a:pt x="43690" y="5022"/>
                  </a:lnTo>
                  <a:lnTo>
                    <a:pt x="44698" y="5653"/>
                  </a:lnTo>
                  <a:lnTo>
                    <a:pt x="45297" y="6027"/>
                  </a:lnTo>
                  <a:lnTo>
                    <a:pt x="45675" y="6264"/>
                  </a:lnTo>
                  <a:lnTo>
                    <a:pt x="46062" y="6506"/>
                  </a:lnTo>
                  <a:lnTo>
                    <a:pt x="47370" y="7324"/>
                  </a:lnTo>
                  <a:lnTo>
                    <a:pt x="47836" y="7616"/>
                  </a:lnTo>
                  <a:lnTo>
                    <a:pt x="48067" y="7760"/>
                  </a:lnTo>
                  <a:lnTo>
                    <a:pt x="48744" y="8184"/>
                  </a:lnTo>
                  <a:lnTo>
                    <a:pt x="49488" y="8589"/>
                  </a:lnTo>
                  <a:lnTo>
                    <a:pt x="49870" y="8798"/>
                  </a:lnTo>
                  <a:lnTo>
                    <a:pt x="50199" y="8977"/>
                  </a:lnTo>
                  <a:lnTo>
                    <a:pt x="51266" y="9558"/>
                  </a:lnTo>
                  <a:lnTo>
                    <a:pt x="51905" y="9907"/>
                  </a:lnTo>
                  <a:lnTo>
                    <a:pt x="52175" y="10097"/>
                  </a:lnTo>
                  <a:lnTo>
                    <a:pt x="53766" y="11220"/>
                  </a:lnTo>
                  <a:lnTo>
                    <a:pt x="54205" y="11530"/>
                  </a:lnTo>
                  <a:lnTo>
                    <a:pt x="54824" y="11967"/>
                  </a:lnTo>
                  <a:lnTo>
                    <a:pt x="55279" y="12289"/>
                  </a:lnTo>
                  <a:lnTo>
                    <a:pt x="55658" y="12556"/>
                  </a:lnTo>
                  <a:lnTo>
                    <a:pt x="56038" y="12825"/>
                  </a:lnTo>
                  <a:lnTo>
                    <a:pt x="56342" y="13040"/>
                  </a:lnTo>
                  <a:lnTo>
                    <a:pt x="55837" y="13773"/>
                  </a:lnTo>
                  <a:lnTo>
                    <a:pt x="54322" y="15973"/>
                  </a:lnTo>
                  <a:lnTo>
                    <a:pt x="54046" y="16374"/>
                  </a:lnTo>
                  <a:lnTo>
                    <a:pt x="55098" y="17251"/>
                  </a:lnTo>
                  <a:lnTo>
                    <a:pt x="56417" y="18352"/>
                  </a:lnTo>
                  <a:lnTo>
                    <a:pt x="58820" y="20356"/>
                  </a:lnTo>
                  <a:lnTo>
                    <a:pt x="59094" y="20584"/>
                  </a:lnTo>
                  <a:lnTo>
                    <a:pt x="60075" y="21403"/>
                  </a:lnTo>
                  <a:lnTo>
                    <a:pt x="60325" y="21611"/>
                  </a:lnTo>
                  <a:lnTo>
                    <a:pt x="61270" y="22399"/>
                  </a:lnTo>
                  <a:lnTo>
                    <a:pt x="62406" y="23346"/>
                  </a:lnTo>
                  <a:lnTo>
                    <a:pt x="63192" y="24002"/>
                  </a:lnTo>
                  <a:lnTo>
                    <a:pt x="63400" y="24176"/>
                  </a:lnTo>
                  <a:lnTo>
                    <a:pt x="63778" y="24490"/>
                  </a:lnTo>
                  <a:lnTo>
                    <a:pt x="64410" y="25017"/>
                  </a:lnTo>
                  <a:lnTo>
                    <a:pt x="65360" y="25810"/>
                  </a:lnTo>
                  <a:lnTo>
                    <a:pt x="67147" y="27300"/>
                  </a:lnTo>
                  <a:lnTo>
                    <a:pt x="68410" y="28135"/>
                  </a:lnTo>
                  <a:lnTo>
                    <a:pt x="68920" y="28472"/>
                  </a:lnTo>
                  <a:lnTo>
                    <a:pt x="69856" y="29091"/>
                  </a:lnTo>
                  <a:lnTo>
                    <a:pt x="70294" y="29379"/>
                  </a:lnTo>
                  <a:lnTo>
                    <a:pt x="70691" y="29633"/>
                  </a:lnTo>
                  <a:lnTo>
                    <a:pt x="71608" y="30211"/>
                  </a:lnTo>
                  <a:lnTo>
                    <a:pt x="74253" y="31907"/>
                  </a:lnTo>
                  <a:lnTo>
                    <a:pt x="74388" y="31994"/>
                  </a:lnTo>
                  <a:lnTo>
                    <a:pt x="81174" y="36294"/>
                  </a:lnTo>
                  <a:lnTo>
                    <a:pt x="85078" y="38913"/>
                  </a:lnTo>
                  <a:lnTo>
                    <a:pt x="85623" y="39361"/>
                  </a:lnTo>
                  <a:lnTo>
                    <a:pt x="85625" y="39518"/>
                  </a:lnTo>
                  <a:lnTo>
                    <a:pt x="85442" y="40119"/>
                  </a:lnTo>
                  <a:lnTo>
                    <a:pt x="85153" y="41063"/>
                  </a:lnTo>
                  <a:lnTo>
                    <a:pt x="84491" y="42098"/>
                  </a:lnTo>
                  <a:lnTo>
                    <a:pt x="84210" y="42537"/>
                  </a:lnTo>
                  <a:lnTo>
                    <a:pt x="83993" y="42876"/>
                  </a:lnTo>
                  <a:lnTo>
                    <a:pt x="83735" y="43279"/>
                  </a:lnTo>
                  <a:lnTo>
                    <a:pt x="82862" y="44643"/>
                  </a:lnTo>
                  <a:lnTo>
                    <a:pt x="82698" y="44922"/>
                  </a:lnTo>
                  <a:lnTo>
                    <a:pt x="82385" y="45459"/>
                  </a:lnTo>
                  <a:lnTo>
                    <a:pt x="81455" y="47050"/>
                  </a:lnTo>
                  <a:lnTo>
                    <a:pt x="80856" y="48075"/>
                  </a:lnTo>
                  <a:lnTo>
                    <a:pt x="80597" y="48403"/>
                  </a:lnTo>
                  <a:lnTo>
                    <a:pt x="80486" y="48543"/>
                  </a:lnTo>
                  <a:lnTo>
                    <a:pt x="80253" y="48837"/>
                  </a:lnTo>
                  <a:lnTo>
                    <a:pt x="79419" y="49891"/>
                  </a:lnTo>
                  <a:lnTo>
                    <a:pt x="79234" y="50124"/>
                  </a:lnTo>
                  <a:lnTo>
                    <a:pt x="78861" y="50768"/>
                  </a:lnTo>
                  <a:lnTo>
                    <a:pt x="78066" y="52142"/>
                  </a:lnTo>
                  <a:lnTo>
                    <a:pt x="77788" y="52621"/>
                  </a:lnTo>
                  <a:lnTo>
                    <a:pt x="77426" y="53247"/>
                  </a:lnTo>
                  <a:lnTo>
                    <a:pt x="77105" y="53801"/>
                  </a:lnTo>
                  <a:lnTo>
                    <a:pt x="76880" y="54190"/>
                  </a:lnTo>
                  <a:lnTo>
                    <a:pt x="76639" y="54606"/>
                  </a:lnTo>
                  <a:lnTo>
                    <a:pt x="76449" y="54934"/>
                  </a:lnTo>
                  <a:lnTo>
                    <a:pt x="76188" y="55330"/>
                  </a:lnTo>
                  <a:lnTo>
                    <a:pt x="75960" y="55676"/>
                  </a:lnTo>
                  <a:lnTo>
                    <a:pt x="73580" y="59282"/>
                  </a:lnTo>
                  <a:lnTo>
                    <a:pt x="71753" y="62052"/>
                  </a:lnTo>
                  <a:lnTo>
                    <a:pt x="71653" y="62202"/>
                  </a:lnTo>
                  <a:lnTo>
                    <a:pt x="70402" y="64098"/>
                  </a:lnTo>
                  <a:lnTo>
                    <a:pt x="67348" y="68862"/>
                  </a:lnTo>
                  <a:lnTo>
                    <a:pt x="66244" y="70615"/>
                  </a:lnTo>
                  <a:lnTo>
                    <a:pt x="65152" y="72351"/>
                  </a:lnTo>
                  <a:lnTo>
                    <a:pt x="64762" y="72969"/>
                  </a:lnTo>
                  <a:lnTo>
                    <a:pt x="64464" y="73444"/>
                  </a:lnTo>
                  <a:lnTo>
                    <a:pt x="64246" y="73747"/>
                  </a:lnTo>
                  <a:lnTo>
                    <a:pt x="63901" y="74225"/>
                  </a:lnTo>
                  <a:lnTo>
                    <a:pt x="63368" y="74965"/>
                  </a:lnTo>
                  <a:lnTo>
                    <a:pt x="63260" y="75135"/>
                  </a:lnTo>
                  <a:lnTo>
                    <a:pt x="54643" y="88616"/>
                  </a:lnTo>
                  <a:lnTo>
                    <a:pt x="53325" y="90450"/>
                  </a:lnTo>
                  <a:lnTo>
                    <a:pt x="53130" y="90721"/>
                  </a:lnTo>
                  <a:lnTo>
                    <a:pt x="52952" y="90967"/>
                  </a:lnTo>
                  <a:lnTo>
                    <a:pt x="52851" y="91109"/>
                  </a:lnTo>
                  <a:lnTo>
                    <a:pt x="48603" y="97857"/>
                  </a:lnTo>
                  <a:lnTo>
                    <a:pt x="48315" y="97692"/>
                  </a:lnTo>
                  <a:lnTo>
                    <a:pt x="44416" y="95452"/>
                  </a:lnTo>
                  <a:lnTo>
                    <a:pt x="42549" y="94010"/>
                  </a:lnTo>
                  <a:lnTo>
                    <a:pt x="39089" y="92440"/>
                  </a:lnTo>
                  <a:lnTo>
                    <a:pt x="38152" y="92296"/>
                  </a:lnTo>
                  <a:lnTo>
                    <a:pt x="36974" y="92296"/>
                  </a:lnTo>
                  <a:lnTo>
                    <a:pt x="34979" y="92160"/>
                  </a:lnTo>
                  <a:lnTo>
                    <a:pt x="31013" y="89259"/>
                  </a:lnTo>
                  <a:lnTo>
                    <a:pt x="32538" y="85692"/>
                  </a:lnTo>
                  <a:lnTo>
                    <a:pt x="33981" y="82318"/>
                  </a:lnTo>
                  <a:lnTo>
                    <a:pt x="34154" y="81913"/>
                  </a:lnTo>
                  <a:lnTo>
                    <a:pt x="34214" y="81773"/>
                  </a:lnTo>
                  <a:lnTo>
                    <a:pt x="35152" y="79580"/>
                  </a:lnTo>
                  <a:lnTo>
                    <a:pt x="37009" y="78463"/>
                  </a:lnTo>
                  <a:lnTo>
                    <a:pt x="40268" y="73118"/>
                  </a:lnTo>
                  <a:lnTo>
                    <a:pt x="39525" y="72657"/>
                  </a:lnTo>
                  <a:lnTo>
                    <a:pt x="36487" y="70774"/>
                  </a:lnTo>
                  <a:lnTo>
                    <a:pt x="29153" y="66229"/>
                  </a:lnTo>
                  <a:lnTo>
                    <a:pt x="28721" y="65961"/>
                  </a:lnTo>
                  <a:lnTo>
                    <a:pt x="24133" y="63118"/>
                  </a:lnTo>
                  <a:lnTo>
                    <a:pt x="23820" y="62924"/>
                  </a:lnTo>
                  <a:lnTo>
                    <a:pt x="23175" y="62524"/>
                  </a:lnTo>
                  <a:lnTo>
                    <a:pt x="18592" y="59683"/>
                  </a:lnTo>
                  <a:lnTo>
                    <a:pt x="16925" y="62243"/>
                  </a:lnTo>
                  <a:lnTo>
                    <a:pt x="16535" y="62796"/>
                  </a:lnTo>
                  <a:lnTo>
                    <a:pt x="16336" y="62662"/>
                  </a:lnTo>
                  <a:lnTo>
                    <a:pt x="11601" y="59472"/>
                  </a:lnTo>
                  <a:lnTo>
                    <a:pt x="11042" y="59095"/>
                  </a:lnTo>
                  <a:lnTo>
                    <a:pt x="10853" y="58898"/>
                  </a:lnTo>
                  <a:lnTo>
                    <a:pt x="10729" y="58768"/>
                  </a:lnTo>
                  <a:lnTo>
                    <a:pt x="10226" y="57771"/>
                  </a:lnTo>
                  <a:lnTo>
                    <a:pt x="9754" y="56773"/>
                  </a:lnTo>
                  <a:lnTo>
                    <a:pt x="9492" y="56217"/>
                  </a:lnTo>
                  <a:lnTo>
                    <a:pt x="9036" y="55252"/>
                  </a:lnTo>
                  <a:lnTo>
                    <a:pt x="7775" y="52582"/>
                  </a:lnTo>
                  <a:lnTo>
                    <a:pt x="7090" y="51131"/>
                  </a:lnTo>
                  <a:lnTo>
                    <a:pt x="7370" y="50651"/>
                  </a:lnTo>
                  <a:lnTo>
                    <a:pt x="7888" y="49762"/>
                  </a:lnTo>
                  <a:lnTo>
                    <a:pt x="8205" y="49220"/>
                  </a:lnTo>
                  <a:lnTo>
                    <a:pt x="8977" y="47896"/>
                  </a:lnTo>
                  <a:lnTo>
                    <a:pt x="6658" y="46428"/>
                  </a:lnTo>
                  <a:lnTo>
                    <a:pt x="5584" y="45843"/>
                  </a:lnTo>
                  <a:lnTo>
                    <a:pt x="4408" y="45204"/>
                  </a:lnTo>
                  <a:lnTo>
                    <a:pt x="6091" y="42495"/>
                  </a:lnTo>
                  <a:lnTo>
                    <a:pt x="7520" y="40195"/>
                  </a:lnTo>
                  <a:lnTo>
                    <a:pt x="8916" y="37986"/>
                  </a:lnTo>
                  <a:lnTo>
                    <a:pt x="9123" y="37658"/>
                  </a:lnTo>
                  <a:lnTo>
                    <a:pt x="9754" y="36658"/>
                  </a:lnTo>
                  <a:lnTo>
                    <a:pt x="10495" y="35486"/>
                  </a:lnTo>
                  <a:lnTo>
                    <a:pt x="7429" y="33710"/>
                  </a:lnTo>
                  <a:lnTo>
                    <a:pt x="6482" y="33130"/>
                  </a:lnTo>
                  <a:lnTo>
                    <a:pt x="2728" y="30829"/>
                  </a:lnTo>
                  <a:lnTo>
                    <a:pt x="2479" y="30637"/>
                  </a:lnTo>
                  <a:lnTo>
                    <a:pt x="1915" y="30200"/>
                  </a:lnTo>
                  <a:lnTo>
                    <a:pt x="934" y="29441"/>
                  </a:lnTo>
                  <a:lnTo>
                    <a:pt x="0" y="28419"/>
                  </a:lnTo>
                  <a:lnTo>
                    <a:pt x="2799" y="25009"/>
                  </a:lnTo>
                  <a:lnTo>
                    <a:pt x="3894" y="23769"/>
                  </a:lnTo>
                  <a:lnTo>
                    <a:pt x="4508" y="23956"/>
                  </a:lnTo>
                  <a:lnTo>
                    <a:pt x="6150" y="24049"/>
                  </a:lnTo>
                  <a:lnTo>
                    <a:pt x="7440" y="24061"/>
                  </a:lnTo>
                  <a:lnTo>
                    <a:pt x="7619" y="24062"/>
                  </a:lnTo>
                  <a:lnTo>
                    <a:pt x="8869" y="24637"/>
                  </a:lnTo>
                  <a:lnTo>
                    <a:pt x="9224" y="24800"/>
                  </a:lnTo>
                  <a:lnTo>
                    <a:pt x="9491" y="24981"/>
                  </a:lnTo>
                  <a:lnTo>
                    <a:pt x="10473" y="25713"/>
                  </a:lnTo>
                  <a:lnTo>
                    <a:pt x="11354" y="26370"/>
                  </a:lnTo>
                  <a:lnTo>
                    <a:pt x="12380" y="27131"/>
                  </a:lnTo>
                  <a:lnTo>
                    <a:pt x="14922" y="23595"/>
                  </a:lnTo>
                  <a:lnTo>
                    <a:pt x="15225" y="22843"/>
                  </a:lnTo>
                  <a:lnTo>
                    <a:pt x="15612" y="21882"/>
                  </a:lnTo>
                  <a:lnTo>
                    <a:pt x="15897" y="21175"/>
                  </a:lnTo>
                  <a:lnTo>
                    <a:pt x="16693" y="19777"/>
                  </a:lnTo>
                  <a:lnTo>
                    <a:pt x="17076" y="20264"/>
                  </a:lnTo>
                  <a:lnTo>
                    <a:pt x="17519" y="19738"/>
                  </a:lnTo>
                  <a:lnTo>
                    <a:pt x="17403" y="18256"/>
                  </a:lnTo>
                  <a:lnTo>
                    <a:pt x="14882" y="18138"/>
                  </a:lnTo>
                  <a:lnTo>
                    <a:pt x="14920" y="17687"/>
                  </a:lnTo>
                  <a:lnTo>
                    <a:pt x="14912" y="14530"/>
                  </a:lnTo>
                  <a:lnTo>
                    <a:pt x="14520" y="13421"/>
                  </a:lnTo>
                  <a:lnTo>
                    <a:pt x="15043" y="13315"/>
                  </a:lnTo>
                  <a:lnTo>
                    <a:pt x="14366" y="12987"/>
                  </a:lnTo>
                  <a:lnTo>
                    <a:pt x="13653" y="12572"/>
                  </a:lnTo>
                  <a:lnTo>
                    <a:pt x="14689" y="10578"/>
                  </a:lnTo>
                  <a:lnTo>
                    <a:pt x="15440" y="9208"/>
                  </a:lnTo>
                  <a:lnTo>
                    <a:pt x="15563" y="9341"/>
                  </a:lnTo>
                  <a:lnTo>
                    <a:pt x="16485" y="10289"/>
                  </a:lnTo>
                  <a:lnTo>
                    <a:pt x="16649" y="10167"/>
                  </a:lnTo>
                  <a:lnTo>
                    <a:pt x="16877" y="9998"/>
                  </a:lnTo>
                  <a:lnTo>
                    <a:pt x="17734" y="9361"/>
                  </a:lnTo>
                  <a:lnTo>
                    <a:pt x="17862" y="9263"/>
                  </a:lnTo>
                  <a:lnTo>
                    <a:pt x="19124" y="8294"/>
                  </a:lnTo>
                  <a:lnTo>
                    <a:pt x="19985" y="7633"/>
                  </a:lnTo>
                  <a:lnTo>
                    <a:pt x="20221" y="7451"/>
                  </a:lnTo>
                  <a:lnTo>
                    <a:pt x="21615" y="5296"/>
                  </a:lnTo>
                  <a:lnTo>
                    <a:pt x="21947" y="4807"/>
                  </a:lnTo>
                  <a:lnTo>
                    <a:pt x="22474" y="4032"/>
                  </a:lnTo>
                  <a:lnTo>
                    <a:pt x="23073" y="3149"/>
                  </a:lnTo>
                  <a:lnTo>
                    <a:pt x="23192" y="2925"/>
                  </a:lnTo>
                  <a:lnTo>
                    <a:pt x="22934" y="1207"/>
                  </a:lnTo>
                  <a:lnTo>
                    <a:pt x="24107" y="1272"/>
                  </a:lnTo>
                  <a:lnTo>
                    <a:pt x="26515" y="1404"/>
                  </a:lnTo>
                  <a:lnTo>
                    <a:pt x="28613" y="1767"/>
                  </a:lnTo>
                  <a:lnTo>
                    <a:pt x="28775" y="1860"/>
                  </a:lnTo>
                  <a:lnTo>
                    <a:pt x="30306" y="2739"/>
                  </a:lnTo>
                  <a:lnTo>
                    <a:pt x="33008" y="4291"/>
                  </a:lnTo>
                  <a:lnTo>
                    <a:pt x="35030" y="1022"/>
                  </a:lnTo>
                  <a:lnTo>
                    <a:pt x="35662" y="0"/>
                  </a:lnTo>
                  <a:lnTo>
                    <a:pt x="36352" y="431"/>
                  </a:lnTo>
                  <a:lnTo>
                    <a:pt x="36953" y="807"/>
                  </a:lnTo>
                  <a:lnTo>
                    <a:pt x="37546" y="1178"/>
                  </a:lnTo>
                  <a:lnTo>
                    <a:pt x="38666" y="18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2436921" y="2917872"/>
              <a:ext cx="109451" cy="124992"/>
            </a:xfrm>
            <a:custGeom>
              <a:avLst/>
              <a:pathLst>
                <a:path w="109451" h="124992">
                  <a:moveTo>
                    <a:pt x="51206" y="5845"/>
                  </a:moveTo>
                  <a:lnTo>
                    <a:pt x="54742" y="6492"/>
                  </a:lnTo>
                  <a:lnTo>
                    <a:pt x="54991" y="5258"/>
                  </a:lnTo>
                  <a:lnTo>
                    <a:pt x="57867" y="6120"/>
                  </a:lnTo>
                  <a:lnTo>
                    <a:pt x="58788" y="6427"/>
                  </a:lnTo>
                  <a:lnTo>
                    <a:pt x="59229" y="6601"/>
                  </a:lnTo>
                  <a:lnTo>
                    <a:pt x="59603" y="6881"/>
                  </a:lnTo>
                  <a:lnTo>
                    <a:pt x="60256" y="7552"/>
                  </a:lnTo>
                  <a:lnTo>
                    <a:pt x="61241" y="8565"/>
                  </a:lnTo>
                  <a:lnTo>
                    <a:pt x="63021" y="10393"/>
                  </a:lnTo>
                  <a:lnTo>
                    <a:pt x="63647" y="11037"/>
                  </a:lnTo>
                  <a:lnTo>
                    <a:pt x="64413" y="11824"/>
                  </a:lnTo>
                  <a:lnTo>
                    <a:pt x="64548" y="11962"/>
                  </a:lnTo>
                  <a:lnTo>
                    <a:pt x="64681" y="12257"/>
                  </a:lnTo>
                  <a:lnTo>
                    <a:pt x="63543" y="13643"/>
                  </a:lnTo>
                  <a:lnTo>
                    <a:pt x="60848" y="16926"/>
                  </a:lnTo>
                  <a:lnTo>
                    <a:pt x="61782" y="17948"/>
                  </a:lnTo>
                  <a:lnTo>
                    <a:pt x="62763" y="18708"/>
                  </a:lnTo>
                  <a:lnTo>
                    <a:pt x="63327" y="19144"/>
                  </a:lnTo>
                  <a:lnTo>
                    <a:pt x="63576" y="19337"/>
                  </a:lnTo>
                  <a:lnTo>
                    <a:pt x="67331" y="21638"/>
                  </a:lnTo>
                  <a:lnTo>
                    <a:pt x="68277" y="22218"/>
                  </a:lnTo>
                  <a:lnTo>
                    <a:pt x="71343" y="23993"/>
                  </a:lnTo>
                  <a:lnTo>
                    <a:pt x="70603" y="25166"/>
                  </a:lnTo>
                  <a:lnTo>
                    <a:pt x="69971" y="26165"/>
                  </a:lnTo>
                  <a:lnTo>
                    <a:pt x="69764" y="26494"/>
                  </a:lnTo>
                  <a:lnTo>
                    <a:pt x="68368" y="28703"/>
                  </a:lnTo>
                  <a:lnTo>
                    <a:pt x="66939" y="31003"/>
                  </a:lnTo>
                  <a:lnTo>
                    <a:pt x="65354" y="33765"/>
                  </a:lnTo>
                  <a:lnTo>
                    <a:pt x="66432" y="34351"/>
                  </a:lnTo>
                  <a:lnTo>
                    <a:pt x="67506" y="34935"/>
                  </a:lnTo>
                  <a:lnTo>
                    <a:pt x="69825" y="36403"/>
                  </a:lnTo>
                  <a:lnTo>
                    <a:pt x="69053" y="37727"/>
                  </a:lnTo>
                  <a:lnTo>
                    <a:pt x="68736" y="38270"/>
                  </a:lnTo>
                  <a:lnTo>
                    <a:pt x="68196" y="39196"/>
                  </a:lnTo>
                  <a:lnTo>
                    <a:pt x="67951" y="39666"/>
                  </a:lnTo>
                  <a:lnTo>
                    <a:pt x="68623" y="41089"/>
                  </a:lnTo>
                  <a:lnTo>
                    <a:pt x="69884" y="43760"/>
                  </a:lnTo>
                  <a:lnTo>
                    <a:pt x="70388" y="44826"/>
                  </a:lnTo>
                  <a:lnTo>
                    <a:pt x="70603" y="45281"/>
                  </a:lnTo>
                  <a:lnTo>
                    <a:pt x="71074" y="46278"/>
                  </a:lnTo>
                  <a:lnTo>
                    <a:pt x="71577" y="47276"/>
                  </a:lnTo>
                  <a:lnTo>
                    <a:pt x="71702" y="47406"/>
                  </a:lnTo>
                  <a:lnTo>
                    <a:pt x="71890" y="47603"/>
                  </a:lnTo>
                  <a:lnTo>
                    <a:pt x="72449" y="47979"/>
                  </a:lnTo>
                  <a:lnTo>
                    <a:pt x="77185" y="51170"/>
                  </a:lnTo>
                  <a:lnTo>
                    <a:pt x="77383" y="51303"/>
                  </a:lnTo>
                  <a:lnTo>
                    <a:pt x="77774" y="50751"/>
                  </a:lnTo>
                  <a:lnTo>
                    <a:pt x="79440" y="48191"/>
                  </a:lnTo>
                  <a:lnTo>
                    <a:pt x="84088" y="51071"/>
                  </a:lnTo>
                  <a:lnTo>
                    <a:pt x="84668" y="51431"/>
                  </a:lnTo>
                  <a:lnTo>
                    <a:pt x="84982" y="51625"/>
                  </a:lnTo>
                  <a:lnTo>
                    <a:pt x="89569" y="54468"/>
                  </a:lnTo>
                  <a:lnTo>
                    <a:pt x="90001" y="54736"/>
                  </a:lnTo>
                  <a:lnTo>
                    <a:pt x="97335" y="59281"/>
                  </a:lnTo>
                  <a:lnTo>
                    <a:pt x="100488" y="61235"/>
                  </a:lnTo>
                  <a:lnTo>
                    <a:pt x="101116" y="61625"/>
                  </a:lnTo>
                  <a:lnTo>
                    <a:pt x="97857" y="66970"/>
                  </a:lnTo>
                  <a:lnTo>
                    <a:pt x="96000" y="68087"/>
                  </a:lnTo>
                  <a:lnTo>
                    <a:pt x="95062" y="70280"/>
                  </a:lnTo>
                  <a:lnTo>
                    <a:pt x="95002" y="70421"/>
                  </a:lnTo>
                  <a:lnTo>
                    <a:pt x="94829" y="70826"/>
                  </a:lnTo>
                  <a:lnTo>
                    <a:pt x="93387" y="74200"/>
                  </a:lnTo>
                  <a:lnTo>
                    <a:pt x="91861" y="77766"/>
                  </a:lnTo>
                  <a:lnTo>
                    <a:pt x="95828" y="80667"/>
                  </a:lnTo>
                  <a:lnTo>
                    <a:pt x="97822" y="80804"/>
                  </a:lnTo>
                  <a:lnTo>
                    <a:pt x="99000" y="80804"/>
                  </a:lnTo>
                  <a:lnTo>
                    <a:pt x="99937" y="80948"/>
                  </a:lnTo>
                  <a:lnTo>
                    <a:pt x="103398" y="82518"/>
                  </a:lnTo>
                  <a:lnTo>
                    <a:pt x="105264" y="83960"/>
                  </a:lnTo>
                  <a:lnTo>
                    <a:pt x="109287" y="86270"/>
                  </a:lnTo>
                  <a:lnTo>
                    <a:pt x="109451" y="86364"/>
                  </a:lnTo>
                  <a:lnTo>
                    <a:pt x="107629" y="89259"/>
                  </a:lnTo>
                  <a:lnTo>
                    <a:pt x="102006" y="98092"/>
                  </a:lnTo>
                  <a:lnTo>
                    <a:pt x="101080" y="99547"/>
                  </a:lnTo>
                  <a:lnTo>
                    <a:pt x="100787" y="100008"/>
                  </a:lnTo>
                  <a:lnTo>
                    <a:pt x="96784" y="106297"/>
                  </a:lnTo>
                  <a:lnTo>
                    <a:pt x="92603" y="112865"/>
                  </a:lnTo>
                  <a:lnTo>
                    <a:pt x="89765" y="117341"/>
                  </a:lnTo>
                  <a:lnTo>
                    <a:pt x="85807" y="123582"/>
                  </a:lnTo>
                  <a:lnTo>
                    <a:pt x="85375" y="124264"/>
                  </a:lnTo>
                  <a:lnTo>
                    <a:pt x="84920" y="124992"/>
                  </a:lnTo>
                  <a:lnTo>
                    <a:pt x="84584" y="124780"/>
                  </a:lnTo>
                  <a:lnTo>
                    <a:pt x="74756" y="118572"/>
                  </a:lnTo>
                  <a:lnTo>
                    <a:pt x="69578" y="115301"/>
                  </a:lnTo>
                  <a:lnTo>
                    <a:pt x="66057" y="113077"/>
                  </a:lnTo>
                  <a:lnTo>
                    <a:pt x="65379" y="112649"/>
                  </a:lnTo>
                  <a:lnTo>
                    <a:pt x="64988" y="112409"/>
                  </a:lnTo>
                  <a:lnTo>
                    <a:pt x="64202" y="111924"/>
                  </a:lnTo>
                  <a:lnTo>
                    <a:pt x="62757" y="111035"/>
                  </a:lnTo>
                  <a:lnTo>
                    <a:pt x="61103" y="110017"/>
                  </a:lnTo>
                  <a:lnTo>
                    <a:pt x="59596" y="109089"/>
                  </a:lnTo>
                  <a:lnTo>
                    <a:pt x="59334" y="108928"/>
                  </a:lnTo>
                  <a:lnTo>
                    <a:pt x="58841" y="108624"/>
                  </a:lnTo>
                  <a:lnTo>
                    <a:pt x="56431" y="107110"/>
                  </a:lnTo>
                  <a:lnTo>
                    <a:pt x="56158" y="106939"/>
                  </a:lnTo>
                  <a:lnTo>
                    <a:pt x="55555" y="106560"/>
                  </a:lnTo>
                  <a:lnTo>
                    <a:pt x="53560" y="105306"/>
                  </a:lnTo>
                  <a:lnTo>
                    <a:pt x="53390" y="105199"/>
                  </a:lnTo>
                  <a:lnTo>
                    <a:pt x="52878" y="104902"/>
                  </a:lnTo>
                  <a:lnTo>
                    <a:pt x="48885" y="102582"/>
                  </a:lnTo>
                  <a:lnTo>
                    <a:pt x="48271" y="102225"/>
                  </a:lnTo>
                  <a:lnTo>
                    <a:pt x="45806" y="100793"/>
                  </a:lnTo>
                  <a:lnTo>
                    <a:pt x="45387" y="100534"/>
                  </a:lnTo>
                  <a:lnTo>
                    <a:pt x="45086" y="100348"/>
                  </a:lnTo>
                  <a:lnTo>
                    <a:pt x="40864" y="97736"/>
                  </a:lnTo>
                  <a:lnTo>
                    <a:pt x="39483" y="96882"/>
                  </a:lnTo>
                  <a:lnTo>
                    <a:pt x="32946" y="92837"/>
                  </a:lnTo>
                  <a:lnTo>
                    <a:pt x="28925" y="90350"/>
                  </a:lnTo>
                  <a:lnTo>
                    <a:pt x="26813" y="89043"/>
                  </a:lnTo>
                  <a:lnTo>
                    <a:pt x="24738" y="87700"/>
                  </a:lnTo>
                  <a:lnTo>
                    <a:pt x="24189" y="87345"/>
                  </a:lnTo>
                  <a:lnTo>
                    <a:pt x="25594" y="85263"/>
                  </a:lnTo>
                  <a:lnTo>
                    <a:pt x="26572" y="83812"/>
                  </a:lnTo>
                  <a:lnTo>
                    <a:pt x="27316" y="82709"/>
                  </a:lnTo>
                  <a:lnTo>
                    <a:pt x="28226" y="81360"/>
                  </a:lnTo>
                  <a:lnTo>
                    <a:pt x="28411" y="81085"/>
                  </a:lnTo>
                  <a:lnTo>
                    <a:pt x="28833" y="80460"/>
                  </a:lnTo>
                  <a:lnTo>
                    <a:pt x="25166" y="77945"/>
                  </a:lnTo>
                  <a:lnTo>
                    <a:pt x="24793" y="77690"/>
                  </a:lnTo>
                  <a:lnTo>
                    <a:pt x="24583" y="77545"/>
                  </a:lnTo>
                  <a:lnTo>
                    <a:pt x="24439" y="77465"/>
                  </a:lnTo>
                  <a:lnTo>
                    <a:pt x="27202" y="72730"/>
                  </a:lnTo>
                  <a:lnTo>
                    <a:pt x="27403" y="72387"/>
                  </a:lnTo>
                  <a:lnTo>
                    <a:pt x="28153" y="71240"/>
                  </a:lnTo>
                  <a:lnTo>
                    <a:pt x="29422" y="69300"/>
                  </a:lnTo>
                  <a:lnTo>
                    <a:pt x="31418" y="66249"/>
                  </a:lnTo>
                  <a:lnTo>
                    <a:pt x="30744" y="65841"/>
                  </a:lnTo>
                  <a:lnTo>
                    <a:pt x="30126" y="65467"/>
                  </a:lnTo>
                  <a:lnTo>
                    <a:pt x="30612" y="65296"/>
                  </a:lnTo>
                  <a:lnTo>
                    <a:pt x="29384" y="62933"/>
                  </a:lnTo>
                  <a:lnTo>
                    <a:pt x="29101" y="62388"/>
                  </a:lnTo>
                  <a:lnTo>
                    <a:pt x="28912" y="62025"/>
                  </a:lnTo>
                  <a:lnTo>
                    <a:pt x="28399" y="61037"/>
                  </a:lnTo>
                  <a:lnTo>
                    <a:pt x="27856" y="59991"/>
                  </a:lnTo>
                  <a:lnTo>
                    <a:pt x="27269" y="58863"/>
                  </a:lnTo>
                  <a:lnTo>
                    <a:pt x="27845" y="58465"/>
                  </a:lnTo>
                  <a:lnTo>
                    <a:pt x="28575" y="57960"/>
                  </a:lnTo>
                  <a:lnTo>
                    <a:pt x="28841" y="57777"/>
                  </a:lnTo>
                  <a:lnTo>
                    <a:pt x="29114" y="57589"/>
                  </a:lnTo>
                  <a:lnTo>
                    <a:pt x="29244" y="57499"/>
                  </a:lnTo>
                  <a:lnTo>
                    <a:pt x="29560" y="57280"/>
                  </a:lnTo>
                  <a:lnTo>
                    <a:pt x="29715" y="57184"/>
                  </a:lnTo>
                  <a:lnTo>
                    <a:pt x="30795" y="56518"/>
                  </a:lnTo>
                  <a:lnTo>
                    <a:pt x="30924" y="56746"/>
                  </a:lnTo>
                  <a:lnTo>
                    <a:pt x="32156" y="58916"/>
                  </a:lnTo>
                  <a:lnTo>
                    <a:pt x="32228" y="59045"/>
                  </a:lnTo>
                  <a:lnTo>
                    <a:pt x="32569" y="59645"/>
                  </a:lnTo>
                  <a:lnTo>
                    <a:pt x="33966" y="58833"/>
                  </a:lnTo>
                  <a:lnTo>
                    <a:pt x="34153" y="58727"/>
                  </a:lnTo>
                  <a:lnTo>
                    <a:pt x="34025" y="58512"/>
                  </a:lnTo>
                  <a:lnTo>
                    <a:pt x="33394" y="57452"/>
                  </a:lnTo>
                  <a:lnTo>
                    <a:pt x="33128" y="57005"/>
                  </a:lnTo>
                  <a:lnTo>
                    <a:pt x="33572" y="56437"/>
                  </a:lnTo>
                  <a:lnTo>
                    <a:pt x="33856" y="55952"/>
                  </a:lnTo>
                  <a:lnTo>
                    <a:pt x="33971" y="55755"/>
                  </a:lnTo>
                  <a:lnTo>
                    <a:pt x="34260" y="55262"/>
                  </a:lnTo>
                  <a:lnTo>
                    <a:pt x="34702" y="54663"/>
                  </a:lnTo>
                  <a:lnTo>
                    <a:pt x="35126" y="54088"/>
                  </a:lnTo>
                  <a:lnTo>
                    <a:pt x="35551" y="53512"/>
                  </a:lnTo>
                  <a:lnTo>
                    <a:pt x="35681" y="53337"/>
                  </a:lnTo>
                  <a:lnTo>
                    <a:pt x="35782" y="53199"/>
                  </a:lnTo>
                  <a:lnTo>
                    <a:pt x="34638" y="52685"/>
                  </a:lnTo>
                  <a:lnTo>
                    <a:pt x="33010" y="52328"/>
                  </a:lnTo>
                  <a:lnTo>
                    <a:pt x="32294" y="51981"/>
                  </a:lnTo>
                  <a:lnTo>
                    <a:pt x="31921" y="51880"/>
                  </a:lnTo>
                  <a:lnTo>
                    <a:pt x="29833" y="51486"/>
                  </a:lnTo>
                  <a:lnTo>
                    <a:pt x="29537" y="51430"/>
                  </a:lnTo>
                  <a:lnTo>
                    <a:pt x="29806" y="51033"/>
                  </a:lnTo>
                  <a:lnTo>
                    <a:pt x="30080" y="50630"/>
                  </a:lnTo>
                  <a:lnTo>
                    <a:pt x="30258" y="50369"/>
                  </a:lnTo>
                  <a:lnTo>
                    <a:pt x="30705" y="49711"/>
                  </a:lnTo>
                  <a:lnTo>
                    <a:pt x="30806" y="49562"/>
                  </a:lnTo>
                  <a:lnTo>
                    <a:pt x="30913" y="49403"/>
                  </a:lnTo>
                  <a:lnTo>
                    <a:pt x="31345" y="48768"/>
                  </a:lnTo>
                  <a:lnTo>
                    <a:pt x="31319" y="48456"/>
                  </a:lnTo>
                  <a:lnTo>
                    <a:pt x="31308" y="48327"/>
                  </a:lnTo>
                  <a:lnTo>
                    <a:pt x="31282" y="48016"/>
                  </a:lnTo>
                  <a:lnTo>
                    <a:pt x="31825" y="46075"/>
                  </a:lnTo>
                  <a:lnTo>
                    <a:pt x="32198" y="44742"/>
                  </a:lnTo>
                  <a:lnTo>
                    <a:pt x="32337" y="44246"/>
                  </a:lnTo>
                  <a:lnTo>
                    <a:pt x="32391" y="44052"/>
                  </a:lnTo>
                  <a:lnTo>
                    <a:pt x="32434" y="43896"/>
                  </a:lnTo>
                  <a:lnTo>
                    <a:pt x="32544" y="43045"/>
                  </a:lnTo>
                  <a:lnTo>
                    <a:pt x="32617" y="42479"/>
                  </a:lnTo>
                  <a:lnTo>
                    <a:pt x="32376" y="41300"/>
                  </a:lnTo>
                  <a:lnTo>
                    <a:pt x="32716" y="41134"/>
                  </a:lnTo>
                  <a:lnTo>
                    <a:pt x="34379" y="40387"/>
                  </a:lnTo>
                  <a:lnTo>
                    <a:pt x="34624" y="40277"/>
                  </a:lnTo>
                  <a:lnTo>
                    <a:pt x="34970" y="40122"/>
                  </a:lnTo>
                  <a:lnTo>
                    <a:pt x="35242" y="39999"/>
                  </a:lnTo>
                  <a:lnTo>
                    <a:pt x="35508" y="39318"/>
                  </a:lnTo>
                  <a:lnTo>
                    <a:pt x="35430" y="39135"/>
                  </a:lnTo>
                  <a:lnTo>
                    <a:pt x="35961" y="38947"/>
                  </a:lnTo>
                  <a:lnTo>
                    <a:pt x="36655" y="38702"/>
                  </a:lnTo>
                  <a:lnTo>
                    <a:pt x="38921" y="37710"/>
                  </a:lnTo>
                  <a:lnTo>
                    <a:pt x="39218" y="37551"/>
                  </a:lnTo>
                  <a:lnTo>
                    <a:pt x="39898" y="37186"/>
                  </a:lnTo>
                  <a:lnTo>
                    <a:pt x="41437" y="36385"/>
                  </a:lnTo>
                  <a:lnTo>
                    <a:pt x="41806" y="36336"/>
                  </a:lnTo>
                  <a:lnTo>
                    <a:pt x="42278" y="36273"/>
                  </a:lnTo>
                  <a:lnTo>
                    <a:pt x="42942" y="36353"/>
                  </a:lnTo>
                  <a:lnTo>
                    <a:pt x="44090" y="36211"/>
                  </a:lnTo>
                  <a:lnTo>
                    <a:pt x="44332" y="36004"/>
                  </a:lnTo>
                  <a:lnTo>
                    <a:pt x="44465" y="35891"/>
                  </a:lnTo>
                  <a:lnTo>
                    <a:pt x="44845" y="35567"/>
                  </a:lnTo>
                  <a:lnTo>
                    <a:pt x="45057" y="35386"/>
                  </a:lnTo>
                  <a:lnTo>
                    <a:pt x="45236" y="35193"/>
                  </a:lnTo>
                  <a:lnTo>
                    <a:pt x="45315" y="34708"/>
                  </a:lnTo>
                  <a:lnTo>
                    <a:pt x="44983" y="34252"/>
                  </a:lnTo>
                  <a:lnTo>
                    <a:pt x="44612" y="33948"/>
                  </a:lnTo>
                  <a:lnTo>
                    <a:pt x="44131" y="33707"/>
                  </a:lnTo>
                  <a:lnTo>
                    <a:pt x="43323" y="33690"/>
                  </a:lnTo>
                  <a:lnTo>
                    <a:pt x="42805" y="33787"/>
                  </a:lnTo>
                  <a:lnTo>
                    <a:pt x="39451" y="33678"/>
                  </a:lnTo>
                  <a:lnTo>
                    <a:pt x="38698" y="33654"/>
                  </a:lnTo>
                  <a:lnTo>
                    <a:pt x="38145" y="33636"/>
                  </a:lnTo>
                  <a:lnTo>
                    <a:pt x="37941" y="33629"/>
                  </a:lnTo>
                  <a:lnTo>
                    <a:pt x="37541" y="33147"/>
                  </a:lnTo>
                  <a:lnTo>
                    <a:pt x="36445" y="31828"/>
                  </a:lnTo>
                  <a:lnTo>
                    <a:pt x="36170" y="31497"/>
                  </a:lnTo>
                  <a:lnTo>
                    <a:pt x="35806" y="31380"/>
                  </a:lnTo>
                  <a:lnTo>
                    <a:pt x="35648" y="31343"/>
                  </a:lnTo>
                  <a:lnTo>
                    <a:pt x="35015" y="31196"/>
                  </a:lnTo>
                  <a:lnTo>
                    <a:pt x="33991" y="30956"/>
                  </a:lnTo>
                  <a:lnTo>
                    <a:pt x="33475" y="30828"/>
                  </a:lnTo>
                  <a:lnTo>
                    <a:pt x="32421" y="30521"/>
                  </a:lnTo>
                  <a:lnTo>
                    <a:pt x="30695" y="30019"/>
                  </a:lnTo>
                  <a:lnTo>
                    <a:pt x="30494" y="29825"/>
                  </a:lnTo>
                  <a:lnTo>
                    <a:pt x="29862" y="29218"/>
                  </a:lnTo>
                  <a:lnTo>
                    <a:pt x="29305" y="28823"/>
                  </a:lnTo>
                  <a:lnTo>
                    <a:pt x="29086" y="28668"/>
                  </a:lnTo>
                  <a:lnTo>
                    <a:pt x="28818" y="28592"/>
                  </a:lnTo>
                  <a:lnTo>
                    <a:pt x="28428" y="28481"/>
                  </a:lnTo>
                  <a:lnTo>
                    <a:pt x="27499" y="28198"/>
                  </a:lnTo>
                  <a:lnTo>
                    <a:pt x="25723" y="26973"/>
                  </a:lnTo>
                  <a:lnTo>
                    <a:pt x="24452" y="26386"/>
                  </a:lnTo>
                  <a:lnTo>
                    <a:pt x="24312" y="26592"/>
                  </a:lnTo>
                  <a:lnTo>
                    <a:pt x="23677" y="27534"/>
                  </a:lnTo>
                  <a:lnTo>
                    <a:pt x="20965" y="25778"/>
                  </a:lnTo>
                  <a:lnTo>
                    <a:pt x="21047" y="25218"/>
                  </a:lnTo>
                  <a:lnTo>
                    <a:pt x="18944" y="23806"/>
                  </a:lnTo>
                  <a:lnTo>
                    <a:pt x="18537" y="24243"/>
                  </a:lnTo>
                  <a:lnTo>
                    <a:pt x="18043" y="23782"/>
                  </a:lnTo>
                  <a:lnTo>
                    <a:pt x="16983" y="23192"/>
                  </a:lnTo>
                  <a:lnTo>
                    <a:pt x="15685" y="22782"/>
                  </a:lnTo>
                  <a:lnTo>
                    <a:pt x="9275" y="22386"/>
                  </a:lnTo>
                  <a:lnTo>
                    <a:pt x="8510" y="22338"/>
                  </a:lnTo>
                  <a:lnTo>
                    <a:pt x="8338" y="22328"/>
                  </a:lnTo>
                  <a:lnTo>
                    <a:pt x="4614" y="20832"/>
                  </a:lnTo>
                  <a:lnTo>
                    <a:pt x="646" y="19237"/>
                  </a:lnTo>
                  <a:lnTo>
                    <a:pt x="1" y="18978"/>
                  </a:lnTo>
                  <a:lnTo>
                    <a:pt x="0" y="18606"/>
                  </a:lnTo>
                  <a:lnTo>
                    <a:pt x="0" y="18466"/>
                  </a:lnTo>
                  <a:lnTo>
                    <a:pt x="86" y="17033"/>
                  </a:lnTo>
                  <a:lnTo>
                    <a:pt x="260" y="16793"/>
                  </a:lnTo>
                  <a:lnTo>
                    <a:pt x="1498" y="15110"/>
                  </a:lnTo>
                  <a:lnTo>
                    <a:pt x="1631" y="14958"/>
                  </a:lnTo>
                  <a:lnTo>
                    <a:pt x="4052" y="15914"/>
                  </a:lnTo>
                  <a:lnTo>
                    <a:pt x="9350" y="18006"/>
                  </a:lnTo>
                  <a:lnTo>
                    <a:pt x="9594" y="18102"/>
                  </a:lnTo>
                  <a:lnTo>
                    <a:pt x="10261" y="17777"/>
                  </a:lnTo>
                  <a:lnTo>
                    <a:pt x="16312" y="18120"/>
                  </a:lnTo>
                  <a:lnTo>
                    <a:pt x="19667" y="18310"/>
                  </a:lnTo>
                  <a:lnTo>
                    <a:pt x="20174" y="15864"/>
                  </a:lnTo>
                  <a:lnTo>
                    <a:pt x="20522" y="14191"/>
                  </a:lnTo>
                  <a:lnTo>
                    <a:pt x="21643" y="14378"/>
                  </a:lnTo>
                  <a:lnTo>
                    <a:pt x="21336" y="16134"/>
                  </a:lnTo>
                  <a:lnTo>
                    <a:pt x="20922" y="18503"/>
                  </a:lnTo>
                  <a:lnTo>
                    <a:pt x="24993" y="18925"/>
                  </a:lnTo>
                  <a:lnTo>
                    <a:pt x="25406" y="18968"/>
                  </a:lnTo>
                  <a:lnTo>
                    <a:pt x="25688" y="18997"/>
                  </a:lnTo>
                  <a:lnTo>
                    <a:pt x="27201" y="19247"/>
                  </a:lnTo>
                  <a:lnTo>
                    <a:pt x="27385" y="19275"/>
                  </a:lnTo>
                  <a:lnTo>
                    <a:pt x="27581" y="19270"/>
                  </a:lnTo>
                  <a:lnTo>
                    <a:pt x="28399" y="19248"/>
                  </a:lnTo>
                  <a:lnTo>
                    <a:pt x="30893" y="19412"/>
                  </a:lnTo>
                  <a:lnTo>
                    <a:pt x="33763" y="19600"/>
                  </a:lnTo>
                  <a:lnTo>
                    <a:pt x="33947" y="19610"/>
                  </a:lnTo>
                  <a:lnTo>
                    <a:pt x="35051" y="19634"/>
                  </a:lnTo>
                  <a:lnTo>
                    <a:pt x="36739" y="19672"/>
                  </a:lnTo>
                  <a:lnTo>
                    <a:pt x="39654" y="19737"/>
                  </a:lnTo>
                  <a:lnTo>
                    <a:pt x="42145" y="19817"/>
                  </a:lnTo>
                  <a:lnTo>
                    <a:pt x="42538" y="19955"/>
                  </a:lnTo>
                  <a:lnTo>
                    <a:pt x="43010" y="20121"/>
                  </a:lnTo>
                  <a:lnTo>
                    <a:pt x="44300" y="20450"/>
                  </a:lnTo>
                  <a:lnTo>
                    <a:pt x="45254" y="19972"/>
                  </a:lnTo>
                  <a:lnTo>
                    <a:pt x="45918" y="19641"/>
                  </a:lnTo>
                  <a:lnTo>
                    <a:pt x="47966" y="18350"/>
                  </a:lnTo>
                  <a:lnTo>
                    <a:pt x="48537" y="17990"/>
                  </a:lnTo>
                  <a:lnTo>
                    <a:pt x="49311" y="11932"/>
                  </a:lnTo>
                  <a:lnTo>
                    <a:pt x="49174" y="11163"/>
                  </a:lnTo>
                  <a:lnTo>
                    <a:pt x="46985" y="9251"/>
                  </a:lnTo>
                  <a:lnTo>
                    <a:pt x="46608" y="8117"/>
                  </a:lnTo>
                  <a:lnTo>
                    <a:pt x="34945" y="1048"/>
                  </a:lnTo>
                  <a:lnTo>
                    <a:pt x="35216" y="1021"/>
                  </a:lnTo>
                  <a:lnTo>
                    <a:pt x="36250" y="921"/>
                  </a:lnTo>
                  <a:lnTo>
                    <a:pt x="37187" y="115"/>
                  </a:lnTo>
                  <a:lnTo>
                    <a:pt x="38912" y="0"/>
                  </a:lnTo>
                  <a:lnTo>
                    <a:pt x="39940" y="173"/>
                  </a:lnTo>
                  <a:lnTo>
                    <a:pt x="41368" y="587"/>
                  </a:lnTo>
                  <a:lnTo>
                    <a:pt x="42009" y="881"/>
                  </a:lnTo>
                  <a:lnTo>
                    <a:pt x="43318" y="2015"/>
                  </a:lnTo>
                  <a:lnTo>
                    <a:pt x="45894" y="3497"/>
                  </a:lnTo>
                  <a:lnTo>
                    <a:pt x="47950" y="45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2374699" y="2922667"/>
              <a:ext cx="98005" cy="93021"/>
            </a:xfrm>
            <a:custGeom>
              <a:avLst/>
              <a:pathLst>
                <a:path w="98005" h="93021">
                  <a:moveTo>
                    <a:pt x="9862" y="10573"/>
                  </a:moveTo>
                  <a:lnTo>
                    <a:pt x="13109" y="12025"/>
                  </a:lnTo>
                  <a:lnTo>
                    <a:pt x="17897" y="9635"/>
                  </a:lnTo>
                  <a:lnTo>
                    <a:pt x="19286" y="10810"/>
                  </a:lnTo>
                  <a:lnTo>
                    <a:pt x="14960" y="15883"/>
                  </a:lnTo>
                  <a:lnTo>
                    <a:pt x="18485" y="19621"/>
                  </a:lnTo>
                  <a:lnTo>
                    <a:pt x="23291" y="19568"/>
                  </a:lnTo>
                  <a:lnTo>
                    <a:pt x="23558" y="15082"/>
                  </a:lnTo>
                  <a:lnTo>
                    <a:pt x="23770" y="15104"/>
                  </a:lnTo>
                  <a:lnTo>
                    <a:pt x="25107" y="15242"/>
                  </a:lnTo>
                  <a:lnTo>
                    <a:pt x="27962" y="16236"/>
                  </a:lnTo>
                  <a:lnTo>
                    <a:pt x="29426" y="16746"/>
                  </a:lnTo>
                  <a:lnTo>
                    <a:pt x="30908" y="17262"/>
                  </a:lnTo>
                  <a:lnTo>
                    <a:pt x="31208" y="17366"/>
                  </a:lnTo>
                  <a:lnTo>
                    <a:pt x="31490" y="17465"/>
                  </a:lnTo>
                  <a:lnTo>
                    <a:pt x="32316" y="17752"/>
                  </a:lnTo>
                  <a:lnTo>
                    <a:pt x="31605" y="19961"/>
                  </a:lnTo>
                  <a:lnTo>
                    <a:pt x="30821" y="22398"/>
                  </a:lnTo>
                  <a:lnTo>
                    <a:pt x="31826" y="22792"/>
                  </a:lnTo>
                  <a:lnTo>
                    <a:pt x="32084" y="22792"/>
                  </a:lnTo>
                  <a:lnTo>
                    <a:pt x="33277" y="19835"/>
                  </a:lnTo>
                  <a:lnTo>
                    <a:pt x="40968" y="17859"/>
                  </a:lnTo>
                  <a:lnTo>
                    <a:pt x="44172" y="19087"/>
                  </a:lnTo>
                  <a:lnTo>
                    <a:pt x="47162" y="22452"/>
                  </a:lnTo>
                  <a:lnTo>
                    <a:pt x="48017" y="25709"/>
                  </a:lnTo>
                  <a:lnTo>
                    <a:pt x="50473" y="24428"/>
                  </a:lnTo>
                  <a:lnTo>
                    <a:pt x="53411" y="25763"/>
                  </a:lnTo>
                  <a:lnTo>
                    <a:pt x="55173" y="28326"/>
                  </a:lnTo>
                  <a:lnTo>
                    <a:pt x="56775" y="28700"/>
                  </a:lnTo>
                  <a:lnTo>
                    <a:pt x="56623" y="29326"/>
                  </a:lnTo>
                  <a:lnTo>
                    <a:pt x="55867" y="32438"/>
                  </a:lnTo>
                  <a:lnTo>
                    <a:pt x="58057" y="32492"/>
                  </a:lnTo>
                  <a:lnTo>
                    <a:pt x="58270" y="31263"/>
                  </a:lnTo>
                  <a:lnTo>
                    <a:pt x="58752" y="31145"/>
                  </a:lnTo>
                  <a:lnTo>
                    <a:pt x="61101" y="30569"/>
                  </a:lnTo>
                  <a:lnTo>
                    <a:pt x="61583" y="30697"/>
                  </a:lnTo>
                  <a:lnTo>
                    <a:pt x="62916" y="31050"/>
                  </a:lnTo>
                  <a:lnTo>
                    <a:pt x="63745" y="29531"/>
                  </a:lnTo>
                  <a:lnTo>
                    <a:pt x="64198" y="28700"/>
                  </a:lnTo>
                  <a:lnTo>
                    <a:pt x="67402" y="30249"/>
                  </a:lnTo>
                  <a:lnTo>
                    <a:pt x="67057" y="30765"/>
                  </a:lnTo>
                  <a:lnTo>
                    <a:pt x="66357" y="31813"/>
                  </a:lnTo>
                  <a:lnTo>
                    <a:pt x="69319" y="33170"/>
                  </a:lnTo>
                  <a:lnTo>
                    <a:pt x="70593" y="33753"/>
                  </a:lnTo>
                  <a:lnTo>
                    <a:pt x="71641" y="34233"/>
                  </a:lnTo>
                  <a:lnTo>
                    <a:pt x="73387" y="35103"/>
                  </a:lnTo>
                  <a:lnTo>
                    <a:pt x="73705" y="35262"/>
                  </a:lnTo>
                  <a:lnTo>
                    <a:pt x="71303" y="40093"/>
                  </a:lnTo>
                  <a:lnTo>
                    <a:pt x="71557" y="40221"/>
                  </a:lnTo>
                  <a:lnTo>
                    <a:pt x="71509" y="40390"/>
                  </a:lnTo>
                  <a:lnTo>
                    <a:pt x="71117" y="41757"/>
                  </a:lnTo>
                  <a:lnTo>
                    <a:pt x="71016" y="42109"/>
                  </a:lnTo>
                  <a:lnTo>
                    <a:pt x="70919" y="42294"/>
                  </a:lnTo>
                  <a:lnTo>
                    <a:pt x="70795" y="42530"/>
                  </a:lnTo>
                  <a:lnTo>
                    <a:pt x="70597" y="42748"/>
                  </a:lnTo>
                  <a:lnTo>
                    <a:pt x="69635" y="44107"/>
                  </a:lnTo>
                  <a:lnTo>
                    <a:pt x="69773" y="44223"/>
                  </a:lnTo>
                  <a:lnTo>
                    <a:pt x="70112" y="44508"/>
                  </a:lnTo>
                  <a:lnTo>
                    <a:pt x="72218" y="45826"/>
                  </a:lnTo>
                  <a:lnTo>
                    <a:pt x="72940" y="44935"/>
                  </a:lnTo>
                  <a:lnTo>
                    <a:pt x="73166" y="44585"/>
                  </a:lnTo>
                  <a:lnTo>
                    <a:pt x="73866" y="43756"/>
                  </a:lnTo>
                  <a:lnTo>
                    <a:pt x="74113" y="43930"/>
                  </a:lnTo>
                  <a:lnTo>
                    <a:pt x="74414" y="44143"/>
                  </a:lnTo>
                  <a:lnTo>
                    <a:pt x="74621" y="44467"/>
                  </a:lnTo>
                  <a:lnTo>
                    <a:pt x="75937" y="46533"/>
                  </a:lnTo>
                  <a:lnTo>
                    <a:pt x="76061" y="46727"/>
                  </a:lnTo>
                  <a:lnTo>
                    <a:pt x="76283" y="46438"/>
                  </a:lnTo>
                  <a:lnTo>
                    <a:pt x="76732" y="45854"/>
                  </a:lnTo>
                  <a:lnTo>
                    <a:pt x="77192" y="45106"/>
                  </a:lnTo>
                  <a:lnTo>
                    <a:pt x="77315" y="44906"/>
                  </a:lnTo>
                  <a:lnTo>
                    <a:pt x="77402" y="44726"/>
                  </a:lnTo>
                  <a:lnTo>
                    <a:pt x="77774" y="43959"/>
                  </a:lnTo>
                  <a:lnTo>
                    <a:pt x="78014" y="43464"/>
                  </a:lnTo>
                  <a:lnTo>
                    <a:pt x="78495" y="42609"/>
                  </a:lnTo>
                  <a:lnTo>
                    <a:pt x="78742" y="42171"/>
                  </a:lnTo>
                  <a:lnTo>
                    <a:pt x="79187" y="41381"/>
                  </a:lnTo>
                  <a:lnTo>
                    <a:pt x="79326" y="41162"/>
                  </a:lnTo>
                  <a:lnTo>
                    <a:pt x="79964" y="40157"/>
                  </a:lnTo>
                  <a:lnTo>
                    <a:pt x="79991" y="39466"/>
                  </a:lnTo>
                  <a:lnTo>
                    <a:pt x="79997" y="39305"/>
                  </a:lnTo>
                  <a:lnTo>
                    <a:pt x="80067" y="37669"/>
                  </a:lnTo>
                  <a:lnTo>
                    <a:pt x="80148" y="37315"/>
                  </a:lnTo>
                  <a:lnTo>
                    <a:pt x="80241" y="36906"/>
                  </a:lnTo>
                  <a:lnTo>
                    <a:pt x="80294" y="36671"/>
                  </a:lnTo>
                  <a:lnTo>
                    <a:pt x="82075" y="37906"/>
                  </a:lnTo>
                  <a:lnTo>
                    <a:pt x="82590" y="38263"/>
                  </a:lnTo>
                  <a:lnTo>
                    <a:pt x="83403" y="38790"/>
                  </a:lnTo>
                  <a:lnTo>
                    <a:pt x="83824" y="39050"/>
                  </a:lnTo>
                  <a:lnTo>
                    <a:pt x="84040" y="38739"/>
                  </a:lnTo>
                  <a:lnTo>
                    <a:pt x="84244" y="38446"/>
                  </a:lnTo>
                  <a:lnTo>
                    <a:pt x="84951" y="37430"/>
                  </a:lnTo>
                  <a:lnTo>
                    <a:pt x="85805" y="36201"/>
                  </a:lnTo>
                  <a:lnTo>
                    <a:pt x="86114" y="35854"/>
                  </a:lnTo>
                  <a:lnTo>
                    <a:pt x="86789" y="35094"/>
                  </a:lnTo>
                  <a:lnTo>
                    <a:pt x="87300" y="34699"/>
                  </a:lnTo>
                  <a:lnTo>
                    <a:pt x="87586" y="34906"/>
                  </a:lnTo>
                  <a:lnTo>
                    <a:pt x="88700" y="35714"/>
                  </a:lnTo>
                  <a:lnTo>
                    <a:pt x="89224" y="35894"/>
                  </a:lnTo>
                  <a:lnTo>
                    <a:pt x="90122" y="36203"/>
                  </a:lnTo>
                  <a:lnTo>
                    <a:pt x="90350" y="36282"/>
                  </a:lnTo>
                  <a:lnTo>
                    <a:pt x="90650" y="36355"/>
                  </a:lnTo>
                  <a:lnTo>
                    <a:pt x="91474" y="36557"/>
                  </a:lnTo>
                  <a:lnTo>
                    <a:pt x="92241" y="36744"/>
                  </a:lnTo>
                  <a:lnTo>
                    <a:pt x="93469" y="37095"/>
                  </a:lnTo>
                  <a:lnTo>
                    <a:pt x="93808" y="37192"/>
                  </a:lnTo>
                  <a:lnTo>
                    <a:pt x="94473" y="36587"/>
                  </a:lnTo>
                  <a:lnTo>
                    <a:pt x="94831" y="37747"/>
                  </a:lnTo>
                  <a:lnTo>
                    <a:pt x="94766" y="38250"/>
                  </a:lnTo>
                  <a:lnTo>
                    <a:pt x="94657" y="39101"/>
                  </a:lnTo>
                  <a:lnTo>
                    <a:pt x="94613" y="39257"/>
                  </a:lnTo>
                  <a:lnTo>
                    <a:pt x="94559" y="39451"/>
                  </a:lnTo>
                  <a:lnTo>
                    <a:pt x="94410" y="39984"/>
                  </a:lnTo>
                  <a:lnTo>
                    <a:pt x="94047" y="41280"/>
                  </a:lnTo>
                  <a:lnTo>
                    <a:pt x="93504" y="43221"/>
                  </a:lnTo>
                  <a:lnTo>
                    <a:pt x="93530" y="43532"/>
                  </a:lnTo>
                  <a:lnTo>
                    <a:pt x="93541" y="43661"/>
                  </a:lnTo>
                  <a:lnTo>
                    <a:pt x="93567" y="43973"/>
                  </a:lnTo>
                  <a:lnTo>
                    <a:pt x="93135" y="44608"/>
                  </a:lnTo>
                  <a:lnTo>
                    <a:pt x="93028" y="44766"/>
                  </a:lnTo>
                  <a:lnTo>
                    <a:pt x="92927" y="44915"/>
                  </a:lnTo>
                  <a:lnTo>
                    <a:pt x="92480" y="45574"/>
                  </a:lnTo>
                  <a:lnTo>
                    <a:pt x="92302" y="45835"/>
                  </a:lnTo>
                  <a:lnTo>
                    <a:pt x="91984" y="46304"/>
                  </a:lnTo>
                  <a:lnTo>
                    <a:pt x="91759" y="46635"/>
                  </a:lnTo>
                  <a:lnTo>
                    <a:pt x="92055" y="46691"/>
                  </a:lnTo>
                  <a:lnTo>
                    <a:pt x="94143" y="47084"/>
                  </a:lnTo>
                  <a:lnTo>
                    <a:pt x="94517" y="47186"/>
                  </a:lnTo>
                  <a:lnTo>
                    <a:pt x="95232" y="47533"/>
                  </a:lnTo>
                  <a:lnTo>
                    <a:pt x="96860" y="47890"/>
                  </a:lnTo>
                  <a:lnTo>
                    <a:pt x="98005" y="48404"/>
                  </a:lnTo>
                  <a:lnTo>
                    <a:pt x="97903" y="48542"/>
                  </a:lnTo>
                  <a:lnTo>
                    <a:pt x="97774" y="48717"/>
                  </a:lnTo>
                  <a:lnTo>
                    <a:pt x="97349" y="49293"/>
                  </a:lnTo>
                  <a:lnTo>
                    <a:pt x="96924" y="49868"/>
                  </a:lnTo>
                  <a:lnTo>
                    <a:pt x="96482" y="50467"/>
                  </a:lnTo>
                  <a:lnTo>
                    <a:pt x="96194" y="50960"/>
                  </a:lnTo>
                  <a:lnTo>
                    <a:pt x="96078" y="51157"/>
                  </a:lnTo>
                  <a:lnTo>
                    <a:pt x="95794" y="51642"/>
                  </a:lnTo>
                  <a:lnTo>
                    <a:pt x="95391" y="52279"/>
                  </a:lnTo>
                  <a:lnTo>
                    <a:pt x="95617" y="52657"/>
                  </a:lnTo>
                  <a:lnTo>
                    <a:pt x="96247" y="53717"/>
                  </a:lnTo>
                  <a:lnTo>
                    <a:pt x="96375" y="53932"/>
                  </a:lnTo>
                  <a:lnTo>
                    <a:pt x="96188" y="54038"/>
                  </a:lnTo>
                  <a:lnTo>
                    <a:pt x="94791" y="54850"/>
                  </a:lnTo>
                  <a:lnTo>
                    <a:pt x="94450" y="54249"/>
                  </a:lnTo>
                  <a:lnTo>
                    <a:pt x="94378" y="54121"/>
                  </a:lnTo>
                  <a:lnTo>
                    <a:pt x="93147" y="51951"/>
                  </a:lnTo>
                  <a:lnTo>
                    <a:pt x="93017" y="51723"/>
                  </a:lnTo>
                  <a:lnTo>
                    <a:pt x="91938" y="52389"/>
                  </a:lnTo>
                  <a:lnTo>
                    <a:pt x="91782" y="52485"/>
                  </a:lnTo>
                  <a:lnTo>
                    <a:pt x="91466" y="52704"/>
                  </a:lnTo>
                  <a:lnTo>
                    <a:pt x="91336" y="52793"/>
                  </a:lnTo>
                  <a:lnTo>
                    <a:pt x="91063" y="52982"/>
                  </a:lnTo>
                  <a:lnTo>
                    <a:pt x="90797" y="53165"/>
                  </a:lnTo>
                  <a:lnTo>
                    <a:pt x="90067" y="53670"/>
                  </a:lnTo>
                  <a:lnTo>
                    <a:pt x="89491" y="54068"/>
                  </a:lnTo>
                  <a:lnTo>
                    <a:pt x="90131" y="55299"/>
                  </a:lnTo>
                  <a:lnTo>
                    <a:pt x="90621" y="56242"/>
                  </a:lnTo>
                  <a:lnTo>
                    <a:pt x="91134" y="57230"/>
                  </a:lnTo>
                  <a:lnTo>
                    <a:pt x="91323" y="57593"/>
                  </a:lnTo>
                  <a:lnTo>
                    <a:pt x="91606" y="58138"/>
                  </a:lnTo>
                  <a:lnTo>
                    <a:pt x="92834" y="60501"/>
                  </a:lnTo>
                  <a:lnTo>
                    <a:pt x="92457" y="60738"/>
                  </a:lnTo>
                  <a:lnTo>
                    <a:pt x="92966" y="61046"/>
                  </a:lnTo>
                  <a:lnTo>
                    <a:pt x="93640" y="61454"/>
                  </a:lnTo>
                  <a:lnTo>
                    <a:pt x="91644" y="64505"/>
                  </a:lnTo>
                  <a:lnTo>
                    <a:pt x="90375" y="66445"/>
                  </a:lnTo>
                  <a:lnTo>
                    <a:pt x="89625" y="67591"/>
                  </a:lnTo>
                  <a:lnTo>
                    <a:pt x="89424" y="67935"/>
                  </a:lnTo>
                  <a:lnTo>
                    <a:pt x="86661" y="72670"/>
                  </a:lnTo>
                  <a:lnTo>
                    <a:pt x="86805" y="72750"/>
                  </a:lnTo>
                  <a:lnTo>
                    <a:pt x="87015" y="72894"/>
                  </a:lnTo>
                  <a:lnTo>
                    <a:pt x="87388" y="73150"/>
                  </a:lnTo>
                  <a:lnTo>
                    <a:pt x="91055" y="75665"/>
                  </a:lnTo>
                  <a:lnTo>
                    <a:pt x="90633" y="76290"/>
                  </a:lnTo>
                  <a:lnTo>
                    <a:pt x="90448" y="76565"/>
                  </a:lnTo>
                  <a:lnTo>
                    <a:pt x="89539" y="77913"/>
                  </a:lnTo>
                  <a:lnTo>
                    <a:pt x="88794" y="79017"/>
                  </a:lnTo>
                  <a:lnTo>
                    <a:pt x="87816" y="80468"/>
                  </a:lnTo>
                  <a:lnTo>
                    <a:pt x="86411" y="82550"/>
                  </a:lnTo>
                  <a:lnTo>
                    <a:pt x="86960" y="82905"/>
                  </a:lnTo>
                  <a:lnTo>
                    <a:pt x="89066" y="84267"/>
                  </a:lnTo>
                  <a:lnTo>
                    <a:pt x="84750" y="90929"/>
                  </a:lnTo>
                  <a:lnTo>
                    <a:pt x="83394" y="93021"/>
                  </a:lnTo>
                  <a:lnTo>
                    <a:pt x="76827" y="88667"/>
                  </a:lnTo>
                  <a:lnTo>
                    <a:pt x="75053" y="87491"/>
                  </a:lnTo>
                  <a:lnTo>
                    <a:pt x="74507" y="87129"/>
                  </a:lnTo>
                  <a:lnTo>
                    <a:pt x="72506" y="85807"/>
                  </a:lnTo>
                  <a:lnTo>
                    <a:pt x="69942" y="84251"/>
                  </a:lnTo>
                  <a:lnTo>
                    <a:pt x="69121" y="83752"/>
                  </a:lnTo>
                  <a:lnTo>
                    <a:pt x="68057" y="83107"/>
                  </a:lnTo>
                  <a:lnTo>
                    <a:pt x="67747" y="82919"/>
                  </a:lnTo>
                  <a:lnTo>
                    <a:pt x="65802" y="81738"/>
                  </a:lnTo>
                  <a:lnTo>
                    <a:pt x="64562" y="80986"/>
                  </a:lnTo>
                  <a:lnTo>
                    <a:pt x="63891" y="80578"/>
                  </a:lnTo>
                  <a:lnTo>
                    <a:pt x="63445" y="80316"/>
                  </a:lnTo>
                  <a:lnTo>
                    <a:pt x="62637" y="79840"/>
                  </a:lnTo>
                  <a:lnTo>
                    <a:pt x="59440" y="77957"/>
                  </a:lnTo>
                  <a:lnTo>
                    <a:pt x="58881" y="77628"/>
                  </a:lnTo>
                  <a:lnTo>
                    <a:pt x="57020" y="76497"/>
                  </a:lnTo>
                  <a:lnTo>
                    <a:pt x="54382" y="74895"/>
                  </a:lnTo>
                  <a:lnTo>
                    <a:pt x="49979" y="72220"/>
                  </a:lnTo>
                  <a:lnTo>
                    <a:pt x="48663" y="71420"/>
                  </a:lnTo>
                  <a:lnTo>
                    <a:pt x="46952" y="72043"/>
                  </a:lnTo>
                  <a:lnTo>
                    <a:pt x="40580" y="74350"/>
                  </a:lnTo>
                  <a:lnTo>
                    <a:pt x="40469" y="74048"/>
                  </a:lnTo>
                  <a:lnTo>
                    <a:pt x="38890" y="69735"/>
                  </a:lnTo>
                  <a:lnTo>
                    <a:pt x="36878" y="70440"/>
                  </a:lnTo>
                  <a:lnTo>
                    <a:pt x="36470" y="70583"/>
                  </a:lnTo>
                  <a:lnTo>
                    <a:pt x="36047" y="70747"/>
                  </a:lnTo>
                  <a:lnTo>
                    <a:pt x="35718" y="70875"/>
                  </a:lnTo>
                  <a:lnTo>
                    <a:pt x="33969" y="71276"/>
                  </a:lnTo>
                  <a:lnTo>
                    <a:pt x="33067" y="71483"/>
                  </a:lnTo>
                  <a:lnTo>
                    <a:pt x="31871" y="71758"/>
                  </a:lnTo>
                  <a:lnTo>
                    <a:pt x="26284" y="73364"/>
                  </a:lnTo>
                  <a:lnTo>
                    <a:pt x="23780" y="74084"/>
                  </a:lnTo>
                  <a:lnTo>
                    <a:pt x="23580" y="74141"/>
                  </a:lnTo>
                  <a:lnTo>
                    <a:pt x="23304" y="73606"/>
                  </a:lnTo>
                  <a:lnTo>
                    <a:pt x="22673" y="72380"/>
                  </a:lnTo>
                  <a:lnTo>
                    <a:pt x="22347" y="71745"/>
                  </a:lnTo>
                  <a:lnTo>
                    <a:pt x="22209" y="71477"/>
                  </a:lnTo>
                  <a:lnTo>
                    <a:pt x="21892" y="70974"/>
                  </a:lnTo>
                  <a:lnTo>
                    <a:pt x="20647" y="69754"/>
                  </a:lnTo>
                  <a:lnTo>
                    <a:pt x="20397" y="69487"/>
                  </a:lnTo>
                  <a:lnTo>
                    <a:pt x="20093" y="69164"/>
                  </a:lnTo>
                  <a:lnTo>
                    <a:pt x="19950" y="69011"/>
                  </a:lnTo>
                  <a:lnTo>
                    <a:pt x="18992" y="67992"/>
                  </a:lnTo>
                  <a:lnTo>
                    <a:pt x="17788" y="66678"/>
                  </a:lnTo>
                  <a:lnTo>
                    <a:pt x="16656" y="65442"/>
                  </a:lnTo>
                  <a:lnTo>
                    <a:pt x="16369" y="64865"/>
                  </a:lnTo>
                  <a:lnTo>
                    <a:pt x="16158" y="64440"/>
                  </a:lnTo>
                  <a:lnTo>
                    <a:pt x="15381" y="62876"/>
                  </a:lnTo>
                  <a:lnTo>
                    <a:pt x="21956" y="58873"/>
                  </a:lnTo>
                  <a:lnTo>
                    <a:pt x="33705" y="59834"/>
                  </a:lnTo>
                  <a:lnTo>
                    <a:pt x="39152" y="56416"/>
                  </a:lnTo>
                  <a:lnTo>
                    <a:pt x="34559" y="52358"/>
                  </a:lnTo>
                  <a:lnTo>
                    <a:pt x="38938" y="48833"/>
                  </a:lnTo>
                  <a:lnTo>
                    <a:pt x="36268" y="46590"/>
                  </a:lnTo>
                  <a:lnTo>
                    <a:pt x="36482" y="44240"/>
                  </a:lnTo>
                  <a:lnTo>
                    <a:pt x="31675" y="41250"/>
                  </a:lnTo>
                  <a:lnTo>
                    <a:pt x="29219" y="41463"/>
                  </a:lnTo>
                  <a:lnTo>
                    <a:pt x="21101" y="39327"/>
                  </a:lnTo>
                  <a:lnTo>
                    <a:pt x="21315" y="25656"/>
                  </a:lnTo>
                  <a:lnTo>
                    <a:pt x="15120" y="22665"/>
                  </a:lnTo>
                  <a:lnTo>
                    <a:pt x="7857" y="16577"/>
                  </a:lnTo>
                  <a:lnTo>
                    <a:pt x="0" y="13567"/>
                  </a:lnTo>
                  <a:lnTo>
                    <a:pt x="1183" y="11502"/>
                  </a:lnTo>
                  <a:lnTo>
                    <a:pt x="12553" y="0"/>
                  </a:lnTo>
                  <a:lnTo>
                    <a:pt x="13494" y="664"/>
                  </a:lnTo>
                  <a:lnTo>
                    <a:pt x="13686" y="800"/>
                  </a:lnTo>
                  <a:lnTo>
                    <a:pt x="16695" y="2926"/>
                  </a:lnTo>
                  <a:lnTo>
                    <a:pt x="17303" y="335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2297032" y="2952369"/>
              <a:ext cx="224809" cy="116254"/>
            </a:xfrm>
            <a:custGeom>
              <a:avLst/>
              <a:pathLst>
                <a:path w="224809" h="116254">
                  <a:moveTo>
                    <a:pt x="42899" y="2030"/>
                  </a:moveTo>
                  <a:lnTo>
                    <a:pt x="43256" y="4592"/>
                  </a:lnTo>
                  <a:lnTo>
                    <a:pt x="61574" y="2114"/>
                  </a:lnTo>
                  <a:lnTo>
                    <a:pt x="68862" y="3859"/>
                  </a:lnTo>
                  <a:lnTo>
                    <a:pt x="72406" y="9617"/>
                  </a:lnTo>
                  <a:lnTo>
                    <a:pt x="54764" y="11976"/>
                  </a:lnTo>
                  <a:lnTo>
                    <a:pt x="50812" y="14753"/>
                  </a:lnTo>
                  <a:lnTo>
                    <a:pt x="49957" y="16569"/>
                  </a:lnTo>
                  <a:lnTo>
                    <a:pt x="52734" y="20948"/>
                  </a:lnTo>
                  <a:lnTo>
                    <a:pt x="52414" y="23618"/>
                  </a:lnTo>
                  <a:lnTo>
                    <a:pt x="49851" y="24045"/>
                  </a:lnTo>
                  <a:lnTo>
                    <a:pt x="46967" y="22229"/>
                  </a:lnTo>
                  <a:lnTo>
                    <a:pt x="43656" y="23404"/>
                  </a:lnTo>
                  <a:lnTo>
                    <a:pt x="41413" y="27677"/>
                  </a:lnTo>
                  <a:lnTo>
                    <a:pt x="46112" y="33444"/>
                  </a:lnTo>
                  <a:lnTo>
                    <a:pt x="51453" y="29813"/>
                  </a:lnTo>
                  <a:lnTo>
                    <a:pt x="55939" y="30988"/>
                  </a:lnTo>
                  <a:lnTo>
                    <a:pt x="61920" y="26181"/>
                  </a:lnTo>
                  <a:lnTo>
                    <a:pt x="65124" y="26715"/>
                  </a:lnTo>
                  <a:lnTo>
                    <a:pt x="69183" y="31201"/>
                  </a:lnTo>
                  <a:lnTo>
                    <a:pt x="70892" y="33978"/>
                  </a:lnTo>
                  <a:lnTo>
                    <a:pt x="74416" y="32697"/>
                  </a:lnTo>
                  <a:lnTo>
                    <a:pt x="82747" y="33551"/>
                  </a:lnTo>
                  <a:lnTo>
                    <a:pt x="84777" y="32590"/>
                  </a:lnTo>
                  <a:lnTo>
                    <a:pt x="83174" y="30240"/>
                  </a:lnTo>
                  <a:lnTo>
                    <a:pt x="88435" y="27911"/>
                  </a:lnTo>
                  <a:lnTo>
                    <a:pt x="93047" y="33175"/>
                  </a:lnTo>
                  <a:lnTo>
                    <a:pt x="93825" y="34739"/>
                  </a:lnTo>
                  <a:lnTo>
                    <a:pt x="94036" y="35164"/>
                  </a:lnTo>
                  <a:lnTo>
                    <a:pt x="94322" y="35741"/>
                  </a:lnTo>
                  <a:lnTo>
                    <a:pt x="95455" y="36977"/>
                  </a:lnTo>
                  <a:lnTo>
                    <a:pt x="96659" y="38291"/>
                  </a:lnTo>
                  <a:lnTo>
                    <a:pt x="97617" y="39310"/>
                  </a:lnTo>
                  <a:lnTo>
                    <a:pt x="97760" y="39463"/>
                  </a:lnTo>
                  <a:lnTo>
                    <a:pt x="98064" y="39786"/>
                  </a:lnTo>
                  <a:lnTo>
                    <a:pt x="98314" y="40053"/>
                  </a:lnTo>
                  <a:lnTo>
                    <a:pt x="99676" y="41388"/>
                  </a:lnTo>
                  <a:lnTo>
                    <a:pt x="99876" y="41776"/>
                  </a:lnTo>
                  <a:lnTo>
                    <a:pt x="100014" y="42044"/>
                  </a:lnTo>
                  <a:lnTo>
                    <a:pt x="100340" y="42679"/>
                  </a:lnTo>
                  <a:lnTo>
                    <a:pt x="100971" y="43905"/>
                  </a:lnTo>
                  <a:lnTo>
                    <a:pt x="101247" y="44440"/>
                  </a:lnTo>
                  <a:lnTo>
                    <a:pt x="101447" y="44382"/>
                  </a:lnTo>
                  <a:lnTo>
                    <a:pt x="103951" y="43663"/>
                  </a:lnTo>
                  <a:lnTo>
                    <a:pt x="109538" y="42057"/>
                  </a:lnTo>
                  <a:lnTo>
                    <a:pt x="110734" y="41782"/>
                  </a:lnTo>
                  <a:lnTo>
                    <a:pt x="111636" y="41575"/>
                  </a:lnTo>
                  <a:lnTo>
                    <a:pt x="113385" y="41174"/>
                  </a:lnTo>
                  <a:lnTo>
                    <a:pt x="113714" y="41046"/>
                  </a:lnTo>
                  <a:lnTo>
                    <a:pt x="114137" y="40882"/>
                  </a:lnTo>
                  <a:lnTo>
                    <a:pt x="114545" y="40739"/>
                  </a:lnTo>
                  <a:lnTo>
                    <a:pt x="116557" y="40034"/>
                  </a:lnTo>
                  <a:lnTo>
                    <a:pt x="118163" y="44422"/>
                  </a:lnTo>
                  <a:lnTo>
                    <a:pt x="118250" y="44659"/>
                  </a:lnTo>
                  <a:lnTo>
                    <a:pt x="124619" y="42342"/>
                  </a:lnTo>
                  <a:lnTo>
                    <a:pt x="126330" y="41719"/>
                  </a:lnTo>
                  <a:lnTo>
                    <a:pt x="127646" y="42519"/>
                  </a:lnTo>
                  <a:lnTo>
                    <a:pt x="132049" y="45194"/>
                  </a:lnTo>
                  <a:lnTo>
                    <a:pt x="134687" y="46796"/>
                  </a:lnTo>
                  <a:lnTo>
                    <a:pt x="136676" y="48003"/>
                  </a:lnTo>
                  <a:lnTo>
                    <a:pt x="137106" y="48256"/>
                  </a:lnTo>
                  <a:lnTo>
                    <a:pt x="140304" y="50139"/>
                  </a:lnTo>
                  <a:lnTo>
                    <a:pt x="141112" y="50615"/>
                  </a:lnTo>
                  <a:lnTo>
                    <a:pt x="141558" y="50877"/>
                  </a:lnTo>
                  <a:lnTo>
                    <a:pt x="142229" y="51285"/>
                  </a:lnTo>
                  <a:lnTo>
                    <a:pt x="143583" y="52106"/>
                  </a:lnTo>
                  <a:lnTo>
                    <a:pt x="145414" y="53218"/>
                  </a:lnTo>
                  <a:lnTo>
                    <a:pt x="145724" y="53406"/>
                  </a:lnTo>
                  <a:lnTo>
                    <a:pt x="146824" y="54073"/>
                  </a:lnTo>
                  <a:lnTo>
                    <a:pt x="147609" y="54550"/>
                  </a:lnTo>
                  <a:lnTo>
                    <a:pt x="150252" y="56154"/>
                  </a:lnTo>
                  <a:lnTo>
                    <a:pt x="152174" y="57428"/>
                  </a:lnTo>
                  <a:lnTo>
                    <a:pt x="152720" y="57790"/>
                  </a:lnTo>
                  <a:lnTo>
                    <a:pt x="154493" y="58966"/>
                  </a:lnTo>
                  <a:lnTo>
                    <a:pt x="161061" y="63320"/>
                  </a:lnTo>
                  <a:lnTo>
                    <a:pt x="162416" y="61228"/>
                  </a:lnTo>
                  <a:lnTo>
                    <a:pt x="166733" y="54566"/>
                  </a:lnTo>
                  <a:lnTo>
                    <a:pt x="168903" y="55908"/>
                  </a:lnTo>
                  <a:lnTo>
                    <a:pt x="172835" y="58341"/>
                  </a:lnTo>
                  <a:lnTo>
                    <a:pt x="179492" y="62459"/>
                  </a:lnTo>
                  <a:lnTo>
                    <a:pt x="180753" y="63240"/>
                  </a:lnTo>
                  <a:lnTo>
                    <a:pt x="185041" y="65892"/>
                  </a:lnTo>
                  <a:lnTo>
                    <a:pt x="185276" y="66038"/>
                  </a:lnTo>
                  <a:lnTo>
                    <a:pt x="185777" y="66344"/>
                  </a:lnTo>
                  <a:lnTo>
                    <a:pt x="188160" y="67729"/>
                  </a:lnTo>
                  <a:lnTo>
                    <a:pt x="188774" y="68086"/>
                  </a:lnTo>
                  <a:lnTo>
                    <a:pt x="192767" y="70406"/>
                  </a:lnTo>
                  <a:lnTo>
                    <a:pt x="193279" y="70703"/>
                  </a:lnTo>
                  <a:lnTo>
                    <a:pt x="193450" y="70810"/>
                  </a:lnTo>
                  <a:lnTo>
                    <a:pt x="195444" y="72064"/>
                  </a:lnTo>
                  <a:lnTo>
                    <a:pt x="196048" y="72443"/>
                  </a:lnTo>
                  <a:lnTo>
                    <a:pt x="196320" y="72614"/>
                  </a:lnTo>
                  <a:lnTo>
                    <a:pt x="198730" y="74128"/>
                  </a:lnTo>
                  <a:lnTo>
                    <a:pt x="199223" y="74432"/>
                  </a:lnTo>
                  <a:lnTo>
                    <a:pt x="199485" y="74593"/>
                  </a:lnTo>
                  <a:lnTo>
                    <a:pt x="200992" y="75521"/>
                  </a:lnTo>
                  <a:lnTo>
                    <a:pt x="202646" y="76539"/>
                  </a:lnTo>
                  <a:lnTo>
                    <a:pt x="204091" y="77428"/>
                  </a:lnTo>
                  <a:lnTo>
                    <a:pt x="204878" y="77913"/>
                  </a:lnTo>
                  <a:lnTo>
                    <a:pt x="205268" y="78153"/>
                  </a:lnTo>
                  <a:lnTo>
                    <a:pt x="205946" y="78581"/>
                  </a:lnTo>
                  <a:lnTo>
                    <a:pt x="209467" y="80805"/>
                  </a:lnTo>
                  <a:lnTo>
                    <a:pt x="214711" y="84117"/>
                  </a:lnTo>
                  <a:lnTo>
                    <a:pt x="224473" y="90283"/>
                  </a:lnTo>
                  <a:lnTo>
                    <a:pt x="224809" y="90496"/>
                  </a:lnTo>
                  <a:lnTo>
                    <a:pt x="224575" y="90872"/>
                  </a:lnTo>
                  <a:lnTo>
                    <a:pt x="221555" y="95719"/>
                  </a:lnTo>
                  <a:lnTo>
                    <a:pt x="219385" y="99319"/>
                  </a:lnTo>
                  <a:lnTo>
                    <a:pt x="218195" y="101294"/>
                  </a:lnTo>
                  <a:lnTo>
                    <a:pt x="216508" y="104092"/>
                  </a:lnTo>
                  <a:lnTo>
                    <a:pt x="216364" y="104331"/>
                  </a:lnTo>
                  <a:lnTo>
                    <a:pt x="216592" y="106966"/>
                  </a:lnTo>
                  <a:lnTo>
                    <a:pt x="216305" y="107423"/>
                  </a:lnTo>
                  <a:lnTo>
                    <a:pt x="213589" y="111743"/>
                  </a:lnTo>
                  <a:lnTo>
                    <a:pt x="210903" y="116015"/>
                  </a:lnTo>
                  <a:lnTo>
                    <a:pt x="210738" y="116254"/>
                  </a:lnTo>
                  <a:lnTo>
                    <a:pt x="210156" y="116022"/>
                  </a:lnTo>
                  <a:lnTo>
                    <a:pt x="209031" y="115574"/>
                  </a:lnTo>
                  <a:lnTo>
                    <a:pt x="202723" y="113065"/>
                  </a:lnTo>
                  <a:lnTo>
                    <a:pt x="199329" y="111715"/>
                  </a:lnTo>
                  <a:lnTo>
                    <a:pt x="199066" y="111610"/>
                  </a:lnTo>
                  <a:lnTo>
                    <a:pt x="196816" y="110715"/>
                  </a:lnTo>
                  <a:lnTo>
                    <a:pt x="195154" y="110054"/>
                  </a:lnTo>
                  <a:lnTo>
                    <a:pt x="190732" y="108294"/>
                  </a:lnTo>
                  <a:lnTo>
                    <a:pt x="190277" y="108113"/>
                  </a:lnTo>
                  <a:lnTo>
                    <a:pt x="190081" y="108034"/>
                  </a:lnTo>
                  <a:lnTo>
                    <a:pt x="184843" y="105920"/>
                  </a:lnTo>
                  <a:lnTo>
                    <a:pt x="176515" y="102559"/>
                  </a:lnTo>
                  <a:lnTo>
                    <a:pt x="173998" y="100648"/>
                  </a:lnTo>
                  <a:lnTo>
                    <a:pt x="172410" y="99441"/>
                  </a:lnTo>
                  <a:lnTo>
                    <a:pt x="171325" y="98618"/>
                  </a:lnTo>
                  <a:lnTo>
                    <a:pt x="166267" y="94775"/>
                  </a:lnTo>
                  <a:lnTo>
                    <a:pt x="165492" y="94187"/>
                  </a:lnTo>
                  <a:lnTo>
                    <a:pt x="165009" y="93816"/>
                  </a:lnTo>
                  <a:lnTo>
                    <a:pt x="161368" y="90879"/>
                  </a:lnTo>
                  <a:lnTo>
                    <a:pt x="160353" y="90060"/>
                  </a:lnTo>
                  <a:lnTo>
                    <a:pt x="157311" y="87606"/>
                  </a:lnTo>
                  <a:lnTo>
                    <a:pt x="157172" y="87502"/>
                  </a:lnTo>
                  <a:lnTo>
                    <a:pt x="157287" y="87355"/>
                  </a:lnTo>
                  <a:lnTo>
                    <a:pt x="158765" y="85462"/>
                  </a:lnTo>
                  <a:lnTo>
                    <a:pt x="160370" y="83407"/>
                  </a:lnTo>
                  <a:lnTo>
                    <a:pt x="160558" y="83167"/>
                  </a:lnTo>
                  <a:lnTo>
                    <a:pt x="160772" y="82865"/>
                  </a:lnTo>
                  <a:lnTo>
                    <a:pt x="158071" y="80724"/>
                  </a:lnTo>
                  <a:lnTo>
                    <a:pt x="157606" y="78776"/>
                  </a:lnTo>
                  <a:lnTo>
                    <a:pt x="157007" y="76475"/>
                  </a:lnTo>
                  <a:lnTo>
                    <a:pt x="156563" y="76602"/>
                  </a:lnTo>
                  <a:lnTo>
                    <a:pt x="156115" y="76618"/>
                  </a:lnTo>
                  <a:lnTo>
                    <a:pt x="155805" y="76477"/>
                  </a:lnTo>
                  <a:lnTo>
                    <a:pt x="155602" y="76386"/>
                  </a:lnTo>
                  <a:lnTo>
                    <a:pt x="155178" y="76121"/>
                  </a:lnTo>
                  <a:lnTo>
                    <a:pt x="154489" y="75561"/>
                  </a:lnTo>
                  <a:lnTo>
                    <a:pt x="153776" y="74727"/>
                  </a:lnTo>
                  <a:lnTo>
                    <a:pt x="152641" y="73169"/>
                  </a:lnTo>
                  <a:lnTo>
                    <a:pt x="152501" y="73673"/>
                  </a:lnTo>
                  <a:lnTo>
                    <a:pt x="152420" y="73965"/>
                  </a:lnTo>
                  <a:lnTo>
                    <a:pt x="150456" y="74093"/>
                  </a:lnTo>
                  <a:lnTo>
                    <a:pt x="150174" y="74112"/>
                  </a:lnTo>
                  <a:lnTo>
                    <a:pt x="149270" y="74036"/>
                  </a:lnTo>
                  <a:lnTo>
                    <a:pt x="148711" y="73989"/>
                  </a:lnTo>
                  <a:lnTo>
                    <a:pt x="147427" y="73440"/>
                  </a:lnTo>
                  <a:lnTo>
                    <a:pt x="147087" y="73295"/>
                  </a:lnTo>
                  <a:lnTo>
                    <a:pt x="146943" y="72211"/>
                  </a:lnTo>
                  <a:lnTo>
                    <a:pt x="146395" y="72001"/>
                  </a:lnTo>
                  <a:lnTo>
                    <a:pt x="146259" y="71949"/>
                  </a:lnTo>
                  <a:lnTo>
                    <a:pt x="146244" y="71313"/>
                  </a:lnTo>
                  <a:lnTo>
                    <a:pt x="144703" y="71422"/>
                  </a:lnTo>
                  <a:lnTo>
                    <a:pt x="144586" y="71790"/>
                  </a:lnTo>
                  <a:lnTo>
                    <a:pt x="144479" y="72125"/>
                  </a:lnTo>
                  <a:lnTo>
                    <a:pt x="142531" y="72307"/>
                  </a:lnTo>
                  <a:lnTo>
                    <a:pt x="142573" y="73110"/>
                  </a:lnTo>
                  <a:lnTo>
                    <a:pt x="140888" y="73319"/>
                  </a:lnTo>
                  <a:lnTo>
                    <a:pt x="140609" y="73319"/>
                  </a:lnTo>
                  <a:lnTo>
                    <a:pt x="140116" y="73303"/>
                  </a:lnTo>
                  <a:lnTo>
                    <a:pt x="139638" y="73191"/>
                  </a:lnTo>
                  <a:lnTo>
                    <a:pt x="139048" y="72585"/>
                  </a:lnTo>
                  <a:lnTo>
                    <a:pt x="138741" y="72500"/>
                  </a:lnTo>
                  <a:lnTo>
                    <a:pt x="138239" y="72360"/>
                  </a:lnTo>
                  <a:lnTo>
                    <a:pt x="137534" y="71821"/>
                  </a:lnTo>
                  <a:lnTo>
                    <a:pt x="136877" y="71319"/>
                  </a:lnTo>
                  <a:lnTo>
                    <a:pt x="136145" y="70834"/>
                  </a:lnTo>
                  <a:lnTo>
                    <a:pt x="135943" y="70701"/>
                  </a:lnTo>
                  <a:lnTo>
                    <a:pt x="135010" y="70475"/>
                  </a:lnTo>
                  <a:lnTo>
                    <a:pt x="134787" y="70389"/>
                  </a:lnTo>
                  <a:lnTo>
                    <a:pt x="134421" y="70248"/>
                  </a:lnTo>
                  <a:lnTo>
                    <a:pt x="133907" y="70049"/>
                  </a:lnTo>
                  <a:lnTo>
                    <a:pt x="132313" y="69434"/>
                  </a:lnTo>
                  <a:lnTo>
                    <a:pt x="132288" y="69271"/>
                  </a:lnTo>
                  <a:lnTo>
                    <a:pt x="132139" y="68333"/>
                  </a:lnTo>
                  <a:lnTo>
                    <a:pt x="132336" y="67938"/>
                  </a:lnTo>
                  <a:lnTo>
                    <a:pt x="132840" y="66924"/>
                  </a:lnTo>
                  <a:lnTo>
                    <a:pt x="133007" y="66664"/>
                  </a:lnTo>
                  <a:lnTo>
                    <a:pt x="131599" y="67390"/>
                  </a:lnTo>
                  <a:lnTo>
                    <a:pt x="130638" y="67885"/>
                  </a:lnTo>
                  <a:lnTo>
                    <a:pt x="129992" y="68219"/>
                  </a:lnTo>
                  <a:lnTo>
                    <a:pt x="129668" y="68386"/>
                  </a:lnTo>
                  <a:lnTo>
                    <a:pt x="129007" y="68539"/>
                  </a:lnTo>
                  <a:lnTo>
                    <a:pt x="127840" y="68581"/>
                  </a:lnTo>
                  <a:lnTo>
                    <a:pt x="127356" y="68598"/>
                  </a:lnTo>
                  <a:lnTo>
                    <a:pt x="126608" y="68470"/>
                  </a:lnTo>
                  <a:lnTo>
                    <a:pt x="124456" y="66546"/>
                  </a:lnTo>
                  <a:lnTo>
                    <a:pt x="124238" y="66201"/>
                  </a:lnTo>
                  <a:lnTo>
                    <a:pt x="122730" y="66567"/>
                  </a:lnTo>
                  <a:lnTo>
                    <a:pt x="122615" y="66179"/>
                  </a:lnTo>
                  <a:lnTo>
                    <a:pt x="122528" y="65885"/>
                  </a:lnTo>
                  <a:lnTo>
                    <a:pt x="121998" y="65678"/>
                  </a:lnTo>
                  <a:lnTo>
                    <a:pt x="120721" y="65179"/>
                  </a:lnTo>
                  <a:lnTo>
                    <a:pt x="118373" y="64262"/>
                  </a:lnTo>
                  <a:lnTo>
                    <a:pt x="118149" y="63814"/>
                  </a:lnTo>
                  <a:lnTo>
                    <a:pt x="118119" y="63315"/>
                  </a:lnTo>
                  <a:lnTo>
                    <a:pt x="118048" y="63054"/>
                  </a:lnTo>
                  <a:lnTo>
                    <a:pt x="117632" y="62892"/>
                  </a:lnTo>
                  <a:lnTo>
                    <a:pt x="116658" y="62514"/>
                  </a:lnTo>
                  <a:lnTo>
                    <a:pt x="116232" y="62349"/>
                  </a:lnTo>
                  <a:lnTo>
                    <a:pt x="116078" y="62703"/>
                  </a:lnTo>
                  <a:lnTo>
                    <a:pt x="116007" y="62835"/>
                  </a:lnTo>
                  <a:lnTo>
                    <a:pt x="115777" y="62745"/>
                  </a:lnTo>
                  <a:lnTo>
                    <a:pt x="113890" y="62006"/>
                  </a:lnTo>
                  <a:lnTo>
                    <a:pt x="113052" y="61678"/>
                  </a:lnTo>
                  <a:lnTo>
                    <a:pt x="110195" y="60563"/>
                  </a:lnTo>
                  <a:lnTo>
                    <a:pt x="110018" y="60489"/>
                  </a:lnTo>
                  <a:lnTo>
                    <a:pt x="109654" y="60314"/>
                  </a:lnTo>
                  <a:lnTo>
                    <a:pt x="107500" y="59280"/>
                  </a:lnTo>
                  <a:lnTo>
                    <a:pt x="106522" y="58810"/>
                  </a:lnTo>
                  <a:lnTo>
                    <a:pt x="104564" y="59196"/>
                  </a:lnTo>
                  <a:lnTo>
                    <a:pt x="103113" y="59483"/>
                  </a:lnTo>
                  <a:lnTo>
                    <a:pt x="102778" y="59497"/>
                  </a:lnTo>
                  <a:lnTo>
                    <a:pt x="101991" y="59531"/>
                  </a:lnTo>
                  <a:lnTo>
                    <a:pt x="101650" y="59457"/>
                  </a:lnTo>
                  <a:lnTo>
                    <a:pt x="101318" y="59386"/>
                  </a:lnTo>
                  <a:lnTo>
                    <a:pt x="100437" y="58938"/>
                  </a:lnTo>
                  <a:lnTo>
                    <a:pt x="100072" y="58717"/>
                  </a:lnTo>
                  <a:lnTo>
                    <a:pt x="99832" y="58572"/>
                  </a:lnTo>
                  <a:lnTo>
                    <a:pt x="99718" y="58437"/>
                  </a:lnTo>
                  <a:lnTo>
                    <a:pt x="99288" y="57925"/>
                  </a:lnTo>
                  <a:lnTo>
                    <a:pt x="99076" y="57672"/>
                  </a:lnTo>
                  <a:lnTo>
                    <a:pt x="95356" y="59121"/>
                  </a:lnTo>
                  <a:lnTo>
                    <a:pt x="95166" y="59194"/>
                  </a:lnTo>
                  <a:lnTo>
                    <a:pt x="93441" y="59788"/>
                  </a:lnTo>
                  <a:lnTo>
                    <a:pt x="91588" y="60426"/>
                  </a:lnTo>
                  <a:lnTo>
                    <a:pt x="91249" y="60475"/>
                  </a:lnTo>
                  <a:lnTo>
                    <a:pt x="88957" y="59684"/>
                  </a:lnTo>
                  <a:lnTo>
                    <a:pt x="88656" y="59580"/>
                  </a:lnTo>
                  <a:lnTo>
                    <a:pt x="88294" y="59456"/>
                  </a:lnTo>
                  <a:lnTo>
                    <a:pt x="88088" y="59384"/>
                  </a:lnTo>
                  <a:lnTo>
                    <a:pt x="87563" y="59210"/>
                  </a:lnTo>
                  <a:lnTo>
                    <a:pt x="87076" y="59120"/>
                  </a:lnTo>
                  <a:lnTo>
                    <a:pt x="86609" y="59034"/>
                  </a:lnTo>
                  <a:lnTo>
                    <a:pt x="86323" y="58982"/>
                  </a:lnTo>
                  <a:lnTo>
                    <a:pt x="85821" y="59091"/>
                  </a:lnTo>
                  <a:lnTo>
                    <a:pt x="85695" y="59250"/>
                  </a:lnTo>
                  <a:lnTo>
                    <a:pt x="85116" y="59980"/>
                  </a:lnTo>
                  <a:lnTo>
                    <a:pt x="85343" y="60244"/>
                  </a:lnTo>
                  <a:lnTo>
                    <a:pt x="86077" y="61101"/>
                  </a:lnTo>
                  <a:lnTo>
                    <a:pt x="85725" y="61710"/>
                  </a:lnTo>
                  <a:lnTo>
                    <a:pt x="84699" y="62159"/>
                  </a:lnTo>
                  <a:lnTo>
                    <a:pt x="84377" y="62136"/>
                  </a:lnTo>
                  <a:lnTo>
                    <a:pt x="83235" y="62054"/>
                  </a:lnTo>
                  <a:lnTo>
                    <a:pt x="82120" y="62092"/>
                  </a:lnTo>
                  <a:lnTo>
                    <a:pt x="81729" y="62293"/>
                  </a:lnTo>
                  <a:lnTo>
                    <a:pt x="81315" y="63792"/>
                  </a:lnTo>
                  <a:lnTo>
                    <a:pt x="80689" y="63879"/>
                  </a:lnTo>
                  <a:lnTo>
                    <a:pt x="80383" y="63921"/>
                  </a:lnTo>
                  <a:lnTo>
                    <a:pt x="78888" y="64434"/>
                  </a:lnTo>
                  <a:lnTo>
                    <a:pt x="75962" y="64114"/>
                  </a:lnTo>
                  <a:lnTo>
                    <a:pt x="75393" y="63942"/>
                  </a:lnTo>
                  <a:lnTo>
                    <a:pt x="75036" y="63834"/>
                  </a:lnTo>
                  <a:lnTo>
                    <a:pt x="74827" y="63771"/>
                  </a:lnTo>
                  <a:lnTo>
                    <a:pt x="73455" y="61128"/>
                  </a:lnTo>
                  <a:lnTo>
                    <a:pt x="73227" y="60735"/>
                  </a:lnTo>
                  <a:lnTo>
                    <a:pt x="72452" y="60226"/>
                  </a:lnTo>
                  <a:lnTo>
                    <a:pt x="71042" y="61300"/>
                  </a:lnTo>
                  <a:lnTo>
                    <a:pt x="70772" y="61506"/>
                  </a:lnTo>
                  <a:lnTo>
                    <a:pt x="69875" y="61887"/>
                  </a:lnTo>
                  <a:lnTo>
                    <a:pt x="69517" y="62040"/>
                  </a:lnTo>
                  <a:lnTo>
                    <a:pt x="68297" y="61402"/>
                  </a:lnTo>
                  <a:lnTo>
                    <a:pt x="66539" y="60484"/>
                  </a:lnTo>
                  <a:lnTo>
                    <a:pt x="58386" y="56225"/>
                  </a:lnTo>
                  <a:lnTo>
                    <a:pt x="46874" y="50211"/>
                  </a:lnTo>
                  <a:lnTo>
                    <a:pt x="42749" y="55214"/>
                  </a:lnTo>
                  <a:lnTo>
                    <a:pt x="42131" y="55964"/>
                  </a:lnTo>
                  <a:lnTo>
                    <a:pt x="38327" y="60578"/>
                  </a:lnTo>
                  <a:lnTo>
                    <a:pt x="35246" y="57782"/>
                  </a:lnTo>
                  <a:lnTo>
                    <a:pt x="36848" y="50412"/>
                  </a:lnTo>
                  <a:lnTo>
                    <a:pt x="29051" y="44752"/>
                  </a:lnTo>
                  <a:lnTo>
                    <a:pt x="29905" y="40586"/>
                  </a:lnTo>
                  <a:lnTo>
                    <a:pt x="26488" y="40159"/>
                  </a:lnTo>
                  <a:lnTo>
                    <a:pt x="8789" y="31065"/>
                  </a:lnTo>
                  <a:lnTo>
                    <a:pt x="7156" y="30226"/>
                  </a:lnTo>
                  <a:lnTo>
                    <a:pt x="0" y="14952"/>
                  </a:lnTo>
                  <a:lnTo>
                    <a:pt x="1684" y="12089"/>
                  </a:lnTo>
                  <a:lnTo>
                    <a:pt x="3204" y="9505"/>
                  </a:lnTo>
                  <a:lnTo>
                    <a:pt x="16341" y="8010"/>
                  </a:lnTo>
                  <a:lnTo>
                    <a:pt x="17409" y="14525"/>
                  </a:lnTo>
                  <a:lnTo>
                    <a:pt x="27983" y="19438"/>
                  </a:lnTo>
                  <a:lnTo>
                    <a:pt x="32682" y="17195"/>
                  </a:lnTo>
                  <a:lnTo>
                    <a:pt x="33217" y="6408"/>
                  </a:lnTo>
                  <a:lnTo>
                    <a:pt x="38630" y="2717"/>
                  </a:lnTo>
                  <a:lnTo>
                    <a:pt x="4261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2339781" y="3002580"/>
              <a:ext cx="167912" cy="84751"/>
            </a:xfrm>
            <a:custGeom>
              <a:avLst/>
              <a:pathLst>
                <a:path w="167912" h="84751">
                  <a:moveTo>
                    <a:pt x="25548" y="11191"/>
                  </a:moveTo>
                  <a:lnTo>
                    <a:pt x="26768" y="11828"/>
                  </a:lnTo>
                  <a:lnTo>
                    <a:pt x="27126" y="11676"/>
                  </a:lnTo>
                  <a:lnTo>
                    <a:pt x="28023" y="11294"/>
                  </a:lnTo>
                  <a:lnTo>
                    <a:pt x="28347" y="11047"/>
                  </a:lnTo>
                  <a:lnTo>
                    <a:pt x="29703" y="10014"/>
                  </a:lnTo>
                  <a:lnTo>
                    <a:pt x="30514" y="10548"/>
                  </a:lnTo>
                  <a:lnTo>
                    <a:pt x="30747" y="10996"/>
                  </a:lnTo>
                  <a:lnTo>
                    <a:pt x="32077" y="13560"/>
                  </a:lnTo>
                  <a:lnTo>
                    <a:pt x="32287" y="13623"/>
                  </a:lnTo>
                  <a:lnTo>
                    <a:pt x="32644" y="13731"/>
                  </a:lnTo>
                  <a:lnTo>
                    <a:pt x="33212" y="13902"/>
                  </a:lnTo>
                  <a:lnTo>
                    <a:pt x="36139" y="14223"/>
                  </a:lnTo>
                  <a:lnTo>
                    <a:pt x="37634" y="13710"/>
                  </a:lnTo>
                  <a:lnTo>
                    <a:pt x="38028" y="13655"/>
                  </a:lnTo>
                  <a:lnTo>
                    <a:pt x="38566" y="13581"/>
                  </a:lnTo>
                  <a:lnTo>
                    <a:pt x="38980" y="12081"/>
                  </a:lnTo>
                  <a:lnTo>
                    <a:pt x="39370" y="11881"/>
                  </a:lnTo>
                  <a:lnTo>
                    <a:pt x="40485" y="11842"/>
                  </a:lnTo>
                  <a:lnTo>
                    <a:pt x="41628" y="11924"/>
                  </a:lnTo>
                  <a:lnTo>
                    <a:pt x="41949" y="11947"/>
                  </a:lnTo>
                  <a:lnTo>
                    <a:pt x="42976" y="11499"/>
                  </a:lnTo>
                  <a:lnTo>
                    <a:pt x="43328" y="10890"/>
                  </a:lnTo>
                  <a:lnTo>
                    <a:pt x="42594" y="10033"/>
                  </a:lnTo>
                  <a:lnTo>
                    <a:pt x="42367" y="9768"/>
                  </a:lnTo>
                  <a:lnTo>
                    <a:pt x="42945" y="9039"/>
                  </a:lnTo>
                  <a:lnTo>
                    <a:pt x="43381" y="8735"/>
                  </a:lnTo>
                  <a:lnTo>
                    <a:pt x="43680" y="8790"/>
                  </a:lnTo>
                  <a:lnTo>
                    <a:pt x="43953" y="8840"/>
                  </a:lnTo>
                  <a:lnTo>
                    <a:pt x="44326" y="8909"/>
                  </a:lnTo>
                  <a:lnTo>
                    <a:pt x="44965" y="9044"/>
                  </a:lnTo>
                  <a:lnTo>
                    <a:pt x="45339" y="9173"/>
                  </a:lnTo>
                  <a:lnTo>
                    <a:pt x="45545" y="9244"/>
                  </a:lnTo>
                  <a:lnTo>
                    <a:pt x="45906" y="9369"/>
                  </a:lnTo>
                  <a:lnTo>
                    <a:pt x="46449" y="9556"/>
                  </a:lnTo>
                  <a:lnTo>
                    <a:pt x="48597" y="10298"/>
                  </a:lnTo>
                  <a:lnTo>
                    <a:pt x="48839" y="10215"/>
                  </a:lnTo>
                  <a:lnTo>
                    <a:pt x="50691" y="9577"/>
                  </a:lnTo>
                  <a:lnTo>
                    <a:pt x="52417" y="8983"/>
                  </a:lnTo>
                  <a:lnTo>
                    <a:pt x="52606" y="8909"/>
                  </a:lnTo>
                  <a:lnTo>
                    <a:pt x="56326" y="7461"/>
                  </a:lnTo>
                  <a:lnTo>
                    <a:pt x="56539" y="7714"/>
                  </a:lnTo>
                  <a:lnTo>
                    <a:pt x="56969" y="8225"/>
                  </a:lnTo>
                  <a:lnTo>
                    <a:pt x="57082" y="8361"/>
                  </a:lnTo>
                  <a:lnTo>
                    <a:pt x="57395" y="8549"/>
                  </a:lnTo>
                  <a:lnTo>
                    <a:pt x="57688" y="8726"/>
                  </a:lnTo>
                  <a:lnTo>
                    <a:pt x="58569" y="9175"/>
                  </a:lnTo>
                  <a:lnTo>
                    <a:pt x="58906" y="9247"/>
                  </a:lnTo>
                  <a:lnTo>
                    <a:pt x="59242" y="9319"/>
                  </a:lnTo>
                  <a:lnTo>
                    <a:pt x="60029" y="9286"/>
                  </a:lnTo>
                  <a:lnTo>
                    <a:pt x="60364" y="9271"/>
                  </a:lnTo>
                  <a:lnTo>
                    <a:pt x="61815" y="8985"/>
                  </a:lnTo>
                  <a:lnTo>
                    <a:pt x="63773" y="8599"/>
                  </a:lnTo>
                  <a:lnTo>
                    <a:pt x="64751" y="9068"/>
                  </a:lnTo>
                  <a:lnTo>
                    <a:pt x="66904" y="10103"/>
                  </a:lnTo>
                  <a:lnTo>
                    <a:pt x="67269" y="10278"/>
                  </a:lnTo>
                  <a:lnTo>
                    <a:pt x="67446" y="10347"/>
                  </a:lnTo>
                  <a:lnTo>
                    <a:pt x="70302" y="11466"/>
                  </a:lnTo>
                  <a:lnTo>
                    <a:pt x="71164" y="11804"/>
                  </a:lnTo>
                  <a:lnTo>
                    <a:pt x="73027" y="12534"/>
                  </a:lnTo>
                  <a:lnTo>
                    <a:pt x="73269" y="12629"/>
                  </a:lnTo>
                  <a:lnTo>
                    <a:pt x="73329" y="12492"/>
                  </a:lnTo>
                  <a:lnTo>
                    <a:pt x="73483" y="12137"/>
                  </a:lnTo>
                  <a:lnTo>
                    <a:pt x="73908" y="12302"/>
                  </a:lnTo>
                  <a:lnTo>
                    <a:pt x="74883" y="12681"/>
                  </a:lnTo>
                  <a:lnTo>
                    <a:pt x="75299" y="12842"/>
                  </a:lnTo>
                  <a:lnTo>
                    <a:pt x="75369" y="13104"/>
                  </a:lnTo>
                  <a:lnTo>
                    <a:pt x="75399" y="13602"/>
                  </a:lnTo>
                  <a:lnTo>
                    <a:pt x="75702" y="14081"/>
                  </a:lnTo>
                  <a:lnTo>
                    <a:pt x="77972" y="14968"/>
                  </a:lnTo>
                  <a:lnTo>
                    <a:pt x="79249" y="15467"/>
                  </a:lnTo>
                  <a:lnTo>
                    <a:pt x="79779" y="15674"/>
                  </a:lnTo>
                  <a:lnTo>
                    <a:pt x="79865" y="15967"/>
                  </a:lnTo>
                  <a:lnTo>
                    <a:pt x="79980" y="16356"/>
                  </a:lnTo>
                  <a:lnTo>
                    <a:pt x="81489" y="15990"/>
                  </a:lnTo>
                  <a:lnTo>
                    <a:pt x="81822" y="16437"/>
                  </a:lnTo>
                  <a:lnTo>
                    <a:pt x="83859" y="18259"/>
                  </a:lnTo>
                  <a:lnTo>
                    <a:pt x="84606" y="18387"/>
                  </a:lnTo>
                  <a:lnTo>
                    <a:pt x="85091" y="18370"/>
                  </a:lnTo>
                  <a:lnTo>
                    <a:pt x="86258" y="18328"/>
                  </a:lnTo>
                  <a:lnTo>
                    <a:pt x="86919" y="18175"/>
                  </a:lnTo>
                  <a:lnTo>
                    <a:pt x="87242" y="18008"/>
                  </a:lnTo>
                  <a:lnTo>
                    <a:pt x="87889" y="17674"/>
                  </a:lnTo>
                  <a:lnTo>
                    <a:pt x="88850" y="17179"/>
                  </a:lnTo>
                  <a:lnTo>
                    <a:pt x="90258" y="16453"/>
                  </a:lnTo>
                  <a:lnTo>
                    <a:pt x="90091" y="16713"/>
                  </a:lnTo>
                  <a:lnTo>
                    <a:pt x="89586" y="17726"/>
                  </a:lnTo>
                  <a:lnTo>
                    <a:pt x="89390" y="18121"/>
                  </a:lnTo>
                  <a:lnTo>
                    <a:pt x="89538" y="19059"/>
                  </a:lnTo>
                  <a:lnTo>
                    <a:pt x="89684" y="19269"/>
                  </a:lnTo>
                  <a:lnTo>
                    <a:pt x="91158" y="19838"/>
                  </a:lnTo>
                  <a:lnTo>
                    <a:pt x="91730" y="20059"/>
                  </a:lnTo>
                  <a:lnTo>
                    <a:pt x="92037" y="20178"/>
                  </a:lnTo>
                  <a:lnTo>
                    <a:pt x="92260" y="20264"/>
                  </a:lnTo>
                  <a:lnTo>
                    <a:pt x="93194" y="20489"/>
                  </a:lnTo>
                  <a:lnTo>
                    <a:pt x="93395" y="20623"/>
                  </a:lnTo>
                  <a:lnTo>
                    <a:pt x="94128" y="21108"/>
                  </a:lnTo>
                  <a:lnTo>
                    <a:pt x="94785" y="21610"/>
                  </a:lnTo>
                  <a:lnTo>
                    <a:pt x="95490" y="22149"/>
                  </a:lnTo>
                  <a:lnTo>
                    <a:pt x="95991" y="22288"/>
                  </a:lnTo>
                  <a:lnTo>
                    <a:pt x="96299" y="22373"/>
                  </a:lnTo>
                  <a:lnTo>
                    <a:pt x="96889" y="22980"/>
                  </a:lnTo>
                  <a:lnTo>
                    <a:pt x="97434" y="23108"/>
                  </a:lnTo>
                  <a:lnTo>
                    <a:pt x="97859" y="23108"/>
                  </a:lnTo>
                  <a:lnTo>
                    <a:pt x="98139" y="23108"/>
                  </a:lnTo>
                  <a:lnTo>
                    <a:pt x="99823" y="22898"/>
                  </a:lnTo>
                  <a:lnTo>
                    <a:pt x="99782" y="22095"/>
                  </a:lnTo>
                  <a:lnTo>
                    <a:pt x="101730" y="21914"/>
                  </a:lnTo>
                  <a:lnTo>
                    <a:pt x="101837" y="21579"/>
                  </a:lnTo>
                  <a:lnTo>
                    <a:pt x="102013" y="21026"/>
                  </a:lnTo>
                  <a:lnTo>
                    <a:pt x="103495" y="21102"/>
                  </a:lnTo>
                  <a:lnTo>
                    <a:pt x="103517" y="21740"/>
                  </a:lnTo>
                  <a:lnTo>
                    <a:pt x="103646" y="21789"/>
                  </a:lnTo>
                  <a:lnTo>
                    <a:pt x="104194" y="21999"/>
                  </a:lnTo>
                  <a:lnTo>
                    <a:pt x="104338" y="23083"/>
                  </a:lnTo>
                  <a:lnTo>
                    <a:pt x="104678" y="23229"/>
                  </a:lnTo>
                  <a:lnTo>
                    <a:pt x="105961" y="23778"/>
                  </a:lnTo>
                  <a:lnTo>
                    <a:pt x="106521" y="23825"/>
                  </a:lnTo>
                  <a:lnTo>
                    <a:pt x="107425" y="23900"/>
                  </a:lnTo>
                  <a:lnTo>
                    <a:pt x="107706" y="23882"/>
                  </a:lnTo>
                  <a:lnTo>
                    <a:pt x="109671" y="23754"/>
                  </a:lnTo>
                  <a:lnTo>
                    <a:pt x="109752" y="23462"/>
                  </a:lnTo>
                  <a:lnTo>
                    <a:pt x="109891" y="22958"/>
                  </a:lnTo>
                  <a:lnTo>
                    <a:pt x="111026" y="24516"/>
                  </a:lnTo>
                  <a:lnTo>
                    <a:pt x="111739" y="25349"/>
                  </a:lnTo>
                  <a:lnTo>
                    <a:pt x="112428" y="25910"/>
                  </a:lnTo>
                  <a:lnTo>
                    <a:pt x="112853" y="26174"/>
                  </a:lnTo>
                  <a:lnTo>
                    <a:pt x="113056" y="26266"/>
                  </a:lnTo>
                  <a:lnTo>
                    <a:pt x="113366" y="26407"/>
                  </a:lnTo>
                  <a:lnTo>
                    <a:pt x="113814" y="26391"/>
                  </a:lnTo>
                  <a:lnTo>
                    <a:pt x="114317" y="26180"/>
                  </a:lnTo>
                  <a:lnTo>
                    <a:pt x="114857" y="28564"/>
                  </a:lnTo>
                  <a:lnTo>
                    <a:pt x="115321" y="30513"/>
                  </a:lnTo>
                  <a:lnTo>
                    <a:pt x="118023" y="32654"/>
                  </a:lnTo>
                  <a:lnTo>
                    <a:pt x="117808" y="32956"/>
                  </a:lnTo>
                  <a:lnTo>
                    <a:pt x="117620" y="33196"/>
                  </a:lnTo>
                  <a:lnTo>
                    <a:pt x="116016" y="35251"/>
                  </a:lnTo>
                  <a:lnTo>
                    <a:pt x="114538" y="37143"/>
                  </a:lnTo>
                  <a:lnTo>
                    <a:pt x="114423" y="37291"/>
                  </a:lnTo>
                  <a:lnTo>
                    <a:pt x="114561" y="37395"/>
                  </a:lnTo>
                  <a:lnTo>
                    <a:pt x="117604" y="39849"/>
                  </a:lnTo>
                  <a:lnTo>
                    <a:pt x="118676" y="40714"/>
                  </a:lnTo>
                  <a:lnTo>
                    <a:pt x="122348" y="43675"/>
                  </a:lnTo>
                  <a:lnTo>
                    <a:pt x="122743" y="43976"/>
                  </a:lnTo>
                  <a:lnTo>
                    <a:pt x="123518" y="44564"/>
                  </a:lnTo>
                  <a:lnTo>
                    <a:pt x="128576" y="48406"/>
                  </a:lnTo>
                  <a:lnTo>
                    <a:pt x="129661" y="49230"/>
                  </a:lnTo>
                  <a:lnTo>
                    <a:pt x="131249" y="50436"/>
                  </a:lnTo>
                  <a:lnTo>
                    <a:pt x="133765" y="52348"/>
                  </a:lnTo>
                  <a:lnTo>
                    <a:pt x="142094" y="55709"/>
                  </a:lnTo>
                  <a:lnTo>
                    <a:pt x="147332" y="57823"/>
                  </a:lnTo>
                  <a:lnTo>
                    <a:pt x="147527" y="57902"/>
                  </a:lnTo>
                  <a:lnTo>
                    <a:pt x="147983" y="58083"/>
                  </a:lnTo>
                  <a:lnTo>
                    <a:pt x="152405" y="59842"/>
                  </a:lnTo>
                  <a:lnTo>
                    <a:pt x="154067" y="60504"/>
                  </a:lnTo>
                  <a:lnTo>
                    <a:pt x="156317" y="61399"/>
                  </a:lnTo>
                  <a:lnTo>
                    <a:pt x="156579" y="61503"/>
                  </a:lnTo>
                  <a:lnTo>
                    <a:pt x="159973" y="62853"/>
                  </a:lnTo>
                  <a:lnTo>
                    <a:pt x="166281" y="65363"/>
                  </a:lnTo>
                  <a:lnTo>
                    <a:pt x="167407" y="65811"/>
                  </a:lnTo>
                  <a:lnTo>
                    <a:pt x="167912" y="66153"/>
                  </a:lnTo>
                  <a:lnTo>
                    <a:pt x="167726" y="66422"/>
                  </a:lnTo>
                  <a:lnTo>
                    <a:pt x="166517" y="68169"/>
                  </a:lnTo>
                  <a:lnTo>
                    <a:pt x="165884" y="69085"/>
                  </a:lnTo>
                  <a:lnTo>
                    <a:pt x="165499" y="69642"/>
                  </a:lnTo>
                  <a:lnTo>
                    <a:pt x="165096" y="70223"/>
                  </a:lnTo>
                  <a:lnTo>
                    <a:pt x="164742" y="70736"/>
                  </a:lnTo>
                  <a:lnTo>
                    <a:pt x="164544" y="71021"/>
                  </a:lnTo>
                  <a:lnTo>
                    <a:pt x="161707" y="75123"/>
                  </a:lnTo>
                  <a:lnTo>
                    <a:pt x="161548" y="75352"/>
                  </a:lnTo>
                  <a:lnTo>
                    <a:pt x="161241" y="75796"/>
                  </a:lnTo>
                  <a:lnTo>
                    <a:pt x="161122" y="75968"/>
                  </a:lnTo>
                  <a:lnTo>
                    <a:pt x="160775" y="76337"/>
                  </a:lnTo>
                  <a:lnTo>
                    <a:pt x="160360" y="76779"/>
                  </a:lnTo>
                  <a:lnTo>
                    <a:pt x="159467" y="77730"/>
                  </a:lnTo>
                  <a:lnTo>
                    <a:pt x="158110" y="78753"/>
                  </a:lnTo>
                  <a:lnTo>
                    <a:pt x="156549" y="79929"/>
                  </a:lnTo>
                  <a:lnTo>
                    <a:pt x="155996" y="80347"/>
                  </a:lnTo>
                  <a:lnTo>
                    <a:pt x="155737" y="80518"/>
                  </a:lnTo>
                  <a:lnTo>
                    <a:pt x="155130" y="80920"/>
                  </a:lnTo>
                  <a:lnTo>
                    <a:pt x="154831" y="81118"/>
                  </a:lnTo>
                  <a:lnTo>
                    <a:pt x="152421" y="82714"/>
                  </a:lnTo>
                  <a:lnTo>
                    <a:pt x="150693" y="83858"/>
                  </a:lnTo>
                  <a:lnTo>
                    <a:pt x="150146" y="84505"/>
                  </a:lnTo>
                  <a:lnTo>
                    <a:pt x="149937" y="84751"/>
                  </a:lnTo>
                  <a:lnTo>
                    <a:pt x="148780" y="83818"/>
                  </a:lnTo>
                  <a:lnTo>
                    <a:pt x="147810" y="83036"/>
                  </a:lnTo>
                  <a:lnTo>
                    <a:pt x="147487" y="82776"/>
                  </a:lnTo>
                  <a:lnTo>
                    <a:pt x="147355" y="82670"/>
                  </a:lnTo>
                  <a:lnTo>
                    <a:pt x="146163" y="82146"/>
                  </a:lnTo>
                  <a:lnTo>
                    <a:pt x="145097" y="81677"/>
                  </a:lnTo>
                  <a:lnTo>
                    <a:pt x="143679" y="81078"/>
                  </a:lnTo>
                  <a:lnTo>
                    <a:pt x="142832" y="80771"/>
                  </a:lnTo>
                  <a:lnTo>
                    <a:pt x="139620" y="79606"/>
                  </a:lnTo>
                  <a:lnTo>
                    <a:pt x="139015" y="79351"/>
                  </a:lnTo>
                  <a:lnTo>
                    <a:pt x="137888" y="78882"/>
                  </a:lnTo>
                  <a:lnTo>
                    <a:pt x="137327" y="78663"/>
                  </a:lnTo>
                  <a:lnTo>
                    <a:pt x="136617" y="78386"/>
                  </a:lnTo>
                  <a:lnTo>
                    <a:pt x="136292" y="78259"/>
                  </a:lnTo>
                  <a:lnTo>
                    <a:pt x="135124" y="77803"/>
                  </a:lnTo>
                  <a:lnTo>
                    <a:pt x="134750" y="77657"/>
                  </a:lnTo>
                  <a:lnTo>
                    <a:pt x="133978" y="77356"/>
                  </a:lnTo>
                  <a:lnTo>
                    <a:pt x="133788" y="77282"/>
                  </a:lnTo>
                  <a:lnTo>
                    <a:pt x="133226" y="77063"/>
                  </a:lnTo>
                  <a:lnTo>
                    <a:pt x="132762" y="76882"/>
                  </a:lnTo>
                  <a:lnTo>
                    <a:pt x="132562" y="76804"/>
                  </a:lnTo>
                  <a:lnTo>
                    <a:pt x="131485" y="76384"/>
                  </a:lnTo>
                  <a:lnTo>
                    <a:pt x="130597" y="76037"/>
                  </a:lnTo>
                  <a:lnTo>
                    <a:pt x="129554" y="75630"/>
                  </a:lnTo>
                  <a:lnTo>
                    <a:pt x="129214" y="75519"/>
                  </a:lnTo>
                  <a:lnTo>
                    <a:pt x="128889" y="75413"/>
                  </a:lnTo>
                  <a:lnTo>
                    <a:pt x="128242" y="75241"/>
                  </a:lnTo>
                  <a:lnTo>
                    <a:pt x="127922" y="75156"/>
                  </a:lnTo>
                  <a:lnTo>
                    <a:pt x="127057" y="75124"/>
                  </a:lnTo>
                  <a:lnTo>
                    <a:pt x="125277" y="75566"/>
                  </a:lnTo>
                  <a:lnTo>
                    <a:pt x="124911" y="75656"/>
                  </a:lnTo>
                  <a:lnTo>
                    <a:pt x="123836" y="75923"/>
                  </a:lnTo>
                  <a:lnTo>
                    <a:pt x="123581" y="75986"/>
                  </a:lnTo>
                  <a:lnTo>
                    <a:pt x="121592" y="76480"/>
                  </a:lnTo>
                  <a:lnTo>
                    <a:pt x="121049" y="76614"/>
                  </a:lnTo>
                  <a:lnTo>
                    <a:pt x="120913" y="76681"/>
                  </a:lnTo>
                  <a:lnTo>
                    <a:pt x="119793" y="77267"/>
                  </a:lnTo>
                  <a:lnTo>
                    <a:pt x="118519" y="78891"/>
                  </a:lnTo>
                  <a:lnTo>
                    <a:pt x="117073" y="80735"/>
                  </a:lnTo>
                  <a:lnTo>
                    <a:pt x="116588" y="81353"/>
                  </a:lnTo>
                  <a:lnTo>
                    <a:pt x="115721" y="82406"/>
                  </a:lnTo>
                  <a:lnTo>
                    <a:pt x="115401" y="82493"/>
                  </a:lnTo>
                  <a:lnTo>
                    <a:pt x="114220" y="82813"/>
                  </a:lnTo>
                  <a:lnTo>
                    <a:pt x="112572" y="83261"/>
                  </a:lnTo>
                  <a:lnTo>
                    <a:pt x="109988" y="83248"/>
                  </a:lnTo>
                  <a:lnTo>
                    <a:pt x="109692" y="83312"/>
                  </a:lnTo>
                  <a:lnTo>
                    <a:pt x="109552" y="82813"/>
                  </a:lnTo>
                  <a:lnTo>
                    <a:pt x="109225" y="81654"/>
                  </a:lnTo>
                  <a:lnTo>
                    <a:pt x="110045" y="81410"/>
                  </a:lnTo>
                  <a:lnTo>
                    <a:pt x="110453" y="81289"/>
                  </a:lnTo>
                  <a:lnTo>
                    <a:pt x="111494" y="80627"/>
                  </a:lnTo>
                  <a:lnTo>
                    <a:pt x="112623" y="79909"/>
                  </a:lnTo>
                  <a:lnTo>
                    <a:pt x="112734" y="79718"/>
                  </a:lnTo>
                  <a:lnTo>
                    <a:pt x="112895" y="79439"/>
                  </a:lnTo>
                  <a:lnTo>
                    <a:pt x="113485" y="78421"/>
                  </a:lnTo>
                  <a:lnTo>
                    <a:pt x="113638" y="78158"/>
                  </a:lnTo>
                  <a:lnTo>
                    <a:pt x="114588" y="77506"/>
                  </a:lnTo>
                  <a:lnTo>
                    <a:pt x="114911" y="77332"/>
                  </a:lnTo>
                  <a:lnTo>
                    <a:pt x="115441" y="77044"/>
                  </a:lnTo>
                  <a:lnTo>
                    <a:pt x="115870" y="76812"/>
                  </a:lnTo>
                  <a:lnTo>
                    <a:pt x="116473" y="76192"/>
                  </a:lnTo>
                  <a:lnTo>
                    <a:pt x="116699" y="75959"/>
                  </a:lnTo>
                  <a:lnTo>
                    <a:pt x="116717" y="75815"/>
                  </a:lnTo>
                  <a:lnTo>
                    <a:pt x="116743" y="75609"/>
                  </a:lnTo>
                  <a:lnTo>
                    <a:pt x="116777" y="75126"/>
                  </a:lnTo>
                  <a:lnTo>
                    <a:pt x="114255" y="73494"/>
                  </a:lnTo>
                  <a:lnTo>
                    <a:pt x="113326" y="72894"/>
                  </a:lnTo>
                  <a:lnTo>
                    <a:pt x="112229" y="72184"/>
                  </a:lnTo>
                  <a:lnTo>
                    <a:pt x="111448" y="71678"/>
                  </a:lnTo>
                  <a:lnTo>
                    <a:pt x="111307" y="71477"/>
                  </a:lnTo>
                  <a:lnTo>
                    <a:pt x="111127" y="71219"/>
                  </a:lnTo>
                  <a:lnTo>
                    <a:pt x="110452" y="70925"/>
                  </a:lnTo>
                  <a:lnTo>
                    <a:pt x="109915" y="70823"/>
                  </a:lnTo>
                  <a:lnTo>
                    <a:pt x="108788" y="70610"/>
                  </a:lnTo>
                  <a:lnTo>
                    <a:pt x="107893" y="70531"/>
                  </a:lnTo>
                  <a:lnTo>
                    <a:pt x="107655" y="70511"/>
                  </a:lnTo>
                  <a:lnTo>
                    <a:pt x="106829" y="72315"/>
                  </a:lnTo>
                  <a:lnTo>
                    <a:pt x="105319" y="71305"/>
                  </a:lnTo>
                  <a:lnTo>
                    <a:pt x="105151" y="71192"/>
                  </a:lnTo>
                  <a:lnTo>
                    <a:pt x="105020" y="71105"/>
                  </a:lnTo>
                  <a:lnTo>
                    <a:pt x="104691" y="70884"/>
                  </a:lnTo>
                  <a:lnTo>
                    <a:pt x="104385" y="70695"/>
                  </a:lnTo>
                  <a:lnTo>
                    <a:pt x="103094" y="69896"/>
                  </a:lnTo>
                  <a:lnTo>
                    <a:pt x="102384" y="70003"/>
                  </a:lnTo>
                  <a:lnTo>
                    <a:pt x="101470" y="69758"/>
                  </a:lnTo>
                  <a:lnTo>
                    <a:pt x="101092" y="69656"/>
                  </a:lnTo>
                  <a:lnTo>
                    <a:pt x="100041" y="69444"/>
                  </a:lnTo>
                  <a:lnTo>
                    <a:pt x="99550" y="69345"/>
                  </a:lnTo>
                  <a:lnTo>
                    <a:pt x="98828" y="69200"/>
                  </a:lnTo>
                  <a:lnTo>
                    <a:pt x="98363" y="69106"/>
                  </a:lnTo>
                  <a:lnTo>
                    <a:pt x="97556" y="68937"/>
                  </a:lnTo>
                  <a:lnTo>
                    <a:pt x="97282" y="68879"/>
                  </a:lnTo>
                  <a:lnTo>
                    <a:pt x="97092" y="68839"/>
                  </a:lnTo>
                  <a:lnTo>
                    <a:pt x="95388" y="68679"/>
                  </a:lnTo>
                  <a:lnTo>
                    <a:pt x="94999" y="68690"/>
                  </a:lnTo>
                  <a:lnTo>
                    <a:pt x="94743" y="68697"/>
                  </a:lnTo>
                  <a:lnTo>
                    <a:pt x="92415" y="68762"/>
                  </a:lnTo>
                  <a:lnTo>
                    <a:pt x="91635" y="70504"/>
                  </a:lnTo>
                  <a:lnTo>
                    <a:pt x="91346" y="70495"/>
                  </a:lnTo>
                  <a:lnTo>
                    <a:pt x="90746" y="70476"/>
                  </a:lnTo>
                  <a:lnTo>
                    <a:pt x="90378" y="70464"/>
                  </a:lnTo>
                  <a:lnTo>
                    <a:pt x="80189" y="70141"/>
                  </a:lnTo>
                  <a:lnTo>
                    <a:pt x="79967" y="66093"/>
                  </a:lnTo>
                  <a:lnTo>
                    <a:pt x="87273" y="61137"/>
                  </a:lnTo>
                  <a:lnTo>
                    <a:pt x="86803" y="60026"/>
                  </a:lnTo>
                  <a:lnTo>
                    <a:pt x="80779" y="59513"/>
                  </a:lnTo>
                  <a:lnTo>
                    <a:pt x="73174" y="63102"/>
                  </a:lnTo>
                  <a:lnTo>
                    <a:pt x="71978" y="60325"/>
                  </a:lnTo>
                  <a:lnTo>
                    <a:pt x="65698" y="57804"/>
                  </a:lnTo>
                  <a:lnTo>
                    <a:pt x="60101" y="60325"/>
                  </a:lnTo>
                  <a:lnTo>
                    <a:pt x="57922" y="63145"/>
                  </a:lnTo>
                  <a:lnTo>
                    <a:pt x="54633" y="61222"/>
                  </a:lnTo>
                  <a:lnTo>
                    <a:pt x="54334" y="59171"/>
                  </a:lnTo>
                  <a:lnTo>
                    <a:pt x="50189" y="59471"/>
                  </a:lnTo>
                  <a:lnTo>
                    <a:pt x="49720" y="57548"/>
                  </a:lnTo>
                  <a:lnTo>
                    <a:pt x="36774" y="60240"/>
                  </a:lnTo>
                  <a:lnTo>
                    <a:pt x="36091" y="58232"/>
                  </a:lnTo>
                  <a:lnTo>
                    <a:pt x="35719" y="57286"/>
                  </a:lnTo>
                  <a:lnTo>
                    <a:pt x="48345" y="50968"/>
                  </a:lnTo>
                  <a:lnTo>
                    <a:pt x="49079" y="47807"/>
                  </a:lnTo>
                  <a:lnTo>
                    <a:pt x="50061" y="46782"/>
                  </a:lnTo>
                  <a:lnTo>
                    <a:pt x="47028" y="42510"/>
                  </a:lnTo>
                  <a:lnTo>
                    <a:pt x="48224" y="41484"/>
                  </a:lnTo>
                  <a:lnTo>
                    <a:pt x="42798" y="40117"/>
                  </a:lnTo>
                  <a:lnTo>
                    <a:pt x="39979" y="37853"/>
                  </a:lnTo>
                  <a:lnTo>
                    <a:pt x="38013" y="38152"/>
                  </a:lnTo>
                  <a:lnTo>
                    <a:pt x="29682" y="36144"/>
                  </a:lnTo>
                  <a:lnTo>
                    <a:pt x="26008" y="37084"/>
                  </a:lnTo>
                  <a:lnTo>
                    <a:pt x="21992" y="42510"/>
                  </a:lnTo>
                  <a:lnTo>
                    <a:pt x="10871" y="39898"/>
                  </a:lnTo>
                  <a:lnTo>
                    <a:pt x="8904" y="38092"/>
                  </a:lnTo>
                  <a:lnTo>
                    <a:pt x="8428" y="37655"/>
                  </a:lnTo>
                  <a:lnTo>
                    <a:pt x="10409" y="35761"/>
                  </a:lnTo>
                  <a:lnTo>
                    <a:pt x="8260" y="31373"/>
                  </a:lnTo>
                  <a:lnTo>
                    <a:pt x="5728" y="26201"/>
                  </a:lnTo>
                  <a:lnTo>
                    <a:pt x="10698" y="24762"/>
                  </a:lnTo>
                  <a:lnTo>
                    <a:pt x="11822" y="24427"/>
                  </a:lnTo>
                  <a:lnTo>
                    <a:pt x="13081" y="26689"/>
                  </a:lnTo>
                  <a:lnTo>
                    <a:pt x="14201" y="26129"/>
                  </a:lnTo>
                  <a:lnTo>
                    <a:pt x="15995" y="23480"/>
                  </a:lnTo>
                  <a:lnTo>
                    <a:pt x="17191" y="23822"/>
                  </a:lnTo>
                  <a:lnTo>
                    <a:pt x="18644" y="21087"/>
                  </a:lnTo>
                  <a:lnTo>
                    <a:pt x="12933" y="20440"/>
                  </a:lnTo>
                  <a:lnTo>
                    <a:pt x="9112" y="20008"/>
                  </a:lnTo>
                  <a:lnTo>
                    <a:pt x="9070" y="19488"/>
                  </a:lnTo>
                  <a:lnTo>
                    <a:pt x="10024" y="15774"/>
                  </a:lnTo>
                  <a:lnTo>
                    <a:pt x="3677" y="8955"/>
                  </a:lnTo>
                  <a:lnTo>
                    <a:pt x="0" y="5003"/>
                  </a:lnTo>
                  <a:lnTo>
                    <a:pt x="4124" y="0"/>
                  </a:lnTo>
                  <a:lnTo>
                    <a:pt x="15637" y="6014"/>
                  </a:lnTo>
                  <a:lnTo>
                    <a:pt x="23790" y="1027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398507" y="3071259"/>
              <a:ext cx="91211" cy="46998"/>
            </a:xfrm>
            <a:custGeom>
              <a:avLst/>
              <a:pathLst>
                <a:path w="91211" h="46998">
                  <a:moveTo>
                    <a:pt x="42744" y="1078"/>
                  </a:moveTo>
                  <a:lnTo>
                    <a:pt x="43658" y="1324"/>
                  </a:lnTo>
                  <a:lnTo>
                    <a:pt x="44369" y="1217"/>
                  </a:lnTo>
                  <a:lnTo>
                    <a:pt x="45659" y="2015"/>
                  </a:lnTo>
                  <a:lnTo>
                    <a:pt x="45965" y="2205"/>
                  </a:lnTo>
                  <a:lnTo>
                    <a:pt x="46295" y="2425"/>
                  </a:lnTo>
                  <a:lnTo>
                    <a:pt x="46426" y="2513"/>
                  </a:lnTo>
                  <a:lnTo>
                    <a:pt x="46594" y="2625"/>
                  </a:lnTo>
                  <a:lnTo>
                    <a:pt x="48103" y="3635"/>
                  </a:lnTo>
                  <a:lnTo>
                    <a:pt x="48929" y="1831"/>
                  </a:lnTo>
                  <a:lnTo>
                    <a:pt x="49167" y="1852"/>
                  </a:lnTo>
                  <a:lnTo>
                    <a:pt x="50062" y="1931"/>
                  </a:lnTo>
                  <a:lnTo>
                    <a:pt x="51189" y="2144"/>
                  </a:lnTo>
                  <a:lnTo>
                    <a:pt x="51814" y="2262"/>
                  </a:lnTo>
                  <a:lnTo>
                    <a:pt x="52401" y="2539"/>
                  </a:lnTo>
                  <a:lnTo>
                    <a:pt x="52581" y="2797"/>
                  </a:lnTo>
                  <a:lnTo>
                    <a:pt x="52722" y="2999"/>
                  </a:lnTo>
                  <a:lnTo>
                    <a:pt x="53503" y="3504"/>
                  </a:lnTo>
                  <a:lnTo>
                    <a:pt x="54601" y="4214"/>
                  </a:lnTo>
                  <a:lnTo>
                    <a:pt x="55529" y="4815"/>
                  </a:lnTo>
                  <a:lnTo>
                    <a:pt x="58052" y="6447"/>
                  </a:lnTo>
                  <a:lnTo>
                    <a:pt x="58018" y="6930"/>
                  </a:lnTo>
                  <a:lnTo>
                    <a:pt x="57992" y="7135"/>
                  </a:lnTo>
                  <a:lnTo>
                    <a:pt x="57973" y="7280"/>
                  </a:lnTo>
                  <a:lnTo>
                    <a:pt x="57747" y="7512"/>
                  </a:lnTo>
                  <a:lnTo>
                    <a:pt x="57144" y="8133"/>
                  </a:lnTo>
                  <a:lnTo>
                    <a:pt x="56715" y="8365"/>
                  </a:lnTo>
                  <a:lnTo>
                    <a:pt x="56185" y="8652"/>
                  </a:lnTo>
                  <a:lnTo>
                    <a:pt x="55863" y="8827"/>
                  </a:lnTo>
                  <a:lnTo>
                    <a:pt x="54912" y="9478"/>
                  </a:lnTo>
                  <a:lnTo>
                    <a:pt x="54760" y="9742"/>
                  </a:lnTo>
                  <a:lnTo>
                    <a:pt x="54149" y="10796"/>
                  </a:lnTo>
                  <a:lnTo>
                    <a:pt x="54008" y="11038"/>
                  </a:lnTo>
                  <a:lnTo>
                    <a:pt x="53897" y="11230"/>
                  </a:lnTo>
                  <a:lnTo>
                    <a:pt x="52769" y="11948"/>
                  </a:lnTo>
                  <a:lnTo>
                    <a:pt x="51728" y="12610"/>
                  </a:lnTo>
                  <a:lnTo>
                    <a:pt x="51319" y="12731"/>
                  </a:lnTo>
                  <a:lnTo>
                    <a:pt x="50499" y="12975"/>
                  </a:lnTo>
                  <a:lnTo>
                    <a:pt x="50826" y="14134"/>
                  </a:lnTo>
                  <a:lnTo>
                    <a:pt x="50967" y="14633"/>
                  </a:lnTo>
                  <a:lnTo>
                    <a:pt x="51262" y="14568"/>
                  </a:lnTo>
                  <a:lnTo>
                    <a:pt x="53846" y="14582"/>
                  </a:lnTo>
                  <a:lnTo>
                    <a:pt x="55495" y="14134"/>
                  </a:lnTo>
                  <a:lnTo>
                    <a:pt x="56675" y="13814"/>
                  </a:lnTo>
                  <a:lnTo>
                    <a:pt x="56995" y="13727"/>
                  </a:lnTo>
                  <a:lnTo>
                    <a:pt x="57863" y="12673"/>
                  </a:lnTo>
                  <a:lnTo>
                    <a:pt x="58347" y="12056"/>
                  </a:lnTo>
                  <a:lnTo>
                    <a:pt x="59793" y="10212"/>
                  </a:lnTo>
                  <a:lnTo>
                    <a:pt x="61110" y="8533"/>
                  </a:lnTo>
                  <a:lnTo>
                    <a:pt x="62187" y="8002"/>
                  </a:lnTo>
                  <a:lnTo>
                    <a:pt x="62323" y="7935"/>
                  </a:lnTo>
                  <a:lnTo>
                    <a:pt x="62866" y="7800"/>
                  </a:lnTo>
                  <a:lnTo>
                    <a:pt x="64856" y="7307"/>
                  </a:lnTo>
                  <a:lnTo>
                    <a:pt x="65111" y="7243"/>
                  </a:lnTo>
                  <a:lnTo>
                    <a:pt x="66185" y="6977"/>
                  </a:lnTo>
                  <a:lnTo>
                    <a:pt x="66551" y="6886"/>
                  </a:lnTo>
                  <a:lnTo>
                    <a:pt x="68331" y="6445"/>
                  </a:lnTo>
                  <a:lnTo>
                    <a:pt x="69196" y="6477"/>
                  </a:lnTo>
                  <a:lnTo>
                    <a:pt x="69516" y="6562"/>
                  </a:lnTo>
                  <a:lnTo>
                    <a:pt x="70163" y="6733"/>
                  </a:lnTo>
                  <a:lnTo>
                    <a:pt x="70488" y="6840"/>
                  </a:lnTo>
                  <a:lnTo>
                    <a:pt x="70828" y="6951"/>
                  </a:lnTo>
                  <a:lnTo>
                    <a:pt x="71872" y="7358"/>
                  </a:lnTo>
                  <a:lnTo>
                    <a:pt x="72909" y="7763"/>
                  </a:lnTo>
                  <a:lnTo>
                    <a:pt x="73836" y="8125"/>
                  </a:lnTo>
                  <a:lnTo>
                    <a:pt x="74047" y="8207"/>
                  </a:lnTo>
                  <a:lnTo>
                    <a:pt x="74500" y="8383"/>
                  </a:lnTo>
                  <a:lnTo>
                    <a:pt x="75063" y="8603"/>
                  </a:lnTo>
                  <a:lnTo>
                    <a:pt x="75252" y="8677"/>
                  </a:lnTo>
                  <a:lnTo>
                    <a:pt x="76024" y="8978"/>
                  </a:lnTo>
                  <a:lnTo>
                    <a:pt x="76399" y="9124"/>
                  </a:lnTo>
                  <a:lnTo>
                    <a:pt x="77566" y="9580"/>
                  </a:lnTo>
                  <a:lnTo>
                    <a:pt x="77891" y="9706"/>
                  </a:lnTo>
                  <a:lnTo>
                    <a:pt x="78601" y="9983"/>
                  </a:lnTo>
                  <a:lnTo>
                    <a:pt x="79276" y="10247"/>
                  </a:lnTo>
                  <a:lnTo>
                    <a:pt x="80289" y="10672"/>
                  </a:lnTo>
                  <a:lnTo>
                    <a:pt x="80895" y="10926"/>
                  </a:lnTo>
                  <a:lnTo>
                    <a:pt x="84106" y="12091"/>
                  </a:lnTo>
                  <a:lnTo>
                    <a:pt x="84953" y="12399"/>
                  </a:lnTo>
                  <a:lnTo>
                    <a:pt x="86371" y="12997"/>
                  </a:lnTo>
                  <a:lnTo>
                    <a:pt x="87437" y="13466"/>
                  </a:lnTo>
                  <a:lnTo>
                    <a:pt x="88630" y="13991"/>
                  </a:lnTo>
                  <a:lnTo>
                    <a:pt x="88761" y="14097"/>
                  </a:lnTo>
                  <a:lnTo>
                    <a:pt x="89084" y="14357"/>
                  </a:lnTo>
                  <a:lnTo>
                    <a:pt x="90054" y="15139"/>
                  </a:lnTo>
                  <a:lnTo>
                    <a:pt x="91211" y="16072"/>
                  </a:lnTo>
                  <a:lnTo>
                    <a:pt x="91089" y="16216"/>
                  </a:lnTo>
                  <a:lnTo>
                    <a:pt x="90829" y="16584"/>
                  </a:lnTo>
                  <a:lnTo>
                    <a:pt x="90171" y="17512"/>
                  </a:lnTo>
                  <a:lnTo>
                    <a:pt x="89811" y="18019"/>
                  </a:lnTo>
                  <a:lnTo>
                    <a:pt x="89304" y="19621"/>
                  </a:lnTo>
                  <a:lnTo>
                    <a:pt x="88685" y="22131"/>
                  </a:lnTo>
                  <a:lnTo>
                    <a:pt x="88022" y="24823"/>
                  </a:lnTo>
                  <a:lnTo>
                    <a:pt x="87584" y="26596"/>
                  </a:lnTo>
                  <a:lnTo>
                    <a:pt x="87417" y="27274"/>
                  </a:lnTo>
                  <a:lnTo>
                    <a:pt x="87132" y="28433"/>
                  </a:lnTo>
                  <a:lnTo>
                    <a:pt x="86977" y="29059"/>
                  </a:lnTo>
                  <a:lnTo>
                    <a:pt x="86447" y="31210"/>
                  </a:lnTo>
                  <a:lnTo>
                    <a:pt x="86409" y="31901"/>
                  </a:lnTo>
                  <a:lnTo>
                    <a:pt x="86372" y="32569"/>
                  </a:lnTo>
                  <a:lnTo>
                    <a:pt x="86358" y="32819"/>
                  </a:lnTo>
                  <a:lnTo>
                    <a:pt x="86342" y="33107"/>
                  </a:lnTo>
                  <a:lnTo>
                    <a:pt x="86377" y="33439"/>
                  </a:lnTo>
                  <a:lnTo>
                    <a:pt x="86612" y="35673"/>
                  </a:lnTo>
                  <a:lnTo>
                    <a:pt x="86834" y="37780"/>
                  </a:lnTo>
                  <a:lnTo>
                    <a:pt x="86882" y="38231"/>
                  </a:lnTo>
                  <a:lnTo>
                    <a:pt x="86919" y="38585"/>
                  </a:lnTo>
                  <a:lnTo>
                    <a:pt x="86989" y="39247"/>
                  </a:lnTo>
                  <a:lnTo>
                    <a:pt x="87051" y="39838"/>
                  </a:lnTo>
                  <a:lnTo>
                    <a:pt x="87332" y="42506"/>
                  </a:lnTo>
                  <a:lnTo>
                    <a:pt x="87400" y="43076"/>
                  </a:lnTo>
                  <a:lnTo>
                    <a:pt x="86804" y="43135"/>
                  </a:lnTo>
                  <a:lnTo>
                    <a:pt x="85509" y="43263"/>
                  </a:lnTo>
                  <a:lnTo>
                    <a:pt x="80092" y="43796"/>
                  </a:lnTo>
                  <a:lnTo>
                    <a:pt x="79812" y="43823"/>
                  </a:lnTo>
                  <a:lnTo>
                    <a:pt x="74439" y="44305"/>
                  </a:lnTo>
                  <a:lnTo>
                    <a:pt x="74037" y="40144"/>
                  </a:lnTo>
                  <a:lnTo>
                    <a:pt x="73942" y="39151"/>
                  </a:lnTo>
                  <a:lnTo>
                    <a:pt x="73358" y="33875"/>
                  </a:lnTo>
                  <a:lnTo>
                    <a:pt x="71989" y="35009"/>
                  </a:lnTo>
                  <a:lnTo>
                    <a:pt x="71021" y="35811"/>
                  </a:lnTo>
                  <a:lnTo>
                    <a:pt x="70260" y="36835"/>
                  </a:lnTo>
                  <a:lnTo>
                    <a:pt x="70053" y="37113"/>
                  </a:lnTo>
                  <a:lnTo>
                    <a:pt x="69185" y="39449"/>
                  </a:lnTo>
                  <a:lnTo>
                    <a:pt x="68895" y="42525"/>
                  </a:lnTo>
                  <a:lnTo>
                    <a:pt x="68732" y="42512"/>
                  </a:lnTo>
                  <a:lnTo>
                    <a:pt x="61862" y="41994"/>
                  </a:lnTo>
                  <a:lnTo>
                    <a:pt x="56437" y="41585"/>
                  </a:lnTo>
                  <a:lnTo>
                    <a:pt x="56266" y="41572"/>
                  </a:lnTo>
                  <a:lnTo>
                    <a:pt x="55715" y="41535"/>
                  </a:lnTo>
                  <a:lnTo>
                    <a:pt x="55434" y="41516"/>
                  </a:lnTo>
                  <a:lnTo>
                    <a:pt x="46944" y="40942"/>
                  </a:lnTo>
                  <a:lnTo>
                    <a:pt x="45149" y="40820"/>
                  </a:lnTo>
                  <a:lnTo>
                    <a:pt x="44731" y="40784"/>
                  </a:lnTo>
                  <a:lnTo>
                    <a:pt x="43594" y="40686"/>
                  </a:lnTo>
                  <a:lnTo>
                    <a:pt x="43365" y="40666"/>
                  </a:lnTo>
                  <a:lnTo>
                    <a:pt x="43127" y="40676"/>
                  </a:lnTo>
                  <a:lnTo>
                    <a:pt x="42655" y="39146"/>
                  </a:lnTo>
                  <a:lnTo>
                    <a:pt x="38395" y="39342"/>
                  </a:lnTo>
                  <a:lnTo>
                    <a:pt x="36477" y="39431"/>
                  </a:lnTo>
                  <a:lnTo>
                    <a:pt x="32016" y="39636"/>
                  </a:lnTo>
                  <a:lnTo>
                    <a:pt x="31591" y="39656"/>
                  </a:lnTo>
                  <a:lnTo>
                    <a:pt x="29708" y="39742"/>
                  </a:lnTo>
                  <a:lnTo>
                    <a:pt x="28126" y="39815"/>
                  </a:lnTo>
                  <a:lnTo>
                    <a:pt x="27187" y="39859"/>
                  </a:lnTo>
                  <a:lnTo>
                    <a:pt x="26822" y="39875"/>
                  </a:lnTo>
                  <a:lnTo>
                    <a:pt x="24858" y="40294"/>
                  </a:lnTo>
                  <a:lnTo>
                    <a:pt x="23318" y="40837"/>
                  </a:lnTo>
                  <a:lnTo>
                    <a:pt x="22582" y="41097"/>
                  </a:lnTo>
                  <a:lnTo>
                    <a:pt x="20772" y="41736"/>
                  </a:lnTo>
                  <a:lnTo>
                    <a:pt x="16286" y="42793"/>
                  </a:lnTo>
                  <a:lnTo>
                    <a:pt x="15407" y="43001"/>
                  </a:lnTo>
                  <a:lnTo>
                    <a:pt x="14488" y="43043"/>
                  </a:lnTo>
                  <a:lnTo>
                    <a:pt x="14208" y="43056"/>
                  </a:lnTo>
                  <a:lnTo>
                    <a:pt x="12114" y="43153"/>
                  </a:lnTo>
                  <a:lnTo>
                    <a:pt x="10761" y="43216"/>
                  </a:lnTo>
                  <a:lnTo>
                    <a:pt x="7908" y="43348"/>
                  </a:lnTo>
                  <a:lnTo>
                    <a:pt x="6793" y="43399"/>
                  </a:lnTo>
                  <a:lnTo>
                    <a:pt x="5903" y="43441"/>
                  </a:lnTo>
                  <a:lnTo>
                    <a:pt x="3152" y="43568"/>
                  </a:lnTo>
                  <a:lnTo>
                    <a:pt x="3563" y="46884"/>
                  </a:lnTo>
                  <a:lnTo>
                    <a:pt x="1071" y="46998"/>
                  </a:lnTo>
                  <a:lnTo>
                    <a:pt x="338" y="46967"/>
                  </a:lnTo>
                  <a:lnTo>
                    <a:pt x="174" y="46857"/>
                  </a:lnTo>
                  <a:lnTo>
                    <a:pt x="0" y="45326"/>
                  </a:lnTo>
                  <a:lnTo>
                    <a:pt x="979" y="43834"/>
                  </a:lnTo>
                  <a:lnTo>
                    <a:pt x="1601" y="42886"/>
                  </a:lnTo>
                  <a:lnTo>
                    <a:pt x="2060" y="42306"/>
                  </a:lnTo>
                  <a:lnTo>
                    <a:pt x="2168" y="42170"/>
                  </a:lnTo>
                  <a:lnTo>
                    <a:pt x="2564" y="41784"/>
                  </a:lnTo>
                  <a:lnTo>
                    <a:pt x="3374" y="40995"/>
                  </a:lnTo>
                  <a:lnTo>
                    <a:pt x="4272" y="40579"/>
                  </a:lnTo>
                  <a:lnTo>
                    <a:pt x="6382" y="40260"/>
                  </a:lnTo>
                  <a:lnTo>
                    <a:pt x="6426" y="37924"/>
                  </a:lnTo>
                  <a:lnTo>
                    <a:pt x="6436" y="37744"/>
                  </a:lnTo>
                  <a:lnTo>
                    <a:pt x="6508" y="36336"/>
                  </a:lnTo>
                  <a:lnTo>
                    <a:pt x="8896" y="32010"/>
                  </a:lnTo>
                  <a:lnTo>
                    <a:pt x="14083" y="30721"/>
                  </a:lnTo>
                  <a:lnTo>
                    <a:pt x="15044" y="31362"/>
                  </a:lnTo>
                  <a:lnTo>
                    <a:pt x="15738" y="31202"/>
                  </a:lnTo>
                  <a:lnTo>
                    <a:pt x="16753" y="27036"/>
                  </a:lnTo>
                  <a:lnTo>
                    <a:pt x="19210" y="26769"/>
                  </a:lnTo>
                  <a:lnTo>
                    <a:pt x="19049" y="25434"/>
                  </a:lnTo>
                  <a:lnTo>
                    <a:pt x="22734" y="25167"/>
                  </a:lnTo>
                  <a:lnTo>
                    <a:pt x="22894" y="24633"/>
                  </a:lnTo>
                  <a:lnTo>
                    <a:pt x="22093" y="24152"/>
                  </a:lnTo>
                  <a:lnTo>
                    <a:pt x="22467" y="23084"/>
                  </a:lnTo>
                  <a:lnTo>
                    <a:pt x="19744" y="21536"/>
                  </a:lnTo>
                  <a:lnTo>
                    <a:pt x="20545" y="19506"/>
                  </a:lnTo>
                  <a:lnTo>
                    <a:pt x="16532" y="18184"/>
                  </a:lnTo>
                  <a:lnTo>
                    <a:pt x="16005" y="18011"/>
                  </a:lnTo>
                  <a:lnTo>
                    <a:pt x="19049" y="12083"/>
                  </a:lnTo>
                  <a:lnTo>
                    <a:pt x="27113" y="6316"/>
                  </a:lnTo>
                  <a:lnTo>
                    <a:pt x="27590" y="6693"/>
                  </a:lnTo>
                  <a:lnTo>
                    <a:pt x="28395" y="7330"/>
                  </a:lnTo>
                  <a:lnTo>
                    <a:pt x="31225" y="6422"/>
                  </a:lnTo>
                  <a:lnTo>
                    <a:pt x="31441" y="4081"/>
                  </a:lnTo>
                  <a:lnTo>
                    <a:pt x="31652" y="1785"/>
                  </a:lnTo>
                  <a:lnTo>
                    <a:pt x="32021" y="1796"/>
                  </a:lnTo>
                  <a:lnTo>
                    <a:pt x="32620" y="1815"/>
                  </a:lnTo>
                  <a:lnTo>
                    <a:pt x="32909" y="1825"/>
                  </a:lnTo>
                  <a:lnTo>
                    <a:pt x="33689" y="83"/>
                  </a:lnTo>
                  <a:lnTo>
                    <a:pt x="36017" y="18"/>
                  </a:lnTo>
                  <a:lnTo>
                    <a:pt x="36273" y="10"/>
                  </a:lnTo>
                  <a:lnTo>
                    <a:pt x="36662" y="0"/>
                  </a:lnTo>
                  <a:lnTo>
                    <a:pt x="38366" y="160"/>
                  </a:lnTo>
                  <a:lnTo>
                    <a:pt x="38556" y="200"/>
                  </a:lnTo>
                  <a:lnTo>
                    <a:pt x="38830" y="257"/>
                  </a:lnTo>
                  <a:lnTo>
                    <a:pt x="39637" y="427"/>
                  </a:lnTo>
                  <a:lnTo>
                    <a:pt x="40102" y="521"/>
                  </a:lnTo>
                  <a:lnTo>
                    <a:pt x="40824" y="666"/>
                  </a:lnTo>
                  <a:lnTo>
                    <a:pt x="41315" y="765"/>
                  </a:lnTo>
                  <a:lnTo>
                    <a:pt x="42477" y="10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359950" y="3099250"/>
              <a:ext cx="130412" cy="59528"/>
            </a:xfrm>
            <a:custGeom>
              <a:avLst/>
              <a:pathLst>
                <a:path w="130412" h="59528">
                  <a:moveTo>
                    <a:pt x="36251" y="0"/>
                  </a:moveTo>
                  <a:lnTo>
                    <a:pt x="37598" y="1670"/>
                  </a:lnTo>
                  <a:lnTo>
                    <a:pt x="38721" y="982"/>
                  </a:lnTo>
                  <a:lnTo>
                    <a:pt x="40270" y="3438"/>
                  </a:lnTo>
                  <a:lnTo>
                    <a:pt x="41963" y="2705"/>
                  </a:lnTo>
                  <a:lnTo>
                    <a:pt x="44224" y="5929"/>
                  </a:lnTo>
                  <a:lnTo>
                    <a:pt x="45064" y="8345"/>
                  </a:lnTo>
                  <a:lnTo>
                    <a:pt x="44992" y="9753"/>
                  </a:lnTo>
                  <a:lnTo>
                    <a:pt x="44983" y="9933"/>
                  </a:lnTo>
                  <a:lnTo>
                    <a:pt x="44938" y="12270"/>
                  </a:lnTo>
                  <a:lnTo>
                    <a:pt x="42828" y="12588"/>
                  </a:lnTo>
                  <a:lnTo>
                    <a:pt x="41931" y="13005"/>
                  </a:lnTo>
                  <a:lnTo>
                    <a:pt x="41120" y="13794"/>
                  </a:lnTo>
                  <a:lnTo>
                    <a:pt x="40724" y="14180"/>
                  </a:lnTo>
                  <a:lnTo>
                    <a:pt x="40617" y="14316"/>
                  </a:lnTo>
                  <a:lnTo>
                    <a:pt x="40158" y="14895"/>
                  </a:lnTo>
                  <a:lnTo>
                    <a:pt x="39536" y="15843"/>
                  </a:lnTo>
                  <a:lnTo>
                    <a:pt x="38556" y="17335"/>
                  </a:lnTo>
                  <a:lnTo>
                    <a:pt x="38731" y="18866"/>
                  </a:lnTo>
                  <a:lnTo>
                    <a:pt x="38984" y="19038"/>
                  </a:lnTo>
                  <a:lnTo>
                    <a:pt x="39628" y="19008"/>
                  </a:lnTo>
                  <a:lnTo>
                    <a:pt x="42120" y="18893"/>
                  </a:lnTo>
                  <a:lnTo>
                    <a:pt x="41834" y="15572"/>
                  </a:lnTo>
                  <a:lnTo>
                    <a:pt x="44460" y="15450"/>
                  </a:lnTo>
                  <a:lnTo>
                    <a:pt x="45349" y="15409"/>
                  </a:lnTo>
                  <a:lnTo>
                    <a:pt x="46465" y="15357"/>
                  </a:lnTo>
                  <a:lnTo>
                    <a:pt x="49318" y="15225"/>
                  </a:lnTo>
                  <a:lnTo>
                    <a:pt x="50671" y="15163"/>
                  </a:lnTo>
                  <a:lnTo>
                    <a:pt x="52814" y="15063"/>
                  </a:lnTo>
                  <a:lnTo>
                    <a:pt x="53045" y="15053"/>
                  </a:lnTo>
                  <a:lnTo>
                    <a:pt x="53963" y="15010"/>
                  </a:lnTo>
                  <a:lnTo>
                    <a:pt x="54843" y="14803"/>
                  </a:lnTo>
                  <a:lnTo>
                    <a:pt x="59329" y="13746"/>
                  </a:lnTo>
                  <a:lnTo>
                    <a:pt x="61139" y="13107"/>
                  </a:lnTo>
                  <a:lnTo>
                    <a:pt x="61875" y="12847"/>
                  </a:lnTo>
                  <a:lnTo>
                    <a:pt x="63414" y="12304"/>
                  </a:lnTo>
                  <a:lnTo>
                    <a:pt x="65379" y="11885"/>
                  </a:lnTo>
                  <a:lnTo>
                    <a:pt x="65744" y="11868"/>
                  </a:lnTo>
                  <a:lnTo>
                    <a:pt x="66682" y="11825"/>
                  </a:lnTo>
                  <a:lnTo>
                    <a:pt x="68265" y="11752"/>
                  </a:lnTo>
                  <a:lnTo>
                    <a:pt x="70148" y="11665"/>
                  </a:lnTo>
                  <a:lnTo>
                    <a:pt x="70572" y="11646"/>
                  </a:lnTo>
                  <a:lnTo>
                    <a:pt x="75034" y="11440"/>
                  </a:lnTo>
                  <a:lnTo>
                    <a:pt x="76952" y="11352"/>
                  </a:lnTo>
                  <a:lnTo>
                    <a:pt x="81212" y="11156"/>
                  </a:lnTo>
                  <a:lnTo>
                    <a:pt x="81682" y="12656"/>
                  </a:lnTo>
                  <a:lnTo>
                    <a:pt x="81921" y="12676"/>
                  </a:lnTo>
                  <a:lnTo>
                    <a:pt x="82151" y="12696"/>
                  </a:lnTo>
                  <a:lnTo>
                    <a:pt x="83288" y="12793"/>
                  </a:lnTo>
                  <a:lnTo>
                    <a:pt x="83733" y="12832"/>
                  </a:lnTo>
                  <a:lnTo>
                    <a:pt x="85501" y="12951"/>
                  </a:lnTo>
                  <a:lnTo>
                    <a:pt x="93991" y="13526"/>
                  </a:lnTo>
                  <a:lnTo>
                    <a:pt x="94272" y="13545"/>
                  </a:lnTo>
                  <a:lnTo>
                    <a:pt x="94822" y="13582"/>
                  </a:lnTo>
                  <a:lnTo>
                    <a:pt x="94994" y="13595"/>
                  </a:lnTo>
                  <a:lnTo>
                    <a:pt x="100419" y="14004"/>
                  </a:lnTo>
                  <a:lnTo>
                    <a:pt x="107288" y="14522"/>
                  </a:lnTo>
                  <a:lnTo>
                    <a:pt x="107452" y="14534"/>
                  </a:lnTo>
                  <a:lnTo>
                    <a:pt x="107742" y="11459"/>
                  </a:lnTo>
                  <a:lnTo>
                    <a:pt x="108610" y="9123"/>
                  </a:lnTo>
                  <a:lnTo>
                    <a:pt x="108816" y="8845"/>
                  </a:lnTo>
                  <a:lnTo>
                    <a:pt x="109578" y="7821"/>
                  </a:lnTo>
                  <a:lnTo>
                    <a:pt x="110546" y="7019"/>
                  </a:lnTo>
                  <a:lnTo>
                    <a:pt x="111985" y="5835"/>
                  </a:lnTo>
                  <a:lnTo>
                    <a:pt x="112498" y="11161"/>
                  </a:lnTo>
                  <a:lnTo>
                    <a:pt x="112594" y="12153"/>
                  </a:lnTo>
                  <a:lnTo>
                    <a:pt x="113000" y="16361"/>
                  </a:lnTo>
                  <a:lnTo>
                    <a:pt x="118369" y="15833"/>
                  </a:lnTo>
                  <a:lnTo>
                    <a:pt x="118648" y="15805"/>
                  </a:lnTo>
                  <a:lnTo>
                    <a:pt x="124065" y="15272"/>
                  </a:lnTo>
                  <a:lnTo>
                    <a:pt x="125360" y="15145"/>
                  </a:lnTo>
                  <a:lnTo>
                    <a:pt x="125956" y="15086"/>
                  </a:lnTo>
                  <a:lnTo>
                    <a:pt x="127347" y="26749"/>
                  </a:lnTo>
                  <a:lnTo>
                    <a:pt x="127783" y="30405"/>
                  </a:lnTo>
                  <a:lnTo>
                    <a:pt x="128456" y="36043"/>
                  </a:lnTo>
                  <a:lnTo>
                    <a:pt x="128594" y="37202"/>
                  </a:lnTo>
                  <a:lnTo>
                    <a:pt x="128864" y="39299"/>
                  </a:lnTo>
                  <a:lnTo>
                    <a:pt x="129255" y="42333"/>
                  </a:lnTo>
                  <a:lnTo>
                    <a:pt x="129579" y="44852"/>
                  </a:lnTo>
                  <a:lnTo>
                    <a:pt x="129922" y="47515"/>
                  </a:lnTo>
                  <a:lnTo>
                    <a:pt x="130061" y="48430"/>
                  </a:lnTo>
                  <a:lnTo>
                    <a:pt x="130385" y="50563"/>
                  </a:lnTo>
                  <a:lnTo>
                    <a:pt x="130412" y="50879"/>
                  </a:lnTo>
                  <a:lnTo>
                    <a:pt x="129788" y="50985"/>
                  </a:lnTo>
                  <a:lnTo>
                    <a:pt x="129454" y="51041"/>
                  </a:lnTo>
                  <a:lnTo>
                    <a:pt x="128840" y="51145"/>
                  </a:lnTo>
                  <a:lnTo>
                    <a:pt x="128641" y="51179"/>
                  </a:lnTo>
                  <a:lnTo>
                    <a:pt x="128267" y="51242"/>
                  </a:lnTo>
                  <a:lnTo>
                    <a:pt x="123038" y="52126"/>
                  </a:lnTo>
                  <a:lnTo>
                    <a:pt x="122580" y="52203"/>
                  </a:lnTo>
                  <a:lnTo>
                    <a:pt x="117647" y="53164"/>
                  </a:lnTo>
                  <a:lnTo>
                    <a:pt x="117240" y="53244"/>
                  </a:lnTo>
                  <a:lnTo>
                    <a:pt x="116547" y="53379"/>
                  </a:lnTo>
                  <a:lnTo>
                    <a:pt x="116278" y="53431"/>
                  </a:lnTo>
                  <a:lnTo>
                    <a:pt x="112802" y="55611"/>
                  </a:lnTo>
                  <a:lnTo>
                    <a:pt x="112643" y="55753"/>
                  </a:lnTo>
                  <a:lnTo>
                    <a:pt x="112225" y="56129"/>
                  </a:lnTo>
                  <a:lnTo>
                    <a:pt x="109838" y="58271"/>
                  </a:lnTo>
                  <a:lnTo>
                    <a:pt x="109404" y="58661"/>
                  </a:lnTo>
                  <a:lnTo>
                    <a:pt x="108644" y="59343"/>
                  </a:lnTo>
                  <a:lnTo>
                    <a:pt x="108438" y="59528"/>
                  </a:lnTo>
                  <a:lnTo>
                    <a:pt x="108179" y="59438"/>
                  </a:lnTo>
                  <a:lnTo>
                    <a:pt x="107851" y="59324"/>
                  </a:lnTo>
                  <a:lnTo>
                    <a:pt x="107657" y="59256"/>
                  </a:lnTo>
                  <a:lnTo>
                    <a:pt x="107344" y="59147"/>
                  </a:lnTo>
                  <a:lnTo>
                    <a:pt x="106929" y="59079"/>
                  </a:lnTo>
                  <a:lnTo>
                    <a:pt x="103251" y="58482"/>
                  </a:lnTo>
                  <a:lnTo>
                    <a:pt x="102565" y="58370"/>
                  </a:lnTo>
                  <a:lnTo>
                    <a:pt x="102626" y="57798"/>
                  </a:lnTo>
                  <a:lnTo>
                    <a:pt x="99989" y="57491"/>
                  </a:lnTo>
                  <a:lnTo>
                    <a:pt x="98686" y="57339"/>
                  </a:lnTo>
                  <a:lnTo>
                    <a:pt x="97978" y="57565"/>
                  </a:lnTo>
                  <a:lnTo>
                    <a:pt x="94717" y="57261"/>
                  </a:lnTo>
                  <a:lnTo>
                    <a:pt x="94004" y="57397"/>
                  </a:lnTo>
                  <a:lnTo>
                    <a:pt x="93864" y="57424"/>
                  </a:lnTo>
                  <a:lnTo>
                    <a:pt x="93290" y="57535"/>
                  </a:lnTo>
                  <a:lnTo>
                    <a:pt x="92473" y="57692"/>
                  </a:lnTo>
                  <a:lnTo>
                    <a:pt x="92238" y="57737"/>
                  </a:lnTo>
                  <a:lnTo>
                    <a:pt x="92090" y="57502"/>
                  </a:lnTo>
                  <a:lnTo>
                    <a:pt x="91882" y="57171"/>
                  </a:lnTo>
                  <a:lnTo>
                    <a:pt x="91678" y="56848"/>
                  </a:lnTo>
                  <a:lnTo>
                    <a:pt x="91462" y="56504"/>
                  </a:lnTo>
                  <a:lnTo>
                    <a:pt x="91159" y="56534"/>
                  </a:lnTo>
                  <a:lnTo>
                    <a:pt x="90895" y="56559"/>
                  </a:lnTo>
                  <a:lnTo>
                    <a:pt x="90404" y="56607"/>
                  </a:lnTo>
                  <a:lnTo>
                    <a:pt x="90141" y="56632"/>
                  </a:lnTo>
                  <a:lnTo>
                    <a:pt x="89987" y="56647"/>
                  </a:lnTo>
                  <a:lnTo>
                    <a:pt x="89633" y="56740"/>
                  </a:lnTo>
                  <a:lnTo>
                    <a:pt x="88639" y="57001"/>
                  </a:lnTo>
                  <a:lnTo>
                    <a:pt x="88096" y="57025"/>
                  </a:lnTo>
                  <a:lnTo>
                    <a:pt x="87368" y="57132"/>
                  </a:lnTo>
                  <a:lnTo>
                    <a:pt x="86568" y="57249"/>
                  </a:lnTo>
                  <a:lnTo>
                    <a:pt x="86105" y="57298"/>
                  </a:lnTo>
                  <a:lnTo>
                    <a:pt x="84657" y="57451"/>
                  </a:lnTo>
                  <a:lnTo>
                    <a:pt x="84698" y="56381"/>
                  </a:lnTo>
                  <a:lnTo>
                    <a:pt x="83958" y="56418"/>
                  </a:lnTo>
                  <a:lnTo>
                    <a:pt x="82904" y="56470"/>
                  </a:lnTo>
                  <a:lnTo>
                    <a:pt x="81882" y="56521"/>
                  </a:lnTo>
                  <a:lnTo>
                    <a:pt x="79455" y="56642"/>
                  </a:lnTo>
                  <a:lnTo>
                    <a:pt x="79252" y="56652"/>
                  </a:lnTo>
                  <a:lnTo>
                    <a:pt x="76778" y="56776"/>
                  </a:lnTo>
                  <a:lnTo>
                    <a:pt x="74222" y="56747"/>
                  </a:lnTo>
                  <a:lnTo>
                    <a:pt x="72804" y="57120"/>
                  </a:lnTo>
                  <a:lnTo>
                    <a:pt x="72637" y="57163"/>
                  </a:lnTo>
                  <a:lnTo>
                    <a:pt x="71563" y="56894"/>
                  </a:lnTo>
                  <a:lnTo>
                    <a:pt x="71072" y="56651"/>
                  </a:lnTo>
                  <a:lnTo>
                    <a:pt x="70713" y="56474"/>
                  </a:lnTo>
                  <a:lnTo>
                    <a:pt x="70480" y="56378"/>
                  </a:lnTo>
                  <a:lnTo>
                    <a:pt x="69829" y="56111"/>
                  </a:lnTo>
                  <a:lnTo>
                    <a:pt x="68541" y="55583"/>
                  </a:lnTo>
                  <a:lnTo>
                    <a:pt x="68300" y="55584"/>
                  </a:lnTo>
                  <a:lnTo>
                    <a:pt x="66142" y="55587"/>
                  </a:lnTo>
                  <a:lnTo>
                    <a:pt x="65577" y="55575"/>
                  </a:lnTo>
                  <a:lnTo>
                    <a:pt x="65300" y="55569"/>
                  </a:lnTo>
                  <a:lnTo>
                    <a:pt x="63162" y="55410"/>
                  </a:lnTo>
                  <a:lnTo>
                    <a:pt x="63027" y="55408"/>
                  </a:lnTo>
                  <a:lnTo>
                    <a:pt x="60031" y="55372"/>
                  </a:lnTo>
                  <a:lnTo>
                    <a:pt x="58839" y="55426"/>
                  </a:lnTo>
                  <a:lnTo>
                    <a:pt x="57932" y="55234"/>
                  </a:lnTo>
                  <a:lnTo>
                    <a:pt x="57932" y="52842"/>
                  </a:lnTo>
                  <a:lnTo>
                    <a:pt x="55112" y="51016"/>
                  </a:lnTo>
                  <a:lnTo>
                    <a:pt x="54984" y="46915"/>
                  </a:lnTo>
                  <a:lnTo>
                    <a:pt x="53767" y="46861"/>
                  </a:lnTo>
                  <a:lnTo>
                    <a:pt x="43417" y="46402"/>
                  </a:lnTo>
                  <a:lnTo>
                    <a:pt x="43096" y="40186"/>
                  </a:lnTo>
                  <a:lnTo>
                    <a:pt x="45916" y="39705"/>
                  </a:lnTo>
                  <a:lnTo>
                    <a:pt x="45724" y="38456"/>
                  </a:lnTo>
                  <a:lnTo>
                    <a:pt x="41728" y="38811"/>
                  </a:lnTo>
                  <a:lnTo>
                    <a:pt x="41398" y="38840"/>
                  </a:lnTo>
                  <a:lnTo>
                    <a:pt x="32425" y="37153"/>
                  </a:lnTo>
                  <a:lnTo>
                    <a:pt x="27889" y="34717"/>
                  </a:lnTo>
                  <a:lnTo>
                    <a:pt x="30317" y="29884"/>
                  </a:lnTo>
                  <a:lnTo>
                    <a:pt x="28741" y="29324"/>
                  </a:lnTo>
                  <a:lnTo>
                    <a:pt x="24992" y="28202"/>
                  </a:lnTo>
                  <a:lnTo>
                    <a:pt x="21980" y="28587"/>
                  </a:lnTo>
                  <a:lnTo>
                    <a:pt x="18360" y="27177"/>
                  </a:lnTo>
                  <a:lnTo>
                    <a:pt x="16854" y="24325"/>
                  </a:lnTo>
                  <a:lnTo>
                    <a:pt x="16918" y="21698"/>
                  </a:lnTo>
                  <a:lnTo>
                    <a:pt x="20763" y="20512"/>
                  </a:lnTo>
                  <a:lnTo>
                    <a:pt x="21372" y="18333"/>
                  </a:lnTo>
                  <a:lnTo>
                    <a:pt x="21243" y="17852"/>
                  </a:lnTo>
                  <a:lnTo>
                    <a:pt x="12015" y="21121"/>
                  </a:lnTo>
                  <a:lnTo>
                    <a:pt x="10958" y="20672"/>
                  </a:lnTo>
                  <a:lnTo>
                    <a:pt x="7369" y="25286"/>
                  </a:lnTo>
                  <a:lnTo>
                    <a:pt x="3268" y="22723"/>
                  </a:lnTo>
                  <a:lnTo>
                    <a:pt x="4357" y="17660"/>
                  </a:lnTo>
                  <a:lnTo>
                    <a:pt x="8010" y="14232"/>
                  </a:lnTo>
                  <a:lnTo>
                    <a:pt x="13013" y="13081"/>
                  </a:lnTo>
                  <a:lnTo>
                    <a:pt x="12820" y="12611"/>
                  </a:lnTo>
                  <a:lnTo>
                    <a:pt x="9189" y="11244"/>
                  </a:lnTo>
                  <a:lnTo>
                    <a:pt x="8788" y="11023"/>
                  </a:lnTo>
                  <a:lnTo>
                    <a:pt x="591" y="6485"/>
                  </a:lnTo>
                  <a:lnTo>
                    <a:pt x="0" y="6157"/>
                  </a:lnTo>
                  <a:lnTo>
                    <a:pt x="2691" y="2152"/>
                  </a:lnTo>
                  <a:lnTo>
                    <a:pt x="6336" y="4109"/>
                  </a:lnTo>
                  <a:lnTo>
                    <a:pt x="12039" y="7171"/>
                  </a:lnTo>
                  <a:lnTo>
                    <a:pt x="14388" y="8432"/>
                  </a:lnTo>
                  <a:lnTo>
                    <a:pt x="13410" y="4040"/>
                  </a:lnTo>
                  <a:lnTo>
                    <a:pt x="15920" y="3560"/>
                  </a:lnTo>
                  <a:lnTo>
                    <a:pt x="17307" y="9051"/>
                  </a:lnTo>
                  <a:lnTo>
                    <a:pt x="19225" y="9457"/>
                  </a:lnTo>
                  <a:lnTo>
                    <a:pt x="20107" y="9314"/>
                  </a:lnTo>
                  <a:lnTo>
                    <a:pt x="19958" y="6202"/>
                  </a:lnTo>
                  <a:lnTo>
                    <a:pt x="19930" y="5612"/>
                  </a:lnTo>
                  <a:lnTo>
                    <a:pt x="24512" y="5580"/>
                  </a:lnTo>
                  <a:lnTo>
                    <a:pt x="28261" y="5773"/>
                  </a:lnTo>
                  <a:lnTo>
                    <a:pt x="28421" y="5997"/>
                  </a:lnTo>
                  <a:lnTo>
                    <a:pt x="30215" y="6061"/>
                  </a:lnTo>
                  <a:lnTo>
                    <a:pt x="30375" y="7214"/>
                  </a:lnTo>
                  <a:lnTo>
                    <a:pt x="32128" y="7227"/>
                  </a:lnTo>
                  <a:lnTo>
                    <a:pt x="32160" y="3654"/>
                  </a:lnTo>
                  <a:lnTo>
                    <a:pt x="34653" y="1818"/>
                  </a:lnTo>
                  <a:lnTo>
                    <a:pt x="34412" y="11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484849" y="2975242"/>
              <a:ext cx="132834" cy="171522"/>
            </a:xfrm>
            <a:custGeom>
              <a:avLst/>
              <a:pathLst>
                <a:path w="132834" h="171522">
                  <a:moveTo>
                    <a:pt x="95485" y="125810"/>
                  </a:moveTo>
                  <a:lnTo>
                    <a:pt x="93504" y="128666"/>
                  </a:lnTo>
                  <a:lnTo>
                    <a:pt x="92612" y="129707"/>
                  </a:lnTo>
                  <a:lnTo>
                    <a:pt x="92351" y="130011"/>
                  </a:lnTo>
                  <a:lnTo>
                    <a:pt x="91923" y="130510"/>
                  </a:lnTo>
                  <a:lnTo>
                    <a:pt x="90901" y="131704"/>
                  </a:lnTo>
                  <a:lnTo>
                    <a:pt x="88259" y="134436"/>
                  </a:lnTo>
                  <a:lnTo>
                    <a:pt x="87315" y="133396"/>
                  </a:lnTo>
                  <a:lnTo>
                    <a:pt x="86898" y="132937"/>
                  </a:lnTo>
                  <a:lnTo>
                    <a:pt x="85702" y="131620"/>
                  </a:lnTo>
                  <a:lnTo>
                    <a:pt x="85272" y="131147"/>
                  </a:lnTo>
                  <a:lnTo>
                    <a:pt x="82167" y="127728"/>
                  </a:lnTo>
                  <a:lnTo>
                    <a:pt x="71212" y="137658"/>
                  </a:lnTo>
                  <a:lnTo>
                    <a:pt x="65881" y="142490"/>
                  </a:lnTo>
                  <a:lnTo>
                    <a:pt x="65831" y="137142"/>
                  </a:lnTo>
                  <a:lnTo>
                    <a:pt x="63897" y="137202"/>
                  </a:lnTo>
                  <a:lnTo>
                    <a:pt x="62816" y="137236"/>
                  </a:lnTo>
                  <a:lnTo>
                    <a:pt x="61856" y="137267"/>
                  </a:lnTo>
                  <a:lnTo>
                    <a:pt x="60040" y="137324"/>
                  </a:lnTo>
                  <a:lnTo>
                    <a:pt x="59864" y="137329"/>
                  </a:lnTo>
                  <a:lnTo>
                    <a:pt x="59278" y="137348"/>
                  </a:lnTo>
                  <a:lnTo>
                    <a:pt x="58195" y="137382"/>
                  </a:lnTo>
                  <a:lnTo>
                    <a:pt x="57318" y="137409"/>
                  </a:lnTo>
                  <a:lnTo>
                    <a:pt x="55747" y="137459"/>
                  </a:lnTo>
                  <a:lnTo>
                    <a:pt x="54211" y="137427"/>
                  </a:lnTo>
                  <a:lnTo>
                    <a:pt x="54008" y="137423"/>
                  </a:lnTo>
                  <a:lnTo>
                    <a:pt x="53312" y="137408"/>
                  </a:lnTo>
                  <a:lnTo>
                    <a:pt x="52185" y="137385"/>
                  </a:lnTo>
                  <a:lnTo>
                    <a:pt x="51559" y="137372"/>
                  </a:lnTo>
                  <a:lnTo>
                    <a:pt x="50964" y="137359"/>
                  </a:lnTo>
                  <a:lnTo>
                    <a:pt x="50882" y="137757"/>
                  </a:lnTo>
                  <a:lnTo>
                    <a:pt x="49822" y="142876"/>
                  </a:lnTo>
                  <a:lnTo>
                    <a:pt x="49595" y="143976"/>
                  </a:lnTo>
                  <a:lnTo>
                    <a:pt x="47991" y="143615"/>
                  </a:lnTo>
                  <a:lnTo>
                    <a:pt x="47022" y="143396"/>
                  </a:lnTo>
                  <a:lnTo>
                    <a:pt x="46558" y="143291"/>
                  </a:lnTo>
                  <a:lnTo>
                    <a:pt x="46419" y="143260"/>
                  </a:lnTo>
                  <a:lnTo>
                    <a:pt x="43121" y="142516"/>
                  </a:lnTo>
                  <a:lnTo>
                    <a:pt x="42702" y="142422"/>
                  </a:lnTo>
                  <a:lnTo>
                    <a:pt x="42162" y="145058"/>
                  </a:lnTo>
                  <a:lnTo>
                    <a:pt x="41686" y="148764"/>
                  </a:lnTo>
                  <a:lnTo>
                    <a:pt x="41544" y="149900"/>
                  </a:lnTo>
                  <a:lnTo>
                    <a:pt x="41518" y="150332"/>
                  </a:lnTo>
                  <a:lnTo>
                    <a:pt x="41495" y="150708"/>
                  </a:lnTo>
                  <a:lnTo>
                    <a:pt x="41395" y="152335"/>
                  </a:lnTo>
                  <a:lnTo>
                    <a:pt x="41482" y="156654"/>
                  </a:lnTo>
                  <a:lnTo>
                    <a:pt x="41593" y="162188"/>
                  </a:lnTo>
                  <a:lnTo>
                    <a:pt x="41636" y="164323"/>
                  </a:lnTo>
                  <a:lnTo>
                    <a:pt x="41648" y="164925"/>
                  </a:lnTo>
                  <a:lnTo>
                    <a:pt x="40924" y="165055"/>
                  </a:lnTo>
                  <a:lnTo>
                    <a:pt x="40360" y="165157"/>
                  </a:lnTo>
                  <a:lnTo>
                    <a:pt x="36030" y="165937"/>
                  </a:lnTo>
                  <a:lnTo>
                    <a:pt x="31068" y="166831"/>
                  </a:lnTo>
                  <a:lnTo>
                    <a:pt x="25823" y="167775"/>
                  </a:lnTo>
                  <a:lnTo>
                    <a:pt x="19822" y="168857"/>
                  </a:lnTo>
                  <a:lnTo>
                    <a:pt x="11650" y="170329"/>
                  </a:lnTo>
                  <a:lnTo>
                    <a:pt x="6562" y="171245"/>
                  </a:lnTo>
                  <a:lnTo>
                    <a:pt x="5023" y="171522"/>
                  </a:lnTo>
                  <a:lnTo>
                    <a:pt x="4680" y="168860"/>
                  </a:lnTo>
                  <a:lnTo>
                    <a:pt x="4356" y="166341"/>
                  </a:lnTo>
                  <a:lnTo>
                    <a:pt x="3965" y="163307"/>
                  </a:lnTo>
                  <a:lnTo>
                    <a:pt x="3695" y="161209"/>
                  </a:lnTo>
                  <a:lnTo>
                    <a:pt x="3557" y="160050"/>
                  </a:lnTo>
                  <a:lnTo>
                    <a:pt x="2884" y="154413"/>
                  </a:lnTo>
                  <a:lnTo>
                    <a:pt x="2448" y="150756"/>
                  </a:lnTo>
                  <a:lnTo>
                    <a:pt x="1058" y="139094"/>
                  </a:lnTo>
                  <a:lnTo>
                    <a:pt x="989" y="138523"/>
                  </a:lnTo>
                  <a:lnTo>
                    <a:pt x="708" y="135855"/>
                  </a:lnTo>
                  <a:lnTo>
                    <a:pt x="646" y="135264"/>
                  </a:lnTo>
                  <a:lnTo>
                    <a:pt x="576" y="134602"/>
                  </a:lnTo>
                  <a:lnTo>
                    <a:pt x="539" y="134248"/>
                  </a:lnTo>
                  <a:lnTo>
                    <a:pt x="492" y="133797"/>
                  </a:lnTo>
                  <a:lnTo>
                    <a:pt x="270" y="131690"/>
                  </a:lnTo>
                  <a:lnTo>
                    <a:pt x="34" y="129456"/>
                  </a:lnTo>
                  <a:lnTo>
                    <a:pt x="0" y="129125"/>
                  </a:lnTo>
                  <a:lnTo>
                    <a:pt x="15" y="128836"/>
                  </a:lnTo>
                  <a:lnTo>
                    <a:pt x="29" y="128586"/>
                  </a:lnTo>
                  <a:lnTo>
                    <a:pt x="66" y="127918"/>
                  </a:lnTo>
                  <a:lnTo>
                    <a:pt x="105" y="127227"/>
                  </a:lnTo>
                  <a:lnTo>
                    <a:pt x="635" y="125076"/>
                  </a:lnTo>
                  <a:lnTo>
                    <a:pt x="789" y="124450"/>
                  </a:lnTo>
                  <a:lnTo>
                    <a:pt x="1075" y="123291"/>
                  </a:lnTo>
                  <a:lnTo>
                    <a:pt x="1242" y="122614"/>
                  </a:lnTo>
                  <a:lnTo>
                    <a:pt x="1679" y="120840"/>
                  </a:lnTo>
                  <a:lnTo>
                    <a:pt x="2343" y="118148"/>
                  </a:lnTo>
                  <a:lnTo>
                    <a:pt x="2962" y="115638"/>
                  </a:lnTo>
                  <a:lnTo>
                    <a:pt x="3469" y="114036"/>
                  </a:lnTo>
                  <a:lnTo>
                    <a:pt x="3829" y="113529"/>
                  </a:lnTo>
                  <a:lnTo>
                    <a:pt x="4486" y="112601"/>
                  </a:lnTo>
                  <a:lnTo>
                    <a:pt x="4747" y="112233"/>
                  </a:lnTo>
                  <a:lnTo>
                    <a:pt x="4869" y="112089"/>
                  </a:lnTo>
                  <a:lnTo>
                    <a:pt x="5077" y="111843"/>
                  </a:lnTo>
                  <a:lnTo>
                    <a:pt x="5625" y="111195"/>
                  </a:lnTo>
                  <a:lnTo>
                    <a:pt x="7353" y="110051"/>
                  </a:lnTo>
                  <a:lnTo>
                    <a:pt x="9762" y="108456"/>
                  </a:lnTo>
                  <a:lnTo>
                    <a:pt x="10062" y="108257"/>
                  </a:lnTo>
                  <a:lnTo>
                    <a:pt x="10668" y="107856"/>
                  </a:lnTo>
                  <a:lnTo>
                    <a:pt x="10927" y="107685"/>
                  </a:lnTo>
                  <a:lnTo>
                    <a:pt x="11481" y="107267"/>
                  </a:lnTo>
                  <a:lnTo>
                    <a:pt x="13042" y="106091"/>
                  </a:lnTo>
                  <a:lnTo>
                    <a:pt x="14399" y="105068"/>
                  </a:lnTo>
                  <a:lnTo>
                    <a:pt x="15292" y="104117"/>
                  </a:lnTo>
                  <a:lnTo>
                    <a:pt x="15707" y="103675"/>
                  </a:lnTo>
                  <a:lnTo>
                    <a:pt x="16054" y="103305"/>
                  </a:lnTo>
                  <a:lnTo>
                    <a:pt x="16173" y="103134"/>
                  </a:lnTo>
                  <a:lnTo>
                    <a:pt x="16480" y="102690"/>
                  </a:lnTo>
                  <a:lnTo>
                    <a:pt x="16639" y="102461"/>
                  </a:lnTo>
                  <a:lnTo>
                    <a:pt x="19545" y="98260"/>
                  </a:lnTo>
                  <a:lnTo>
                    <a:pt x="19673" y="98074"/>
                  </a:lnTo>
                  <a:lnTo>
                    <a:pt x="20028" y="97561"/>
                  </a:lnTo>
                  <a:lnTo>
                    <a:pt x="20430" y="96979"/>
                  </a:lnTo>
                  <a:lnTo>
                    <a:pt x="20815" y="96423"/>
                  </a:lnTo>
                  <a:lnTo>
                    <a:pt x="21478" y="95465"/>
                  </a:lnTo>
                  <a:lnTo>
                    <a:pt x="22658" y="93760"/>
                  </a:lnTo>
                  <a:lnTo>
                    <a:pt x="22920" y="93380"/>
                  </a:lnTo>
                  <a:lnTo>
                    <a:pt x="23086" y="93141"/>
                  </a:lnTo>
                  <a:lnTo>
                    <a:pt x="25772" y="88869"/>
                  </a:lnTo>
                  <a:lnTo>
                    <a:pt x="28487" y="84549"/>
                  </a:lnTo>
                  <a:lnTo>
                    <a:pt x="28775" y="84093"/>
                  </a:lnTo>
                  <a:lnTo>
                    <a:pt x="28547" y="81457"/>
                  </a:lnTo>
                  <a:lnTo>
                    <a:pt x="28690" y="81219"/>
                  </a:lnTo>
                  <a:lnTo>
                    <a:pt x="30377" y="78420"/>
                  </a:lnTo>
                  <a:lnTo>
                    <a:pt x="31567" y="76446"/>
                  </a:lnTo>
                  <a:lnTo>
                    <a:pt x="33764" y="72803"/>
                  </a:lnTo>
                  <a:lnTo>
                    <a:pt x="36758" y="67999"/>
                  </a:lnTo>
                  <a:lnTo>
                    <a:pt x="36992" y="67623"/>
                  </a:lnTo>
                  <a:lnTo>
                    <a:pt x="37451" y="66886"/>
                  </a:lnTo>
                  <a:lnTo>
                    <a:pt x="37878" y="66212"/>
                  </a:lnTo>
                  <a:lnTo>
                    <a:pt x="41891" y="59884"/>
                  </a:lnTo>
                  <a:lnTo>
                    <a:pt x="44675" y="55495"/>
                  </a:lnTo>
                  <a:lnTo>
                    <a:pt x="48855" y="48927"/>
                  </a:lnTo>
                  <a:lnTo>
                    <a:pt x="52858" y="42638"/>
                  </a:lnTo>
                  <a:lnTo>
                    <a:pt x="53152" y="42177"/>
                  </a:lnTo>
                  <a:lnTo>
                    <a:pt x="54078" y="40722"/>
                  </a:lnTo>
                  <a:lnTo>
                    <a:pt x="59700" y="31890"/>
                  </a:lnTo>
                  <a:lnTo>
                    <a:pt x="61523" y="28995"/>
                  </a:lnTo>
                  <a:lnTo>
                    <a:pt x="65771" y="22246"/>
                  </a:lnTo>
                  <a:lnTo>
                    <a:pt x="65872" y="22105"/>
                  </a:lnTo>
                  <a:lnTo>
                    <a:pt x="66050" y="21858"/>
                  </a:lnTo>
                  <a:lnTo>
                    <a:pt x="66244" y="21587"/>
                  </a:lnTo>
                  <a:lnTo>
                    <a:pt x="67563" y="19753"/>
                  </a:lnTo>
                  <a:lnTo>
                    <a:pt x="76180" y="6273"/>
                  </a:lnTo>
                  <a:lnTo>
                    <a:pt x="76375" y="5982"/>
                  </a:lnTo>
                  <a:lnTo>
                    <a:pt x="76821" y="5363"/>
                  </a:lnTo>
                  <a:lnTo>
                    <a:pt x="77165" y="4885"/>
                  </a:lnTo>
                  <a:lnTo>
                    <a:pt x="77384" y="4581"/>
                  </a:lnTo>
                  <a:lnTo>
                    <a:pt x="77682" y="4107"/>
                  </a:lnTo>
                  <a:lnTo>
                    <a:pt x="78071" y="3489"/>
                  </a:lnTo>
                  <a:lnTo>
                    <a:pt x="79164" y="1753"/>
                  </a:lnTo>
                  <a:lnTo>
                    <a:pt x="80267" y="0"/>
                  </a:lnTo>
                  <a:lnTo>
                    <a:pt x="81428" y="798"/>
                  </a:lnTo>
                  <a:lnTo>
                    <a:pt x="82658" y="1643"/>
                  </a:lnTo>
                  <a:lnTo>
                    <a:pt x="83457" y="2193"/>
                  </a:lnTo>
                  <a:lnTo>
                    <a:pt x="84013" y="2576"/>
                  </a:lnTo>
                  <a:lnTo>
                    <a:pt x="85166" y="3368"/>
                  </a:lnTo>
                  <a:lnTo>
                    <a:pt x="87475" y="4957"/>
                  </a:lnTo>
                  <a:lnTo>
                    <a:pt x="87839" y="5207"/>
                  </a:lnTo>
                  <a:lnTo>
                    <a:pt x="89374" y="6263"/>
                  </a:lnTo>
                  <a:lnTo>
                    <a:pt x="89974" y="6675"/>
                  </a:lnTo>
                  <a:lnTo>
                    <a:pt x="90111" y="6770"/>
                  </a:lnTo>
                  <a:lnTo>
                    <a:pt x="94251" y="9617"/>
                  </a:lnTo>
                  <a:lnTo>
                    <a:pt x="96288" y="11019"/>
                  </a:lnTo>
                  <a:lnTo>
                    <a:pt x="98947" y="12847"/>
                  </a:lnTo>
                  <a:lnTo>
                    <a:pt x="103501" y="15979"/>
                  </a:lnTo>
                  <a:lnTo>
                    <a:pt x="104588" y="16727"/>
                  </a:lnTo>
                  <a:lnTo>
                    <a:pt x="106000" y="17698"/>
                  </a:lnTo>
                  <a:lnTo>
                    <a:pt x="120532" y="27693"/>
                  </a:lnTo>
                  <a:lnTo>
                    <a:pt x="132834" y="36155"/>
                  </a:lnTo>
                  <a:lnTo>
                    <a:pt x="132164" y="37111"/>
                  </a:lnTo>
                  <a:lnTo>
                    <a:pt x="129450" y="40982"/>
                  </a:lnTo>
                  <a:lnTo>
                    <a:pt x="126940" y="44573"/>
                  </a:lnTo>
                  <a:lnTo>
                    <a:pt x="126335" y="45537"/>
                  </a:lnTo>
                  <a:lnTo>
                    <a:pt x="125768" y="46662"/>
                  </a:lnTo>
                  <a:lnTo>
                    <a:pt x="124173" y="49823"/>
                  </a:lnTo>
                  <a:lnTo>
                    <a:pt x="123326" y="51956"/>
                  </a:lnTo>
                  <a:lnTo>
                    <a:pt x="122527" y="53436"/>
                  </a:lnTo>
                  <a:lnTo>
                    <a:pt x="122393" y="53692"/>
                  </a:lnTo>
                  <a:lnTo>
                    <a:pt x="120000" y="58287"/>
                  </a:lnTo>
                  <a:lnTo>
                    <a:pt x="119324" y="59601"/>
                  </a:lnTo>
                  <a:lnTo>
                    <a:pt x="119249" y="59789"/>
                  </a:lnTo>
                  <a:lnTo>
                    <a:pt x="117009" y="65401"/>
                  </a:lnTo>
                  <a:lnTo>
                    <a:pt x="116602" y="66418"/>
                  </a:lnTo>
                  <a:lnTo>
                    <a:pt x="116226" y="67434"/>
                  </a:lnTo>
                  <a:lnTo>
                    <a:pt x="115815" y="68544"/>
                  </a:lnTo>
                  <a:lnTo>
                    <a:pt x="114747" y="71425"/>
                  </a:lnTo>
                  <a:lnTo>
                    <a:pt x="114653" y="71678"/>
                  </a:lnTo>
                  <a:lnTo>
                    <a:pt x="114475" y="72231"/>
                  </a:lnTo>
                  <a:lnTo>
                    <a:pt x="113097" y="76505"/>
                  </a:lnTo>
                  <a:lnTo>
                    <a:pt x="112481" y="78412"/>
                  </a:lnTo>
                  <a:lnTo>
                    <a:pt x="112076" y="79670"/>
                  </a:lnTo>
                  <a:lnTo>
                    <a:pt x="111734" y="80730"/>
                  </a:lnTo>
                  <a:lnTo>
                    <a:pt x="110871" y="83405"/>
                  </a:lnTo>
                  <a:lnTo>
                    <a:pt x="110204" y="85474"/>
                  </a:lnTo>
                  <a:lnTo>
                    <a:pt x="109560" y="87472"/>
                  </a:lnTo>
                  <a:lnTo>
                    <a:pt x="108831" y="89731"/>
                  </a:lnTo>
                  <a:lnTo>
                    <a:pt x="108425" y="90991"/>
                  </a:lnTo>
                  <a:lnTo>
                    <a:pt x="108304" y="91335"/>
                  </a:lnTo>
                  <a:lnTo>
                    <a:pt x="108248" y="91493"/>
                  </a:lnTo>
                  <a:lnTo>
                    <a:pt x="105982" y="97941"/>
                  </a:lnTo>
                  <a:lnTo>
                    <a:pt x="105451" y="99451"/>
                  </a:lnTo>
                  <a:lnTo>
                    <a:pt x="102643" y="107443"/>
                  </a:lnTo>
                  <a:lnTo>
                    <a:pt x="101247" y="111413"/>
                  </a:lnTo>
                  <a:lnTo>
                    <a:pt x="100981" y="112187"/>
                  </a:lnTo>
                  <a:lnTo>
                    <a:pt x="100811" y="112778"/>
                  </a:lnTo>
                  <a:lnTo>
                    <a:pt x="100033" y="115470"/>
                  </a:lnTo>
                  <a:lnTo>
                    <a:pt x="98780" y="119598"/>
                  </a:lnTo>
                  <a:lnTo>
                    <a:pt x="98630" y="119962"/>
                  </a:lnTo>
                  <a:lnTo>
                    <a:pt x="97943" y="121624"/>
                  </a:lnTo>
                  <a:lnTo>
                    <a:pt x="96374" y="1245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585687" y="2975459"/>
              <a:ext cx="171583" cy="145421"/>
            </a:xfrm>
            <a:custGeom>
              <a:avLst/>
              <a:pathLst>
                <a:path w="171583" h="145421">
                  <a:moveTo>
                    <a:pt x="147516" y="99764"/>
                  </a:moveTo>
                  <a:lnTo>
                    <a:pt x="150349" y="101512"/>
                  </a:lnTo>
                  <a:lnTo>
                    <a:pt x="152335" y="102788"/>
                  </a:lnTo>
                  <a:lnTo>
                    <a:pt x="154375" y="104007"/>
                  </a:lnTo>
                  <a:lnTo>
                    <a:pt x="160415" y="110015"/>
                  </a:lnTo>
                  <a:lnTo>
                    <a:pt x="161346" y="110620"/>
                  </a:lnTo>
                  <a:lnTo>
                    <a:pt x="161849" y="111374"/>
                  </a:lnTo>
                  <a:lnTo>
                    <a:pt x="163410" y="112117"/>
                  </a:lnTo>
                  <a:lnTo>
                    <a:pt x="163700" y="112255"/>
                  </a:lnTo>
                  <a:lnTo>
                    <a:pt x="164824" y="116005"/>
                  </a:lnTo>
                  <a:lnTo>
                    <a:pt x="165133" y="116762"/>
                  </a:lnTo>
                  <a:lnTo>
                    <a:pt x="165762" y="118252"/>
                  </a:lnTo>
                  <a:lnTo>
                    <a:pt x="166055" y="118620"/>
                  </a:lnTo>
                  <a:lnTo>
                    <a:pt x="167114" y="119948"/>
                  </a:lnTo>
                  <a:lnTo>
                    <a:pt x="169100" y="120038"/>
                  </a:lnTo>
                  <a:lnTo>
                    <a:pt x="168277" y="121788"/>
                  </a:lnTo>
                  <a:lnTo>
                    <a:pt x="171330" y="129835"/>
                  </a:lnTo>
                  <a:lnTo>
                    <a:pt x="171583" y="130589"/>
                  </a:lnTo>
                  <a:lnTo>
                    <a:pt x="169904" y="130967"/>
                  </a:lnTo>
                  <a:lnTo>
                    <a:pt x="162675" y="130599"/>
                  </a:lnTo>
                  <a:lnTo>
                    <a:pt x="162270" y="135219"/>
                  </a:lnTo>
                  <a:lnTo>
                    <a:pt x="154307" y="135038"/>
                  </a:lnTo>
                  <a:lnTo>
                    <a:pt x="154561" y="141501"/>
                  </a:lnTo>
                  <a:lnTo>
                    <a:pt x="155105" y="141830"/>
                  </a:lnTo>
                  <a:lnTo>
                    <a:pt x="155089" y="142684"/>
                  </a:lnTo>
                  <a:lnTo>
                    <a:pt x="155049" y="144890"/>
                  </a:lnTo>
                  <a:lnTo>
                    <a:pt x="154706" y="145208"/>
                  </a:lnTo>
                  <a:lnTo>
                    <a:pt x="154049" y="145222"/>
                  </a:lnTo>
                  <a:lnTo>
                    <a:pt x="153549" y="145234"/>
                  </a:lnTo>
                  <a:lnTo>
                    <a:pt x="152970" y="145247"/>
                  </a:lnTo>
                  <a:lnTo>
                    <a:pt x="152426" y="145259"/>
                  </a:lnTo>
                  <a:lnTo>
                    <a:pt x="152291" y="145262"/>
                  </a:lnTo>
                  <a:lnTo>
                    <a:pt x="151479" y="145280"/>
                  </a:lnTo>
                  <a:lnTo>
                    <a:pt x="151258" y="145285"/>
                  </a:lnTo>
                  <a:lnTo>
                    <a:pt x="150860" y="145294"/>
                  </a:lnTo>
                  <a:lnTo>
                    <a:pt x="150240" y="145308"/>
                  </a:lnTo>
                  <a:lnTo>
                    <a:pt x="149978" y="145314"/>
                  </a:lnTo>
                  <a:lnTo>
                    <a:pt x="149161" y="145332"/>
                  </a:lnTo>
                  <a:lnTo>
                    <a:pt x="148641" y="145343"/>
                  </a:lnTo>
                  <a:lnTo>
                    <a:pt x="148430" y="145348"/>
                  </a:lnTo>
                  <a:lnTo>
                    <a:pt x="147685" y="145365"/>
                  </a:lnTo>
                  <a:lnTo>
                    <a:pt x="147093" y="145378"/>
                  </a:lnTo>
                  <a:lnTo>
                    <a:pt x="146834" y="145384"/>
                  </a:lnTo>
                  <a:lnTo>
                    <a:pt x="146305" y="145396"/>
                  </a:lnTo>
                  <a:lnTo>
                    <a:pt x="145921" y="145404"/>
                  </a:lnTo>
                  <a:lnTo>
                    <a:pt x="145510" y="145413"/>
                  </a:lnTo>
                  <a:lnTo>
                    <a:pt x="145186" y="145421"/>
                  </a:lnTo>
                  <a:lnTo>
                    <a:pt x="144805" y="145419"/>
                  </a:lnTo>
                  <a:lnTo>
                    <a:pt x="143400" y="143949"/>
                  </a:lnTo>
                  <a:lnTo>
                    <a:pt x="140319" y="140723"/>
                  </a:lnTo>
                  <a:lnTo>
                    <a:pt x="139613" y="139983"/>
                  </a:lnTo>
                  <a:lnTo>
                    <a:pt x="137737" y="138707"/>
                  </a:lnTo>
                  <a:lnTo>
                    <a:pt x="136148" y="137626"/>
                  </a:lnTo>
                  <a:lnTo>
                    <a:pt x="135960" y="137499"/>
                  </a:lnTo>
                  <a:lnTo>
                    <a:pt x="135040" y="136872"/>
                  </a:lnTo>
                  <a:lnTo>
                    <a:pt x="134854" y="136746"/>
                  </a:lnTo>
                  <a:lnTo>
                    <a:pt x="134653" y="136609"/>
                  </a:lnTo>
                  <a:lnTo>
                    <a:pt x="134289" y="136367"/>
                  </a:lnTo>
                  <a:lnTo>
                    <a:pt x="133967" y="136153"/>
                  </a:lnTo>
                  <a:lnTo>
                    <a:pt x="133789" y="136035"/>
                  </a:lnTo>
                  <a:lnTo>
                    <a:pt x="133389" y="135768"/>
                  </a:lnTo>
                  <a:lnTo>
                    <a:pt x="133042" y="135538"/>
                  </a:lnTo>
                  <a:lnTo>
                    <a:pt x="132738" y="135335"/>
                  </a:lnTo>
                  <a:lnTo>
                    <a:pt x="132516" y="135188"/>
                  </a:lnTo>
                  <a:lnTo>
                    <a:pt x="132007" y="134849"/>
                  </a:lnTo>
                  <a:lnTo>
                    <a:pt x="131779" y="134698"/>
                  </a:lnTo>
                  <a:lnTo>
                    <a:pt x="131504" y="134514"/>
                  </a:lnTo>
                  <a:lnTo>
                    <a:pt x="131371" y="134426"/>
                  </a:lnTo>
                  <a:lnTo>
                    <a:pt x="131033" y="134201"/>
                  </a:lnTo>
                  <a:lnTo>
                    <a:pt x="130281" y="133701"/>
                  </a:lnTo>
                  <a:lnTo>
                    <a:pt x="130094" y="133574"/>
                  </a:lnTo>
                  <a:lnTo>
                    <a:pt x="128157" y="132256"/>
                  </a:lnTo>
                  <a:lnTo>
                    <a:pt x="125233" y="130267"/>
                  </a:lnTo>
                  <a:lnTo>
                    <a:pt x="124843" y="129974"/>
                  </a:lnTo>
                  <a:lnTo>
                    <a:pt x="125015" y="129605"/>
                  </a:lnTo>
                  <a:lnTo>
                    <a:pt x="125166" y="129280"/>
                  </a:lnTo>
                  <a:lnTo>
                    <a:pt x="125285" y="129029"/>
                  </a:lnTo>
                  <a:lnTo>
                    <a:pt x="125403" y="128854"/>
                  </a:lnTo>
                  <a:lnTo>
                    <a:pt x="125491" y="128722"/>
                  </a:lnTo>
                  <a:lnTo>
                    <a:pt x="125790" y="128275"/>
                  </a:lnTo>
                  <a:lnTo>
                    <a:pt x="126724" y="126875"/>
                  </a:lnTo>
                  <a:lnTo>
                    <a:pt x="126582" y="126806"/>
                  </a:lnTo>
                  <a:lnTo>
                    <a:pt x="126033" y="126534"/>
                  </a:lnTo>
                  <a:lnTo>
                    <a:pt x="125058" y="126052"/>
                  </a:lnTo>
                  <a:lnTo>
                    <a:pt x="117433" y="122284"/>
                  </a:lnTo>
                  <a:lnTo>
                    <a:pt x="111859" y="116276"/>
                  </a:lnTo>
                  <a:lnTo>
                    <a:pt x="108515" y="112672"/>
                  </a:lnTo>
                  <a:lnTo>
                    <a:pt x="100856" y="117817"/>
                  </a:lnTo>
                  <a:lnTo>
                    <a:pt x="95885" y="121156"/>
                  </a:lnTo>
                  <a:lnTo>
                    <a:pt x="93870" y="122509"/>
                  </a:lnTo>
                  <a:lnTo>
                    <a:pt x="93491" y="122764"/>
                  </a:lnTo>
                  <a:lnTo>
                    <a:pt x="89377" y="125527"/>
                  </a:lnTo>
                  <a:lnTo>
                    <a:pt x="89117" y="125702"/>
                  </a:lnTo>
                  <a:lnTo>
                    <a:pt x="88513" y="126108"/>
                  </a:lnTo>
                  <a:lnTo>
                    <a:pt x="84069" y="129073"/>
                  </a:lnTo>
                  <a:lnTo>
                    <a:pt x="81647" y="130270"/>
                  </a:lnTo>
                  <a:lnTo>
                    <a:pt x="80222" y="130974"/>
                  </a:lnTo>
                  <a:lnTo>
                    <a:pt x="79140" y="130988"/>
                  </a:lnTo>
                  <a:lnTo>
                    <a:pt x="76916" y="131015"/>
                  </a:lnTo>
                  <a:lnTo>
                    <a:pt x="75582" y="131031"/>
                  </a:lnTo>
                  <a:lnTo>
                    <a:pt x="71006" y="128683"/>
                  </a:lnTo>
                  <a:lnTo>
                    <a:pt x="70188" y="128263"/>
                  </a:lnTo>
                  <a:lnTo>
                    <a:pt x="68855" y="127631"/>
                  </a:lnTo>
                  <a:lnTo>
                    <a:pt x="68404" y="127443"/>
                  </a:lnTo>
                  <a:lnTo>
                    <a:pt x="67873" y="127231"/>
                  </a:lnTo>
                  <a:lnTo>
                    <a:pt x="67276" y="127231"/>
                  </a:lnTo>
                  <a:lnTo>
                    <a:pt x="66892" y="127261"/>
                  </a:lnTo>
                  <a:lnTo>
                    <a:pt x="66571" y="127352"/>
                  </a:lnTo>
                  <a:lnTo>
                    <a:pt x="66294" y="127430"/>
                  </a:lnTo>
                  <a:lnTo>
                    <a:pt x="65958" y="127524"/>
                  </a:lnTo>
                  <a:lnTo>
                    <a:pt x="64670" y="128276"/>
                  </a:lnTo>
                  <a:lnTo>
                    <a:pt x="64261" y="128514"/>
                  </a:lnTo>
                  <a:lnTo>
                    <a:pt x="63326" y="129060"/>
                  </a:lnTo>
                  <a:lnTo>
                    <a:pt x="62754" y="129394"/>
                  </a:lnTo>
                  <a:lnTo>
                    <a:pt x="61953" y="129741"/>
                  </a:lnTo>
                  <a:lnTo>
                    <a:pt x="60937" y="129925"/>
                  </a:lnTo>
                  <a:lnTo>
                    <a:pt x="59697" y="129821"/>
                  </a:lnTo>
                  <a:lnTo>
                    <a:pt x="58935" y="129585"/>
                  </a:lnTo>
                  <a:lnTo>
                    <a:pt x="57978" y="129289"/>
                  </a:lnTo>
                  <a:lnTo>
                    <a:pt x="57243" y="129062"/>
                  </a:lnTo>
                  <a:lnTo>
                    <a:pt x="57098" y="129017"/>
                  </a:lnTo>
                  <a:lnTo>
                    <a:pt x="56190" y="128736"/>
                  </a:lnTo>
                  <a:lnTo>
                    <a:pt x="55955" y="128663"/>
                  </a:lnTo>
                  <a:lnTo>
                    <a:pt x="55718" y="129255"/>
                  </a:lnTo>
                  <a:lnTo>
                    <a:pt x="55114" y="129013"/>
                  </a:lnTo>
                  <a:lnTo>
                    <a:pt x="54856" y="128910"/>
                  </a:lnTo>
                  <a:lnTo>
                    <a:pt x="54421" y="128736"/>
                  </a:lnTo>
                  <a:lnTo>
                    <a:pt x="53359" y="128311"/>
                  </a:lnTo>
                  <a:lnTo>
                    <a:pt x="53156" y="128230"/>
                  </a:lnTo>
                  <a:lnTo>
                    <a:pt x="52499" y="127967"/>
                  </a:lnTo>
                  <a:lnTo>
                    <a:pt x="51264" y="127473"/>
                  </a:lnTo>
                  <a:lnTo>
                    <a:pt x="45455" y="125150"/>
                  </a:lnTo>
                  <a:lnTo>
                    <a:pt x="43138" y="124223"/>
                  </a:lnTo>
                  <a:lnTo>
                    <a:pt x="41320" y="123495"/>
                  </a:lnTo>
                  <a:lnTo>
                    <a:pt x="40314" y="123093"/>
                  </a:lnTo>
                  <a:lnTo>
                    <a:pt x="39937" y="122942"/>
                  </a:lnTo>
                  <a:lnTo>
                    <a:pt x="39552" y="122809"/>
                  </a:lnTo>
                  <a:lnTo>
                    <a:pt x="38445" y="122426"/>
                  </a:lnTo>
                  <a:lnTo>
                    <a:pt x="38044" y="122288"/>
                  </a:lnTo>
                  <a:lnTo>
                    <a:pt x="36699" y="121823"/>
                  </a:lnTo>
                  <a:lnTo>
                    <a:pt x="36288" y="121680"/>
                  </a:lnTo>
                  <a:lnTo>
                    <a:pt x="35915" y="121551"/>
                  </a:lnTo>
                  <a:lnTo>
                    <a:pt x="34540" y="121076"/>
                  </a:lnTo>
                  <a:lnTo>
                    <a:pt x="34300" y="120993"/>
                  </a:lnTo>
                  <a:lnTo>
                    <a:pt x="33985" y="120884"/>
                  </a:lnTo>
                  <a:lnTo>
                    <a:pt x="33529" y="120726"/>
                  </a:lnTo>
                  <a:lnTo>
                    <a:pt x="27636" y="119299"/>
                  </a:lnTo>
                  <a:lnTo>
                    <a:pt x="21737" y="117871"/>
                  </a:lnTo>
                  <a:lnTo>
                    <a:pt x="14983" y="116236"/>
                  </a:lnTo>
                  <a:lnTo>
                    <a:pt x="12901" y="115732"/>
                  </a:lnTo>
                  <a:lnTo>
                    <a:pt x="12354" y="115599"/>
                  </a:lnTo>
                  <a:lnTo>
                    <a:pt x="12068" y="115522"/>
                  </a:lnTo>
                  <a:lnTo>
                    <a:pt x="11850" y="115463"/>
                  </a:lnTo>
                  <a:lnTo>
                    <a:pt x="10965" y="115225"/>
                  </a:lnTo>
                  <a:lnTo>
                    <a:pt x="10743" y="115165"/>
                  </a:lnTo>
                  <a:lnTo>
                    <a:pt x="9439" y="114813"/>
                  </a:lnTo>
                  <a:lnTo>
                    <a:pt x="7957" y="114445"/>
                  </a:lnTo>
                  <a:lnTo>
                    <a:pt x="7337" y="114291"/>
                  </a:lnTo>
                  <a:lnTo>
                    <a:pt x="5620" y="113865"/>
                  </a:lnTo>
                  <a:lnTo>
                    <a:pt x="1988" y="112963"/>
                  </a:lnTo>
                  <a:lnTo>
                    <a:pt x="1343" y="112802"/>
                  </a:lnTo>
                  <a:lnTo>
                    <a:pt x="0" y="112469"/>
                  </a:lnTo>
                  <a:lnTo>
                    <a:pt x="172" y="111871"/>
                  </a:lnTo>
                  <a:lnTo>
                    <a:pt x="409" y="111196"/>
                  </a:lnTo>
                  <a:lnTo>
                    <a:pt x="1835" y="107141"/>
                  </a:lnTo>
                  <a:lnTo>
                    <a:pt x="4618" y="99222"/>
                  </a:lnTo>
                  <a:lnTo>
                    <a:pt x="5148" y="97713"/>
                  </a:lnTo>
                  <a:lnTo>
                    <a:pt x="7415" y="91264"/>
                  </a:lnTo>
                  <a:lnTo>
                    <a:pt x="7526" y="90947"/>
                  </a:lnTo>
                  <a:lnTo>
                    <a:pt x="7589" y="90768"/>
                  </a:lnTo>
                  <a:lnTo>
                    <a:pt x="7993" y="89515"/>
                  </a:lnTo>
                  <a:lnTo>
                    <a:pt x="8722" y="87255"/>
                  </a:lnTo>
                  <a:lnTo>
                    <a:pt x="9366" y="85257"/>
                  </a:lnTo>
                  <a:lnTo>
                    <a:pt x="10033" y="83188"/>
                  </a:lnTo>
                  <a:lnTo>
                    <a:pt x="10896" y="80513"/>
                  </a:lnTo>
                  <a:lnTo>
                    <a:pt x="11238" y="79453"/>
                  </a:lnTo>
                  <a:lnTo>
                    <a:pt x="11644" y="78195"/>
                  </a:lnTo>
                  <a:lnTo>
                    <a:pt x="12259" y="76288"/>
                  </a:lnTo>
                  <a:lnTo>
                    <a:pt x="13641" y="72003"/>
                  </a:lnTo>
                  <a:lnTo>
                    <a:pt x="13820" y="71450"/>
                  </a:lnTo>
                  <a:lnTo>
                    <a:pt x="13914" y="71196"/>
                  </a:lnTo>
                  <a:lnTo>
                    <a:pt x="14984" y="68309"/>
                  </a:lnTo>
                  <a:lnTo>
                    <a:pt x="15392" y="67206"/>
                  </a:lnTo>
                  <a:lnTo>
                    <a:pt x="15765" y="66201"/>
                  </a:lnTo>
                  <a:lnTo>
                    <a:pt x="16171" y="65184"/>
                  </a:lnTo>
                  <a:lnTo>
                    <a:pt x="18411" y="59572"/>
                  </a:lnTo>
                  <a:lnTo>
                    <a:pt x="18515" y="59312"/>
                  </a:lnTo>
                  <a:lnTo>
                    <a:pt x="19162" y="58070"/>
                  </a:lnTo>
                  <a:lnTo>
                    <a:pt x="21555" y="53475"/>
                  </a:lnTo>
                  <a:lnTo>
                    <a:pt x="21699" y="53200"/>
                  </a:lnTo>
                  <a:lnTo>
                    <a:pt x="22488" y="51739"/>
                  </a:lnTo>
                  <a:lnTo>
                    <a:pt x="23335" y="49606"/>
                  </a:lnTo>
                  <a:lnTo>
                    <a:pt x="24930" y="46445"/>
                  </a:lnTo>
                  <a:lnTo>
                    <a:pt x="25498" y="45321"/>
                  </a:lnTo>
                  <a:lnTo>
                    <a:pt x="26174" y="44242"/>
                  </a:lnTo>
                  <a:lnTo>
                    <a:pt x="28612" y="40765"/>
                  </a:lnTo>
                  <a:lnTo>
                    <a:pt x="31326" y="36894"/>
                  </a:lnTo>
                  <a:lnTo>
                    <a:pt x="31997" y="35938"/>
                  </a:lnTo>
                  <a:lnTo>
                    <a:pt x="32498" y="35223"/>
                  </a:lnTo>
                  <a:lnTo>
                    <a:pt x="33138" y="34310"/>
                  </a:lnTo>
                  <a:lnTo>
                    <a:pt x="33940" y="33166"/>
                  </a:lnTo>
                  <a:lnTo>
                    <a:pt x="34231" y="32752"/>
                  </a:lnTo>
                  <a:lnTo>
                    <a:pt x="35141" y="31453"/>
                  </a:lnTo>
                  <a:lnTo>
                    <a:pt x="39712" y="24948"/>
                  </a:lnTo>
                  <a:lnTo>
                    <a:pt x="40089" y="24571"/>
                  </a:lnTo>
                  <a:lnTo>
                    <a:pt x="40477" y="24183"/>
                  </a:lnTo>
                  <a:lnTo>
                    <a:pt x="41016" y="23643"/>
                  </a:lnTo>
                  <a:lnTo>
                    <a:pt x="41262" y="23398"/>
                  </a:lnTo>
                  <a:lnTo>
                    <a:pt x="41469" y="23191"/>
                  </a:lnTo>
                  <a:lnTo>
                    <a:pt x="41785" y="22875"/>
                  </a:lnTo>
                  <a:lnTo>
                    <a:pt x="42131" y="22528"/>
                  </a:lnTo>
                  <a:lnTo>
                    <a:pt x="42412" y="22247"/>
                  </a:lnTo>
                  <a:lnTo>
                    <a:pt x="42846" y="21815"/>
                  </a:lnTo>
                  <a:lnTo>
                    <a:pt x="43145" y="21584"/>
                  </a:lnTo>
                  <a:lnTo>
                    <a:pt x="43645" y="21198"/>
                  </a:lnTo>
                  <a:lnTo>
                    <a:pt x="43898" y="21003"/>
                  </a:lnTo>
                  <a:lnTo>
                    <a:pt x="44639" y="20431"/>
                  </a:lnTo>
                  <a:lnTo>
                    <a:pt x="45093" y="20081"/>
                  </a:lnTo>
                  <a:lnTo>
                    <a:pt x="45357" y="19878"/>
                  </a:lnTo>
                  <a:lnTo>
                    <a:pt x="45709" y="19606"/>
                  </a:lnTo>
                  <a:lnTo>
                    <a:pt x="46149" y="19267"/>
                  </a:lnTo>
                  <a:lnTo>
                    <a:pt x="46490" y="19004"/>
                  </a:lnTo>
                  <a:lnTo>
                    <a:pt x="47506" y="18220"/>
                  </a:lnTo>
                  <a:lnTo>
                    <a:pt x="48024" y="17821"/>
                  </a:lnTo>
                  <a:lnTo>
                    <a:pt x="48388" y="17540"/>
                  </a:lnTo>
                  <a:lnTo>
                    <a:pt x="48615" y="17364"/>
                  </a:lnTo>
                  <a:lnTo>
                    <a:pt x="49402" y="16757"/>
                  </a:lnTo>
                  <a:lnTo>
                    <a:pt x="49625" y="16586"/>
                  </a:lnTo>
                  <a:lnTo>
                    <a:pt x="50026" y="16277"/>
                  </a:lnTo>
                  <a:lnTo>
                    <a:pt x="50312" y="16056"/>
                  </a:lnTo>
                  <a:lnTo>
                    <a:pt x="51320" y="15278"/>
                  </a:lnTo>
                  <a:lnTo>
                    <a:pt x="51493" y="15145"/>
                  </a:lnTo>
                  <a:lnTo>
                    <a:pt x="52130" y="14653"/>
                  </a:lnTo>
                  <a:lnTo>
                    <a:pt x="52456" y="14402"/>
                  </a:lnTo>
                  <a:lnTo>
                    <a:pt x="53258" y="13784"/>
                  </a:lnTo>
                  <a:lnTo>
                    <a:pt x="53685" y="13454"/>
                  </a:lnTo>
                  <a:lnTo>
                    <a:pt x="53865" y="13315"/>
                  </a:lnTo>
                  <a:lnTo>
                    <a:pt x="54225" y="13057"/>
                  </a:lnTo>
                  <a:lnTo>
                    <a:pt x="54501" y="12859"/>
                  </a:lnTo>
                  <a:lnTo>
                    <a:pt x="55233" y="12333"/>
                  </a:lnTo>
                  <a:lnTo>
                    <a:pt x="55828" y="11906"/>
                  </a:lnTo>
                  <a:lnTo>
                    <a:pt x="57009" y="11058"/>
                  </a:lnTo>
                  <a:lnTo>
                    <a:pt x="57591" y="10640"/>
                  </a:lnTo>
                  <a:lnTo>
                    <a:pt x="57730" y="10541"/>
                  </a:lnTo>
                  <a:lnTo>
                    <a:pt x="59073" y="9576"/>
                  </a:lnTo>
                  <a:lnTo>
                    <a:pt x="59733" y="9102"/>
                  </a:lnTo>
                  <a:lnTo>
                    <a:pt x="60064" y="8864"/>
                  </a:lnTo>
                  <a:lnTo>
                    <a:pt x="60308" y="8689"/>
                  </a:lnTo>
                  <a:lnTo>
                    <a:pt x="60586" y="8489"/>
                  </a:lnTo>
                  <a:lnTo>
                    <a:pt x="61009" y="8186"/>
                  </a:lnTo>
                  <a:lnTo>
                    <a:pt x="61313" y="7968"/>
                  </a:lnTo>
                  <a:lnTo>
                    <a:pt x="61504" y="7830"/>
                  </a:lnTo>
                  <a:lnTo>
                    <a:pt x="61864" y="7572"/>
                  </a:lnTo>
                  <a:lnTo>
                    <a:pt x="62125" y="7385"/>
                  </a:lnTo>
                  <a:lnTo>
                    <a:pt x="62314" y="7249"/>
                  </a:lnTo>
                  <a:lnTo>
                    <a:pt x="62561" y="7072"/>
                  </a:lnTo>
                  <a:lnTo>
                    <a:pt x="63241" y="6583"/>
                  </a:lnTo>
                  <a:lnTo>
                    <a:pt x="63775" y="6200"/>
                  </a:lnTo>
                  <a:lnTo>
                    <a:pt x="63913" y="6101"/>
                  </a:lnTo>
                  <a:lnTo>
                    <a:pt x="64091" y="5973"/>
                  </a:lnTo>
                  <a:lnTo>
                    <a:pt x="64459" y="5709"/>
                  </a:lnTo>
                  <a:lnTo>
                    <a:pt x="64996" y="5323"/>
                  </a:lnTo>
                  <a:lnTo>
                    <a:pt x="65171" y="5198"/>
                  </a:lnTo>
                  <a:lnTo>
                    <a:pt x="65803" y="4744"/>
                  </a:lnTo>
                  <a:lnTo>
                    <a:pt x="66677" y="4117"/>
                  </a:lnTo>
                  <a:lnTo>
                    <a:pt x="66854" y="3989"/>
                  </a:lnTo>
                  <a:lnTo>
                    <a:pt x="67068" y="3835"/>
                  </a:lnTo>
                  <a:lnTo>
                    <a:pt x="67444" y="3566"/>
                  </a:lnTo>
                  <a:lnTo>
                    <a:pt x="67912" y="3230"/>
                  </a:lnTo>
                  <a:lnTo>
                    <a:pt x="68103" y="3093"/>
                  </a:lnTo>
                  <a:lnTo>
                    <a:pt x="68266" y="2975"/>
                  </a:lnTo>
                  <a:lnTo>
                    <a:pt x="68470" y="2829"/>
                  </a:lnTo>
                  <a:lnTo>
                    <a:pt x="68771" y="2613"/>
                  </a:lnTo>
                  <a:lnTo>
                    <a:pt x="68931" y="2498"/>
                  </a:lnTo>
                  <a:lnTo>
                    <a:pt x="69199" y="2306"/>
                  </a:lnTo>
                  <a:lnTo>
                    <a:pt x="69369" y="2184"/>
                  </a:lnTo>
                  <a:lnTo>
                    <a:pt x="72447" y="0"/>
                  </a:lnTo>
                  <a:lnTo>
                    <a:pt x="72557" y="148"/>
                  </a:lnTo>
                  <a:lnTo>
                    <a:pt x="74557" y="2869"/>
                  </a:lnTo>
                  <a:lnTo>
                    <a:pt x="75773" y="4524"/>
                  </a:lnTo>
                  <a:lnTo>
                    <a:pt x="77760" y="7228"/>
                  </a:lnTo>
                  <a:lnTo>
                    <a:pt x="83914" y="15600"/>
                  </a:lnTo>
                  <a:lnTo>
                    <a:pt x="90674" y="24797"/>
                  </a:lnTo>
                  <a:lnTo>
                    <a:pt x="90784" y="24946"/>
                  </a:lnTo>
                  <a:lnTo>
                    <a:pt x="90585" y="25090"/>
                  </a:lnTo>
                  <a:lnTo>
                    <a:pt x="84805" y="29285"/>
                  </a:lnTo>
                  <a:lnTo>
                    <a:pt x="80363" y="32510"/>
                  </a:lnTo>
                  <a:lnTo>
                    <a:pt x="75825" y="35804"/>
                  </a:lnTo>
                  <a:lnTo>
                    <a:pt x="78941" y="40103"/>
                  </a:lnTo>
                  <a:lnTo>
                    <a:pt x="79301" y="40599"/>
                  </a:lnTo>
                  <a:lnTo>
                    <a:pt x="82239" y="44654"/>
                  </a:lnTo>
                  <a:lnTo>
                    <a:pt x="82435" y="44923"/>
                  </a:lnTo>
                  <a:lnTo>
                    <a:pt x="85441" y="49071"/>
                  </a:lnTo>
                  <a:lnTo>
                    <a:pt x="85572" y="49251"/>
                  </a:lnTo>
                  <a:lnTo>
                    <a:pt x="85835" y="49543"/>
                  </a:lnTo>
                  <a:lnTo>
                    <a:pt x="87162" y="51012"/>
                  </a:lnTo>
                  <a:lnTo>
                    <a:pt x="88500" y="52493"/>
                  </a:lnTo>
                  <a:lnTo>
                    <a:pt x="88837" y="52799"/>
                  </a:lnTo>
                  <a:lnTo>
                    <a:pt x="90441" y="54253"/>
                  </a:lnTo>
                  <a:lnTo>
                    <a:pt x="91357" y="55083"/>
                  </a:lnTo>
                  <a:lnTo>
                    <a:pt x="92345" y="55811"/>
                  </a:lnTo>
                  <a:lnTo>
                    <a:pt x="96937" y="59194"/>
                  </a:lnTo>
                  <a:lnTo>
                    <a:pt x="97524" y="59626"/>
                  </a:lnTo>
                  <a:lnTo>
                    <a:pt x="97683" y="59733"/>
                  </a:lnTo>
                  <a:lnTo>
                    <a:pt x="98880" y="60539"/>
                  </a:lnTo>
                  <a:lnTo>
                    <a:pt x="106104" y="65400"/>
                  </a:lnTo>
                  <a:lnTo>
                    <a:pt x="109106" y="67420"/>
                  </a:lnTo>
                  <a:lnTo>
                    <a:pt x="110212" y="68164"/>
                  </a:lnTo>
                  <a:lnTo>
                    <a:pt x="113571" y="70424"/>
                  </a:lnTo>
                  <a:lnTo>
                    <a:pt x="116540" y="72422"/>
                  </a:lnTo>
                  <a:lnTo>
                    <a:pt x="121990" y="76089"/>
                  </a:lnTo>
                  <a:lnTo>
                    <a:pt x="122835" y="76658"/>
                  </a:lnTo>
                  <a:lnTo>
                    <a:pt x="123104" y="76840"/>
                  </a:lnTo>
                  <a:lnTo>
                    <a:pt x="131758" y="82663"/>
                  </a:lnTo>
                  <a:lnTo>
                    <a:pt x="138157" y="86969"/>
                  </a:lnTo>
                  <a:lnTo>
                    <a:pt x="147640" y="93350"/>
                  </a:lnTo>
                  <a:lnTo>
                    <a:pt x="148729" y="94083"/>
                  </a:lnTo>
                  <a:lnTo>
                    <a:pt x="146655" y="96867"/>
                  </a:lnTo>
                  <a:lnTo>
                    <a:pt x="146475" y="97150"/>
                  </a:lnTo>
                  <a:lnTo>
                    <a:pt x="146384" y="97429"/>
                  </a:lnTo>
                  <a:lnTo>
                    <a:pt x="146114" y="98249"/>
                  </a:lnTo>
                  <a:lnTo>
                    <a:pt x="146043" y="98465"/>
                  </a:lnTo>
                  <a:lnTo>
                    <a:pt x="145922" y="98674"/>
                  </a:lnTo>
                  <a:lnTo>
                    <a:pt x="146340" y="98962"/>
                  </a:lnTo>
                  <a:lnTo>
                    <a:pt x="147024" y="994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540871" y="3087952"/>
              <a:ext cx="138352" cy="73823"/>
            </a:xfrm>
            <a:custGeom>
              <a:avLst/>
              <a:pathLst>
                <a:path w="138352" h="73823">
                  <a:moveTo>
                    <a:pt x="100562" y="16774"/>
                  </a:moveTo>
                  <a:lnTo>
                    <a:pt x="100806" y="16181"/>
                  </a:lnTo>
                  <a:lnTo>
                    <a:pt x="101006" y="16243"/>
                  </a:lnTo>
                  <a:lnTo>
                    <a:pt x="101914" y="16524"/>
                  </a:lnTo>
                  <a:lnTo>
                    <a:pt x="102059" y="16569"/>
                  </a:lnTo>
                  <a:lnTo>
                    <a:pt x="102794" y="16796"/>
                  </a:lnTo>
                  <a:lnTo>
                    <a:pt x="103751" y="17092"/>
                  </a:lnTo>
                  <a:lnTo>
                    <a:pt x="104512" y="17328"/>
                  </a:lnTo>
                  <a:lnTo>
                    <a:pt x="105781" y="17435"/>
                  </a:lnTo>
                  <a:lnTo>
                    <a:pt x="106769" y="17248"/>
                  </a:lnTo>
                  <a:lnTo>
                    <a:pt x="107570" y="16901"/>
                  </a:lnTo>
                  <a:lnTo>
                    <a:pt x="108209" y="16528"/>
                  </a:lnTo>
                  <a:lnTo>
                    <a:pt x="109077" y="16022"/>
                  </a:lnTo>
                  <a:lnTo>
                    <a:pt x="109485" y="15783"/>
                  </a:lnTo>
                  <a:lnTo>
                    <a:pt x="110866" y="15006"/>
                  </a:lnTo>
                  <a:lnTo>
                    <a:pt x="111110" y="14937"/>
                  </a:lnTo>
                  <a:lnTo>
                    <a:pt x="111445" y="14842"/>
                  </a:lnTo>
                  <a:lnTo>
                    <a:pt x="111815" y="14738"/>
                  </a:lnTo>
                  <a:lnTo>
                    <a:pt x="112325" y="14738"/>
                  </a:lnTo>
                  <a:lnTo>
                    <a:pt x="112843" y="14794"/>
                  </a:lnTo>
                  <a:lnTo>
                    <a:pt x="113220" y="14951"/>
                  </a:lnTo>
                  <a:lnTo>
                    <a:pt x="113671" y="15139"/>
                  </a:lnTo>
                  <a:lnTo>
                    <a:pt x="115004" y="15770"/>
                  </a:lnTo>
                  <a:lnTo>
                    <a:pt x="115946" y="16254"/>
                  </a:lnTo>
                  <a:lnTo>
                    <a:pt x="120412" y="18538"/>
                  </a:lnTo>
                  <a:lnTo>
                    <a:pt x="121746" y="18522"/>
                  </a:lnTo>
                  <a:lnTo>
                    <a:pt x="123956" y="18495"/>
                  </a:lnTo>
                  <a:lnTo>
                    <a:pt x="125038" y="18482"/>
                  </a:lnTo>
                  <a:lnTo>
                    <a:pt x="126462" y="17778"/>
                  </a:lnTo>
                  <a:lnTo>
                    <a:pt x="128974" y="16606"/>
                  </a:lnTo>
                  <a:lnTo>
                    <a:pt x="128471" y="18282"/>
                  </a:lnTo>
                  <a:lnTo>
                    <a:pt x="128394" y="19445"/>
                  </a:lnTo>
                  <a:lnTo>
                    <a:pt x="128696" y="21102"/>
                  </a:lnTo>
                  <a:lnTo>
                    <a:pt x="129058" y="23091"/>
                  </a:lnTo>
                  <a:lnTo>
                    <a:pt x="129168" y="23696"/>
                  </a:lnTo>
                  <a:lnTo>
                    <a:pt x="129343" y="24658"/>
                  </a:lnTo>
                  <a:lnTo>
                    <a:pt x="129479" y="25402"/>
                  </a:lnTo>
                  <a:lnTo>
                    <a:pt x="132992" y="31400"/>
                  </a:lnTo>
                  <a:lnTo>
                    <a:pt x="133070" y="31533"/>
                  </a:lnTo>
                  <a:lnTo>
                    <a:pt x="133146" y="31662"/>
                  </a:lnTo>
                  <a:lnTo>
                    <a:pt x="133480" y="32232"/>
                  </a:lnTo>
                  <a:lnTo>
                    <a:pt x="138352" y="40669"/>
                  </a:lnTo>
                  <a:lnTo>
                    <a:pt x="138071" y="40815"/>
                  </a:lnTo>
                  <a:lnTo>
                    <a:pt x="137598" y="41060"/>
                  </a:lnTo>
                  <a:lnTo>
                    <a:pt x="133252" y="43311"/>
                  </a:lnTo>
                  <a:lnTo>
                    <a:pt x="132622" y="43638"/>
                  </a:lnTo>
                  <a:lnTo>
                    <a:pt x="128297" y="46347"/>
                  </a:lnTo>
                  <a:lnTo>
                    <a:pt x="124645" y="49328"/>
                  </a:lnTo>
                  <a:lnTo>
                    <a:pt x="123056" y="48695"/>
                  </a:lnTo>
                  <a:lnTo>
                    <a:pt x="113573" y="44916"/>
                  </a:lnTo>
                  <a:lnTo>
                    <a:pt x="113396" y="44845"/>
                  </a:lnTo>
                  <a:lnTo>
                    <a:pt x="112166" y="48030"/>
                  </a:lnTo>
                  <a:lnTo>
                    <a:pt x="111672" y="49307"/>
                  </a:lnTo>
                  <a:lnTo>
                    <a:pt x="111530" y="49674"/>
                  </a:lnTo>
                  <a:lnTo>
                    <a:pt x="111481" y="49802"/>
                  </a:lnTo>
                  <a:lnTo>
                    <a:pt x="110991" y="51069"/>
                  </a:lnTo>
                  <a:lnTo>
                    <a:pt x="109758" y="54261"/>
                  </a:lnTo>
                  <a:lnTo>
                    <a:pt x="109705" y="54397"/>
                  </a:lnTo>
                  <a:lnTo>
                    <a:pt x="109595" y="54682"/>
                  </a:lnTo>
                  <a:lnTo>
                    <a:pt x="107908" y="59047"/>
                  </a:lnTo>
                  <a:lnTo>
                    <a:pt x="107764" y="59422"/>
                  </a:lnTo>
                  <a:lnTo>
                    <a:pt x="107625" y="59781"/>
                  </a:lnTo>
                  <a:lnTo>
                    <a:pt x="106574" y="62499"/>
                  </a:lnTo>
                  <a:lnTo>
                    <a:pt x="105800" y="64504"/>
                  </a:lnTo>
                  <a:lnTo>
                    <a:pt x="100927" y="62498"/>
                  </a:lnTo>
                  <a:lnTo>
                    <a:pt x="100782" y="62883"/>
                  </a:lnTo>
                  <a:lnTo>
                    <a:pt x="99377" y="66622"/>
                  </a:lnTo>
                  <a:lnTo>
                    <a:pt x="99171" y="67168"/>
                  </a:lnTo>
                  <a:lnTo>
                    <a:pt x="99058" y="67471"/>
                  </a:lnTo>
                  <a:lnTo>
                    <a:pt x="98592" y="68710"/>
                  </a:lnTo>
                  <a:lnTo>
                    <a:pt x="96947" y="73085"/>
                  </a:lnTo>
                  <a:lnTo>
                    <a:pt x="96605" y="73823"/>
                  </a:lnTo>
                  <a:lnTo>
                    <a:pt x="93803" y="72707"/>
                  </a:lnTo>
                  <a:lnTo>
                    <a:pt x="91711" y="71873"/>
                  </a:lnTo>
                  <a:lnTo>
                    <a:pt x="91085" y="71624"/>
                  </a:lnTo>
                  <a:lnTo>
                    <a:pt x="88630" y="70646"/>
                  </a:lnTo>
                  <a:lnTo>
                    <a:pt x="88267" y="70502"/>
                  </a:lnTo>
                  <a:lnTo>
                    <a:pt x="84838" y="69135"/>
                  </a:lnTo>
                  <a:lnTo>
                    <a:pt x="84314" y="68927"/>
                  </a:lnTo>
                  <a:lnTo>
                    <a:pt x="83024" y="68413"/>
                  </a:lnTo>
                  <a:lnTo>
                    <a:pt x="81204" y="67688"/>
                  </a:lnTo>
                  <a:lnTo>
                    <a:pt x="80905" y="67569"/>
                  </a:lnTo>
                  <a:lnTo>
                    <a:pt x="80387" y="67362"/>
                  </a:lnTo>
                  <a:lnTo>
                    <a:pt x="70258" y="63297"/>
                  </a:lnTo>
                  <a:lnTo>
                    <a:pt x="65513" y="61393"/>
                  </a:lnTo>
                  <a:lnTo>
                    <a:pt x="64359" y="60930"/>
                  </a:lnTo>
                  <a:lnTo>
                    <a:pt x="63906" y="60748"/>
                  </a:lnTo>
                  <a:lnTo>
                    <a:pt x="63628" y="60637"/>
                  </a:lnTo>
                  <a:lnTo>
                    <a:pt x="62350" y="60124"/>
                  </a:lnTo>
                  <a:lnTo>
                    <a:pt x="58875" y="58729"/>
                  </a:lnTo>
                  <a:lnTo>
                    <a:pt x="57599" y="58217"/>
                  </a:lnTo>
                  <a:lnTo>
                    <a:pt x="56059" y="57661"/>
                  </a:lnTo>
                  <a:lnTo>
                    <a:pt x="54493" y="57095"/>
                  </a:lnTo>
                  <a:lnTo>
                    <a:pt x="52913" y="56702"/>
                  </a:lnTo>
                  <a:lnTo>
                    <a:pt x="51340" y="56311"/>
                  </a:lnTo>
                  <a:lnTo>
                    <a:pt x="50326" y="56223"/>
                  </a:lnTo>
                  <a:lnTo>
                    <a:pt x="48279" y="56047"/>
                  </a:lnTo>
                  <a:lnTo>
                    <a:pt x="44552" y="56080"/>
                  </a:lnTo>
                  <a:lnTo>
                    <a:pt x="41832" y="56104"/>
                  </a:lnTo>
                  <a:lnTo>
                    <a:pt x="37133" y="56146"/>
                  </a:lnTo>
                  <a:lnTo>
                    <a:pt x="36456" y="56152"/>
                  </a:lnTo>
                  <a:lnTo>
                    <a:pt x="36097" y="56188"/>
                  </a:lnTo>
                  <a:lnTo>
                    <a:pt x="34036" y="56395"/>
                  </a:lnTo>
                  <a:lnTo>
                    <a:pt x="33821" y="56417"/>
                  </a:lnTo>
                  <a:lnTo>
                    <a:pt x="31568" y="56643"/>
                  </a:lnTo>
                  <a:lnTo>
                    <a:pt x="30829" y="56717"/>
                  </a:lnTo>
                  <a:lnTo>
                    <a:pt x="30328" y="56826"/>
                  </a:lnTo>
                  <a:lnTo>
                    <a:pt x="29179" y="57077"/>
                  </a:lnTo>
                  <a:lnTo>
                    <a:pt x="28011" y="57331"/>
                  </a:lnTo>
                  <a:lnTo>
                    <a:pt x="26639" y="57630"/>
                  </a:lnTo>
                  <a:lnTo>
                    <a:pt x="26015" y="57767"/>
                  </a:lnTo>
                  <a:lnTo>
                    <a:pt x="25805" y="57812"/>
                  </a:lnTo>
                  <a:lnTo>
                    <a:pt x="25567" y="57864"/>
                  </a:lnTo>
                  <a:lnTo>
                    <a:pt x="25389" y="57903"/>
                  </a:lnTo>
                  <a:lnTo>
                    <a:pt x="24836" y="58019"/>
                  </a:lnTo>
                  <a:lnTo>
                    <a:pt x="24610" y="58067"/>
                  </a:lnTo>
                  <a:lnTo>
                    <a:pt x="24301" y="58132"/>
                  </a:lnTo>
                  <a:lnTo>
                    <a:pt x="22187" y="58576"/>
                  </a:lnTo>
                  <a:lnTo>
                    <a:pt x="21911" y="58634"/>
                  </a:lnTo>
                  <a:lnTo>
                    <a:pt x="20898" y="58840"/>
                  </a:lnTo>
                  <a:lnTo>
                    <a:pt x="20608" y="58864"/>
                  </a:lnTo>
                  <a:lnTo>
                    <a:pt x="20284" y="58890"/>
                  </a:lnTo>
                  <a:lnTo>
                    <a:pt x="17287" y="59136"/>
                  </a:lnTo>
                  <a:lnTo>
                    <a:pt x="16546" y="59196"/>
                  </a:lnTo>
                  <a:lnTo>
                    <a:pt x="12278" y="58967"/>
                  </a:lnTo>
                  <a:lnTo>
                    <a:pt x="12061" y="58956"/>
                  </a:lnTo>
                  <a:lnTo>
                    <a:pt x="7826" y="58360"/>
                  </a:lnTo>
                  <a:lnTo>
                    <a:pt x="7641" y="58320"/>
                  </a:lnTo>
                  <a:lnTo>
                    <a:pt x="7323" y="58253"/>
                  </a:lnTo>
                  <a:lnTo>
                    <a:pt x="7077" y="58175"/>
                  </a:lnTo>
                  <a:lnTo>
                    <a:pt x="2944" y="56866"/>
                  </a:lnTo>
                  <a:lnTo>
                    <a:pt x="2067" y="56589"/>
                  </a:lnTo>
                  <a:lnTo>
                    <a:pt x="1822" y="56511"/>
                  </a:lnTo>
                  <a:lnTo>
                    <a:pt x="0" y="55934"/>
                  </a:lnTo>
                  <a:lnTo>
                    <a:pt x="413" y="54950"/>
                  </a:lnTo>
                  <a:lnTo>
                    <a:pt x="859" y="53891"/>
                  </a:lnTo>
                  <a:lnTo>
                    <a:pt x="1740" y="52209"/>
                  </a:lnTo>
                  <a:lnTo>
                    <a:pt x="2082" y="51701"/>
                  </a:lnTo>
                  <a:lnTo>
                    <a:pt x="2863" y="50540"/>
                  </a:lnTo>
                  <a:lnTo>
                    <a:pt x="3488" y="49423"/>
                  </a:lnTo>
                  <a:lnTo>
                    <a:pt x="3573" y="49271"/>
                  </a:lnTo>
                  <a:lnTo>
                    <a:pt x="3740" y="48972"/>
                  </a:lnTo>
                  <a:lnTo>
                    <a:pt x="4200" y="48151"/>
                  </a:lnTo>
                  <a:lnTo>
                    <a:pt x="6980" y="44023"/>
                  </a:lnTo>
                  <a:lnTo>
                    <a:pt x="10267" y="40955"/>
                  </a:lnTo>
                  <a:lnTo>
                    <a:pt x="10478" y="40757"/>
                  </a:lnTo>
                  <a:lnTo>
                    <a:pt x="12301" y="39056"/>
                  </a:lnTo>
                  <a:lnTo>
                    <a:pt x="12633" y="38747"/>
                  </a:lnTo>
                  <a:lnTo>
                    <a:pt x="12877" y="38520"/>
                  </a:lnTo>
                  <a:lnTo>
                    <a:pt x="16431" y="35437"/>
                  </a:lnTo>
                  <a:lnTo>
                    <a:pt x="16709" y="35196"/>
                  </a:lnTo>
                  <a:lnTo>
                    <a:pt x="17174" y="34792"/>
                  </a:lnTo>
                  <a:lnTo>
                    <a:pt x="21434" y="31098"/>
                  </a:lnTo>
                  <a:lnTo>
                    <a:pt x="21684" y="30881"/>
                  </a:lnTo>
                  <a:lnTo>
                    <a:pt x="22116" y="30506"/>
                  </a:lnTo>
                  <a:lnTo>
                    <a:pt x="24204" y="28695"/>
                  </a:lnTo>
                  <a:lnTo>
                    <a:pt x="25141" y="27882"/>
                  </a:lnTo>
                  <a:lnTo>
                    <a:pt x="29440" y="24153"/>
                  </a:lnTo>
                  <a:lnTo>
                    <a:pt x="29908" y="23747"/>
                  </a:lnTo>
                  <a:lnTo>
                    <a:pt x="32237" y="21727"/>
                  </a:lnTo>
                  <a:lnTo>
                    <a:pt x="34879" y="18994"/>
                  </a:lnTo>
                  <a:lnTo>
                    <a:pt x="35901" y="17801"/>
                  </a:lnTo>
                  <a:lnTo>
                    <a:pt x="36329" y="17302"/>
                  </a:lnTo>
                  <a:lnTo>
                    <a:pt x="36610" y="16974"/>
                  </a:lnTo>
                  <a:lnTo>
                    <a:pt x="37482" y="15957"/>
                  </a:lnTo>
                  <a:lnTo>
                    <a:pt x="39463" y="13100"/>
                  </a:lnTo>
                  <a:lnTo>
                    <a:pt x="40353" y="11818"/>
                  </a:lnTo>
                  <a:lnTo>
                    <a:pt x="41939" y="8872"/>
                  </a:lnTo>
                  <a:lnTo>
                    <a:pt x="42608" y="7253"/>
                  </a:lnTo>
                  <a:lnTo>
                    <a:pt x="42758" y="6889"/>
                  </a:lnTo>
                  <a:lnTo>
                    <a:pt x="44011" y="2760"/>
                  </a:lnTo>
                  <a:lnTo>
                    <a:pt x="44910" y="0"/>
                  </a:lnTo>
                  <a:lnTo>
                    <a:pt x="46224" y="326"/>
                  </a:lnTo>
                  <a:lnTo>
                    <a:pt x="46804" y="470"/>
                  </a:lnTo>
                  <a:lnTo>
                    <a:pt x="50435" y="1372"/>
                  </a:lnTo>
                  <a:lnTo>
                    <a:pt x="52153" y="1799"/>
                  </a:lnTo>
                  <a:lnTo>
                    <a:pt x="52773" y="1953"/>
                  </a:lnTo>
                  <a:lnTo>
                    <a:pt x="54262" y="2323"/>
                  </a:lnTo>
                  <a:lnTo>
                    <a:pt x="55558" y="2672"/>
                  </a:lnTo>
                  <a:lnTo>
                    <a:pt x="55781" y="2732"/>
                  </a:lnTo>
                  <a:lnTo>
                    <a:pt x="56666" y="2971"/>
                  </a:lnTo>
                  <a:lnTo>
                    <a:pt x="56884" y="3030"/>
                  </a:lnTo>
                  <a:lnTo>
                    <a:pt x="57170" y="3107"/>
                  </a:lnTo>
                  <a:lnTo>
                    <a:pt x="57717" y="3239"/>
                  </a:lnTo>
                  <a:lnTo>
                    <a:pt x="59799" y="3743"/>
                  </a:lnTo>
                  <a:lnTo>
                    <a:pt x="66553" y="5379"/>
                  </a:lnTo>
                  <a:lnTo>
                    <a:pt x="72452" y="6807"/>
                  </a:lnTo>
                  <a:lnTo>
                    <a:pt x="78380" y="8246"/>
                  </a:lnTo>
                  <a:lnTo>
                    <a:pt x="78801" y="8391"/>
                  </a:lnTo>
                  <a:lnTo>
                    <a:pt x="79116" y="8500"/>
                  </a:lnTo>
                  <a:lnTo>
                    <a:pt x="79356" y="8583"/>
                  </a:lnTo>
                  <a:lnTo>
                    <a:pt x="80731" y="9059"/>
                  </a:lnTo>
                  <a:lnTo>
                    <a:pt x="81104" y="9188"/>
                  </a:lnTo>
                  <a:lnTo>
                    <a:pt x="81515" y="9330"/>
                  </a:lnTo>
                  <a:lnTo>
                    <a:pt x="82860" y="9795"/>
                  </a:lnTo>
                  <a:lnTo>
                    <a:pt x="83282" y="9941"/>
                  </a:lnTo>
                  <a:lnTo>
                    <a:pt x="84400" y="10328"/>
                  </a:lnTo>
                  <a:lnTo>
                    <a:pt x="84753" y="10450"/>
                  </a:lnTo>
                  <a:lnTo>
                    <a:pt x="85306" y="10671"/>
                  </a:lnTo>
                  <a:lnTo>
                    <a:pt x="86136" y="11003"/>
                  </a:lnTo>
                  <a:lnTo>
                    <a:pt x="87954" y="11730"/>
                  </a:lnTo>
                  <a:lnTo>
                    <a:pt x="90271" y="12657"/>
                  </a:lnTo>
                  <a:lnTo>
                    <a:pt x="96080" y="14981"/>
                  </a:lnTo>
                  <a:lnTo>
                    <a:pt x="97315" y="15474"/>
                  </a:lnTo>
                  <a:lnTo>
                    <a:pt x="97971" y="15737"/>
                  </a:lnTo>
                  <a:lnTo>
                    <a:pt x="98175" y="15819"/>
                  </a:lnTo>
                  <a:lnTo>
                    <a:pt x="99236" y="16243"/>
                  </a:lnTo>
                  <a:lnTo>
                    <a:pt x="99672" y="16418"/>
                  </a:lnTo>
                  <a:lnTo>
                    <a:pt x="100051" y="165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629502" y="3088156"/>
              <a:ext cx="142420" cy="122994"/>
            </a:xfrm>
            <a:custGeom>
              <a:avLst/>
              <a:pathLst>
                <a:path w="142420" h="122994">
                  <a:moveTo>
                    <a:pt x="101076" y="32730"/>
                  </a:moveTo>
                  <a:lnTo>
                    <a:pt x="101371" y="32724"/>
                  </a:lnTo>
                  <a:lnTo>
                    <a:pt x="101695" y="32716"/>
                  </a:lnTo>
                  <a:lnTo>
                    <a:pt x="102106" y="32707"/>
                  </a:lnTo>
                  <a:lnTo>
                    <a:pt x="102490" y="32699"/>
                  </a:lnTo>
                  <a:lnTo>
                    <a:pt x="103019" y="32687"/>
                  </a:lnTo>
                  <a:lnTo>
                    <a:pt x="103278" y="32681"/>
                  </a:lnTo>
                  <a:lnTo>
                    <a:pt x="103912" y="32667"/>
                  </a:lnTo>
                  <a:lnTo>
                    <a:pt x="104615" y="32651"/>
                  </a:lnTo>
                  <a:lnTo>
                    <a:pt x="104826" y="32646"/>
                  </a:lnTo>
                  <a:lnTo>
                    <a:pt x="105364" y="32634"/>
                  </a:lnTo>
                  <a:lnTo>
                    <a:pt x="106286" y="32614"/>
                  </a:lnTo>
                  <a:lnTo>
                    <a:pt x="106425" y="32611"/>
                  </a:lnTo>
                  <a:lnTo>
                    <a:pt x="107045" y="32597"/>
                  </a:lnTo>
                  <a:lnTo>
                    <a:pt x="107443" y="32588"/>
                  </a:lnTo>
                  <a:lnTo>
                    <a:pt x="107664" y="32583"/>
                  </a:lnTo>
                  <a:lnTo>
                    <a:pt x="108476" y="32565"/>
                  </a:lnTo>
                  <a:lnTo>
                    <a:pt x="108611" y="32562"/>
                  </a:lnTo>
                  <a:lnTo>
                    <a:pt x="109155" y="32550"/>
                  </a:lnTo>
                  <a:lnTo>
                    <a:pt x="109733" y="32537"/>
                  </a:lnTo>
                  <a:lnTo>
                    <a:pt x="110234" y="32525"/>
                  </a:lnTo>
                  <a:lnTo>
                    <a:pt x="110891" y="32511"/>
                  </a:lnTo>
                  <a:lnTo>
                    <a:pt x="111234" y="32193"/>
                  </a:lnTo>
                  <a:lnTo>
                    <a:pt x="111274" y="29987"/>
                  </a:lnTo>
                  <a:lnTo>
                    <a:pt x="114282" y="29936"/>
                  </a:lnTo>
                  <a:lnTo>
                    <a:pt x="117132" y="31784"/>
                  </a:lnTo>
                  <a:lnTo>
                    <a:pt x="117132" y="33962"/>
                  </a:lnTo>
                  <a:lnTo>
                    <a:pt x="114484" y="35372"/>
                  </a:lnTo>
                  <a:lnTo>
                    <a:pt x="114858" y="39826"/>
                  </a:lnTo>
                  <a:lnTo>
                    <a:pt x="114911" y="40456"/>
                  </a:lnTo>
                  <a:lnTo>
                    <a:pt x="112561" y="40841"/>
                  </a:lnTo>
                  <a:lnTo>
                    <a:pt x="109041" y="41225"/>
                  </a:lnTo>
                  <a:lnTo>
                    <a:pt x="101197" y="42080"/>
                  </a:lnTo>
                  <a:lnTo>
                    <a:pt x="95002" y="42592"/>
                  </a:lnTo>
                  <a:lnTo>
                    <a:pt x="94318" y="44686"/>
                  </a:lnTo>
                  <a:lnTo>
                    <a:pt x="103119" y="52931"/>
                  </a:lnTo>
                  <a:lnTo>
                    <a:pt x="105338" y="53483"/>
                  </a:lnTo>
                  <a:lnTo>
                    <a:pt x="108224" y="54200"/>
                  </a:lnTo>
                  <a:lnTo>
                    <a:pt x="114614" y="55788"/>
                  </a:lnTo>
                  <a:lnTo>
                    <a:pt x="116748" y="54811"/>
                  </a:lnTo>
                  <a:lnTo>
                    <a:pt x="117760" y="54978"/>
                  </a:lnTo>
                  <a:lnTo>
                    <a:pt x="118789" y="55148"/>
                  </a:lnTo>
                  <a:lnTo>
                    <a:pt x="122346" y="59334"/>
                  </a:lnTo>
                  <a:lnTo>
                    <a:pt x="142420" y="64040"/>
                  </a:lnTo>
                  <a:lnTo>
                    <a:pt x="141777" y="68052"/>
                  </a:lnTo>
                  <a:lnTo>
                    <a:pt x="141353" y="71025"/>
                  </a:lnTo>
                  <a:lnTo>
                    <a:pt x="117962" y="67500"/>
                  </a:lnTo>
                  <a:lnTo>
                    <a:pt x="115283" y="67719"/>
                  </a:lnTo>
                  <a:lnTo>
                    <a:pt x="116146" y="71131"/>
                  </a:lnTo>
                  <a:lnTo>
                    <a:pt x="125972" y="72199"/>
                  </a:lnTo>
                  <a:lnTo>
                    <a:pt x="131847" y="79569"/>
                  </a:lnTo>
                  <a:lnTo>
                    <a:pt x="138215" y="79284"/>
                  </a:lnTo>
                  <a:lnTo>
                    <a:pt x="138935" y="88807"/>
                  </a:lnTo>
                  <a:lnTo>
                    <a:pt x="133470" y="89410"/>
                  </a:lnTo>
                  <a:lnTo>
                    <a:pt x="130271" y="91638"/>
                  </a:lnTo>
                  <a:lnTo>
                    <a:pt x="126460" y="93187"/>
                  </a:lnTo>
                  <a:lnTo>
                    <a:pt x="122469" y="95338"/>
                  </a:lnTo>
                  <a:lnTo>
                    <a:pt x="121335" y="95327"/>
                  </a:lnTo>
                  <a:lnTo>
                    <a:pt x="119670" y="95313"/>
                  </a:lnTo>
                  <a:lnTo>
                    <a:pt x="118934" y="97112"/>
                  </a:lnTo>
                  <a:lnTo>
                    <a:pt x="117999" y="99114"/>
                  </a:lnTo>
                  <a:lnTo>
                    <a:pt x="112379" y="103582"/>
                  </a:lnTo>
                  <a:lnTo>
                    <a:pt x="111335" y="106488"/>
                  </a:lnTo>
                  <a:lnTo>
                    <a:pt x="116996" y="108205"/>
                  </a:lnTo>
                  <a:lnTo>
                    <a:pt x="121950" y="109707"/>
                  </a:lnTo>
                  <a:lnTo>
                    <a:pt x="125687" y="111575"/>
                  </a:lnTo>
                  <a:lnTo>
                    <a:pt x="125770" y="122994"/>
                  </a:lnTo>
                  <a:lnTo>
                    <a:pt x="121241" y="120864"/>
                  </a:lnTo>
                  <a:lnTo>
                    <a:pt x="118197" y="118622"/>
                  </a:lnTo>
                  <a:lnTo>
                    <a:pt x="115046" y="114723"/>
                  </a:lnTo>
                  <a:lnTo>
                    <a:pt x="112910" y="113281"/>
                  </a:lnTo>
                  <a:lnTo>
                    <a:pt x="109492" y="111412"/>
                  </a:lnTo>
                  <a:lnTo>
                    <a:pt x="105860" y="108154"/>
                  </a:lnTo>
                  <a:lnTo>
                    <a:pt x="103083" y="105644"/>
                  </a:lnTo>
                  <a:lnTo>
                    <a:pt x="100093" y="103775"/>
                  </a:lnTo>
                  <a:lnTo>
                    <a:pt x="98881" y="104431"/>
                  </a:lnTo>
                  <a:lnTo>
                    <a:pt x="97640" y="105103"/>
                  </a:lnTo>
                  <a:lnTo>
                    <a:pt x="97350" y="105073"/>
                  </a:lnTo>
                  <a:lnTo>
                    <a:pt x="95405" y="104874"/>
                  </a:lnTo>
                  <a:lnTo>
                    <a:pt x="94821" y="104806"/>
                  </a:lnTo>
                  <a:lnTo>
                    <a:pt x="94575" y="104084"/>
                  </a:lnTo>
                  <a:lnTo>
                    <a:pt x="94489" y="103833"/>
                  </a:lnTo>
                  <a:lnTo>
                    <a:pt x="94419" y="103587"/>
                  </a:lnTo>
                  <a:lnTo>
                    <a:pt x="93429" y="100109"/>
                  </a:lnTo>
                  <a:lnTo>
                    <a:pt x="92187" y="96732"/>
                  </a:lnTo>
                  <a:lnTo>
                    <a:pt x="92034" y="96320"/>
                  </a:lnTo>
                  <a:lnTo>
                    <a:pt x="90812" y="93043"/>
                  </a:lnTo>
                  <a:lnTo>
                    <a:pt x="90600" y="92415"/>
                  </a:lnTo>
                  <a:lnTo>
                    <a:pt x="90125" y="91006"/>
                  </a:lnTo>
                  <a:lnTo>
                    <a:pt x="89116" y="91724"/>
                  </a:lnTo>
                  <a:lnTo>
                    <a:pt x="86464" y="93611"/>
                  </a:lnTo>
                  <a:lnTo>
                    <a:pt x="86155" y="94620"/>
                  </a:lnTo>
                  <a:lnTo>
                    <a:pt x="85834" y="95669"/>
                  </a:lnTo>
                  <a:lnTo>
                    <a:pt x="85738" y="95982"/>
                  </a:lnTo>
                  <a:lnTo>
                    <a:pt x="83794" y="98033"/>
                  </a:lnTo>
                  <a:lnTo>
                    <a:pt x="83642" y="98051"/>
                  </a:lnTo>
                  <a:lnTo>
                    <a:pt x="78845" y="98636"/>
                  </a:lnTo>
                  <a:lnTo>
                    <a:pt x="78654" y="98659"/>
                  </a:lnTo>
                  <a:lnTo>
                    <a:pt x="77985" y="98740"/>
                  </a:lnTo>
                  <a:lnTo>
                    <a:pt x="76221" y="100517"/>
                  </a:lnTo>
                  <a:lnTo>
                    <a:pt x="74397" y="101570"/>
                  </a:lnTo>
                  <a:lnTo>
                    <a:pt x="72584" y="102618"/>
                  </a:lnTo>
                  <a:lnTo>
                    <a:pt x="71830" y="102979"/>
                  </a:lnTo>
                  <a:lnTo>
                    <a:pt x="71373" y="103198"/>
                  </a:lnTo>
                  <a:lnTo>
                    <a:pt x="70089" y="103813"/>
                  </a:lnTo>
                  <a:lnTo>
                    <a:pt x="69677" y="104011"/>
                  </a:lnTo>
                  <a:lnTo>
                    <a:pt x="69372" y="104152"/>
                  </a:lnTo>
                  <a:lnTo>
                    <a:pt x="65938" y="103621"/>
                  </a:lnTo>
                  <a:lnTo>
                    <a:pt x="64820" y="103448"/>
                  </a:lnTo>
                  <a:lnTo>
                    <a:pt x="63272" y="103210"/>
                  </a:lnTo>
                  <a:lnTo>
                    <a:pt x="61625" y="103048"/>
                  </a:lnTo>
                  <a:lnTo>
                    <a:pt x="61354" y="103022"/>
                  </a:lnTo>
                  <a:lnTo>
                    <a:pt x="60157" y="102904"/>
                  </a:lnTo>
                  <a:lnTo>
                    <a:pt x="59746" y="102864"/>
                  </a:lnTo>
                  <a:lnTo>
                    <a:pt x="56719" y="102566"/>
                  </a:lnTo>
                  <a:lnTo>
                    <a:pt x="56727" y="100972"/>
                  </a:lnTo>
                  <a:lnTo>
                    <a:pt x="54640" y="98904"/>
                  </a:lnTo>
                  <a:lnTo>
                    <a:pt x="53950" y="95442"/>
                  </a:lnTo>
                  <a:lnTo>
                    <a:pt x="53443" y="92896"/>
                  </a:lnTo>
                  <a:lnTo>
                    <a:pt x="52491" y="88117"/>
                  </a:lnTo>
                  <a:lnTo>
                    <a:pt x="50166" y="88323"/>
                  </a:lnTo>
                  <a:lnTo>
                    <a:pt x="50144" y="87669"/>
                  </a:lnTo>
                  <a:lnTo>
                    <a:pt x="50122" y="86990"/>
                  </a:lnTo>
                  <a:lnTo>
                    <a:pt x="50109" y="86620"/>
                  </a:lnTo>
                  <a:lnTo>
                    <a:pt x="50100" y="86339"/>
                  </a:lnTo>
                  <a:lnTo>
                    <a:pt x="48896" y="85934"/>
                  </a:lnTo>
                  <a:lnTo>
                    <a:pt x="48373" y="85758"/>
                  </a:lnTo>
                  <a:lnTo>
                    <a:pt x="47643" y="85512"/>
                  </a:lnTo>
                  <a:lnTo>
                    <a:pt x="47654" y="85298"/>
                  </a:lnTo>
                  <a:lnTo>
                    <a:pt x="47703" y="84313"/>
                  </a:lnTo>
                  <a:lnTo>
                    <a:pt x="47731" y="83743"/>
                  </a:lnTo>
                  <a:lnTo>
                    <a:pt x="44743" y="82847"/>
                  </a:lnTo>
                  <a:lnTo>
                    <a:pt x="44662" y="83574"/>
                  </a:lnTo>
                  <a:lnTo>
                    <a:pt x="44635" y="83822"/>
                  </a:lnTo>
                  <a:lnTo>
                    <a:pt x="44608" y="84058"/>
                  </a:lnTo>
                  <a:lnTo>
                    <a:pt x="44546" y="84610"/>
                  </a:lnTo>
                  <a:lnTo>
                    <a:pt x="44480" y="85205"/>
                  </a:lnTo>
                  <a:lnTo>
                    <a:pt x="44107" y="86978"/>
                  </a:lnTo>
                  <a:lnTo>
                    <a:pt x="43995" y="87515"/>
                  </a:lnTo>
                  <a:lnTo>
                    <a:pt x="43853" y="88403"/>
                  </a:lnTo>
                  <a:lnTo>
                    <a:pt x="43798" y="88746"/>
                  </a:lnTo>
                  <a:lnTo>
                    <a:pt x="43751" y="89041"/>
                  </a:lnTo>
                  <a:lnTo>
                    <a:pt x="43691" y="89414"/>
                  </a:lnTo>
                  <a:lnTo>
                    <a:pt x="43647" y="89692"/>
                  </a:lnTo>
                  <a:lnTo>
                    <a:pt x="43250" y="92183"/>
                  </a:lnTo>
                  <a:lnTo>
                    <a:pt x="43157" y="92765"/>
                  </a:lnTo>
                  <a:lnTo>
                    <a:pt x="43024" y="93595"/>
                  </a:lnTo>
                  <a:lnTo>
                    <a:pt x="42898" y="94383"/>
                  </a:lnTo>
                  <a:lnTo>
                    <a:pt x="42839" y="94752"/>
                  </a:lnTo>
                  <a:lnTo>
                    <a:pt x="42544" y="94690"/>
                  </a:lnTo>
                  <a:lnTo>
                    <a:pt x="41975" y="94588"/>
                  </a:lnTo>
                  <a:lnTo>
                    <a:pt x="40964" y="94408"/>
                  </a:lnTo>
                  <a:lnTo>
                    <a:pt x="40547" y="94333"/>
                  </a:lnTo>
                  <a:lnTo>
                    <a:pt x="40216" y="94274"/>
                  </a:lnTo>
                  <a:lnTo>
                    <a:pt x="38905" y="94040"/>
                  </a:lnTo>
                  <a:lnTo>
                    <a:pt x="37140" y="93848"/>
                  </a:lnTo>
                  <a:lnTo>
                    <a:pt x="36668" y="93863"/>
                  </a:lnTo>
                  <a:lnTo>
                    <a:pt x="36175" y="93878"/>
                  </a:lnTo>
                  <a:lnTo>
                    <a:pt x="35904" y="93887"/>
                  </a:lnTo>
                  <a:lnTo>
                    <a:pt x="35543" y="93420"/>
                  </a:lnTo>
                  <a:lnTo>
                    <a:pt x="35233" y="92602"/>
                  </a:lnTo>
                  <a:lnTo>
                    <a:pt x="35169" y="92433"/>
                  </a:lnTo>
                  <a:lnTo>
                    <a:pt x="35005" y="92002"/>
                  </a:lnTo>
                  <a:lnTo>
                    <a:pt x="32702" y="91795"/>
                  </a:lnTo>
                  <a:lnTo>
                    <a:pt x="32678" y="92060"/>
                  </a:lnTo>
                  <a:lnTo>
                    <a:pt x="32633" y="92549"/>
                  </a:lnTo>
                  <a:lnTo>
                    <a:pt x="32617" y="92723"/>
                  </a:lnTo>
                  <a:lnTo>
                    <a:pt x="32557" y="93396"/>
                  </a:lnTo>
                  <a:lnTo>
                    <a:pt x="32534" y="93649"/>
                  </a:lnTo>
                  <a:lnTo>
                    <a:pt x="32505" y="93969"/>
                  </a:lnTo>
                  <a:lnTo>
                    <a:pt x="24301" y="92394"/>
                  </a:lnTo>
                  <a:lnTo>
                    <a:pt x="23686" y="92276"/>
                  </a:lnTo>
                  <a:lnTo>
                    <a:pt x="23667" y="92932"/>
                  </a:lnTo>
                  <a:lnTo>
                    <a:pt x="23674" y="93132"/>
                  </a:lnTo>
                  <a:lnTo>
                    <a:pt x="23684" y="93412"/>
                  </a:lnTo>
                  <a:lnTo>
                    <a:pt x="23314" y="93421"/>
                  </a:lnTo>
                  <a:lnTo>
                    <a:pt x="17642" y="93548"/>
                  </a:lnTo>
                  <a:lnTo>
                    <a:pt x="17415" y="93553"/>
                  </a:lnTo>
                  <a:lnTo>
                    <a:pt x="17270" y="93556"/>
                  </a:lnTo>
                  <a:lnTo>
                    <a:pt x="13512" y="93640"/>
                  </a:lnTo>
                  <a:lnTo>
                    <a:pt x="11187" y="93692"/>
                  </a:lnTo>
                  <a:lnTo>
                    <a:pt x="6389" y="93800"/>
                  </a:lnTo>
                  <a:lnTo>
                    <a:pt x="6168" y="93805"/>
                  </a:lnTo>
                  <a:lnTo>
                    <a:pt x="5765" y="93814"/>
                  </a:lnTo>
                  <a:lnTo>
                    <a:pt x="1055" y="93919"/>
                  </a:lnTo>
                  <a:lnTo>
                    <a:pt x="785" y="93925"/>
                  </a:lnTo>
                  <a:lnTo>
                    <a:pt x="365" y="81365"/>
                  </a:lnTo>
                  <a:lnTo>
                    <a:pt x="26" y="71224"/>
                  </a:lnTo>
                  <a:lnTo>
                    <a:pt x="0" y="70442"/>
                  </a:lnTo>
                  <a:lnTo>
                    <a:pt x="2454" y="71420"/>
                  </a:lnTo>
                  <a:lnTo>
                    <a:pt x="3080" y="71669"/>
                  </a:lnTo>
                  <a:lnTo>
                    <a:pt x="5172" y="72503"/>
                  </a:lnTo>
                  <a:lnTo>
                    <a:pt x="8037" y="73623"/>
                  </a:lnTo>
                  <a:lnTo>
                    <a:pt x="8316" y="72880"/>
                  </a:lnTo>
                  <a:lnTo>
                    <a:pt x="9961" y="68506"/>
                  </a:lnTo>
                  <a:lnTo>
                    <a:pt x="10427" y="67266"/>
                  </a:lnTo>
                  <a:lnTo>
                    <a:pt x="10540" y="66964"/>
                  </a:lnTo>
                  <a:lnTo>
                    <a:pt x="10746" y="66417"/>
                  </a:lnTo>
                  <a:lnTo>
                    <a:pt x="12151" y="62679"/>
                  </a:lnTo>
                  <a:lnTo>
                    <a:pt x="12296" y="62293"/>
                  </a:lnTo>
                  <a:lnTo>
                    <a:pt x="17175" y="64284"/>
                  </a:lnTo>
                  <a:lnTo>
                    <a:pt x="17944" y="62295"/>
                  </a:lnTo>
                  <a:lnTo>
                    <a:pt x="18994" y="59577"/>
                  </a:lnTo>
                  <a:lnTo>
                    <a:pt x="19133" y="59217"/>
                  </a:lnTo>
                  <a:lnTo>
                    <a:pt x="19277" y="58843"/>
                  </a:lnTo>
                  <a:lnTo>
                    <a:pt x="20993" y="54403"/>
                  </a:lnTo>
                  <a:lnTo>
                    <a:pt x="21074" y="54192"/>
                  </a:lnTo>
                  <a:lnTo>
                    <a:pt x="21153" y="53988"/>
                  </a:lnTo>
                  <a:lnTo>
                    <a:pt x="22360" y="50865"/>
                  </a:lnTo>
                  <a:lnTo>
                    <a:pt x="22850" y="49598"/>
                  </a:lnTo>
                  <a:lnTo>
                    <a:pt x="22945" y="49352"/>
                  </a:lnTo>
                  <a:lnTo>
                    <a:pt x="23041" y="49102"/>
                  </a:lnTo>
                  <a:lnTo>
                    <a:pt x="23535" y="47825"/>
                  </a:lnTo>
                  <a:lnTo>
                    <a:pt x="24801" y="44655"/>
                  </a:lnTo>
                  <a:lnTo>
                    <a:pt x="24942" y="44711"/>
                  </a:lnTo>
                  <a:lnTo>
                    <a:pt x="34425" y="48491"/>
                  </a:lnTo>
                  <a:lnTo>
                    <a:pt x="36071" y="49088"/>
                  </a:lnTo>
                  <a:lnTo>
                    <a:pt x="39666" y="46143"/>
                  </a:lnTo>
                  <a:lnTo>
                    <a:pt x="43991" y="43433"/>
                  </a:lnTo>
                  <a:lnTo>
                    <a:pt x="44638" y="43098"/>
                  </a:lnTo>
                  <a:lnTo>
                    <a:pt x="48968" y="40855"/>
                  </a:lnTo>
                  <a:lnTo>
                    <a:pt x="49440" y="40611"/>
                  </a:lnTo>
                  <a:lnTo>
                    <a:pt x="49745" y="40452"/>
                  </a:lnTo>
                  <a:lnTo>
                    <a:pt x="44849" y="32028"/>
                  </a:lnTo>
                  <a:lnTo>
                    <a:pt x="44515" y="31458"/>
                  </a:lnTo>
                  <a:lnTo>
                    <a:pt x="44439" y="31329"/>
                  </a:lnTo>
                  <a:lnTo>
                    <a:pt x="44361" y="31195"/>
                  </a:lnTo>
                  <a:lnTo>
                    <a:pt x="40848" y="25197"/>
                  </a:lnTo>
                  <a:lnTo>
                    <a:pt x="40712" y="24453"/>
                  </a:lnTo>
                  <a:lnTo>
                    <a:pt x="40537" y="23492"/>
                  </a:lnTo>
                  <a:lnTo>
                    <a:pt x="40427" y="22887"/>
                  </a:lnTo>
                  <a:lnTo>
                    <a:pt x="40065" y="20897"/>
                  </a:lnTo>
                  <a:lnTo>
                    <a:pt x="39760" y="19226"/>
                  </a:lnTo>
                  <a:lnTo>
                    <a:pt x="39840" y="18078"/>
                  </a:lnTo>
                  <a:lnTo>
                    <a:pt x="40367" y="16320"/>
                  </a:lnTo>
                  <a:lnTo>
                    <a:pt x="44698" y="13411"/>
                  </a:lnTo>
                  <a:lnTo>
                    <a:pt x="45302" y="13005"/>
                  </a:lnTo>
                  <a:lnTo>
                    <a:pt x="45562" y="12830"/>
                  </a:lnTo>
                  <a:lnTo>
                    <a:pt x="49676" y="10067"/>
                  </a:lnTo>
                  <a:lnTo>
                    <a:pt x="50096" y="9785"/>
                  </a:lnTo>
                  <a:lnTo>
                    <a:pt x="52070" y="8459"/>
                  </a:lnTo>
                  <a:lnTo>
                    <a:pt x="57041" y="5120"/>
                  </a:lnTo>
                  <a:lnTo>
                    <a:pt x="64723" y="0"/>
                  </a:lnTo>
                  <a:lnTo>
                    <a:pt x="68044" y="3579"/>
                  </a:lnTo>
                  <a:lnTo>
                    <a:pt x="73836" y="9695"/>
                  </a:lnTo>
                  <a:lnTo>
                    <a:pt x="81243" y="13355"/>
                  </a:lnTo>
                  <a:lnTo>
                    <a:pt x="82318" y="13887"/>
                  </a:lnTo>
                  <a:lnTo>
                    <a:pt x="82767" y="14109"/>
                  </a:lnTo>
                  <a:lnTo>
                    <a:pt x="82872" y="14238"/>
                  </a:lnTo>
                  <a:lnTo>
                    <a:pt x="81930" y="15646"/>
                  </a:lnTo>
                  <a:lnTo>
                    <a:pt x="81676" y="16025"/>
                  </a:lnTo>
                  <a:lnTo>
                    <a:pt x="81588" y="16157"/>
                  </a:lnTo>
                  <a:lnTo>
                    <a:pt x="81462" y="16345"/>
                  </a:lnTo>
                  <a:lnTo>
                    <a:pt x="81271" y="16755"/>
                  </a:lnTo>
                  <a:lnTo>
                    <a:pt x="81200" y="16908"/>
                  </a:lnTo>
                  <a:lnTo>
                    <a:pt x="81064" y="17329"/>
                  </a:lnTo>
                  <a:lnTo>
                    <a:pt x="81418" y="17570"/>
                  </a:lnTo>
                  <a:lnTo>
                    <a:pt x="84342" y="19559"/>
                  </a:lnTo>
                  <a:lnTo>
                    <a:pt x="86279" y="20877"/>
                  </a:lnTo>
                  <a:lnTo>
                    <a:pt x="86466" y="21004"/>
                  </a:lnTo>
                  <a:lnTo>
                    <a:pt x="87425" y="21642"/>
                  </a:lnTo>
                  <a:lnTo>
                    <a:pt x="87556" y="21729"/>
                  </a:lnTo>
                  <a:lnTo>
                    <a:pt x="87776" y="21876"/>
                  </a:lnTo>
                  <a:lnTo>
                    <a:pt x="88020" y="22038"/>
                  </a:lnTo>
                  <a:lnTo>
                    <a:pt x="88543" y="22386"/>
                  </a:lnTo>
                  <a:lnTo>
                    <a:pt x="88788" y="22548"/>
                  </a:lnTo>
                  <a:lnTo>
                    <a:pt x="89072" y="22737"/>
                  </a:lnTo>
                  <a:lnTo>
                    <a:pt x="89354" y="22925"/>
                  </a:lnTo>
                  <a:lnTo>
                    <a:pt x="89679" y="23141"/>
                  </a:lnTo>
                  <a:lnTo>
                    <a:pt x="89974" y="23338"/>
                  </a:lnTo>
                  <a:lnTo>
                    <a:pt x="90152" y="23456"/>
                  </a:lnTo>
                  <a:lnTo>
                    <a:pt x="90539" y="23713"/>
                  </a:lnTo>
                  <a:lnTo>
                    <a:pt x="90881" y="23941"/>
                  </a:lnTo>
                  <a:lnTo>
                    <a:pt x="91039" y="24049"/>
                  </a:lnTo>
                  <a:lnTo>
                    <a:pt x="91299" y="24226"/>
                  </a:lnTo>
                  <a:lnTo>
                    <a:pt x="92145" y="24801"/>
                  </a:lnTo>
                  <a:lnTo>
                    <a:pt x="92333" y="24929"/>
                  </a:lnTo>
                  <a:lnTo>
                    <a:pt x="93922" y="26010"/>
                  </a:lnTo>
                  <a:lnTo>
                    <a:pt x="95798" y="27286"/>
                  </a:lnTo>
                  <a:lnTo>
                    <a:pt x="96504" y="28026"/>
                  </a:lnTo>
                  <a:lnTo>
                    <a:pt x="99585" y="312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653168" y="3171004"/>
              <a:ext cx="78146" cy="49957"/>
            </a:xfrm>
            <a:custGeom>
              <a:avLst/>
              <a:pathLst>
                <a:path w="78146" h="49957">
                  <a:moveTo>
                    <a:pt x="26479" y="4821"/>
                  </a:moveTo>
                  <a:lnTo>
                    <a:pt x="26501" y="5475"/>
                  </a:lnTo>
                  <a:lnTo>
                    <a:pt x="28826" y="5269"/>
                  </a:lnTo>
                  <a:lnTo>
                    <a:pt x="29778" y="10049"/>
                  </a:lnTo>
                  <a:lnTo>
                    <a:pt x="30285" y="12594"/>
                  </a:lnTo>
                  <a:lnTo>
                    <a:pt x="30975" y="16056"/>
                  </a:lnTo>
                  <a:lnTo>
                    <a:pt x="33062" y="18125"/>
                  </a:lnTo>
                  <a:lnTo>
                    <a:pt x="33054" y="19719"/>
                  </a:lnTo>
                  <a:lnTo>
                    <a:pt x="36081" y="20016"/>
                  </a:lnTo>
                  <a:lnTo>
                    <a:pt x="36492" y="20056"/>
                  </a:lnTo>
                  <a:lnTo>
                    <a:pt x="37689" y="20174"/>
                  </a:lnTo>
                  <a:lnTo>
                    <a:pt x="37960" y="20201"/>
                  </a:lnTo>
                  <a:lnTo>
                    <a:pt x="39624" y="20364"/>
                  </a:lnTo>
                  <a:lnTo>
                    <a:pt x="41155" y="20601"/>
                  </a:lnTo>
                  <a:lnTo>
                    <a:pt x="42273" y="20774"/>
                  </a:lnTo>
                  <a:lnTo>
                    <a:pt x="45715" y="21305"/>
                  </a:lnTo>
                  <a:lnTo>
                    <a:pt x="46012" y="21163"/>
                  </a:lnTo>
                  <a:lnTo>
                    <a:pt x="46448" y="20954"/>
                  </a:lnTo>
                  <a:lnTo>
                    <a:pt x="47708" y="20350"/>
                  </a:lnTo>
                  <a:lnTo>
                    <a:pt x="48165" y="20131"/>
                  </a:lnTo>
                  <a:lnTo>
                    <a:pt x="48919" y="19770"/>
                  </a:lnTo>
                  <a:lnTo>
                    <a:pt x="50732" y="18723"/>
                  </a:lnTo>
                  <a:lnTo>
                    <a:pt x="52556" y="17669"/>
                  </a:lnTo>
                  <a:lnTo>
                    <a:pt x="54320" y="15893"/>
                  </a:lnTo>
                  <a:lnTo>
                    <a:pt x="54989" y="15811"/>
                  </a:lnTo>
                  <a:lnTo>
                    <a:pt x="55296" y="15774"/>
                  </a:lnTo>
                  <a:lnTo>
                    <a:pt x="59977" y="15204"/>
                  </a:lnTo>
                  <a:lnTo>
                    <a:pt x="60129" y="15185"/>
                  </a:lnTo>
                  <a:lnTo>
                    <a:pt x="62073" y="13135"/>
                  </a:lnTo>
                  <a:lnTo>
                    <a:pt x="62169" y="12822"/>
                  </a:lnTo>
                  <a:lnTo>
                    <a:pt x="62490" y="11773"/>
                  </a:lnTo>
                  <a:lnTo>
                    <a:pt x="62799" y="10763"/>
                  </a:lnTo>
                  <a:lnTo>
                    <a:pt x="65451" y="8876"/>
                  </a:lnTo>
                  <a:lnTo>
                    <a:pt x="66460" y="8158"/>
                  </a:lnTo>
                  <a:lnTo>
                    <a:pt x="66935" y="9567"/>
                  </a:lnTo>
                  <a:lnTo>
                    <a:pt x="67147" y="10195"/>
                  </a:lnTo>
                  <a:lnTo>
                    <a:pt x="68369" y="13473"/>
                  </a:lnTo>
                  <a:lnTo>
                    <a:pt x="68522" y="13884"/>
                  </a:lnTo>
                  <a:lnTo>
                    <a:pt x="69764" y="17262"/>
                  </a:lnTo>
                  <a:lnTo>
                    <a:pt x="70754" y="20740"/>
                  </a:lnTo>
                  <a:lnTo>
                    <a:pt x="70824" y="20985"/>
                  </a:lnTo>
                  <a:lnTo>
                    <a:pt x="70909" y="21236"/>
                  </a:lnTo>
                  <a:lnTo>
                    <a:pt x="71158" y="21967"/>
                  </a:lnTo>
                  <a:lnTo>
                    <a:pt x="71740" y="22026"/>
                  </a:lnTo>
                  <a:lnTo>
                    <a:pt x="73748" y="22232"/>
                  </a:lnTo>
                  <a:lnTo>
                    <a:pt x="73975" y="22256"/>
                  </a:lnTo>
                  <a:lnTo>
                    <a:pt x="74080" y="22518"/>
                  </a:lnTo>
                  <a:lnTo>
                    <a:pt x="74201" y="22819"/>
                  </a:lnTo>
                  <a:lnTo>
                    <a:pt x="74320" y="23116"/>
                  </a:lnTo>
                  <a:lnTo>
                    <a:pt x="74710" y="24090"/>
                  </a:lnTo>
                  <a:lnTo>
                    <a:pt x="74949" y="24687"/>
                  </a:lnTo>
                  <a:lnTo>
                    <a:pt x="70057" y="26456"/>
                  </a:lnTo>
                  <a:lnTo>
                    <a:pt x="65051" y="28058"/>
                  </a:lnTo>
                  <a:lnTo>
                    <a:pt x="62487" y="29060"/>
                  </a:lnTo>
                  <a:lnTo>
                    <a:pt x="59506" y="32367"/>
                  </a:lnTo>
                  <a:lnTo>
                    <a:pt x="64684" y="36163"/>
                  </a:lnTo>
                  <a:lnTo>
                    <a:pt x="64569" y="40075"/>
                  </a:lnTo>
                  <a:lnTo>
                    <a:pt x="72308" y="41469"/>
                  </a:lnTo>
                  <a:lnTo>
                    <a:pt x="73281" y="39279"/>
                  </a:lnTo>
                  <a:lnTo>
                    <a:pt x="73593" y="38575"/>
                  </a:lnTo>
                  <a:lnTo>
                    <a:pt x="76621" y="39230"/>
                  </a:lnTo>
                  <a:lnTo>
                    <a:pt x="77131" y="40330"/>
                  </a:lnTo>
                  <a:lnTo>
                    <a:pt x="78146" y="42768"/>
                  </a:lnTo>
                  <a:lnTo>
                    <a:pt x="77984" y="42754"/>
                  </a:lnTo>
                  <a:lnTo>
                    <a:pt x="77510" y="42700"/>
                  </a:lnTo>
                  <a:lnTo>
                    <a:pt x="75642" y="42486"/>
                  </a:lnTo>
                  <a:lnTo>
                    <a:pt x="75481" y="42468"/>
                  </a:lnTo>
                  <a:lnTo>
                    <a:pt x="75427" y="42601"/>
                  </a:lnTo>
                  <a:lnTo>
                    <a:pt x="75006" y="43641"/>
                  </a:lnTo>
                  <a:lnTo>
                    <a:pt x="74822" y="44096"/>
                  </a:lnTo>
                  <a:lnTo>
                    <a:pt x="74554" y="44758"/>
                  </a:lnTo>
                  <a:lnTo>
                    <a:pt x="74395" y="45151"/>
                  </a:lnTo>
                  <a:lnTo>
                    <a:pt x="74637" y="45171"/>
                  </a:lnTo>
                  <a:lnTo>
                    <a:pt x="74837" y="45187"/>
                  </a:lnTo>
                  <a:lnTo>
                    <a:pt x="76171" y="45171"/>
                  </a:lnTo>
                  <a:lnTo>
                    <a:pt x="76290" y="45843"/>
                  </a:lnTo>
                  <a:lnTo>
                    <a:pt x="76313" y="45977"/>
                  </a:lnTo>
                  <a:lnTo>
                    <a:pt x="76412" y="46535"/>
                  </a:lnTo>
                  <a:lnTo>
                    <a:pt x="75925" y="46573"/>
                  </a:lnTo>
                  <a:lnTo>
                    <a:pt x="75629" y="46649"/>
                  </a:lnTo>
                  <a:lnTo>
                    <a:pt x="75162" y="46768"/>
                  </a:lnTo>
                  <a:lnTo>
                    <a:pt x="74914" y="46832"/>
                  </a:lnTo>
                  <a:lnTo>
                    <a:pt x="74445" y="46952"/>
                  </a:lnTo>
                  <a:lnTo>
                    <a:pt x="71748" y="47822"/>
                  </a:lnTo>
                  <a:lnTo>
                    <a:pt x="71511" y="47327"/>
                  </a:lnTo>
                  <a:lnTo>
                    <a:pt x="71246" y="46776"/>
                  </a:lnTo>
                  <a:lnTo>
                    <a:pt x="70296" y="46391"/>
                  </a:lnTo>
                  <a:lnTo>
                    <a:pt x="66162" y="45975"/>
                  </a:lnTo>
                  <a:lnTo>
                    <a:pt x="63631" y="46135"/>
                  </a:lnTo>
                  <a:lnTo>
                    <a:pt x="61257" y="46981"/>
                  </a:lnTo>
                  <a:lnTo>
                    <a:pt x="60557" y="45125"/>
                  </a:lnTo>
                  <a:lnTo>
                    <a:pt x="60350" y="44578"/>
                  </a:lnTo>
                  <a:lnTo>
                    <a:pt x="60254" y="44321"/>
                  </a:lnTo>
                  <a:lnTo>
                    <a:pt x="60059" y="43805"/>
                  </a:lnTo>
                  <a:lnTo>
                    <a:pt x="59686" y="43987"/>
                  </a:lnTo>
                  <a:lnTo>
                    <a:pt x="59185" y="44232"/>
                  </a:lnTo>
                  <a:lnTo>
                    <a:pt x="55737" y="45916"/>
                  </a:lnTo>
                  <a:lnTo>
                    <a:pt x="55529" y="46017"/>
                  </a:lnTo>
                  <a:lnTo>
                    <a:pt x="54304" y="46616"/>
                  </a:lnTo>
                  <a:lnTo>
                    <a:pt x="53918" y="46805"/>
                  </a:lnTo>
                  <a:lnTo>
                    <a:pt x="53719" y="46902"/>
                  </a:lnTo>
                  <a:lnTo>
                    <a:pt x="53319" y="47073"/>
                  </a:lnTo>
                  <a:lnTo>
                    <a:pt x="51354" y="47917"/>
                  </a:lnTo>
                  <a:lnTo>
                    <a:pt x="50280" y="48379"/>
                  </a:lnTo>
                  <a:lnTo>
                    <a:pt x="49871" y="48554"/>
                  </a:lnTo>
                  <a:lnTo>
                    <a:pt x="47666" y="49501"/>
                  </a:lnTo>
                  <a:lnTo>
                    <a:pt x="46630" y="49946"/>
                  </a:lnTo>
                  <a:lnTo>
                    <a:pt x="46537" y="49744"/>
                  </a:lnTo>
                  <a:lnTo>
                    <a:pt x="46151" y="48853"/>
                  </a:lnTo>
                  <a:lnTo>
                    <a:pt x="45761" y="47951"/>
                  </a:lnTo>
                  <a:lnTo>
                    <a:pt x="44738" y="45584"/>
                  </a:lnTo>
                  <a:lnTo>
                    <a:pt x="43772" y="43350"/>
                  </a:lnTo>
                  <a:lnTo>
                    <a:pt x="43645" y="43057"/>
                  </a:lnTo>
                  <a:lnTo>
                    <a:pt x="43289" y="42232"/>
                  </a:lnTo>
                  <a:lnTo>
                    <a:pt x="42769" y="41030"/>
                  </a:lnTo>
                  <a:lnTo>
                    <a:pt x="42698" y="40866"/>
                  </a:lnTo>
                  <a:lnTo>
                    <a:pt x="41824" y="38931"/>
                  </a:lnTo>
                  <a:lnTo>
                    <a:pt x="41512" y="38239"/>
                  </a:lnTo>
                  <a:lnTo>
                    <a:pt x="40276" y="35505"/>
                  </a:lnTo>
                  <a:lnTo>
                    <a:pt x="34397" y="36975"/>
                  </a:lnTo>
                  <a:lnTo>
                    <a:pt x="32246" y="37513"/>
                  </a:lnTo>
                  <a:lnTo>
                    <a:pt x="31807" y="37623"/>
                  </a:lnTo>
                  <a:lnTo>
                    <a:pt x="31632" y="37667"/>
                  </a:lnTo>
                  <a:lnTo>
                    <a:pt x="31899" y="38100"/>
                  </a:lnTo>
                  <a:lnTo>
                    <a:pt x="32269" y="38701"/>
                  </a:lnTo>
                  <a:lnTo>
                    <a:pt x="33464" y="40641"/>
                  </a:lnTo>
                  <a:lnTo>
                    <a:pt x="33562" y="40917"/>
                  </a:lnTo>
                  <a:lnTo>
                    <a:pt x="33043" y="41215"/>
                  </a:lnTo>
                  <a:lnTo>
                    <a:pt x="29049" y="43510"/>
                  </a:lnTo>
                  <a:lnTo>
                    <a:pt x="24450" y="46152"/>
                  </a:lnTo>
                  <a:lnTo>
                    <a:pt x="24152" y="46323"/>
                  </a:lnTo>
                  <a:lnTo>
                    <a:pt x="23022" y="46972"/>
                  </a:lnTo>
                  <a:lnTo>
                    <a:pt x="21308" y="47957"/>
                  </a:lnTo>
                  <a:lnTo>
                    <a:pt x="20385" y="48508"/>
                  </a:lnTo>
                  <a:lnTo>
                    <a:pt x="19838" y="48836"/>
                  </a:lnTo>
                  <a:lnTo>
                    <a:pt x="19411" y="49089"/>
                  </a:lnTo>
                  <a:lnTo>
                    <a:pt x="19060" y="49273"/>
                  </a:lnTo>
                  <a:lnTo>
                    <a:pt x="18533" y="49437"/>
                  </a:lnTo>
                  <a:lnTo>
                    <a:pt x="18121" y="49507"/>
                  </a:lnTo>
                  <a:lnTo>
                    <a:pt x="17291" y="49540"/>
                  </a:lnTo>
                  <a:lnTo>
                    <a:pt x="15921" y="49595"/>
                  </a:lnTo>
                  <a:lnTo>
                    <a:pt x="14258" y="49634"/>
                  </a:lnTo>
                  <a:lnTo>
                    <a:pt x="12049" y="49685"/>
                  </a:lnTo>
                  <a:lnTo>
                    <a:pt x="8966" y="49756"/>
                  </a:lnTo>
                  <a:lnTo>
                    <a:pt x="8239" y="49773"/>
                  </a:lnTo>
                  <a:lnTo>
                    <a:pt x="4247" y="49866"/>
                  </a:lnTo>
                  <a:lnTo>
                    <a:pt x="3754" y="49878"/>
                  </a:lnTo>
                  <a:lnTo>
                    <a:pt x="3439" y="49893"/>
                  </a:lnTo>
                  <a:lnTo>
                    <a:pt x="2920" y="49917"/>
                  </a:lnTo>
                  <a:lnTo>
                    <a:pt x="2675" y="49929"/>
                  </a:lnTo>
                  <a:lnTo>
                    <a:pt x="1474" y="49957"/>
                  </a:lnTo>
                  <a:lnTo>
                    <a:pt x="1460" y="49663"/>
                  </a:lnTo>
                  <a:lnTo>
                    <a:pt x="1447" y="49388"/>
                  </a:lnTo>
                  <a:lnTo>
                    <a:pt x="1429" y="48902"/>
                  </a:lnTo>
                  <a:lnTo>
                    <a:pt x="1277" y="44781"/>
                  </a:lnTo>
                  <a:lnTo>
                    <a:pt x="1218" y="43153"/>
                  </a:lnTo>
                  <a:lnTo>
                    <a:pt x="1210" y="42936"/>
                  </a:lnTo>
                  <a:lnTo>
                    <a:pt x="1202" y="42740"/>
                  </a:lnTo>
                  <a:lnTo>
                    <a:pt x="1151" y="41349"/>
                  </a:lnTo>
                  <a:lnTo>
                    <a:pt x="1135" y="40909"/>
                  </a:lnTo>
                  <a:lnTo>
                    <a:pt x="1128" y="40730"/>
                  </a:lnTo>
                  <a:lnTo>
                    <a:pt x="1109" y="40214"/>
                  </a:lnTo>
                  <a:lnTo>
                    <a:pt x="1033" y="38147"/>
                  </a:lnTo>
                  <a:lnTo>
                    <a:pt x="1002" y="37290"/>
                  </a:lnTo>
                  <a:lnTo>
                    <a:pt x="979" y="36655"/>
                  </a:lnTo>
                  <a:lnTo>
                    <a:pt x="973" y="36514"/>
                  </a:lnTo>
                  <a:lnTo>
                    <a:pt x="939" y="35583"/>
                  </a:lnTo>
                  <a:lnTo>
                    <a:pt x="927" y="35260"/>
                  </a:lnTo>
                  <a:lnTo>
                    <a:pt x="913" y="34860"/>
                  </a:lnTo>
                  <a:lnTo>
                    <a:pt x="875" y="33846"/>
                  </a:lnTo>
                  <a:lnTo>
                    <a:pt x="870" y="33708"/>
                  </a:lnTo>
                  <a:lnTo>
                    <a:pt x="824" y="32457"/>
                  </a:lnTo>
                  <a:lnTo>
                    <a:pt x="818" y="32290"/>
                  </a:lnTo>
                  <a:lnTo>
                    <a:pt x="788" y="31471"/>
                  </a:lnTo>
                  <a:lnTo>
                    <a:pt x="778" y="31187"/>
                  </a:lnTo>
                  <a:lnTo>
                    <a:pt x="769" y="30955"/>
                  </a:lnTo>
                  <a:lnTo>
                    <a:pt x="759" y="30694"/>
                  </a:lnTo>
                  <a:lnTo>
                    <a:pt x="732" y="29960"/>
                  </a:lnTo>
                  <a:lnTo>
                    <a:pt x="707" y="29277"/>
                  </a:lnTo>
                  <a:lnTo>
                    <a:pt x="558" y="25212"/>
                  </a:lnTo>
                  <a:lnTo>
                    <a:pt x="547" y="24930"/>
                  </a:lnTo>
                  <a:lnTo>
                    <a:pt x="523" y="24273"/>
                  </a:lnTo>
                  <a:lnTo>
                    <a:pt x="489" y="23338"/>
                  </a:lnTo>
                  <a:lnTo>
                    <a:pt x="478" y="23033"/>
                  </a:lnTo>
                  <a:lnTo>
                    <a:pt x="453" y="22361"/>
                  </a:lnTo>
                  <a:lnTo>
                    <a:pt x="396" y="20811"/>
                  </a:lnTo>
                  <a:lnTo>
                    <a:pt x="380" y="20389"/>
                  </a:lnTo>
                  <a:lnTo>
                    <a:pt x="371" y="20145"/>
                  </a:lnTo>
                  <a:lnTo>
                    <a:pt x="336" y="19185"/>
                  </a:lnTo>
                  <a:lnTo>
                    <a:pt x="298" y="18137"/>
                  </a:lnTo>
                  <a:lnTo>
                    <a:pt x="241" y="16610"/>
                  </a:lnTo>
                  <a:lnTo>
                    <a:pt x="236" y="16460"/>
                  </a:lnTo>
                  <a:lnTo>
                    <a:pt x="210" y="15757"/>
                  </a:lnTo>
                  <a:lnTo>
                    <a:pt x="194" y="15327"/>
                  </a:lnTo>
                  <a:lnTo>
                    <a:pt x="157" y="14325"/>
                  </a:lnTo>
                  <a:lnTo>
                    <a:pt x="119" y="13293"/>
                  </a:lnTo>
                  <a:lnTo>
                    <a:pt x="101" y="12795"/>
                  </a:lnTo>
                  <a:lnTo>
                    <a:pt x="44" y="11232"/>
                  </a:lnTo>
                  <a:lnTo>
                    <a:pt x="19" y="10565"/>
                  </a:lnTo>
                  <a:lnTo>
                    <a:pt x="9" y="10284"/>
                  </a:lnTo>
                  <a:lnTo>
                    <a:pt x="0" y="10030"/>
                  </a:lnTo>
                  <a:lnTo>
                    <a:pt x="21" y="9429"/>
                  </a:lnTo>
                  <a:lnTo>
                    <a:pt x="636" y="9547"/>
                  </a:lnTo>
                  <a:lnTo>
                    <a:pt x="8840" y="11122"/>
                  </a:lnTo>
                  <a:lnTo>
                    <a:pt x="8872" y="10768"/>
                  </a:lnTo>
                  <a:lnTo>
                    <a:pt x="8891" y="10549"/>
                  </a:lnTo>
                  <a:lnTo>
                    <a:pt x="8952" y="9876"/>
                  </a:lnTo>
                  <a:lnTo>
                    <a:pt x="8968" y="9702"/>
                  </a:lnTo>
                  <a:lnTo>
                    <a:pt x="9013" y="9212"/>
                  </a:lnTo>
                  <a:lnTo>
                    <a:pt x="9036" y="8948"/>
                  </a:lnTo>
                  <a:lnTo>
                    <a:pt x="11340" y="9154"/>
                  </a:lnTo>
                  <a:lnTo>
                    <a:pt x="11504" y="9586"/>
                  </a:lnTo>
                  <a:lnTo>
                    <a:pt x="11568" y="9755"/>
                  </a:lnTo>
                  <a:lnTo>
                    <a:pt x="11878" y="10572"/>
                  </a:lnTo>
                  <a:lnTo>
                    <a:pt x="12312" y="11037"/>
                  </a:lnTo>
                  <a:lnTo>
                    <a:pt x="12510" y="11031"/>
                  </a:lnTo>
                  <a:lnTo>
                    <a:pt x="13003" y="11015"/>
                  </a:lnTo>
                  <a:lnTo>
                    <a:pt x="13475" y="11000"/>
                  </a:lnTo>
                  <a:lnTo>
                    <a:pt x="15294" y="11202"/>
                  </a:lnTo>
                  <a:lnTo>
                    <a:pt x="16551" y="11427"/>
                  </a:lnTo>
                  <a:lnTo>
                    <a:pt x="16881" y="11486"/>
                  </a:lnTo>
                  <a:lnTo>
                    <a:pt x="17299" y="11560"/>
                  </a:lnTo>
                  <a:lnTo>
                    <a:pt x="18309" y="11740"/>
                  </a:lnTo>
                  <a:lnTo>
                    <a:pt x="18879" y="11842"/>
                  </a:lnTo>
                  <a:lnTo>
                    <a:pt x="19192" y="11794"/>
                  </a:lnTo>
                  <a:lnTo>
                    <a:pt x="19233" y="11535"/>
                  </a:lnTo>
                  <a:lnTo>
                    <a:pt x="19365" y="10708"/>
                  </a:lnTo>
                  <a:lnTo>
                    <a:pt x="19492" y="9917"/>
                  </a:lnTo>
                  <a:lnTo>
                    <a:pt x="19584" y="9335"/>
                  </a:lnTo>
                  <a:lnTo>
                    <a:pt x="19982" y="6844"/>
                  </a:lnTo>
                  <a:lnTo>
                    <a:pt x="20026" y="6567"/>
                  </a:lnTo>
                  <a:lnTo>
                    <a:pt x="20086" y="6194"/>
                  </a:lnTo>
                  <a:lnTo>
                    <a:pt x="20133" y="5898"/>
                  </a:lnTo>
                  <a:lnTo>
                    <a:pt x="20188" y="5556"/>
                  </a:lnTo>
                  <a:lnTo>
                    <a:pt x="20330" y="4667"/>
                  </a:lnTo>
                  <a:lnTo>
                    <a:pt x="20442" y="4131"/>
                  </a:lnTo>
                  <a:lnTo>
                    <a:pt x="20815" y="2357"/>
                  </a:lnTo>
                  <a:lnTo>
                    <a:pt x="20881" y="1762"/>
                  </a:lnTo>
                  <a:lnTo>
                    <a:pt x="20943" y="1210"/>
                  </a:lnTo>
                  <a:lnTo>
                    <a:pt x="20969" y="974"/>
                  </a:lnTo>
                  <a:lnTo>
                    <a:pt x="20997" y="726"/>
                  </a:lnTo>
                  <a:lnTo>
                    <a:pt x="21078" y="0"/>
                  </a:lnTo>
                  <a:lnTo>
                    <a:pt x="24066" y="895"/>
                  </a:lnTo>
                  <a:lnTo>
                    <a:pt x="24038" y="1466"/>
                  </a:lnTo>
                  <a:lnTo>
                    <a:pt x="23989" y="2450"/>
                  </a:lnTo>
                  <a:lnTo>
                    <a:pt x="23978" y="2664"/>
                  </a:lnTo>
                  <a:lnTo>
                    <a:pt x="24708" y="2910"/>
                  </a:lnTo>
                  <a:lnTo>
                    <a:pt x="25231" y="3086"/>
                  </a:lnTo>
                  <a:lnTo>
                    <a:pt x="26435" y="3492"/>
                  </a:lnTo>
                  <a:lnTo>
                    <a:pt x="26444" y="3772"/>
                  </a:lnTo>
                  <a:lnTo>
                    <a:pt x="26456" y="41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545506" y="3143999"/>
              <a:ext cx="108880" cy="82697"/>
            </a:xfrm>
            <a:custGeom>
              <a:avLst/>
              <a:pathLst>
                <a:path w="108880" h="82697">
                  <a:moveTo>
                    <a:pt x="84362" y="25522"/>
                  </a:moveTo>
                  <a:lnTo>
                    <a:pt x="84782" y="38082"/>
                  </a:lnTo>
                  <a:lnTo>
                    <a:pt x="85052" y="38076"/>
                  </a:lnTo>
                  <a:lnTo>
                    <a:pt x="89884" y="37968"/>
                  </a:lnTo>
                  <a:lnTo>
                    <a:pt x="90165" y="37962"/>
                  </a:lnTo>
                  <a:lnTo>
                    <a:pt x="90386" y="37957"/>
                  </a:lnTo>
                  <a:lnTo>
                    <a:pt x="95184" y="37849"/>
                  </a:lnTo>
                  <a:lnTo>
                    <a:pt x="97509" y="37797"/>
                  </a:lnTo>
                  <a:lnTo>
                    <a:pt x="101267" y="37713"/>
                  </a:lnTo>
                  <a:lnTo>
                    <a:pt x="101412" y="37710"/>
                  </a:lnTo>
                  <a:lnTo>
                    <a:pt x="101638" y="37705"/>
                  </a:lnTo>
                  <a:lnTo>
                    <a:pt x="107311" y="37578"/>
                  </a:lnTo>
                  <a:lnTo>
                    <a:pt x="107681" y="37569"/>
                  </a:lnTo>
                  <a:lnTo>
                    <a:pt x="107708" y="38313"/>
                  </a:lnTo>
                  <a:lnTo>
                    <a:pt x="107763" y="39800"/>
                  </a:lnTo>
                  <a:lnTo>
                    <a:pt x="107781" y="40298"/>
                  </a:lnTo>
                  <a:lnTo>
                    <a:pt x="107819" y="41329"/>
                  </a:lnTo>
                  <a:lnTo>
                    <a:pt x="107856" y="42332"/>
                  </a:lnTo>
                  <a:lnTo>
                    <a:pt x="107872" y="42762"/>
                  </a:lnTo>
                  <a:lnTo>
                    <a:pt x="107898" y="43465"/>
                  </a:lnTo>
                  <a:lnTo>
                    <a:pt x="107903" y="43615"/>
                  </a:lnTo>
                  <a:lnTo>
                    <a:pt x="107960" y="45142"/>
                  </a:lnTo>
                  <a:lnTo>
                    <a:pt x="107998" y="46190"/>
                  </a:lnTo>
                  <a:lnTo>
                    <a:pt x="108033" y="47150"/>
                  </a:lnTo>
                  <a:lnTo>
                    <a:pt x="108042" y="47393"/>
                  </a:lnTo>
                  <a:lnTo>
                    <a:pt x="108058" y="47816"/>
                  </a:lnTo>
                  <a:lnTo>
                    <a:pt x="108115" y="49366"/>
                  </a:lnTo>
                  <a:lnTo>
                    <a:pt x="108140" y="50037"/>
                  </a:lnTo>
                  <a:lnTo>
                    <a:pt x="108151" y="50343"/>
                  </a:lnTo>
                  <a:lnTo>
                    <a:pt x="108185" y="51278"/>
                  </a:lnTo>
                  <a:lnTo>
                    <a:pt x="108209" y="51935"/>
                  </a:lnTo>
                  <a:lnTo>
                    <a:pt x="108220" y="52217"/>
                  </a:lnTo>
                  <a:lnTo>
                    <a:pt x="108369" y="56282"/>
                  </a:lnTo>
                  <a:lnTo>
                    <a:pt x="108394" y="56965"/>
                  </a:lnTo>
                  <a:lnTo>
                    <a:pt x="108421" y="57699"/>
                  </a:lnTo>
                  <a:lnTo>
                    <a:pt x="108432" y="57995"/>
                  </a:lnTo>
                  <a:lnTo>
                    <a:pt x="108443" y="58280"/>
                  </a:lnTo>
                  <a:lnTo>
                    <a:pt x="108450" y="58476"/>
                  </a:lnTo>
                  <a:lnTo>
                    <a:pt x="108480" y="59294"/>
                  </a:lnTo>
                  <a:lnTo>
                    <a:pt x="108486" y="59461"/>
                  </a:lnTo>
                  <a:lnTo>
                    <a:pt x="108532" y="60713"/>
                  </a:lnTo>
                  <a:lnTo>
                    <a:pt x="108540" y="60918"/>
                  </a:lnTo>
                  <a:lnTo>
                    <a:pt x="108575" y="61864"/>
                  </a:lnTo>
                  <a:lnTo>
                    <a:pt x="108589" y="62265"/>
                  </a:lnTo>
                  <a:lnTo>
                    <a:pt x="108601" y="62588"/>
                  </a:lnTo>
                  <a:lnTo>
                    <a:pt x="108635" y="63519"/>
                  </a:lnTo>
                  <a:lnTo>
                    <a:pt x="108641" y="63660"/>
                  </a:lnTo>
                  <a:lnTo>
                    <a:pt x="108664" y="64295"/>
                  </a:lnTo>
                  <a:lnTo>
                    <a:pt x="108699" y="65244"/>
                  </a:lnTo>
                  <a:lnTo>
                    <a:pt x="108771" y="67219"/>
                  </a:lnTo>
                  <a:lnTo>
                    <a:pt x="108790" y="67734"/>
                  </a:lnTo>
                  <a:lnTo>
                    <a:pt x="108797" y="67914"/>
                  </a:lnTo>
                  <a:lnTo>
                    <a:pt x="108813" y="68354"/>
                  </a:lnTo>
                  <a:lnTo>
                    <a:pt x="108864" y="69745"/>
                  </a:lnTo>
                  <a:lnTo>
                    <a:pt x="108872" y="69940"/>
                  </a:lnTo>
                  <a:lnTo>
                    <a:pt x="108880" y="70177"/>
                  </a:lnTo>
                  <a:lnTo>
                    <a:pt x="108114" y="70205"/>
                  </a:lnTo>
                  <a:lnTo>
                    <a:pt x="107708" y="70220"/>
                  </a:lnTo>
                  <a:lnTo>
                    <a:pt x="107066" y="70244"/>
                  </a:lnTo>
                  <a:lnTo>
                    <a:pt x="106707" y="70257"/>
                  </a:lnTo>
                  <a:lnTo>
                    <a:pt x="102282" y="70421"/>
                  </a:lnTo>
                  <a:lnTo>
                    <a:pt x="92625" y="70778"/>
                  </a:lnTo>
                  <a:lnTo>
                    <a:pt x="91998" y="70802"/>
                  </a:lnTo>
                  <a:lnTo>
                    <a:pt x="88878" y="70917"/>
                  </a:lnTo>
                  <a:lnTo>
                    <a:pt x="88648" y="70926"/>
                  </a:lnTo>
                  <a:lnTo>
                    <a:pt x="86506" y="71005"/>
                  </a:lnTo>
                  <a:lnTo>
                    <a:pt x="85983" y="71024"/>
                  </a:lnTo>
                  <a:lnTo>
                    <a:pt x="84819" y="71067"/>
                  </a:lnTo>
                  <a:lnTo>
                    <a:pt x="74979" y="71432"/>
                  </a:lnTo>
                  <a:lnTo>
                    <a:pt x="74146" y="71462"/>
                  </a:lnTo>
                  <a:lnTo>
                    <a:pt x="69291" y="71642"/>
                  </a:lnTo>
                  <a:lnTo>
                    <a:pt x="64172" y="71832"/>
                  </a:lnTo>
                  <a:lnTo>
                    <a:pt x="63762" y="71847"/>
                  </a:lnTo>
                  <a:lnTo>
                    <a:pt x="60101" y="71982"/>
                  </a:lnTo>
                  <a:lnTo>
                    <a:pt x="59010" y="72023"/>
                  </a:lnTo>
                  <a:lnTo>
                    <a:pt x="57535" y="72091"/>
                  </a:lnTo>
                  <a:lnTo>
                    <a:pt x="56819" y="72200"/>
                  </a:lnTo>
                  <a:lnTo>
                    <a:pt x="56505" y="72248"/>
                  </a:lnTo>
                  <a:lnTo>
                    <a:pt x="51092" y="73070"/>
                  </a:lnTo>
                  <a:lnTo>
                    <a:pt x="47123" y="73672"/>
                  </a:lnTo>
                  <a:lnTo>
                    <a:pt x="46864" y="73712"/>
                  </a:lnTo>
                  <a:lnTo>
                    <a:pt x="46404" y="73800"/>
                  </a:lnTo>
                  <a:lnTo>
                    <a:pt x="46163" y="73846"/>
                  </a:lnTo>
                  <a:lnTo>
                    <a:pt x="43047" y="74444"/>
                  </a:lnTo>
                  <a:lnTo>
                    <a:pt x="42726" y="74506"/>
                  </a:lnTo>
                  <a:lnTo>
                    <a:pt x="42195" y="74608"/>
                  </a:lnTo>
                  <a:lnTo>
                    <a:pt x="41166" y="74805"/>
                  </a:lnTo>
                  <a:lnTo>
                    <a:pt x="37523" y="75505"/>
                  </a:lnTo>
                  <a:lnTo>
                    <a:pt x="37342" y="75539"/>
                  </a:lnTo>
                  <a:lnTo>
                    <a:pt x="37180" y="75570"/>
                  </a:lnTo>
                  <a:lnTo>
                    <a:pt x="32105" y="76544"/>
                  </a:lnTo>
                  <a:lnTo>
                    <a:pt x="31937" y="76577"/>
                  </a:lnTo>
                  <a:lnTo>
                    <a:pt x="30925" y="76819"/>
                  </a:lnTo>
                  <a:lnTo>
                    <a:pt x="27366" y="77673"/>
                  </a:lnTo>
                  <a:lnTo>
                    <a:pt x="26864" y="77794"/>
                  </a:lnTo>
                  <a:lnTo>
                    <a:pt x="25110" y="78214"/>
                  </a:lnTo>
                  <a:lnTo>
                    <a:pt x="22278" y="78894"/>
                  </a:lnTo>
                  <a:lnTo>
                    <a:pt x="21729" y="79025"/>
                  </a:lnTo>
                  <a:lnTo>
                    <a:pt x="17006" y="80158"/>
                  </a:lnTo>
                  <a:lnTo>
                    <a:pt x="16554" y="80267"/>
                  </a:lnTo>
                  <a:lnTo>
                    <a:pt x="16379" y="80316"/>
                  </a:lnTo>
                  <a:lnTo>
                    <a:pt x="15618" y="80529"/>
                  </a:lnTo>
                  <a:lnTo>
                    <a:pt x="14395" y="80871"/>
                  </a:lnTo>
                  <a:lnTo>
                    <a:pt x="13379" y="81155"/>
                  </a:lnTo>
                  <a:lnTo>
                    <a:pt x="10687" y="81909"/>
                  </a:lnTo>
                  <a:lnTo>
                    <a:pt x="7762" y="82697"/>
                  </a:lnTo>
                  <a:lnTo>
                    <a:pt x="7693" y="82443"/>
                  </a:lnTo>
                  <a:lnTo>
                    <a:pt x="7650" y="82286"/>
                  </a:lnTo>
                  <a:lnTo>
                    <a:pt x="7528" y="81876"/>
                  </a:lnTo>
                  <a:lnTo>
                    <a:pt x="7351" y="81282"/>
                  </a:lnTo>
                  <a:lnTo>
                    <a:pt x="5905" y="76414"/>
                  </a:lnTo>
                  <a:lnTo>
                    <a:pt x="5858" y="76257"/>
                  </a:lnTo>
                  <a:lnTo>
                    <a:pt x="5768" y="75955"/>
                  </a:lnTo>
                  <a:lnTo>
                    <a:pt x="4864" y="72914"/>
                  </a:lnTo>
                  <a:lnTo>
                    <a:pt x="4267" y="70904"/>
                  </a:lnTo>
                  <a:lnTo>
                    <a:pt x="3499" y="68320"/>
                  </a:lnTo>
                  <a:lnTo>
                    <a:pt x="2853" y="66145"/>
                  </a:lnTo>
                  <a:lnTo>
                    <a:pt x="2770" y="65869"/>
                  </a:lnTo>
                  <a:lnTo>
                    <a:pt x="1907" y="62963"/>
                  </a:lnTo>
                  <a:lnTo>
                    <a:pt x="1707" y="62289"/>
                  </a:lnTo>
                  <a:lnTo>
                    <a:pt x="1618" y="61993"/>
                  </a:lnTo>
                  <a:lnTo>
                    <a:pt x="1567" y="61820"/>
                  </a:lnTo>
                  <a:lnTo>
                    <a:pt x="1392" y="61232"/>
                  </a:lnTo>
                  <a:lnTo>
                    <a:pt x="429" y="57991"/>
                  </a:lnTo>
                  <a:lnTo>
                    <a:pt x="0" y="56546"/>
                  </a:lnTo>
                  <a:lnTo>
                    <a:pt x="1441" y="56141"/>
                  </a:lnTo>
                  <a:lnTo>
                    <a:pt x="2021" y="55978"/>
                  </a:lnTo>
                  <a:lnTo>
                    <a:pt x="2204" y="55927"/>
                  </a:lnTo>
                  <a:lnTo>
                    <a:pt x="8907" y="54045"/>
                  </a:lnTo>
                  <a:lnTo>
                    <a:pt x="9114" y="53968"/>
                  </a:lnTo>
                  <a:lnTo>
                    <a:pt x="11091" y="53227"/>
                  </a:lnTo>
                  <a:lnTo>
                    <a:pt x="18477" y="49316"/>
                  </a:lnTo>
                  <a:lnTo>
                    <a:pt x="23714" y="46543"/>
                  </a:lnTo>
                  <a:lnTo>
                    <a:pt x="23864" y="46464"/>
                  </a:lnTo>
                  <a:lnTo>
                    <a:pt x="24192" y="46290"/>
                  </a:lnTo>
                  <a:lnTo>
                    <a:pt x="26432" y="45104"/>
                  </a:lnTo>
                  <a:lnTo>
                    <a:pt x="26648" y="44990"/>
                  </a:lnTo>
                  <a:lnTo>
                    <a:pt x="36144" y="39962"/>
                  </a:lnTo>
                  <a:lnTo>
                    <a:pt x="36781" y="39624"/>
                  </a:lnTo>
                  <a:lnTo>
                    <a:pt x="36921" y="39550"/>
                  </a:lnTo>
                  <a:lnTo>
                    <a:pt x="37377" y="39309"/>
                  </a:lnTo>
                  <a:lnTo>
                    <a:pt x="38073" y="38940"/>
                  </a:lnTo>
                  <a:lnTo>
                    <a:pt x="38353" y="38789"/>
                  </a:lnTo>
                  <a:lnTo>
                    <a:pt x="37886" y="38068"/>
                  </a:lnTo>
                  <a:lnTo>
                    <a:pt x="36072" y="34875"/>
                  </a:lnTo>
                  <a:lnTo>
                    <a:pt x="35398" y="33691"/>
                  </a:lnTo>
                  <a:lnTo>
                    <a:pt x="34622" y="32325"/>
                  </a:lnTo>
                  <a:lnTo>
                    <a:pt x="33522" y="30390"/>
                  </a:lnTo>
                  <a:lnTo>
                    <a:pt x="31804" y="27318"/>
                  </a:lnTo>
                  <a:lnTo>
                    <a:pt x="31647" y="27036"/>
                  </a:lnTo>
                  <a:lnTo>
                    <a:pt x="31412" y="26617"/>
                  </a:lnTo>
                  <a:lnTo>
                    <a:pt x="30298" y="24623"/>
                  </a:lnTo>
                  <a:lnTo>
                    <a:pt x="29696" y="23546"/>
                  </a:lnTo>
                  <a:lnTo>
                    <a:pt x="29114" y="22505"/>
                  </a:lnTo>
                  <a:lnTo>
                    <a:pt x="28596" y="21579"/>
                  </a:lnTo>
                  <a:lnTo>
                    <a:pt x="28331" y="21081"/>
                  </a:lnTo>
                  <a:lnTo>
                    <a:pt x="27873" y="20219"/>
                  </a:lnTo>
                  <a:lnTo>
                    <a:pt x="26705" y="18024"/>
                  </a:lnTo>
                  <a:lnTo>
                    <a:pt x="26344" y="17346"/>
                  </a:lnTo>
                  <a:lnTo>
                    <a:pt x="26195" y="17065"/>
                  </a:lnTo>
                  <a:lnTo>
                    <a:pt x="24894" y="14618"/>
                  </a:lnTo>
                  <a:lnTo>
                    <a:pt x="24804" y="14449"/>
                  </a:lnTo>
                  <a:lnTo>
                    <a:pt x="24569" y="14028"/>
                  </a:lnTo>
                  <a:lnTo>
                    <a:pt x="24240" y="13439"/>
                  </a:lnTo>
                  <a:lnTo>
                    <a:pt x="24105" y="13196"/>
                  </a:lnTo>
                  <a:lnTo>
                    <a:pt x="23673" y="12422"/>
                  </a:lnTo>
                  <a:lnTo>
                    <a:pt x="22816" y="10887"/>
                  </a:lnTo>
                  <a:lnTo>
                    <a:pt x="22282" y="9554"/>
                  </a:lnTo>
                  <a:lnTo>
                    <a:pt x="22001" y="8784"/>
                  </a:lnTo>
                  <a:lnTo>
                    <a:pt x="21951" y="8503"/>
                  </a:lnTo>
                  <a:lnTo>
                    <a:pt x="21823" y="7781"/>
                  </a:lnTo>
                  <a:lnTo>
                    <a:pt x="21659" y="6866"/>
                  </a:lnTo>
                  <a:lnTo>
                    <a:pt x="21449" y="5689"/>
                  </a:lnTo>
                  <a:lnTo>
                    <a:pt x="20933" y="1817"/>
                  </a:lnTo>
                  <a:lnTo>
                    <a:pt x="21171" y="1765"/>
                  </a:lnTo>
                  <a:lnTo>
                    <a:pt x="21380" y="1719"/>
                  </a:lnTo>
                  <a:lnTo>
                    <a:pt x="22005" y="1583"/>
                  </a:lnTo>
                  <a:lnTo>
                    <a:pt x="23400" y="1279"/>
                  </a:lnTo>
                  <a:lnTo>
                    <a:pt x="24545" y="1030"/>
                  </a:lnTo>
                  <a:lnTo>
                    <a:pt x="25694" y="779"/>
                  </a:lnTo>
                  <a:lnTo>
                    <a:pt x="26195" y="670"/>
                  </a:lnTo>
                  <a:lnTo>
                    <a:pt x="26933" y="596"/>
                  </a:lnTo>
                  <a:lnTo>
                    <a:pt x="29187" y="369"/>
                  </a:lnTo>
                  <a:lnTo>
                    <a:pt x="29402" y="348"/>
                  </a:lnTo>
                  <a:lnTo>
                    <a:pt x="31463" y="141"/>
                  </a:lnTo>
                  <a:lnTo>
                    <a:pt x="31822" y="105"/>
                  </a:lnTo>
                  <a:lnTo>
                    <a:pt x="32499" y="99"/>
                  </a:lnTo>
                  <a:lnTo>
                    <a:pt x="37198" y="57"/>
                  </a:lnTo>
                  <a:lnTo>
                    <a:pt x="39918" y="33"/>
                  </a:lnTo>
                  <a:lnTo>
                    <a:pt x="43649" y="0"/>
                  </a:lnTo>
                  <a:lnTo>
                    <a:pt x="45692" y="176"/>
                  </a:lnTo>
                  <a:lnTo>
                    <a:pt x="46706" y="264"/>
                  </a:lnTo>
                  <a:lnTo>
                    <a:pt x="48279" y="655"/>
                  </a:lnTo>
                  <a:lnTo>
                    <a:pt x="49859" y="1048"/>
                  </a:lnTo>
                  <a:lnTo>
                    <a:pt x="51425" y="1614"/>
                  </a:lnTo>
                  <a:lnTo>
                    <a:pt x="52964" y="2170"/>
                  </a:lnTo>
                  <a:lnTo>
                    <a:pt x="54241" y="2682"/>
                  </a:lnTo>
                  <a:lnTo>
                    <a:pt x="57716" y="4077"/>
                  </a:lnTo>
                  <a:lnTo>
                    <a:pt x="58994" y="4589"/>
                  </a:lnTo>
                  <a:lnTo>
                    <a:pt x="59272" y="4701"/>
                  </a:lnTo>
                  <a:lnTo>
                    <a:pt x="59725" y="4883"/>
                  </a:lnTo>
                  <a:lnTo>
                    <a:pt x="60879" y="5346"/>
                  </a:lnTo>
                  <a:lnTo>
                    <a:pt x="65623" y="7250"/>
                  </a:lnTo>
                  <a:lnTo>
                    <a:pt x="75871" y="11362"/>
                  </a:lnTo>
                  <a:lnTo>
                    <a:pt x="76271" y="11521"/>
                  </a:lnTo>
                  <a:lnTo>
                    <a:pt x="76570" y="11640"/>
                  </a:lnTo>
                  <a:lnTo>
                    <a:pt x="78390" y="12366"/>
                  </a:lnTo>
                  <a:lnTo>
                    <a:pt x="79680" y="12879"/>
                  </a:lnTo>
                  <a:lnTo>
                    <a:pt x="80204" y="13088"/>
                  </a:lnTo>
                  <a:lnTo>
                    <a:pt x="83633" y="14454"/>
                  </a:lnTo>
                  <a:lnTo>
                    <a:pt x="83996" y="14599"/>
                  </a:lnTo>
                  <a:lnTo>
                    <a:pt x="84023" y="153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489873" y="3102971"/>
              <a:ext cx="93985" cy="107000"/>
            </a:xfrm>
            <a:custGeom>
              <a:avLst/>
              <a:pathLst>
                <a:path w="93985" h="107000">
                  <a:moveTo>
                    <a:pt x="75202" y="13675"/>
                  </a:moveTo>
                  <a:lnTo>
                    <a:pt x="73114" y="15486"/>
                  </a:lnTo>
                  <a:lnTo>
                    <a:pt x="72682" y="15861"/>
                  </a:lnTo>
                  <a:lnTo>
                    <a:pt x="72432" y="16079"/>
                  </a:lnTo>
                  <a:lnTo>
                    <a:pt x="68173" y="19773"/>
                  </a:lnTo>
                  <a:lnTo>
                    <a:pt x="67707" y="20176"/>
                  </a:lnTo>
                  <a:lnTo>
                    <a:pt x="67429" y="20418"/>
                  </a:lnTo>
                  <a:lnTo>
                    <a:pt x="63863" y="23511"/>
                  </a:lnTo>
                  <a:lnTo>
                    <a:pt x="63631" y="23728"/>
                  </a:lnTo>
                  <a:lnTo>
                    <a:pt x="63299" y="24037"/>
                  </a:lnTo>
                  <a:lnTo>
                    <a:pt x="61476" y="25738"/>
                  </a:lnTo>
                  <a:lnTo>
                    <a:pt x="61265" y="25935"/>
                  </a:lnTo>
                  <a:lnTo>
                    <a:pt x="57978" y="29003"/>
                  </a:lnTo>
                  <a:lnTo>
                    <a:pt x="55198" y="33132"/>
                  </a:lnTo>
                  <a:lnTo>
                    <a:pt x="54738" y="33953"/>
                  </a:lnTo>
                  <a:lnTo>
                    <a:pt x="54571" y="34251"/>
                  </a:lnTo>
                  <a:lnTo>
                    <a:pt x="54486" y="34403"/>
                  </a:lnTo>
                  <a:lnTo>
                    <a:pt x="53861" y="35521"/>
                  </a:lnTo>
                  <a:lnTo>
                    <a:pt x="53080" y="36681"/>
                  </a:lnTo>
                  <a:lnTo>
                    <a:pt x="52738" y="37189"/>
                  </a:lnTo>
                  <a:lnTo>
                    <a:pt x="51857" y="38871"/>
                  </a:lnTo>
                  <a:lnTo>
                    <a:pt x="51411" y="39931"/>
                  </a:lnTo>
                  <a:lnTo>
                    <a:pt x="51041" y="40929"/>
                  </a:lnTo>
                  <a:lnTo>
                    <a:pt x="52820" y="41492"/>
                  </a:lnTo>
                  <a:lnTo>
                    <a:pt x="53065" y="41570"/>
                  </a:lnTo>
                  <a:lnTo>
                    <a:pt x="53942" y="41847"/>
                  </a:lnTo>
                  <a:lnTo>
                    <a:pt x="58075" y="43155"/>
                  </a:lnTo>
                  <a:lnTo>
                    <a:pt x="58321" y="43233"/>
                  </a:lnTo>
                  <a:lnTo>
                    <a:pt x="58639" y="43301"/>
                  </a:lnTo>
                  <a:lnTo>
                    <a:pt x="58824" y="43340"/>
                  </a:lnTo>
                  <a:lnTo>
                    <a:pt x="63059" y="43937"/>
                  </a:lnTo>
                  <a:lnTo>
                    <a:pt x="63276" y="43948"/>
                  </a:lnTo>
                  <a:lnTo>
                    <a:pt x="67560" y="44176"/>
                  </a:lnTo>
                  <a:lnTo>
                    <a:pt x="68285" y="44116"/>
                  </a:lnTo>
                  <a:lnTo>
                    <a:pt x="71282" y="43871"/>
                  </a:lnTo>
                  <a:lnTo>
                    <a:pt x="71606" y="43844"/>
                  </a:lnTo>
                  <a:lnTo>
                    <a:pt x="71950" y="43816"/>
                  </a:lnTo>
                  <a:lnTo>
                    <a:pt x="72909" y="43615"/>
                  </a:lnTo>
                  <a:lnTo>
                    <a:pt x="73185" y="43557"/>
                  </a:lnTo>
                  <a:lnTo>
                    <a:pt x="75299" y="43112"/>
                  </a:lnTo>
                  <a:lnTo>
                    <a:pt x="75608" y="43047"/>
                  </a:lnTo>
                  <a:lnTo>
                    <a:pt x="75834" y="43000"/>
                  </a:lnTo>
                  <a:lnTo>
                    <a:pt x="76419" y="42876"/>
                  </a:lnTo>
                  <a:lnTo>
                    <a:pt x="76565" y="42845"/>
                  </a:lnTo>
                  <a:lnTo>
                    <a:pt x="77081" y="46717"/>
                  </a:lnTo>
                  <a:lnTo>
                    <a:pt x="77291" y="47894"/>
                  </a:lnTo>
                  <a:lnTo>
                    <a:pt x="77455" y="48809"/>
                  </a:lnTo>
                  <a:lnTo>
                    <a:pt x="77583" y="49531"/>
                  </a:lnTo>
                  <a:lnTo>
                    <a:pt x="77656" y="49935"/>
                  </a:lnTo>
                  <a:lnTo>
                    <a:pt x="77915" y="50582"/>
                  </a:lnTo>
                  <a:lnTo>
                    <a:pt x="78449" y="51915"/>
                  </a:lnTo>
                  <a:lnTo>
                    <a:pt x="79305" y="53450"/>
                  </a:lnTo>
                  <a:lnTo>
                    <a:pt x="79737" y="54224"/>
                  </a:lnTo>
                  <a:lnTo>
                    <a:pt x="79872" y="54467"/>
                  </a:lnTo>
                  <a:lnTo>
                    <a:pt x="80201" y="55056"/>
                  </a:lnTo>
                  <a:lnTo>
                    <a:pt x="80436" y="55477"/>
                  </a:lnTo>
                  <a:lnTo>
                    <a:pt x="80526" y="55646"/>
                  </a:lnTo>
                  <a:lnTo>
                    <a:pt x="81827" y="58093"/>
                  </a:lnTo>
                  <a:lnTo>
                    <a:pt x="81976" y="58374"/>
                  </a:lnTo>
                  <a:lnTo>
                    <a:pt x="82337" y="59052"/>
                  </a:lnTo>
                  <a:lnTo>
                    <a:pt x="83505" y="61247"/>
                  </a:lnTo>
                  <a:lnTo>
                    <a:pt x="83963" y="62109"/>
                  </a:lnTo>
                  <a:lnTo>
                    <a:pt x="84228" y="62607"/>
                  </a:lnTo>
                  <a:lnTo>
                    <a:pt x="84746" y="63533"/>
                  </a:lnTo>
                  <a:lnTo>
                    <a:pt x="85328" y="64574"/>
                  </a:lnTo>
                  <a:lnTo>
                    <a:pt x="85930" y="65651"/>
                  </a:lnTo>
                  <a:lnTo>
                    <a:pt x="87045" y="67645"/>
                  </a:lnTo>
                  <a:lnTo>
                    <a:pt x="87279" y="68064"/>
                  </a:lnTo>
                  <a:lnTo>
                    <a:pt x="87436" y="68346"/>
                  </a:lnTo>
                  <a:lnTo>
                    <a:pt x="89154" y="71418"/>
                  </a:lnTo>
                  <a:lnTo>
                    <a:pt x="90254" y="73353"/>
                  </a:lnTo>
                  <a:lnTo>
                    <a:pt x="91030" y="74719"/>
                  </a:lnTo>
                  <a:lnTo>
                    <a:pt x="91704" y="75903"/>
                  </a:lnTo>
                  <a:lnTo>
                    <a:pt x="93518" y="79096"/>
                  </a:lnTo>
                  <a:lnTo>
                    <a:pt x="93985" y="79817"/>
                  </a:lnTo>
                  <a:lnTo>
                    <a:pt x="93688" y="79977"/>
                  </a:lnTo>
                  <a:lnTo>
                    <a:pt x="93009" y="80337"/>
                  </a:lnTo>
                  <a:lnTo>
                    <a:pt x="92553" y="80578"/>
                  </a:lnTo>
                  <a:lnTo>
                    <a:pt x="92413" y="80652"/>
                  </a:lnTo>
                  <a:lnTo>
                    <a:pt x="91777" y="80990"/>
                  </a:lnTo>
                  <a:lnTo>
                    <a:pt x="82280" y="86018"/>
                  </a:lnTo>
                  <a:lnTo>
                    <a:pt x="82064" y="86132"/>
                  </a:lnTo>
                  <a:lnTo>
                    <a:pt x="79824" y="87318"/>
                  </a:lnTo>
                  <a:lnTo>
                    <a:pt x="79496" y="87492"/>
                  </a:lnTo>
                  <a:lnTo>
                    <a:pt x="79346" y="87571"/>
                  </a:lnTo>
                  <a:lnTo>
                    <a:pt x="73987" y="90409"/>
                  </a:lnTo>
                  <a:lnTo>
                    <a:pt x="66723" y="94255"/>
                  </a:lnTo>
                  <a:lnTo>
                    <a:pt x="64695" y="95015"/>
                  </a:lnTo>
                  <a:lnTo>
                    <a:pt x="64539" y="95073"/>
                  </a:lnTo>
                  <a:lnTo>
                    <a:pt x="57836" y="96955"/>
                  </a:lnTo>
                  <a:lnTo>
                    <a:pt x="57653" y="97006"/>
                  </a:lnTo>
                  <a:lnTo>
                    <a:pt x="57073" y="97169"/>
                  </a:lnTo>
                  <a:lnTo>
                    <a:pt x="55632" y="97574"/>
                  </a:lnTo>
                  <a:lnTo>
                    <a:pt x="55496" y="97119"/>
                  </a:lnTo>
                  <a:lnTo>
                    <a:pt x="53900" y="91774"/>
                  </a:lnTo>
                  <a:lnTo>
                    <a:pt x="53418" y="90163"/>
                  </a:lnTo>
                  <a:lnTo>
                    <a:pt x="51003" y="82112"/>
                  </a:lnTo>
                  <a:lnTo>
                    <a:pt x="49595" y="82872"/>
                  </a:lnTo>
                  <a:lnTo>
                    <a:pt x="49227" y="83070"/>
                  </a:lnTo>
                  <a:lnTo>
                    <a:pt x="48885" y="83255"/>
                  </a:lnTo>
                  <a:lnTo>
                    <a:pt x="48743" y="83331"/>
                  </a:lnTo>
                  <a:lnTo>
                    <a:pt x="48287" y="83548"/>
                  </a:lnTo>
                  <a:lnTo>
                    <a:pt x="47452" y="83944"/>
                  </a:lnTo>
                  <a:lnTo>
                    <a:pt x="46745" y="84279"/>
                  </a:lnTo>
                  <a:lnTo>
                    <a:pt x="43785" y="85683"/>
                  </a:lnTo>
                  <a:lnTo>
                    <a:pt x="42578" y="86255"/>
                  </a:lnTo>
                  <a:lnTo>
                    <a:pt x="41968" y="86544"/>
                  </a:lnTo>
                  <a:lnTo>
                    <a:pt x="39361" y="87781"/>
                  </a:lnTo>
                  <a:lnTo>
                    <a:pt x="38994" y="87969"/>
                  </a:lnTo>
                  <a:lnTo>
                    <a:pt x="38061" y="88447"/>
                  </a:lnTo>
                  <a:lnTo>
                    <a:pt x="37650" y="88657"/>
                  </a:lnTo>
                  <a:lnTo>
                    <a:pt x="35519" y="89748"/>
                  </a:lnTo>
                  <a:lnTo>
                    <a:pt x="34755" y="90140"/>
                  </a:lnTo>
                  <a:lnTo>
                    <a:pt x="32468" y="91311"/>
                  </a:lnTo>
                  <a:lnTo>
                    <a:pt x="31853" y="91626"/>
                  </a:lnTo>
                  <a:lnTo>
                    <a:pt x="31314" y="91902"/>
                  </a:lnTo>
                  <a:lnTo>
                    <a:pt x="30777" y="92227"/>
                  </a:lnTo>
                  <a:lnTo>
                    <a:pt x="29708" y="92875"/>
                  </a:lnTo>
                  <a:lnTo>
                    <a:pt x="28014" y="93903"/>
                  </a:lnTo>
                  <a:lnTo>
                    <a:pt x="27883" y="93982"/>
                  </a:lnTo>
                  <a:lnTo>
                    <a:pt x="26050" y="95094"/>
                  </a:lnTo>
                  <a:lnTo>
                    <a:pt x="23631" y="96561"/>
                  </a:lnTo>
                  <a:lnTo>
                    <a:pt x="23415" y="96691"/>
                  </a:lnTo>
                  <a:lnTo>
                    <a:pt x="23282" y="96772"/>
                  </a:lnTo>
                  <a:lnTo>
                    <a:pt x="21528" y="97836"/>
                  </a:lnTo>
                  <a:lnTo>
                    <a:pt x="18924" y="99414"/>
                  </a:lnTo>
                  <a:lnTo>
                    <a:pt x="18131" y="99895"/>
                  </a:lnTo>
                  <a:lnTo>
                    <a:pt x="15297" y="101614"/>
                  </a:lnTo>
                  <a:lnTo>
                    <a:pt x="14712" y="101969"/>
                  </a:lnTo>
                  <a:lnTo>
                    <a:pt x="14228" y="102262"/>
                  </a:lnTo>
                  <a:lnTo>
                    <a:pt x="11472" y="103933"/>
                  </a:lnTo>
                  <a:lnTo>
                    <a:pt x="11306" y="104034"/>
                  </a:lnTo>
                  <a:lnTo>
                    <a:pt x="10929" y="104262"/>
                  </a:lnTo>
                  <a:lnTo>
                    <a:pt x="7735" y="106199"/>
                  </a:lnTo>
                  <a:lnTo>
                    <a:pt x="5765" y="107000"/>
                  </a:lnTo>
                  <a:lnTo>
                    <a:pt x="4924" y="106992"/>
                  </a:lnTo>
                  <a:lnTo>
                    <a:pt x="4014" y="106983"/>
                  </a:lnTo>
                  <a:lnTo>
                    <a:pt x="3618" y="106857"/>
                  </a:lnTo>
                  <a:lnTo>
                    <a:pt x="3418" y="106793"/>
                  </a:lnTo>
                  <a:lnTo>
                    <a:pt x="2754" y="106582"/>
                  </a:lnTo>
                  <a:lnTo>
                    <a:pt x="2496" y="106573"/>
                  </a:lnTo>
                  <a:lnTo>
                    <a:pt x="2270" y="106565"/>
                  </a:lnTo>
                  <a:lnTo>
                    <a:pt x="1519" y="92196"/>
                  </a:lnTo>
                  <a:lnTo>
                    <a:pt x="1231" y="86681"/>
                  </a:lnTo>
                  <a:lnTo>
                    <a:pt x="1205" y="86197"/>
                  </a:lnTo>
                  <a:lnTo>
                    <a:pt x="723" y="75882"/>
                  </a:lnTo>
                  <a:lnTo>
                    <a:pt x="883" y="73159"/>
                  </a:lnTo>
                  <a:lnTo>
                    <a:pt x="966" y="72852"/>
                  </a:lnTo>
                  <a:lnTo>
                    <a:pt x="1064" y="72492"/>
                  </a:lnTo>
                  <a:lnTo>
                    <a:pt x="1140" y="72214"/>
                  </a:lnTo>
                  <a:lnTo>
                    <a:pt x="2384" y="67644"/>
                  </a:lnTo>
                  <a:lnTo>
                    <a:pt x="2463" y="67356"/>
                  </a:lnTo>
                  <a:lnTo>
                    <a:pt x="2492" y="67179"/>
                  </a:lnTo>
                  <a:lnTo>
                    <a:pt x="2515" y="67044"/>
                  </a:lnTo>
                  <a:lnTo>
                    <a:pt x="2798" y="65347"/>
                  </a:lnTo>
                  <a:lnTo>
                    <a:pt x="2848" y="65046"/>
                  </a:lnTo>
                  <a:lnTo>
                    <a:pt x="2880" y="64851"/>
                  </a:lnTo>
                  <a:lnTo>
                    <a:pt x="2963" y="64352"/>
                  </a:lnTo>
                  <a:lnTo>
                    <a:pt x="2930" y="62783"/>
                  </a:lnTo>
                  <a:lnTo>
                    <a:pt x="1028" y="50499"/>
                  </a:lnTo>
                  <a:lnTo>
                    <a:pt x="971" y="50126"/>
                  </a:lnTo>
                  <a:lnTo>
                    <a:pt x="700" y="48375"/>
                  </a:lnTo>
                  <a:lnTo>
                    <a:pt x="511" y="47154"/>
                  </a:lnTo>
                  <a:lnTo>
                    <a:pt x="460" y="46829"/>
                  </a:lnTo>
                  <a:lnTo>
                    <a:pt x="138" y="44709"/>
                  </a:lnTo>
                  <a:lnTo>
                    <a:pt x="0" y="43793"/>
                  </a:lnTo>
                  <a:lnTo>
                    <a:pt x="1538" y="43516"/>
                  </a:lnTo>
                  <a:lnTo>
                    <a:pt x="6626" y="42600"/>
                  </a:lnTo>
                  <a:lnTo>
                    <a:pt x="14798" y="41128"/>
                  </a:lnTo>
                  <a:lnTo>
                    <a:pt x="20799" y="40047"/>
                  </a:lnTo>
                  <a:lnTo>
                    <a:pt x="26044" y="39102"/>
                  </a:lnTo>
                  <a:lnTo>
                    <a:pt x="31006" y="38208"/>
                  </a:lnTo>
                  <a:lnTo>
                    <a:pt x="35336" y="37428"/>
                  </a:lnTo>
                  <a:lnTo>
                    <a:pt x="35900" y="37326"/>
                  </a:lnTo>
                  <a:lnTo>
                    <a:pt x="36624" y="37196"/>
                  </a:lnTo>
                  <a:lnTo>
                    <a:pt x="36612" y="36584"/>
                  </a:lnTo>
                  <a:lnTo>
                    <a:pt x="36569" y="34460"/>
                  </a:lnTo>
                  <a:lnTo>
                    <a:pt x="36458" y="28926"/>
                  </a:lnTo>
                  <a:lnTo>
                    <a:pt x="36371" y="24606"/>
                  </a:lnTo>
                  <a:lnTo>
                    <a:pt x="36471" y="22979"/>
                  </a:lnTo>
                  <a:lnTo>
                    <a:pt x="36494" y="22604"/>
                  </a:lnTo>
                  <a:lnTo>
                    <a:pt x="36524" y="22107"/>
                  </a:lnTo>
                  <a:lnTo>
                    <a:pt x="36662" y="21036"/>
                  </a:lnTo>
                  <a:lnTo>
                    <a:pt x="37138" y="17329"/>
                  </a:lnTo>
                  <a:lnTo>
                    <a:pt x="37678" y="14693"/>
                  </a:lnTo>
                  <a:lnTo>
                    <a:pt x="38180" y="14806"/>
                  </a:lnTo>
                  <a:lnTo>
                    <a:pt x="41395" y="15531"/>
                  </a:lnTo>
                  <a:lnTo>
                    <a:pt x="41535" y="15563"/>
                  </a:lnTo>
                  <a:lnTo>
                    <a:pt x="41999" y="15667"/>
                  </a:lnTo>
                  <a:lnTo>
                    <a:pt x="42967" y="15886"/>
                  </a:lnTo>
                  <a:lnTo>
                    <a:pt x="44571" y="16247"/>
                  </a:lnTo>
                  <a:lnTo>
                    <a:pt x="44798" y="15148"/>
                  </a:lnTo>
                  <a:lnTo>
                    <a:pt x="45858" y="10029"/>
                  </a:lnTo>
                  <a:lnTo>
                    <a:pt x="45941" y="9630"/>
                  </a:lnTo>
                  <a:lnTo>
                    <a:pt x="46535" y="9643"/>
                  </a:lnTo>
                  <a:lnTo>
                    <a:pt x="47161" y="9656"/>
                  </a:lnTo>
                  <a:lnTo>
                    <a:pt x="48289" y="9679"/>
                  </a:lnTo>
                  <a:lnTo>
                    <a:pt x="48984" y="9694"/>
                  </a:lnTo>
                  <a:lnTo>
                    <a:pt x="49187" y="9698"/>
                  </a:lnTo>
                  <a:lnTo>
                    <a:pt x="50723" y="9730"/>
                  </a:lnTo>
                  <a:lnTo>
                    <a:pt x="52294" y="9681"/>
                  </a:lnTo>
                  <a:lnTo>
                    <a:pt x="53171" y="9653"/>
                  </a:lnTo>
                  <a:lnTo>
                    <a:pt x="54254" y="9619"/>
                  </a:lnTo>
                  <a:lnTo>
                    <a:pt x="54840" y="9601"/>
                  </a:lnTo>
                  <a:lnTo>
                    <a:pt x="55016" y="9595"/>
                  </a:lnTo>
                  <a:lnTo>
                    <a:pt x="56832" y="9538"/>
                  </a:lnTo>
                  <a:lnTo>
                    <a:pt x="57792" y="9508"/>
                  </a:lnTo>
                  <a:lnTo>
                    <a:pt x="58873" y="9474"/>
                  </a:lnTo>
                  <a:lnTo>
                    <a:pt x="60807" y="9413"/>
                  </a:lnTo>
                  <a:lnTo>
                    <a:pt x="60857" y="14761"/>
                  </a:lnTo>
                  <a:lnTo>
                    <a:pt x="66188" y="9929"/>
                  </a:lnTo>
                  <a:lnTo>
                    <a:pt x="77143" y="0"/>
                  </a:lnTo>
                  <a:lnTo>
                    <a:pt x="80249" y="3419"/>
                  </a:lnTo>
                  <a:lnTo>
                    <a:pt x="80678" y="3891"/>
                  </a:lnTo>
                  <a:lnTo>
                    <a:pt x="81955" y="5297"/>
                  </a:lnTo>
                  <a:lnTo>
                    <a:pt x="82291" y="5667"/>
                  </a:lnTo>
                  <a:lnTo>
                    <a:pt x="83235" y="6707"/>
                  </a:lnTo>
                  <a:lnTo>
                    <a:pt x="80906" y="8728"/>
                  </a:lnTo>
                  <a:lnTo>
                    <a:pt x="80438" y="9134"/>
                  </a:lnTo>
                  <a:lnTo>
                    <a:pt x="76139" y="128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404151" y="3150126"/>
              <a:ext cx="88686" cy="59410"/>
            </a:xfrm>
            <a:custGeom>
              <a:avLst/>
              <a:pathLst>
                <a:path w="88686" h="59410">
                  <a:moveTo>
                    <a:pt x="86751" y="3345"/>
                  </a:moveTo>
                  <a:lnTo>
                    <a:pt x="88653" y="15630"/>
                  </a:lnTo>
                  <a:lnTo>
                    <a:pt x="88686" y="17197"/>
                  </a:lnTo>
                  <a:lnTo>
                    <a:pt x="88603" y="17696"/>
                  </a:lnTo>
                  <a:lnTo>
                    <a:pt x="88570" y="17891"/>
                  </a:lnTo>
                  <a:lnTo>
                    <a:pt x="88520" y="18193"/>
                  </a:lnTo>
                  <a:lnTo>
                    <a:pt x="88237" y="19890"/>
                  </a:lnTo>
                  <a:lnTo>
                    <a:pt x="88215" y="20024"/>
                  </a:lnTo>
                  <a:lnTo>
                    <a:pt x="88185" y="20201"/>
                  </a:lnTo>
                  <a:lnTo>
                    <a:pt x="88107" y="20489"/>
                  </a:lnTo>
                  <a:lnTo>
                    <a:pt x="86863" y="25059"/>
                  </a:lnTo>
                  <a:lnTo>
                    <a:pt x="86787" y="25338"/>
                  </a:lnTo>
                  <a:lnTo>
                    <a:pt x="86689" y="25698"/>
                  </a:lnTo>
                  <a:lnTo>
                    <a:pt x="86605" y="26006"/>
                  </a:lnTo>
                  <a:lnTo>
                    <a:pt x="86445" y="28730"/>
                  </a:lnTo>
                  <a:lnTo>
                    <a:pt x="86928" y="39044"/>
                  </a:lnTo>
                  <a:lnTo>
                    <a:pt x="86953" y="39526"/>
                  </a:lnTo>
                  <a:lnTo>
                    <a:pt x="87241" y="45043"/>
                  </a:lnTo>
                  <a:lnTo>
                    <a:pt x="87992" y="59410"/>
                  </a:lnTo>
                  <a:lnTo>
                    <a:pt x="87709" y="59400"/>
                  </a:lnTo>
                  <a:lnTo>
                    <a:pt x="87221" y="59383"/>
                  </a:lnTo>
                  <a:lnTo>
                    <a:pt x="86946" y="59373"/>
                  </a:lnTo>
                  <a:lnTo>
                    <a:pt x="85913" y="59336"/>
                  </a:lnTo>
                  <a:lnTo>
                    <a:pt x="85778" y="59332"/>
                  </a:lnTo>
                  <a:lnTo>
                    <a:pt x="85148" y="59309"/>
                  </a:lnTo>
                  <a:lnTo>
                    <a:pt x="85104" y="58785"/>
                  </a:lnTo>
                  <a:lnTo>
                    <a:pt x="84809" y="55224"/>
                  </a:lnTo>
                  <a:lnTo>
                    <a:pt x="84725" y="54212"/>
                  </a:lnTo>
                  <a:lnTo>
                    <a:pt x="84547" y="52061"/>
                  </a:lnTo>
                  <a:lnTo>
                    <a:pt x="84158" y="45232"/>
                  </a:lnTo>
                  <a:lnTo>
                    <a:pt x="84076" y="43802"/>
                  </a:lnTo>
                  <a:lnTo>
                    <a:pt x="84062" y="43515"/>
                  </a:lnTo>
                  <a:lnTo>
                    <a:pt x="83837" y="39745"/>
                  </a:lnTo>
                  <a:lnTo>
                    <a:pt x="76649" y="40176"/>
                  </a:lnTo>
                  <a:lnTo>
                    <a:pt x="70915" y="40520"/>
                  </a:lnTo>
                  <a:lnTo>
                    <a:pt x="61392" y="40934"/>
                  </a:lnTo>
                  <a:lnTo>
                    <a:pt x="60131" y="40241"/>
                  </a:lnTo>
                  <a:lnTo>
                    <a:pt x="59926" y="40129"/>
                  </a:lnTo>
                  <a:lnTo>
                    <a:pt x="59287" y="39778"/>
                  </a:lnTo>
                  <a:lnTo>
                    <a:pt x="58819" y="39521"/>
                  </a:lnTo>
                  <a:lnTo>
                    <a:pt x="56395" y="38189"/>
                  </a:lnTo>
                  <a:lnTo>
                    <a:pt x="56166" y="38063"/>
                  </a:lnTo>
                  <a:lnTo>
                    <a:pt x="52688" y="36153"/>
                  </a:lnTo>
                  <a:lnTo>
                    <a:pt x="49103" y="34183"/>
                  </a:lnTo>
                  <a:lnTo>
                    <a:pt x="47042" y="33051"/>
                  </a:lnTo>
                  <a:lnTo>
                    <a:pt x="46188" y="32837"/>
                  </a:lnTo>
                  <a:lnTo>
                    <a:pt x="42143" y="33016"/>
                  </a:lnTo>
                  <a:lnTo>
                    <a:pt x="42295" y="35268"/>
                  </a:lnTo>
                  <a:lnTo>
                    <a:pt x="37831" y="35566"/>
                  </a:lnTo>
                  <a:lnTo>
                    <a:pt x="33917" y="35827"/>
                  </a:lnTo>
                  <a:lnTo>
                    <a:pt x="33644" y="35881"/>
                  </a:lnTo>
                  <a:lnTo>
                    <a:pt x="33019" y="36538"/>
                  </a:lnTo>
                  <a:lnTo>
                    <a:pt x="32511" y="37073"/>
                  </a:lnTo>
                  <a:lnTo>
                    <a:pt x="31626" y="38004"/>
                  </a:lnTo>
                  <a:lnTo>
                    <a:pt x="31029" y="38632"/>
                  </a:lnTo>
                  <a:lnTo>
                    <a:pt x="30873" y="38796"/>
                  </a:lnTo>
                  <a:lnTo>
                    <a:pt x="30716" y="38961"/>
                  </a:lnTo>
                  <a:lnTo>
                    <a:pt x="30560" y="39124"/>
                  </a:lnTo>
                  <a:lnTo>
                    <a:pt x="30362" y="39184"/>
                  </a:lnTo>
                  <a:lnTo>
                    <a:pt x="30087" y="39266"/>
                  </a:lnTo>
                  <a:lnTo>
                    <a:pt x="28613" y="39709"/>
                  </a:lnTo>
                  <a:lnTo>
                    <a:pt x="27297" y="40104"/>
                  </a:lnTo>
                  <a:lnTo>
                    <a:pt x="26524" y="40226"/>
                  </a:lnTo>
                  <a:lnTo>
                    <a:pt x="26227" y="40273"/>
                  </a:lnTo>
                  <a:lnTo>
                    <a:pt x="24255" y="40585"/>
                  </a:lnTo>
                  <a:lnTo>
                    <a:pt x="23564" y="40694"/>
                  </a:lnTo>
                  <a:lnTo>
                    <a:pt x="23264" y="40742"/>
                  </a:lnTo>
                  <a:lnTo>
                    <a:pt x="21852" y="40965"/>
                  </a:lnTo>
                  <a:lnTo>
                    <a:pt x="21562" y="41011"/>
                  </a:lnTo>
                  <a:lnTo>
                    <a:pt x="20156" y="41233"/>
                  </a:lnTo>
                  <a:lnTo>
                    <a:pt x="19465" y="41342"/>
                  </a:lnTo>
                  <a:lnTo>
                    <a:pt x="19264" y="41342"/>
                  </a:lnTo>
                  <a:lnTo>
                    <a:pt x="19064" y="41054"/>
                  </a:lnTo>
                  <a:lnTo>
                    <a:pt x="18740" y="40587"/>
                  </a:lnTo>
                  <a:lnTo>
                    <a:pt x="18233" y="39855"/>
                  </a:lnTo>
                  <a:lnTo>
                    <a:pt x="17873" y="39836"/>
                  </a:lnTo>
                  <a:lnTo>
                    <a:pt x="17296" y="40305"/>
                  </a:lnTo>
                  <a:lnTo>
                    <a:pt x="17028" y="40464"/>
                  </a:lnTo>
                  <a:lnTo>
                    <a:pt x="16603" y="40028"/>
                  </a:lnTo>
                  <a:lnTo>
                    <a:pt x="16412" y="39832"/>
                  </a:lnTo>
                  <a:lnTo>
                    <a:pt x="16262" y="39677"/>
                  </a:lnTo>
                  <a:lnTo>
                    <a:pt x="15682" y="39081"/>
                  </a:lnTo>
                  <a:lnTo>
                    <a:pt x="14844" y="38379"/>
                  </a:lnTo>
                  <a:lnTo>
                    <a:pt x="14526" y="38113"/>
                  </a:lnTo>
                  <a:lnTo>
                    <a:pt x="14004" y="37796"/>
                  </a:lnTo>
                  <a:lnTo>
                    <a:pt x="13824" y="37740"/>
                  </a:lnTo>
                  <a:lnTo>
                    <a:pt x="13467" y="37629"/>
                  </a:lnTo>
                  <a:lnTo>
                    <a:pt x="12607" y="37361"/>
                  </a:lnTo>
                  <a:lnTo>
                    <a:pt x="12330" y="37274"/>
                  </a:lnTo>
                  <a:lnTo>
                    <a:pt x="12199" y="37233"/>
                  </a:lnTo>
                  <a:lnTo>
                    <a:pt x="11985" y="37280"/>
                  </a:lnTo>
                  <a:lnTo>
                    <a:pt x="11750" y="37332"/>
                  </a:lnTo>
                  <a:lnTo>
                    <a:pt x="11730" y="35205"/>
                  </a:lnTo>
                  <a:lnTo>
                    <a:pt x="12959" y="32856"/>
                  </a:lnTo>
                  <a:lnTo>
                    <a:pt x="10689" y="30933"/>
                  </a:lnTo>
                  <a:lnTo>
                    <a:pt x="12398" y="28129"/>
                  </a:lnTo>
                  <a:lnTo>
                    <a:pt x="10876" y="26741"/>
                  </a:lnTo>
                  <a:lnTo>
                    <a:pt x="9461" y="24364"/>
                  </a:lnTo>
                  <a:lnTo>
                    <a:pt x="6363" y="25032"/>
                  </a:lnTo>
                  <a:lnTo>
                    <a:pt x="2278" y="21240"/>
                  </a:lnTo>
                  <a:lnTo>
                    <a:pt x="3266" y="19959"/>
                  </a:lnTo>
                  <a:lnTo>
                    <a:pt x="0" y="16917"/>
                  </a:lnTo>
                  <a:lnTo>
                    <a:pt x="481" y="14831"/>
                  </a:lnTo>
                  <a:lnTo>
                    <a:pt x="3013" y="11858"/>
                  </a:lnTo>
                  <a:lnTo>
                    <a:pt x="1667" y="5422"/>
                  </a:lnTo>
                  <a:lnTo>
                    <a:pt x="2908" y="5171"/>
                  </a:lnTo>
                  <a:lnTo>
                    <a:pt x="3645" y="5041"/>
                  </a:lnTo>
                  <a:lnTo>
                    <a:pt x="4846" y="4817"/>
                  </a:lnTo>
                  <a:lnTo>
                    <a:pt x="7457" y="4329"/>
                  </a:lnTo>
                  <a:lnTo>
                    <a:pt x="10512" y="3759"/>
                  </a:lnTo>
                  <a:lnTo>
                    <a:pt x="11475" y="3893"/>
                  </a:lnTo>
                  <a:lnTo>
                    <a:pt x="13732" y="4358"/>
                  </a:lnTo>
                  <a:lnTo>
                    <a:pt x="14639" y="4550"/>
                  </a:lnTo>
                  <a:lnTo>
                    <a:pt x="15831" y="4496"/>
                  </a:lnTo>
                  <a:lnTo>
                    <a:pt x="18826" y="4532"/>
                  </a:lnTo>
                  <a:lnTo>
                    <a:pt x="18962" y="4534"/>
                  </a:lnTo>
                  <a:lnTo>
                    <a:pt x="21099" y="4693"/>
                  </a:lnTo>
                  <a:lnTo>
                    <a:pt x="21376" y="4699"/>
                  </a:lnTo>
                  <a:lnTo>
                    <a:pt x="21942" y="4711"/>
                  </a:lnTo>
                  <a:lnTo>
                    <a:pt x="24099" y="4708"/>
                  </a:lnTo>
                  <a:lnTo>
                    <a:pt x="24341" y="4707"/>
                  </a:lnTo>
                  <a:lnTo>
                    <a:pt x="25628" y="5235"/>
                  </a:lnTo>
                  <a:lnTo>
                    <a:pt x="26279" y="5502"/>
                  </a:lnTo>
                  <a:lnTo>
                    <a:pt x="26513" y="5598"/>
                  </a:lnTo>
                  <a:lnTo>
                    <a:pt x="26872" y="5775"/>
                  </a:lnTo>
                  <a:lnTo>
                    <a:pt x="27363" y="6018"/>
                  </a:lnTo>
                  <a:lnTo>
                    <a:pt x="28436" y="6287"/>
                  </a:lnTo>
                  <a:lnTo>
                    <a:pt x="28603" y="6243"/>
                  </a:lnTo>
                  <a:lnTo>
                    <a:pt x="30022" y="5871"/>
                  </a:lnTo>
                  <a:lnTo>
                    <a:pt x="32577" y="5900"/>
                  </a:lnTo>
                  <a:lnTo>
                    <a:pt x="35051" y="5776"/>
                  </a:lnTo>
                  <a:lnTo>
                    <a:pt x="35254" y="5766"/>
                  </a:lnTo>
                  <a:lnTo>
                    <a:pt x="37681" y="5645"/>
                  </a:lnTo>
                  <a:lnTo>
                    <a:pt x="38704" y="5594"/>
                  </a:lnTo>
                  <a:lnTo>
                    <a:pt x="39757" y="5542"/>
                  </a:lnTo>
                  <a:lnTo>
                    <a:pt x="40497" y="5505"/>
                  </a:lnTo>
                  <a:lnTo>
                    <a:pt x="40456" y="6575"/>
                  </a:lnTo>
                  <a:lnTo>
                    <a:pt x="41904" y="6422"/>
                  </a:lnTo>
                  <a:lnTo>
                    <a:pt x="42367" y="6373"/>
                  </a:lnTo>
                  <a:lnTo>
                    <a:pt x="43168" y="6256"/>
                  </a:lnTo>
                  <a:lnTo>
                    <a:pt x="43896" y="6149"/>
                  </a:lnTo>
                  <a:lnTo>
                    <a:pt x="44438" y="6125"/>
                  </a:lnTo>
                  <a:lnTo>
                    <a:pt x="45433" y="5864"/>
                  </a:lnTo>
                  <a:lnTo>
                    <a:pt x="45787" y="5771"/>
                  </a:lnTo>
                  <a:lnTo>
                    <a:pt x="45940" y="5756"/>
                  </a:lnTo>
                  <a:lnTo>
                    <a:pt x="46204" y="5731"/>
                  </a:lnTo>
                  <a:lnTo>
                    <a:pt x="46695" y="5683"/>
                  </a:lnTo>
                  <a:lnTo>
                    <a:pt x="46959" y="5658"/>
                  </a:lnTo>
                  <a:lnTo>
                    <a:pt x="47312" y="5708"/>
                  </a:lnTo>
                  <a:lnTo>
                    <a:pt x="47503" y="6012"/>
                  </a:lnTo>
                  <a:lnTo>
                    <a:pt x="47681" y="6295"/>
                  </a:lnTo>
                  <a:lnTo>
                    <a:pt x="47890" y="6626"/>
                  </a:lnTo>
                  <a:lnTo>
                    <a:pt x="48037" y="6861"/>
                  </a:lnTo>
                  <a:lnTo>
                    <a:pt x="48273" y="6815"/>
                  </a:lnTo>
                  <a:lnTo>
                    <a:pt x="49090" y="6658"/>
                  </a:lnTo>
                  <a:lnTo>
                    <a:pt x="49663" y="6548"/>
                  </a:lnTo>
                  <a:lnTo>
                    <a:pt x="49803" y="6521"/>
                  </a:lnTo>
                  <a:lnTo>
                    <a:pt x="50516" y="6384"/>
                  </a:lnTo>
                  <a:lnTo>
                    <a:pt x="54260" y="6555"/>
                  </a:lnTo>
                  <a:lnTo>
                    <a:pt x="54486" y="6463"/>
                  </a:lnTo>
                  <a:lnTo>
                    <a:pt x="55788" y="6615"/>
                  </a:lnTo>
                  <a:lnTo>
                    <a:pt x="58426" y="6924"/>
                  </a:lnTo>
                  <a:lnTo>
                    <a:pt x="58365" y="7494"/>
                  </a:lnTo>
                  <a:lnTo>
                    <a:pt x="59117" y="7616"/>
                  </a:lnTo>
                  <a:lnTo>
                    <a:pt x="62728" y="8203"/>
                  </a:lnTo>
                  <a:lnTo>
                    <a:pt x="63143" y="8270"/>
                  </a:lnTo>
                  <a:lnTo>
                    <a:pt x="63458" y="8380"/>
                  </a:lnTo>
                  <a:lnTo>
                    <a:pt x="63650" y="8447"/>
                  </a:lnTo>
                  <a:lnTo>
                    <a:pt x="63979" y="8562"/>
                  </a:lnTo>
                  <a:lnTo>
                    <a:pt x="64262" y="8630"/>
                  </a:lnTo>
                  <a:lnTo>
                    <a:pt x="64444" y="8467"/>
                  </a:lnTo>
                  <a:lnTo>
                    <a:pt x="65203" y="7785"/>
                  </a:lnTo>
                  <a:lnTo>
                    <a:pt x="65638" y="7395"/>
                  </a:lnTo>
                  <a:lnTo>
                    <a:pt x="68024" y="5253"/>
                  </a:lnTo>
                  <a:lnTo>
                    <a:pt x="68443" y="4877"/>
                  </a:lnTo>
                  <a:lnTo>
                    <a:pt x="68601" y="4735"/>
                  </a:lnTo>
                  <a:lnTo>
                    <a:pt x="72078" y="2555"/>
                  </a:lnTo>
                  <a:lnTo>
                    <a:pt x="72346" y="2503"/>
                  </a:lnTo>
                  <a:lnTo>
                    <a:pt x="73040" y="2368"/>
                  </a:lnTo>
                  <a:lnTo>
                    <a:pt x="73447" y="2288"/>
                  </a:lnTo>
                  <a:lnTo>
                    <a:pt x="78379" y="1327"/>
                  </a:lnTo>
                  <a:lnTo>
                    <a:pt x="78837" y="1249"/>
                  </a:lnTo>
                  <a:lnTo>
                    <a:pt x="84067" y="366"/>
                  </a:lnTo>
                  <a:lnTo>
                    <a:pt x="84440" y="302"/>
                  </a:lnTo>
                  <a:lnTo>
                    <a:pt x="84640" y="269"/>
                  </a:lnTo>
                  <a:lnTo>
                    <a:pt x="85254" y="165"/>
                  </a:lnTo>
                  <a:lnTo>
                    <a:pt x="85588" y="109"/>
                  </a:lnTo>
                  <a:lnTo>
                    <a:pt x="86233" y="0"/>
                  </a:lnTo>
                  <a:lnTo>
                    <a:pt x="86422" y="1221"/>
                  </a:lnTo>
                  <a:lnTo>
                    <a:pt x="86693" y="29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366912" y="3182964"/>
              <a:ext cx="123151" cy="47806"/>
            </a:xfrm>
            <a:custGeom>
              <a:avLst/>
              <a:pathLst>
                <a:path w="123151" h="47806">
                  <a:moveTo>
                    <a:pt x="97370" y="7403"/>
                  </a:moveTo>
                  <a:lnTo>
                    <a:pt x="98631" y="8096"/>
                  </a:lnTo>
                  <a:lnTo>
                    <a:pt x="108179" y="7680"/>
                  </a:lnTo>
                  <a:lnTo>
                    <a:pt x="113888" y="7338"/>
                  </a:lnTo>
                  <a:lnTo>
                    <a:pt x="121113" y="6907"/>
                  </a:lnTo>
                  <a:lnTo>
                    <a:pt x="121301" y="10679"/>
                  </a:lnTo>
                  <a:lnTo>
                    <a:pt x="121317" y="10987"/>
                  </a:lnTo>
                  <a:lnTo>
                    <a:pt x="121397" y="12396"/>
                  </a:lnTo>
                  <a:lnTo>
                    <a:pt x="121788" y="19257"/>
                  </a:lnTo>
                  <a:lnTo>
                    <a:pt x="121974" y="21494"/>
                  </a:lnTo>
                  <a:lnTo>
                    <a:pt x="122048" y="22386"/>
                  </a:lnTo>
                  <a:lnTo>
                    <a:pt x="122347" y="25990"/>
                  </a:lnTo>
                  <a:lnTo>
                    <a:pt x="122387" y="26471"/>
                  </a:lnTo>
                  <a:lnTo>
                    <a:pt x="123017" y="26494"/>
                  </a:lnTo>
                  <a:lnTo>
                    <a:pt x="123151" y="26501"/>
                  </a:lnTo>
                  <a:lnTo>
                    <a:pt x="123044" y="26763"/>
                  </a:lnTo>
                  <a:lnTo>
                    <a:pt x="122798" y="27369"/>
                  </a:lnTo>
                  <a:lnTo>
                    <a:pt x="122373" y="28414"/>
                  </a:lnTo>
                  <a:lnTo>
                    <a:pt x="121526" y="30497"/>
                  </a:lnTo>
                  <a:lnTo>
                    <a:pt x="121345" y="30943"/>
                  </a:lnTo>
                  <a:lnTo>
                    <a:pt x="120960" y="31891"/>
                  </a:lnTo>
                  <a:lnTo>
                    <a:pt x="120577" y="32833"/>
                  </a:lnTo>
                  <a:lnTo>
                    <a:pt x="120445" y="33157"/>
                  </a:lnTo>
                  <a:lnTo>
                    <a:pt x="120262" y="33608"/>
                  </a:lnTo>
                  <a:lnTo>
                    <a:pt x="118725" y="37379"/>
                  </a:lnTo>
                  <a:lnTo>
                    <a:pt x="118569" y="37743"/>
                  </a:lnTo>
                  <a:lnTo>
                    <a:pt x="118040" y="38976"/>
                  </a:lnTo>
                  <a:lnTo>
                    <a:pt x="117296" y="40709"/>
                  </a:lnTo>
                  <a:lnTo>
                    <a:pt x="116770" y="41937"/>
                  </a:lnTo>
                  <a:lnTo>
                    <a:pt x="116312" y="43004"/>
                  </a:lnTo>
                  <a:lnTo>
                    <a:pt x="115950" y="43849"/>
                  </a:lnTo>
                  <a:lnTo>
                    <a:pt x="115809" y="44177"/>
                  </a:lnTo>
                  <a:lnTo>
                    <a:pt x="115101" y="45827"/>
                  </a:lnTo>
                  <a:lnTo>
                    <a:pt x="114792" y="46549"/>
                  </a:lnTo>
                  <a:lnTo>
                    <a:pt x="114565" y="47077"/>
                  </a:lnTo>
                  <a:lnTo>
                    <a:pt x="114458" y="47327"/>
                  </a:lnTo>
                  <a:lnTo>
                    <a:pt x="114367" y="47539"/>
                  </a:lnTo>
                  <a:lnTo>
                    <a:pt x="114207" y="47806"/>
                  </a:lnTo>
                  <a:lnTo>
                    <a:pt x="113961" y="47705"/>
                  </a:lnTo>
                  <a:lnTo>
                    <a:pt x="113397" y="47474"/>
                  </a:lnTo>
                  <a:lnTo>
                    <a:pt x="113178" y="47384"/>
                  </a:lnTo>
                  <a:lnTo>
                    <a:pt x="109209" y="45754"/>
                  </a:lnTo>
                  <a:lnTo>
                    <a:pt x="107007" y="44850"/>
                  </a:lnTo>
                  <a:lnTo>
                    <a:pt x="105670" y="44301"/>
                  </a:lnTo>
                  <a:lnTo>
                    <a:pt x="105438" y="44205"/>
                  </a:lnTo>
                  <a:lnTo>
                    <a:pt x="101965" y="42780"/>
                  </a:lnTo>
                  <a:lnTo>
                    <a:pt x="101615" y="42636"/>
                  </a:lnTo>
                  <a:lnTo>
                    <a:pt x="101385" y="42542"/>
                  </a:lnTo>
                  <a:lnTo>
                    <a:pt x="100560" y="42203"/>
                  </a:lnTo>
                  <a:lnTo>
                    <a:pt x="97601" y="40988"/>
                  </a:lnTo>
                  <a:lnTo>
                    <a:pt x="96269" y="40441"/>
                  </a:lnTo>
                  <a:lnTo>
                    <a:pt x="95402" y="39850"/>
                  </a:lnTo>
                  <a:lnTo>
                    <a:pt x="95239" y="39739"/>
                  </a:lnTo>
                  <a:lnTo>
                    <a:pt x="95150" y="39603"/>
                  </a:lnTo>
                  <a:lnTo>
                    <a:pt x="95252" y="39358"/>
                  </a:lnTo>
                  <a:lnTo>
                    <a:pt x="95110" y="39028"/>
                  </a:lnTo>
                  <a:lnTo>
                    <a:pt x="94835" y="38606"/>
                  </a:lnTo>
                  <a:lnTo>
                    <a:pt x="94788" y="38047"/>
                  </a:lnTo>
                  <a:lnTo>
                    <a:pt x="94740" y="37480"/>
                  </a:lnTo>
                  <a:lnTo>
                    <a:pt x="94678" y="36749"/>
                  </a:lnTo>
                  <a:lnTo>
                    <a:pt x="94657" y="36506"/>
                  </a:lnTo>
                  <a:lnTo>
                    <a:pt x="85868" y="37302"/>
                  </a:lnTo>
                  <a:lnTo>
                    <a:pt x="84362" y="37391"/>
                  </a:lnTo>
                  <a:lnTo>
                    <a:pt x="80999" y="37591"/>
                  </a:lnTo>
                  <a:lnTo>
                    <a:pt x="80895" y="35911"/>
                  </a:lnTo>
                  <a:lnTo>
                    <a:pt x="80817" y="34636"/>
                  </a:lnTo>
                  <a:lnTo>
                    <a:pt x="80751" y="33579"/>
                  </a:lnTo>
                  <a:lnTo>
                    <a:pt x="80754" y="33425"/>
                  </a:lnTo>
                  <a:lnTo>
                    <a:pt x="80758" y="33133"/>
                  </a:lnTo>
                  <a:lnTo>
                    <a:pt x="80765" y="32978"/>
                  </a:lnTo>
                  <a:lnTo>
                    <a:pt x="80966" y="32975"/>
                  </a:lnTo>
                  <a:lnTo>
                    <a:pt x="83109" y="32949"/>
                  </a:lnTo>
                  <a:lnTo>
                    <a:pt x="83108" y="32535"/>
                  </a:lnTo>
                  <a:lnTo>
                    <a:pt x="83106" y="32044"/>
                  </a:lnTo>
                  <a:lnTo>
                    <a:pt x="83105" y="31572"/>
                  </a:lnTo>
                  <a:lnTo>
                    <a:pt x="83104" y="30955"/>
                  </a:lnTo>
                  <a:lnTo>
                    <a:pt x="83102" y="30208"/>
                  </a:lnTo>
                  <a:lnTo>
                    <a:pt x="83102" y="30020"/>
                  </a:lnTo>
                  <a:lnTo>
                    <a:pt x="83101" y="29678"/>
                  </a:lnTo>
                  <a:lnTo>
                    <a:pt x="83571" y="29512"/>
                  </a:lnTo>
                  <a:lnTo>
                    <a:pt x="83911" y="29181"/>
                  </a:lnTo>
                  <a:lnTo>
                    <a:pt x="83890" y="29013"/>
                  </a:lnTo>
                  <a:lnTo>
                    <a:pt x="83789" y="28208"/>
                  </a:lnTo>
                  <a:lnTo>
                    <a:pt x="83738" y="27767"/>
                  </a:lnTo>
                  <a:lnTo>
                    <a:pt x="83824" y="26785"/>
                  </a:lnTo>
                  <a:lnTo>
                    <a:pt x="83794" y="26386"/>
                  </a:lnTo>
                  <a:lnTo>
                    <a:pt x="83073" y="24725"/>
                  </a:lnTo>
                  <a:lnTo>
                    <a:pt x="82429" y="24471"/>
                  </a:lnTo>
                  <a:lnTo>
                    <a:pt x="80901" y="23869"/>
                  </a:lnTo>
                  <a:lnTo>
                    <a:pt x="81131" y="23433"/>
                  </a:lnTo>
                  <a:lnTo>
                    <a:pt x="81359" y="23003"/>
                  </a:lnTo>
                  <a:lnTo>
                    <a:pt x="81652" y="22410"/>
                  </a:lnTo>
                  <a:lnTo>
                    <a:pt x="80270" y="21781"/>
                  </a:lnTo>
                  <a:lnTo>
                    <a:pt x="80120" y="21713"/>
                  </a:lnTo>
                  <a:lnTo>
                    <a:pt x="79858" y="21658"/>
                  </a:lnTo>
                  <a:lnTo>
                    <a:pt x="78025" y="21273"/>
                  </a:lnTo>
                  <a:lnTo>
                    <a:pt x="77428" y="21148"/>
                  </a:lnTo>
                  <a:lnTo>
                    <a:pt x="77164" y="21092"/>
                  </a:lnTo>
                  <a:lnTo>
                    <a:pt x="76745" y="21004"/>
                  </a:lnTo>
                  <a:lnTo>
                    <a:pt x="76523" y="21170"/>
                  </a:lnTo>
                  <a:lnTo>
                    <a:pt x="76358" y="22080"/>
                  </a:lnTo>
                  <a:lnTo>
                    <a:pt x="76284" y="22489"/>
                  </a:lnTo>
                  <a:lnTo>
                    <a:pt x="76002" y="24049"/>
                  </a:lnTo>
                  <a:lnTo>
                    <a:pt x="75546" y="23931"/>
                  </a:lnTo>
                  <a:lnTo>
                    <a:pt x="75229" y="23849"/>
                  </a:lnTo>
                  <a:lnTo>
                    <a:pt x="74984" y="23785"/>
                  </a:lnTo>
                  <a:lnTo>
                    <a:pt x="74745" y="23723"/>
                  </a:lnTo>
                  <a:lnTo>
                    <a:pt x="74270" y="23600"/>
                  </a:lnTo>
                  <a:lnTo>
                    <a:pt x="73986" y="23526"/>
                  </a:lnTo>
                  <a:lnTo>
                    <a:pt x="73129" y="23325"/>
                  </a:lnTo>
                  <a:lnTo>
                    <a:pt x="72155" y="23096"/>
                  </a:lnTo>
                  <a:lnTo>
                    <a:pt x="71236" y="23075"/>
                  </a:lnTo>
                  <a:lnTo>
                    <a:pt x="69271" y="22963"/>
                  </a:lnTo>
                  <a:lnTo>
                    <a:pt x="69111" y="22897"/>
                  </a:lnTo>
                  <a:lnTo>
                    <a:pt x="68966" y="24333"/>
                  </a:lnTo>
                  <a:lnTo>
                    <a:pt x="68172" y="24665"/>
                  </a:lnTo>
                  <a:lnTo>
                    <a:pt x="66571" y="25334"/>
                  </a:lnTo>
                  <a:lnTo>
                    <a:pt x="66260" y="25464"/>
                  </a:lnTo>
                  <a:lnTo>
                    <a:pt x="66087" y="25518"/>
                  </a:lnTo>
                  <a:lnTo>
                    <a:pt x="65460" y="25713"/>
                  </a:lnTo>
                  <a:lnTo>
                    <a:pt x="63568" y="26302"/>
                  </a:lnTo>
                  <a:lnTo>
                    <a:pt x="63070" y="26628"/>
                  </a:lnTo>
                  <a:lnTo>
                    <a:pt x="62317" y="27120"/>
                  </a:lnTo>
                  <a:lnTo>
                    <a:pt x="61628" y="27571"/>
                  </a:lnTo>
                  <a:lnTo>
                    <a:pt x="60954" y="28012"/>
                  </a:lnTo>
                  <a:lnTo>
                    <a:pt x="59756" y="28795"/>
                  </a:lnTo>
                  <a:lnTo>
                    <a:pt x="59599" y="28898"/>
                  </a:lnTo>
                  <a:lnTo>
                    <a:pt x="59049" y="29257"/>
                  </a:lnTo>
                  <a:lnTo>
                    <a:pt x="58878" y="29369"/>
                  </a:lnTo>
                  <a:lnTo>
                    <a:pt x="58736" y="29370"/>
                  </a:lnTo>
                  <a:lnTo>
                    <a:pt x="58155" y="29375"/>
                  </a:lnTo>
                  <a:lnTo>
                    <a:pt x="57088" y="28394"/>
                  </a:lnTo>
                  <a:lnTo>
                    <a:pt x="53617" y="26311"/>
                  </a:lnTo>
                  <a:lnTo>
                    <a:pt x="52121" y="28554"/>
                  </a:lnTo>
                  <a:lnTo>
                    <a:pt x="46140" y="26151"/>
                  </a:lnTo>
                  <a:lnTo>
                    <a:pt x="27022" y="28768"/>
                  </a:lnTo>
                  <a:lnTo>
                    <a:pt x="25153" y="23427"/>
                  </a:lnTo>
                  <a:lnTo>
                    <a:pt x="28891" y="22893"/>
                  </a:lnTo>
                  <a:lnTo>
                    <a:pt x="28731" y="20597"/>
                  </a:lnTo>
                  <a:lnTo>
                    <a:pt x="24405" y="20864"/>
                  </a:lnTo>
                  <a:lnTo>
                    <a:pt x="11909" y="17232"/>
                  </a:lnTo>
                  <a:lnTo>
                    <a:pt x="12496" y="14028"/>
                  </a:lnTo>
                  <a:lnTo>
                    <a:pt x="0" y="10237"/>
                  </a:lnTo>
                  <a:lnTo>
                    <a:pt x="2358" y="4362"/>
                  </a:lnTo>
                  <a:lnTo>
                    <a:pt x="11748" y="6178"/>
                  </a:lnTo>
                  <a:lnTo>
                    <a:pt x="13190" y="8741"/>
                  </a:lnTo>
                  <a:lnTo>
                    <a:pt x="22002" y="9115"/>
                  </a:lnTo>
                  <a:lnTo>
                    <a:pt x="23337" y="11892"/>
                  </a:lnTo>
                  <a:lnTo>
                    <a:pt x="27182" y="13067"/>
                  </a:lnTo>
                  <a:lnTo>
                    <a:pt x="27930" y="12586"/>
                  </a:lnTo>
                  <a:lnTo>
                    <a:pt x="27342" y="11251"/>
                  </a:lnTo>
                  <a:lnTo>
                    <a:pt x="44752" y="6125"/>
                  </a:lnTo>
                  <a:lnTo>
                    <a:pt x="45393" y="7032"/>
                  </a:lnTo>
                  <a:lnTo>
                    <a:pt x="48810" y="5751"/>
                  </a:lnTo>
                  <a:lnTo>
                    <a:pt x="49068" y="4477"/>
                  </a:lnTo>
                  <a:lnTo>
                    <a:pt x="49226" y="4442"/>
                  </a:lnTo>
                  <a:lnTo>
                    <a:pt x="49438" y="4396"/>
                  </a:lnTo>
                  <a:lnTo>
                    <a:pt x="49569" y="4436"/>
                  </a:lnTo>
                  <a:lnTo>
                    <a:pt x="49846" y="4523"/>
                  </a:lnTo>
                  <a:lnTo>
                    <a:pt x="50706" y="4791"/>
                  </a:lnTo>
                  <a:lnTo>
                    <a:pt x="51064" y="4903"/>
                  </a:lnTo>
                  <a:lnTo>
                    <a:pt x="51243" y="4958"/>
                  </a:lnTo>
                  <a:lnTo>
                    <a:pt x="51765" y="5275"/>
                  </a:lnTo>
                  <a:lnTo>
                    <a:pt x="52083" y="5541"/>
                  </a:lnTo>
                  <a:lnTo>
                    <a:pt x="52978" y="6301"/>
                  </a:lnTo>
                  <a:lnTo>
                    <a:pt x="53501" y="6839"/>
                  </a:lnTo>
                  <a:lnTo>
                    <a:pt x="53656" y="6999"/>
                  </a:lnTo>
                  <a:lnTo>
                    <a:pt x="53842" y="7190"/>
                  </a:lnTo>
                  <a:lnTo>
                    <a:pt x="54299" y="7659"/>
                  </a:lnTo>
                  <a:lnTo>
                    <a:pt x="54570" y="7438"/>
                  </a:lnTo>
                  <a:lnTo>
                    <a:pt x="55334" y="6818"/>
                  </a:lnTo>
                  <a:lnTo>
                    <a:pt x="55472" y="7017"/>
                  </a:lnTo>
                  <a:lnTo>
                    <a:pt x="56015" y="7801"/>
                  </a:lnTo>
                  <a:lnTo>
                    <a:pt x="56303" y="8216"/>
                  </a:lnTo>
                  <a:lnTo>
                    <a:pt x="56523" y="8533"/>
                  </a:lnTo>
                  <a:lnTo>
                    <a:pt x="56704" y="8504"/>
                  </a:lnTo>
                  <a:lnTo>
                    <a:pt x="57395" y="8395"/>
                  </a:lnTo>
                  <a:lnTo>
                    <a:pt x="58801" y="8173"/>
                  </a:lnTo>
                  <a:lnTo>
                    <a:pt x="59091" y="8127"/>
                  </a:lnTo>
                  <a:lnTo>
                    <a:pt x="60503" y="7904"/>
                  </a:lnTo>
                  <a:lnTo>
                    <a:pt x="60803" y="7856"/>
                  </a:lnTo>
                  <a:lnTo>
                    <a:pt x="61494" y="7747"/>
                  </a:lnTo>
                  <a:lnTo>
                    <a:pt x="63466" y="7435"/>
                  </a:lnTo>
                  <a:lnTo>
                    <a:pt x="63763" y="7388"/>
                  </a:lnTo>
                  <a:lnTo>
                    <a:pt x="64536" y="7266"/>
                  </a:lnTo>
                  <a:lnTo>
                    <a:pt x="65852" y="6871"/>
                  </a:lnTo>
                  <a:lnTo>
                    <a:pt x="67326" y="6428"/>
                  </a:lnTo>
                  <a:lnTo>
                    <a:pt x="67601" y="6346"/>
                  </a:lnTo>
                  <a:lnTo>
                    <a:pt x="67799" y="6287"/>
                  </a:lnTo>
                  <a:lnTo>
                    <a:pt x="67955" y="6123"/>
                  </a:lnTo>
                  <a:lnTo>
                    <a:pt x="68112" y="5958"/>
                  </a:lnTo>
                  <a:lnTo>
                    <a:pt x="68268" y="5794"/>
                  </a:lnTo>
                  <a:lnTo>
                    <a:pt x="68971" y="5054"/>
                  </a:lnTo>
                  <a:lnTo>
                    <a:pt x="69750" y="4235"/>
                  </a:lnTo>
                  <a:lnTo>
                    <a:pt x="70258" y="3700"/>
                  </a:lnTo>
                  <a:lnTo>
                    <a:pt x="70883" y="3043"/>
                  </a:lnTo>
                  <a:lnTo>
                    <a:pt x="71171" y="2988"/>
                  </a:lnTo>
                  <a:lnTo>
                    <a:pt x="75070" y="2728"/>
                  </a:lnTo>
                  <a:lnTo>
                    <a:pt x="79622" y="2424"/>
                  </a:lnTo>
                  <a:lnTo>
                    <a:pt x="79406" y="175"/>
                  </a:lnTo>
                  <a:lnTo>
                    <a:pt x="83427" y="0"/>
                  </a:lnTo>
                  <a:lnTo>
                    <a:pt x="84281" y="213"/>
                  </a:lnTo>
                  <a:lnTo>
                    <a:pt x="86467" y="1414"/>
                  </a:lnTo>
                  <a:lnTo>
                    <a:pt x="90009" y="3360"/>
                  </a:lnTo>
                  <a:lnTo>
                    <a:pt x="93475" y="5264"/>
                  </a:lnTo>
                  <a:lnTo>
                    <a:pt x="93718" y="5397"/>
                  </a:lnTo>
                  <a:lnTo>
                    <a:pt x="96059" y="6683"/>
                  </a:lnTo>
                  <a:lnTo>
                    <a:pt x="96526" y="6940"/>
                  </a:lnTo>
                  <a:lnTo>
                    <a:pt x="97223" y="73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417551" y="3203968"/>
              <a:ext cx="86674" cy="64457"/>
            </a:xfrm>
            <a:custGeom>
              <a:avLst/>
              <a:pathLst>
                <a:path w="86674" h="64457">
                  <a:moveTo>
                    <a:pt x="30320" y="2887"/>
                  </a:moveTo>
                  <a:lnTo>
                    <a:pt x="31790" y="3467"/>
                  </a:lnTo>
                  <a:lnTo>
                    <a:pt x="32434" y="3720"/>
                  </a:lnTo>
                  <a:lnTo>
                    <a:pt x="33205" y="5554"/>
                  </a:lnTo>
                  <a:lnTo>
                    <a:pt x="33185" y="5781"/>
                  </a:lnTo>
                  <a:lnTo>
                    <a:pt x="33097" y="6781"/>
                  </a:lnTo>
                  <a:lnTo>
                    <a:pt x="33150" y="7204"/>
                  </a:lnTo>
                  <a:lnTo>
                    <a:pt x="33251" y="8008"/>
                  </a:lnTo>
                  <a:lnTo>
                    <a:pt x="33269" y="8388"/>
                  </a:lnTo>
                  <a:lnTo>
                    <a:pt x="32932" y="8507"/>
                  </a:lnTo>
                  <a:lnTo>
                    <a:pt x="32462" y="8673"/>
                  </a:lnTo>
                  <a:lnTo>
                    <a:pt x="32463" y="9041"/>
                  </a:lnTo>
                  <a:lnTo>
                    <a:pt x="32463" y="9203"/>
                  </a:lnTo>
                  <a:lnTo>
                    <a:pt x="32465" y="9950"/>
                  </a:lnTo>
                  <a:lnTo>
                    <a:pt x="32466" y="10568"/>
                  </a:lnTo>
                  <a:lnTo>
                    <a:pt x="32468" y="11039"/>
                  </a:lnTo>
                  <a:lnTo>
                    <a:pt x="32469" y="11636"/>
                  </a:lnTo>
                  <a:lnTo>
                    <a:pt x="32470" y="11944"/>
                  </a:lnTo>
                  <a:lnTo>
                    <a:pt x="30327" y="11971"/>
                  </a:lnTo>
                  <a:lnTo>
                    <a:pt x="30122" y="11973"/>
                  </a:lnTo>
                  <a:lnTo>
                    <a:pt x="30119" y="12129"/>
                  </a:lnTo>
                  <a:lnTo>
                    <a:pt x="30115" y="12420"/>
                  </a:lnTo>
                  <a:lnTo>
                    <a:pt x="30112" y="12574"/>
                  </a:lnTo>
                  <a:lnTo>
                    <a:pt x="30178" y="13632"/>
                  </a:lnTo>
                  <a:lnTo>
                    <a:pt x="30256" y="14907"/>
                  </a:lnTo>
                  <a:lnTo>
                    <a:pt x="30360" y="16586"/>
                  </a:lnTo>
                  <a:lnTo>
                    <a:pt x="33723" y="16386"/>
                  </a:lnTo>
                  <a:lnTo>
                    <a:pt x="35229" y="16297"/>
                  </a:lnTo>
                  <a:lnTo>
                    <a:pt x="44018" y="15502"/>
                  </a:lnTo>
                  <a:lnTo>
                    <a:pt x="44039" y="15745"/>
                  </a:lnTo>
                  <a:lnTo>
                    <a:pt x="44101" y="16476"/>
                  </a:lnTo>
                  <a:lnTo>
                    <a:pt x="44149" y="17042"/>
                  </a:lnTo>
                  <a:lnTo>
                    <a:pt x="44196" y="17602"/>
                  </a:lnTo>
                  <a:lnTo>
                    <a:pt x="44471" y="18023"/>
                  </a:lnTo>
                  <a:lnTo>
                    <a:pt x="44593" y="18402"/>
                  </a:lnTo>
                  <a:lnTo>
                    <a:pt x="44511" y="18598"/>
                  </a:lnTo>
                  <a:lnTo>
                    <a:pt x="44600" y="18734"/>
                  </a:lnTo>
                  <a:lnTo>
                    <a:pt x="44763" y="18846"/>
                  </a:lnTo>
                  <a:lnTo>
                    <a:pt x="45630" y="19436"/>
                  </a:lnTo>
                  <a:lnTo>
                    <a:pt x="46962" y="19983"/>
                  </a:lnTo>
                  <a:lnTo>
                    <a:pt x="49921" y="21198"/>
                  </a:lnTo>
                  <a:lnTo>
                    <a:pt x="50747" y="21537"/>
                  </a:lnTo>
                  <a:lnTo>
                    <a:pt x="50977" y="21631"/>
                  </a:lnTo>
                  <a:lnTo>
                    <a:pt x="51326" y="21775"/>
                  </a:lnTo>
                  <a:lnTo>
                    <a:pt x="54826" y="23212"/>
                  </a:lnTo>
                  <a:lnTo>
                    <a:pt x="55031" y="23296"/>
                  </a:lnTo>
                  <a:lnTo>
                    <a:pt x="56368" y="23845"/>
                  </a:lnTo>
                  <a:lnTo>
                    <a:pt x="58570" y="24749"/>
                  </a:lnTo>
                  <a:lnTo>
                    <a:pt x="62584" y="26397"/>
                  </a:lnTo>
                  <a:lnTo>
                    <a:pt x="62758" y="26469"/>
                  </a:lnTo>
                  <a:lnTo>
                    <a:pt x="63322" y="26700"/>
                  </a:lnTo>
                  <a:lnTo>
                    <a:pt x="63607" y="26817"/>
                  </a:lnTo>
                  <a:lnTo>
                    <a:pt x="63728" y="26534"/>
                  </a:lnTo>
                  <a:lnTo>
                    <a:pt x="63819" y="26323"/>
                  </a:lnTo>
                  <a:lnTo>
                    <a:pt x="63926" y="26072"/>
                  </a:lnTo>
                  <a:lnTo>
                    <a:pt x="64153" y="25544"/>
                  </a:lnTo>
                  <a:lnTo>
                    <a:pt x="64462" y="24822"/>
                  </a:lnTo>
                  <a:lnTo>
                    <a:pt x="65170" y="23172"/>
                  </a:lnTo>
                  <a:lnTo>
                    <a:pt x="65311" y="22844"/>
                  </a:lnTo>
                  <a:lnTo>
                    <a:pt x="65673" y="22000"/>
                  </a:lnTo>
                  <a:lnTo>
                    <a:pt x="66172" y="20835"/>
                  </a:lnTo>
                  <a:lnTo>
                    <a:pt x="66658" y="19704"/>
                  </a:lnTo>
                  <a:lnTo>
                    <a:pt x="67401" y="17971"/>
                  </a:lnTo>
                  <a:lnTo>
                    <a:pt x="67930" y="16739"/>
                  </a:lnTo>
                  <a:lnTo>
                    <a:pt x="68164" y="16193"/>
                  </a:lnTo>
                  <a:lnTo>
                    <a:pt x="68826" y="16689"/>
                  </a:lnTo>
                  <a:lnTo>
                    <a:pt x="70229" y="17742"/>
                  </a:lnTo>
                  <a:lnTo>
                    <a:pt x="71234" y="18496"/>
                  </a:lnTo>
                  <a:lnTo>
                    <a:pt x="72984" y="21613"/>
                  </a:lnTo>
                  <a:lnTo>
                    <a:pt x="73691" y="22873"/>
                  </a:lnTo>
                  <a:lnTo>
                    <a:pt x="73836" y="23132"/>
                  </a:lnTo>
                  <a:lnTo>
                    <a:pt x="76517" y="27908"/>
                  </a:lnTo>
                  <a:lnTo>
                    <a:pt x="76654" y="28152"/>
                  </a:lnTo>
                  <a:lnTo>
                    <a:pt x="77882" y="30341"/>
                  </a:lnTo>
                  <a:lnTo>
                    <a:pt x="79227" y="32737"/>
                  </a:lnTo>
                  <a:lnTo>
                    <a:pt x="81946" y="38045"/>
                  </a:lnTo>
                  <a:lnTo>
                    <a:pt x="82448" y="39024"/>
                  </a:lnTo>
                  <a:lnTo>
                    <a:pt x="82566" y="39255"/>
                  </a:lnTo>
                  <a:lnTo>
                    <a:pt x="82760" y="39721"/>
                  </a:lnTo>
                  <a:lnTo>
                    <a:pt x="82956" y="40192"/>
                  </a:lnTo>
                  <a:lnTo>
                    <a:pt x="83136" y="40623"/>
                  </a:lnTo>
                  <a:lnTo>
                    <a:pt x="84550" y="44020"/>
                  </a:lnTo>
                  <a:lnTo>
                    <a:pt x="84704" y="44390"/>
                  </a:lnTo>
                  <a:lnTo>
                    <a:pt x="84833" y="44699"/>
                  </a:lnTo>
                  <a:lnTo>
                    <a:pt x="85916" y="47299"/>
                  </a:lnTo>
                  <a:lnTo>
                    <a:pt x="86277" y="48166"/>
                  </a:lnTo>
                  <a:lnTo>
                    <a:pt x="86674" y="49120"/>
                  </a:lnTo>
                  <a:lnTo>
                    <a:pt x="86113" y="49357"/>
                  </a:lnTo>
                  <a:lnTo>
                    <a:pt x="85352" y="49679"/>
                  </a:lnTo>
                  <a:lnTo>
                    <a:pt x="83408" y="50501"/>
                  </a:lnTo>
                  <a:lnTo>
                    <a:pt x="81925" y="51129"/>
                  </a:lnTo>
                  <a:lnTo>
                    <a:pt x="81340" y="51376"/>
                  </a:lnTo>
                  <a:lnTo>
                    <a:pt x="79996" y="51944"/>
                  </a:lnTo>
                  <a:lnTo>
                    <a:pt x="79523" y="52145"/>
                  </a:lnTo>
                  <a:lnTo>
                    <a:pt x="78742" y="52475"/>
                  </a:lnTo>
                  <a:lnTo>
                    <a:pt x="75634" y="53790"/>
                  </a:lnTo>
                  <a:lnTo>
                    <a:pt x="73989" y="54489"/>
                  </a:lnTo>
                  <a:lnTo>
                    <a:pt x="73834" y="54574"/>
                  </a:lnTo>
                  <a:lnTo>
                    <a:pt x="72467" y="55330"/>
                  </a:lnTo>
                  <a:lnTo>
                    <a:pt x="72299" y="55422"/>
                  </a:lnTo>
                  <a:lnTo>
                    <a:pt x="70721" y="56593"/>
                  </a:lnTo>
                  <a:lnTo>
                    <a:pt x="70276" y="56923"/>
                  </a:lnTo>
                  <a:lnTo>
                    <a:pt x="69992" y="57248"/>
                  </a:lnTo>
                  <a:lnTo>
                    <a:pt x="69823" y="57304"/>
                  </a:lnTo>
                  <a:lnTo>
                    <a:pt x="69208" y="57459"/>
                  </a:lnTo>
                  <a:lnTo>
                    <a:pt x="67031" y="56957"/>
                  </a:lnTo>
                  <a:lnTo>
                    <a:pt x="66790" y="56902"/>
                  </a:lnTo>
                  <a:lnTo>
                    <a:pt x="63761" y="56204"/>
                  </a:lnTo>
                  <a:lnTo>
                    <a:pt x="63653" y="56576"/>
                  </a:lnTo>
                  <a:lnTo>
                    <a:pt x="63404" y="57433"/>
                  </a:lnTo>
                  <a:lnTo>
                    <a:pt x="62977" y="58902"/>
                  </a:lnTo>
                  <a:lnTo>
                    <a:pt x="62262" y="61364"/>
                  </a:lnTo>
                  <a:lnTo>
                    <a:pt x="61951" y="62432"/>
                  </a:lnTo>
                  <a:lnTo>
                    <a:pt x="61605" y="63622"/>
                  </a:lnTo>
                  <a:lnTo>
                    <a:pt x="56722" y="63675"/>
                  </a:lnTo>
                  <a:lnTo>
                    <a:pt x="52896" y="63716"/>
                  </a:lnTo>
                  <a:lnTo>
                    <a:pt x="51816" y="63728"/>
                  </a:lnTo>
                  <a:lnTo>
                    <a:pt x="51319" y="63733"/>
                  </a:lnTo>
                  <a:lnTo>
                    <a:pt x="50834" y="63738"/>
                  </a:lnTo>
                  <a:lnTo>
                    <a:pt x="49316" y="63755"/>
                  </a:lnTo>
                  <a:lnTo>
                    <a:pt x="49062" y="63757"/>
                  </a:lnTo>
                  <a:lnTo>
                    <a:pt x="45878" y="63792"/>
                  </a:lnTo>
                  <a:lnTo>
                    <a:pt x="45451" y="63796"/>
                  </a:lnTo>
                  <a:lnTo>
                    <a:pt x="45143" y="63804"/>
                  </a:lnTo>
                  <a:lnTo>
                    <a:pt x="41306" y="63899"/>
                  </a:lnTo>
                  <a:lnTo>
                    <a:pt x="40870" y="63910"/>
                  </a:lnTo>
                  <a:lnTo>
                    <a:pt x="38794" y="63962"/>
                  </a:lnTo>
                  <a:lnTo>
                    <a:pt x="38559" y="63973"/>
                  </a:lnTo>
                  <a:lnTo>
                    <a:pt x="38351" y="63983"/>
                  </a:lnTo>
                  <a:lnTo>
                    <a:pt x="38011" y="64000"/>
                  </a:lnTo>
                  <a:lnTo>
                    <a:pt x="37552" y="64022"/>
                  </a:lnTo>
                  <a:lnTo>
                    <a:pt x="32610" y="64450"/>
                  </a:lnTo>
                  <a:lnTo>
                    <a:pt x="32483" y="64457"/>
                  </a:lnTo>
                  <a:lnTo>
                    <a:pt x="32455" y="64055"/>
                  </a:lnTo>
                  <a:lnTo>
                    <a:pt x="32346" y="62447"/>
                  </a:lnTo>
                  <a:lnTo>
                    <a:pt x="32229" y="60727"/>
                  </a:lnTo>
                  <a:lnTo>
                    <a:pt x="32197" y="60247"/>
                  </a:lnTo>
                  <a:lnTo>
                    <a:pt x="32203" y="59791"/>
                  </a:lnTo>
                  <a:lnTo>
                    <a:pt x="32224" y="58145"/>
                  </a:lnTo>
                  <a:lnTo>
                    <a:pt x="31948" y="57197"/>
                  </a:lnTo>
                  <a:lnTo>
                    <a:pt x="31454" y="56517"/>
                  </a:lnTo>
                  <a:lnTo>
                    <a:pt x="29033" y="53654"/>
                  </a:lnTo>
                  <a:lnTo>
                    <a:pt x="28698" y="53258"/>
                  </a:lnTo>
                  <a:lnTo>
                    <a:pt x="28483" y="53004"/>
                  </a:lnTo>
                  <a:lnTo>
                    <a:pt x="28231" y="52770"/>
                  </a:lnTo>
                  <a:lnTo>
                    <a:pt x="28013" y="52943"/>
                  </a:lnTo>
                  <a:lnTo>
                    <a:pt x="27595" y="53276"/>
                  </a:lnTo>
                  <a:lnTo>
                    <a:pt x="27031" y="53600"/>
                  </a:lnTo>
                  <a:lnTo>
                    <a:pt x="25838" y="52582"/>
                  </a:lnTo>
                  <a:lnTo>
                    <a:pt x="25515" y="52341"/>
                  </a:lnTo>
                  <a:lnTo>
                    <a:pt x="25031" y="52039"/>
                  </a:lnTo>
                  <a:lnTo>
                    <a:pt x="24703" y="51889"/>
                  </a:lnTo>
                  <a:lnTo>
                    <a:pt x="24559" y="51876"/>
                  </a:lnTo>
                  <a:lnTo>
                    <a:pt x="24334" y="51855"/>
                  </a:lnTo>
                  <a:lnTo>
                    <a:pt x="23885" y="51840"/>
                  </a:lnTo>
                  <a:lnTo>
                    <a:pt x="23578" y="51890"/>
                  </a:lnTo>
                  <a:lnTo>
                    <a:pt x="23042" y="51981"/>
                  </a:lnTo>
                  <a:lnTo>
                    <a:pt x="22137" y="52226"/>
                  </a:lnTo>
                  <a:lnTo>
                    <a:pt x="21461" y="52718"/>
                  </a:lnTo>
                  <a:lnTo>
                    <a:pt x="21292" y="52998"/>
                  </a:lnTo>
                  <a:lnTo>
                    <a:pt x="22025" y="53834"/>
                  </a:lnTo>
                  <a:lnTo>
                    <a:pt x="22456" y="54326"/>
                  </a:lnTo>
                  <a:lnTo>
                    <a:pt x="22728" y="54648"/>
                  </a:lnTo>
                  <a:lnTo>
                    <a:pt x="23095" y="55273"/>
                  </a:lnTo>
                  <a:lnTo>
                    <a:pt x="22900" y="55615"/>
                  </a:lnTo>
                  <a:lnTo>
                    <a:pt x="21789" y="56334"/>
                  </a:lnTo>
                  <a:lnTo>
                    <a:pt x="22098" y="57218"/>
                  </a:lnTo>
                  <a:lnTo>
                    <a:pt x="22306" y="57691"/>
                  </a:lnTo>
                  <a:lnTo>
                    <a:pt x="22234" y="58292"/>
                  </a:lnTo>
                  <a:lnTo>
                    <a:pt x="21890" y="58416"/>
                  </a:lnTo>
                  <a:lnTo>
                    <a:pt x="21064" y="58714"/>
                  </a:lnTo>
                  <a:lnTo>
                    <a:pt x="12099" y="54488"/>
                  </a:lnTo>
                  <a:lnTo>
                    <a:pt x="13789" y="51386"/>
                  </a:lnTo>
                  <a:lnTo>
                    <a:pt x="13887" y="51206"/>
                  </a:lnTo>
                  <a:lnTo>
                    <a:pt x="10538" y="48595"/>
                  </a:lnTo>
                  <a:lnTo>
                    <a:pt x="12845" y="45925"/>
                  </a:lnTo>
                  <a:lnTo>
                    <a:pt x="11649" y="41375"/>
                  </a:lnTo>
                  <a:lnTo>
                    <a:pt x="5497" y="37124"/>
                  </a:lnTo>
                  <a:lnTo>
                    <a:pt x="3937" y="33236"/>
                  </a:lnTo>
                  <a:lnTo>
                    <a:pt x="1106" y="34721"/>
                  </a:lnTo>
                  <a:lnTo>
                    <a:pt x="178" y="32809"/>
                  </a:lnTo>
                  <a:lnTo>
                    <a:pt x="823" y="32295"/>
                  </a:lnTo>
                  <a:lnTo>
                    <a:pt x="1224" y="31976"/>
                  </a:lnTo>
                  <a:lnTo>
                    <a:pt x="0" y="29260"/>
                  </a:lnTo>
                  <a:lnTo>
                    <a:pt x="1737" y="28131"/>
                  </a:lnTo>
                  <a:lnTo>
                    <a:pt x="1118" y="26999"/>
                  </a:lnTo>
                  <a:lnTo>
                    <a:pt x="8744" y="21958"/>
                  </a:lnTo>
                  <a:lnTo>
                    <a:pt x="9683" y="23496"/>
                  </a:lnTo>
                  <a:lnTo>
                    <a:pt x="10602" y="22043"/>
                  </a:lnTo>
                  <a:lnTo>
                    <a:pt x="15921" y="19052"/>
                  </a:lnTo>
                  <a:lnTo>
                    <a:pt x="15964" y="17557"/>
                  </a:lnTo>
                  <a:lnTo>
                    <a:pt x="11264" y="17685"/>
                  </a:lnTo>
                  <a:lnTo>
                    <a:pt x="11798" y="15207"/>
                  </a:lnTo>
                  <a:lnTo>
                    <a:pt x="16946" y="15101"/>
                  </a:lnTo>
                  <a:lnTo>
                    <a:pt x="17032" y="12964"/>
                  </a:lnTo>
                  <a:lnTo>
                    <a:pt x="13956" y="12046"/>
                  </a:lnTo>
                  <a:lnTo>
                    <a:pt x="14298" y="9696"/>
                  </a:lnTo>
                  <a:lnTo>
                    <a:pt x="18399" y="10017"/>
                  </a:lnTo>
                  <a:lnTo>
                    <a:pt x="18399" y="8436"/>
                  </a:lnTo>
                  <a:lnTo>
                    <a:pt x="10239" y="9782"/>
                  </a:lnTo>
                  <a:lnTo>
                    <a:pt x="10315" y="7007"/>
                  </a:lnTo>
                  <a:lnTo>
                    <a:pt x="10995" y="6562"/>
                  </a:lnTo>
                  <a:lnTo>
                    <a:pt x="11678" y="6115"/>
                  </a:lnTo>
                  <a:lnTo>
                    <a:pt x="12431" y="5623"/>
                  </a:lnTo>
                  <a:lnTo>
                    <a:pt x="12929" y="5297"/>
                  </a:lnTo>
                  <a:lnTo>
                    <a:pt x="14821" y="4708"/>
                  </a:lnTo>
                  <a:lnTo>
                    <a:pt x="15448" y="4513"/>
                  </a:lnTo>
                  <a:lnTo>
                    <a:pt x="15733" y="4412"/>
                  </a:lnTo>
                  <a:lnTo>
                    <a:pt x="16038" y="4285"/>
                  </a:lnTo>
                  <a:lnTo>
                    <a:pt x="17649" y="3612"/>
                  </a:lnTo>
                  <a:lnTo>
                    <a:pt x="18328" y="3329"/>
                  </a:lnTo>
                  <a:lnTo>
                    <a:pt x="18472" y="1893"/>
                  </a:lnTo>
                  <a:lnTo>
                    <a:pt x="18757" y="1965"/>
                  </a:lnTo>
                  <a:lnTo>
                    <a:pt x="20597" y="2070"/>
                  </a:lnTo>
                  <a:lnTo>
                    <a:pt x="21516" y="2092"/>
                  </a:lnTo>
                  <a:lnTo>
                    <a:pt x="22490" y="2321"/>
                  </a:lnTo>
                  <a:lnTo>
                    <a:pt x="23347" y="2522"/>
                  </a:lnTo>
                  <a:lnTo>
                    <a:pt x="23631" y="2595"/>
                  </a:lnTo>
                  <a:lnTo>
                    <a:pt x="24106" y="2719"/>
                  </a:lnTo>
                  <a:lnTo>
                    <a:pt x="24345" y="2781"/>
                  </a:lnTo>
                  <a:lnTo>
                    <a:pt x="24698" y="2872"/>
                  </a:lnTo>
                  <a:lnTo>
                    <a:pt x="24907" y="2926"/>
                  </a:lnTo>
                  <a:lnTo>
                    <a:pt x="25363" y="3044"/>
                  </a:lnTo>
                  <a:lnTo>
                    <a:pt x="25645" y="1484"/>
                  </a:lnTo>
                  <a:lnTo>
                    <a:pt x="25719" y="1075"/>
                  </a:lnTo>
                  <a:lnTo>
                    <a:pt x="25912" y="10"/>
                  </a:lnTo>
                  <a:lnTo>
                    <a:pt x="26106" y="0"/>
                  </a:lnTo>
                  <a:lnTo>
                    <a:pt x="26617" y="107"/>
                  </a:lnTo>
                  <a:lnTo>
                    <a:pt x="26869" y="160"/>
                  </a:lnTo>
                  <a:lnTo>
                    <a:pt x="27387" y="268"/>
                  </a:lnTo>
                  <a:lnTo>
                    <a:pt x="29219" y="653"/>
                  </a:lnTo>
                  <a:lnTo>
                    <a:pt x="29482" y="708"/>
                  </a:lnTo>
                  <a:lnTo>
                    <a:pt x="29631" y="777"/>
                  </a:lnTo>
                  <a:lnTo>
                    <a:pt x="30992" y="1483"/>
                  </a:lnTo>
                  <a:lnTo>
                    <a:pt x="30720" y="1998"/>
                  </a:lnTo>
                  <a:lnTo>
                    <a:pt x="30492" y="242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410223" y="3252752"/>
              <a:ext cx="114674" cy="69781"/>
            </a:xfrm>
            <a:custGeom>
              <a:avLst/>
              <a:pathLst>
                <a:path w="114674" h="69781">
                  <a:moveTo>
                    <a:pt x="19428" y="5704"/>
                  </a:moveTo>
                  <a:lnTo>
                    <a:pt x="28392" y="9930"/>
                  </a:lnTo>
                  <a:lnTo>
                    <a:pt x="29218" y="9632"/>
                  </a:lnTo>
                  <a:lnTo>
                    <a:pt x="29562" y="9508"/>
                  </a:lnTo>
                  <a:lnTo>
                    <a:pt x="29634" y="8907"/>
                  </a:lnTo>
                  <a:lnTo>
                    <a:pt x="29530" y="8340"/>
                  </a:lnTo>
                  <a:lnTo>
                    <a:pt x="29117" y="7550"/>
                  </a:lnTo>
                  <a:lnTo>
                    <a:pt x="30228" y="6832"/>
                  </a:lnTo>
                  <a:lnTo>
                    <a:pt x="30423" y="6490"/>
                  </a:lnTo>
                  <a:lnTo>
                    <a:pt x="30038" y="5833"/>
                  </a:lnTo>
                  <a:lnTo>
                    <a:pt x="29784" y="5543"/>
                  </a:lnTo>
                  <a:lnTo>
                    <a:pt x="29353" y="5051"/>
                  </a:lnTo>
                  <a:lnTo>
                    <a:pt x="28637" y="4188"/>
                  </a:lnTo>
                  <a:lnTo>
                    <a:pt x="28903" y="3851"/>
                  </a:lnTo>
                  <a:lnTo>
                    <a:pt x="29465" y="3442"/>
                  </a:lnTo>
                  <a:lnTo>
                    <a:pt x="30414" y="3186"/>
                  </a:lnTo>
                  <a:lnTo>
                    <a:pt x="30906" y="3106"/>
                  </a:lnTo>
                  <a:lnTo>
                    <a:pt x="31213" y="3057"/>
                  </a:lnTo>
                  <a:lnTo>
                    <a:pt x="31662" y="3072"/>
                  </a:lnTo>
                  <a:lnTo>
                    <a:pt x="31894" y="3093"/>
                  </a:lnTo>
                  <a:lnTo>
                    <a:pt x="32031" y="3105"/>
                  </a:lnTo>
                  <a:lnTo>
                    <a:pt x="32359" y="3256"/>
                  </a:lnTo>
                  <a:lnTo>
                    <a:pt x="32843" y="3557"/>
                  </a:lnTo>
                  <a:lnTo>
                    <a:pt x="33167" y="3798"/>
                  </a:lnTo>
                  <a:lnTo>
                    <a:pt x="34434" y="4882"/>
                  </a:lnTo>
                  <a:lnTo>
                    <a:pt x="34923" y="4492"/>
                  </a:lnTo>
                  <a:lnTo>
                    <a:pt x="35341" y="4160"/>
                  </a:lnTo>
                  <a:lnTo>
                    <a:pt x="35590" y="3961"/>
                  </a:lnTo>
                  <a:lnTo>
                    <a:pt x="35811" y="4220"/>
                  </a:lnTo>
                  <a:lnTo>
                    <a:pt x="36026" y="4474"/>
                  </a:lnTo>
                  <a:lnTo>
                    <a:pt x="36361" y="4870"/>
                  </a:lnTo>
                  <a:lnTo>
                    <a:pt x="38782" y="7733"/>
                  </a:lnTo>
                  <a:lnTo>
                    <a:pt x="39277" y="8413"/>
                  </a:lnTo>
                  <a:lnTo>
                    <a:pt x="39551" y="9482"/>
                  </a:lnTo>
                  <a:lnTo>
                    <a:pt x="39531" y="11007"/>
                  </a:lnTo>
                  <a:lnTo>
                    <a:pt x="39525" y="11464"/>
                  </a:lnTo>
                  <a:lnTo>
                    <a:pt x="39558" y="11943"/>
                  </a:lnTo>
                  <a:lnTo>
                    <a:pt x="39674" y="13663"/>
                  </a:lnTo>
                  <a:lnTo>
                    <a:pt x="39784" y="15271"/>
                  </a:lnTo>
                  <a:lnTo>
                    <a:pt x="39811" y="15674"/>
                  </a:lnTo>
                  <a:lnTo>
                    <a:pt x="39938" y="15667"/>
                  </a:lnTo>
                  <a:lnTo>
                    <a:pt x="44881" y="15239"/>
                  </a:lnTo>
                  <a:lnTo>
                    <a:pt x="45339" y="15216"/>
                  </a:lnTo>
                  <a:lnTo>
                    <a:pt x="45708" y="15198"/>
                  </a:lnTo>
                  <a:lnTo>
                    <a:pt x="45887" y="15190"/>
                  </a:lnTo>
                  <a:lnTo>
                    <a:pt x="46122" y="15178"/>
                  </a:lnTo>
                  <a:lnTo>
                    <a:pt x="48198" y="15127"/>
                  </a:lnTo>
                  <a:lnTo>
                    <a:pt x="48634" y="15116"/>
                  </a:lnTo>
                  <a:lnTo>
                    <a:pt x="52472" y="15020"/>
                  </a:lnTo>
                  <a:lnTo>
                    <a:pt x="52779" y="15013"/>
                  </a:lnTo>
                  <a:lnTo>
                    <a:pt x="53206" y="15008"/>
                  </a:lnTo>
                  <a:lnTo>
                    <a:pt x="56390" y="14974"/>
                  </a:lnTo>
                  <a:lnTo>
                    <a:pt x="56645" y="14971"/>
                  </a:lnTo>
                  <a:lnTo>
                    <a:pt x="58162" y="14955"/>
                  </a:lnTo>
                  <a:lnTo>
                    <a:pt x="58647" y="14949"/>
                  </a:lnTo>
                  <a:lnTo>
                    <a:pt x="59144" y="14944"/>
                  </a:lnTo>
                  <a:lnTo>
                    <a:pt x="60225" y="14932"/>
                  </a:lnTo>
                  <a:lnTo>
                    <a:pt x="64050" y="14891"/>
                  </a:lnTo>
                  <a:lnTo>
                    <a:pt x="68934" y="14839"/>
                  </a:lnTo>
                  <a:lnTo>
                    <a:pt x="69280" y="13648"/>
                  </a:lnTo>
                  <a:lnTo>
                    <a:pt x="69621" y="12473"/>
                  </a:lnTo>
                  <a:lnTo>
                    <a:pt x="70305" y="10118"/>
                  </a:lnTo>
                  <a:lnTo>
                    <a:pt x="70732" y="8649"/>
                  </a:lnTo>
                  <a:lnTo>
                    <a:pt x="70981" y="7792"/>
                  </a:lnTo>
                  <a:lnTo>
                    <a:pt x="71176" y="7440"/>
                  </a:lnTo>
                  <a:lnTo>
                    <a:pt x="74118" y="8118"/>
                  </a:lnTo>
                  <a:lnTo>
                    <a:pt x="74359" y="8174"/>
                  </a:lnTo>
                  <a:lnTo>
                    <a:pt x="76622" y="8695"/>
                  </a:lnTo>
                  <a:lnTo>
                    <a:pt x="77151" y="8520"/>
                  </a:lnTo>
                  <a:lnTo>
                    <a:pt x="77320" y="8464"/>
                  </a:lnTo>
                  <a:lnTo>
                    <a:pt x="77605" y="8139"/>
                  </a:lnTo>
                  <a:lnTo>
                    <a:pt x="78049" y="7810"/>
                  </a:lnTo>
                  <a:lnTo>
                    <a:pt x="79627" y="6639"/>
                  </a:lnTo>
                  <a:lnTo>
                    <a:pt x="79795" y="6546"/>
                  </a:lnTo>
                  <a:lnTo>
                    <a:pt x="81163" y="5791"/>
                  </a:lnTo>
                  <a:lnTo>
                    <a:pt x="81345" y="5690"/>
                  </a:lnTo>
                  <a:lnTo>
                    <a:pt x="82962" y="5006"/>
                  </a:lnTo>
                  <a:lnTo>
                    <a:pt x="86070" y="3691"/>
                  </a:lnTo>
                  <a:lnTo>
                    <a:pt x="86851" y="3361"/>
                  </a:lnTo>
                  <a:lnTo>
                    <a:pt x="87325" y="3161"/>
                  </a:lnTo>
                  <a:lnTo>
                    <a:pt x="88668" y="2593"/>
                  </a:lnTo>
                  <a:lnTo>
                    <a:pt x="89368" y="2296"/>
                  </a:lnTo>
                  <a:lnTo>
                    <a:pt x="90736" y="1718"/>
                  </a:lnTo>
                  <a:lnTo>
                    <a:pt x="92734" y="873"/>
                  </a:lnTo>
                  <a:lnTo>
                    <a:pt x="93441" y="573"/>
                  </a:lnTo>
                  <a:lnTo>
                    <a:pt x="94002" y="336"/>
                  </a:lnTo>
                  <a:lnTo>
                    <a:pt x="94134" y="652"/>
                  </a:lnTo>
                  <a:lnTo>
                    <a:pt x="94639" y="1864"/>
                  </a:lnTo>
                  <a:lnTo>
                    <a:pt x="94793" y="2236"/>
                  </a:lnTo>
                  <a:lnTo>
                    <a:pt x="96253" y="5741"/>
                  </a:lnTo>
                  <a:lnTo>
                    <a:pt x="96353" y="5982"/>
                  </a:lnTo>
                  <a:lnTo>
                    <a:pt x="97689" y="9191"/>
                  </a:lnTo>
                  <a:lnTo>
                    <a:pt x="97906" y="9712"/>
                  </a:lnTo>
                  <a:lnTo>
                    <a:pt x="100033" y="14819"/>
                  </a:lnTo>
                  <a:lnTo>
                    <a:pt x="100246" y="15330"/>
                  </a:lnTo>
                  <a:lnTo>
                    <a:pt x="100400" y="15700"/>
                  </a:lnTo>
                  <a:lnTo>
                    <a:pt x="101684" y="18783"/>
                  </a:lnTo>
                  <a:lnTo>
                    <a:pt x="101908" y="19322"/>
                  </a:lnTo>
                  <a:lnTo>
                    <a:pt x="102254" y="20153"/>
                  </a:lnTo>
                  <a:lnTo>
                    <a:pt x="102353" y="20390"/>
                  </a:lnTo>
                  <a:lnTo>
                    <a:pt x="102476" y="20686"/>
                  </a:lnTo>
                  <a:lnTo>
                    <a:pt x="104256" y="24960"/>
                  </a:lnTo>
                  <a:lnTo>
                    <a:pt x="104404" y="25315"/>
                  </a:lnTo>
                  <a:lnTo>
                    <a:pt x="105832" y="28745"/>
                  </a:lnTo>
                  <a:lnTo>
                    <a:pt x="105939" y="29002"/>
                  </a:lnTo>
                  <a:lnTo>
                    <a:pt x="107322" y="32324"/>
                  </a:lnTo>
                  <a:lnTo>
                    <a:pt x="107419" y="32557"/>
                  </a:lnTo>
                  <a:lnTo>
                    <a:pt x="107613" y="33022"/>
                  </a:lnTo>
                  <a:lnTo>
                    <a:pt x="108051" y="34073"/>
                  </a:lnTo>
                  <a:lnTo>
                    <a:pt x="108205" y="34416"/>
                  </a:lnTo>
                  <a:lnTo>
                    <a:pt x="108438" y="34933"/>
                  </a:lnTo>
                  <a:lnTo>
                    <a:pt x="108544" y="35170"/>
                  </a:lnTo>
                  <a:lnTo>
                    <a:pt x="109118" y="36446"/>
                  </a:lnTo>
                  <a:lnTo>
                    <a:pt x="109246" y="36731"/>
                  </a:lnTo>
                  <a:lnTo>
                    <a:pt x="109793" y="37946"/>
                  </a:lnTo>
                  <a:lnTo>
                    <a:pt x="110878" y="40359"/>
                  </a:lnTo>
                  <a:lnTo>
                    <a:pt x="110957" y="40535"/>
                  </a:lnTo>
                  <a:lnTo>
                    <a:pt x="112488" y="43939"/>
                  </a:lnTo>
                  <a:lnTo>
                    <a:pt x="112557" y="44093"/>
                  </a:lnTo>
                  <a:lnTo>
                    <a:pt x="114033" y="47375"/>
                  </a:lnTo>
                  <a:lnTo>
                    <a:pt x="114207" y="47762"/>
                  </a:lnTo>
                  <a:lnTo>
                    <a:pt x="114381" y="48149"/>
                  </a:lnTo>
                  <a:lnTo>
                    <a:pt x="114473" y="48481"/>
                  </a:lnTo>
                  <a:lnTo>
                    <a:pt x="114674" y="49208"/>
                  </a:lnTo>
                  <a:lnTo>
                    <a:pt x="112472" y="49932"/>
                  </a:lnTo>
                  <a:lnTo>
                    <a:pt x="108184" y="51343"/>
                  </a:lnTo>
                  <a:lnTo>
                    <a:pt x="98158" y="54642"/>
                  </a:lnTo>
                  <a:lnTo>
                    <a:pt x="93092" y="56309"/>
                  </a:lnTo>
                  <a:lnTo>
                    <a:pt x="92978" y="56438"/>
                  </a:lnTo>
                  <a:lnTo>
                    <a:pt x="92093" y="57444"/>
                  </a:lnTo>
                  <a:lnTo>
                    <a:pt x="90440" y="59294"/>
                  </a:lnTo>
                  <a:lnTo>
                    <a:pt x="89832" y="59401"/>
                  </a:lnTo>
                  <a:lnTo>
                    <a:pt x="87232" y="59858"/>
                  </a:lnTo>
                  <a:lnTo>
                    <a:pt x="86390" y="60745"/>
                  </a:lnTo>
                  <a:lnTo>
                    <a:pt x="85762" y="61151"/>
                  </a:lnTo>
                  <a:lnTo>
                    <a:pt x="84762" y="61372"/>
                  </a:lnTo>
                  <a:lnTo>
                    <a:pt x="83748" y="61151"/>
                  </a:lnTo>
                  <a:lnTo>
                    <a:pt x="83413" y="61078"/>
                  </a:lnTo>
                  <a:lnTo>
                    <a:pt x="82768" y="61061"/>
                  </a:lnTo>
                  <a:lnTo>
                    <a:pt x="82857" y="60529"/>
                  </a:lnTo>
                  <a:lnTo>
                    <a:pt x="82870" y="60051"/>
                  </a:lnTo>
                  <a:lnTo>
                    <a:pt x="82880" y="59686"/>
                  </a:lnTo>
                  <a:lnTo>
                    <a:pt x="82862" y="59555"/>
                  </a:lnTo>
                  <a:lnTo>
                    <a:pt x="82633" y="59020"/>
                  </a:lnTo>
                  <a:lnTo>
                    <a:pt x="82539" y="58799"/>
                  </a:lnTo>
                  <a:lnTo>
                    <a:pt x="82432" y="58666"/>
                  </a:lnTo>
                  <a:lnTo>
                    <a:pt x="82183" y="58356"/>
                  </a:lnTo>
                  <a:lnTo>
                    <a:pt x="81846" y="58062"/>
                  </a:lnTo>
                  <a:lnTo>
                    <a:pt x="81543" y="57796"/>
                  </a:lnTo>
                  <a:lnTo>
                    <a:pt x="79511" y="56260"/>
                  </a:lnTo>
                  <a:lnTo>
                    <a:pt x="75543" y="53261"/>
                  </a:lnTo>
                  <a:lnTo>
                    <a:pt x="71675" y="57972"/>
                  </a:lnTo>
                  <a:lnTo>
                    <a:pt x="71439" y="58259"/>
                  </a:lnTo>
                  <a:lnTo>
                    <a:pt x="69556" y="60551"/>
                  </a:lnTo>
                  <a:lnTo>
                    <a:pt x="65230" y="65818"/>
                  </a:lnTo>
                  <a:lnTo>
                    <a:pt x="61981" y="69781"/>
                  </a:lnTo>
                  <a:lnTo>
                    <a:pt x="57963" y="66645"/>
                  </a:lnTo>
                  <a:lnTo>
                    <a:pt x="51835" y="61856"/>
                  </a:lnTo>
                  <a:lnTo>
                    <a:pt x="51692" y="61997"/>
                  </a:lnTo>
                  <a:lnTo>
                    <a:pt x="48764" y="64873"/>
                  </a:lnTo>
                  <a:lnTo>
                    <a:pt x="48068" y="65190"/>
                  </a:lnTo>
                  <a:lnTo>
                    <a:pt x="47386" y="65476"/>
                  </a:lnTo>
                  <a:lnTo>
                    <a:pt x="46617" y="65675"/>
                  </a:lnTo>
                  <a:lnTo>
                    <a:pt x="46427" y="65724"/>
                  </a:lnTo>
                  <a:lnTo>
                    <a:pt x="41765" y="66932"/>
                  </a:lnTo>
                  <a:lnTo>
                    <a:pt x="41719" y="66761"/>
                  </a:lnTo>
                  <a:lnTo>
                    <a:pt x="41657" y="66530"/>
                  </a:lnTo>
                  <a:lnTo>
                    <a:pt x="41269" y="65080"/>
                  </a:lnTo>
                  <a:lnTo>
                    <a:pt x="40881" y="63628"/>
                  </a:lnTo>
                  <a:lnTo>
                    <a:pt x="40690" y="62915"/>
                  </a:lnTo>
                  <a:lnTo>
                    <a:pt x="39993" y="60306"/>
                  </a:lnTo>
                  <a:lnTo>
                    <a:pt x="39747" y="59388"/>
                  </a:lnTo>
                  <a:lnTo>
                    <a:pt x="39276" y="57625"/>
                  </a:lnTo>
                  <a:lnTo>
                    <a:pt x="39077" y="56882"/>
                  </a:lnTo>
                  <a:lnTo>
                    <a:pt x="38777" y="56637"/>
                  </a:lnTo>
                  <a:lnTo>
                    <a:pt x="33673" y="52466"/>
                  </a:lnTo>
                  <a:lnTo>
                    <a:pt x="30036" y="55858"/>
                  </a:lnTo>
                  <a:lnTo>
                    <a:pt x="34034" y="58140"/>
                  </a:lnTo>
                  <a:lnTo>
                    <a:pt x="32936" y="58452"/>
                  </a:lnTo>
                  <a:lnTo>
                    <a:pt x="29442" y="59645"/>
                  </a:lnTo>
                  <a:lnTo>
                    <a:pt x="26643" y="60801"/>
                  </a:lnTo>
                  <a:lnTo>
                    <a:pt x="25193" y="59978"/>
                  </a:lnTo>
                  <a:lnTo>
                    <a:pt x="21350" y="60593"/>
                  </a:lnTo>
                  <a:lnTo>
                    <a:pt x="18081" y="58809"/>
                  </a:lnTo>
                  <a:lnTo>
                    <a:pt x="17517" y="56519"/>
                  </a:lnTo>
                  <a:lnTo>
                    <a:pt x="14641" y="56123"/>
                  </a:lnTo>
                  <a:lnTo>
                    <a:pt x="15200" y="53639"/>
                  </a:lnTo>
                  <a:lnTo>
                    <a:pt x="11827" y="53569"/>
                  </a:lnTo>
                  <a:lnTo>
                    <a:pt x="11840" y="52621"/>
                  </a:lnTo>
                  <a:lnTo>
                    <a:pt x="11058" y="52646"/>
                  </a:lnTo>
                  <a:lnTo>
                    <a:pt x="10908" y="49994"/>
                  </a:lnTo>
                  <a:lnTo>
                    <a:pt x="15602" y="49786"/>
                  </a:lnTo>
                  <a:lnTo>
                    <a:pt x="15632" y="49350"/>
                  </a:lnTo>
                  <a:lnTo>
                    <a:pt x="15814" y="46664"/>
                  </a:lnTo>
                  <a:lnTo>
                    <a:pt x="18630" y="46598"/>
                  </a:lnTo>
                  <a:lnTo>
                    <a:pt x="18710" y="44643"/>
                  </a:lnTo>
                  <a:lnTo>
                    <a:pt x="22179" y="44699"/>
                  </a:lnTo>
                  <a:lnTo>
                    <a:pt x="21268" y="43155"/>
                  </a:lnTo>
                  <a:lnTo>
                    <a:pt x="21460" y="41467"/>
                  </a:lnTo>
                  <a:lnTo>
                    <a:pt x="22484" y="40716"/>
                  </a:lnTo>
                  <a:lnTo>
                    <a:pt x="22189" y="37692"/>
                  </a:lnTo>
                  <a:lnTo>
                    <a:pt x="20907" y="37724"/>
                  </a:lnTo>
                  <a:lnTo>
                    <a:pt x="20651" y="34680"/>
                  </a:lnTo>
                  <a:lnTo>
                    <a:pt x="19786" y="33751"/>
                  </a:lnTo>
                  <a:lnTo>
                    <a:pt x="19626" y="30643"/>
                  </a:lnTo>
                  <a:lnTo>
                    <a:pt x="20010" y="29490"/>
                  </a:lnTo>
                  <a:lnTo>
                    <a:pt x="19722" y="28913"/>
                  </a:lnTo>
                  <a:lnTo>
                    <a:pt x="18854" y="29355"/>
                  </a:lnTo>
                  <a:lnTo>
                    <a:pt x="18769" y="29164"/>
                  </a:lnTo>
                  <a:lnTo>
                    <a:pt x="17163" y="28938"/>
                  </a:lnTo>
                  <a:lnTo>
                    <a:pt x="16013" y="29056"/>
                  </a:lnTo>
                  <a:lnTo>
                    <a:pt x="11778" y="29265"/>
                  </a:lnTo>
                  <a:lnTo>
                    <a:pt x="11491" y="29493"/>
                  </a:lnTo>
                  <a:lnTo>
                    <a:pt x="8157" y="32136"/>
                  </a:lnTo>
                  <a:lnTo>
                    <a:pt x="8776" y="32927"/>
                  </a:lnTo>
                  <a:lnTo>
                    <a:pt x="6042" y="34208"/>
                  </a:lnTo>
                  <a:lnTo>
                    <a:pt x="5081" y="33055"/>
                  </a:lnTo>
                  <a:lnTo>
                    <a:pt x="4269" y="33461"/>
                  </a:lnTo>
                  <a:lnTo>
                    <a:pt x="1983" y="32286"/>
                  </a:lnTo>
                  <a:lnTo>
                    <a:pt x="712" y="32644"/>
                  </a:lnTo>
                  <a:lnTo>
                    <a:pt x="0" y="32845"/>
                  </a:lnTo>
                  <a:lnTo>
                    <a:pt x="24" y="31735"/>
                  </a:lnTo>
                  <a:lnTo>
                    <a:pt x="34" y="31290"/>
                  </a:lnTo>
                  <a:lnTo>
                    <a:pt x="820" y="30407"/>
                  </a:lnTo>
                  <a:lnTo>
                    <a:pt x="1572" y="29564"/>
                  </a:lnTo>
                  <a:lnTo>
                    <a:pt x="5273" y="27287"/>
                  </a:lnTo>
                  <a:lnTo>
                    <a:pt x="7089" y="26817"/>
                  </a:lnTo>
                  <a:lnTo>
                    <a:pt x="8926" y="25386"/>
                  </a:lnTo>
                  <a:lnTo>
                    <a:pt x="3030" y="21520"/>
                  </a:lnTo>
                  <a:lnTo>
                    <a:pt x="4226" y="19982"/>
                  </a:lnTo>
                  <a:lnTo>
                    <a:pt x="4498" y="20142"/>
                  </a:lnTo>
                  <a:lnTo>
                    <a:pt x="4650" y="20231"/>
                  </a:lnTo>
                  <a:lnTo>
                    <a:pt x="5005" y="20440"/>
                  </a:lnTo>
                  <a:lnTo>
                    <a:pt x="8437" y="22330"/>
                  </a:lnTo>
                  <a:lnTo>
                    <a:pt x="8862" y="22075"/>
                  </a:lnTo>
                  <a:lnTo>
                    <a:pt x="8734" y="21306"/>
                  </a:lnTo>
                  <a:lnTo>
                    <a:pt x="12966" y="14211"/>
                  </a:lnTo>
                  <a:lnTo>
                    <a:pt x="13209" y="13803"/>
                  </a:lnTo>
                  <a:lnTo>
                    <a:pt x="13786" y="8356"/>
                  </a:lnTo>
                  <a:lnTo>
                    <a:pt x="17832" y="4629"/>
                  </a:lnTo>
                  <a:lnTo>
                    <a:pt x="16089" y="3170"/>
                  </a:lnTo>
                  <a:lnTo>
                    <a:pt x="17767" y="0"/>
                  </a:lnTo>
                  <a:lnTo>
                    <a:pt x="21215" y="2422"/>
                  </a:lnTo>
                  <a:lnTo>
                    <a:pt x="21117" y="2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485715" y="3185078"/>
              <a:ext cx="86794" cy="126445"/>
            </a:xfrm>
            <a:custGeom>
              <a:avLst/>
              <a:pathLst>
                <a:path w="86794" h="126445">
                  <a:moveTo>
                    <a:pt x="62584" y="24867"/>
                  </a:moveTo>
                  <a:lnTo>
                    <a:pt x="62643" y="25066"/>
                  </a:lnTo>
                  <a:lnTo>
                    <a:pt x="63289" y="27240"/>
                  </a:lnTo>
                  <a:lnTo>
                    <a:pt x="64057" y="29824"/>
                  </a:lnTo>
                  <a:lnTo>
                    <a:pt x="64655" y="31835"/>
                  </a:lnTo>
                  <a:lnTo>
                    <a:pt x="65598" y="35008"/>
                  </a:lnTo>
                  <a:lnTo>
                    <a:pt x="65648" y="35178"/>
                  </a:lnTo>
                  <a:lnTo>
                    <a:pt x="65695" y="35335"/>
                  </a:lnTo>
                  <a:lnTo>
                    <a:pt x="67142" y="40202"/>
                  </a:lnTo>
                  <a:lnTo>
                    <a:pt x="67318" y="40797"/>
                  </a:lnTo>
                  <a:lnTo>
                    <a:pt x="67440" y="41206"/>
                  </a:lnTo>
                  <a:lnTo>
                    <a:pt x="67483" y="41364"/>
                  </a:lnTo>
                  <a:lnTo>
                    <a:pt x="67560" y="41646"/>
                  </a:lnTo>
                  <a:lnTo>
                    <a:pt x="67618" y="41860"/>
                  </a:lnTo>
                  <a:lnTo>
                    <a:pt x="67731" y="42275"/>
                  </a:lnTo>
                  <a:lnTo>
                    <a:pt x="67818" y="42595"/>
                  </a:lnTo>
                  <a:lnTo>
                    <a:pt x="67914" y="42944"/>
                  </a:lnTo>
                  <a:lnTo>
                    <a:pt x="68121" y="43705"/>
                  </a:lnTo>
                  <a:lnTo>
                    <a:pt x="68368" y="44612"/>
                  </a:lnTo>
                  <a:lnTo>
                    <a:pt x="68563" y="45327"/>
                  </a:lnTo>
                  <a:lnTo>
                    <a:pt x="68787" y="46148"/>
                  </a:lnTo>
                  <a:lnTo>
                    <a:pt x="68830" y="46308"/>
                  </a:lnTo>
                  <a:lnTo>
                    <a:pt x="69022" y="47014"/>
                  </a:lnTo>
                  <a:lnTo>
                    <a:pt x="69225" y="47759"/>
                  </a:lnTo>
                  <a:lnTo>
                    <a:pt x="69304" y="48047"/>
                  </a:lnTo>
                  <a:lnTo>
                    <a:pt x="69401" y="48404"/>
                  </a:lnTo>
                  <a:lnTo>
                    <a:pt x="69527" y="48867"/>
                  </a:lnTo>
                  <a:lnTo>
                    <a:pt x="70233" y="51459"/>
                  </a:lnTo>
                  <a:lnTo>
                    <a:pt x="70886" y="53855"/>
                  </a:lnTo>
                  <a:lnTo>
                    <a:pt x="71311" y="55413"/>
                  </a:lnTo>
                  <a:lnTo>
                    <a:pt x="72060" y="58164"/>
                  </a:lnTo>
                  <a:lnTo>
                    <a:pt x="72129" y="58417"/>
                  </a:lnTo>
                  <a:lnTo>
                    <a:pt x="72593" y="60120"/>
                  </a:lnTo>
                  <a:lnTo>
                    <a:pt x="73377" y="62995"/>
                  </a:lnTo>
                  <a:lnTo>
                    <a:pt x="74042" y="65438"/>
                  </a:lnTo>
                  <a:lnTo>
                    <a:pt x="74208" y="66047"/>
                  </a:lnTo>
                  <a:lnTo>
                    <a:pt x="75037" y="69089"/>
                  </a:lnTo>
                  <a:lnTo>
                    <a:pt x="75322" y="70136"/>
                  </a:lnTo>
                  <a:lnTo>
                    <a:pt x="75367" y="70302"/>
                  </a:lnTo>
                  <a:lnTo>
                    <a:pt x="75413" y="70469"/>
                  </a:lnTo>
                  <a:lnTo>
                    <a:pt x="75537" y="70925"/>
                  </a:lnTo>
                  <a:lnTo>
                    <a:pt x="75616" y="71215"/>
                  </a:lnTo>
                  <a:lnTo>
                    <a:pt x="76359" y="73940"/>
                  </a:lnTo>
                  <a:lnTo>
                    <a:pt x="76503" y="74471"/>
                  </a:lnTo>
                  <a:lnTo>
                    <a:pt x="76550" y="74644"/>
                  </a:lnTo>
                  <a:lnTo>
                    <a:pt x="76862" y="75788"/>
                  </a:lnTo>
                  <a:lnTo>
                    <a:pt x="77762" y="79091"/>
                  </a:lnTo>
                  <a:lnTo>
                    <a:pt x="77922" y="79678"/>
                  </a:lnTo>
                  <a:lnTo>
                    <a:pt x="78643" y="82325"/>
                  </a:lnTo>
                  <a:lnTo>
                    <a:pt x="79328" y="84840"/>
                  </a:lnTo>
                  <a:lnTo>
                    <a:pt x="79456" y="85308"/>
                  </a:lnTo>
                  <a:lnTo>
                    <a:pt x="80214" y="88092"/>
                  </a:lnTo>
                  <a:lnTo>
                    <a:pt x="80367" y="88651"/>
                  </a:lnTo>
                  <a:lnTo>
                    <a:pt x="80617" y="89569"/>
                  </a:lnTo>
                  <a:lnTo>
                    <a:pt x="80737" y="90017"/>
                  </a:lnTo>
                  <a:lnTo>
                    <a:pt x="81004" y="91014"/>
                  </a:lnTo>
                  <a:lnTo>
                    <a:pt x="81058" y="91217"/>
                  </a:lnTo>
                  <a:lnTo>
                    <a:pt x="82069" y="94989"/>
                  </a:lnTo>
                  <a:lnTo>
                    <a:pt x="82168" y="95361"/>
                  </a:lnTo>
                  <a:lnTo>
                    <a:pt x="82208" y="95510"/>
                  </a:lnTo>
                  <a:lnTo>
                    <a:pt x="82545" y="96767"/>
                  </a:lnTo>
                  <a:lnTo>
                    <a:pt x="82765" y="97447"/>
                  </a:lnTo>
                  <a:lnTo>
                    <a:pt x="83446" y="99548"/>
                  </a:lnTo>
                  <a:lnTo>
                    <a:pt x="83490" y="99683"/>
                  </a:lnTo>
                  <a:lnTo>
                    <a:pt x="84083" y="101173"/>
                  </a:lnTo>
                  <a:lnTo>
                    <a:pt x="85310" y="103564"/>
                  </a:lnTo>
                  <a:lnTo>
                    <a:pt x="85553" y="104037"/>
                  </a:lnTo>
                  <a:lnTo>
                    <a:pt x="86540" y="105962"/>
                  </a:lnTo>
                  <a:lnTo>
                    <a:pt x="86794" y="106455"/>
                  </a:lnTo>
                  <a:lnTo>
                    <a:pt x="82694" y="108807"/>
                  </a:lnTo>
                  <a:lnTo>
                    <a:pt x="79404" y="110694"/>
                  </a:lnTo>
                  <a:lnTo>
                    <a:pt x="76469" y="112377"/>
                  </a:lnTo>
                  <a:lnTo>
                    <a:pt x="70354" y="115885"/>
                  </a:lnTo>
                  <a:lnTo>
                    <a:pt x="69364" y="116453"/>
                  </a:lnTo>
                  <a:lnTo>
                    <a:pt x="66522" y="118083"/>
                  </a:lnTo>
                  <a:lnTo>
                    <a:pt x="65557" y="118637"/>
                  </a:lnTo>
                  <a:lnTo>
                    <a:pt x="65113" y="118891"/>
                  </a:lnTo>
                  <a:lnTo>
                    <a:pt x="60383" y="120425"/>
                  </a:lnTo>
                  <a:lnTo>
                    <a:pt x="54535" y="122322"/>
                  </a:lnTo>
                  <a:lnTo>
                    <a:pt x="48606" y="124245"/>
                  </a:lnTo>
                  <a:lnTo>
                    <a:pt x="42440" y="126244"/>
                  </a:lnTo>
                  <a:lnTo>
                    <a:pt x="41821" y="126445"/>
                  </a:lnTo>
                  <a:lnTo>
                    <a:pt x="41730" y="126115"/>
                  </a:lnTo>
                  <a:lnTo>
                    <a:pt x="40829" y="122852"/>
                  </a:lnTo>
                  <a:lnTo>
                    <a:pt x="39497" y="118026"/>
                  </a:lnTo>
                  <a:lnTo>
                    <a:pt x="39181" y="116881"/>
                  </a:lnTo>
                  <a:lnTo>
                    <a:pt x="38980" y="116154"/>
                  </a:lnTo>
                  <a:lnTo>
                    <a:pt x="38889" y="115822"/>
                  </a:lnTo>
                  <a:lnTo>
                    <a:pt x="38715" y="115435"/>
                  </a:lnTo>
                  <a:lnTo>
                    <a:pt x="38541" y="115049"/>
                  </a:lnTo>
                  <a:lnTo>
                    <a:pt x="37064" y="111766"/>
                  </a:lnTo>
                  <a:lnTo>
                    <a:pt x="36996" y="111613"/>
                  </a:lnTo>
                  <a:lnTo>
                    <a:pt x="35465" y="108209"/>
                  </a:lnTo>
                  <a:lnTo>
                    <a:pt x="35385" y="108033"/>
                  </a:lnTo>
                  <a:lnTo>
                    <a:pt x="34300" y="105620"/>
                  </a:lnTo>
                  <a:lnTo>
                    <a:pt x="33754" y="104405"/>
                  </a:lnTo>
                  <a:lnTo>
                    <a:pt x="33625" y="104119"/>
                  </a:lnTo>
                  <a:lnTo>
                    <a:pt x="33052" y="102844"/>
                  </a:lnTo>
                  <a:lnTo>
                    <a:pt x="32945" y="102607"/>
                  </a:lnTo>
                  <a:lnTo>
                    <a:pt x="32713" y="102090"/>
                  </a:lnTo>
                  <a:lnTo>
                    <a:pt x="32558" y="101747"/>
                  </a:lnTo>
                  <a:lnTo>
                    <a:pt x="32120" y="100695"/>
                  </a:lnTo>
                  <a:lnTo>
                    <a:pt x="31927" y="100231"/>
                  </a:lnTo>
                  <a:lnTo>
                    <a:pt x="31830" y="99997"/>
                  </a:lnTo>
                  <a:lnTo>
                    <a:pt x="30446" y="96675"/>
                  </a:lnTo>
                  <a:lnTo>
                    <a:pt x="30339" y="96418"/>
                  </a:lnTo>
                  <a:lnTo>
                    <a:pt x="28911" y="92989"/>
                  </a:lnTo>
                  <a:lnTo>
                    <a:pt x="28764" y="92634"/>
                  </a:lnTo>
                  <a:lnTo>
                    <a:pt x="26984" y="88360"/>
                  </a:lnTo>
                  <a:lnTo>
                    <a:pt x="26860" y="88064"/>
                  </a:lnTo>
                  <a:lnTo>
                    <a:pt x="26762" y="87827"/>
                  </a:lnTo>
                  <a:lnTo>
                    <a:pt x="26416" y="86995"/>
                  </a:lnTo>
                  <a:lnTo>
                    <a:pt x="26191" y="86456"/>
                  </a:lnTo>
                  <a:lnTo>
                    <a:pt x="24907" y="83373"/>
                  </a:lnTo>
                  <a:lnTo>
                    <a:pt x="24753" y="83004"/>
                  </a:lnTo>
                  <a:lnTo>
                    <a:pt x="24541" y="82493"/>
                  </a:lnTo>
                  <a:lnTo>
                    <a:pt x="22414" y="77385"/>
                  </a:lnTo>
                  <a:lnTo>
                    <a:pt x="22197" y="76865"/>
                  </a:lnTo>
                  <a:lnTo>
                    <a:pt x="20861" y="73656"/>
                  </a:lnTo>
                  <a:lnTo>
                    <a:pt x="20760" y="73415"/>
                  </a:lnTo>
                  <a:lnTo>
                    <a:pt x="19301" y="69909"/>
                  </a:lnTo>
                  <a:lnTo>
                    <a:pt x="19146" y="69538"/>
                  </a:lnTo>
                  <a:lnTo>
                    <a:pt x="18641" y="68326"/>
                  </a:lnTo>
                  <a:lnTo>
                    <a:pt x="18510" y="68010"/>
                  </a:lnTo>
                  <a:lnTo>
                    <a:pt x="18113" y="67057"/>
                  </a:lnTo>
                  <a:lnTo>
                    <a:pt x="17751" y="66189"/>
                  </a:lnTo>
                  <a:lnTo>
                    <a:pt x="16669" y="63590"/>
                  </a:lnTo>
                  <a:lnTo>
                    <a:pt x="16540" y="63280"/>
                  </a:lnTo>
                  <a:lnTo>
                    <a:pt x="16386" y="62910"/>
                  </a:lnTo>
                  <a:lnTo>
                    <a:pt x="14971" y="59513"/>
                  </a:lnTo>
                  <a:lnTo>
                    <a:pt x="14792" y="59082"/>
                  </a:lnTo>
                  <a:lnTo>
                    <a:pt x="14548" y="58496"/>
                  </a:lnTo>
                  <a:lnTo>
                    <a:pt x="14402" y="58145"/>
                  </a:lnTo>
                  <a:lnTo>
                    <a:pt x="14284" y="57914"/>
                  </a:lnTo>
                  <a:lnTo>
                    <a:pt x="13782" y="56935"/>
                  </a:lnTo>
                  <a:lnTo>
                    <a:pt x="11062" y="51627"/>
                  </a:lnTo>
                  <a:lnTo>
                    <a:pt x="9718" y="49231"/>
                  </a:lnTo>
                  <a:lnTo>
                    <a:pt x="8489" y="47042"/>
                  </a:lnTo>
                  <a:lnTo>
                    <a:pt x="8352" y="46798"/>
                  </a:lnTo>
                  <a:lnTo>
                    <a:pt x="5672" y="42022"/>
                  </a:lnTo>
                  <a:lnTo>
                    <a:pt x="5527" y="41763"/>
                  </a:lnTo>
                  <a:lnTo>
                    <a:pt x="4819" y="40503"/>
                  </a:lnTo>
                  <a:lnTo>
                    <a:pt x="3070" y="37386"/>
                  </a:lnTo>
                  <a:lnTo>
                    <a:pt x="2065" y="36632"/>
                  </a:lnTo>
                  <a:lnTo>
                    <a:pt x="662" y="35579"/>
                  </a:lnTo>
                  <a:lnTo>
                    <a:pt x="0" y="35083"/>
                  </a:lnTo>
                  <a:lnTo>
                    <a:pt x="1501" y="31388"/>
                  </a:lnTo>
                  <a:lnTo>
                    <a:pt x="1677" y="30955"/>
                  </a:lnTo>
                  <a:lnTo>
                    <a:pt x="1774" y="30718"/>
                  </a:lnTo>
                  <a:lnTo>
                    <a:pt x="2157" y="29776"/>
                  </a:lnTo>
                  <a:lnTo>
                    <a:pt x="2542" y="28829"/>
                  </a:lnTo>
                  <a:lnTo>
                    <a:pt x="2723" y="28382"/>
                  </a:lnTo>
                  <a:lnTo>
                    <a:pt x="3570" y="26299"/>
                  </a:lnTo>
                  <a:lnTo>
                    <a:pt x="3994" y="25255"/>
                  </a:lnTo>
                  <a:lnTo>
                    <a:pt x="4241" y="24648"/>
                  </a:lnTo>
                  <a:lnTo>
                    <a:pt x="4349" y="24384"/>
                  </a:lnTo>
                  <a:lnTo>
                    <a:pt x="5461" y="24423"/>
                  </a:lnTo>
                  <a:lnTo>
                    <a:pt x="5657" y="24430"/>
                  </a:lnTo>
                  <a:lnTo>
                    <a:pt x="6145" y="24448"/>
                  </a:lnTo>
                  <a:lnTo>
                    <a:pt x="6428" y="24458"/>
                  </a:lnTo>
                  <a:lnTo>
                    <a:pt x="6690" y="24467"/>
                  </a:lnTo>
                  <a:lnTo>
                    <a:pt x="6912" y="24475"/>
                  </a:lnTo>
                  <a:lnTo>
                    <a:pt x="7576" y="24686"/>
                  </a:lnTo>
                  <a:lnTo>
                    <a:pt x="7776" y="24749"/>
                  </a:lnTo>
                  <a:lnTo>
                    <a:pt x="8173" y="24875"/>
                  </a:lnTo>
                  <a:lnTo>
                    <a:pt x="9112" y="24885"/>
                  </a:lnTo>
                  <a:lnTo>
                    <a:pt x="9924" y="24893"/>
                  </a:lnTo>
                  <a:lnTo>
                    <a:pt x="11893" y="24092"/>
                  </a:lnTo>
                  <a:lnTo>
                    <a:pt x="15087" y="22155"/>
                  </a:lnTo>
                  <a:lnTo>
                    <a:pt x="15464" y="21927"/>
                  </a:lnTo>
                  <a:lnTo>
                    <a:pt x="15630" y="21826"/>
                  </a:lnTo>
                  <a:lnTo>
                    <a:pt x="18553" y="20053"/>
                  </a:lnTo>
                  <a:lnTo>
                    <a:pt x="18870" y="19861"/>
                  </a:lnTo>
                  <a:lnTo>
                    <a:pt x="19455" y="19507"/>
                  </a:lnTo>
                  <a:lnTo>
                    <a:pt x="22290" y="17788"/>
                  </a:lnTo>
                  <a:lnTo>
                    <a:pt x="23182" y="17246"/>
                  </a:lnTo>
                  <a:lnTo>
                    <a:pt x="25721" y="15707"/>
                  </a:lnTo>
                  <a:lnTo>
                    <a:pt x="27440" y="14665"/>
                  </a:lnTo>
                  <a:lnTo>
                    <a:pt x="27573" y="14584"/>
                  </a:lnTo>
                  <a:lnTo>
                    <a:pt x="27789" y="14453"/>
                  </a:lnTo>
                  <a:lnTo>
                    <a:pt x="30208" y="12986"/>
                  </a:lnTo>
                  <a:lnTo>
                    <a:pt x="32041" y="11875"/>
                  </a:lnTo>
                  <a:lnTo>
                    <a:pt x="32172" y="11796"/>
                  </a:lnTo>
                  <a:lnTo>
                    <a:pt x="33867" y="10768"/>
                  </a:lnTo>
                  <a:lnTo>
                    <a:pt x="34935" y="10120"/>
                  </a:lnTo>
                  <a:lnTo>
                    <a:pt x="35472" y="9794"/>
                  </a:lnTo>
                  <a:lnTo>
                    <a:pt x="36011" y="9519"/>
                  </a:lnTo>
                  <a:lnTo>
                    <a:pt x="36626" y="9203"/>
                  </a:lnTo>
                  <a:lnTo>
                    <a:pt x="38913" y="8033"/>
                  </a:lnTo>
                  <a:lnTo>
                    <a:pt x="39695" y="7632"/>
                  </a:lnTo>
                  <a:lnTo>
                    <a:pt x="41808" y="6550"/>
                  </a:lnTo>
                  <a:lnTo>
                    <a:pt x="42219" y="6340"/>
                  </a:lnTo>
                  <a:lnTo>
                    <a:pt x="43152" y="5862"/>
                  </a:lnTo>
                  <a:lnTo>
                    <a:pt x="43542" y="5662"/>
                  </a:lnTo>
                  <a:lnTo>
                    <a:pt x="46190" y="4406"/>
                  </a:lnTo>
                  <a:lnTo>
                    <a:pt x="46737" y="4147"/>
                  </a:lnTo>
                  <a:lnTo>
                    <a:pt x="47943" y="3575"/>
                  </a:lnTo>
                  <a:lnTo>
                    <a:pt x="50903" y="2172"/>
                  </a:lnTo>
                  <a:lnTo>
                    <a:pt x="51610" y="1837"/>
                  </a:lnTo>
                  <a:lnTo>
                    <a:pt x="52445" y="1441"/>
                  </a:lnTo>
                  <a:lnTo>
                    <a:pt x="52902" y="1224"/>
                  </a:lnTo>
                  <a:lnTo>
                    <a:pt x="53043" y="1148"/>
                  </a:lnTo>
                  <a:lnTo>
                    <a:pt x="53385" y="963"/>
                  </a:lnTo>
                  <a:lnTo>
                    <a:pt x="53753" y="764"/>
                  </a:lnTo>
                  <a:lnTo>
                    <a:pt x="55170" y="0"/>
                  </a:lnTo>
                  <a:lnTo>
                    <a:pt x="57577" y="8056"/>
                  </a:lnTo>
                  <a:lnTo>
                    <a:pt x="58058" y="9667"/>
                  </a:lnTo>
                  <a:lnTo>
                    <a:pt x="59655" y="15012"/>
                  </a:lnTo>
                  <a:lnTo>
                    <a:pt x="59790" y="15466"/>
                  </a:lnTo>
                  <a:lnTo>
                    <a:pt x="60219" y="16911"/>
                  </a:lnTo>
                  <a:lnTo>
                    <a:pt x="61183" y="20153"/>
                  </a:lnTo>
                  <a:lnTo>
                    <a:pt x="61357" y="20740"/>
                  </a:lnTo>
                  <a:lnTo>
                    <a:pt x="61444" y="21032"/>
                  </a:lnTo>
                  <a:lnTo>
                    <a:pt x="61497" y="21210"/>
                  </a:lnTo>
                  <a:lnTo>
                    <a:pt x="61697" y="218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553286" y="3214176"/>
              <a:ext cx="107613" cy="66263"/>
            </a:xfrm>
            <a:custGeom>
              <a:avLst/>
              <a:pathLst>
                <a:path w="107613" h="66263">
                  <a:moveTo>
                    <a:pt x="89621" y="50642"/>
                  </a:moveTo>
                  <a:lnTo>
                    <a:pt x="87024" y="51595"/>
                  </a:lnTo>
                  <a:lnTo>
                    <a:pt x="85874" y="52018"/>
                  </a:lnTo>
                  <a:lnTo>
                    <a:pt x="82540" y="54024"/>
                  </a:lnTo>
                  <a:lnTo>
                    <a:pt x="80206" y="55428"/>
                  </a:lnTo>
                  <a:lnTo>
                    <a:pt x="79544" y="55826"/>
                  </a:lnTo>
                  <a:lnTo>
                    <a:pt x="76043" y="57932"/>
                  </a:lnTo>
                  <a:lnTo>
                    <a:pt x="71615" y="60596"/>
                  </a:lnTo>
                  <a:lnTo>
                    <a:pt x="71440" y="60702"/>
                  </a:lnTo>
                  <a:lnTo>
                    <a:pt x="66470" y="63763"/>
                  </a:lnTo>
                  <a:lnTo>
                    <a:pt x="66121" y="63237"/>
                  </a:lnTo>
                  <a:lnTo>
                    <a:pt x="63367" y="59086"/>
                  </a:lnTo>
                  <a:lnTo>
                    <a:pt x="63269" y="58931"/>
                  </a:lnTo>
                  <a:lnTo>
                    <a:pt x="62495" y="57703"/>
                  </a:lnTo>
                  <a:lnTo>
                    <a:pt x="62249" y="57313"/>
                  </a:lnTo>
                  <a:lnTo>
                    <a:pt x="61428" y="56010"/>
                  </a:lnTo>
                  <a:lnTo>
                    <a:pt x="61344" y="55877"/>
                  </a:lnTo>
                  <a:lnTo>
                    <a:pt x="61172" y="55604"/>
                  </a:lnTo>
                  <a:lnTo>
                    <a:pt x="60862" y="55113"/>
                  </a:lnTo>
                  <a:lnTo>
                    <a:pt x="60591" y="54682"/>
                  </a:lnTo>
                  <a:lnTo>
                    <a:pt x="60446" y="54451"/>
                  </a:lnTo>
                  <a:lnTo>
                    <a:pt x="60271" y="54169"/>
                  </a:lnTo>
                  <a:lnTo>
                    <a:pt x="60114" y="53917"/>
                  </a:lnTo>
                  <a:lnTo>
                    <a:pt x="59686" y="53230"/>
                  </a:lnTo>
                  <a:lnTo>
                    <a:pt x="59555" y="53020"/>
                  </a:lnTo>
                  <a:lnTo>
                    <a:pt x="59098" y="52287"/>
                  </a:lnTo>
                  <a:lnTo>
                    <a:pt x="58281" y="50976"/>
                  </a:lnTo>
                  <a:lnTo>
                    <a:pt x="58009" y="51136"/>
                  </a:lnTo>
                  <a:lnTo>
                    <a:pt x="57806" y="51256"/>
                  </a:lnTo>
                  <a:lnTo>
                    <a:pt x="52941" y="54121"/>
                  </a:lnTo>
                  <a:lnTo>
                    <a:pt x="52540" y="54363"/>
                  </a:lnTo>
                  <a:lnTo>
                    <a:pt x="46314" y="58115"/>
                  </a:lnTo>
                  <a:lnTo>
                    <a:pt x="46014" y="58192"/>
                  </a:lnTo>
                  <a:lnTo>
                    <a:pt x="44520" y="58572"/>
                  </a:lnTo>
                  <a:lnTo>
                    <a:pt x="38476" y="60113"/>
                  </a:lnTo>
                  <a:lnTo>
                    <a:pt x="37766" y="60294"/>
                  </a:lnTo>
                  <a:lnTo>
                    <a:pt x="36287" y="60683"/>
                  </a:lnTo>
                  <a:lnTo>
                    <a:pt x="34247" y="61219"/>
                  </a:lnTo>
                  <a:lnTo>
                    <a:pt x="33559" y="61400"/>
                  </a:lnTo>
                  <a:lnTo>
                    <a:pt x="29333" y="62511"/>
                  </a:lnTo>
                  <a:lnTo>
                    <a:pt x="25248" y="63676"/>
                  </a:lnTo>
                  <a:lnTo>
                    <a:pt x="23578" y="64152"/>
                  </a:lnTo>
                  <a:lnTo>
                    <a:pt x="23309" y="64228"/>
                  </a:lnTo>
                  <a:lnTo>
                    <a:pt x="17536" y="65577"/>
                  </a:lnTo>
                  <a:lnTo>
                    <a:pt x="17214" y="65652"/>
                  </a:lnTo>
                  <a:lnTo>
                    <a:pt x="16328" y="65859"/>
                  </a:lnTo>
                  <a:lnTo>
                    <a:pt x="14914" y="66189"/>
                  </a:lnTo>
                  <a:lnTo>
                    <a:pt x="14598" y="66263"/>
                  </a:lnTo>
                  <a:lnTo>
                    <a:pt x="14489" y="65856"/>
                  </a:lnTo>
                  <a:lnTo>
                    <a:pt x="13488" y="62118"/>
                  </a:lnTo>
                  <a:lnTo>
                    <a:pt x="13433" y="61916"/>
                  </a:lnTo>
                  <a:lnTo>
                    <a:pt x="13130" y="60783"/>
                  </a:lnTo>
                  <a:lnTo>
                    <a:pt x="13042" y="60453"/>
                  </a:lnTo>
                  <a:lnTo>
                    <a:pt x="12796" y="59553"/>
                  </a:lnTo>
                  <a:lnTo>
                    <a:pt x="12644" y="58994"/>
                  </a:lnTo>
                  <a:lnTo>
                    <a:pt x="11885" y="56210"/>
                  </a:lnTo>
                  <a:lnTo>
                    <a:pt x="11758" y="55742"/>
                  </a:lnTo>
                  <a:lnTo>
                    <a:pt x="11073" y="53227"/>
                  </a:lnTo>
                  <a:lnTo>
                    <a:pt x="10343" y="50549"/>
                  </a:lnTo>
                  <a:lnTo>
                    <a:pt x="10191" y="49992"/>
                  </a:lnTo>
                  <a:lnTo>
                    <a:pt x="9292" y="46690"/>
                  </a:lnTo>
                  <a:lnTo>
                    <a:pt x="8976" y="45533"/>
                  </a:lnTo>
                  <a:lnTo>
                    <a:pt x="8933" y="45373"/>
                  </a:lnTo>
                  <a:lnTo>
                    <a:pt x="8788" y="44842"/>
                  </a:lnTo>
                  <a:lnTo>
                    <a:pt x="8046" y="42116"/>
                  </a:lnTo>
                  <a:lnTo>
                    <a:pt x="7967" y="41827"/>
                  </a:lnTo>
                  <a:lnTo>
                    <a:pt x="7832" y="41332"/>
                  </a:lnTo>
                  <a:lnTo>
                    <a:pt x="7797" y="41204"/>
                  </a:lnTo>
                  <a:lnTo>
                    <a:pt x="7744" y="41009"/>
                  </a:lnTo>
                  <a:lnTo>
                    <a:pt x="7466" y="39991"/>
                  </a:lnTo>
                  <a:lnTo>
                    <a:pt x="6638" y="36949"/>
                  </a:lnTo>
                  <a:lnTo>
                    <a:pt x="6472" y="36340"/>
                  </a:lnTo>
                  <a:lnTo>
                    <a:pt x="5806" y="33897"/>
                  </a:lnTo>
                  <a:lnTo>
                    <a:pt x="5023" y="31022"/>
                  </a:lnTo>
                  <a:lnTo>
                    <a:pt x="4559" y="29319"/>
                  </a:lnTo>
                  <a:lnTo>
                    <a:pt x="4490" y="29066"/>
                  </a:lnTo>
                  <a:lnTo>
                    <a:pt x="3740" y="26315"/>
                  </a:lnTo>
                  <a:lnTo>
                    <a:pt x="3316" y="24757"/>
                  </a:lnTo>
                  <a:lnTo>
                    <a:pt x="2663" y="22361"/>
                  </a:lnTo>
                  <a:lnTo>
                    <a:pt x="1957" y="19769"/>
                  </a:lnTo>
                  <a:lnTo>
                    <a:pt x="1831" y="19306"/>
                  </a:lnTo>
                  <a:lnTo>
                    <a:pt x="1733" y="18949"/>
                  </a:lnTo>
                  <a:lnTo>
                    <a:pt x="1649" y="18637"/>
                  </a:lnTo>
                  <a:lnTo>
                    <a:pt x="1451" y="17911"/>
                  </a:lnTo>
                  <a:lnTo>
                    <a:pt x="1260" y="17210"/>
                  </a:lnTo>
                  <a:lnTo>
                    <a:pt x="1216" y="17050"/>
                  </a:lnTo>
                  <a:lnTo>
                    <a:pt x="992" y="16229"/>
                  </a:lnTo>
                  <a:lnTo>
                    <a:pt x="798" y="15514"/>
                  </a:lnTo>
                  <a:lnTo>
                    <a:pt x="550" y="14607"/>
                  </a:lnTo>
                  <a:lnTo>
                    <a:pt x="343" y="13846"/>
                  </a:lnTo>
                  <a:lnTo>
                    <a:pt x="248" y="13497"/>
                  </a:lnTo>
                  <a:lnTo>
                    <a:pt x="161" y="13177"/>
                  </a:lnTo>
                  <a:lnTo>
                    <a:pt x="48" y="12762"/>
                  </a:lnTo>
                  <a:lnTo>
                    <a:pt x="0" y="12545"/>
                  </a:lnTo>
                  <a:lnTo>
                    <a:pt x="2907" y="11731"/>
                  </a:lnTo>
                  <a:lnTo>
                    <a:pt x="5599" y="10978"/>
                  </a:lnTo>
                  <a:lnTo>
                    <a:pt x="6615" y="10694"/>
                  </a:lnTo>
                  <a:lnTo>
                    <a:pt x="7838" y="10351"/>
                  </a:lnTo>
                  <a:lnTo>
                    <a:pt x="8599" y="10138"/>
                  </a:lnTo>
                  <a:lnTo>
                    <a:pt x="8853" y="10070"/>
                  </a:lnTo>
                  <a:lnTo>
                    <a:pt x="9226" y="9981"/>
                  </a:lnTo>
                  <a:lnTo>
                    <a:pt x="13949" y="8848"/>
                  </a:lnTo>
                  <a:lnTo>
                    <a:pt x="14498" y="8716"/>
                  </a:lnTo>
                  <a:lnTo>
                    <a:pt x="17330" y="8037"/>
                  </a:lnTo>
                  <a:lnTo>
                    <a:pt x="19084" y="7616"/>
                  </a:lnTo>
                  <a:lnTo>
                    <a:pt x="19586" y="7496"/>
                  </a:lnTo>
                  <a:lnTo>
                    <a:pt x="23145" y="6642"/>
                  </a:lnTo>
                  <a:lnTo>
                    <a:pt x="24157" y="6399"/>
                  </a:lnTo>
                  <a:lnTo>
                    <a:pt x="24324" y="6367"/>
                  </a:lnTo>
                  <a:lnTo>
                    <a:pt x="29400" y="5393"/>
                  </a:lnTo>
                  <a:lnTo>
                    <a:pt x="29562" y="5362"/>
                  </a:lnTo>
                  <a:lnTo>
                    <a:pt x="29742" y="5327"/>
                  </a:lnTo>
                  <a:lnTo>
                    <a:pt x="33386" y="4628"/>
                  </a:lnTo>
                  <a:lnTo>
                    <a:pt x="34415" y="4430"/>
                  </a:lnTo>
                  <a:lnTo>
                    <a:pt x="34946" y="4329"/>
                  </a:lnTo>
                  <a:lnTo>
                    <a:pt x="35267" y="4267"/>
                  </a:lnTo>
                  <a:lnTo>
                    <a:pt x="38383" y="3669"/>
                  </a:lnTo>
                  <a:lnTo>
                    <a:pt x="38624" y="3623"/>
                  </a:lnTo>
                  <a:lnTo>
                    <a:pt x="39084" y="3534"/>
                  </a:lnTo>
                  <a:lnTo>
                    <a:pt x="39343" y="3495"/>
                  </a:lnTo>
                  <a:lnTo>
                    <a:pt x="43312" y="2892"/>
                  </a:lnTo>
                  <a:lnTo>
                    <a:pt x="48725" y="2070"/>
                  </a:lnTo>
                  <a:lnTo>
                    <a:pt x="49038" y="2023"/>
                  </a:lnTo>
                  <a:lnTo>
                    <a:pt x="49983" y="1891"/>
                  </a:lnTo>
                  <a:lnTo>
                    <a:pt x="51230" y="1845"/>
                  </a:lnTo>
                  <a:lnTo>
                    <a:pt x="52321" y="1805"/>
                  </a:lnTo>
                  <a:lnTo>
                    <a:pt x="56070" y="1666"/>
                  </a:lnTo>
                  <a:lnTo>
                    <a:pt x="56392" y="1654"/>
                  </a:lnTo>
                  <a:lnTo>
                    <a:pt x="61511" y="1465"/>
                  </a:lnTo>
                  <a:lnTo>
                    <a:pt x="66366" y="1285"/>
                  </a:lnTo>
                  <a:lnTo>
                    <a:pt x="67199" y="1254"/>
                  </a:lnTo>
                  <a:lnTo>
                    <a:pt x="77039" y="890"/>
                  </a:lnTo>
                  <a:lnTo>
                    <a:pt x="78312" y="843"/>
                  </a:lnTo>
                  <a:lnTo>
                    <a:pt x="78847" y="823"/>
                  </a:lnTo>
                  <a:lnTo>
                    <a:pt x="80868" y="748"/>
                  </a:lnTo>
                  <a:lnTo>
                    <a:pt x="81098" y="740"/>
                  </a:lnTo>
                  <a:lnTo>
                    <a:pt x="84218" y="624"/>
                  </a:lnTo>
                  <a:lnTo>
                    <a:pt x="84966" y="597"/>
                  </a:lnTo>
                  <a:lnTo>
                    <a:pt x="94502" y="244"/>
                  </a:lnTo>
                  <a:lnTo>
                    <a:pt x="98927" y="80"/>
                  </a:lnTo>
                  <a:lnTo>
                    <a:pt x="99286" y="67"/>
                  </a:lnTo>
                  <a:lnTo>
                    <a:pt x="99941" y="42"/>
                  </a:lnTo>
                  <a:lnTo>
                    <a:pt x="100334" y="28"/>
                  </a:lnTo>
                  <a:lnTo>
                    <a:pt x="101100" y="0"/>
                  </a:lnTo>
                  <a:lnTo>
                    <a:pt x="101159" y="1611"/>
                  </a:lnTo>
                  <a:lnTo>
                    <a:pt x="101311" y="5730"/>
                  </a:lnTo>
                  <a:lnTo>
                    <a:pt x="101329" y="6215"/>
                  </a:lnTo>
                  <a:lnTo>
                    <a:pt x="101342" y="6490"/>
                  </a:lnTo>
                  <a:lnTo>
                    <a:pt x="101357" y="6814"/>
                  </a:lnTo>
                  <a:lnTo>
                    <a:pt x="101400" y="7711"/>
                  </a:lnTo>
                  <a:lnTo>
                    <a:pt x="102095" y="22243"/>
                  </a:lnTo>
                  <a:lnTo>
                    <a:pt x="102115" y="22657"/>
                  </a:lnTo>
                  <a:lnTo>
                    <a:pt x="102201" y="24449"/>
                  </a:lnTo>
                  <a:lnTo>
                    <a:pt x="102211" y="24651"/>
                  </a:lnTo>
                  <a:lnTo>
                    <a:pt x="102354" y="27646"/>
                  </a:lnTo>
                  <a:lnTo>
                    <a:pt x="102366" y="27894"/>
                  </a:lnTo>
                  <a:lnTo>
                    <a:pt x="102402" y="28662"/>
                  </a:lnTo>
                  <a:lnTo>
                    <a:pt x="102856" y="30585"/>
                  </a:lnTo>
                  <a:lnTo>
                    <a:pt x="103471" y="32427"/>
                  </a:lnTo>
                  <a:lnTo>
                    <a:pt x="105018" y="36526"/>
                  </a:lnTo>
                  <a:lnTo>
                    <a:pt x="105485" y="37765"/>
                  </a:lnTo>
                  <a:lnTo>
                    <a:pt x="105704" y="38346"/>
                  </a:lnTo>
                  <a:lnTo>
                    <a:pt x="105798" y="38593"/>
                  </a:lnTo>
                  <a:lnTo>
                    <a:pt x="105905" y="38902"/>
                  </a:lnTo>
                  <a:lnTo>
                    <a:pt x="105964" y="39071"/>
                  </a:lnTo>
                  <a:lnTo>
                    <a:pt x="106407" y="40342"/>
                  </a:lnTo>
                  <a:lnTo>
                    <a:pt x="106675" y="41111"/>
                  </a:lnTo>
                  <a:lnTo>
                    <a:pt x="106770" y="41385"/>
                  </a:lnTo>
                  <a:lnTo>
                    <a:pt x="106893" y="41738"/>
                  </a:lnTo>
                  <a:lnTo>
                    <a:pt x="107066" y="42233"/>
                  </a:lnTo>
                  <a:lnTo>
                    <a:pt x="107261" y="42793"/>
                  </a:lnTo>
                  <a:lnTo>
                    <a:pt x="107462" y="43370"/>
                  </a:lnTo>
                  <a:lnTo>
                    <a:pt x="107571" y="43683"/>
                  </a:lnTo>
                  <a:lnTo>
                    <a:pt x="107613" y="44039"/>
                  </a:lnTo>
                  <a:lnTo>
                    <a:pt x="107406" y="44112"/>
                  </a:lnTo>
                  <a:lnTo>
                    <a:pt x="101762" y="46184"/>
                  </a:lnTo>
                  <a:lnTo>
                    <a:pt x="101402" y="46316"/>
                  </a:lnTo>
                  <a:lnTo>
                    <a:pt x="96436" y="48140"/>
                  </a:lnTo>
                  <a:lnTo>
                    <a:pt x="91542" y="49937"/>
                  </a:lnTo>
                  <a:lnTo>
                    <a:pt x="91278" y="50034"/>
                  </a:lnTo>
                  <a:lnTo>
                    <a:pt x="90041" y="504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2654643" y="3206509"/>
              <a:ext cx="99472" cy="71857"/>
            </a:xfrm>
            <a:custGeom>
              <a:avLst/>
              <a:pathLst>
                <a:path w="99472" h="71857">
                  <a:moveTo>
                    <a:pt x="45061" y="14239"/>
                  </a:moveTo>
                  <a:lnTo>
                    <a:pt x="45154" y="14441"/>
                  </a:lnTo>
                  <a:lnTo>
                    <a:pt x="46190" y="13996"/>
                  </a:lnTo>
                  <a:lnTo>
                    <a:pt x="48395" y="13049"/>
                  </a:lnTo>
                  <a:lnTo>
                    <a:pt x="48846" y="12855"/>
                  </a:lnTo>
                  <a:lnTo>
                    <a:pt x="49878" y="12412"/>
                  </a:lnTo>
                  <a:lnTo>
                    <a:pt x="51844" y="11568"/>
                  </a:lnTo>
                  <a:lnTo>
                    <a:pt x="52243" y="11397"/>
                  </a:lnTo>
                  <a:lnTo>
                    <a:pt x="52442" y="11299"/>
                  </a:lnTo>
                  <a:lnTo>
                    <a:pt x="52828" y="11111"/>
                  </a:lnTo>
                  <a:lnTo>
                    <a:pt x="54053" y="10512"/>
                  </a:lnTo>
                  <a:lnTo>
                    <a:pt x="54261" y="10411"/>
                  </a:lnTo>
                  <a:lnTo>
                    <a:pt x="57715" y="8724"/>
                  </a:lnTo>
                  <a:lnTo>
                    <a:pt x="58246" y="8464"/>
                  </a:lnTo>
                  <a:lnTo>
                    <a:pt x="58583" y="8300"/>
                  </a:lnTo>
                  <a:lnTo>
                    <a:pt x="58778" y="8816"/>
                  </a:lnTo>
                  <a:lnTo>
                    <a:pt x="58875" y="9073"/>
                  </a:lnTo>
                  <a:lnTo>
                    <a:pt x="59081" y="9620"/>
                  </a:lnTo>
                  <a:lnTo>
                    <a:pt x="59794" y="11511"/>
                  </a:lnTo>
                  <a:lnTo>
                    <a:pt x="62155" y="10630"/>
                  </a:lnTo>
                  <a:lnTo>
                    <a:pt x="64686" y="10469"/>
                  </a:lnTo>
                  <a:lnTo>
                    <a:pt x="68820" y="10886"/>
                  </a:lnTo>
                  <a:lnTo>
                    <a:pt x="69770" y="11270"/>
                  </a:lnTo>
                  <a:lnTo>
                    <a:pt x="70035" y="11822"/>
                  </a:lnTo>
                  <a:lnTo>
                    <a:pt x="70272" y="12317"/>
                  </a:lnTo>
                  <a:lnTo>
                    <a:pt x="73018" y="11434"/>
                  </a:lnTo>
                  <a:lnTo>
                    <a:pt x="73438" y="11327"/>
                  </a:lnTo>
                  <a:lnTo>
                    <a:pt x="73686" y="11263"/>
                  </a:lnTo>
                  <a:lnTo>
                    <a:pt x="74153" y="11144"/>
                  </a:lnTo>
                  <a:lnTo>
                    <a:pt x="74449" y="11068"/>
                  </a:lnTo>
                  <a:lnTo>
                    <a:pt x="74920" y="10937"/>
                  </a:lnTo>
                  <a:lnTo>
                    <a:pt x="74837" y="10471"/>
                  </a:lnTo>
                  <a:lnTo>
                    <a:pt x="74814" y="10338"/>
                  </a:lnTo>
                  <a:lnTo>
                    <a:pt x="74695" y="9666"/>
                  </a:lnTo>
                  <a:lnTo>
                    <a:pt x="73361" y="9682"/>
                  </a:lnTo>
                  <a:lnTo>
                    <a:pt x="73161" y="9666"/>
                  </a:lnTo>
                  <a:lnTo>
                    <a:pt x="72919" y="9646"/>
                  </a:lnTo>
                  <a:lnTo>
                    <a:pt x="73078" y="9253"/>
                  </a:lnTo>
                  <a:lnTo>
                    <a:pt x="73346" y="8591"/>
                  </a:lnTo>
                  <a:lnTo>
                    <a:pt x="73530" y="8136"/>
                  </a:lnTo>
                  <a:lnTo>
                    <a:pt x="73951" y="7096"/>
                  </a:lnTo>
                  <a:lnTo>
                    <a:pt x="74005" y="6963"/>
                  </a:lnTo>
                  <a:lnTo>
                    <a:pt x="74166" y="6981"/>
                  </a:lnTo>
                  <a:lnTo>
                    <a:pt x="76035" y="7195"/>
                  </a:lnTo>
                  <a:lnTo>
                    <a:pt x="76508" y="7249"/>
                  </a:lnTo>
                  <a:lnTo>
                    <a:pt x="76791" y="7273"/>
                  </a:lnTo>
                  <a:lnTo>
                    <a:pt x="80001" y="7537"/>
                  </a:lnTo>
                  <a:lnTo>
                    <a:pt x="79992" y="7788"/>
                  </a:lnTo>
                  <a:lnTo>
                    <a:pt x="79882" y="10650"/>
                  </a:lnTo>
                  <a:lnTo>
                    <a:pt x="79860" y="11203"/>
                  </a:lnTo>
                  <a:lnTo>
                    <a:pt x="81603" y="11228"/>
                  </a:lnTo>
                  <a:lnTo>
                    <a:pt x="82516" y="11769"/>
                  </a:lnTo>
                  <a:lnTo>
                    <a:pt x="83216" y="12184"/>
                  </a:lnTo>
                  <a:lnTo>
                    <a:pt x="84910" y="13189"/>
                  </a:lnTo>
                  <a:lnTo>
                    <a:pt x="85501" y="13658"/>
                  </a:lnTo>
                  <a:lnTo>
                    <a:pt x="85650" y="13777"/>
                  </a:lnTo>
                  <a:lnTo>
                    <a:pt x="86418" y="13019"/>
                  </a:lnTo>
                  <a:lnTo>
                    <a:pt x="85689" y="11177"/>
                  </a:lnTo>
                  <a:lnTo>
                    <a:pt x="87019" y="10904"/>
                  </a:lnTo>
                  <a:lnTo>
                    <a:pt x="85989" y="9554"/>
                  </a:lnTo>
                  <a:lnTo>
                    <a:pt x="88392" y="8769"/>
                  </a:lnTo>
                  <a:lnTo>
                    <a:pt x="91852" y="12520"/>
                  </a:lnTo>
                  <a:lnTo>
                    <a:pt x="93914" y="15148"/>
                  </a:lnTo>
                  <a:lnTo>
                    <a:pt x="92611" y="16718"/>
                  </a:lnTo>
                  <a:lnTo>
                    <a:pt x="94501" y="16782"/>
                  </a:lnTo>
                  <a:lnTo>
                    <a:pt x="96351" y="15613"/>
                  </a:lnTo>
                  <a:lnTo>
                    <a:pt x="97021" y="16408"/>
                  </a:lnTo>
                  <a:lnTo>
                    <a:pt x="95981" y="17456"/>
                  </a:lnTo>
                  <a:lnTo>
                    <a:pt x="94631" y="18053"/>
                  </a:lnTo>
                  <a:lnTo>
                    <a:pt x="94639" y="18237"/>
                  </a:lnTo>
                  <a:lnTo>
                    <a:pt x="99472" y="18250"/>
                  </a:lnTo>
                  <a:lnTo>
                    <a:pt x="98464" y="20059"/>
                  </a:lnTo>
                  <a:lnTo>
                    <a:pt x="96434" y="19445"/>
                  </a:lnTo>
                  <a:lnTo>
                    <a:pt x="94258" y="22429"/>
                  </a:lnTo>
                  <a:lnTo>
                    <a:pt x="92142" y="24498"/>
                  </a:lnTo>
                  <a:lnTo>
                    <a:pt x="90855" y="25739"/>
                  </a:lnTo>
                  <a:lnTo>
                    <a:pt x="90660" y="25927"/>
                  </a:lnTo>
                  <a:lnTo>
                    <a:pt x="90477" y="26137"/>
                  </a:lnTo>
                  <a:lnTo>
                    <a:pt x="89230" y="27564"/>
                  </a:lnTo>
                  <a:lnTo>
                    <a:pt x="88269" y="29342"/>
                  </a:lnTo>
                  <a:lnTo>
                    <a:pt x="79719" y="24520"/>
                  </a:lnTo>
                  <a:lnTo>
                    <a:pt x="78074" y="21636"/>
                  </a:lnTo>
                  <a:lnTo>
                    <a:pt x="75703" y="22725"/>
                  </a:lnTo>
                  <a:lnTo>
                    <a:pt x="74870" y="22533"/>
                  </a:lnTo>
                  <a:lnTo>
                    <a:pt x="74187" y="25866"/>
                  </a:lnTo>
                  <a:lnTo>
                    <a:pt x="72870" y="26792"/>
                  </a:lnTo>
                  <a:lnTo>
                    <a:pt x="73578" y="27914"/>
                  </a:lnTo>
                  <a:lnTo>
                    <a:pt x="70160" y="30170"/>
                  </a:lnTo>
                  <a:lnTo>
                    <a:pt x="70508" y="34515"/>
                  </a:lnTo>
                  <a:lnTo>
                    <a:pt x="71228" y="34482"/>
                  </a:lnTo>
                  <a:lnTo>
                    <a:pt x="71148" y="33294"/>
                  </a:lnTo>
                  <a:lnTo>
                    <a:pt x="72189" y="33014"/>
                  </a:lnTo>
                  <a:lnTo>
                    <a:pt x="73471" y="33908"/>
                  </a:lnTo>
                  <a:lnTo>
                    <a:pt x="73553" y="36302"/>
                  </a:lnTo>
                  <a:lnTo>
                    <a:pt x="73574" y="36434"/>
                  </a:lnTo>
                  <a:lnTo>
                    <a:pt x="69653" y="36845"/>
                  </a:lnTo>
                  <a:lnTo>
                    <a:pt x="71068" y="38447"/>
                  </a:lnTo>
                  <a:lnTo>
                    <a:pt x="71982" y="38218"/>
                  </a:lnTo>
                  <a:lnTo>
                    <a:pt x="72496" y="38608"/>
                  </a:lnTo>
                  <a:lnTo>
                    <a:pt x="74499" y="37887"/>
                  </a:lnTo>
                  <a:lnTo>
                    <a:pt x="75393" y="39435"/>
                  </a:lnTo>
                  <a:lnTo>
                    <a:pt x="73896" y="39860"/>
                  </a:lnTo>
                  <a:lnTo>
                    <a:pt x="72483" y="40237"/>
                  </a:lnTo>
                  <a:lnTo>
                    <a:pt x="72430" y="41638"/>
                  </a:lnTo>
                  <a:lnTo>
                    <a:pt x="73975" y="41420"/>
                  </a:lnTo>
                  <a:lnTo>
                    <a:pt x="74459" y="41358"/>
                  </a:lnTo>
                  <a:lnTo>
                    <a:pt x="74592" y="43094"/>
                  </a:lnTo>
                  <a:lnTo>
                    <a:pt x="73431" y="43472"/>
                  </a:lnTo>
                  <a:lnTo>
                    <a:pt x="72769" y="43687"/>
                  </a:lnTo>
                  <a:lnTo>
                    <a:pt x="72492" y="43777"/>
                  </a:lnTo>
                  <a:lnTo>
                    <a:pt x="72296" y="43841"/>
                  </a:lnTo>
                  <a:lnTo>
                    <a:pt x="71491" y="43870"/>
                  </a:lnTo>
                  <a:lnTo>
                    <a:pt x="71213" y="43880"/>
                  </a:lnTo>
                  <a:lnTo>
                    <a:pt x="70629" y="43902"/>
                  </a:lnTo>
                  <a:lnTo>
                    <a:pt x="69917" y="43927"/>
                  </a:lnTo>
                  <a:lnTo>
                    <a:pt x="68535" y="43956"/>
                  </a:lnTo>
                  <a:lnTo>
                    <a:pt x="66880" y="43814"/>
                  </a:lnTo>
                  <a:lnTo>
                    <a:pt x="65634" y="43746"/>
                  </a:lnTo>
                  <a:lnTo>
                    <a:pt x="65021" y="43800"/>
                  </a:lnTo>
                  <a:lnTo>
                    <a:pt x="64839" y="43685"/>
                  </a:lnTo>
                  <a:lnTo>
                    <a:pt x="64686" y="43588"/>
                  </a:lnTo>
                  <a:lnTo>
                    <a:pt x="63996" y="43659"/>
                  </a:lnTo>
                  <a:lnTo>
                    <a:pt x="63621" y="43624"/>
                  </a:lnTo>
                  <a:lnTo>
                    <a:pt x="63317" y="43596"/>
                  </a:lnTo>
                  <a:lnTo>
                    <a:pt x="62732" y="43541"/>
                  </a:lnTo>
                  <a:lnTo>
                    <a:pt x="62587" y="43528"/>
                  </a:lnTo>
                  <a:lnTo>
                    <a:pt x="62458" y="43508"/>
                  </a:lnTo>
                  <a:lnTo>
                    <a:pt x="61817" y="43412"/>
                  </a:lnTo>
                  <a:lnTo>
                    <a:pt x="61679" y="43392"/>
                  </a:lnTo>
                  <a:lnTo>
                    <a:pt x="61134" y="43310"/>
                  </a:lnTo>
                  <a:lnTo>
                    <a:pt x="60902" y="43275"/>
                  </a:lnTo>
                  <a:lnTo>
                    <a:pt x="60543" y="43221"/>
                  </a:lnTo>
                  <a:lnTo>
                    <a:pt x="60239" y="43180"/>
                  </a:lnTo>
                  <a:lnTo>
                    <a:pt x="59536" y="43165"/>
                  </a:lnTo>
                  <a:lnTo>
                    <a:pt x="59382" y="43174"/>
                  </a:lnTo>
                  <a:lnTo>
                    <a:pt x="59235" y="43182"/>
                  </a:lnTo>
                  <a:lnTo>
                    <a:pt x="59100" y="43190"/>
                  </a:lnTo>
                  <a:lnTo>
                    <a:pt x="58878" y="43202"/>
                  </a:lnTo>
                  <a:lnTo>
                    <a:pt x="58702" y="43212"/>
                  </a:lnTo>
                  <a:lnTo>
                    <a:pt x="58151" y="43343"/>
                  </a:lnTo>
                  <a:lnTo>
                    <a:pt x="58005" y="43379"/>
                  </a:lnTo>
                  <a:lnTo>
                    <a:pt x="57614" y="43537"/>
                  </a:lnTo>
                  <a:lnTo>
                    <a:pt x="57274" y="43673"/>
                  </a:lnTo>
                  <a:lnTo>
                    <a:pt x="57046" y="43407"/>
                  </a:lnTo>
                  <a:lnTo>
                    <a:pt x="56393" y="42644"/>
                  </a:lnTo>
                  <a:lnTo>
                    <a:pt x="55893" y="43130"/>
                  </a:lnTo>
                  <a:lnTo>
                    <a:pt x="55474" y="43482"/>
                  </a:lnTo>
                  <a:lnTo>
                    <a:pt x="55102" y="43794"/>
                  </a:lnTo>
                  <a:lnTo>
                    <a:pt x="54921" y="43946"/>
                  </a:lnTo>
                  <a:lnTo>
                    <a:pt x="54347" y="44428"/>
                  </a:lnTo>
                  <a:lnTo>
                    <a:pt x="54059" y="44670"/>
                  </a:lnTo>
                  <a:lnTo>
                    <a:pt x="53871" y="44827"/>
                  </a:lnTo>
                  <a:lnTo>
                    <a:pt x="53697" y="44973"/>
                  </a:lnTo>
                  <a:lnTo>
                    <a:pt x="54119" y="45595"/>
                  </a:lnTo>
                  <a:lnTo>
                    <a:pt x="54230" y="46293"/>
                  </a:lnTo>
                  <a:lnTo>
                    <a:pt x="54307" y="46778"/>
                  </a:lnTo>
                  <a:lnTo>
                    <a:pt x="54394" y="46957"/>
                  </a:lnTo>
                  <a:lnTo>
                    <a:pt x="54743" y="47641"/>
                  </a:lnTo>
                  <a:lnTo>
                    <a:pt x="54946" y="47964"/>
                  </a:lnTo>
                  <a:lnTo>
                    <a:pt x="55162" y="48305"/>
                  </a:lnTo>
                  <a:lnTo>
                    <a:pt x="55447" y="48658"/>
                  </a:lnTo>
                  <a:lnTo>
                    <a:pt x="55759" y="49043"/>
                  </a:lnTo>
                  <a:lnTo>
                    <a:pt x="55897" y="49214"/>
                  </a:lnTo>
                  <a:lnTo>
                    <a:pt x="56070" y="49427"/>
                  </a:lnTo>
                  <a:lnTo>
                    <a:pt x="56339" y="49377"/>
                  </a:lnTo>
                  <a:lnTo>
                    <a:pt x="56058" y="49620"/>
                  </a:lnTo>
                  <a:lnTo>
                    <a:pt x="54026" y="51371"/>
                  </a:lnTo>
                  <a:lnTo>
                    <a:pt x="53889" y="51489"/>
                  </a:lnTo>
                  <a:lnTo>
                    <a:pt x="54432" y="52181"/>
                  </a:lnTo>
                  <a:lnTo>
                    <a:pt x="54678" y="52486"/>
                  </a:lnTo>
                  <a:lnTo>
                    <a:pt x="54973" y="52819"/>
                  </a:lnTo>
                  <a:lnTo>
                    <a:pt x="55112" y="52977"/>
                  </a:lnTo>
                  <a:lnTo>
                    <a:pt x="55816" y="53775"/>
                  </a:lnTo>
                  <a:lnTo>
                    <a:pt x="56200" y="54209"/>
                  </a:lnTo>
                  <a:lnTo>
                    <a:pt x="56373" y="54405"/>
                  </a:lnTo>
                  <a:lnTo>
                    <a:pt x="56915" y="55018"/>
                  </a:lnTo>
                  <a:lnTo>
                    <a:pt x="57541" y="55727"/>
                  </a:lnTo>
                  <a:lnTo>
                    <a:pt x="57820" y="56043"/>
                  </a:lnTo>
                  <a:lnTo>
                    <a:pt x="58042" y="56295"/>
                  </a:lnTo>
                  <a:lnTo>
                    <a:pt x="58733" y="57078"/>
                  </a:lnTo>
                  <a:lnTo>
                    <a:pt x="59383" y="57814"/>
                  </a:lnTo>
                  <a:lnTo>
                    <a:pt x="56711" y="58463"/>
                  </a:lnTo>
                  <a:lnTo>
                    <a:pt x="55989" y="58638"/>
                  </a:lnTo>
                  <a:lnTo>
                    <a:pt x="55533" y="58904"/>
                  </a:lnTo>
                  <a:lnTo>
                    <a:pt x="54153" y="59706"/>
                  </a:lnTo>
                  <a:lnTo>
                    <a:pt x="53692" y="59973"/>
                  </a:lnTo>
                  <a:lnTo>
                    <a:pt x="51454" y="62324"/>
                  </a:lnTo>
                  <a:lnTo>
                    <a:pt x="51277" y="62509"/>
                  </a:lnTo>
                  <a:lnTo>
                    <a:pt x="50488" y="63338"/>
                  </a:lnTo>
                  <a:lnTo>
                    <a:pt x="50217" y="63451"/>
                  </a:lnTo>
                  <a:lnTo>
                    <a:pt x="49910" y="63659"/>
                  </a:lnTo>
                  <a:lnTo>
                    <a:pt x="49187" y="63988"/>
                  </a:lnTo>
                  <a:lnTo>
                    <a:pt x="48900" y="64118"/>
                  </a:lnTo>
                  <a:lnTo>
                    <a:pt x="46391" y="65260"/>
                  </a:lnTo>
                  <a:lnTo>
                    <a:pt x="46244" y="65327"/>
                  </a:lnTo>
                  <a:lnTo>
                    <a:pt x="45709" y="65570"/>
                  </a:lnTo>
                  <a:lnTo>
                    <a:pt x="45493" y="65669"/>
                  </a:lnTo>
                  <a:lnTo>
                    <a:pt x="44581" y="66057"/>
                  </a:lnTo>
                  <a:lnTo>
                    <a:pt x="43962" y="66320"/>
                  </a:lnTo>
                  <a:lnTo>
                    <a:pt x="44037" y="66514"/>
                  </a:lnTo>
                  <a:lnTo>
                    <a:pt x="44089" y="66651"/>
                  </a:lnTo>
                  <a:lnTo>
                    <a:pt x="44461" y="67996"/>
                  </a:lnTo>
                  <a:lnTo>
                    <a:pt x="44353" y="68378"/>
                  </a:lnTo>
                  <a:lnTo>
                    <a:pt x="44307" y="68540"/>
                  </a:lnTo>
                  <a:lnTo>
                    <a:pt x="44268" y="68677"/>
                  </a:lnTo>
                  <a:lnTo>
                    <a:pt x="43976" y="69710"/>
                  </a:lnTo>
                  <a:lnTo>
                    <a:pt x="43787" y="70378"/>
                  </a:lnTo>
                  <a:lnTo>
                    <a:pt x="43063" y="70665"/>
                  </a:lnTo>
                  <a:lnTo>
                    <a:pt x="42317" y="70961"/>
                  </a:lnTo>
                  <a:lnTo>
                    <a:pt x="40063" y="71857"/>
                  </a:lnTo>
                  <a:lnTo>
                    <a:pt x="39839" y="71341"/>
                  </a:lnTo>
                  <a:lnTo>
                    <a:pt x="38892" y="69034"/>
                  </a:lnTo>
                  <a:lnTo>
                    <a:pt x="38018" y="66904"/>
                  </a:lnTo>
                  <a:lnTo>
                    <a:pt x="37870" y="66545"/>
                  </a:lnTo>
                  <a:lnTo>
                    <a:pt x="33203" y="55179"/>
                  </a:lnTo>
                  <a:lnTo>
                    <a:pt x="30453" y="48481"/>
                  </a:lnTo>
                  <a:lnTo>
                    <a:pt x="28151" y="44482"/>
                  </a:lnTo>
                  <a:lnTo>
                    <a:pt x="27922" y="44084"/>
                  </a:lnTo>
                  <a:lnTo>
                    <a:pt x="27707" y="44160"/>
                  </a:lnTo>
                  <a:lnTo>
                    <a:pt x="23526" y="45631"/>
                  </a:lnTo>
                  <a:lnTo>
                    <a:pt x="17669" y="47691"/>
                  </a:lnTo>
                  <a:lnTo>
                    <a:pt x="12825" y="49396"/>
                  </a:lnTo>
                  <a:lnTo>
                    <a:pt x="7375" y="51313"/>
                  </a:lnTo>
                  <a:lnTo>
                    <a:pt x="6328" y="51681"/>
                  </a:lnTo>
                  <a:lnTo>
                    <a:pt x="6178" y="51249"/>
                  </a:lnTo>
                  <a:lnTo>
                    <a:pt x="6104" y="51037"/>
                  </a:lnTo>
                  <a:lnTo>
                    <a:pt x="5902" y="50457"/>
                  </a:lnTo>
                  <a:lnTo>
                    <a:pt x="5708" y="49900"/>
                  </a:lnTo>
                  <a:lnTo>
                    <a:pt x="5535" y="49406"/>
                  </a:lnTo>
                  <a:lnTo>
                    <a:pt x="5412" y="49052"/>
                  </a:lnTo>
                  <a:lnTo>
                    <a:pt x="5317" y="48778"/>
                  </a:lnTo>
                  <a:lnTo>
                    <a:pt x="5049" y="48009"/>
                  </a:lnTo>
                  <a:lnTo>
                    <a:pt x="4606" y="46738"/>
                  </a:lnTo>
                  <a:lnTo>
                    <a:pt x="4542" y="46554"/>
                  </a:lnTo>
                  <a:lnTo>
                    <a:pt x="4397" y="46147"/>
                  </a:lnTo>
                  <a:lnTo>
                    <a:pt x="4346" y="46013"/>
                  </a:lnTo>
                  <a:lnTo>
                    <a:pt x="4127" y="45432"/>
                  </a:lnTo>
                  <a:lnTo>
                    <a:pt x="3660" y="44194"/>
                  </a:lnTo>
                  <a:lnTo>
                    <a:pt x="2113" y="40095"/>
                  </a:lnTo>
                  <a:lnTo>
                    <a:pt x="1499" y="38252"/>
                  </a:lnTo>
                  <a:lnTo>
                    <a:pt x="1045" y="36330"/>
                  </a:lnTo>
                  <a:lnTo>
                    <a:pt x="1008" y="35561"/>
                  </a:lnTo>
                  <a:lnTo>
                    <a:pt x="996" y="35314"/>
                  </a:lnTo>
                  <a:lnTo>
                    <a:pt x="853" y="32319"/>
                  </a:lnTo>
                  <a:lnTo>
                    <a:pt x="843" y="32117"/>
                  </a:lnTo>
                  <a:lnTo>
                    <a:pt x="757" y="30325"/>
                  </a:lnTo>
                  <a:lnTo>
                    <a:pt x="738" y="29911"/>
                  </a:lnTo>
                  <a:lnTo>
                    <a:pt x="42" y="15379"/>
                  </a:lnTo>
                  <a:lnTo>
                    <a:pt x="0" y="14482"/>
                  </a:lnTo>
                  <a:lnTo>
                    <a:pt x="1199" y="14424"/>
                  </a:lnTo>
                  <a:lnTo>
                    <a:pt x="1444" y="14412"/>
                  </a:lnTo>
                  <a:lnTo>
                    <a:pt x="1963" y="14387"/>
                  </a:lnTo>
                  <a:lnTo>
                    <a:pt x="2278" y="14372"/>
                  </a:lnTo>
                  <a:lnTo>
                    <a:pt x="2771" y="14361"/>
                  </a:lnTo>
                  <a:lnTo>
                    <a:pt x="6763" y="14268"/>
                  </a:lnTo>
                  <a:lnTo>
                    <a:pt x="7490" y="14251"/>
                  </a:lnTo>
                  <a:lnTo>
                    <a:pt x="10585" y="14179"/>
                  </a:lnTo>
                  <a:lnTo>
                    <a:pt x="12782" y="14128"/>
                  </a:lnTo>
                  <a:lnTo>
                    <a:pt x="14445" y="14090"/>
                  </a:lnTo>
                  <a:lnTo>
                    <a:pt x="15815" y="14035"/>
                  </a:lnTo>
                  <a:lnTo>
                    <a:pt x="16728" y="13988"/>
                  </a:lnTo>
                  <a:lnTo>
                    <a:pt x="17057" y="13932"/>
                  </a:lnTo>
                  <a:lnTo>
                    <a:pt x="17584" y="13768"/>
                  </a:lnTo>
                  <a:lnTo>
                    <a:pt x="17960" y="13571"/>
                  </a:lnTo>
                  <a:lnTo>
                    <a:pt x="18376" y="13322"/>
                  </a:lnTo>
                  <a:lnTo>
                    <a:pt x="18909" y="13003"/>
                  </a:lnTo>
                  <a:lnTo>
                    <a:pt x="19832" y="12451"/>
                  </a:lnTo>
                  <a:lnTo>
                    <a:pt x="21546" y="11467"/>
                  </a:lnTo>
                  <a:lnTo>
                    <a:pt x="22676" y="10818"/>
                  </a:lnTo>
                  <a:lnTo>
                    <a:pt x="22974" y="10647"/>
                  </a:lnTo>
                  <a:lnTo>
                    <a:pt x="27573" y="8005"/>
                  </a:lnTo>
                  <a:lnTo>
                    <a:pt x="31567" y="5710"/>
                  </a:lnTo>
                  <a:lnTo>
                    <a:pt x="32140" y="5381"/>
                  </a:lnTo>
                  <a:lnTo>
                    <a:pt x="31988" y="5136"/>
                  </a:lnTo>
                  <a:lnTo>
                    <a:pt x="30793" y="3196"/>
                  </a:lnTo>
                  <a:lnTo>
                    <a:pt x="30423" y="2595"/>
                  </a:lnTo>
                  <a:lnTo>
                    <a:pt x="30156" y="2162"/>
                  </a:lnTo>
                  <a:lnTo>
                    <a:pt x="30331" y="2118"/>
                  </a:lnTo>
                  <a:lnTo>
                    <a:pt x="30770" y="2008"/>
                  </a:lnTo>
                  <a:lnTo>
                    <a:pt x="32921" y="1470"/>
                  </a:lnTo>
                  <a:lnTo>
                    <a:pt x="38800" y="0"/>
                  </a:lnTo>
                  <a:lnTo>
                    <a:pt x="40036" y="2734"/>
                  </a:lnTo>
                  <a:lnTo>
                    <a:pt x="40348" y="3426"/>
                  </a:lnTo>
                  <a:lnTo>
                    <a:pt x="41222" y="5361"/>
                  </a:lnTo>
                  <a:lnTo>
                    <a:pt x="41294" y="5525"/>
                  </a:lnTo>
                  <a:lnTo>
                    <a:pt x="41813" y="6727"/>
                  </a:lnTo>
                  <a:lnTo>
                    <a:pt x="42170" y="7551"/>
                  </a:lnTo>
                  <a:lnTo>
                    <a:pt x="42376" y="8028"/>
                  </a:lnTo>
                  <a:lnTo>
                    <a:pt x="43262" y="10079"/>
                  </a:lnTo>
                  <a:lnTo>
                    <a:pt x="44286" y="12446"/>
                  </a:lnTo>
                  <a:lnTo>
                    <a:pt x="44676" y="133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671943" y="3249153"/>
              <a:ext cx="103103" cy="66838"/>
            </a:xfrm>
            <a:custGeom>
              <a:avLst/>
              <a:pathLst>
                <a:path w="103103" h="66838">
                  <a:moveTo>
                    <a:pt x="39815" y="842"/>
                  </a:moveTo>
                  <a:lnTo>
                    <a:pt x="39974" y="1028"/>
                  </a:lnTo>
                  <a:lnTo>
                    <a:pt x="40437" y="843"/>
                  </a:lnTo>
                  <a:lnTo>
                    <a:pt x="40705" y="735"/>
                  </a:lnTo>
                  <a:lnTo>
                    <a:pt x="40851" y="698"/>
                  </a:lnTo>
                  <a:lnTo>
                    <a:pt x="41402" y="568"/>
                  </a:lnTo>
                  <a:lnTo>
                    <a:pt x="41578" y="558"/>
                  </a:lnTo>
                  <a:lnTo>
                    <a:pt x="41800" y="545"/>
                  </a:lnTo>
                  <a:lnTo>
                    <a:pt x="41935" y="538"/>
                  </a:lnTo>
                  <a:lnTo>
                    <a:pt x="42082" y="530"/>
                  </a:lnTo>
                  <a:lnTo>
                    <a:pt x="42454" y="526"/>
                  </a:lnTo>
                  <a:lnTo>
                    <a:pt x="42983" y="538"/>
                  </a:lnTo>
                  <a:lnTo>
                    <a:pt x="43243" y="577"/>
                  </a:lnTo>
                  <a:lnTo>
                    <a:pt x="43602" y="631"/>
                  </a:lnTo>
                  <a:lnTo>
                    <a:pt x="43896" y="675"/>
                  </a:lnTo>
                  <a:lnTo>
                    <a:pt x="44379" y="747"/>
                  </a:lnTo>
                  <a:lnTo>
                    <a:pt x="44517" y="768"/>
                  </a:lnTo>
                  <a:lnTo>
                    <a:pt x="45158" y="864"/>
                  </a:lnTo>
                  <a:lnTo>
                    <a:pt x="45287" y="883"/>
                  </a:lnTo>
                  <a:lnTo>
                    <a:pt x="45432" y="897"/>
                  </a:lnTo>
                  <a:lnTo>
                    <a:pt x="46017" y="951"/>
                  </a:lnTo>
                  <a:lnTo>
                    <a:pt x="46372" y="985"/>
                  </a:lnTo>
                  <a:lnTo>
                    <a:pt x="46821" y="1002"/>
                  </a:lnTo>
                  <a:lnTo>
                    <a:pt x="47386" y="944"/>
                  </a:lnTo>
                  <a:lnTo>
                    <a:pt x="47585" y="1070"/>
                  </a:lnTo>
                  <a:lnTo>
                    <a:pt x="47721" y="1156"/>
                  </a:lnTo>
                  <a:lnTo>
                    <a:pt x="48334" y="1102"/>
                  </a:lnTo>
                  <a:lnTo>
                    <a:pt x="49580" y="1170"/>
                  </a:lnTo>
                  <a:lnTo>
                    <a:pt x="51416" y="1327"/>
                  </a:lnTo>
                  <a:lnTo>
                    <a:pt x="52665" y="1281"/>
                  </a:lnTo>
                  <a:lnTo>
                    <a:pt x="53339" y="1257"/>
                  </a:lnTo>
                  <a:lnTo>
                    <a:pt x="53913" y="1236"/>
                  </a:lnTo>
                  <a:lnTo>
                    <a:pt x="54191" y="1226"/>
                  </a:lnTo>
                  <a:lnTo>
                    <a:pt x="54996" y="1197"/>
                  </a:lnTo>
                  <a:lnTo>
                    <a:pt x="55272" y="1107"/>
                  </a:lnTo>
                  <a:lnTo>
                    <a:pt x="55469" y="1043"/>
                  </a:lnTo>
                  <a:lnTo>
                    <a:pt x="60102" y="2230"/>
                  </a:lnTo>
                  <a:lnTo>
                    <a:pt x="58935" y="6878"/>
                  </a:lnTo>
                  <a:lnTo>
                    <a:pt x="59803" y="9000"/>
                  </a:lnTo>
                  <a:lnTo>
                    <a:pt x="60513" y="9000"/>
                  </a:lnTo>
                  <a:lnTo>
                    <a:pt x="62264" y="13507"/>
                  </a:lnTo>
                  <a:lnTo>
                    <a:pt x="59979" y="14255"/>
                  </a:lnTo>
                  <a:lnTo>
                    <a:pt x="58462" y="14126"/>
                  </a:lnTo>
                  <a:lnTo>
                    <a:pt x="58825" y="19189"/>
                  </a:lnTo>
                  <a:lnTo>
                    <a:pt x="50334" y="19424"/>
                  </a:lnTo>
                  <a:lnTo>
                    <a:pt x="50131" y="21571"/>
                  </a:lnTo>
                  <a:lnTo>
                    <a:pt x="54051" y="23568"/>
                  </a:lnTo>
                  <a:lnTo>
                    <a:pt x="54948" y="23376"/>
                  </a:lnTo>
                  <a:lnTo>
                    <a:pt x="55771" y="23846"/>
                  </a:lnTo>
                  <a:lnTo>
                    <a:pt x="55311" y="24764"/>
                  </a:lnTo>
                  <a:lnTo>
                    <a:pt x="56956" y="25662"/>
                  </a:lnTo>
                  <a:lnTo>
                    <a:pt x="55803" y="28353"/>
                  </a:lnTo>
                  <a:lnTo>
                    <a:pt x="58067" y="29475"/>
                  </a:lnTo>
                  <a:lnTo>
                    <a:pt x="60214" y="31579"/>
                  </a:lnTo>
                  <a:lnTo>
                    <a:pt x="61377" y="30692"/>
                  </a:lnTo>
                  <a:lnTo>
                    <a:pt x="63379" y="33236"/>
                  </a:lnTo>
                  <a:lnTo>
                    <a:pt x="64194" y="32655"/>
                  </a:lnTo>
                  <a:lnTo>
                    <a:pt x="68872" y="27913"/>
                  </a:lnTo>
                  <a:lnTo>
                    <a:pt x="70944" y="29280"/>
                  </a:lnTo>
                  <a:lnTo>
                    <a:pt x="68575" y="31752"/>
                  </a:lnTo>
                  <a:lnTo>
                    <a:pt x="70011" y="32720"/>
                  </a:lnTo>
                  <a:lnTo>
                    <a:pt x="67731" y="34495"/>
                  </a:lnTo>
                  <a:lnTo>
                    <a:pt x="72164" y="40577"/>
                  </a:lnTo>
                  <a:lnTo>
                    <a:pt x="71677" y="42576"/>
                  </a:lnTo>
                  <a:lnTo>
                    <a:pt x="73126" y="44883"/>
                  </a:lnTo>
                  <a:lnTo>
                    <a:pt x="74318" y="44140"/>
                  </a:lnTo>
                  <a:lnTo>
                    <a:pt x="75164" y="45614"/>
                  </a:lnTo>
                  <a:lnTo>
                    <a:pt x="74279" y="46165"/>
                  </a:lnTo>
                  <a:lnTo>
                    <a:pt x="74534" y="46733"/>
                  </a:lnTo>
                  <a:lnTo>
                    <a:pt x="75869" y="46245"/>
                  </a:lnTo>
                  <a:lnTo>
                    <a:pt x="76216" y="46019"/>
                  </a:lnTo>
                  <a:lnTo>
                    <a:pt x="75829" y="44628"/>
                  </a:lnTo>
                  <a:lnTo>
                    <a:pt x="77848" y="43602"/>
                  </a:lnTo>
                  <a:lnTo>
                    <a:pt x="78104" y="43987"/>
                  </a:lnTo>
                  <a:lnTo>
                    <a:pt x="79162" y="43090"/>
                  </a:lnTo>
                  <a:lnTo>
                    <a:pt x="78938" y="37098"/>
                  </a:lnTo>
                  <a:lnTo>
                    <a:pt x="79931" y="31554"/>
                  </a:lnTo>
                  <a:lnTo>
                    <a:pt x="81273" y="29024"/>
                  </a:lnTo>
                  <a:lnTo>
                    <a:pt x="87369" y="32365"/>
                  </a:lnTo>
                  <a:lnTo>
                    <a:pt x="93072" y="36113"/>
                  </a:lnTo>
                  <a:lnTo>
                    <a:pt x="95123" y="37043"/>
                  </a:lnTo>
                  <a:lnTo>
                    <a:pt x="97526" y="36113"/>
                  </a:lnTo>
                  <a:lnTo>
                    <a:pt x="100195" y="38114"/>
                  </a:lnTo>
                  <a:lnTo>
                    <a:pt x="99980" y="38430"/>
                  </a:lnTo>
                  <a:lnTo>
                    <a:pt x="98406" y="40648"/>
                  </a:lnTo>
                  <a:lnTo>
                    <a:pt x="96944" y="42708"/>
                  </a:lnTo>
                  <a:lnTo>
                    <a:pt x="97685" y="43834"/>
                  </a:lnTo>
                  <a:lnTo>
                    <a:pt x="98911" y="45695"/>
                  </a:lnTo>
                  <a:lnTo>
                    <a:pt x="99459" y="46527"/>
                  </a:lnTo>
                  <a:lnTo>
                    <a:pt x="101018" y="45599"/>
                  </a:lnTo>
                  <a:lnTo>
                    <a:pt x="101167" y="45511"/>
                  </a:lnTo>
                  <a:lnTo>
                    <a:pt x="101332" y="45413"/>
                  </a:lnTo>
                  <a:lnTo>
                    <a:pt x="103103" y="44705"/>
                  </a:lnTo>
                  <a:lnTo>
                    <a:pt x="102693" y="45594"/>
                  </a:lnTo>
                  <a:lnTo>
                    <a:pt x="101974" y="49484"/>
                  </a:lnTo>
                  <a:lnTo>
                    <a:pt x="102020" y="51438"/>
                  </a:lnTo>
                  <a:lnTo>
                    <a:pt x="102202" y="53584"/>
                  </a:lnTo>
                  <a:lnTo>
                    <a:pt x="101785" y="54072"/>
                  </a:lnTo>
                  <a:lnTo>
                    <a:pt x="101541" y="54387"/>
                  </a:lnTo>
                  <a:lnTo>
                    <a:pt x="101378" y="54481"/>
                  </a:lnTo>
                  <a:lnTo>
                    <a:pt x="101138" y="54620"/>
                  </a:lnTo>
                  <a:lnTo>
                    <a:pt x="101010" y="54699"/>
                  </a:lnTo>
                  <a:lnTo>
                    <a:pt x="99133" y="55854"/>
                  </a:lnTo>
                  <a:lnTo>
                    <a:pt x="98421" y="56291"/>
                  </a:lnTo>
                  <a:lnTo>
                    <a:pt x="97165" y="57064"/>
                  </a:lnTo>
                  <a:lnTo>
                    <a:pt x="95848" y="57874"/>
                  </a:lnTo>
                  <a:lnTo>
                    <a:pt x="95459" y="58114"/>
                  </a:lnTo>
                  <a:lnTo>
                    <a:pt x="95785" y="58375"/>
                  </a:lnTo>
                  <a:lnTo>
                    <a:pt x="96444" y="59134"/>
                  </a:lnTo>
                  <a:lnTo>
                    <a:pt x="97414" y="60251"/>
                  </a:lnTo>
                  <a:lnTo>
                    <a:pt x="97635" y="60505"/>
                  </a:lnTo>
                  <a:lnTo>
                    <a:pt x="98025" y="60955"/>
                  </a:lnTo>
                  <a:lnTo>
                    <a:pt x="97608" y="60997"/>
                  </a:lnTo>
                  <a:lnTo>
                    <a:pt x="94787" y="60856"/>
                  </a:lnTo>
                  <a:lnTo>
                    <a:pt x="94303" y="60832"/>
                  </a:lnTo>
                  <a:lnTo>
                    <a:pt x="91525" y="60692"/>
                  </a:lnTo>
                  <a:lnTo>
                    <a:pt x="91242" y="60678"/>
                  </a:lnTo>
                  <a:lnTo>
                    <a:pt x="90478" y="60640"/>
                  </a:lnTo>
                  <a:lnTo>
                    <a:pt x="89017" y="60603"/>
                  </a:lnTo>
                  <a:lnTo>
                    <a:pt x="86473" y="60539"/>
                  </a:lnTo>
                  <a:lnTo>
                    <a:pt x="86130" y="60530"/>
                  </a:lnTo>
                  <a:lnTo>
                    <a:pt x="85910" y="60524"/>
                  </a:lnTo>
                  <a:lnTo>
                    <a:pt x="82392" y="60435"/>
                  </a:lnTo>
                  <a:lnTo>
                    <a:pt x="82128" y="60423"/>
                  </a:lnTo>
                  <a:lnTo>
                    <a:pt x="81312" y="60383"/>
                  </a:lnTo>
                  <a:lnTo>
                    <a:pt x="78451" y="60243"/>
                  </a:lnTo>
                  <a:lnTo>
                    <a:pt x="78064" y="60224"/>
                  </a:lnTo>
                  <a:lnTo>
                    <a:pt x="74181" y="60035"/>
                  </a:lnTo>
                  <a:lnTo>
                    <a:pt x="73639" y="60016"/>
                  </a:lnTo>
                  <a:lnTo>
                    <a:pt x="71699" y="60001"/>
                  </a:lnTo>
                  <a:lnTo>
                    <a:pt x="70118" y="59989"/>
                  </a:lnTo>
                  <a:lnTo>
                    <a:pt x="69827" y="59987"/>
                  </a:lnTo>
                  <a:lnTo>
                    <a:pt x="68221" y="59956"/>
                  </a:lnTo>
                  <a:lnTo>
                    <a:pt x="68027" y="59988"/>
                  </a:lnTo>
                  <a:lnTo>
                    <a:pt x="66748" y="60203"/>
                  </a:lnTo>
                  <a:lnTo>
                    <a:pt x="64791" y="60531"/>
                  </a:lnTo>
                  <a:lnTo>
                    <a:pt x="62612" y="60896"/>
                  </a:lnTo>
                  <a:lnTo>
                    <a:pt x="61729" y="61044"/>
                  </a:lnTo>
                  <a:lnTo>
                    <a:pt x="61081" y="61236"/>
                  </a:lnTo>
                  <a:lnTo>
                    <a:pt x="59571" y="61560"/>
                  </a:lnTo>
                  <a:lnTo>
                    <a:pt x="58091" y="61877"/>
                  </a:lnTo>
                  <a:lnTo>
                    <a:pt x="57858" y="61856"/>
                  </a:lnTo>
                  <a:lnTo>
                    <a:pt x="57292" y="61804"/>
                  </a:lnTo>
                  <a:lnTo>
                    <a:pt x="50045" y="60223"/>
                  </a:lnTo>
                  <a:lnTo>
                    <a:pt x="48615" y="59851"/>
                  </a:lnTo>
                  <a:lnTo>
                    <a:pt x="48216" y="59748"/>
                  </a:lnTo>
                  <a:lnTo>
                    <a:pt x="47449" y="59548"/>
                  </a:lnTo>
                  <a:lnTo>
                    <a:pt x="46901" y="59406"/>
                  </a:lnTo>
                  <a:lnTo>
                    <a:pt x="46370" y="59268"/>
                  </a:lnTo>
                  <a:lnTo>
                    <a:pt x="45421" y="59021"/>
                  </a:lnTo>
                  <a:lnTo>
                    <a:pt x="44972" y="58904"/>
                  </a:lnTo>
                  <a:lnTo>
                    <a:pt x="43804" y="59367"/>
                  </a:lnTo>
                  <a:lnTo>
                    <a:pt x="43337" y="59552"/>
                  </a:lnTo>
                  <a:lnTo>
                    <a:pt x="41261" y="60374"/>
                  </a:lnTo>
                  <a:lnTo>
                    <a:pt x="40847" y="60539"/>
                  </a:lnTo>
                  <a:lnTo>
                    <a:pt x="41261" y="61516"/>
                  </a:lnTo>
                  <a:lnTo>
                    <a:pt x="39991" y="62019"/>
                  </a:lnTo>
                  <a:lnTo>
                    <a:pt x="39775" y="62105"/>
                  </a:lnTo>
                  <a:lnTo>
                    <a:pt x="39525" y="62204"/>
                  </a:lnTo>
                  <a:lnTo>
                    <a:pt x="39256" y="62310"/>
                  </a:lnTo>
                  <a:lnTo>
                    <a:pt x="36541" y="63385"/>
                  </a:lnTo>
                  <a:lnTo>
                    <a:pt x="34998" y="63996"/>
                  </a:lnTo>
                  <a:lnTo>
                    <a:pt x="34755" y="64092"/>
                  </a:lnTo>
                  <a:lnTo>
                    <a:pt x="32924" y="64817"/>
                  </a:lnTo>
                  <a:lnTo>
                    <a:pt x="32308" y="65022"/>
                  </a:lnTo>
                  <a:lnTo>
                    <a:pt x="32151" y="65009"/>
                  </a:lnTo>
                  <a:lnTo>
                    <a:pt x="31830" y="64882"/>
                  </a:lnTo>
                  <a:lnTo>
                    <a:pt x="31452" y="64543"/>
                  </a:lnTo>
                  <a:lnTo>
                    <a:pt x="31088" y="64218"/>
                  </a:lnTo>
                  <a:lnTo>
                    <a:pt x="30686" y="63950"/>
                  </a:lnTo>
                  <a:lnTo>
                    <a:pt x="30462" y="63800"/>
                  </a:lnTo>
                  <a:lnTo>
                    <a:pt x="30302" y="63694"/>
                  </a:lnTo>
                  <a:lnTo>
                    <a:pt x="29646" y="63257"/>
                  </a:lnTo>
                  <a:lnTo>
                    <a:pt x="29480" y="63146"/>
                  </a:lnTo>
                  <a:lnTo>
                    <a:pt x="28837" y="62676"/>
                  </a:lnTo>
                  <a:lnTo>
                    <a:pt x="28109" y="62144"/>
                  </a:lnTo>
                  <a:lnTo>
                    <a:pt x="27918" y="62004"/>
                  </a:lnTo>
                  <a:lnTo>
                    <a:pt x="26954" y="61450"/>
                  </a:lnTo>
                  <a:lnTo>
                    <a:pt x="26583" y="61237"/>
                  </a:lnTo>
                  <a:lnTo>
                    <a:pt x="25815" y="60881"/>
                  </a:lnTo>
                  <a:lnTo>
                    <a:pt x="25627" y="60794"/>
                  </a:lnTo>
                  <a:lnTo>
                    <a:pt x="25344" y="60663"/>
                  </a:lnTo>
                  <a:lnTo>
                    <a:pt x="25041" y="60522"/>
                  </a:lnTo>
                  <a:lnTo>
                    <a:pt x="24353" y="60336"/>
                  </a:lnTo>
                  <a:lnTo>
                    <a:pt x="24218" y="60328"/>
                  </a:lnTo>
                  <a:lnTo>
                    <a:pt x="24073" y="60320"/>
                  </a:lnTo>
                  <a:lnTo>
                    <a:pt x="23732" y="60302"/>
                  </a:lnTo>
                  <a:lnTo>
                    <a:pt x="23165" y="60309"/>
                  </a:lnTo>
                  <a:lnTo>
                    <a:pt x="22526" y="60420"/>
                  </a:lnTo>
                  <a:lnTo>
                    <a:pt x="21998" y="60609"/>
                  </a:lnTo>
                  <a:lnTo>
                    <a:pt x="21128" y="61025"/>
                  </a:lnTo>
                  <a:lnTo>
                    <a:pt x="20772" y="61259"/>
                  </a:lnTo>
                  <a:lnTo>
                    <a:pt x="20590" y="61378"/>
                  </a:lnTo>
                  <a:lnTo>
                    <a:pt x="19951" y="62174"/>
                  </a:lnTo>
                  <a:lnTo>
                    <a:pt x="19200" y="63123"/>
                  </a:lnTo>
                  <a:lnTo>
                    <a:pt x="18926" y="63501"/>
                  </a:lnTo>
                  <a:lnTo>
                    <a:pt x="18273" y="63893"/>
                  </a:lnTo>
                  <a:lnTo>
                    <a:pt x="18162" y="63572"/>
                  </a:lnTo>
                  <a:lnTo>
                    <a:pt x="16264" y="64374"/>
                  </a:lnTo>
                  <a:lnTo>
                    <a:pt x="16122" y="64434"/>
                  </a:lnTo>
                  <a:lnTo>
                    <a:pt x="15616" y="64649"/>
                  </a:lnTo>
                  <a:lnTo>
                    <a:pt x="14371" y="65175"/>
                  </a:lnTo>
                  <a:lnTo>
                    <a:pt x="13677" y="65469"/>
                  </a:lnTo>
                  <a:lnTo>
                    <a:pt x="12060" y="66152"/>
                  </a:lnTo>
                  <a:lnTo>
                    <a:pt x="10791" y="66688"/>
                  </a:lnTo>
                  <a:lnTo>
                    <a:pt x="10439" y="66838"/>
                  </a:lnTo>
                  <a:lnTo>
                    <a:pt x="9790" y="65071"/>
                  </a:lnTo>
                  <a:lnTo>
                    <a:pt x="7696" y="59362"/>
                  </a:lnTo>
                  <a:lnTo>
                    <a:pt x="7591" y="59077"/>
                  </a:lnTo>
                  <a:lnTo>
                    <a:pt x="2412" y="44960"/>
                  </a:lnTo>
                  <a:lnTo>
                    <a:pt x="367" y="39811"/>
                  </a:lnTo>
                  <a:lnTo>
                    <a:pt x="0" y="38886"/>
                  </a:lnTo>
                  <a:lnTo>
                    <a:pt x="161" y="38826"/>
                  </a:lnTo>
                  <a:lnTo>
                    <a:pt x="1731" y="38244"/>
                  </a:lnTo>
                  <a:lnTo>
                    <a:pt x="4981" y="37040"/>
                  </a:lnTo>
                  <a:lnTo>
                    <a:pt x="6499" y="36477"/>
                  </a:lnTo>
                  <a:lnTo>
                    <a:pt x="6780" y="36373"/>
                  </a:lnTo>
                  <a:lnTo>
                    <a:pt x="10837" y="34870"/>
                  </a:lnTo>
                  <a:lnTo>
                    <a:pt x="10983" y="34816"/>
                  </a:lnTo>
                  <a:lnTo>
                    <a:pt x="11387" y="34666"/>
                  </a:lnTo>
                  <a:lnTo>
                    <a:pt x="11947" y="34459"/>
                  </a:lnTo>
                  <a:lnTo>
                    <a:pt x="12132" y="34390"/>
                  </a:lnTo>
                  <a:lnTo>
                    <a:pt x="12373" y="34301"/>
                  </a:lnTo>
                  <a:lnTo>
                    <a:pt x="12553" y="34235"/>
                  </a:lnTo>
                  <a:lnTo>
                    <a:pt x="12823" y="34137"/>
                  </a:lnTo>
                  <a:lnTo>
                    <a:pt x="15525" y="33155"/>
                  </a:lnTo>
                  <a:lnTo>
                    <a:pt x="15781" y="33062"/>
                  </a:lnTo>
                  <a:lnTo>
                    <a:pt x="16760" y="32706"/>
                  </a:lnTo>
                  <a:lnTo>
                    <a:pt x="17425" y="32465"/>
                  </a:lnTo>
                  <a:lnTo>
                    <a:pt x="17674" y="32374"/>
                  </a:lnTo>
                  <a:lnTo>
                    <a:pt x="17838" y="32314"/>
                  </a:lnTo>
                  <a:lnTo>
                    <a:pt x="21794" y="30876"/>
                  </a:lnTo>
                  <a:lnTo>
                    <a:pt x="22146" y="30807"/>
                  </a:lnTo>
                  <a:lnTo>
                    <a:pt x="23330" y="30572"/>
                  </a:lnTo>
                  <a:lnTo>
                    <a:pt x="23155" y="30114"/>
                  </a:lnTo>
                  <a:lnTo>
                    <a:pt x="22763" y="29212"/>
                  </a:lnTo>
                  <a:lnTo>
                    <a:pt x="25017" y="28317"/>
                  </a:lnTo>
                  <a:lnTo>
                    <a:pt x="25763" y="28021"/>
                  </a:lnTo>
                  <a:lnTo>
                    <a:pt x="26510" y="27655"/>
                  </a:lnTo>
                  <a:lnTo>
                    <a:pt x="26676" y="27066"/>
                  </a:lnTo>
                  <a:lnTo>
                    <a:pt x="26968" y="26033"/>
                  </a:lnTo>
                  <a:lnTo>
                    <a:pt x="27007" y="25896"/>
                  </a:lnTo>
                  <a:lnTo>
                    <a:pt x="27053" y="25734"/>
                  </a:lnTo>
                  <a:lnTo>
                    <a:pt x="27184" y="25271"/>
                  </a:lnTo>
                  <a:lnTo>
                    <a:pt x="26787" y="24000"/>
                  </a:lnTo>
                  <a:lnTo>
                    <a:pt x="26737" y="23869"/>
                  </a:lnTo>
                  <a:lnTo>
                    <a:pt x="26694" y="23662"/>
                  </a:lnTo>
                  <a:lnTo>
                    <a:pt x="27281" y="23412"/>
                  </a:lnTo>
                  <a:lnTo>
                    <a:pt x="28193" y="23024"/>
                  </a:lnTo>
                  <a:lnTo>
                    <a:pt x="28409" y="22926"/>
                  </a:lnTo>
                  <a:lnTo>
                    <a:pt x="28944" y="22682"/>
                  </a:lnTo>
                  <a:lnTo>
                    <a:pt x="29091" y="22616"/>
                  </a:lnTo>
                  <a:lnTo>
                    <a:pt x="31600" y="21474"/>
                  </a:lnTo>
                  <a:lnTo>
                    <a:pt x="31887" y="21344"/>
                  </a:lnTo>
                  <a:lnTo>
                    <a:pt x="32583" y="20946"/>
                  </a:lnTo>
                  <a:lnTo>
                    <a:pt x="32917" y="20806"/>
                  </a:lnTo>
                  <a:lnTo>
                    <a:pt x="33188" y="20693"/>
                  </a:lnTo>
                  <a:lnTo>
                    <a:pt x="33977" y="19865"/>
                  </a:lnTo>
                  <a:lnTo>
                    <a:pt x="34154" y="19680"/>
                  </a:lnTo>
                  <a:lnTo>
                    <a:pt x="36392" y="17329"/>
                  </a:lnTo>
                  <a:lnTo>
                    <a:pt x="36853" y="17061"/>
                  </a:lnTo>
                  <a:lnTo>
                    <a:pt x="38233" y="16259"/>
                  </a:lnTo>
                  <a:lnTo>
                    <a:pt x="38689" y="15994"/>
                  </a:lnTo>
                  <a:lnTo>
                    <a:pt x="39411" y="15819"/>
                  </a:lnTo>
                  <a:lnTo>
                    <a:pt x="42083" y="15169"/>
                  </a:lnTo>
                  <a:lnTo>
                    <a:pt x="41433" y="14433"/>
                  </a:lnTo>
                  <a:lnTo>
                    <a:pt x="40742" y="13651"/>
                  </a:lnTo>
                  <a:lnTo>
                    <a:pt x="40520" y="13399"/>
                  </a:lnTo>
                  <a:lnTo>
                    <a:pt x="40193" y="13029"/>
                  </a:lnTo>
                  <a:lnTo>
                    <a:pt x="39615" y="12374"/>
                  </a:lnTo>
                  <a:lnTo>
                    <a:pt x="39073" y="11761"/>
                  </a:lnTo>
                  <a:lnTo>
                    <a:pt x="38900" y="11565"/>
                  </a:lnTo>
                  <a:lnTo>
                    <a:pt x="38517" y="11130"/>
                  </a:lnTo>
                  <a:lnTo>
                    <a:pt x="37812" y="10332"/>
                  </a:lnTo>
                  <a:lnTo>
                    <a:pt x="37673" y="10175"/>
                  </a:lnTo>
                  <a:lnTo>
                    <a:pt x="37318" y="9774"/>
                  </a:lnTo>
                  <a:lnTo>
                    <a:pt x="37132" y="9537"/>
                  </a:lnTo>
                  <a:lnTo>
                    <a:pt x="36589" y="8845"/>
                  </a:lnTo>
                  <a:lnTo>
                    <a:pt x="36806" y="8658"/>
                  </a:lnTo>
                  <a:lnTo>
                    <a:pt x="38758" y="6975"/>
                  </a:lnTo>
                  <a:lnTo>
                    <a:pt x="39039" y="6733"/>
                  </a:lnTo>
                  <a:lnTo>
                    <a:pt x="38770" y="6782"/>
                  </a:lnTo>
                  <a:lnTo>
                    <a:pt x="38597" y="6570"/>
                  </a:lnTo>
                  <a:lnTo>
                    <a:pt x="38377" y="6297"/>
                  </a:lnTo>
                  <a:lnTo>
                    <a:pt x="38147" y="6013"/>
                  </a:lnTo>
                  <a:lnTo>
                    <a:pt x="37788" y="5543"/>
                  </a:lnTo>
                  <a:lnTo>
                    <a:pt x="37646" y="5319"/>
                  </a:lnTo>
                  <a:lnTo>
                    <a:pt x="37370" y="4881"/>
                  </a:lnTo>
                  <a:lnTo>
                    <a:pt x="37094" y="4313"/>
                  </a:lnTo>
                  <a:lnTo>
                    <a:pt x="37007" y="4133"/>
                  </a:lnTo>
                  <a:lnTo>
                    <a:pt x="36930" y="3649"/>
                  </a:lnTo>
                  <a:lnTo>
                    <a:pt x="36819" y="2951"/>
                  </a:lnTo>
                  <a:lnTo>
                    <a:pt x="36397" y="2329"/>
                  </a:lnTo>
                  <a:lnTo>
                    <a:pt x="36571" y="2183"/>
                  </a:lnTo>
                  <a:lnTo>
                    <a:pt x="36829" y="1967"/>
                  </a:lnTo>
                  <a:lnTo>
                    <a:pt x="37047" y="1784"/>
                  </a:lnTo>
                  <a:lnTo>
                    <a:pt x="37621" y="1302"/>
                  </a:lnTo>
                  <a:lnTo>
                    <a:pt x="37802" y="1150"/>
                  </a:lnTo>
                  <a:lnTo>
                    <a:pt x="38410" y="640"/>
                  </a:lnTo>
                  <a:lnTo>
                    <a:pt x="38593" y="486"/>
                  </a:lnTo>
                  <a:lnTo>
                    <a:pt x="39093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768014" y="3205265"/>
              <a:ext cx="146395" cy="99430"/>
            </a:xfrm>
            <a:custGeom>
              <a:avLst/>
              <a:pathLst>
                <a:path w="146395" h="99430">
                  <a:moveTo>
                    <a:pt x="63022" y="94284"/>
                  </a:moveTo>
                  <a:lnTo>
                    <a:pt x="62968" y="94106"/>
                  </a:lnTo>
                  <a:lnTo>
                    <a:pt x="62919" y="93946"/>
                  </a:lnTo>
                  <a:lnTo>
                    <a:pt x="62867" y="93774"/>
                  </a:lnTo>
                  <a:lnTo>
                    <a:pt x="62805" y="93513"/>
                  </a:lnTo>
                  <a:lnTo>
                    <a:pt x="63541" y="91576"/>
                  </a:lnTo>
                  <a:lnTo>
                    <a:pt x="63911" y="89742"/>
                  </a:lnTo>
                  <a:lnTo>
                    <a:pt x="63948" y="89576"/>
                  </a:lnTo>
                  <a:lnTo>
                    <a:pt x="63906" y="89329"/>
                  </a:lnTo>
                  <a:lnTo>
                    <a:pt x="63674" y="89085"/>
                  </a:lnTo>
                  <a:lnTo>
                    <a:pt x="63198" y="88586"/>
                  </a:lnTo>
                  <a:lnTo>
                    <a:pt x="62878" y="88251"/>
                  </a:lnTo>
                  <a:lnTo>
                    <a:pt x="62436" y="87821"/>
                  </a:lnTo>
                  <a:lnTo>
                    <a:pt x="61608" y="87015"/>
                  </a:lnTo>
                  <a:lnTo>
                    <a:pt x="61180" y="86599"/>
                  </a:lnTo>
                  <a:lnTo>
                    <a:pt x="60630" y="86073"/>
                  </a:lnTo>
                  <a:lnTo>
                    <a:pt x="58269" y="84022"/>
                  </a:lnTo>
                  <a:lnTo>
                    <a:pt x="57891" y="83658"/>
                  </a:lnTo>
                  <a:lnTo>
                    <a:pt x="57752" y="83488"/>
                  </a:lnTo>
                  <a:lnTo>
                    <a:pt x="57594" y="83295"/>
                  </a:lnTo>
                  <a:lnTo>
                    <a:pt x="57300" y="82928"/>
                  </a:lnTo>
                  <a:lnTo>
                    <a:pt x="57135" y="82582"/>
                  </a:lnTo>
                  <a:lnTo>
                    <a:pt x="57068" y="82445"/>
                  </a:lnTo>
                  <a:lnTo>
                    <a:pt x="57083" y="82008"/>
                  </a:lnTo>
                  <a:lnTo>
                    <a:pt x="57104" y="81386"/>
                  </a:lnTo>
                  <a:lnTo>
                    <a:pt x="57113" y="81135"/>
                  </a:lnTo>
                  <a:lnTo>
                    <a:pt x="57127" y="80726"/>
                  </a:lnTo>
                  <a:lnTo>
                    <a:pt x="57133" y="80530"/>
                  </a:lnTo>
                  <a:lnTo>
                    <a:pt x="57142" y="80273"/>
                  </a:lnTo>
                  <a:lnTo>
                    <a:pt x="57393" y="79694"/>
                  </a:lnTo>
                  <a:lnTo>
                    <a:pt x="57892" y="78510"/>
                  </a:lnTo>
                  <a:lnTo>
                    <a:pt x="58478" y="77060"/>
                  </a:lnTo>
                  <a:lnTo>
                    <a:pt x="58812" y="76234"/>
                  </a:lnTo>
                  <a:lnTo>
                    <a:pt x="58957" y="75874"/>
                  </a:lnTo>
                  <a:lnTo>
                    <a:pt x="59013" y="75734"/>
                  </a:lnTo>
                  <a:lnTo>
                    <a:pt x="59122" y="75417"/>
                  </a:lnTo>
                  <a:lnTo>
                    <a:pt x="59247" y="75049"/>
                  </a:lnTo>
                  <a:lnTo>
                    <a:pt x="59338" y="74784"/>
                  </a:lnTo>
                  <a:lnTo>
                    <a:pt x="59416" y="74553"/>
                  </a:lnTo>
                  <a:lnTo>
                    <a:pt x="59978" y="73784"/>
                  </a:lnTo>
                  <a:lnTo>
                    <a:pt x="60336" y="73294"/>
                  </a:lnTo>
                  <a:lnTo>
                    <a:pt x="60612" y="73086"/>
                  </a:lnTo>
                  <a:lnTo>
                    <a:pt x="61169" y="72667"/>
                  </a:lnTo>
                  <a:lnTo>
                    <a:pt x="61561" y="72373"/>
                  </a:lnTo>
                  <a:lnTo>
                    <a:pt x="61175" y="71207"/>
                  </a:lnTo>
                  <a:lnTo>
                    <a:pt x="60710" y="69800"/>
                  </a:lnTo>
                  <a:lnTo>
                    <a:pt x="60366" y="69345"/>
                  </a:lnTo>
                  <a:lnTo>
                    <a:pt x="60146" y="69217"/>
                  </a:lnTo>
                  <a:lnTo>
                    <a:pt x="59677" y="68944"/>
                  </a:lnTo>
                  <a:lnTo>
                    <a:pt x="59090" y="68602"/>
                  </a:lnTo>
                  <a:lnTo>
                    <a:pt x="58255" y="68116"/>
                  </a:lnTo>
                  <a:lnTo>
                    <a:pt x="58230" y="67879"/>
                  </a:lnTo>
                  <a:lnTo>
                    <a:pt x="58208" y="67667"/>
                  </a:lnTo>
                  <a:lnTo>
                    <a:pt x="58155" y="67153"/>
                  </a:lnTo>
                  <a:lnTo>
                    <a:pt x="58029" y="65946"/>
                  </a:lnTo>
                  <a:lnTo>
                    <a:pt x="57975" y="65434"/>
                  </a:lnTo>
                  <a:lnTo>
                    <a:pt x="56968" y="63995"/>
                  </a:lnTo>
                  <a:lnTo>
                    <a:pt x="58347" y="63236"/>
                  </a:lnTo>
                  <a:lnTo>
                    <a:pt x="59641" y="62523"/>
                  </a:lnTo>
                  <a:lnTo>
                    <a:pt x="60752" y="61911"/>
                  </a:lnTo>
                  <a:lnTo>
                    <a:pt x="61434" y="61535"/>
                  </a:lnTo>
                  <a:lnTo>
                    <a:pt x="60726" y="60899"/>
                  </a:lnTo>
                  <a:lnTo>
                    <a:pt x="59565" y="61034"/>
                  </a:lnTo>
                  <a:lnTo>
                    <a:pt x="59013" y="61099"/>
                  </a:lnTo>
                  <a:lnTo>
                    <a:pt x="57937" y="61224"/>
                  </a:lnTo>
                  <a:lnTo>
                    <a:pt x="57324" y="61295"/>
                  </a:lnTo>
                  <a:lnTo>
                    <a:pt x="56394" y="61386"/>
                  </a:lnTo>
                  <a:lnTo>
                    <a:pt x="55857" y="61438"/>
                  </a:lnTo>
                  <a:lnTo>
                    <a:pt x="54979" y="61650"/>
                  </a:lnTo>
                  <a:lnTo>
                    <a:pt x="54417" y="61264"/>
                  </a:lnTo>
                  <a:lnTo>
                    <a:pt x="54247" y="61147"/>
                  </a:lnTo>
                  <a:lnTo>
                    <a:pt x="54120" y="61059"/>
                  </a:lnTo>
                  <a:lnTo>
                    <a:pt x="53888" y="60899"/>
                  </a:lnTo>
                  <a:lnTo>
                    <a:pt x="52615" y="60023"/>
                  </a:lnTo>
                  <a:lnTo>
                    <a:pt x="52043" y="59630"/>
                  </a:lnTo>
                  <a:lnTo>
                    <a:pt x="51452" y="59223"/>
                  </a:lnTo>
                  <a:lnTo>
                    <a:pt x="50595" y="58712"/>
                  </a:lnTo>
                  <a:lnTo>
                    <a:pt x="47550" y="56897"/>
                  </a:lnTo>
                  <a:lnTo>
                    <a:pt x="46760" y="56485"/>
                  </a:lnTo>
                  <a:lnTo>
                    <a:pt x="45833" y="56003"/>
                  </a:lnTo>
                  <a:lnTo>
                    <a:pt x="44949" y="55737"/>
                  </a:lnTo>
                  <a:lnTo>
                    <a:pt x="44712" y="55666"/>
                  </a:lnTo>
                  <a:lnTo>
                    <a:pt x="43991" y="55602"/>
                  </a:lnTo>
                  <a:lnTo>
                    <a:pt x="43294" y="55610"/>
                  </a:lnTo>
                  <a:lnTo>
                    <a:pt x="43111" y="55689"/>
                  </a:lnTo>
                  <a:lnTo>
                    <a:pt x="42850" y="55802"/>
                  </a:lnTo>
                  <a:lnTo>
                    <a:pt x="42517" y="55947"/>
                  </a:lnTo>
                  <a:lnTo>
                    <a:pt x="41617" y="56577"/>
                  </a:lnTo>
                  <a:lnTo>
                    <a:pt x="40587" y="58629"/>
                  </a:lnTo>
                  <a:lnTo>
                    <a:pt x="40498" y="58806"/>
                  </a:lnTo>
                  <a:lnTo>
                    <a:pt x="39938" y="59205"/>
                  </a:lnTo>
                  <a:lnTo>
                    <a:pt x="39585" y="59455"/>
                  </a:lnTo>
                  <a:lnTo>
                    <a:pt x="39148" y="60637"/>
                  </a:lnTo>
                  <a:lnTo>
                    <a:pt x="39048" y="60908"/>
                  </a:lnTo>
                  <a:lnTo>
                    <a:pt x="38852" y="61439"/>
                  </a:lnTo>
                  <a:lnTo>
                    <a:pt x="38522" y="62330"/>
                  </a:lnTo>
                  <a:lnTo>
                    <a:pt x="38418" y="62612"/>
                  </a:lnTo>
                  <a:lnTo>
                    <a:pt x="37663" y="63818"/>
                  </a:lnTo>
                  <a:lnTo>
                    <a:pt x="37449" y="64160"/>
                  </a:lnTo>
                  <a:lnTo>
                    <a:pt x="36568" y="65094"/>
                  </a:lnTo>
                  <a:lnTo>
                    <a:pt x="35676" y="65965"/>
                  </a:lnTo>
                  <a:lnTo>
                    <a:pt x="34907" y="66814"/>
                  </a:lnTo>
                  <a:lnTo>
                    <a:pt x="34154" y="67503"/>
                  </a:lnTo>
                  <a:lnTo>
                    <a:pt x="33678" y="67346"/>
                  </a:lnTo>
                  <a:lnTo>
                    <a:pt x="33288" y="67218"/>
                  </a:lnTo>
                  <a:lnTo>
                    <a:pt x="32046" y="66810"/>
                  </a:lnTo>
                  <a:lnTo>
                    <a:pt x="31916" y="66767"/>
                  </a:lnTo>
                  <a:lnTo>
                    <a:pt x="31623" y="66670"/>
                  </a:lnTo>
                  <a:lnTo>
                    <a:pt x="31373" y="66583"/>
                  </a:lnTo>
                  <a:lnTo>
                    <a:pt x="30890" y="66415"/>
                  </a:lnTo>
                  <a:lnTo>
                    <a:pt x="28504" y="65581"/>
                  </a:lnTo>
                  <a:lnTo>
                    <a:pt x="28236" y="65488"/>
                  </a:lnTo>
                  <a:lnTo>
                    <a:pt x="27555" y="65250"/>
                  </a:lnTo>
                  <a:lnTo>
                    <a:pt x="27066" y="65081"/>
                  </a:lnTo>
                  <a:lnTo>
                    <a:pt x="26304" y="64838"/>
                  </a:lnTo>
                  <a:lnTo>
                    <a:pt x="25392" y="64548"/>
                  </a:lnTo>
                  <a:lnTo>
                    <a:pt x="23462" y="63933"/>
                  </a:lnTo>
                  <a:lnTo>
                    <a:pt x="22562" y="64110"/>
                  </a:lnTo>
                  <a:lnTo>
                    <a:pt x="22323" y="64157"/>
                  </a:lnTo>
                  <a:lnTo>
                    <a:pt x="21703" y="64279"/>
                  </a:lnTo>
                  <a:lnTo>
                    <a:pt x="21398" y="64339"/>
                  </a:lnTo>
                  <a:lnTo>
                    <a:pt x="21202" y="64377"/>
                  </a:lnTo>
                  <a:lnTo>
                    <a:pt x="20538" y="64508"/>
                  </a:lnTo>
                  <a:lnTo>
                    <a:pt x="20295" y="64734"/>
                  </a:lnTo>
                  <a:lnTo>
                    <a:pt x="19982" y="65472"/>
                  </a:lnTo>
                  <a:lnTo>
                    <a:pt x="15061" y="63983"/>
                  </a:lnTo>
                  <a:lnTo>
                    <a:pt x="12660" y="63134"/>
                  </a:lnTo>
                  <a:lnTo>
                    <a:pt x="12142" y="62872"/>
                  </a:lnTo>
                  <a:lnTo>
                    <a:pt x="11623" y="62599"/>
                  </a:lnTo>
                  <a:lnTo>
                    <a:pt x="9305" y="61383"/>
                  </a:lnTo>
                  <a:lnTo>
                    <a:pt x="7759" y="60571"/>
                  </a:lnTo>
                  <a:lnTo>
                    <a:pt x="5155" y="59283"/>
                  </a:lnTo>
                  <a:lnTo>
                    <a:pt x="4822" y="59118"/>
                  </a:lnTo>
                  <a:lnTo>
                    <a:pt x="4032" y="58727"/>
                  </a:lnTo>
                  <a:lnTo>
                    <a:pt x="701" y="54291"/>
                  </a:lnTo>
                  <a:lnTo>
                    <a:pt x="0" y="53356"/>
                  </a:lnTo>
                  <a:lnTo>
                    <a:pt x="4809" y="40378"/>
                  </a:lnTo>
                  <a:lnTo>
                    <a:pt x="5826" y="37632"/>
                  </a:lnTo>
                  <a:lnTo>
                    <a:pt x="11098" y="33862"/>
                  </a:lnTo>
                  <a:lnTo>
                    <a:pt x="26121" y="40580"/>
                  </a:lnTo>
                  <a:lnTo>
                    <a:pt x="29782" y="38176"/>
                  </a:lnTo>
                  <a:lnTo>
                    <a:pt x="29609" y="37053"/>
                  </a:lnTo>
                  <a:lnTo>
                    <a:pt x="29293" y="35007"/>
                  </a:lnTo>
                  <a:lnTo>
                    <a:pt x="31615" y="34171"/>
                  </a:lnTo>
                  <a:lnTo>
                    <a:pt x="32359" y="33820"/>
                  </a:lnTo>
                  <a:lnTo>
                    <a:pt x="32896" y="30604"/>
                  </a:lnTo>
                  <a:lnTo>
                    <a:pt x="33046" y="29705"/>
                  </a:lnTo>
                  <a:lnTo>
                    <a:pt x="54474" y="30707"/>
                  </a:lnTo>
                  <a:lnTo>
                    <a:pt x="57301" y="32369"/>
                  </a:lnTo>
                  <a:lnTo>
                    <a:pt x="71690" y="29530"/>
                  </a:lnTo>
                  <a:lnTo>
                    <a:pt x="74903" y="21621"/>
                  </a:lnTo>
                  <a:lnTo>
                    <a:pt x="71630" y="11682"/>
                  </a:lnTo>
                  <a:lnTo>
                    <a:pt x="80074" y="8577"/>
                  </a:lnTo>
                  <a:lnTo>
                    <a:pt x="91923" y="13117"/>
                  </a:lnTo>
                  <a:lnTo>
                    <a:pt x="92257" y="16888"/>
                  </a:lnTo>
                  <a:lnTo>
                    <a:pt x="96396" y="16755"/>
                  </a:lnTo>
                  <a:lnTo>
                    <a:pt x="96629" y="10780"/>
                  </a:lnTo>
                  <a:lnTo>
                    <a:pt x="99733" y="3270"/>
                  </a:lnTo>
                  <a:lnTo>
                    <a:pt x="106042" y="767"/>
                  </a:lnTo>
                  <a:lnTo>
                    <a:pt x="118358" y="2703"/>
                  </a:lnTo>
                  <a:lnTo>
                    <a:pt x="128171" y="0"/>
                  </a:lnTo>
                  <a:lnTo>
                    <a:pt x="135147" y="9278"/>
                  </a:lnTo>
                  <a:lnTo>
                    <a:pt x="146395" y="21194"/>
                  </a:lnTo>
                  <a:lnTo>
                    <a:pt x="145026" y="27502"/>
                  </a:lnTo>
                  <a:lnTo>
                    <a:pt x="142499" y="27502"/>
                  </a:lnTo>
                  <a:lnTo>
                    <a:pt x="138673" y="27502"/>
                  </a:lnTo>
                  <a:lnTo>
                    <a:pt x="137137" y="25702"/>
                  </a:lnTo>
                  <a:lnTo>
                    <a:pt x="135884" y="24332"/>
                  </a:lnTo>
                  <a:lnTo>
                    <a:pt x="123596" y="31922"/>
                  </a:lnTo>
                  <a:lnTo>
                    <a:pt x="122033" y="37921"/>
                  </a:lnTo>
                  <a:lnTo>
                    <a:pt x="122076" y="38065"/>
                  </a:lnTo>
                  <a:lnTo>
                    <a:pt x="123385" y="41082"/>
                  </a:lnTo>
                  <a:lnTo>
                    <a:pt x="124880" y="42951"/>
                  </a:lnTo>
                  <a:lnTo>
                    <a:pt x="125242" y="44481"/>
                  </a:lnTo>
                  <a:lnTo>
                    <a:pt x="120758" y="48682"/>
                  </a:lnTo>
                  <a:lnTo>
                    <a:pt x="119459" y="49898"/>
                  </a:lnTo>
                  <a:lnTo>
                    <a:pt x="114795" y="49145"/>
                  </a:lnTo>
                  <a:lnTo>
                    <a:pt x="107769" y="53073"/>
                  </a:lnTo>
                  <a:lnTo>
                    <a:pt x="106308" y="53889"/>
                  </a:lnTo>
                  <a:lnTo>
                    <a:pt x="106375" y="55573"/>
                  </a:lnTo>
                  <a:lnTo>
                    <a:pt x="112884" y="56274"/>
                  </a:lnTo>
                  <a:lnTo>
                    <a:pt x="114186" y="65519"/>
                  </a:lnTo>
                  <a:lnTo>
                    <a:pt x="111148" y="73429"/>
                  </a:lnTo>
                  <a:lnTo>
                    <a:pt x="101469" y="76333"/>
                  </a:lnTo>
                  <a:lnTo>
                    <a:pt x="100653" y="75243"/>
                  </a:lnTo>
                  <a:lnTo>
                    <a:pt x="91589" y="79971"/>
                  </a:lnTo>
                  <a:lnTo>
                    <a:pt x="86716" y="81306"/>
                  </a:lnTo>
                  <a:lnTo>
                    <a:pt x="84246" y="79771"/>
                  </a:lnTo>
                  <a:lnTo>
                    <a:pt x="82151" y="82855"/>
                  </a:lnTo>
                  <a:lnTo>
                    <a:pt x="84113" y="86914"/>
                  </a:lnTo>
                  <a:lnTo>
                    <a:pt x="81977" y="93155"/>
                  </a:lnTo>
                  <a:lnTo>
                    <a:pt x="78939" y="92021"/>
                  </a:lnTo>
                  <a:lnTo>
                    <a:pt x="75001" y="99430"/>
                  </a:lnTo>
                  <a:lnTo>
                    <a:pt x="73833" y="98730"/>
                  </a:lnTo>
                  <a:lnTo>
                    <a:pt x="73254" y="98294"/>
                  </a:lnTo>
                  <a:lnTo>
                    <a:pt x="72888" y="98019"/>
                  </a:lnTo>
                  <a:lnTo>
                    <a:pt x="72455" y="97694"/>
                  </a:lnTo>
                  <a:lnTo>
                    <a:pt x="69038" y="95152"/>
                  </a:lnTo>
                  <a:lnTo>
                    <a:pt x="64963" y="91965"/>
                  </a:lnTo>
                  <a:lnTo>
                    <a:pt x="63426" y="938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751536" y="3265836"/>
              <a:ext cx="37057" cy="29844"/>
            </a:xfrm>
            <a:custGeom>
              <a:avLst/>
              <a:pathLst>
                <a:path w="37057" h="29844">
                  <a:moveTo>
                    <a:pt x="29138" y="2563"/>
                  </a:moveTo>
                  <a:lnTo>
                    <a:pt x="31539" y="3412"/>
                  </a:lnTo>
                  <a:lnTo>
                    <a:pt x="36460" y="4900"/>
                  </a:lnTo>
                  <a:lnTo>
                    <a:pt x="36396" y="5211"/>
                  </a:lnTo>
                  <a:lnTo>
                    <a:pt x="36282" y="5770"/>
                  </a:lnTo>
                  <a:lnTo>
                    <a:pt x="36234" y="7064"/>
                  </a:lnTo>
                  <a:lnTo>
                    <a:pt x="36198" y="8053"/>
                  </a:lnTo>
                  <a:lnTo>
                    <a:pt x="36185" y="8393"/>
                  </a:lnTo>
                  <a:lnTo>
                    <a:pt x="36170" y="8808"/>
                  </a:lnTo>
                  <a:lnTo>
                    <a:pt x="36114" y="10333"/>
                  </a:lnTo>
                  <a:lnTo>
                    <a:pt x="36071" y="11524"/>
                  </a:lnTo>
                  <a:lnTo>
                    <a:pt x="36030" y="12631"/>
                  </a:lnTo>
                  <a:lnTo>
                    <a:pt x="35962" y="14478"/>
                  </a:lnTo>
                  <a:lnTo>
                    <a:pt x="35447" y="16868"/>
                  </a:lnTo>
                  <a:lnTo>
                    <a:pt x="35251" y="16958"/>
                  </a:lnTo>
                  <a:lnTo>
                    <a:pt x="33456" y="17784"/>
                  </a:lnTo>
                  <a:lnTo>
                    <a:pt x="33154" y="17923"/>
                  </a:lnTo>
                  <a:lnTo>
                    <a:pt x="33588" y="18237"/>
                  </a:lnTo>
                  <a:lnTo>
                    <a:pt x="34086" y="18597"/>
                  </a:lnTo>
                  <a:lnTo>
                    <a:pt x="34479" y="18880"/>
                  </a:lnTo>
                  <a:lnTo>
                    <a:pt x="35101" y="19329"/>
                  </a:lnTo>
                  <a:lnTo>
                    <a:pt x="35261" y="19445"/>
                  </a:lnTo>
                  <a:lnTo>
                    <a:pt x="35988" y="19970"/>
                  </a:lnTo>
                  <a:lnTo>
                    <a:pt x="36266" y="20170"/>
                  </a:lnTo>
                  <a:lnTo>
                    <a:pt x="36489" y="20331"/>
                  </a:lnTo>
                  <a:lnTo>
                    <a:pt x="36723" y="20500"/>
                  </a:lnTo>
                  <a:lnTo>
                    <a:pt x="36949" y="20664"/>
                  </a:lnTo>
                  <a:lnTo>
                    <a:pt x="37057" y="20842"/>
                  </a:lnTo>
                  <a:lnTo>
                    <a:pt x="36528" y="21132"/>
                  </a:lnTo>
                  <a:lnTo>
                    <a:pt x="35843" y="21507"/>
                  </a:lnTo>
                  <a:lnTo>
                    <a:pt x="34736" y="22115"/>
                  </a:lnTo>
                  <a:lnTo>
                    <a:pt x="34230" y="22392"/>
                  </a:lnTo>
                  <a:lnTo>
                    <a:pt x="33515" y="22784"/>
                  </a:lnTo>
                  <a:lnTo>
                    <a:pt x="33248" y="22930"/>
                  </a:lnTo>
                  <a:lnTo>
                    <a:pt x="30811" y="24300"/>
                  </a:lnTo>
                  <a:lnTo>
                    <a:pt x="29915" y="24803"/>
                  </a:lnTo>
                  <a:lnTo>
                    <a:pt x="29221" y="25192"/>
                  </a:lnTo>
                  <a:lnTo>
                    <a:pt x="28398" y="25655"/>
                  </a:lnTo>
                  <a:lnTo>
                    <a:pt x="28159" y="25789"/>
                  </a:lnTo>
                  <a:lnTo>
                    <a:pt x="27725" y="26024"/>
                  </a:lnTo>
                  <a:lnTo>
                    <a:pt x="27378" y="26180"/>
                  </a:lnTo>
                  <a:lnTo>
                    <a:pt x="26900" y="26175"/>
                  </a:lnTo>
                  <a:lnTo>
                    <a:pt x="26512" y="26088"/>
                  </a:lnTo>
                  <a:lnTo>
                    <a:pt x="26222" y="26024"/>
                  </a:lnTo>
                  <a:lnTo>
                    <a:pt x="25924" y="25979"/>
                  </a:lnTo>
                  <a:lnTo>
                    <a:pt x="25068" y="26201"/>
                  </a:lnTo>
                  <a:lnTo>
                    <a:pt x="24739" y="26501"/>
                  </a:lnTo>
                  <a:lnTo>
                    <a:pt x="24335" y="26869"/>
                  </a:lnTo>
                  <a:lnTo>
                    <a:pt x="23933" y="27236"/>
                  </a:lnTo>
                  <a:lnTo>
                    <a:pt x="23510" y="28021"/>
                  </a:lnTo>
                  <a:lnTo>
                    <a:pt x="21739" y="28730"/>
                  </a:lnTo>
                  <a:lnTo>
                    <a:pt x="21566" y="28833"/>
                  </a:lnTo>
                  <a:lnTo>
                    <a:pt x="21425" y="28916"/>
                  </a:lnTo>
                  <a:lnTo>
                    <a:pt x="19866" y="29844"/>
                  </a:lnTo>
                  <a:lnTo>
                    <a:pt x="19318" y="29012"/>
                  </a:lnTo>
                  <a:lnTo>
                    <a:pt x="18093" y="27150"/>
                  </a:lnTo>
                  <a:lnTo>
                    <a:pt x="17351" y="26025"/>
                  </a:lnTo>
                  <a:lnTo>
                    <a:pt x="18813" y="23965"/>
                  </a:lnTo>
                  <a:lnTo>
                    <a:pt x="20387" y="21747"/>
                  </a:lnTo>
                  <a:lnTo>
                    <a:pt x="20602" y="21431"/>
                  </a:lnTo>
                  <a:lnTo>
                    <a:pt x="17933" y="19430"/>
                  </a:lnTo>
                  <a:lnTo>
                    <a:pt x="15530" y="20360"/>
                  </a:lnTo>
                  <a:lnTo>
                    <a:pt x="13480" y="19430"/>
                  </a:lnTo>
                  <a:lnTo>
                    <a:pt x="7776" y="15681"/>
                  </a:lnTo>
                  <a:lnTo>
                    <a:pt x="1676" y="12339"/>
                  </a:lnTo>
                  <a:lnTo>
                    <a:pt x="0" y="11326"/>
                  </a:lnTo>
                  <a:lnTo>
                    <a:pt x="2054" y="8319"/>
                  </a:lnTo>
                  <a:lnTo>
                    <a:pt x="2459" y="7726"/>
                  </a:lnTo>
                  <a:lnTo>
                    <a:pt x="3230" y="8193"/>
                  </a:lnTo>
                  <a:lnTo>
                    <a:pt x="4309" y="6602"/>
                  </a:lnTo>
                  <a:lnTo>
                    <a:pt x="3860" y="5675"/>
                  </a:lnTo>
                  <a:lnTo>
                    <a:pt x="3185" y="4162"/>
                  </a:lnTo>
                  <a:lnTo>
                    <a:pt x="6671" y="3490"/>
                  </a:lnTo>
                  <a:lnTo>
                    <a:pt x="7806" y="3232"/>
                  </a:lnTo>
                  <a:lnTo>
                    <a:pt x="10405" y="2631"/>
                  </a:lnTo>
                  <a:lnTo>
                    <a:pt x="22859" y="2791"/>
                  </a:lnTo>
                  <a:lnTo>
                    <a:pt x="24237" y="0"/>
                  </a:lnTo>
                  <a:lnTo>
                    <a:pt x="25783" y="811"/>
                  </a:lnTo>
                  <a:lnTo>
                    <a:pt x="28101" y="2028"/>
                  </a:lnTo>
                  <a:lnTo>
                    <a:pt x="28620" y="230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745586" y="3260868"/>
              <a:ext cx="97429" cy="73784"/>
            </a:xfrm>
            <a:custGeom>
              <a:avLst/>
              <a:pathLst>
                <a:path w="97429" h="73784">
                  <a:moveTo>
                    <a:pt x="85450" y="38681"/>
                  </a:moveTo>
                  <a:lnTo>
                    <a:pt x="85854" y="38200"/>
                  </a:lnTo>
                  <a:lnTo>
                    <a:pt x="87391" y="36362"/>
                  </a:lnTo>
                  <a:lnTo>
                    <a:pt x="91466" y="39549"/>
                  </a:lnTo>
                  <a:lnTo>
                    <a:pt x="94883" y="42091"/>
                  </a:lnTo>
                  <a:lnTo>
                    <a:pt x="95316" y="42416"/>
                  </a:lnTo>
                  <a:lnTo>
                    <a:pt x="95682" y="42692"/>
                  </a:lnTo>
                  <a:lnTo>
                    <a:pt x="96261" y="43127"/>
                  </a:lnTo>
                  <a:lnTo>
                    <a:pt x="97429" y="43828"/>
                  </a:lnTo>
                  <a:lnTo>
                    <a:pt x="95270" y="47536"/>
                  </a:lnTo>
                  <a:lnTo>
                    <a:pt x="96115" y="49040"/>
                  </a:lnTo>
                  <a:lnTo>
                    <a:pt x="97183" y="50909"/>
                  </a:lnTo>
                  <a:lnTo>
                    <a:pt x="95581" y="56249"/>
                  </a:lnTo>
                  <a:lnTo>
                    <a:pt x="91201" y="58328"/>
                  </a:lnTo>
                  <a:lnTo>
                    <a:pt x="88515" y="58128"/>
                  </a:lnTo>
                  <a:lnTo>
                    <a:pt x="87250" y="57531"/>
                  </a:lnTo>
                  <a:lnTo>
                    <a:pt x="87894" y="55874"/>
                  </a:lnTo>
                  <a:lnTo>
                    <a:pt x="87453" y="55017"/>
                  </a:lnTo>
                  <a:lnTo>
                    <a:pt x="84740" y="55608"/>
                  </a:lnTo>
                  <a:lnTo>
                    <a:pt x="85541" y="57745"/>
                  </a:lnTo>
                  <a:lnTo>
                    <a:pt x="79667" y="62230"/>
                  </a:lnTo>
                  <a:lnTo>
                    <a:pt x="75506" y="58442"/>
                  </a:lnTo>
                  <a:lnTo>
                    <a:pt x="70626" y="61011"/>
                  </a:lnTo>
                  <a:lnTo>
                    <a:pt x="70054" y="59881"/>
                  </a:lnTo>
                  <a:lnTo>
                    <a:pt x="69467" y="57478"/>
                  </a:lnTo>
                  <a:lnTo>
                    <a:pt x="68826" y="56142"/>
                  </a:lnTo>
                  <a:lnTo>
                    <a:pt x="65301" y="55128"/>
                  </a:lnTo>
                  <a:lnTo>
                    <a:pt x="64233" y="56623"/>
                  </a:lnTo>
                  <a:lnTo>
                    <a:pt x="62311" y="59400"/>
                  </a:lnTo>
                  <a:lnTo>
                    <a:pt x="60408" y="60014"/>
                  </a:lnTo>
                  <a:lnTo>
                    <a:pt x="56675" y="61756"/>
                  </a:lnTo>
                  <a:lnTo>
                    <a:pt x="53550" y="63571"/>
                  </a:lnTo>
                  <a:lnTo>
                    <a:pt x="49097" y="66469"/>
                  </a:lnTo>
                  <a:lnTo>
                    <a:pt x="47988" y="67097"/>
                  </a:lnTo>
                  <a:lnTo>
                    <a:pt x="46962" y="67513"/>
                  </a:lnTo>
                  <a:lnTo>
                    <a:pt x="46826" y="67568"/>
                  </a:lnTo>
                  <a:lnTo>
                    <a:pt x="44734" y="68995"/>
                  </a:lnTo>
                  <a:lnTo>
                    <a:pt x="44388" y="69230"/>
                  </a:lnTo>
                  <a:lnTo>
                    <a:pt x="43830" y="69611"/>
                  </a:lnTo>
                  <a:lnTo>
                    <a:pt x="42544" y="69477"/>
                  </a:lnTo>
                  <a:lnTo>
                    <a:pt x="42208" y="69443"/>
                  </a:lnTo>
                  <a:lnTo>
                    <a:pt x="42084" y="68974"/>
                  </a:lnTo>
                  <a:lnTo>
                    <a:pt x="41559" y="68802"/>
                  </a:lnTo>
                  <a:lnTo>
                    <a:pt x="41278" y="68506"/>
                  </a:lnTo>
                  <a:lnTo>
                    <a:pt x="40828" y="68033"/>
                  </a:lnTo>
                  <a:lnTo>
                    <a:pt x="39721" y="66551"/>
                  </a:lnTo>
                  <a:lnTo>
                    <a:pt x="39081" y="65694"/>
                  </a:lnTo>
                  <a:lnTo>
                    <a:pt x="38696" y="65180"/>
                  </a:lnTo>
                  <a:lnTo>
                    <a:pt x="38454" y="65358"/>
                  </a:lnTo>
                  <a:lnTo>
                    <a:pt x="38219" y="65530"/>
                  </a:lnTo>
                  <a:lnTo>
                    <a:pt x="36668" y="66671"/>
                  </a:lnTo>
                  <a:lnTo>
                    <a:pt x="36259" y="66972"/>
                  </a:lnTo>
                  <a:lnTo>
                    <a:pt x="35374" y="67622"/>
                  </a:lnTo>
                  <a:lnTo>
                    <a:pt x="35167" y="67775"/>
                  </a:lnTo>
                  <a:lnTo>
                    <a:pt x="34509" y="68258"/>
                  </a:lnTo>
                  <a:lnTo>
                    <a:pt x="33933" y="68682"/>
                  </a:lnTo>
                  <a:lnTo>
                    <a:pt x="33788" y="68789"/>
                  </a:lnTo>
                  <a:lnTo>
                    <a:pt x="33696" y="68649"/>
                  </a:lnTo>
                  <a:lnTo>
                    <a:pt x="32943" y="69103"/>
                  </a:lnTo>
                  <a:lnTo>
                    <a:pt x="31706" y="69849"/>
                  </a:lnTo>
                  <a:lnTo>
                    <a:pt x="31371" y="70051"/>
                  </a:lnTo>
                  <a:lnTo>
                    <a:pt x="30509" y="70570"/>
                  </a:lnTo>
                  <a:lnTo>
                    <a:pt x="29717" y="71047"/>
                  </a:lnTo>
                  <a:lnTo>
                    <a:pt x="28963" y="71501"/>
                  </a:lnTo>
                  <a:lnTo>
                    <a:pt x="28804" y="71598"/>
                  </a:lnTo>
                  <a:lnTo>
                    <a:pt x="28220" y="71953"/>
                  </a:lnTo>
                  <a:lnTo>
                    <a:pt x="27983" y="72100"/>
                  </a:lnTo>
                  <a:lnTo>
                    <a:pt x="27749" y="72245"/>
                  </a:lnTo>
                  <a:lnTo>
                    <a:pt x="27060" y="72672"/>
                  </a:lnTo>
                  <a:lnTo>
                    <a:pt x="26803" y="72831"/>
                  </a:lnTo>
                  <a:lnTo>
                    <a:pt x="25982" y="73340"/>
                  </a:lnTo>
                  <a:lnTo>
                    <a:pt x="25688" y="73522"/>
                  </a:lnTo>
                  <a:lnTo>
                    <a:pt x="25536" y="73616"/>
                  </a:lnTo>
                  <a:lnTo>
                    <a:pt x="25168" y="73784"/>
                  </a:lnTo>
                  <a:lnTo>
                    <a:pt x="25050" y="73587"/>
                  </a:lnTo>
                  <a:lnTo>
                    <a:pt x="24794" y="73185"/>
                  </a:lnTo>
                  <a:lnTo>
                    <a:pt x="23250" y="70762"/>
                  </a:lnTo>
                  <a:lnTo>
                    <a:pt x="21139" y="67447"/>
                  </a:lnTo>
                  <a:lnTo>
                    <a:pt x="19835" y="65599"/>
                  </a:lnTo>
                  <a:lnTo>
                    <a:pt x="18934" y="64323"/>
                  </a:lnTo>
                  <a:lnTo>
                    <a:pt x="15347" y="59241"/>
                  </a:lnTo>
                  <a:lnTo>
                    <a:pt x="11025" y="60857"/>
                  </a:lnTo>
                  <a:lnTo>
                    <a:pt x="6214" y="62657"/>
                  </a:lnTo>
                  <a:lnTo>
                    <a:pt x="5782" y="62818"/>
                  </a:lnTo>
                  <a:lnTo>
                    <a:pt x="5546" y="62907"/>
                  </a:lnTo>
                  <a:lnTo>
                    <a:pt x="5458" y="62624"/>
                  </a:lnTo>
                  <a:lnTo>
                    <a:pt x="3977" y="58739"/>
                  </a:lnTo>
                  <a:lnTo>
                    <a:pt x="550" y="49747"/>
                  </a:lnTo>
                  <a:lnTo>
                    <a:pt x="203" y="48835"/>
                  </a:lnTo>
                  <a:lnTo>
                    <a:pt x="131" y="48646"/>
                  </a:lnTo>
                  <a:lnTo>
                    <a:pt x="0" y="48301"/>
                  </a:lnTo>
                  <a:lnTo>
                    <a:pt x="541" y="48321"/>
                  </a:lnTo>
                  <a:lnTo>
                    <a:pt x="4421" y="48510"/>
                  </a:lnTo>
                  <a:lnTo>
                    <a:pt x="4808" y="48529"/>
                  </a:lnTo>
                  <a:lnTo>
                    <a:pt x="7669" y="48668"/>
                  </a:lnTo>
                  <a:lnTo>
                    <a:pt x="8485" y="48708"/>
                  </a:lnTo>
                  <a:lnTo>
                    <a:pt x="8752" y="48721"/>
                  </a:lnTo>
                  <a:lnTo>
                    <a:pt x="12267" y="48810"/>
                  </a:lnTo>
                  <a:lnTo>
                    <a:pt x="12487" y="48816"/>
                  </a:lnTo>
                  <a:lnTo>
                    <a:pt x="12830" y="48824"/>
                  </a:lnTo>
                  <a:lnTo>
                    <a:pt x="15375" y="48889"/>
                  </a:lnTo>
                  <a:lnTo>
                    <a:pt x="16835" y="48926"/>
                  </a:lnTo>
                  <a:lnTo>
                    <a:pt x="17599" y="48964"/>
                  </a:lnTo>
                  <a:lnTo>
                    <a:pt x="17882" y="48978"/>
                  </a:lnTo>
                  <a:lnTo>
                    <a:pt x="20660" y="49117"/>
                  </a:lnTo>
                  <a:lnTo>
                    <a:pt x="21144" y="49141"/>
                  </a:lnTo>
                  <a:lnTo>
                    <a:pt x="24083" y="49404"/>
                  </a:lnTo>
                  <a:lnTo>
                    <a:pt x="24376" y="49233"/>
                  </a:lnTo>
                  <a:lnTo>
                    <a:pt x="23992" y="48791"/>
                  </a:lnTo>
                  <a:lnTo>
                    <a:pt x="23771" y="48537"/>
                  </a:lnTo>
                  <a:lnTo>
                    <a:pt x="22802" y="47420"/>
                  </a:lnTo>
                  <a:lnTo>
                    <a:pt x="22142" y="46661"/>
                  </a:lnTo>
                  <a:lnTo>
                    <a:pt x="21816" y="46399"/>
                  </a:lnTo>
                  <a:lnTo>
                    <a:pt x="22205" y="46160"/>
                  </a:lnTo>
                  <a:lnTo>
                    <a:pt x="23522" y="45350"/>
                  </a:lnTo>
                  <a:lnTo>
                    <a:pt x="24779" y="44577"/>
                  </a:lnTo>
                  <a:lnTo>
                    <a:pt x="25490" y="44139"/>
                  </a:lnTo>
                  <a:lnTo>
                    <a:pt x="27367" y="42985"/>
                  </a:lnTo>
                  <a:lnTo>
                    <a:pt x="27582" y="42855"/>
                  </a:lnTo>
                  <a:lnTo>
                    <a:pt x="27736" y="42766"/>
                  </a:lnTo>
                  <a:lnTo>
                    <a:pt x="27989" y="42556"/>
                  </a:lnTo>
                  <a:lnTo>
                    <a:pt x="28143" y="42358"/>
                  </a:lnTo>
                  <a:lnTo>
                    <a:pt x="28560" y="41869"/>
                  </a:lnTo>
                  <a:lnTo>
                    <a:pt x="28378" y="39721"/>
                  </a:lnTo>
                  <a:lnTo>
                    <a:pt x="28331" y="37769"/>
                  </a:lnTo>
                  <a:lnTo>
                    <a:pt x="29050" y="33880"/>
                  </a:lnTo>
                  <a:lnTo>
                    <a:pt x="29514" y="32890"/>
                  </a:lnTo>
                  <a:lnTo>
                    <a:pt x="29984" y="32113"/>
                  </a:lnTo>
                  <a:lnTo>
                    <a:pt x="30299" y="31826"/>
                  </a:lnTo>
                  <a:lnTo>
                    <a:pt x="30690" y="31470"/>
                  </a:lnTo>
                  <a:lnTo>
                    <a:pt x="31018" y="31170"/>
                  </a:lnTo>
                  <a:lnTo>
                    <a:pt x="31998" y="30954"/>
                  </a:lnTo>
                  <a:lnTo>
                    <a:pt x="32172" y="30993"/>
                  </a:lnTo>
                  <a:lnTo>
                    <a:pt x="32462" y="31057"/>
                  </a:lnTo>
                  <a:lnTo>
                    <a:pt x="33007" y="31162"/>
                  </a:lnTo>
                  <a:lnTo>
                    <a:pt x="33328" y="31149"/>
                  </a:lnTo>
                  <a:lnTo>
                    <a:pt x="33751" y="30959"/>
                  </a:lnTo>
                  <a:lnTo>
                    <a:pt x="34168" y="30725"/>
                  </a:lnTo>
                  <a:lnTo>
                    <a:pt x="34465" y="30558"/>
                  </a:lnTo>
                  <a:lnTo>
                    <a:pt x="35172" y="30161"/>
                  </a:lnTo>
                  <a:lnTo>
                    <a:pt x="36025" y="29681"/>
                  </a:lnTo>
                  <a:lnTo>
                    <a:pt x="36805" y="29243"/>
                  </a:lnTo>
                  <a:lnTo>
                    <a:pt x="39198" y="27899"/>
                  </a:lnTo>
                  <a:lnTo>
                    <a:pt x="39465" y="27753"/>
                  </a:lnTo>
                  <a:lnTo>
                    <a:pt x="40181" y="27360"/>
                  </a:lnTo>
                  <a:lnTo>
                    <a:pt x="40686" y="27083"/>
                  </a:lnTo>
                  <a:lnTo>
                    <a:pt x="41794" y="26476"/>
                  </a:lnTo>
                  <a:lnTo>
                    <a:pt x="42478" y="26101"/>
                  </a:lnTo>
                  <a:lnTo>
                    <a:pt x="43086" y="25767"/>
                  </a:lnTo>
                  <a:lnTo>
                    <a:pt x="42900" y="25632"/>
                  </a:lnTo>
                  <a:lnTo>
                    <a:pt x="42673" y="25469"/>
                  </a:lnTo>
                  <a:lnTo>
                    <a:pt x="42439" y="25300"/>
                  </a:lnTo>
                  <a:lnTo>
                    <a:pt x="42216" y="25139"/>
                  </a:lnTo>
                  <a:lnTo>
                    <a:pt x="41938" y="24939"/>
                  </a:lnTo>
                  <a:lnTo>
                    <a:pt x="41211" y="24414"/>
                  </a:lnTo>
                  <a:lnTo>
                    <a:pt x="41051" y="24298"/>
                  </a:lnTo>
                  <a:lnTo>
                    <a:pt x="40430" y="23849"/>
                  </a:lnTo>
                  <a:lnTo>
                    <a:pt x="40036" y="23565"/>
                  </a:lnTo>
                  <a:lnTo>
                    <a:pt x="39418" y="23119"/>
                  </a:lnTo>
                  <a:lnTo>
                    <a:pt x="39159" y="22867"/>
                  </a:lnTo>
                  <a:lnTo>
                    <a:pt x="39421" y="22746"/>
                  </a:lnTo>
                  <a:lnTo>
                    <a:pt x="41201" y="21927"/>
                  </a:lnTo>
                  <a:lnTo>
                    <a:pt x="41398" y="21836"/>
                  </a:lnTo>
                  <a:lnTo>
                    <a:pt x="41915" y="19361"/>
                  </a:lnTo>
                  <a:lnTo>
                    <a:pt x="41980" y="17600"/>
                  </a:lnTo>
                  <a:lnTo>
                    <a:pt x="42021" y="16477"/>
                  </a:lnTo>
                  <a:lnTo>
                    <a:pt x="42064" y="15302"/>
                  </a:lnTo>
                  <a:lnTo>
                    <a:pt x="42120" y="13777"/>
                  </a:lnTo>
                  <a:lnTo>
                    <a:pt x="42136" y="13361"/>
                  </a:lnTo>
                  <a:lnTo>
                    <a:pt x="42148" y="13022"/>
                  </a:lnTo>
                  <a:lnTo>
                    <a:pt x="42184" y="12033"/>
                  </a:lnTo>
                  <a:lnTo>
                    <a:pt x="42232" y="10739"/>
                  </a:lnTo>
                  <a:lnTo>
                    <a:pt x="42347" y="10179"/>
                  </a:lnTo>
                  <a:lnTo>
                    <a:pt x="42410" y="9869"/>
                  </a:lnTo>
                  <a:lnTo>
                    <a:pt x="42723" y="9131"/>
                  </a:lnTo>
                  <a:lnTo>
                    <a:pt x="42966" y="8906"/>
                  </a:lnTo>
                  <a:lnTo>
                    <a:pt x="43630" y="8775"/>
                  </a:lnTo>
                  <a:lnTo>
                    <a:pt x="43826" y="8736"/>
                  </a:lnTo>
                  <a:lnTo>
                    <a:pt x="44131" y="8676"/>
                  </a:lnTo>
                  <a:lnTo>
                    <a:pt x="44751" y="8554"/>
                  </a:lnTo>
                  <a:lnTo>
                    <a:pt x="44990" y="8507"/>
                  </a:lnTo>
                  <a:lnTo>
                    <a:pt x="45890" y="8330"/>
                  </a:lnTo>
                  <a:lnTo>
                    <a:pt x="47860" y="8958"/>
                  </a:lnTo>
                  <a:lnTo>
                    <a:pt x="48732" y="9236"/>
                  </a:lnTo>
                  <a:lnTo>
                    <a:pt x="49566" y="9501"/>
                  </a:lnTo>
                  <a:lnTo>
                    <a:pt x="49983" y="9647"/>
                  </a:lnTo>
                  <a:lnTo>
                    <a:pt x="50664" y="9885"/>
                  </a:lnTo>
                  <a:lnTo>
                    <a:pt x="50932" y="9979"/>
                  </a:lnTo>
                  <a:lnTo>
                    <a:pt x="53318" y="10812"/>
                  </a:lnTo>
                  <a:lnTo>
                    <a:pt x="53802" y="10981"/>
                  </a:lnTo>
                  <a:lnTo>
                    <a:pt x="54131" y="11094"/>
                  </a:lnTo>
                  <a:lnTo>
                    <a:pt x="54344" y="11164"/>
                  </a:lnTo>
                  <a:lnTo>
                    <a:pt x="54474" y="11207"/>
                  </a:lnTo>
                  <a:lnTo>
                    <a:pt x="55716" y="11615"/>
                  </a:lnTo>
                  <a:lnTo>
                    <a:pt x="56106" y="11744"/>
                  </a:lnTo>
                  <a:lnTo>
                    <a:pt x="56582" y="11900"/>
                  </a:lnTo>
                  <a:lnTo>
                    <a:pt x="57335" y="11211"/>
                  </a:lnTo>
                  <a:lnTo>
                    <a:pt x="58161" y="10306"/>
                  </a:lnTo>
                  <a:lnTo>
                    <a:pt x="58996" y="9492"/>
                  </a:lnTo>
                  <a:lnTo>
                    <a:pt x="59877" y="8557"/>
                  </a:lnTo>
                  <a:lnTo>
                    <a:pt x="60091" y="8216"/>
                  </a:lnTo>
                  <a:lnTo>
                    <a:pt x="60846" y="7009"/>
                  </a:lnTo>
                  <a:lnTo>
                    <a:pt x="60950" y="6728"/>
                  </a:lnTo>
                  <a:lnTo>
                    <a:pt x="61280" y="5837"/>
                  </a:lnTo>
                  <a:lnTo>
                    <a:pt x="61476" y="5305"/>
                  </a:lnTo>
                  <a:lnTo>
                    <a:pt x="61576" y="5035"/>
                  </a:lnTo>
                  <a:lnTo>
                    <a:pt x="62013" y="3853"/>
                  </a:lnTo>
                  <a:lnTo>
                    <a:pt x="62366" y="3602"/>
                  </a:lnTo>
                  <a:lnTo>
                    <a:pt x="62926" y="3204"/>
                  </a:lnTo>
                  <a:lnTo>
                    <a:pt x="63024" y="3010"/>
                  </a:lnTo>
                  <a:lnTo>
                    <a:pt x="64048" y="969"/>
                  </a:lnTo>
                  <a:lnTo>
                    <a:pt x="64945" y="344"/>
                  </a:lnTo>
                  <a:lnTo>
                    <a:pt x="65403" y="146"/>
                  </a:lnTo>
                  <a:lnTo>
                    <a:pt x="65539" y="87"/>
                  </a:lnTo>
                  <a:lnTo>
                    <a:pt x="65722" y="8"/>
                  </a:lnTo>
                  <a:lnTo>
                    <a:pt x="66419" y="0"/>
                  </a:lnTo>
                  <a:lnTo>
                    <a:pt x="67140" y="64"/>
                  </a:lnTo>
                  <a:lnTo>
                    <a:pt x="67377" y="135"/>
                  </a:lnTo>
                  <a:lnTo>
                    <a:pt x="68261" y="400"/>
                  </a:lnTo>
                  <a:lnTo>
                    <a:pt x="69188" y="883"/>
                  </a:lnTo>
                  <a:lnTo>
                    <a:pt x="70000" y="1305"/>
                  </a:lnTo>
                  <a:lnTo>
                    <a:pt x="73023" y="3109"/>
                  </a:lnTo>
                  <a:lnTo>
                    <a:pt x="73880" y="3620"/>
                  </a:lnTo>
                  <a:lnTo>
                    <a:pt x="74471" y="4027"/>
                  </a:lnTo>
                  <a:lnTo>
                    <a:pt x="75122" y="4475"/>
                  </a:lnTo>
                  <a:lnTo>
                    <a:pt x="76384" y="5344"/>
                  </a:lnTo>
                  <a:lnTo>
                    <a:pt x="76548" y="5456"/>
                  </a:lnTo>
                  <a:lnTo>
                    <a:pt x="76675" y="5544"/>
                  </a:lnTo>
                  <a:lnTo>
                    <a:pt x="76845" y="5661"/>
                  </a:lnTo>
                  <a:lnTo>
                    <a:pt x="77514" y="6062"/>
                  </a:lnTo>
                  <a:lnTo>
                    <a:pt x="78285" y="5835"/>
                  </a:lnTo>
                  <a:lnTo>
                    <a:pt x="78822" y="5783"/>
                  </a:lnTo>
                  <a:lnTo>
                    <a:pt x="79752" y="5693"/>
                  </a:lnTo>
                  <a:lnTo>
                    <a:pt x="80365" y="5621"/>
                  </a:lnTo>
                  <a:lnTo>
                    <a:pt x="81450" y="5495"/>
                  </a:lnTo>
                  <a:lnTo>
                    <a:pt x="81993" y="5432"/>
                  </a:lnTo>
                  <a:lnTo>
                    <a:pt x="83154" y="5297"/>
                  </a:lnTo>
                  <a:lnTo>
                    <a:pt x="83862" y="5933"/>
                  </a:lnTo>
                  <a:lnTo>
                    <a:pt x="83180" y="6308"/>
                  </a:lnTo>
                  <a:lnTo>
                    <a:pt x="82069" y="6920"/>
                  </a:lnTo>
                  <a:lnTo>
                    <a:pt x="80775" y="7633"/>
                  </a:lnTo>
                  <a:lnTo>
                    <a:pt x="79315" y="8437"/>
                  </a:lnTo>
                  <a:lnTo>
                    <a:pt x="80410" y="9897"/>
                  </a:lnTo>
                  <a:lnTo>
                    <a:pt x="80457" y="10344"/>
                  </a:lnTo>
                  <a:lnTo>
                    <a:pt x="80583" y="11551"/>
                  </a:lnTo>
                  <a:lnTo>
                    <a:pt x="80636" y="12065"/>
                  </a:lnTo>
                  <a:lnTo>
                    <a:pt x="80666" y="12349"/>
                  </a:lnTo>
                  <a:lnTo>
                    <a:pt x="80683" y="12513"/>
                  </a:lnTo>
                  <a:lnTo>
                    <a:pt x="81518" y="12999"/>
                  </a:lnTo>
                  <a:lnTo>
                    <a:pt x="82105" y="13341"/>
                  </a:lnTo>
                  <a:lnTo>
                    <a:pt x="82647" y="13657"/>
                  </a:lnTo>
                  <a:lnTo>
                    <a:pt x="83033" y="13882"/>
                  </a:lnTo>
                  <a:lnTo>
                    <a:pt x="83138" y="14198"/>
                  </a:lnTo>
                  <a:lnTo>
                    <a:pt x="83603" y="15604"/>
                  </a:lnTo>
                  <a:lnTo>
                    <a:pt x="83989" y="16770"/>
                  </a:lnTo>
                  <a:lnTo>
                    <a:pt x="83552" y="17099"/>
                  </a:lnTo>
                  <a:lnTo>
                    <a:pt x="83040" y="17484"/>
                  </a:lnTo>
                  <a:lnTo>
                    <a:pt x="82764" y="17691"/>
                  </a:lnTo>
                  <a:lnTo>
                    <a:pt x="82406" y="18181"/>
                  </a:lnTo>
                  <a:lnTo>
                    <a:pt x="81844" y="18950"/>
                  </a:lnTo>
                  <a:lnTo>
                    <a:pt x="81766" y="19181"/>
                  </a:lnTo>
                  <a:lnTo>
                    <a:pt x="81675" y="19447"/>
                  </a:lnTo>
                  <a:lnTo>
                    <a:pt x="81550" y="19814"/>
                  </a:lnTo>
                  <a:lnTo>
                    <a:pt x="81441" y="20132"/>
                  </a:lnTo>
                  <a:lnTo>
                    <a:pt x="81384" y="20274"/>
                  </a:lnTo>
                  <a:lnTo>
                    <a:pt x="81240" y="20631"/>
                  </a:lnTo>
                  <a:lnTo>
                    <a:pt x="80878" y="21526"/>
                  </a:lnTo>
                  <a:lnTo>
                    <a:pt x="80123" y="23396"/>
                  </a:lnTo>
                  <a:lnTo>
                    <a:pt x="79821" y="24092"/>
                  </a:lnTo>
                  <a:lnTo>
                    <a:pt x="79570" y="24670"/>
                  </a:lnTo>
                  <a:lnTo>
                    <a:pt x="79561" y="24927"/>
                  </a:lnTo>
                  <a:lnTo>
                    <a:pt x="79555" y="25124"/>
                  </a:lnTo>
                  <a:lnTo>
                    <a:pt x="79541" y="25533"/>
                  </a:lnTo>
                  <a:lnTo>
                    <a:pt x="79532" y="25783"/>
                  </a:lnTo>
                  <a:lnTo>
                    <a:pt x="79511" y="26406"/>
                  </a:lnTo>
                  <a:lnTo>
                    <a:pt x="79496" y="26842"/>
                  </a:lnTo>
                  <a:lnTo>
                    <a:pt x="79603" y="27064"/>
                  </a:lnTo>
                  <a:lnTo>
                    <a:pt x="79739" y="27347"/>
                  </a:lnTo>
                  <a:lnTo>
                    <a:pt x="80036" y="27710"/>
                  </a:lnTo>
                  <a:lnTo>
                    <a:pt x="80180" y="27886"/>
                  </a:lnTo>
                  <a:lnTo>
                    <a:pt x="80449" y="28204"/>
                  </a:lnTo>
                  <a:lnTo>
                    <a:pt x="80697" y="28419"/>
                  </a:lnTo>
                  <a:lnTo>
                    <a:pt x="83190" y="30589"/>
                  </a:lnTo>
                  <a:lnTo>
                    <a:pt x="83609" y="30997"/>
                  </a:lnTo>
                  <a:lnTo>
                    <a:pt x="84095" y="31470"/>
                  </a:lnTo>
                  <a:lnTo>
                    <a:pt x="84864" y="32218"/>
                  </a:lnTo>
                  <a:lnTo>
                    <a:pt x="85384" y="32729"/>
                  </a:lnTo>
                  <a:lnTo>
                    <a:pt x="85718" y="33080"/>
                  </a:lnTo>
                  <a:lnTo>
                    <a:pt x="86171" y="33554"/>
                  </a:lnTo>
                  <a:lnTo>
                    <a:pt x="86413" y="33809"/>
                  </a:lnTo>
                  <a:lnTo>
                    <a:pt x="86376" y="33974"/>
                  </a:lnTo>
                  <a:lnTo>
                    <a:pt x="86344" y="34145"/>
                  </a:lnTo>
                  <a:lnTo>
                    <a:pt x="85969" y="35973"/>
                  </a:lnTo>
                  <a:lnTo>
                    <a:pt x="85256" y="38006"/>
                  </a:lnTo>
                  <a:lnTo>
                    <a:pt x="85295" y="38171"/>
                  </a:lnTo>
                  <a:lnTo>
                    <a:pt x="85347" y="38343"/>
                  </a:lnTo>
                  <a:lnTo>
                    <a:pt x="85396" y="385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682519" y="3308058"/>
              <a:ext cx="87853" cy="39584"/>
            </a:xfrm>
            <a:custGeom>
              <a:avLst/>
              <a:pathLst>
                <a:path w="87853" h="39584">
                  <a:moveTo>
                    <a:pt x="47282" y="2951"/>
                  </a:moveTo>
                  <a:lnTo>
                    <a:pt x="47516" y="2972"/>
                  </a:lnTo>
                  <a:lnTo>
                    <a:pt x="48996" y="2655"/>
                  </a:lnTo>
                  <a:lnTo>
                    <a:pt x="50463" y="2255"/>
                  </a:lnTo>
                  <a:lnTo>
                    <a:pt x="51153" y="2140"/>
                  </a:lnTo>
                  <a:lnTo>
                    <a:pt x="52037" y="1991"/>
                  </a:lnTo>
                  <a:lnTo>
                    <a:pt x="54220" y="1625"/>
                  </a:lnTo>
                  <a:lnTo>
                    <a:pt x="56173" y="1298"/>
                  </a:lnTo>
                  <a:lnTo>
                    <a:pt x="57452" y="1084"/>
                  </a:lnTo>
                  <a:lnTo>
                    <a:pt x="57645" y="1051"/>
                  </a:lnTo>
                  <a:lnTo>
                    <a:pt x="59251" y="1082"/>
                  </a:lnTo>
                  <a:lnTo>
                    <a:pt x="59543" y="1084"/>
                  </a:lnTo>
                  <a:lnTo>
                    <a:pt x="61124" y="1096"/>
                  </a:lnTo>
                  <a:lnTo>
                    <a:pt x="63088" y="1167"/>
                  </a:lnTo>
                  <a:lnTo>
                    <a:pt x="63198" y="1455"/>
                  </a:lnTo>
                  <a:lnTo>
                    <a:pt x="63270" y="1645"/>
                  </a:lnTo>
                  <a:lnTo>
                    <a:pt x="63618" y="2556"/>
                  </a:lnTo>
                  <a:lnTo>
                    <a:pt x="67046" y="11551"/>
                  </a:lnTo>
                  <a:lnTo>
                    <a:pt x="68525" y="15434"/>
                  </a:lnTo>
                  <a:lnTo>
                    <a:pt x="68613" y="15716"/>
                  </a:lnTo>
                  <a:lnTo>
                    <a:pt x="68850" y="15628"/>
                  </a:lnTo>
                  <a:lnTo>
                    <a:pt x="69281" y="15466"/>
                  </a:lnTo>
                  <a:lnTo>
                    <a:pt x="74093" y="13667"/>
                  </a:lnTo>
                  <a:lnTo>
                    <a:pt x="78416" y="12053"/>
                  </a:lnTo>
                  <a:lnTo>
                    <a:pt x="82001" y="17132"/>
                  </a:lnTo>
                  <a:lnTo>
                    <a:pt x="82902" y="18409"/>
                  </a:lnTo>
                  <a:lnTo>
                    <a:pt x="84217" y="20274"/>
                  </a:lnTo>
                  <a:lnTo>
                    <a:pt x="86318" y="23571"/>
                  </a:lnTo>
                  <a:lnTo>
                    <a:pt x="87853" y="26000"/>
                  </a:lnTo>
                  <a:lnTo>
                    <a:pt x="86456" y="26911"/>
                  </a:lnTo>
                  <a:lnTo>
                    <a:pt x="85802" y="27338"/>
                  </a:lnTo>
                  <a:lnTo>
                    <a:pt x="84978" y="27875"/>
                  </a:lnTo>
                  <a:lnTo>
                    <a:pt x="83962" y="28538"/>
                  </a:lnTo>
                  <a:lnTo>
                    <a:pt x="83199" y="29036"/>
                  </a:lnTo>
                  <a:lnTo>
                    <a:pt x="81923" y="29868"/>
                  </a:lnTo>
                  <a:lnTo>
                    <a:pt x="80676" y="30682"/>
                  </a:lnTo>
                  <a:lnTo>
                    <a:pt x="79808" y="31249"/>
                  </a:lnTo>
                  <a:lnTo>
                    <a:pt x="77966" y="32451"/>
                  </a:lnTo>
                  <a:lnTo>
                    <a:pt x="76681" y="33289"/>
                  </a:lnTo>
                  <a:lnTo>
                    <a:pt x="76037" y="33709"/>
                  </a:lnTo>
                  <a:lnTo>
                    <a:pt x="74993" y="34390"/>
                  </a:lnTo>
                  <a:lnTo>
                    <a:pt x="75085" y="34668"/>
                  </a:lnTo>
                  <a:lnTo>
                    <a:pt x="74485" y="34872"/>
                  </a:lnTo>
                  <a:lnTo>
                    <a:pt x="74007" y="35034"/>
                  </a:lnTo>
                  <a:lnTo>
                    <a:pt x="71233" y="35974"/>
                  </a:lnTo>
                  <a:lnTo>
                    <a:pt x="70900" y="36087"/>
                  </a:lnTo>
                  <a:lnTo>
                    <a:pt x="70159" y="36338"/>
                  </a:lnTo>
                  <a:lnTo>
                    <a:pt x="69360" y="36609"/>
                  </a:lnTo>
                  <a:lnTo>
                    <a:pt x="68754" y="36814"/>
                  </a:lnTo>
                  <a:lnTo>
                    <a:pt x="67393" y="37276"/>
                  </a:lnTo>
                  <a:lnTo>
                    <a:pt x="65541" y="37903"/>
                  </a:lnTo>
                  <a:lnTo>
                    <a:pt x="65294" y="37987"/>
                  </a:lnTo>
                  <a:lnTo>
                    <a:pt x="62938" y="38786"/>
                  </a:lnTo>
                  <a:lnTo>
                    <a:pt x="62806" y="38831"/>
                  </a:lnTo>
                  <a:lnTo>
                    <a:pt x="62164" y="39048"/>
                  </a:lnTo>
                  <a:lnTo>
                    <a:pt x="60583" y="39584"/>
                  </a:lnTo>
                  <a:lnTo>
                    <a:pt x="60496" y="39320"/>
                  </a:lnTo>
                  <a:lnTo>
                    <a:pt x="59047" y="34954"/>
                  </a:lnTo>
                  <a:lnTo>
                    <a:pt x="58344" y="32834"/>
                  </a:lnTo>
                  <a:lnTo>
                    <a:pt x="57870" y="31407"/>
                  </a:lnTo>
                  <a:lnTo>
                    <a:pt x="57626" y="29066"/>
                  </a:lnTo>
                  <a:lnTo>
                    <a:pt x="57546" y="28303"/>
                  </a:lnTo>
                  <a:lnTo>
                    <a:pt x="57587" y="27394"/>
                  </a:lnTo>
                  <a:lnTo>
                    <a:pt x="57649" y="26025"/>
                  </a:lnTo>
                  <a:lnTo>
                    <a:pt x="57694" y="25017"/>
                  </a:lnTo>
                  <a:lnTo>
                    <a:pt x="57704" y="24803"/>
                  </a:lnTo>
                  <a:lnTo>
                    <a:pt x="57746" y="23880"/>
                  </a:lnTo>
                  <a:lnTo>
                    <a:pt x="57766" y="23426"/>
                  </a:lnTo>
                  <a:lnTo>
                    <a:pt x="57780" y="23129"/>
                  </a:lnTo>
                  <a:lnTo>
                    <a:pt x="57723" y="22228"/>
                  </a:lnTo>
                  <a:lnTo>
                    <a:pt x="57685" y="21621"/>
                  </a:lnTo>
                  <a:lnTo>
                    <a:pt x="57644" y="20935"/>
                  </a:lnTo>
                  <a:lnTo>
                    <a:pt x="57630" y="20507"/>
                  </a:lnTo>
                  <a:lnTo>
                    <a:pt x="57593" y="19633"/>
                  </a:lnTo>
                  <a:lnTo>
                    <a:pt x="57493" y="18699"/>
                  </a:lnTo>
                  <a:lnTo>
                    <a:pt x="57400" y="17834"/>
                  </a:lnTo>
                  <a:lnTo>
                    <a:pt x="57344" y="17302"/>
                  </a:lnTo>
                  <a:lnTo>
                    <a:pt x="56723" y="17439"/>
                  </a:lnTo>
                  <a:lnTo>
                    <a:pt x="53488" y="18152"/>
                  </a:lnTo>
                  <a:lnTo>
                    <a:pt x="52186" y="18439"/>
                  </a:lnTo>
                  <a:lnTo>
                    <a:pt x="51112" y="18664"/>
                  </a:lnTo>
                  <a:lnTo>
                    <a:pt x="47204" y="19481"/>
                  </a:lnTo>
                  <a:lnTo>
                    <a:pt x="46172" y="19314"/>
                  </a:lnTo>
                  <a:lnTo>
                    <a:pt x="43056" y="18566"/>
                  </a:lnTo>
                  <a:lnTo>
                    <a:pt x="42384" y="18443"/>
                  </a:lnTo>
                  <a:lnTo>
                    <a:pt x="39826" y="17976"/>
                  </a:lnTo>
                  <a:lnTo>
                    <a:pt x="37019" y="18015"/>
                  </a:lnTo>
                  <a:lnTo>
                    <a:pt x="36553" y="18104"/>
                  </a:lnTo>
                  <a:lnTo>
                    <a:pt x="35421" y="18321"/>
                  </a:lnTo>
                  <a:lnTo>
                    <a:pt x="33100" y="18766"/>
                  </a:lnTo>
                  <a:lnTo>
                    <a:pt x="32405" y="18899"/>
                  </a:lnTo>
                  <a:lnTo>
                    <a:pt x="31005" y="19063"/>
                  </a:lnTo>
                  <a:lnTo>
                    <a:pt x="27725" y="19446"/>
                  </a:lnTo>
                  <a:lnTo>
                    <a:pt x="23456" y="19909"/>
                  </a:lnTo>
                  <a:lnTo>
                    <a:pt x="22412" y="20129"/>
                  </a:lnTo>
                  <a:lnTo>
                    <a:pt x="19985" y="20641"/>
                  </a:lnTo>
                  <a:lnTo>
                    <a:pt x="18966" y="20856"/>
                  </a:lnTo>
                  <a:lnTo>
                    <a:pt x="16354" y="21493"/>
                  </a:lnTo>
                  <a:lnTo>
                    <a:pt x="12620" y="22403"/>
                  </a:lnTo>
                  <a:lnTo>
                    <a:pt x="11459" y="22686"/>
                  </a:lnTo>
                  <a:lnTo>
                    <a:pt x="11255" y="22736"/>
                  </a:lnTo>
                  <a:lnTo>
                    <a:pt x="6382" y="24134"/>
                  </a:lnTo>
                  <a:lnTo>
                    <a:pt x="6170" y="24195"/>
                  </a:lnTo>
                  <a:lnTo>
                    <a:pt x="5832" y="24201"/>
                  </a:lnTo>
                  <a:lnTo>
                    <a:pt x="1459" y="12282"/>
                  </a:lnTo>
                  <a:lnTo>
                    <a:pt x="1405" y="12134"/>
                  </a:lnTo>
                  <a:lnTo>
                    <a:pt x="1033" y="11120"/>
                  </a:lnTo>
                  <a:lnTo>
                    <a:pt x="968" y="10943"/>
                  </a:lnTo>
                  <a:lnTo>
                    <a:pt x="478" y="9609"/>
                  </a:lnTo>
                  <a:lnTo>
                    <a:pt x="346" y="9248"/>
                  </a:lnTo>
                  <a:lnTo>
                    <a:pt x="0" y="7875"/>
                  </a:lnTo>
                  <a:lnTo>
                    <a:pt x="216" y="7784"/>
                  </a:lnTo>
                  <a:lnTo>
                    <a:pt x="1484" y="7247"/>
                  </a:lnTo>
                  <a:lnTo>
                    <a:pt x="3101" y="6564"/>
                  </a:lnTo>
                  <a:lnTo>
                    <a:pt x="3796" y="6270"/>
                  </a:lnTo>
                  <a:lnTo>
                    <a:pt x="5100" y="5719"/>
                  </a:lnTo>
                  <a:lnTo>
                    <a:pt x="5547" y="5530"/>
                  </a:lnTo>
                  <a:lnTo>
                    <a:pt x="5807" y="5420"/>
                  </a:lnTo>
                  <a:lnTo>
                    <a:pt x="7586" y="4667"/>
                  </a:lnTo>
                  <a:lnTo>
                    <a:pt x="7698" y="4988"/>
                  </a:lnTo>
                  <a:lnTo>
                    <a:pt x="8351" y="4596"/>
                  </a:lnTo>
                  <a:lnTo>
                    <a:pt x="8706" y="4104"/>
                  </a:lnTo>
                  <a:lnTo>
                    <a:pt x="9376" y="3269"/>
                  </a:lnTo>
                  <a:lnTo>
                    <a:pt x="10014" y="2473"/>
                  </a:lnTo>
                  <a:lnTo>
                    <a:pt x="10196" y="2354"/>
                  </a:lnTo>
                  <a:lnTo>
                    <a:pt x="10553" y="2121"/>
                  </a:lnTo>
                  <a:lnTo>
                    <a:pt x="11423" y="1704"/>
                  </a:lnTo>
                  <a:lnTo>
                    <a:pt x="11950" y="1515"/>
                  </a:lnTo>
                  <a:lnTo>
                    <a:pt x="12590" y="1404"/>
                  </a:lnTo>
                  <a:lnTo>
                    <a:pt x="13157" y="1397"/>
                  </a:lnTo>
                  <a:lnTo>
                    <a:pt x="13497" y="1416"/>
                  </a:lnTo>
                  <a:lnTo>
                    <a:pt x="13642" y="1423"/>
                  </a:lnTo>
                  <a:lnTo>
                    <a:pt x="13778" y="1431"/>
                  </a:lnTo>
                  <a:lnTo>
                    <a:pt x="14465" y="1618"/>
                  </a:lnTo>
                  <a:lnTo>
                    <a:pt x="14844" y="1793"/>
                  </a:lnTo>
                  <a:lnTo>
                    <a:pt x="15052" y="1889"/>
                  </a:lnTo>
                  <a:lnTo>
                    <a:pt x="15239" y="1976"/>
                  </a:lnTo>
                  <a:lnTo>
                    <a:pt x="16007" y="2332"/>
                  </a:lnTo>
                  <a:lnTo>
                    <a:pt x="16378" y="2545"/>
                  </a:lnTo>
                  <a:lnTo>
                    <a:pt x="17342" y="3100"/>
                  </a:lnTo>
                  <a:lnTo>
                    <a:pt x="17572" y="3268"/>
                  </a:lnTo>
                  <a:lnTo>
                    <a:pt x="18262" y="3771"/>
                  </a:lnTo>
                  <a:lnTo>
                    <a:pt x="18905" y="4241"/>
                  </a:lnTo>
                  <a:lnTo>
                    <a:pt x="19194" y="4434"/>
                  </a:lnTo>
                  <a:lnTo>
                    <a:pt x="19727" y="4789"/>
                  </a:lnTo>
                  <a:lnTo>
                    <a:pt x="19886" y="4896"/>
                  </a:lnTo>
                  <a:lnTo>
                    <a:pt x="20111" y="5045"/>
                  </a:lnTo>
                  <a:lnTo>
                    <a:pt x="20513" y="5313"/>
                  </a:lnTo>
                  <a:lnTo>
                    <a:pt x="20876" y="5639"/>
                  </a:lnTo>
                  <a:lnTo>
                    <a:pt x="21254" y="5977"/>
                  </a:lnTo>
                  <a:lnTo>
                    <a:pt x="21576" y="6104"/>
                  </a:lnTo>
                  <a:lnTo>
                    <a:pt x="22006" y="6048"/>
                  </a:lnTo>
                  <a:lnTo>
                    <a:pt x="22348" y="5913"/>
                  </a:lnTo>
                  <a:lnTo>
                    <a:pt x="24214" y="5174"/>
                  </a:lnTo>
                  <a:lnTo>
                    <a:pt x="24423" y="5091"/>
                  </a:lnTo>
                  <a:lnTo>
                    <a:pt x="25965" y="4480"/>
                  </a:lnTo>
                  <a:lnTo>
                    <a:pt x="28681" y="3405"/>
                  </a:lnTo>
                  <a:lnTo>
                    <a:pt x="28949" y="3299"/>
                  </a:lnTo>
                  <a:lnTo>
                    <a:pt x="29200" y="3200"/>
                  </a:lnTo>
                  <a:lnTo>
                    <a:pt x="29415" y="3114"/>
                  </a:lnTo>
                  <a:lnTo>
                    <a:pt x="30685" y="2611"/>
                  </a:lnTo>
                  <a:lnTo>
                    <a:pt x="30271" y="1634"/>
                  </a:lnTo>
                  <a:lnTo>
                    <a:pt x="30686" y="1470"/>
                  </a:lnTo>
                  <a:lnTo>
                    <a:pt x="32761" y="647"/>
                  </a:lnTo>
                  <a:lnTo>
                    <a:pt x="33228" y="462"/>
                  </a:lnTo>
                  <a:lnTo>
                    <a:pt x="34397" y="0"/>
                  </a:lnTo>
                  <a:lnTo>
                    <a:pt x="34845" y="116"/>
                  </a:lnTo>
                  <a:lnTo>
                    <a:pt x="35794" y="363"/>
                  </a:lnTo>
                  <a:lnTo>
                    <a:pt x="36326" y="501"/>
                  </a:lnTo>
                  <a:lnTo>
                    <a:pt x="36874" y="644"/>
                  </a:lnTo>
                  <a:lnTo>
                    <a:pt x="37641" y="843"/>
                  </a:lnTo>
                  <a:lnTo>
                    <a:pt x="38039" y="947"/>
                  </a:lnTo>
                  <a:lnTo>
                    <a:pt x="39470" y="1319"/>
                  </a:lnTo>
                  <a:lnTo>
                    <a:pt x="46717" y="28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743103" y="3326048"/>
              <a:ext cx="64896" cy="57052"/>
            </a:xfrm>
            <a:custGeom>
              <a:avLst/>
              <a:pathLst>
                <a:path w="64896" h="57052">
                  <a:moveTo>
                    <a:pt x="43762" y="3326"/>
                  </a:moveTo>
                  <a:lnTo>
                    <a:pt x="44043" y="3622"/>
                  </a:lnTo>
                  <a:lnTo>
                    <a:pt x="44568" y="3794"/>
                  </a:lnTo>
                  <a:lnTo>
                    <a:pt x="44692" y="4262"/>
                  </a:lnTo>
                  <a:lnTo>
                    <a:pt x="45028" y="4297"/>
                  </a:lnTo>
                  <a:lnTo>
                    <a:pt x="46314" y="4431"/>
                  </a:lnTo>
                  <a:lnTo>
                    <a:pt x="46872" y="4050"/>
                  </a:lnTo>
                  <a:lnTo>
                    <a:pt x="47217" y="3815"/>
                  </a:lnTo>
                  <a:lnTo>
                    <a:pt x="49310" y="2388"/>
                  </a:lnTo>
                  <a:lnTo>
                    <a:pt x="49445" y="2333"/>
                  </a:lnTo>
                  <a:lnTo>
                    <a:pt x="49852" y="3026"/>
                  </a:lnTo>
                  <a:lnTo>
                    <a:pt x="49135" y="4590"/>
                  </a:lnTo>
                  <a:lnTo>
                    <a:pt x="49556" y="4436"/>
                  </a:lnTo>
                  <a:lnTo>
                    <a:pt x="50429" y="6018"/>
                  </a:lnTo>
                  <a:lnTo>
                    <a:pt x="50709" y="6527"/>
                  </a:lnTo>
                  <a:lnTo>
                    <a:pt x="51929" y="6936"/>
                  </a:lnTo>
                  <a:lnTo>
                    <a:pt x="52359" y="7080"/>
                  </a:lnTo>
                  <a:lnTo>
                    <a:pt x="53305" y="8535"/>
                  </a:lnTo>
                  <a:lnTo>
                    <a:pt x="51986" y="9053"/>
                  </a:lnTo>
                  <a:lnTo>
                    <a:pt x="51739" y="9150"/>
                  </a:lnTo>
                  <a:lnTo>
                    <a:pt x="49758" y="9929"/>
                  </a:lnTo>
                  <a:lnTo>
                    <a:pt x="50479" y="10997"/>
                  </a:lnTo>
                  <a:lnTo>
                    <a:pt x="51166" y="10887"/>
                  </a:lnTo>
                  <a:lnTo>
                    <a:pt x="51572" y="11015"/>
                  </a:lnTo>
                  <a:lnTo>
                    <a:pt x="51983" y="11144"/>
                  </a:lnTo>
                  <a:lnTo>
                    <a:pt x="52320" y="11636"/>
                  </a:lnTo>
                  <a:lnTo>
                    <a:pt x="52415" y="11776"/>
                  </a:lnTo>
                  <a:lnTo>
                    <a:pt x="53040" y="11905"/>
                  </a:lnTo>
                  <a:lnTo>
                    <a:pt x="53036" y="12275"/>
                  </a:lnTo>
                  <a:lnTo>
                    <a:pt x="58972" y="13439"/>
                  </a:lnTo>
                  <a:lnTo>
                    <a:pt x="60179" y="13354"/>
                  </a:lnTo>
                  <a:lnTo>
                    <a:pt x="61140" y="12852"/>
                  </a:lnTo>
                  <a:lnTo>
                    <a:pt x="61183" y="12595"/>
                  </a:lnTo>
                  <a:lnTo>
                    <a:pt x="61400" y="12441"/>
                  </a:lnTo>
                  <a:lnTo>
                    <a:pt x="62785" y="11453"/>
                  </a:lnTo>
                  <a:lnTo>
                    <a:pt x="64415" y="13306"/>
                  </a:lnTo>
                  <a:lnTo>
                    <a:pt x="64060" y="13612"/>
                  </a:lnTo>
                  <a:lnTo>
                    <a:pt x="63932" y="13722"/>
                  </a:lnTo>
                  <a:lnTo>
                    <a:pt x="63063" y="14469"/>
                  </a:lnTo>
                  <a:lnTo>
                    <a:pt x="63196" y="18095"/>
                  </a:lnTo>
                  <a:lnTo>
                    <a:pt x="61951" y="18376"/>
                  </a:lnTo>
                  <a:lnTo>
                    <a:pt x="63055" y="21412"/>
                  </a:lnTo>
                  <a:lnTo>
                    <a:pt x="63274" y="22014"/>
                  </a:lnTo>
                  <a:lnTo>
                    <a:pt x="64051" y="24152"/>
                  </a:lnTo>
                  <a:lnTo>
                    <a:pt x="64851" y="29715"/>
                  </a:lnTo>
                  <a:lnTo>
                    <a:pt x="64896" y="29992"/>
                  </a:lnTo>
                  <a:lnTo>
                    <a:pt x="64156" y="29979"/>
                  </a:lnTo>
                  <a:lnTo>
                    <a:pt x="61355" y="29928"/>
                  </a:lnTo>
                  <a:lnTo>
                    <a:pt x="62429" y="31691"/>
                  </a:lnTo>
                  <a:lnTo>
                    <a:pt x="63454" y="31434"/>
                  </a:lnTo>
                  <a:lnTo>
                    <a:pt x="64059" y="32516"/>
                  </a:lnTo>
                  <a:lnTo>
                    <a:pt x="64579" y="33446"/>
                  </a:lnTo>
                  <a:lnTo>
                    <a:pt x="60766" y="36974"/>
                  </a:lnTo>
                  <a:lnTo>
                    <a:pt x="54966" y="39490"/>
                  </a:lnTo>
                  <a:lnTo>
                    <a:pt x="54726" y="41685"/>
                  </a:lnTo>
                  <a:lnTo>
                    <a:pt x="53986" y="41802"/>
                  </a:lnTo>
                  <a:lnTo>
                    <a:pt x="52784" y="41992"/>
                  </a:lnTo>
                  <a:lnTo>
                    <a:pt x="50140" y="44395"/>
                  </a:lnTo>
                  <a:lnTo>
                    <a:pt x="47978" y="47087"/>
                  </a:lnTo>
                  <a:lnTo>
                    <a:pt x="46504" y="49234"/>
                  </a:lnTo>
                  <a:lnTo>
                    <a:pt x="44628" y="53831"/>
                  </a:lnTo>
                  <a:lnTo>
                    <a:pt x="42723" y="54344"/>
                  </a:lnTo>
                  <a:lnTo>
                    <a:pt x="43052" y="55723"/>
                  </a:lnTo>
                  <a:lnTo>
                    <a:pt x="43109" y="55975"/>
                  </a:lnTo>
                  <a:lnTo>
                    <a:pt x="43283" y="56732"/>
                  </a:lnTo>
                  <a:lnTo>
                    <a:pt x="43331" y="57052"/>
                  </a:lnTo>
                  <a:lnTo>
                    <a:pt x="41204" y="56965"/>
                  </a:lnTo>
                  <a:lnTo>
                    <a:pt x="39310" y="55113"/>
                  </a:lnTo>
                  <a:lnTo>
                    <a:pt x="38573" y="54809"/>
                  </a:lnTo>
                  <a:lnTo>
                    <a:pt x="35738" y="54633"/>
                  </a:lnTo>
                  <a:lnTo>
                    <a:pt x="32325" y="54521"/>
                  </a:lnTo>
                  <a:lnTo>
                    <a:pt x="27999" y="54761"/>
                  </a:lnTo>
                  <a:lnTo>
                    <a:pt x="27563" y="54841"/>
                  </a:lnTo>
                  <a:lnTo>
                    <a:pt x="26809" y="54979"/>
                  </a:lnTo>
                  <a:lnTo>
                    <a:pt x="23135" y="54827"/>
                  </a:lnTo>
                  <a:lnTo>
                    <a:pt x="20280" y="52330"/>
                  </a:lnTo>
                  <a:lnTo>
                    <a:pt x="19871" y="52124"/>
                  </a:lnTo>
                  <a:lnTo>
                    <a:pt x="17122" y="50742"/>
                  </a:lnTo>
                  <a:lnTo>
                    <a:pt x="16884" y="50623"/>
                  </a:lnTo>
                  <a:lnTo>
                    <a:pt x="16657" y="50509"/>
                  </a:lnTo>
                  <a:lnTo>
                    <a:pt x="15156" y="48683"/>
                  </a:lnTo>
                  <a:lnTo>
                    <a:pt x="14920" y="48588"/>
                  </a:lnTo>
                  <a:lnTo>
                    <a:pt x="13884" y="48171"/>
                  </a:lnTo>
                  <a:lnTo>
                    <a:pt x="12363" y="46911"/>
                  </a:lnTo>
                  <a:lnTo>
                    <a:pt x="12607" y="46593"/>
                  </a:lnTo>
                  <a:lnTo>
                    <a:pt x="12751" y="46405"/>
                  </a:lnTo>
                  <a:lnTo>
                    <a:pt x="11674" y="46206"/>
                  </a:lnTo>
                  <a:lnTo>
                    <a:pt x="9326" y="47339"/>
                  </a:lnTo>
                  <a:lnTo>
                    <a:pt x="9238" y="47155"/>
                  </a:lnTo>
                  <a:lnTo>
                    <a:pt x="8881" y="46482"/>
                  </a:lnTo>
                  <a:lnTo>
                    <a:pt x="7707" y="44312"/>
                  </a:lnTo>
                  <a:lnTo>
                    <a:pt x="7532" y="44095"/>
                  </a:lnTo>
                  <a:lnTo>
                    <a:pt x="5945" y="41050"/>
                  </a:lnTo>
                  <a:lnTo>
                    <a:pt x="5623" y="40713"/>
                  </a:lnTo>
                  <a:lnTo>
                    <a:pt x="5383" y="40463"/>
                  </a:lnTo>
                  <a:lnTo>
                    <a:pt x="5208" y="40281"/>
                  </a:lnTo>
                  <a:lnTo>
                    <a:pt x="5172" y="40138"/>
                  </a:lnTo>
                  <a:lnTo>
                    <a:pt x="5061" y="39704"/>
                  </a:lnTo>
                  <a:lnTo>
                    <a:pt x="4583" y="37830"/>
                  </a:lnTo>
                  <a:lnTo>
                    <a:pt x="4525" y="37600"/>
                  </a:lnTo>
                  <a:lnTo>
                    <a:pt x="3886" y="37541"/>
                  </a:lnTo>
                  <a:lnTo>
                    <a:pt x="3546" y="33998"/>
                  </a:lnTo>
                  <a:lnTo>
                    <a:pt x="3372" y="32186"/>
                  </a:lnTo>
                  <a:lnTo>
                    <a:pt x="3530" y="32106"/>
                  </a:lnTo>
                  <a:lnTo>
                    <a:pt x="3269" y="31328"/>
                  </a:lnTo>
                  <a:lnTo>
                    <a:pt x="3186" y="31082"/>
                  </a:lnTo>
                  <a:lnTo>
                    <a:pt x="2852" y="30089"/>
                  </a:lnTo>
                  <a:lnTo>
                    <a:pt x="2635" y="29442"/>
                  </a:lnTo>
                  <a:lnTo>
                    <a:pt x="2510" y="29069"/>
                  </a:lnTo>
                  <a:lnTo>
                    <a:pt x="2145" y="27982"/>
                  </a:lnTo>
                  <a:lnTo>
                    <a:pt x="1789" y="26922"/>
                  </a:lnTo>
                  <a:lnTo>
                    <a:pt x="1545" y="26197"/>
                  </a:lnTo>
                  <a:lnTo>
                    <a:pt x="958" y="24449"/>
                  </a:lnTo>
                  <a:lnTo>
                    <a:pt x="178" y="22126"/>
                  </a:lnTo>
                  <a:lnTo>
                    <a:pt x="0" y="21594"/>
                  </a:lnTo>
                  <a:lnTo>
                    <a:pt x="1580" y="21059"/>
                  </a:lnTo>
                  <a:lnTo>
                    <a:pt x="2222" y="20841"/>
                  </a:lnTo>
                  <a:lnTo>
                    <a:pt x="2354" y="20796"/>
                  </a:lnTo>
                  <a:lnTo>
                    <a:pt x="4806" y="19965"/>
                  </a:lnTo>
                  <a:lnTo>
                    <a:pt x="4957" y="19914"/>
                  </a:lnTo>
                  <a:lnTo>
                    <a:pt x="6809" y="19286"/>
                  </a:lnTo>
                  <a:lnTo>
                    <a:pt x="8170" y="18825"/>
                  </a:lnTo>
                  <a:lnTo>
                    <a:pt x="8776" y="18619"/>
                  </a:lnTo>
                  <a:lnTo>
                    <a:pt x="9575" y="18348"/>
                  </a:lnTo>
                  <a:lnTo>
                    <a:pt x="10316" y="18097"/>
                  </a:lnTo>
                  <a:lnTo>
                    <a:pt x="10649" y="17984"/>
                  </a:lnTo>
                  <a:lnTo>
                    <a:pt x="13423" y="17044"/>
                  </a:lnTo>
                  <a:lnTo>
                    <a:pt x="13902" y="16882"/>
                  </a:lnTo>
                  <a:lnTo>
                    <a:pt x="14507" y="16677"/>
                  </a:lnTo>
                  <a:lnTo>
                    <a:pt x="14409" y="16401"/>
                  </a:lnTo>
                  <a:lnTo>
                    <a:pt x="15453" y="15720"/>
                  </a:lnTo>
                  <a:lnTo>
                    <a:pt x="16223" y="15217"/>
                  </a:lnTo>
                  <a:lnTo>
                    <a:pt x="17382" y="14461"/>
                  </a:lnTo>
                  <a:lnTo>
                    <a:pt x="19261" y="13235"/>
                  </a:lnTo>
                  <a:lnTo>
                    <a:pt x="20092" y="12693"/>
                  </a:lnTo>
                  <a:lnTo>
                    <a:pt x="21339" y="11879"/>
                  </a:lnTo>
                  <a:lnTo>
                    <a:pt x="22615" y="11046"/>
                  </a:lnTo>
                  <a:lnTo>
                    <a:pt x="23378" y="10548"/>
                  </a:lnTo>
                  <a:lnTo>
                    <a:pt x="24394" y="9886"/>
                  </a:lnTo>
                  <a:lnTo>
                    <a:pt x="25218" y="9348"/>
                  </a:lnTo>
                  <a:lnTo>
                    <a:pt x="25872" y="8921"/>
                  </a:lnTo>
                  <a:lnTo>
                    <a:pt x="27277" y="8004"/>
                  </a:lnTo>
                  <a:lnTo>
                    <a:pt x="27564" y="8458"/>
                  </a:lnTo>
                  <a:lnTo>
                    <a:pt x="27749" y="8604"/>
                  </a:lnTo>
                  <a:lnTo>
                    <a:pt x="28020" y="8436"/>
                  </a:lnTo>
                  <a:lnTo>
                    <a:pt x="28171" y="8342"/>
                  </a:lnTo>
                  <a:lnTo>
                    <a:pt x="28675" y="8030"/>
                  </a:lnTo>
                  <a:lnTo>
                    <a:pt x="29287" y="7651"/>
                  </a:lnTo>
                  <a:lnTo>
                    <a:pt x="29543" y="7492"/>
                  </a:lnTo>
                  <a:lnTo>
                    <a:pt x="30232" y="7065"/>
                  </a:lnTo>
                  <a:lnTo>
                    <a:pt x="30467" y="6920"/>
                  </a:lnTo>
                  <a:lnTo>
                    <a:pt x="30998" y="6591"/>
                  </a:lnTo>
                  <a:lnTo>
                    <a:pt x="31287" y="6417"/>
                  </a:lnTo>
                  <a:lnTo>
                    <a:pt x="31447" y="6321"/>
                  </a:lnTo>
                  <a:lnTo>
                    <a:pt x="32201" y="5867"/>
                  </a:lnTo>
                  <a:lnTo>
                    <a:pt x="32993" y="5389"/>
                  </a:lnTo>
                  <a:lnTo>
                    <a:pt x="33854" y="4870"/>
                  </a:lnTo>
                  <a:lnTo>
                    <a:pt x="34189" y="4668"/>
                  </a:lnTo>
                  <a:lnTo>
                    <a:pt x="35427" y="3923"/>
                  </a:lnTo>
                  <a:lnTo>
                    <a:pt x="36179" y="3469"/>
                  </a:lnTo>
                  <a:lnTo>
                    <a:pt x="36272" y="3608"/>
                  </a:lnTo>
                  <a:lnTo>
                    <a:pt x="36416" y="3502"/>
                  </a:lnTo>
                  <a:lnTo>
                    <a:pt x="37027" y="3053"/>
                  </a:lnTo>
                  <a:lnTo>
                    <a:pt x="37651" y="2594"/>
                  </a:lnTo>
                  <a:lnTo>
                    <a:pt x="37858" y="2442"/>
                  </a:lnTo>
                  <a:lnTo>
                    <a:pt x="38760" y="1778"/>
                  </a:lnTo>
                  <a:lnTo>
                    <a:pt x="39151" y="1491"/>
                  </a:lnTo>
                  <a:lnTo>
                    <a:pt x="40703" y="350"/>
                  </a:lnTo>
                  <a:lnTo>
                    <a:pt x="40937" y="178"/>
                  </a:lnTo>
                  <a:lnTo>
                    <a:pt x="41179" y="0"/>
                  </a:lnTo>
                  <a:lnTo>
                    <a:pt x="41564" y="514"/>
                  </a:lnTo>
                  <a:lnTo>
                    <a:pt x="42204" y="1371"/>
                  </a:lnTo>
                  <a:lnTo>
                    <a:pt x="43311" y="28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688690" y="3325394"/>
              <a:ext cx="64342" cy="78547"/>
            </a:xfrm>
            <a:custGeom>
              <a:avLst/>
              <a:pathLst>
                <a:path w="64342" h="78547">
                  <a:moveTo>
                    <a:pt x="51328" y="1418"/>
                  </a:moveTo>
                  <a:lnTo>
                    <a:pt x="51435" y="2423"/>
                  </a:lnTo>
                  <a:lnTo>
                    <a:pt x="51463" y="3271"/>
                  </a:lnTo>
                  <a:lnTo>
                    <a:pt x="51475" y="3657"/>
                  </a:lnTo>
                  <a:lnTo>
                    <a:pt x="51518" y="4350"/>
                  </a:lnTo>
                  <a:lnTo>
                    <a:pt x="51555" y="4928"/>
                  </a:lnTo>
                  <a:lnTo>
                    <a:pt x="51605" y="5866"/>
                  </a:lnTo>
                  <a:lnTo>
                    <a:pt x="51595" y="6090"/>
                  </a:lnTo>
                  <a:lnTo>
                    <a:pt x="51575" y="6544"/>
                  </a:lnTo>
                  <a:lnTo>
                    <a:pt x="51533" y="7467"/>
                  </a:lnTo>
                  <a:lnTo>
                    <a:pt x="51523" y="7681"/>
                  </a:lnTo>
                  <a:lnTo>
                    <a:pt x="51478" y="8690"/>
                  </a:lnTo>
                  <a:lnTo>
                    <a:pt x="51416" y="10058"/>
                  </a:lnTo>
                  <a:lnTo>
                    <a:pt x="51375" y="10967"/>
                  </a:lnTo>
                  <a:lnTo>
                    <a:pt x="51455" y="11730"/>
                  </a:lnTo>
                  <a:lnTo>
                    <a:pt x="51700" y="14071"/>
                  </a:lnTo>
                  <a:lnTo>
                    <a:pt x="52173" y="15499"/>
                  </a:lnTo>
                  <a:lnTo>
                    <a:pt x="52876" y="17618"/>
                  </a:lnTo>
                  <a:lnTo>
                    <a:pt x="54325" y="21984"/>
                  </a:lnTo>
                  <a:lnTo>
                    <a:pt x="54412" y="22248"/>
                  </a:lnTo>
                  <a:lnTo>
                    <a:pt x="54597" y="22799"/>
                  </a:lnTo>
                  <a:lnTo>
                    <a:pt x="55371" y="25103"/>
                  </a:lnTo>
                  <a:lnTo>
                    <a:pt x="55958" y="26851"/>
                  </a:lnTo>
                  <a:lnTo>
                    <a:pt x="56202" y="27576"/>
                  </a:lnTo>
                  <a:lnTo>
                    <a:pt x="56558" y="28636"/>
                  </a:lnTo>
                  <a:lnTo>
                    <a:pt x="56923" y="29723"/>
                  </a:lnTo>
                  <a:lnTo>
                    <a:pt x="57048" y="30096"/>
                  </a:lnTo>
                  <a:lnTo>
                    <a:pt x="57265" y="30743"/>
                  </a:lnTo>
                  <a:lnTo>
                    <a:pt x="57599" y="31736"/>
                  </a:lnTo>
                  <a:lnTo>
                    <a:pt x="57681" y="31982"/>
                  </a:lnTo>
                  <a:lnTo>
                    <a:pt x="57976" y="32859"/>
                  </a:lnTo>
                  <a:lnTo>
                    <a:pt x="57785" y="32840"/>
                  </a:lnTo>
                  <a:lnTo>
                    <a:pt x="57959" y="34652"/>
                  </a:lnTo>
                  <a:lnTo>
                    <a:pt x="58308" y="38286"/>
                  </a:lnTo>
                  <a:lnTo>
                    <a:pt x="58938" y="38254"/>
                  </a:lnTo>
                  <a:lnTo>
                    <a:pt x="58996" y="38484"/>
                  </a:lnTo>
                  <a:lnTo>
                    <a:pt x="59474" y="40358"/>
                  </a:lnTo>
                  <a:lnTo>
                    <a:pt x="59585" y="40792"/>
                  </a:lnTo>
                  <a:lnTo>
                    <a:pt x="59621" y="40935"/>
                  </a:lnTo>
                  <a:lnTo>
                    <a:pt x="59796" y="41117"/>
                  </a:lnTo>
                  <a:lnTo>
                    <a:pt x="60110" y="41445"/>
                  </a:lnTo>
                  <a:lnTo>
                    <a:pt x="60358" y="41704"/>
                  </a:lnTo>
                  <a:lnTo>
                    <a:pt x="61945" y="44749"/>
                  </a:lnTo>
                  <a:lnTo>
                    <a:pt x="62191" y="45059"/>
                  </a:lnTo>
                  <a:lnTo>
                    <a:pt x="63293" y="47136"/>
                  </a:lnTo>
                  <a:lnTo>
                    <a:pt x="63651" y="47811"/>
                  </a:lnTo>
                  <a:lnTo>
                    <a:pt x="63790" y="48058"/>
                  </a:lnTo>
                  <a:lnTo>
                    <a:pt x="64342" y="49240"/>
                  </a:lnTo>
                  <a:lnTo>
                    <a:pt x="58740" y="49343"/>
                  </a:lnTo>
                  <a:lnTo>
                    <a:pt x="53934" y="49933"/>
                  </a:lnTo>
                  <a:lnTo>
                    <a:pt x="54011" y="50702"/>
                  </a:lnTo>
                  <a:lnTo>
                    <a:pt x="52652" y="51035"/>
                  </a:lnTo>
                  <a:lnTo>
                    <a:pt x="52837" y="51311"/>
                  </a:lnTo>
                  <a:lnTo>
                    <a:pt x="53140" y="51766"/>
                  </a:lnTo>
                  <a:lnTo>
                    <a:pt x="53982" y="54398"/>
                  </a:lnTo>
                  <a:lnTo>
                    <a:pt x="54348" y="55541"/>
                  </a:lnTo>
                  <a:lnTo>
                    <a:pt x="54396" y="55688"/>
                  </a:lnTo>
                  <a:lnTo>
                    <a:pt x="53511" y="56008"/>
                  </a:lnTo>
                  <a:lnTo>
                    <a:pt x="53989" y="57144"/>
                  </a:lnTo>
                  <a:lnTo>
                    <a:pt x="54237" y="57591"/>
                  </a:lnTo>
                  <a:lnTo>
                    <a:pt x="55190" y="56931"/>
                  </a:lnTo>
                  <a:lnTo>
                    <a:pt x="55959" y="57687"/>
                  </a:lnTo>
                  <a:lnTo>
                    <a:pt x="57484" y="57956"/>
                  </a:lnTo>
                  <a:lnTo>
                    <a:pt x="58958" y="57649"/>
                  </a:lnTo>
                  <a:lnTo>
                    <a:pt x="59240" y="55213"/>
                  </a:lnTo>
                  <a:lnTo>
                    <a:pt x="62894" y="56052"/>
                  </a:lnTo>
                  <a:lnTo>
                    <a:pt x="59417" y="60586"/>
                  </a:lnTo>
                  <a:lnTo>
                    <a:pt x="59193" y="60878"/>
                  </a:lnTo>
                  <a:lnTo>
                    <a:pt x="59019" y="60812"/>
                  </a:lnTo>
                  <a:lnTo>
                    <a:pt x="58744" y="60707"/>
                  </a:lnTo>
                  <a:lnTo>
                    <a:pt x="58320" y="61582"/>
                  </a:lnTo>
                  <a:lnTo>
                    <a:pt x="58176" y="61878"/>
                  </a:lnTo>
                  <a:lnTo>
                    <a:pt x="58067" y="62103"/>
                  </a:lnTo>
                  <a:lnTo>
                    <a:pt x="57868" y="62639"/>
                  </a:lnTo>
                  <a:lnTo>
                    <a:pt x="57412" y="63862"/>
                  </a:lnTo>
                  <a:lnTo>
                    <a:pt x="56904" y="64424"/>
                  </a:lnTo>
                  <a:lnTo>
                    <a:pt x="56173" y="64629"/>
                  </a:lnTo>
                  <a:lnTo>
                    <a:pt x="55408" y="64912"/>
                  </a:lnTo>
                  <a:lnTo>
                    <a:pt x="55329" y="66193"/>
                  </a:lnTo>
                  <a:lnTo>
                    <a:pt x="54345" y="66030"/>
                  </a:lnTo>
                  <a:lnTo>
                    <a:pt x="53665" y="65876"/>
                  </a:lnTo>
                  <a:lnTo>
                    <a:pt x="53346" y="65773"/>
                  </a:lnTo>
                  <a:lnTo>
                    <a:pt x="52473" y="65492"/>
                  </a:lnTo>
                  <a:lnTo>
                    <a:pt x="51812" y="65546"/>
                  </a:lnTo>
                  <a:lnTo>
                    <a:pt x="51578" y="65707"/>
                  </a:lnTo>
                  <a:lnTo>
                    <a:pt x="51248" y="65953"/>
                  </a:lnTo>
                  <a:lnTo>
                    <a:pt x="50135" y="66872"/>
                  </a:lnTo>
                  <a:lnTo>
                    <a:pt x="49820" y="67133"/>
                  </a:lnTo>
                  <a:lnTo>
                    <a:pt x="49183" y="67908"/>
                  </a:lnTo>
                  <a:lnTo>
                    <a:pt x="48936" y="68209"/>
                  </a:lnTo>
                  <a:lnTo>
                    <a:pt x="48679" y="68569"/>
                  </a:lnTo>
                  <a:lnTo>
                    <a:pt x="48830" y="69206"/>
                  </a:lnTo>
                  <a:lnTo>
                    <a:pt x="49103" y="69184"/>
                  </a:lnTo>
                  <a:lnTo>
                    <a:pt x="50930" y="69038"/>
                  </a:lnTo>
                  <a:lnTo>
                    <a:pt x="51128" y="69089"/>
                  </a:lnTo>
                  <a:lnTo>
                    <a:pt x="51488" y="70754"/>
                  </a:lnTo>
                  <a:lnTo>
                    <a:pt x="49419" y="71020"/>
                  </a:lnTo>
                  <a:lnTo>
                    <a:pt x="49206" y="71097"/>
                  </a:lnTo>
                  <a:lnTo>
                    <a:pt x="47358" y="72644"/>
                  </a:lnTo>
                  <a:lnTo>
                    <a:pt x="45257" y="74310"/>
                  </a:lnTo>
                  <a:lnTo>
                    <a:pt x="44619" y="74816"/>
                  </a:lnTo>
                  <a:lnTo>
                    <a:pt x="41394" y="77644"/>
                  </a:lnTo>
                  <a:lnTo>
                    <a:pt x="40365" y="78547"/>
                  </a:lnTo>
                  <a:lnTo>
                    <a:pt x="39224" y="77871"/>
                  </a:lnTo>
                  <a:lnTo>
                    <a:pt x="37629" y="76927"/>
                  </a:lnTo>
                  <a:lnTo>
                    <a:pt x="36306" y="76143"/>
                  </a:lnTo>
                  <a:lnTo>
                    <a:pt x="35966" y="76009"/>
                  </a:lnTo>
                  <a:lnTo>
                    <a:pt x="34879" y="75578"/>
                  </a:lnTo>
                  <a:lnTo>
                    <a:pt x="31814" y="74364"/>
                  </a:lnTo>
                  <a:lnTo>
                    <a:pt x="31871" y="75734"/>
                  </a:lnTo>
                  <a:lnTo>
                    <a:pt x="30794" y="75806"/>
                  </a:lnTo>
                  <a:lnTo>
                    <a:pt x="29033" y="75923"/>
                  </a:lnTo>
                  <a:lnTo>
                    <a:pt x="28644" y="75954"/>
                  </a:lnTo>
                  <a:lnTo>
                    <a:pt x="23461" y="76373"/>
                  </a:lnTo>
                  <a:lnTo>
                    <a:pt x="21091" y="76206"/>
                  </a:lnTo>
                  <a:lnTo>
                    <a:pt x="18821" y="75739"/>
                  </a:lnTo>
                  <a:lnTo>
                    <a:pt x="17231" y="75148"/>
                  </a:lnTo>
                  <a:lnTo>
                    <a:pt x="16481" y="74771"/>
                  </a:lnTo>
                  <a:lnTo>
                    <a:pt x="15415" y="74232"/>
                  </a:lnTo>
                  <a:lnTo>
                    <a:pt x="14427" y="73217"/>
                  </a:lnTo>
                  <a:lnTo>
                    <a:pt x="13827" y="72490"/>
                  </a:lnTo>
                  <a:lnTo>
                    <a:pt x="13199" y="71668"/>
                  </a:lnTo>
                  <a:lnTo>
                    <a:pt x="12734" y="70954"/>
                  </a:lnTo>
                  <a:lnTo>
                    <a:pt x="12504" y="70600"/>
                  </a:lnTo>
                  <a:lnTo>
                    <a:pt x="12398" y="70408"/>
                  </a:lnTo>
                  <a:lnTo>
                    <a:pt x="12024" y="69724"/>
                  </a:lnTo>
                  <a:lnTo>
                    <a:pt x="11964" y="69573"/>
                  </a:lnTo>
                  <a:lnTo>
                    <a:pt x="9292" y="62850"/>
                  </a:lnTo>
                  <a:lnTo>
                    <a:pt x="6805" y="56069"/>
                  </a:lnTo>
                  <a:lnTo>
                    <a:pt x="6653" y="55655"/>
                  </a:lnTo>
                  <a:lnTo>
                    <a:pt x="6540" y="55348"/>
                  </a:lnTo>
                  <a:lnTo>
                    <a:pt x="6513" y="54975"/>
                  </a:lnTo>
                  <a:lnTo>
                    <a:pt x="6431" y="53833"/>
                  </a:lnTo>
                  <a:lnTo>
                    <a:pt x="6405" y="53472"/>
                  </a:lnTo>
                  <a:lnTo>
                    <a:pt x="6341" y="52987"/>
                  </a:lnTo>
                  <a:lnTo>
                    <a:pt x="6273" y="52468"/>
                  </a:lnTo>
                  <a:lnTo>
                    <a:pt x="6227" y="51917"/>
                  </a:lnTo>
                  <a:lnTo>
                    <a:pt x="6199" y="51578"/>
                  </a:lnTo>
                  <a:lnTo>
                    <a:pt x="6180" y="51348"/>
                  </a:lnTo>
                  <a:lnTo>
                    <a:pt x="6374" y="48535"/>
                  </a:lnTo>
                  <a:lnTo>
                    <a:pt x="6394" y="48251"/>
                  </a:lnTo>
                  <a:lnTo>
                    <a:pt x="6640" y="46810"/>
                  </a:lnTo>
                  <a:lnTo>
                    <a:pt x="7098" y="44139"/>
                  </a:lnTo>
                  <a:lnTo>
                    <a:pt x="7138" y="43906"/>
                  </a:lnTo>
                  <a:lnTo>
                    <a:pt x="7184" y="43637"/>
                  </a:lnTo>
                  <a:lnTo>
                    <a:pt x="7889" y="40241"/>
                  </a:lnTo>
                  <a:lnTo>
                    <a:pt x="8005" y="39122"/>
                  </a:lnTo>
                  <a:lnTo>
                    <a:pt x="8038" y="38807"/>
                  </a:lnTo>
                  <a:lnTo>
                    <a:pt x="8092" y="38280"/>
                  </a:lnTo>
                  <a:lnTo>
                    <a:pt x="8192" y="37249"/>
                  </a:lnTo>
                  <a:lnTo>
                    <a:pt x="8252" y="35754"/>
                  </a:lnTo>
                  <a:lnTo>
                    <a:pt x="8295" y="34687"/>
                  </a:lnTo>
                  <a:lnTo>
                    <a:pt x="8273" y="32593"/>
                  </a:lnTo>
                  <a:lnTo>
                    <a:pt x="7901" y="30159"/>
                  </a:lnTo>
                  <a:lnTo>
                    <a:pt x="7675" y="28684"/>
                  </a:lnTo>
                  <a:lnTo>
                    <a:pt x="7056" y="25992"/>
                  </a:lnTo>
                  <a:lnTo>
                    <a:pt x="6391" y="24173"/>
                  </a:lnTo>
                  <a:lnTo>
                    <a:pt x="6249" y="23783"/>
                  </a:lnTo>
                  <a:lnTo>
                    <a:pt x="6106" y="23391"/>
                  </a:lnTo>
                  <a:lnTo>
                    <a:pt x="5869" y="22743"/>
                  </a:lnTo>
                  <a:lnTo>
                    <a:pt x="5753" y="22425"/>
                  </a:lnTo>
                  <a:lnTo>
                    <a:pt x="4251" y="18393"/>
                  </a:lnTo>
                  <a:lnTo>
                    <a:pt x="3187" y="15536"/>
                  </a:lnTo>
                  <a:lnTo>
                    <a:pt x="2432" y="13509"/>
                  </a:lnTo>
                  <a:lnTo>
                    <a:pt x="2343" y="13272"/>
                  </a:lnTo>
                  <a:lnTo>
                    <a:pt x="0" y="6859"/>
                  </a:lnTo>
                  <a:lnTo>
                    <a:pt x="211" y="6798"/>
                  </a:lnTo>
                  <a:lnTo>
                    <a:pt x="5084" y="5400"/>
                  </a:lnTo>
                  <a:lnTo>
                    <a:pt x="5288" y="5350"/>
                  </a:lnTo>
                  <a:lnTo>
                    <a:pt x="6449" y="5067"/>
                  </a:lnTo>
                  <a:lnTo>
                    <a:pt x="10250" y="4141"/>
                  </a:lnTo>
                  <a:lnTo>
                    <a:pt x="12795" y="3520"/>
                  </a:lnTo>
                  <a:lnTo>
                    <a:pt x="13814" y="3305"/>
                  </a:lnTo>
                  <a:lnTo>
                    <a:pt x="16246" y="2792"/>
                  </a:lnTo>
                  <a:lnTo>
                    <a:pt x="17308" y="2570"/>
                  </a:lnTo>
                  <a:lnTo>
                    <a:pt x="21554" y="2110"/>
                  </a:lnTo>
                  <a:lnTo>
                    <a:pt x="24834" y="1727"/>
                  </a:lnTo>
                  <a:lnTo>
                    <a:pt x="26234" y="1563"/>
                  </a:lnTo>
                  <a:lnTo>
                    <a:pt x="26929" y="1430"/>
                  </a:lnTo>
                  <a:lnTo>
                    <a:pt x="29250" y="985"/>
                  </a:lnTo>
                  <a:lnTo>
                    <a:pt x="30382" y="768"/>
                  </a:lnTo>
                  <a:lnTo>
                    <a:pt x="30848" y="679"/>
                  </a:lnTo>
                  <a:lnTo>
                    <a:pt x="33655" y="640"/>
                  </a:lnTo>
                  <a:lnTo>
                    <a:pt x="36213" y="1107"/>
                  </a:lnTo>
                  <a:lnTo>
                    <a:pt x="36885" y="1230"/>
                  </a:lnTo>
                  <a:lnTo>
                    <a:pt x="40001" y="1978"/>
                  </a:lnTo>
                  <a:lnTo>
                    <a:pt x="41033" y="2145"/>
                  </a:lnTo>
                  <a:lnTo>
                    <a:pt x="44941" y="1328"/>
                  </a:lnTo>
                  <a:lnTo>
                    <a:pt x="46015" y="1103"/>
                  </a:lnTo>
                  <a:lnTo>
                    <a:pt x="47317" y="816"/>
                  </a:lnTo>
                  <a:lnTo>
                    <a:pt x="50552" y="103"/>
                  </a:lnTo>
                  <a:lnTo>
                    <a:pt x="51176" y="0"/>
                  </a:lnTo>
                  <a:lnTo>
                    <a:pt x="51229" y="4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527537" y="3291207"/>
              <a:ext cx="169447" cy="114787"/>
            </a:xfrm>
            <a:custGeom>
              <a:avLst/>
              <a:pathLst>
                <a:path w="169447" h="114787">
                  <a:moveTo>
                    <a:pt x="66568" y="33451"/>
                  </a:moveTo>
                  <a:lnTo>
                    <a:pt x="66758" y="33743"/>
                  </a:lnTo>
                  <a:lnTo>
                    <a:pt x="69139" y="32458"/>
                  </a:lnTo>
                  <a:lnTo>
                    <a:pt x="74031" y="29818"/>
                  </a:lnTo>
                  <a:lnTo>
                    <a:pt x="74620" y="29501"/>
                  </a:lnTo>
                  <a:lnTo>
                    <a:pt x="74967" y="29296"/>
                  </a:lnTo>
                  <a:lnTo>
                    <a:pt x="80953" y="25770"/>
                  </a:lnTo>
                  <a:lnTo>
                    <a:pt x="81213" y="25617"/>
                  </a:lnTo>
                  <a:lnTo>
                    <a:pt x="82367" y="24909"/>
                  </a:lnTo>
                  <a:lnTo>
                    <a:pt x="86955" y="22092"/>
                  </a:lnTo>
                  <a:lnTo>
                    <a:pt x="87685" y="21644"/>
                  </a:lnTo>
                  <a:lnTo>
                    <a:pt x="89556" y="20540"/>
                  </a:lnTo>
                  <a:lnTo>
                    <a:pt x="93157" y="18414"/>
                  </a:lnTo>
                  <a:lnTo>
                    <a:pt x="99590" y="14616"/>
                  </a:lnTo>
                  <a:lnTo>
                    <a:pt x="100096" y="14317"/>
                  </a:lnTo>
                  <a:lnTo>
                    <a:pt x="104134" y="12043"/>
                  </a:lnTo>
                  <a:lnTo>
                    <a:pt x="104804" y="11665"/>
                  </a:lnTo>
                  <a:lnTo>
                    <a:pt x="105593" y="11221"/>
                  </a:lnTo>
                  <a:lnTo>
                    <a:pt x="106413" y="10759"/>
                  </a:lnTo>
                  <a:lnTo>
                    <a:pt x="106991" y="11876"/>
                  </a:lnTo>
                  <a:lnTo>
                    <a:pt x="107153" y="12189"/>
                  </a:lnTo>
                  <a:lnTo>
                    <a:pt x="112251" y="22050"/>
                  </a:lnTo>
                  <a:lnTo>
                    <a:pt x="112678" y="22872"/>
                  </a:lnTo>
                  <a:lnTo>
                    <a:pt x="116428" y="30085"/>
                  </a:lnTo>
                  <a:lnTo>
                    <a:pt x="116595" y="30406"/>
                  </a:lnTo>
                  <a:lnTo>
                    <a:pt x="116779" y="30760"/>
                  </a:lnTo>
                  <a:lnTo>
                    <a:pt x="117370" y="31898"/>
                  </a:lnTo>
                  <a:lnTo>
                    <a:pt x="117469" y="32088"/>
                  </a:lnTo>
                  <a:lnTo>
                    <a:pt x="117643" y="32423"/>
                  </a:lnTo>
                  <a:lnTo>
                    <a:pt x="117716" y="32563"/>
                  </a:lnTo>
                  <a:lnTo>
                    <a:pt x="119001" y="35035"/>
                  </a:lnTo>
                  <a:lnTo>
                    <a:pt x="119208" y="35440"/>
                  </a:lnTo>
                  <a:lnTo>
                    <a:pt x="119618" y="35295"/>
                  </a:lnTo>
                  <a:lnTo>
                    <a:pt x="125482" y="33213"/>
                  </a:lnTo>
                  <a:lnTo>
                    <a:pt x="125650" y="33153"/>
                  </a:lnTo>
                  <a:lnTo>
                    <a:pt x="135862" y="29527"/>
                  </a:lnTo>
                  <a:lnTo>
                    <a:pt x="136142" y="29428"/>
                  </a:lnTo>
                  <a:lnTo>
                    <a:pt x="147959" y="25232"/>
                  </a:lnTo>
                  <a:lnTo>
                    <a:pt x="153941" y="23108"/>
                  </a:lnTo>
                  <a:lnTo>
                    <a:pt x="154197" y="23017"/>
                  </a:lnTo>
                  <a:lnTo>
                    <a:pt x="154845" y="24783"/>
                  </a:lnTo>
                  <a:lnTo>
                    <a:pt x="155327" y="26098"/>
                  </a:lnTo>
                  <a:lnTo>
                    <a:pt x="155460" y="26459"/>
                  </a:lnTo>
                  <a:lnTo>
                    <a:pt x="155949" y="27793"/>
                  </a:lnTo>
                  <a:lnTo>
                    <a:pt x="156014" y="27971"/>
                  </a:lnTo>
                  <a:lnTo>
                    <a:pt x="156387" y="28985"/>
                  </a:lnTo>
                  <a:lnTo>
                    <a:pt x="156441" y="29133"/>
                  </a:lnTo>
                  <a:lnTo>
                    <a:pt x="160844" y="41134"/>
                  </a:lnTo>
                  <a:lnTo>
                    <a:pt x="161152" y="41045"/>
                  </a:lnTo>
                  <a:lnTo>
                    <a:pt x="163496" y="47458"/>
                  </a:lnTo>
                  <a:lnTo>
                    <a:pt x="163615" y="47778"/>
                  </a:lnTo>
                  <a:lnTo>
                    <a:pt x="164343" y="49733"/>
                  </a:lnTo>
                  <a:lnTo>
                    <a:pt x="165404" y="52580"/>
                  </a:lnTo>
                  <a:lnTo>
                    <a:pt x="166905" y="56612"/>
                  </a:lnTo>
                  <a:lnTo>
                    <a:pt x="167022" y="56930"/>
                  </a:lnTo>
                  <a:lnTo>
                    <a:pt x="167258" y="57578"/>
                  </a:lnTo>
                  <a:lnTo>
                    <a:pt x="167402" y="57970"/>
                  </a:lnTo>
                  <a:lnTo>
                    <a:pt x="167544" y="58360"/>
                  </a:lnTo>
                  <a:lnTo>
                    <a:pt x="168209" y="60179"/>
                  </a:lnTo>
                  <a:lnTo>
                    <a:pt x="168828" y="62870"/>
                  </a:lnTo>
                  <a:lnTo>
                    <a:pt x="169054" y="64345"/>
                  </a:lnTo>
                  <a:lnTo>
                    <a:pt x="169426" y="66780"/>
                  </a:lnTo>
                  <a:lnTo>
                    <a:pt x="169447" y="68873"/>
                  </a:lnTo>
                  <a:lnTo>
                    <a:pt x="169405" y="69941"/>
                  </a:lnTo>
                  <a:lnTo>
                    <a:pt x="169341" y="71543"/>
                  </a:lnTo>
                  <a:lnTo>
                    <a:pt x="169245" y="72467"/>
                  </a:lnTo>
                  <a:lnTo>
                    <a:pt x="169190" y="72993"/>
                  </a:lnTo>
                  <a:lnTo>
                    <a:pt x="169158" y="73309"/>
                  </a:lnTo>
                  <a:lnTo>
                    <a:pt x="169042" y="74427"/>
                  </a:lnTo>
                  <a:lnTo>
                    <a:pt x="168337" y="77824"/>
                  </a:lnTo>
                  <a:lnTo>
                    <a:pt x="168291" y="78092"/>
                  </a:lnTo>
                  <a:lnTo>
                    <a:pt x="168251" y="78325"/>
                  </a:lnTo>
                  <a:lnTo>
                    <a:pt x="167793" y="80996"/>
                  </a:lnTo>
                  <a:lnTo>
                    <a:pt x="167546" y="82438"/>
                  </a:lnTo>
                  <a:lnTo>
                    <a:pt x="167527" y="82721"/>
                  </a:lnTo>
                  <a:lnTo>
                    <a:pt x="167333" y="85535"/>
                  </a:lnTo>
                  <a:lnTo>
                    <a:pt x="167352" y="85765"/>
                  </a:lnTo>
                  <a:lnTo>
                    <a:pt x="167380" y="86103"/>
                  </a:lnTo>
                  <a:lnTo>
                    <a:pt x="167426" y="86655"/>
                  </a:lnTo>
                  <a:lnTo>
                    <a:pt x="167511" y="87300"/>
                  </a:lnTo>
                  <a:lnTo>
                    <a:pt x="167558" y="87658"/>
                  </a:lnTo>
                  <a:lnTo>
                    <a:pt x="167215" y="87782"/>
                  </a:lnTo>
                  <a:lnTo>
                    <a:pt x="166243" y="88132"/>
                  </a:lnTo>
                  <a:lnTo>
                    <a:pt x="152877" y="92952"/>
                  </a:lnTo>
                  <a:lnTo>
                    <a:pt x="151255" y="93693"/>
                  </a:lnTo>
                  <a:lnTo>
                    <a:pt x="150267" y="94145"/>
                  </a:lnTo>
                  <a:lnTo>
                    <a:pt x="150008" y="94262"/>
                  </a:lnTo>
                  <a:lnTo>
                    <a:pt x="149616" y="94522"/>
                  </a:lnTo>
                  <a:lnTo>
                    <a:pt x="149239" y="94771"/>
                  </a:lnTo>
                  <a:lnTo>
                    <a:pt x="144638" y="97809"/>
                  </a:lnTo>
                  <a:lnTo>
                    <a:pt x="140357" y="100635"/>
                  </a:lnTo>
                  <a:lnTo>
                    <a:pt x="140217" y="100727"/>
                  </a:lnTo>
                  <a:lnTo>
                    <a:pt x="136013" y="103503"/>
                  </a:lnTo>
                  <a:lnTo>
                    <a:pt x="135727" y="103692"/>
                  </a:lnTo>
                  <a:lnTo>
                    <a:pt x="131765" y="106308"/>
                  </a:lnTo>
                  <a:lnTo>
                    <a:pt x="131480" y="106496"/>
                  </a:lnTo>
                  <a:lnTo>
                    <a:pt x="130926" y="106861"/>
                  </a:lnTo>
                  <a:lnTo>
                    <a:pt x="129512" y="107795"/>
                  </a:lnTo>
                  <a:lnTo>
                    <a:pt x="126768" y="109607"/>
                  </a:lnTo>
                  <a:lnTo>
                    <a:pt x="123611" y="111666"/>
                  </a:lnTo>
                  <a:lnTo>
                    <a:pt x="123248" y="111806"/>
                  </a:lnTo>
                  <a:lnTo>
                    <a:pt x="120304" y="112935"/>
                  </a:lnTo>
                  <a:lnTo>
                    <a:pt x="119607" y="113101"/>
                  </a:lnTo>
                  <a:lnTo>
                    <a:pt x="119355" y="113161"/>
                  </a:lnTo>
                  <a:lnTo>
                    <a:pt x="119002" y="113260"/>
                  </a:lnTo>
                  <a:lnTo>
                    <a:pt x="118478" y="113408"/>
                  </a:lnTo>
                  <a:lnTo>
                    <a:pt x="116769" y="113889"/>
                  </a:lnTo>
                  <a:lnTo>
                    <a:pt x="114348" y="114263"/>
                  </a:lnTo>
                  <a:lnTo>
                    <a:pt x="110943" y="114787"/>
                  </a:lnTo>
                  <a:lnTo>
                    <a:pt x="110907" y="114277"/>
                  </a:lnTo>
                  <a:lnTo>
                    <a:pt x="110521" y="108762"/>
                  </a:lnTo>
                  <a:lnTo>
                    <a:pt x="110401" y="107056"/>
                  </a:lnTo>
                  <a:lnTo>
                    <a:pt x="109878" y="104577"/>
                  </a:lnTo>
                  <a:lnTo>
                    <a:pt x="109531" y="102934"/>
                  </a:lnTo>
                  <a:lnTo>
                    <a:pt x="109387" y="102250"/>
                  </a:lnTo>
                  <a:lnTo>
                    <a:pt x="107304" y="96856"/>
                  </a:lnTo>
                  <a:lnTo>
                    <a:pt x="106640" y="95749"/>
                  </a:lnTo>
                  <a:lnTo>
                    <a:pt x="103871" y="91134"/>
                  </a:lnTo>
                  <a:lnTo>
                    <a:pt x="103664" y="90790"/>
                  </a:lnTo>
                  <a:lnTo>
                    <a:pt x="103299" y="90181"/>
                  </a:lnTo>
                  <a:lnTo>
                    <a:pt x="97373" y="81023"/>
                  </a:lnTo>
                  <a:lnTo>
                    <a:pt x="97246" y="80826"/>
                  </a:lnTo>
                  <a:lnTo>
                    <a:pt x="96946" y="80362"/>
                  </a:lnTo>
                  <a:lnTo>
                    <a:pt x="96488" y="79655"/>
                  </a:lnTo>
                  <a:lnTo>
                    <a:pt x="94030" y="75857"/>
                  </a:lnTo>
                  <a:lnTo>
                    <a:pt x="91143" y="71395"/>
                  </a:lnTo>
                  <a:lnTo>
                    <a:pt x="86690" y="64514"/>
                  </a:lnTo>
                  <a:lnTo>
                    <a:pt x="83799" y="60044"/>
                  </a:lnTo>
                  <a:lnTo>
                    <a:pt x="83439" y="59489"/>
                  </a:lnTo>
                  <a:lnTo>
                    <a:pt x="81628" y="60644"/>
                  </a:lnTo>
                  <a:lnTo>
                    <a:pt x="81173" y="60935"/>
                  </a:lnTo>
                  <a:lnTo>
                    <a:pt x="77603" y="63211"/>
                  </a:lnTo>
                  <a:lnTo>
                    <a:pt x="77520" y="63083"/>
                  </a:lnTo>
                  <a:lnTo>
                    <a:pt x="75862" y="64175"/>
                  </a:lnTo>
                  <a:lnTo>
                    <a:pt x="75716" y="64272"/>
                  </a:lnTo>
                  <a:lnTo>
                    <a:pt x="72592" y="66167"/>
                  </a:lnTo>
                  <a:lnTo>
                    <a:pt x="70482" y="67262"/>
                  </a:lnTo>
                  <a:lnTo>
                    <a:pt x="69308" y="67763"/>
                  </a:lnTo>
                  <a:lnTo>
                    <a:pt x="68667" y="68036"/>
                  </a:lnTo>
                  <a:lnTo>
                    <a:pt x="66463" y="68453"/>
                  </a:lnTo>
                  <a:lnTo>
                    <a:pt x="63078" y="68436"/>
                  </a:lnTo>
                  <a:lnTo>
                    <a:pt x="59511" y="67906"/>
                  </a:lnTo>
                  <a:lnTo>
                    <a:pt x="54081" y="67099"/>
                  </a:lnTo>
                  <a:lnTo>
                    <a:pt x="53368" y="67008"/>
                  </a:lnTo>
                  <a:lnTo>
                    <a:pt x="52146" y="67094"/>
                  </a:lnTo>
                  <a:lnTo>
                    <a:pt x="51103" y="67359"/>
                  </a:lnTo>
                  <a:lnTo>
                    <a:pt x="50001" y="68000"/>
                  </a:lnTo>
                  <a:lnTo>
                    <a:pt x="49301" y="68794"/>
                  </a:lnTo>
                  <a:lnTo>
                    <a:pt x="49096" y="69230"/>
                  </a:lnTo>
                  <a:lnTo>
                    <a:pt x="48913" y="66514"/>
                  </a:lnTo>
                  <a:lnTo>
                    <a:pt x="48378" y="64272"/>
                  </a:lnTo>
                  <a:lnTo>
                    <a:pt x="47899" y="62835"/>
                  </a:lnTo>
                  <a:lnTo>
                    <a:pt x="43005" y="52306"/>
                  </a:lnTo>
                  <a:lnTo>
                    <a:pt x="40639" y="47217"/>
                  </a:lnTo>
                  <a:lnTo>
                    <a:pt x="40162" y="46191"/>
                  </a:lnTo>
                  <a:lnTo>
                    <a:pt x="39667" y="45224"/>
                  </a:lnTo>
                  <a:lnTo>
                    <a:pt x="25568" y="51897"/>
                  </a:lnTo>
                  <a:lnTo>
                    <a:pt x="25292" y="52024"/>
                  </a:lnTo>
                  <a:lnTo>
                    <a:pt x="21996" y="53427"/>
                  </a:lnTo>
                  <a:lnTo>
                    <a:pt x="20561" y="53828"/>
                  </a:lnTo>
                  <a:lnTo>
                    <a:pt x="19360" y="53961"/>
                  </a:lnTo>
                  <a:lnTo>
                    <a:pt x="17090" y="53861"/>
                  </a:lnTo>
                  <a:lnTo>
                    <a:pt x="14801" y="53040"/>
                  </a:lnTo>
                  <a:lnTo>
                    <a:pt x="13752" y="52359"/>
                  </a:lnTo>
                  <a:lnTo>
                    <a:pt x="12050" y="50957"/>
                  </a:lnTo>
                  <a:lnTo>
                    <a:pt x="11146" y="49530"/>
                  </a:lnTo>
                  <a:lnTo>
                    <a:pt x="9964" y="46815"/>
                  </a:lnTo>
                  <a:lnTo>
                    <a:pt x="8737" y="47193"/>
                  </a:lnTo>
                  <a:lnTo>
                    <a:pt x="8154" y="45399"/>
                  </a:lnTo>
                  <a:lnTo>
                    <a:pt x="5451" y="37084"/>
                  </a:lnTo>
                  <a:lnTo>
                    <a:pt x="1714" y="25589"/>
                  </a:lnTo>
                  <a:lnTo>
                    <a:pt x="0" y="20316"/>
                  </a:lnTo>
                  <a:lnTo>
                    <a:pt x="619" y="20115"/>
                  </a:lnTo>
                  <a:lnTo>
                    <a:pt x="6916" y="18073"/>
                  </a:lnTo>
                  <a:lnTo>
                    <a:pt x="12713" y="16193"/>
                  </a:lnTo>
                  <a:lnTo>
                    <a:pt x="18571" y="14293"/>
                  </a:lnTo>
                  <a:lnTo>
                    <a:pt x="23292" y="12762"/>
                  </a:lnTo>
                  <a:lnTo>
                    <a:pt x="23735" y="12508"/>
                  </a:lnTo>
                  <a:lnTo>
                    <a:pt x="24701" y="11954"/>
                  </a:lnTo>
                  <a:lnTo>
                    <a:pt x="27542" y="10324"/>
                  </a:lnTo>
                  <a:lnTo>
                    <a:pt x="28533" y="9756"/>
                  </a:lnTo>
                  <a:lnTo>
                    <a:pt x="34648" y="6248"/>
                  </a:lnTo>
                  <a:lnTo>
                    <a:pt x="37669" y="4515"/>
                  </a:lnTo>
                  <a:lnTo>
                    <a:pt x="40872" y="2678"/>
                  </a:lnTo>
                  <a:lnTo>
                    <a:pt x="44972" y="326"/>
                  </a:lnTo>
                  <a:lnTo>
                    <a:pt x="45542" y="0"/>
                  </a:lnTo>
                  <a:lnTo>
                    <a:pt x="49091" y="5646"/>
                  </a:lnTo>
                  <a:lnTo>
                    <a:pt x="52516" y="11095"/>
                  </a:lnTo>
                  <a:lnTo>
                    <a:pt x="58088" y="19961"/>
                  </a:lnTo>
                  <a:lnTo>
                    <a:pt x="63208" y="28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567884" y="3250594"/>
              <a:ext cx="127389" cy="76054"/>
            </a:xfrm>
            <a:custGeom>
              <a:avLst/>
              <a:pathLst>
                <a:path w="127389" h="76054">
                  <a:moveTo>
                    <a:pt x="126599" y="27257"/>
                  </a:moveTo>
                  <a:lnTo>
                    <a:pt x="126822" y="27772"/>
                  </a:lnTo>
                  <a:lnTo>
                    <a:pt x="127214" y="28673"/>
                  </a:lnTo>
                  <a:lnTo>
                    <a:pt x="127389" y="29132"/>
                  </a:lnTo>
                  <a:lnTo>
                    <a:pt x="126205" y="29366"/>
                  </a:lnTo>
                  <a:lnTo>
                    <a:pt x="125853" y="29436"/>
                  </a:lnTo>
                  <a:lnTo>
                    <a:pt x="121897" y="30874"/>
                  </a:lnTo>
                  <a:lnTo>
                    <a:pt x="121733" y="30934"/>
                  </a:lnTo>
                  <a:lnTo>
                    <a:pt x="121484" y="31024"/>
                  </a:lnTo>
                  <a:lnTo>
                    <a:pt x="120819" y="31266"/>
                  </a:lnTo>
                  <a:lnTo>
                    <a:pt x="119840" y="31622"/>
                  </a:lnTo>
                  <a:lnTo>
                    <a:pt x="119585" y="31714"/>
                  </a:lnTo>
                  <a:lnTo>
                    <a:pt x="116882" y="32697"/>
                  </a:lnTo>
                  <a:lnTo>
                    <a:pt x="116613" y="32795"/>
                  </a:lnTo>
                  <a:lnTo>
                    <a:pt x="116387" y="32877"/>
                  </a:lnTo>
                  <a:lnTo>
                    <a:pt x="116191" y="32950"/>
                  </a:lnTo>
                  <a:lnTo>
                    <a:pt x="116006" y="33018"/>
                  </a:lnTo>
                  <a:lnTo>
                    <a:pt x="115446" y="33226"/>
                  </a:lnTo>
                  <a:lnTo>
                    <a:pt x="115042" y="33375"/>
                  </a:lnTo>
                  <a:lnTo>
                    <a:pt x="114896" y="33430"/>
                  </a:lnTo>
                  <a:lnTo>
                    <a:pt x="110711" y="34980"/>
                  </a:lnTo>
                  <a:lnTo>
                    <a:pt x="110558" y="35037"/>
                  </a:lnTo>
                  <a:lnTo>
                    <a:pt x="109040" y="35599"/>
                  </a:lnTo>
                  <a:lnTo>
                    <a:pt x="105790" y="36804"/>
                  </a:lnTo>
                  <a:lnTo>
                    <a:pt x="104220" y="37386"/>
                  </a:lnTo>
                  <a:lnTo>
                    <a:pt x="104059" y="37445"/>
                  </a:lnTo>
                  <a:lnTo>
                    <a:pt x="104426" y="38371"/>
                  </a:lnTo>
                  <a:lnTo>
                    <a:pt x="106471" y="43520"/>
                  </a:lnTo>
                  <a:lnTo>
                    <a:pt x="111650" y="57636"/>
                  </a:lnTo>
                  <a:lnTo>
                    <a:pt x="111755" y="57921"/>
                  </a:lnTo>
                  <a:lnTo>
                    <a:pt x="113850" y="63631"/>
                  </a:lnTo>
                  <a:lnTo>
                    <a:pt x="113594" y="63721"/>
                  </a:lnTo>
                  <a:lnTo>
                    <a:pt x="107612" y="65845"/>
                  </a:lnTo>
                  <a:lnTo>
                    <a:pt x="95795" y="70041"/>
                  </a:lnTo>
                  <a:lnTo>
                    <a:pt x="95515" y="70141"/>
                  </a:lnTo>
                  <a:lnTo>
                    <a:pt x="85303" y="73767"/>
                  </a:lnTo>
                  <a:lnTo>
                    <a:pt x="85135" y="73826"/>
                  </a:lnTo>
                  <a:lnTo>
                    <a:pt x="79222" y="75926"/>
                  </a:lnTo>
                  <a:lnTo>
                    <a:pt x="78861" y="76054"/>
                  </a:lnTo>
                  <a:lnTo>
                    <a:pt x="78654" y="75649"/>
                  </a:lnTo>
                  <a:lnTo>
                    <a:pt x="77369" y="73176"/>
                  </a:lnTo>
                  <a:lnTo>
                    <a:pt x="77296" y="73037"/>
                  </a:lnTo>
                  <a:lnTo>
                    <a:pt x="77122" y="72702"/>
                  </a:lnTo>
                  <a:lnTo>
                    <a:pt x="77023" y="72511"/>
                  </a:lnTo>
                  <a:lnTo>
                    <a:pt x="76404" y="71321"/>
                  </a:lnTo>
                  <a:lnTo>
                    <a:pt x="76248" y="71020"/>
                  </a:lnTo>
                  <a:lnTo>
                    <a:pt x="76081" y="70699"/>
                  </a:lnTo>
                  <a:lnTo>
                    <a:pt x="72331" y="63486"/>
                  </a:lnTo>
                  <a:lnTo>
                    <a:pt x="71894" y="62644"/>
                  </a:lnTo>
                  <a:lnTo>
                    <a:pt x="66806" y="52803"/>
                  </a:lnTo>
                  <a:lnTo>
                    <a:pt x="66644" y="52490"/>
                  </a:lnTo>
                  <a:lnTo>
                    <a:pt x="66066" y="51372"/>
                  </a:lnTo>
                  <a:lnTo>
                    <a:pt x="65246" y="51834"/>
                  </a:lnTo>
                  <a:lnTo>
                    <a:pt x="64457" y="52279"/>
                  </a:lnTo>
                  <a:lnTo>
                    <a:pt x="63787" y="52656"/>
                  </a:lnTo>
                  <a:lnTo>
                    <a:pt x="59749" y="54931"/>
                  </a:lnTo>
                  <a:lnTo>
                    <a:pt x="59243" y="55230"/>
                  </a:lnTo>
                  <a:lnTo>
                    <a:pt x="52810" y="59027"/>
                  </a:lnTo>
                  <a:lnTo>
                    <a:pt x="49208" y="61154"/>
                  </a:lnTo>
                  <a:lnTo>
                    <a:pt x="47338" y="62258"/>
                  </a:lnTo>
                  <a:lnTo>
                    <a:pt x="46608" y="62706"/>
                  </a:lnTo>
                  <a:lnTo>
                    <a:pt x="42020" y="65523"/>
                  </a:lnTo>
                  <a:lnTo>
                    <a:pt x="40866" y="66231"/>
                  </a:lnTo>
                  <a:lnTo>
                    <a:pt x="40606" y="66384"/>
                  </a:lnTo>
                  <a:lnTo>
                    <a:pt x="34620" y="69910"/>
                  </a:lnTo>
                  <a:lnTo>
                    <a:pt x="34220" y="70143"/>
                  </a:lnTo>
                  <a:lnTo>
                    <a:pt x="33644" y="70454"/>
                  </a:lnTo>
                  <a:lnTo>
                    <a:pt x="28792" y="73072"/>
                  </a:lnTo>
                  <a:lnTo>
                    <a:pt x="26411" y="74357"/>
                  </a:lnTo>
                  <a:lnTo>
                    <a:pt x="26221" y="74065"/>
                  </a:lnTo>
                  <a:lnTo>
                    <a:pt x="22861" y="68719"/>
                  </a:lnTo>
                  <a:lnTo>
                    <a:pt x="17741" y="60574"/>
                  </a:lnTo>
                  <a:lnTo>
                    <a:pt x="12169" y="51709"/>
                  </a:lnTo>
                  <a:lnTo>
                    <a:pt x="8744" y="46260"/>
                  </a:lnTo>
                  <a:lnTo>
                    <a:pt x="5194" y="40613"/>
                  </a:lnTo>
                  <a:lnTo>
                    <a:pt x="4625" y="40940"/>
                  </a:lnTo>
                  <a:lnTo>
                    <a:pt x="4371" y="40447"/>
                  </a:lnTo>
                  <a:lnTo>
                    <a:pt x="3384" y="38522"/>
                  </a:lnTo>
                  <a:lnTo>
                    <a:pt x="3141" y="38049"/>
                  </a:lnTo>
                  <a:lnTo>
                    <a:pt x="1914" y="35657"/>
                  </a:lnTo>
                  <a:lnTo>
                    <a:pt x="1321" y="34167"/>
                  </a:lnTo>
                  <a:lnTo>
                    <a:pt x="1278" y="34032"/>
                  </a:lnTo>
                  <a:lnTo>
                    <a:pt x="597" y="31931"/>
                  </a:lnTo>
                  <a:lnTo>
                    <a:pt x="376" y="31251"/>
                  </a:lnTo>
                  <a:lnTo>
                    <a:pt x="39" y="29995"/>
                  </a:lnTo>
                  <a:lnTo>
                    <a:pt x="0" y="29846"/>
                  </a:lnTo>
                  <a:lnTo>
                    <a:pt x="315" y="29772"/>
                  </a:lnTo>
                  <a:lnTo>
                    <a:pt x="1730" y="29442"/>
                  </a:lnTo>
                  <a:lnTo>
                    <a:pt x="2616" y="29235"/>
                  </a:lnTo>
                  <a:lnTo>
                    <a:pt x="2937" y="29160"/>
                  </a:lnTo>
                  <a:lnTo>
                    <a:pt x="8710" y="27811"/>
                  </a:lnTo>
                  <a:lnTo>
                    <a:pt x="8979" y="27734"/>
                  </a:lnTo>
                  <a:lnTo>
                    <a:pt x="10649" y="27258"/>
                  </a:lnTo>
                  <a:lnTo>
                    <a:pt x="14734" y="26094"/>
                  </a:lnTo>
                  <a:lnTo>
                    <a:pt x="18961" y="24982"/>
                  </a:lnTo>
                  <a:lnTo>
                    <a:pt x="19648" y="24802"/>
                  </a:lnTo>
                  <a:lnTo>
                    <a:pt x="21688" y="24265"/>
                  </a:lnTo>
                  <a:lnTo>
                    <a:pt x="23168" y="23876"/>
                  </a:lnTo>
                  <a:lnTo>
                    <a:pt x="23877" y="23695"/>
                  </a:lnTo>
                  <a:lnTo>
                    <a:pt x="29921" y="22155"/>
                  </a:lnTo>
                  <a:lnTo>
                    <a:pt x="31415" y="21774"/>
                  </a:lnTo>
                  <a:lnTo>
                    <a:pt x="31715" y="21698"/>
                  </a:lnTo>
                  <a:lnTo>
                    <a:pt x="37942" y="17945"/>
                  </a:lnTo>
                  <a:lnTo>
                    <a:pt x="38343" y="17704"/>
                  </a:lnTo>
                  <a:lnTo>
                    <a:pt x="43207" y="14838"/>
                  </a:lnTo>
                  <a:lnTo>
                    <a:pt x="43411" y="14718"/>
                  </a:lnTo>
                  <a:lnTo>
                    <a:pt x="43682" y="14558"/>
                  </a:lnTo>
                  <a:lnTo>
                    <a:pt x="44500" y="15870"/>
                  </a:lnTo>
                  <a:lnTo>
                    <a:pt x="44957" y="16603"/>
                  </a:lnTo>
                  <a:lnTo>
                    <a:pt x="45087" y="16812"/>
                  </a:lnTo>
                  <a:lnTo>
                    <a:pt x="45515" y="17499"/>
                  </a:lnTo>
                  <a:lnTo>
                    <a:pt x="45672" y="17752"/>
                  </a:lnTo>
                  <a:lnTo>
                    <a:pt x="45848" y="18033"/>
                  </a:lnTo>
                  <a:lnTo>
                    <a:pt x="46050" y="18357"/>
                  </a:lnTo>
                  <a:lnTo>
                    <a:pt x="46264" y="18696"/>
                  </a:lnTo>
                  <a:lnTo>
                    <a:pt x="46573" y="19187"/>
                  </a:lnTo>
                  <a:lnTo>
                    <a:pt x="46746" y="19460"/>
                  </a:lnTo>
                  <a:lnTo>
                    <a:pt x="46829" y="19593"/>
                  </a:lnTo>
                  <a:lnTo>
                    <a:pt x="47651" y="20896"/>
                  </a:lnTo>
                  <a:lnTo>
                    <a:pt x="47897" y="21286"/>
                  </a:lnTo>
                  <a:lnTo>
                    <a:pt x="48671" y="22514"/>
                  </a:lnTo>
                  <a:lnTo>
                    <a:pt x="48828" y="22763"/>
                  </a:lnTo>
                  <a:lnTo>
                    <a:pt x="51522" y="26820"/>
                  </a:lnTo>
                  <a:lnTo>
                    <a:pt x="51871" y="27345"/>
                  </a:lnTo>
                  <a:lnTo>
                    <a:pt x="56841" y="24284"/>
                  </a:lnTo>
                  <a:lnTo>
                    <a:pt x="57017" y="24179"/>
                  </a:lnTo>
                  <a:lnTo>
                    <a:pt x="61458" y="21507"/>
                  </a:lnTo>
                  <a:lnTo>
                    <a:pt x="65018" y="19365"/>
                  </a:lnTo>
                  <a:lnTo>
                    <a:pt x="65608" y="19010"/>
                  </a:lnTo>
                  <a:lnTo>
                    <a:pt x="67941" y="17606"/>
                  </a:lnTo>
                  <a:lnTo>
                    <a:pt x="71276" y="15600"/>
                  </a:lnTo>
                  <a:lnTo>
                    <a:pt x="72426" y="15178"/>
                  </a:lnTo>
                  <a:lnTo>
                    <a:pt x="75101" y="14196"/>
                  </a:lnTo>
                  <a:lnTo>
                    <a:pt x="75443" y="14070"/>
                  </a:lnTo>
                  <a:lnTo>
                    <a:pt x="76680" y="13616"/>
                  </a:lnTo>
                  <a:lnTo>
                    <a:pt x="76943" y="13520"/>
                  </a:lnTo>
                  <a:lnTo>
                    <a:pt x="81838" y="11722"/>
                  </a:lnTo>
                  <a:lnTo>
                    <a:pt x="86892" y="9867"/>
                  </a:lnTo>
                  <a:lnTo>
                    <a:pt x="87163" y="9767"/>
                  </a:lnTo>
                  <a:lnTo>
                    <a:pt x="92808" y="7695"/>
                  </a:lnTo>
                  <a:lnTo>
                    <a:pt x="93087" y="7596"/>
                  </a:lnTo>
                  <a:lnTo>
                    <a:pt x="94134" y="7228"/>
                  </a:lnTo>
                  <a:lnTo>
                    <a:pt x="99584" y="5311"/>
                  </a:lnTo>
                  <a:lnTo>
                    <a:pt x="104428" y="3606"/>
                  </a:lnTo>
                  <a:lnTo>
                    <a:pt x="110285" y="1546"/>
                  </a:lnTo>
                  <a:lnTo>
                    <a:pt x="114466" y="75"/>
                  </a:lnTo>
                  <a:lnTo>
                    <a:pt x="114681" y="0"/>
                  </a:lnTo>
                  <a:lnTo>
                    <a:pt x="114910" y="397"/>
                  </a:lnTo>
                  <a:lnTo>
                    <a:pt x="117255" y="4500"/>
                  </a:lnTo>
                  <a:lnTo>
                    <a:pt x="119969" y="11110"/>
                  </a:lnTo>
                  <a:lnTo>
                    <a:pt x="124629" y="22460"/>
                  </a:lnTo>
                  <a:lnTo>
                    <a:pt x="124777" y="22820"/>
                  </a:lnTo>
                  <a:lnTo>
                    <a:pt x="125651" y="249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2536145" y="3338425"/>
              <a:ext cx="103219" cy="80650"/>
            </a:xfrm>
            <a:custGeom>
              <a:avLst/>
              <a:pathLst>
                <a:path w="103219" h="80650">
                  <a:moveTo>
                    <a:pt x="40304" y="19297"/>
                  </a:moveTo>
                  <a:lnTo>
                    <a:pt x="40487" y="22012"/>
                  </a:lnTo>
                  <a:lnTo>
                    <a:pt x="40692" y="21577"/>
                  </a:lnTo>
                  <a:lnTo>
                    <a:pt x="41393" y="20782"/>
                  </a:lnTo>
                  <a:lnTo>
                    <a:pt x="42495" y="20141"/>
                  </a:lnTo>
                  <a:lnTo>
                    <a:pt x="43537" y="19876"/>
                  </a:lnTo>
                  <a:lnTo>
                    <a:pt x="44759" y="19791"/>
                  </a:lnTo>
                  <a:lnTo>
                    <a:pt x="45473" y="19881"/>
                  </a:lnTo>
                  <a:lnTo>
                    <a:pt x="51001" y="20703"/>
                  </a:lnTo>
                  <a:lnTo>
                    <a:pt x="54469" y="21218"/>
                  </a:lnTo>
                  <a:lnTo>
                    <a:pt x="57855" y="21236"/>
                  </a:lnTo>
                  <a:lnTo>
                    <a:pt x="60058" y="20819"/>
                  </a:lnTo>
                  <a:lnTo>
                    <a:pt x="60699" y="20545"/>
                  </a:lnTo>
                  <a:lnTo>
                    <a:pt x="61874" y="20044"/>
                  </a:lnTo>
                  <a:lnTo>
                    <a:pt x="63983" y="18950"/>
                  </a:lnTo>
                  <a:lnTo>
                    <a:pt x="67107" y="17054"/>
                  </a:lnTo>
                  <a:lnTo>
                    <a:pt x="67254" y="16957"/>
                  </a:lnTo>
                  <a:lnTo>
                    <a:pt x="68912" y="15865"/>
                  </a:lnTo>
                  <a:lnTo>
                    <a:pt x="68995" y="15993"/>
                  </a:lnTo>
                  <a:lnTo>
                    <a:pt x="72564" y="13717"/>
                  </a:lnTo>
                  <a:lnTo>
                    <a:pt x="73020" y="13427"/>
                  </a:lnTo>
                  <a:lnTo>
                    <a:pt x="74831" y="12271"/>
                  </a:lnTo>
                  <a:lnTo>
                    <a:pt x="75190" y="12827"/>
                  </a:lnTo>
                  <a:lnTo>
                    <a:pt x="78082" y="17296"/>
                  </a:lnTo>
                  <a:lnTo>
                    <a:pt x="82535" y="24177"/>
                  </a:lnTo>
                  <a:lnTo>
                    <a:pt x="85422" y="28639"/>
                  </a:lnTo>
                  <a:lnTo>
                    <a:pt x="87879" y="32437"/>
                  </a:lnTo>
                  <a:lnTo>
                    <a:pt x="88337" y="33145"/>
                  </a:lnTo>
                  <a:lnTo>
                    <a:pt x="88637" y="33609"/>
                  </a:lnTo>
                  <a:lnTo>
                    <a:pt x="88765" y="33805"/>
                  </a:lnTo>
                  <a:lnTo>
                    <a:pt x="94690" y="42963"/>
                  </a:lnTo>
                  <a:lnTo>
                    <a:pt x="95056" y="43573"/>
                  </a:lnTo>
                  <a:lnTo>
                    <a:pt x="95262" y="43916"/>
                  </a:lnTo>
                  <a:lnTo>
                    <a:pt x="98031" y="48531"/>
                  </a:lnTo>
                  <a:lnTo>
                    <a:pt x="98695" y="49638"/>
                  </a:lnTo>
                  <a:lnTo>
                    <a:pt x="100778" y="55032"/>
                  </a:lnTo>
                  <a:lnTo>
                    <a:pt x="100922" y="55716"/>
                  </a:lnTo>
                  <a:lnTo>
                    <a:pt x="101269" y="57360"/>
                  </a:lnTo>
                  <a:lnTo>
                    <a:pt x="101793" y="59838"/>
                  </a:lnTo>
                  <a:lnTo>
                    <a:pt x="101912" y="61544"/>
                  </a:lnTo>
                  <a:lnTo>
                    <a:pt x="102299" y="67059"/>
                  </a:lnTo>
                  <a:lnTo>
                    <a:pt x="102334" y="67570"/>
                  </a:lnTo>
                  <a:lnTo>
                    <a:pt x="102661" y="72280"/>
                  </a:lnTo>
                  <a:lnTo>
                    <a:pt x="102817" y="74541"/>
                  </a:lnTo>
                  <a:lnTo>
                    <a:pt x="102853" y="75057"/>
                  </a:lnTo>
                  <a:lnTo>
                    <a:pt x="102999" y="77162"/>
                  </a:lnTo>
                  <a:lnTo>
                    <a:pt x="103183" y="79817"/>
                  </a:lnTo>
                  <a:lnTo>
                    <a:pt x="103219" y="80352"/>
                  </a:lnTo>
                  <a:lnTo>
                    <a:pt x="101330" y="80426"/>
                  </a:lnTo>
                  <a:lnTo>
                    <a:pt x="100938" y="80442"/>
                  </a:lnTo>
                  <a:lnTo>
                    <a:pt x="97938" y="80560"/>
                  </a:lnTo>
                  <a:lnTo>
                    <a:pt x="97779" y="80567"/>
                  </a:lnTo>
                  <a:lnTo>
                    <a:pt x="95221" y="80640"/>
                  </a:lnTo>
                  <a:lnTo>
                    <a:pt x="94854" y="80650"/>
                  </a:lnTo>
                  <a:lnTo>
                    <a:pt x="94835" y="80461"/>
                  </a:lnTo>
                  <a:lnTo>
                    <a:pt x="94698" y="78142"/>
                  </a:lnTo>
                  <a:lnTo>
                    <a:pt x="94565" y="75896"/>
                  </a:lnTo>
                  <a:lnTo>
                    <a:pt x="94536" y="75409"/>
                  </a:lnTo>
                  <a:lnTo>
                    <a:pt x="94478" y="74574"/>
                  </a:lnTo>
                  <a:lnTo>
                    <a:pt x="91988" y="74601"/>
                  </a:lnTo>
                  <a:lnTo>
                    <a:pt x="89048" y="74631"/>
                  </a:lnTo>
                  <a:lnTo>
                    <a:pt x="82800" y="74009"/>
                  </a:lnTo>
                  <a:lnTo>
                    <a:pt x="81458" y="73875"/>
                  </a:lnTo>
                  <a:lnTo>
                    <a:pt x="81278" y="73857"/>
                  </a:lnTo>
                  <a:lnTo>
                    <a:pt x="80476" y="73758"/>
                  </a:lnTo>
                  <a:lnTo>
                    <a:pt x="78297" y="73489"/>
                  </a:lnTo>
                  <a:lnTo>
                    <a:pt x="73369" y="72882"/>
                  </a:lnTo>
                  <a:lnTo>
                    <a:pt x="70739" y="72558"/>
                  </a:lnTo>
                  <a:lnTo>
                    <a:pt x="67964" y="72216"/>
                  </a:lnTo>
                  <a:lnTo>
                    <a:pt x="67918" y="71777"/>
                  </a:lnTo>
                  <a:lnTo>
                    <a:pt x="67751" y="69370"/>
                  </a:lnTo>
                  <a:lnTo>
                    <a:pt x="67707" y="66074"/>
                  </a:lnTo>
                  <a:lnTo>
                    <a:pt x="67703" y="65833"/>
                  </a:lnTo>
                  <a:lnTo>
                    <a:pt x="65235" y="65526"/>
                  </a:lnTo>
                  <a:lnTo>
                    <a:pt x="62972" y="65244"/>
                  </a:lnTo>
                  <a:lnTo>
                    <a:pt x="61958" y="65118"/>
                  </a:lnTo>
                  <a:lnTo>
                    <a:pt x="61282" y="65034"/>
                  </a:lnTo>
                  <a:lnTo>
                    <a:pt x="60785" y="64972"/>
                  </a:lnTo>
                  <a:lnTo>
                    <a:pt x="56671" y="64419"/>
                  </a:lnTo>
                  <a:lnTo>
                    <a:pt x="55600" y="64275"/>
                  </a:lnTo>
                  <a:lnTo>
                    <a:pt x="54987" y="64193"/>
                  </a:lnTo>
                  <a:lnTo>
                    <a:pt x="54370" y="64122"/>
                  </a:lnTo>
                  <a:lnTo>
                    <a:pt x="47840" y="63380"/>
                  </a:lnTo>
                  <a:lnTo>
                    <a:pt x="41094" y="62612"/>
                  </a:lnTo>
                  <a:lnTo>
                    <a:pt x="36502" y="62090"/>
                  </a:lnTo>
                  <a:lnTo>
                    <a:pt x="35872" y="62018"/>
                  </a:lnTo>
                  <a:lnTo>
                    <a:pt x="35422" y="61967"/>
                  </a:lnTo>
                  <a:lnTo>
                    <a:pt x="28747" y="61207"/>
                  </a:lnTo>
                  <a:lnTo>
                    <a:pt x="24466" y="60720"/>
                  </a:lnTo>
                  <a:lnTo>
                    <a:pt x="24507" y="60430"/>
                  </a:lnTo>
                  <a:lnTo>
                    <a:pt x="25320" y="54682"/>
                  </a:lnTo>
                  <a:lnTo>
                    <a:pt x="25438" y="54413"/>
                  </a:lnTo>
                  <a:lnTo>
                    <a:pt x="27593" y="49458"/>
                  </a:lnTo>
                  <a:lnTo>
                    <a:pt x="28415" y="47569"/>
                  </a:lnTo>
                  <a:lnTo>
                    <a:pt x="29181" y="45806"/>
                  </a:lnTo>
                  <a:lnTo>
                    <a:pt x="29353" y="45411"/>
                  </a:lnTo>
                  <a:lnTo>
                    <a:pt x="30590" y="42872"/>
                  </a:lnTo>
                  <a:lnTo>
                    <a:pt x="31388" y="41235"/>
                  </a:lnTo>
                  <a:lnTo>
                    <a:pt x="31726" y="40541"/>
                  </a:lnTo>
                  <a:lnTo>
                    <a:pt x="31986" y="40007"/>
                  </a:lnTo>
                  <a:lnTo>
                    <a:pt x="33638" y="36616"/>
                  </a:lnTo>
                  <a:lnTo>
                    <a:pt x="28689" y="34435"/>
                  </a:lnTo>
                  <a:lnTo>
                    <a:pt x="26897" y="33453"/>
                  </a:lnTo>
                  <a:lnTo>
                    <a:pt x="24867" y="32833"/>
                  </a:lnTo>
                  <a:lnTo>
                    <a:pt x="17557" y="32104"/>
                  </a:lnTo>
                  <a:lnTo>
                    <a:pt x="17025" y="32050"/>
                  </a:lnTo>
                  <a:lnTo>
                    <a:pt x="7022" y="30846"/>
                  </a:lnTo>
                  <a:lnTo>
                    <a:pt x="564" y="30068"/>
                  </a:lnTo>
                  <a:lnTo>
                    <a:pt x="0" y="30000"/>
                  </a:lnTo>
                  <a:lnTo>
                    <a:pt x="46" y="29620"/>
                  </a:lnTo>
                  <a:lnTo>
                    <a:pt x="642" y="24931"/>
                  </a:lnTo>
                  <a:lnTo>
                    <a:pt x="867" y="23168"/>
                  </a:lnTo>
                  <a:lnTo>
                    <a:pt x="912" y="22807"/>
                  </a:lnTo>
                  <a:lnTo>
                    <a:pt x="991" y="22193"/>
                  </a:lnTo>
                  <a:lnTo>
                    <a:pt x="1122" y="21160"/>
                  </a:lnTo>
                  <a:lnTo>
                    <a:pt x="2202" y="18996"/>
                  </a:lnTo>
                  <a:lnTo>
                    <a:pt x="3470" y="16455"/>
                  </a:lnTo>
                  <a:lnTo>
                    <a:pt x="3847" y="16005"/>
                  </a:lnTo>
                  <a:lnTo>
                    <a:pt x="5629" y="13657"/>
                  </a:lnTo>
                  <a:lnTo>
                    <a:pt x="6894" y="12170"/>
                  </a:lnTo>
                  <a:lnTo>
                    <a:pt x="8608" y="11016"/>
                  </a:lnTo>
                  <a:lnTo>
                    <a:pt x="12042" y="8926"/>
                  </a:lnTo>
                  <a:lnTo>
                    <a:pt x="12307" y="8808"/>
                  </a:lnTo>
                  <a:lnTo>
                    <a:pt x="26953" y="2267"/>
                  </a:lnTo>
                  <a:lnTo>
                    <a:pt x="32031" y="0"/>
                  </a:lnTo>
                  <a:lnTo>
                    <a:pt x="34396" y="5088"/>
                  </a:lnTo>
                  <a:lnTo>
                    <a:pt x="39290" y="15617"/>
                  </a:lnTo>
                  <a:lnTo>
                    <a:pt x="39770" y="170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469599" y="3301960"/>
              <a:ext cx="100184" cy="97185"/>
            </a:xfrm>
            <a:custGeom>
              <a:avLst/>
              <a:pathLst>
                <a:path w="100184" h="97185">
                  <a:moveTo>
                    <a:pt x="57937" y="9563"/>
                  </a:moveTo>
                  <a:lnTo>
                    <a:pt x="59651" y="14836"/>
                  </a:lnTo>
                  <a:lnTo>
                    <a:pt x="63389" y="26331"/>
                  </a:lnTo>
                  <a:lnTo>
                    <a:pt x="66093" y="34651"/>
                  </a:lnTo>
                  <a:lnTo>
                    <a:pt x="66676" y="36440"/>
                  </a:lnTo>
                  <a:lnTo>
                    <a:pt x="67902" y="36062"/>
                  </a:lnTo>
                  <a:lnTo>
                    <a:pt x="69084" y="38777"/>
                  </a:lnTo>
                  <a:lnTo>
                    <a:pt x="69988" y="40204"/>
                  </a:lnTo>
                  <a:lnTo>
                    <a:pt x="71690" y="41606"/>
                  </a:lnTo>
                  <a:lnTo>
                    <a:pt x="72738" y="42287"/>
                  </a:lnTo>
                  <a:lnTo>
                    <a:pt x="75028" y="43108"/>
                  </a:lnTo>
                  <a:lnTo>
                    <a:pt x="77297" y="43208"/>
                  </a:lnTo>
                  <a:lnTo>
                    <a:pt x="78499" y="43075"/>
                  </a:lnTo>
                  <a:lnTo>
                    <a:pt x="79934" y="42674"/>
                  </a:lnTo>
                  <a:lnTo>
                    <a:pt x="83305" y="41239"/>
                  </a:lnTo>
                  <a:lnTo>
                    <a:pt x="83506" y="41144"/>
                  </a:lnTo>
                  <a:lnTo>
                    <a:pt x="97605" y="34471"/>
                  </a:lnTo>
                  <a:lnTo>
                    <a:pt x="98100" y="35438"/>
                  </a:lnTo>
                  <a:lnTo>
                    <a:pt x="98576" y="36465"/>
                  </a:lnTo>
                  <a:lnTo>
                    <a:pt x="93500" y="38732"/>
                  </a:lnTo>
                  <a:lnTo>
                    <a:pt x="78853" y="45273"/>
                  </a:lnTo>
                  <a:lnTo>
                    <a:pt x="78588" y="45391"/>
                  </a:lnTo>
                  <a:lnTo>
                    <a:pt x="75154" y="47481"/>
                  </a:lnTo>
                  <a:lnTo>
                    <a:pt x="73440" y="48635"/>
                  </a:lnTo>
                  <a:lnTo>
                    <a:pt x="72175" y="50122"/>
                  </a:lnTo>
                  <a:lnTo>
                    <a:pt x="70393" y="52470"/>
                  </a:lnTo>
                  <a:lnTo>
                    <a:pt x="70016" y="52920"/>
                  </a:lnTo>
                  <a:lnTo>
                    <a:pt x="68748" y="55461"/>
                  </a:lnTo>
                  <a:lnTo>
                    <a:pt x="67668" y="57625"/>
                  </a:lnTo>
                  <a:lnTo>
                    <a:pt x="67537" y="58658"/>
                  </a:lnTo>
                  <a:lnTo>
                    <a:pt x="67459" y="59272"/>
                  </a:lnTo>
                  <a:lnTo>
                    <a:pt x="67413" y="59633"/>
                  </a:lnTo>
                  <a:lnTo>
                    <a:pt x="67188" y="61396"/>
                  </a:lnTo>
                  <a:lnTo>
                    <a:pt x="66592" y="66085"/>
                  </a:lnTo>
                  <a:lnTo>
                    <a:pt x="66546" y="66465"/>
                  </a:lnTo>
                  <a:lnTo>
                    <a:pt x="67110" y="66533"/>
                  </a:lnTo>
                  <a:lnTo>
                    <a:pt x="73568" y="67311"/>
                  </a:lnTo>
                  <a:lnTo>
                    <a:pt x="83606" y="68519"/>
                  </a:lnTo>
                  <a:lnTo>
                    <a:pt x="84175" y="68576"/>
                  </a:lnTo>
                  <a:lnTo>
                    <a:pt x="91414" y="69298"/>
                  </a:lnTo>
                  <a:lnTo>
                    <a:pt x="93443" y="69918"/>
                  </a:lnTo>
                  <a:lnTo>
                    <a:pt x="95235" y="70900"/>
                  </a:lnTo>
                  <a:lnTo>
                    <a:pt x="100184" y="73081"/>
                  </a:lnTo>
                  <a:lnTo>
                    <a:pt x="98532" y="76472"/>
                  </a:lnTo>
                  <a:lnTo>
                    <a:pt x="98272" y="77006"/>
                  </a:lnTo>
                  <a:lnTo>
                    <a:pt x="97934" y="77700"/>
                  </a:lnTo>
                  <a:lnTo>
                    <a:pt x="97137" y="79337"/>
                  </a:lnTo>
                  <a:lnTo>
                    <a:pt x="95844" y="82003"/>
                  </a:lnTo>
                  <a:lnTo>
                    <a:pt x="95728" y="82271"/>
                  </a:lnTo>
                  <a:lnTo>
                    <a:pt x="94961" y="84034"/>
                  </a:lnTo>
                  <a:lnTo>
                    <a:pt x="94139" y="85923"/>
                  </a:lnTo>
                  <a:lnTo>
                    <a:pt x="91984" y="90878"/>
                  </a:lnTo>
                  <a:lnTo>
                    <a:pt x="91866" y="91147"/>
                  </a:lnTo>
                  <a:lnTo>
                    <a:pt x="91053" y="96895"/>
                  </a:lnTo>
                  <a:lnTo>
                    <a:pt x="91012" y="97185"/>
                  </a:lnTo>
                  <a:lnTo>
                    <a:pt x="90470" y="97104"/>
                  </a:lnTo>
                  <a:lnTo>
                    <a:pt x="89613" y="96975"/>
                  </a:lnTo>
                  <a:lnTo>
                    <a:pt x="89271" y="96924"/>
                  </a:lnTo>
                  <a:lnTo>
                    <a:pt x="87936" y="96724"/>
                  </a:lnTo>
                  <a:lnTo>
                    <a:pt x="83911" y="96231"/>
                  </a:lnTo>
                  <a:lnTo>
                    <a:pt x="83146" y="96137"/>
                  </a:lnTo>
                  <a:lnTo>
                    <a:pt x="82794" y="96096"/>
                  </a:lnTo>
                  <a:lnTo>
                    <a:pt x="70157" y="94615"/>
                  </a:lnTo>
                  <a:lnTo>
                    <a:pt x="69768" y="94568"/>
                  </a:lnTo>
                  <a:lnTo>
                    <a:pt x="64445" y="93899"/>
                  </a:lnTo>
                  <a:lnTo>
                    <a:pt x="62945" y="93710"/>
                  </a:lnTo>
                  <a:lnTo>
                    <a:pt x="61617" y="93550"/>
                  </a:lnTo>
                  <a:lnTo>
                    <a:pt x="56729" y="92960"/>
                  </a:lnTo>
                  <a:lnTo>
                    <a:pt x="51256" y="92300"/>
                  </a:lnTo>
                  <a:lnTo>
                    <a:pt x="42814" y="91253"/>
                  </a:lnTo>
                  <a:lnTo>
                    <a:pt x="42469" y="91210"/>
                  </a:lnTo>
                  <a:lnTo>
                    <a:pt x="42186" y="90360"/>
                  </a:lnTo>
                  <a:lnTo>
                    <a:pt x="41791" y="89827"/>
                  </a:lnTo>
                  <a:lnTo>
                    <a:pt x="41411" y="89353"/>
                  </a:lnTo>
                  <a:lnTo>
                    <a:pt x="40843" y="88942"/>
                  </a:lnTo>
                  <a:lnTo>
                    <a:pt x="39956" y="88234"/>
                  </a:lnTo>
                  <a:lnTo>
                    <a:pt x="38330" y="87289"/>
                  </a:lnTo>
                  <a:lnTo>
                    <a:pt x="36749" y="86516"/>
                  </a:lnTo>
                  <a:lnTo>
                    <a:pt x="35921" y="85898"/>
                  </a:lnTo>
                  <a:lnTo>
                    <a:pt x="35305" y="85282"/>
                  </a:lnTo>
                  <a:lnTo>
                    <a:pt x="35064" y="85074"/>
                  </a:lnTo>
                  <a:lnTo>
                    <a:pt x="33743" y="83558"/>
                  </a:lnTo>
                  <a:lnTo>
                    <a:pt x="33467" y="83241"/>
                  </a:lnTo>
                  <a:lnTo>
                    <a:pt x="33378" y="83093"/>
                  </a:lnTo>
                  <a:lnTo>
                    <a:pt x="32566" y="81740"/>
                  </a:lnTo>
                  <a:lnTo>
                    <a:pt x="32393" y="81452"/>
                  </a:lnTo>
                  <a:lnTo>
                    <a:pt x="31380" y="79765"/>
                  </a:lnTo>
                  <a:lnTo>
                    <a:pt x="31276" y="79592"/>
                  </a:lnTo>
                  <a:lnTo>
                    <a:pt x="30132" y="77685"/>
                  </a:lnTo>
                  <a:lnTo>
                    <a:pt x="28980" y="75766"/>
                  </a:lnTo>
                  <a:lnTo>
                    <a:pt x="28280" y="74600"/>
                  </a:lnTo>
                  <a:lnTo>
                    <a:pt x="28118" y="74330"/>
                  </a:lnTo>
                  <a:lnTo>
                    <a:pt x="27368" y="73082"/>
                  </a:lnTo>
                  <a:lnTo>
                    <a:pt x="26519" y="72121"/>
                  </a:lnTo>
                  <a:lnTo>
                    <a:pt x="25462" y="71239"/>
                  </a:lnTo>
                  <a:lnTo>
                    <a:pt x="24757" y="70871"/>
                  </a:lnTo>
                  <a:lnTo>
                    <a:pt x="23988" y="70647"/>
                  </a:lnTo>
                  <a:lnTo>
                    <a:pt x="23155" y="70567"/>
                  </a:lnTo>
                  <a:lnTo>
                    <a:pt x="21898" y="70687"/>
                  </a:lnTo>
                  <a:lnTo>
                    <a:pt x="21344" y="70740"/>
                  </a:lnTo>
                  <a:lnTo>
                    <a:pt x="20365" y="70860"/>
                  </a:lnTo>
                  <a:lnTo>
                    <a:pt x="19417" y="70911"/>
                  </a:lnTo>
                  <a:lnTo>
                    <a:pt x="18385" y="70740"/>
                  </a:lnTo>
                  <a:lnTo>
                    <a:pt x="16499" y="69626"/>
                  </a:lnTo>
                  <a:lnTo>
                    <a:pt x="13615" y="67124"/>
                  </a:lnTo>
                  <a:lnTo>
                    <a:pt x="13420" y="66955"/>
                  </a:lnTo>
                  <a:lnTo>
                    <a:pt x="12240" y="65823"/>
                  </a:lnTo>
                  <a:lnTo>
                    <a:pt x="11764" y="65365"/>
                  </a:lnTo>
                  <a:lnTo>
                    <a:pt x="10214" y="63877"/>
                  </a:lnTo>
                  <a:lnTo>
                    <a:pt x="10034" y="63704"/>
                  </a:lnTo>
                  <a:lnTo>
                    <a:pt x="7324" y="60619"/>
                  </a:lnTo>
                  <a:lnTo>
                    <a:pt x="7185" y="60461"/>
                  </a:lnTo>
                  <a:lnTo>
                    <a:pt x="4687" y="57063"/>
                  </a:lnTo>
                  <a:lnTo>
                    <a:pt x="4552" y="56861"/>
                  </a:lnTo>
                  <a:lnTo>
                    <a:pt x="4167" y="56279"/>
                  </a:lnTo>
                  <a:lnTo>
                    <a:pt x="4009" y="56022"/>
                  </a:lnTo>
                  <a:lnTo>
                    <a:pt x="2561" y="53666"/>
                  </a:lnTo>
                  <a:lnTo>
                    <a:pt x="1327" y="51300"/>
                  </a:lnTo>
                  <a:lnTo>
                    <a:pt x="653" y="49785"/>
                  </a:lnTo>
                  <a:lnTo>
                    <a:pt x="29" y="47638"/>
                  </a:lnTo>
                  <a:lnTo>
                    <a:pt x="0" y="45932"/>
                  </a:lnTo>
                  <a:lnTo>
                    <a:pt x="616" y="43259"/>
                  </a:lnTo>
                  <a:lnTo>
                    <a:pt x="1727" y="41369"/>
                  </a:lnTo>
                  <a:lnTo>
                    <a:pt x="1964" y="40904"/>
                  </a:lnTo>
                  <a:lnTo>
                    <a:pt x="2601" y="39657"/>
                  </a:lnTo>
                  <a:lnTo>
                    <a:pt x="2921" y="39030"/>
                  </a:lnTo>
                  <a:lnTo>
                    <a:pt x="4186" y="37285"/>
                  </a:lnTo>
                  <a:lnTo>
                    <a:pt x="4324" y="37144"/>
                  </a:lnTo>
                  <a:lnTo>
                    <a:pt x="5435" y="36011"/>
                  </a:lnTo>
                  <a:lnTo>
                    <a:pt x="8639" y="34168"/>
                  </a:lnTo>
                  <a:lnTo>
                    <a:pt x="9838" y="33402"/>
                  </a:lnTo>
                  <a:lnTo>
                    <a:pt x="10028" y="33280"/>
                  </a:lnTo>
                  <a:lnTo>
                    <a:pt x="10268" y="33127"/>
                  </a:lnTo>
                  <a:lnTo>
                    <a:pt x="11485" y="31205"/>
                  </a:lnTo>
                  <a:lnTo>
                    <a:pt x="12651" y="28706"/>
                  </a:lnTo>
                  <a:lnTo>
                    <a:pt x="13920" y="26694"/>
                  </a:lnTo>
                  <a:lnTo>
                    <a:pt x="15240" y="25233"/>
                  </a:lnTo>
                  <a:lnTo>
                    <a:pt x="16663" y="23772"/>
                  </a:lnTo>
                  <a:lnTo>
                    <a:pt x="17464" y="22757"/>
                  </a:lnTo>
                  <a:lnTo>
                    <a:pt x="17927" y="20510"/>
                  </a:lnTo>
                  <a:lnTo>
                    <a:pt x="18629" y="18989"/>
                  </a:lnTo>
                  <a:lnTo>
                    <a:pt x="18852" y="18505"/>
                  </a:lnTo>
                  <a:lnTo>
                    <a:pt x="18983" y="18222"/>
                  </a:lnTo>
                  <a:lnTo>
                    <a:pt x="23499" y="11855"/>
                  </a:lnTo>
                  <a:lnTo>
                    <a:pt x="24036" y="11870"/>
                  </a:lnTo>
                  <a:lnTo>
                    <a:pt x="24371" y="11943"/>
                  </a:lnTo>
                  <a:lnTo>
                    <a:pt x="25429" y="12154"/>
                  </a:lnTo>
                  <a:lnTo>
                    <a:pt x="26413" y="11937"/>
                  </a:lnTo>
                  <a:lnTo>
                    <a:pt x="27014" y="11536"/>
                  </a:lnTo>
                  <a:lnTo>
                    <a:pt x="27855" y="10650"/>
                  </a:lnTo>
                  <a:lnTo>
                    <a:pt x="30456" y="10192"/>
                  </a:lnTo>
                  <a:lnTo>
                    <a:pt x="31063" y="10086"/>
                  </a:lnTo>
                  <a:lnTo>
                    <a:pt x="32716" y="8236"/>
                  </a:lnTo>
                  <a:lnTo>
                    <a:pt x="33602" y="7230"/>
                  </a:lnTo>
                  <a:lnTo>
                    <a:pt x="33715" y="7101"/>
                  </a:lnTo>
                  <a:lnTo>
                    <a:pt x="38781" y="5434"/>
                  </a:lnTo>
                  <a:lnTo>
                    <a:pt x="48807" y="2135"/>
                  </a:lnTo>
                  <a:lnTo>
                    <a:pt x="53096" y="724"/>
                  </a:lnTo>
                  <a:lnTo>
                    <a:pt x="55297" y="0"/>
                  </a:lnTo>
                  <a:lnTo>
                    <a:pt x="55613" y="1144"/>
                  </a:lnTo>
                  <a:lnTo>
                    <a:pt x="56945" y="5970"/>
                  </a:lnTo>
                  <a:lnTo>
                    <a:pt x="57846" y="92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410711" y="3305296"/>
              <a:ext cx="82392" cy="60373"/>
            </a:xfrm>
            <a:custGeom>
              <a:avLst/>
              <a:pathLst>
                <a:path w="82392" h="60373">
                  <a:moveTo>
                    <a:pt x="82280" y="8516"/>
                  </a:moveTo>
                  <a:lnTo>
                    <a:pt x="77872" y="14886"/>
                  </a:lnTo>
                  <a:lnTo>
                    <a:pt x="77741" y="15169"/>
                  </a:lnTo>
                  <a:lnTo>
                    <a:pt x="77518" y="15653"/>
                  </a:lnTo>
                  <a:lnTo>
                    <a:pt x="76816" y="17173"/>
                  </a:lnTo>
                  <a:lnTo>
                    <a:pt x="76353" y="19421"/>
                  </a:lnTo>
                  <a:lnTo>
                    <a:pt x="75552" y="20436"/>
                  </a:lnTo>
                  <a:lnTo>
                    <a:pt x="74129" y="21897"/>
                  </a:lnTo>
                  <a:lnTo>
                    <a:pt x="72809" y="23358"/>
                  </a:lnTo>
                  <a:lnTo>
                    <a:pt x="71514" y="25426"/>
                  </a:lnTo>
                  <a:lnTo>
                    <a:pt x="70374" y="27869"/>
                  </a:lnTo>
                  <a:lnTo>
                    <a:pt x="69157" y="29791"/>
                  </a:lnTo>
                  <a:lnTo>
                    <a:pt x="68917" y="29944"/>
                  </a:lnTo>
                  <a:lnTo>
                    <a:pt x="68727" y="30066"/>
                  </a:lnTo>
                  <a:lnTo>
                    <a:pt x="67528" y="30832"/>
                  </a:lnTo>
                  <a:lnTo>
                    <a:pt x="64324" y="32674"/>
                  </a:lnTo>
                  <a:lnTo>
                    <a:pt x="63213" y="33808"/>
                  </a:lnTo>
                  <a:lnTo>
                    <a:pt x="62989" y="34036"/>
                  </a:lnTo>
                  <a:lnTo>
                    <a:pt x="61809" y="35694"/>
                  </a:lnTo>
                  <a:lnTo>
                    <a:pt x="61489" y="36321"/>
                  </a:lnTo>
                  <a:lnTo>
                    <a:pt x="60853" y="37568"/>
                  </a:lnTo>
                  <a:lnTo>
                    <a:pt x="60547" y="38150"/>
                  </a:lnTo>
                  <a:lnTo>
                    <a:pt x="59505" y="39923"/>
                  </a:lnTo>
                  <a:lnTo>
                    <a:pt x="58889" y="42663"/>
                  </a:lnTo>
                  <a:lnTo>
                    <a:pt x="58210" y="42985"/>
                  </a:lnTo>
                  <a:lnTo>
                    <a:pt x="57152" y="43489"/>
                  </a:lnTo>
                  <a:lnTo>
                    <a:pt x="56695" y="43852"/>
                  </a:lnTo>
                  <a:lnTo>
                    <a:pt x="56460" y="44140"/>
                  </a:lnTo>
                  <a:lnTo>
                    <a:pt x="56332" y="44476"/>
                  </a:lnTo>
                  <a:lnTo>
                    <a:pt x="56537" y="45232"/>
                  </a:lnTo>
                  <a:lnTo>
                    <a:pt x="57339" y="47500"/>
                  </a:lnTo>
                  <a:lnTo>
                    <a:pt x="57834" y="48517"/>
                  </a:lnTo>
                  <a:lnTo>
                    <a:pt x="54278" y="51108"/>
                  </a:lnTo>
                  <a:lnTo>
                    <a:pt x="51099" y="53253"/>
                  </a:lnTo>
                  <a:lnTo>
                    <a:pt x="48065" y="55239"/>
                  </a:lnTo>
                  <a:lnTo>
                    <a:pt x="47169" y="54128"/>
                  </a:lnTo>
                  <a:lnTo>
                    <a:pt x="46499" y="54533"/>
                  </a:lnTo>
                  <a:lnTo>
                    <a:pt x="44285" y="56109"/>
                  </a:lnTo>
                  <a:lnTo>
                    <a:pt x="43598" y="56846"/>
                  </a:lnTo>
                  <a:lnTo>
                    <a:pt x="41649" y="54624"/>
                  </a:lnTo>
                  <a:lnTo>
                    <a:pt x="38888" y="54693"/>
                  </a:lnTo>
                  <a:lnTo>
                    <a:pt x="38066" y="54693"/>
                  </a:lnTo>
                  <a:lnTo>
                    <a:pt x="37308" y="54736"/>
                  </a:lnTo>
                  <a:lnTo>
                    <a:pt x="36795" y="54768"/>
                  </a:lnTo>
                  <a:lnTo>
                    <a:pt x="36116" y="54812"/>
                  </a:lnTo>
                  <a:lnTo>
                    <a:pt x="35039" y="54872"/>
                  </a:lnTo>
                  <a:lnTo>
                    <a:pt x="33478" y="55040"/>
                  </a:lnTo>
                  <a:lnTo>
                    <a:pt x="33276" y="55062"/>
                  </a:lnTo>
                  <a:lnTo>
                    <a:pt x="32451" y="54984"/>
                  </a:lnTo>
                  <a:lnTo>
                    <a:pt x="32480" y="53240"/>
                  </a:lnTo>
                  <a:lnTo>
                    <a:pt x="32508" y="53060"/>
                  </a:lnTo>
                  <a:lnTo>
                    <a:pt x="29047" y="52676"/>
                  </a:lnTo>
                  <a:lnTo>
                    <a:pt x="27688" y="51048"/>
                  </a:lnTo>
                  <a:lnTo>
                    <a:pt x="26982" y="51627"/>
                  </a:lnTo>
                  <a:lnTo>
                    <a:pt x="26547" y="53035"/>
                  </a:lnTo>
                  <a:lnTo>
                    <a:pt x="25931" y="55166"/>
                  </a:lnTo>
                  <a:lnTo>
                    <a:pt x="24744" y="54885"/>
                  </a:lnTo>
                  <a:lnTo>
                    <a:pt x="17869" y="58857"/>
                  </a:lnTo>
                  <a:lnTo>
                    <a:pt x="8662" y="60373"/>
                  </a:lnTo>
                  <a:lnTo>
                    <a:pt x="7873" y="59600"/>
                  </a:lnTo>
                  <a:lnTo>
                    <a:pt x="7658" y="55909"/>
                  </a:lnTo>
                  <a:lnTo>
                    <a:pt x="9876" y="54298"/>
                  </a:lnTo>
                  <a:lnTo>
                    <a:pt x="16824" y="50741"/>
                  </a:lnTo>
                  <a:lnTo>
                    <a:pt x="12345" y="45271"/>
                  </a:lnTo>
                  <a:lnTo>
                    <a:pt x="11456" y="42861"/>
                  </a:lnTo>
                  <a:lnTo>
                    <a:pt x="14515" y="42041"/>
                  </a:lnTo>
                  <a:lnTo>
                    <a:pt x="17403" y="41870"/>
                  </a:lnTo>
                  <a:lnTo>
                    <a:pt x="19037" y="42274"/>
                  </a:lnTo>
                  <a:lnTo>
                    <a:pt x="21426" y="38707"/>
                  </a:lnTo>
                  <a:lnTo>
                    <a:pt x="22520" y="38981"/>
                  </a:lnTo>
                  <a:lnTo>
                    <a:pt x="23323" y="36451"/>
                  </a:lnTo>
                  <a:lnTo>
                    <a:pt x="20948" y="35836"/>
                  </a:lnTo>
                  <a:lnTo>
                    <a:pt x="22515" y="32019"/>
                  </a:lnTo>
                  <a:lnTo>
                    <a:pt x="22542" y="30161"/>
                  </a:lnTo>
                  <a:lnTo>
                    <a:pt x="9097" y="29840"/>
                  </a:lnTo>
                  <a:lnTo>
                    <a:pt x="9379" y="34531"/>
                  </a:lnTo>
                  <a:lnTo>
                    <a:pt x="5047" y="36159"/>
                  </a:lnTo>
                  <a:lnTo>
                    <a:pt x="36" y="36184"/>
                  </a:lnTo>
                  <a:lnTo>
                    <a:pt x="0" y="33831"/>
                  </a:lnTo>
                  <a:lnTo>
                    <a:pt x="1309" y="30404"/>
                  </a:lnTo>
                  <a:lnTo>
                    <a:pt x="1752" y="27981"/>
                  </a:lnTo>
                  <a:lnTo>
                    <a:pt x="2582" y="25863"/>
                  </a:lnTo>
                  <a:lnTo>
                    <a:pt x="3698" y="25295"/>
                  </a:lnTo>
                  <a:lnTo>
                    <a:pt x="6491" y="26061"/>
                  </a:lnTo>
                  <a:lnTo>
                    <a:pt x="7280" y="22883"/>
                  </a:lnTo>
                  <a:lnTo>
                    <a:pt x="7574" y="21815"/>
                  </a:lnTo>
                  <a:lnTo>
                    <a:pt x="8375" y="20373"/>
                  </a:lnTo>
                  <a:lnTo>
                    <a:pt x="8326" y="18971"/>
                  </a:lnTo>
                  <a:lnTo>
                    <a:pt x="8388" y="18158"/>
                  </a:lnTo>
                  <a:lnTo>
                    <a:pt x="17523" y="16942"/>
                  </a:lnTo>
                  <a:lnTo>
                    <a:pt x="21111" y="14635"/>
                  </a:lnTo>
                  <a:lnTo>
                    <a:pt x="19863" y="11966"/>
                  </a:lnTo>
                  <a:lnTo>
                    <a:pt x="26462" y="10758"/>
                  </a:lnTo>
                  <a:lnTo>
                    <a:pt x="27231" y="8867"/>
                  </a:lnTo>
                  <a:lnTo>
                    <a:pt x="26155" y="8257"/>
                  </a:lnTo>
                  <a:lnTo>
                    <a:pt x="28954" y="7101"/>
                  </a:lnTo>
                  <a:lnTo>
                    <a:pt x="32448" y="5908"/>
                  </a:lnTo>
                  <a:lnTo>
                    <a:pt x="33546" y="5596"/>
                  </a:lnTo>
                  <a:lnTo>
                    <a:pt x="29631" y="3240"/>
                  </a:lnTo>
                  <a:lnTo>
                    <a:pt x="33280" y="0"/>
                  </a:lnTo>
                  <a:lnTo>
                    <a:pt x="38289" y="4092"/>
                  </a:lnTo>
                  <a:lnTo>
                    <a:pt x="38591" y="4346"/>
                  </a:lnTo>
                  <a:lnTo>
                    <a:pt x="38788" y="5081"/>
                  </a:lnTo>
                  <a:lnTo>
                    <a:pt x="39259" y="6843"/>
                  </a:lnTo>
                  <a:lnTo>
                    <a:pt x="39505" y="7762"/>
                  </a:lnTo>
                  <a:lnTo>
                    <a:pt x="40202" y="10371"/>
                  </a:lnTo>
                  <a:lnTo>
                    <a:pt x="40393" y="11083"/>
                  </a:lnTo>
                  <a:lnTo>
                    <a:pt x="40781" y="12536"/>
                  </a:lnTo>
                  <a:lnTo>
                    <a:pt x="41169" y="13986"/>
                  </a:lnTo>
                  <a:lnTo>
                    <a:pt x="41231" y="14216"/>
                  </a:lnTo>
                  <a:lnTo>
                    <a:pt x="41277" y="14388"/>
                  </a:lnTo>
                  <a:lnTo>
                    <a:pt x="45939" y="13180"/>
                  </a:lnTo>
                  <a:lnTo>
                    <a:pt x="46129" y="13131"/>
                  </a:lnTo>
                  <a:lnTo>
                    <a:pt x="47024" y="12899"/>
                  </a:lnTo>
                  <a:lnTo>
                    <a:pt x="47580" y="12646"/>
                  </a:lnTo>
                  <a:lnTo>
                    <a:pt x="48276" y="12329"/>
                  </a:lnTo>
                  <a:lnTo>
                    <a:pt x="51204" y="9453"/>
                  </a:lnTo>
                  <a:lnTo>
                    <a:pt x="51445" y="9392"/>
                  </a:lnTo>
                  <a:lnTo>
                    <a:pt x="57475" y="14100"/>
                  </a:lnTo>
                  <a:lnTo>
                    <a:pt x="61558" y="17154"/>
                  </a:lnTo>
                  <a:lnTo>
                    <a:pt x="64845" y="13148"/>
                  </a:lnTo>
                  <a:lnTo>
                    <a:pt x="69068" y="8007"/>
                  </a:lnTo>
                  <a:lnTo>
                    <a:pt x="70951" y="5714"/>
                  </a:lnTo>
                  <a:lnTo>
                    <a:pt x="71187" y="5428"/>
                  </a:lnTo>
                  <a:lnTo>
                    <a:pt x="75055" y="717"/>
                  </a:lnTo>
                  <a:lnTo>
                    <a:pt x="79023" y="3716"/>
                  </a:lnTo>
                  <a:lnTo>
                    <a:pt x="81055" y="5251"/>
                  </a:lnTo>
                  <a:lnTo>
                    <a:pt x="81358" y="5517"/>
                  </a:lnTo>
                  <a:lnTo>
                    <a:pt x="81763" y="5896"/>
                  </a:lnTo>
                  <a:lnTo>
                    <a:pt x="81944" y="6122"/>
                  </a:lnTo>
                  <a:lnTo>
                    <a:pt x="82051" y="6254"/>
                  </a:lnTo>
                  <a:lnTo>
                    <a:pt x="82145" y="6476"/>
                  </a:lnTo>
                  <a:lnTo>
                    <a:pt x="82374" y="7010"/>
                  </a:lnTo>
                  <a:lnTo>
                    <a:pt x="82392" y="7141"/>
                  </a:lnTo>
                  <a:lnTo>
                    <a:pt x="82382" y="7507"/>
                  </a:lnTo>
                  <a:lnTo>
                    <a:pt x="82369" y="79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417745" y="3347968"/>
              <a:ext cx="94323" cy="70254"/>
            </a:xfrm>
            <a:custGeom>
              <a:avLst/>
              <a:pathLst>
                <a:path w="94323" h="70254">
                  <a:moveTo>
                    <a:pt x="56634" y="11182"/>
                  </a:moveTo>
                  <a:lnTo>
                    <a:pt x="59040" y="14453"/>
                  </a:lnTo>
                  <a:lnTo>
                    <a:pt x="59179" y="14611"/>
                  </a:lnTo>
                  <a:lnTo>
                    <a:pt x="61889" y="17697"/>
                  </a:lnTo>
                  <a:lnTo>
                    <a:pt x="62069" y="17869"/>
                  </a:lnTo>
                  <a:lnTo>
                    <a:pt x="63618" y="19357"/>
                  </a:lnTo>
                  <a:lnTo>
                    <a:pt x="64095" y="19815"/>
                  </a:lnTo>
                  <a:lnTo>
                    <a:pt x="65274" y="20948"/>
                  </a:lnTo>
                  <a:lnTo>
                    <a:pt x="65469" y="21117"/>
                  </a:lnTo>
                  <a:lnTo>
                    <a:pt x="68353" y="23618"/>
                  </a:lnTo>
                  <a:lnTo>
                    <a:pt x="70240" y="24732"/>
                  </a:lnTo>
                  <a:lnTo>
                    <a:pt x="71271" y="24904"/>
                  </a:lnTo>
                  <a:lnTo>
                    <a:pt x="72220" y="24852"/>
                  </a:lnTo>
                  <a:lnTo>
                    <a:pt x="73198" y="24732"/>
                  </a:lnTo>
                  <a:lnTo>
                    <a:pt x="73877" y="24667"/>
                  </a:lnTo>
                  <a:lnTo>
                    <a:pt x="75009" y="24559"/>
                  </a:lnTo>
                  <a:lnTo>
                    <a:pt x="75842" y="24639"/>
                  </a:lnTo>
                  <a:lnTo>
                    <a:pt x="76611" y="24863"/>
                  </a:lnTo>
                  <a:lnTo>
                    <a:pt x="77316" y="25232"/>
                  </a:lnTo>
                  <a:lnTo>
                    <a:pt x="78374" y="26113"/>
                  </a:lnTo>
                  <a:lnTo>
                    <a:pt x="79223" y="27074"/>
                  </a:lnTo>
                  <a:lnTo>
                    <a:pt x="79972" y="28322"/>
                  </a:lnTo>
                  <a:lnTo>
                    <a:pt x="80134" y="28592"/>
                  </a:lnTo>
                  <a:lnTo>
                    <a:pt x="80834" y="29759"/>
                  </a:lnTo>
                  <a:lnTo>
                    <a:pt x="81986" y="31677"/>
                  </a:lnTo>
                  <a:lnTo>
                    <a:pt x="83131" y="33584"/>
                  </a:lnTo>
                  <a:lnTo>
                    <a:pt x="83235" y="33757"/>
                  </a:lnTo>
                  <a:lnTo>
                    <a:pt x="84248" y="35445"/>
                  </a:lnTo>
                  <a:lnTo>
                    <a:pt x="84421" y="35733"/>
                  </a:lnTo>
                  <a:lnTo>
                    <a:pt x="85233" y="37086"/>
                  </a:lnTo>
                  <a:lnTo>
                    <a:pt x="85321" y="37233"/>
                  </a:lnTo>
                  <a:lnTo>
                    <a:pt x="85701" y="37668"/>
                  </a:lnTo>
                  <a:lnTo>
                    <a:pt x="87011" y="39127"/>
                  </a:lnTo>
                  <a:lnTo>
                    <a:pt x="87159" y="39275"/>
                  </a:lnTo>
                  <a:lnTo>
                    <a:pt x="87776" y="39890"/>
                  </a:lnTo>
                  <a:lnTo>
                    <a:pt x="88604" y="40508"/>
                  </a:lnTo>
                  <a:lnTo>
                    <a:pt x="90184" y="41281"/>
                  </a:lnTo>
                  <a:lnTo>
                    <a:pt x="91810" y="42226"/>
                  </a:lnTo>
                  <a:lnTo>
                    <a:pt x="92697" y="42935"/>
                  </a:lnTo>
                  <a:lnTo>
                    <a:pt x="93265" y="43345"/>
                  </a:lnTo>
                  <a:lnTo>
                    <a:pt x="93645" y="43819"/>
                  </a:lnTo>
                  <a:lnTo>
                    <a:pt x="94040" y="44353"/>
                  </a:lnTo>
                  <a:lnTo>
                    <a:pt x="94323" y="45202"/>
                  </a:lnTo>
                  <a:lnTo>
                    <a:pt x="94058" y="46111"/>
                  </a:lnTo>
                  <a:lnTo>
                    <a:pt x="92988" y="49774"/>
                  </a:lnTo>
                  <a:lnTo>
                    <a:pt x="89009" y="48447"/>
                  </a:lnTo>
                  <a:lnTo>
                    <a:pt x="86587" y="48014"/>
                  </a:lnTo>
                  <a:lnTo>
                    <a:pt x="86088" y="48500"/>
                  </a:lnTo>
                  <a:lnTo>
                    <a:pt x="85921" y="48663"/>
                  </a:lnTo>
                  <a:lnTo>
                    <a:pt x="84844" y="49137"/>
                  </a:lnTo>
                  <a:lnTo>
                    <a:pt x="84223" y="49772"/>
                  </a:lnTo>
                  <a:lnTo>
                    <a:pt x="84163" y="48918"/>
                  </a:lnTo>
                  <a:lnTo>
                    <a:pt x="84095" y="48276"/>
                  </a:lnTo>
                  <a:lnTo>
                    <a:pt x="84018" y="47542"/>
                  </a:lnTo>
                  <a:lnTo>
                    <a:pt x="82717" y="47468"/>
                  </a:lnTo>
                  <a:lnTo>
                    <a:pt x="81314" y="48962"/>
                  </a:lnTo>
                  <a:lnTo>
                    <a:pt x="80976" y="49387"/>
                  </a:lnTo>
                  <a:lnTo>
                    <a:pt x="77734" y="53466"/>
                  </a:lnTo>
                  <a:lnTo>
                    <a:pt x="72100" y="54748"/>
                  </a:lnTo>
                  <a:lnTo>
                    <a:pt x="66145" y="53520"/>
                  </a:lnTo>
                  <a:lnTo>
                    <a:pt x="62300" y="53012"/>
                  </a:lnTo>
                  <a:lnTo>
                    <a:pt x="62449" y="52395"/>
                  </a:lnTo>
                  <a:lnTo>
                    <a:pt x="62914" y="50476"/>
                  </a:lnTo>
                  <a:lnTo>
                    <a:pt x="61098" y="48500"/>
                  </a:lnTo>
                  <a:lnTo>
                    <a:pt x="57301" y="48394"/>
                  </a:lnTo>
                  <a:lnTo>
                    <a:pt x="56105" y="49461"/>
                  </a:lnTo>
                  <a:lnTo>
                    <a:pt x="55065" y="50149"/>
                  </a:lnTo>
                  <a:lnTo>
                    <a:pt x="54370" y="50609"/>
                  </a:lnTo>
                  <a:lnTo>
                    <a:pt x="53846" y="50038"/>
                  </a:lnTo>
                  <a:lnTo>
                    <a:pt x="53488" y="49648"/>
                  </a:lnTo>
                  <a:lnTo>
                    <a:pt x="52587" y="50244"/>
                  </a:lnTo>
                  <a:lnTo>
                    <a:pt x="51673" y="50850"/>
                  </a:lnTo>
                  <a:lnTo>
                    <a:pt x="51359" y="50446"/>
                  </a:lnTo>
                  <a:lnTo>
                    <a:pt x="49189" y="47645"/>
                  </a:lnTo>
                  <a:lnTo>
                    <a:pt x="46065" y="47512"/>
                  </a:lnTo>
                  <a:lnTo>
                    <a:pt x="43796" y="49061"/>
                  </a:lnTo>
                  <a:lnTo>
                    <a:pt x="44927" y="51500"/>
                  </a:lnTo>
                  <a:lnTo>
                    <a:pt x="45157" y="51998"/>
                  </a:lnTo>
                  <a:lnTo>
                    <a:pt x="44330" y="56537"/>
                  </a:lnTo>
                  <a:lnTo>
                    <a:pt x="43689" y="58246"/>
                  </a:lnTo>
                  <a:lnTo>
                    <a:pt x="37921" y="57285"/>
                  </a:lnTo>
                  <a:lnTo>
                    <a:pt x="37868" y="58406"/>
                  </a:lnTo>
                  <a:lnTo>
                    <a:pt x="34290" y="61557"/>
                  </a:lnTo>
                  <a:lnTo>
                    <a:pt x="33996" y="61473"/>
                  </a:lnTo>
                  <a:lnTo>
                    <a:pt x="33008" y="61190"/>
                  </a:lnTo>
                  <a:lnTo>
                    <a:pt x="31353" y="60715"/>
                  </a:lnTo>
                  <a:lnTo>
                    <a:pt x="29668" y="59011"/>
                  </a:lnTo>
                  <a:lnTo>
                    <a:pt x="28484" y="56904"/>
                  </a:lnTo>
                  <a:lnTo>
                    <a:pt x="27030" y="57230"/>
                  </a:lnTo>
                  <a:lnTo>
                    <a:pt x="21919" y="58376"/>
                  </a:lnTo>
                  <a:lnTo>
                    <a:pt x="20040" y="58966"/>
                  </a:lnTo>
                  <a:lnTo>
                    <a:pt x="19579" y="60888"/>
                  </a:lnTo>
                  <a:lnTo>
                    <a:pt x="19835" y="64272"/>
                  </a:lnTo>
                  <a:lnTo>
                    <a:pt x="20360" y="65041"/>
                  </a:lnTo>
                  <a:lnTo>
                    <a:pt x="22398" y="66169"/>
                  </a:lnTo>
                  <a:lnTo>
                    <a:pt x="21040" y="68015"/>
                  </a:lnTo>
                  <a:lnTo>
                    <a:pt x="22757" y="69424"/>
                  </a:lnTo>
                  <a:lnTo>
                    <a:pt x="22051" y="70254"/>
                  </a:lnTo>
                  <a:lnTo>
                    <a:pt x="20709" y="69784"/>
                  </a:lnTo>
                  <a:lnTo>
                    <a:pt x="19197" y="68759"/>
                  </a:lnTo>
                  <a:lnTo>
                    <a:pt x="18948" y="68264"/>
                  </a:lnTo>
                  <a:lnTo>
                    <a:pt x="16974" y="69637"/>
                  </a:lnTo>
                  <a:lnTo>
                    <a:pt x="14696" y="68584"/>
                  </a:lnTo>
                  <a:lnTo>
                    <a:pt x="10285" y="67816"/>
                  </a:lnTo>
                  <a:lnTo>
                    <a:pt x="8069" y="67905"/>
                  </a:lnTo>
                  <a:lnTo>
                    <a:pt x="5852" y="66429"/>
                  </a:lnTo>
                  <a:lnTo>
                    <a:pt x="4935" y="66269"/>
                  </a:lnTo>
                  <a:lnTo>
                    <a:pt x="3433" y="66006"/>
                  </a:lnTo>
                  <a:lnTo>
                    <a:pt x="1118" y="63600"/>
                  </a:lnTo>
                  <a:lnTo>
                    <a:pt x="498" y="61784"/>
                  </a:lnTo>
                  <a:lnTo>
                    <a:pt x="0" y="61753"/>
                  </a:lnTo>
                  <a:lnTo>
                    <a:pt x="108" y="59897"/>
                  </a:lnTo>
                  <a:lnTo>
                    <a:pt x="2054" y="59770"/>
                  </a:lnTo>
                  <a:lnTo>
                    <a:pt x="3015" y="58270"/>
                  </a:lnTo>
                  <a:lnTo>
                    <a:pt x="5025" y="57391"/>
                  </a:lnTo>
                  <a:lnTo>
                    <a:pt x="5217" y="55725"/>
                  </a:lnTo>
                  <a:lnTo>
                    <a:pt x="5666" y="54304"/>
                  </a:lnTo>
                  <a:lnTo>
                    <a:pt x="1500" y="53877"/>
                  </a:lnTo>
                  <a:lnTo>
                    <a:pt x="1332" y="53843"/>
                  </a:lnTo>
                  <a:lnTo>
                    <a:pt x="1854" y="52777"/>
                  </a:lnTo>
                  <a:lnTo>
                    <a:pt x="4855" y="50956"/>
                  </a:lnTo>
                  <a:lnTo>
                    <a:pt x="5657" y="50470"/>
                  </a:lnTo>
                  <a:lnTo>
                    <a:pt x="10443" y="49376"/>
                  </a:lnTo>
                  <a:lnTo>
                    <a:pt x="11014" y="48430"/>
                  </a:lnTo>
                  <a:lnTo>
                    <a:pt x="2914" y="45320"/>
                  </a:lnTo>
                  <a:lnTo>
                    <a:pt x="512" y="44086"/>
                  </a:lnTo>
                  <a:lnTo>
                    <a:pt x="904" y="43540"/>
                  </a:lnTo>
                  <a:lnTo>
                    <a:pt x="1606" y="42563"/>
                  </a:lnTo>
                  <a:lnTo>
                    <a:pt x="1789" y="42624"/>
                  </a:lnTo>
                  <a:lnTo>
                    <a:pt x="3699" y="43341"/>
                  </a:lnTo>
                  <a:lnTo>
                    <a:pt x="4104" y="43344"/>
                  </a:lnTo>
                  <a:lnTo>
                    <a:pt x="5775" y="43457"/>
                  </a:lnTo>
                  <a:lnTo>
                    <a:pt x="7608" y="43611"/>
                  </a:lnTo>
                  <a:lnTo>
                    <a:pt x="8877" y="43662"/>
                  </a:lnTo>
                  <a:lnTo>
                    <a:pt x="13699" y="45451"/>
                  </a:lnTo>
                  <a:lnTo>
                    <a:pt x="15276" y="45817"/>
                  </a:lnTo>
                  <a:lnTo>
                    <a:pt x="16473" y="44637"/>
                  </a:lnTo>
                  <a:lnTo>
                    <a:pt x="20192" y="37139"/>
                  </a:lnTo>
                  <a:lnTo>
                    <a:pt x="21153" y="35152"/>
                  </a:lnTo>
                  <a:lnTo>
                    <a:pt x="20128" y="33191"/>
                  </a:lnTo>
                  <a:lnTo>
                    <a:pt x="15706" y="35639"/>
                  </a:lnTo>
                  <a:lnTo>
                    <a:pt x="14578" y="36177"/>
                  </a:lnTo>
                  <a:lnTo>
                    <a:pt x="11566" y="36870"/>
                  </a:lnTo>
                  <a:lnTo>
                    <a:pt x="8449" y="35342"/>
                  </a:lnTo>
                  <a:lnTo>
                    <a:pt x="8188" y="33650"/>
                  </a:lnTo>
                  <a:lnTo>
                    <a:pt x="7851" y="31454"/>
                  </a:lnTo>
                  <a:lnTo>
                    <a:pt x="10705" y="31250"/>
                  </a:lnTo>
                  <a:lnTo>
                    <a:pt x="10409" y="28907"/>
                  </a:lnTo>
                  <a:lnTo>
                    <a:pt x="10218" y="27391"/>
                  </a:lnTo>
                  <a:lnTo>
                    <a:pt x="9917" y="24998"/>
                  </a:lnTo>
                  <a:lnTo>
                    <a:pt x="20488" y="20493"/>
                  </a:lnTo>
                  <a:lnTo>
                    <a:pt x="24105" y="18952"/>
                  </a:lnTo>
                  <a:lnTo>
                    <a:pt x="24785" y="15396"/>
                  </a:lnTo>
                  <a:lnTo>
                    <a:pt x="21080" y="15217"/>
                  </a:lnTo>
                  <a:lnTo>
                    <a:pt x="20209" y="15037"/>
                  </a:lnTo>
                  <a:lnTo>
                    <a:pt x="20568" y="13012"/>
                  </a:lnTo>
                  <a:lnTo>
                    <a:pt x="18897" y="12494"/>
                  </a:lnTo>
                  <a:lnTo>
                    <a:pt x="19513" y="10364"/>
                  </a:lnTo>
                  <a:lnTo>
                    <a:pt x="19948" y="8955"/>
                  </a:lnTo>
                  <a:lnTo>
                    <a:pt x="20654" y="8377"/>
                  </a:lnTo>
                  <a:lnTo>
                    <a:pt x="22013" y="10004"/>
                  </a:lnTo>
                  <a:lnTo>
                    <a:pt x="25473" y="10389"/>
                  </a:lnTo>
                  <a:lnTo>
                    <a:pt x="25446" y="10568"/>
                  </a:lnTo>
                  <a:lnTo>
                    <a:pt x="25417" y="12312"/>
                  </a:lnTo>
                  <a:lnTo>
                    <a:pt x="26241" y="12390"/>
                  </a:lnTo>
                  <a:lnTo>
                    <a:pt x="26444" y="12368"/>
                  </a:lnTo>
                  <a:lnTo>
                    <a:pt x="28005" y="12201"/>
                  </a:lnTo>
                  <a:lnTo>
                    <a:pt x="29081" y="12140"/>
                  </a:lnTo>
                  <a:lnTo>
                    <a:pt x="29761" y="12097"/>
                  </a:lnTo>
                  <a:lnTo>
                    <a:pt x="30273" y="12064"/>
                  </a:lnTo>
                  <a:lnTo>
                    <a:pt x="31032" y="12021"/>
                  </a:lnTo>
                  <a:lnTo>
                    <a:pt x="31854" y="12021"/>
                  </a:lnTo>
                  <a:lnTo>
                    <a:pt x="34615" y="11952"/>
                  </a:lnTo>
                  <a:lnTo>
                    <a:pt x="36587" y="14149"/>
                  </a:lnTo>
                  <a:lnTo>
                    <a:pt x="37251" y="13438"/>
                  </a:lnTo>
                  <a:lnTo>
                    <a:pt x="39493" y="11841"/>
                  </a:lnTo>
                  <a:lnTo>
                    <a:pt x="40134" y="11457"/>
                  </a:lnTo>
                  <a:lnTo>
                    <a:pt x="41031" y="12568"/>
                  </a:lnTo>
                  <a:lnTo>
                    <a:pt x="44065" y="10582"/>
                  </a:lnTo>
                  <a:lnTo>
                    <a:pt x="47244" y="8437"/>
                  </a:lnTo>
                  <a:lnTo>
                    <a:pt x="50799" y="5845"/>
                  </a:lnTo>
                  <a:lnTo>
                    <a:pt x="50305" y="4828"/>
                  </a:lnTo>
                  <a:lnTo>
                    <a:pt x="49503" y="2560"/>
                  </a:lnTo>
                  <a:lnTo>
                    <a:pt x="49298" y="1804"/>
                  </a:lnTo>
                  <a:lnTo>
                    <a:pt x="49426" y="1469"/>
                  </a:lnTo>
                  <a:lnTo>
                    <a:pt x="49661" y="1180"/>
                  </a:lnTo>
                  <a:lnTo>
                    <a:pt x="50118" y="817"/>
                  </a:lnTo>
                  <a:lnTo>
                    <a:pt x="51176" y="313"/>
                  </a:lnTo>
                  <a:lnTo>
                    <a:pt x="51855" y="0"/>
                  </a:lnTo>
                  <a:lnTo>
                    <a:pt x="51883" y="1631"/>
                  </a:lnTo>
                  <a:lnTo>
                    <a:pt x="52507" y="3777"/>
                  </a:lnTo>
                  <a:lnTo>
                    <a:pt x="53182" y="5292"/>
                  </a:lnTo>
                  <a:lnTo>
                    <a:pt x="54415" y="7658"/>
                  </a:lnTo>
                  <a:lnTo>
                    <a:pt x="55864" y="10015"/>
                  </a:lnTo>
                  <a:lnTo>
                    <a:pt x="56059" y="10332"/>
                  </a:lnTo>
                  <a:lnTo>
                    <a:pt x="56406" y="108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2477950" y="3393171"/>
              <a:ext cx="114077" cy="61679"/>
            </a:xfrm>
            <a:custGeom>
              <a:avLst/>
              <a:pathLst>
                <a:path w="114077" h="61679">
                  <a:moveTo>
                    <a:pt x="61834" y="3407"/>
                  </a:moveTo>
                  <a:lnTo>
                    <a:pt x="74444" y="4885"/>
                  </a:lnTo>
                  <a:lnTo>
                    <a:pt x="74799" y="4927"/>
                  </a:lnTo>
                  <a:lnTo>
                    <a:pt x="75560" y="5020"/>
                  </a:lnTo>
                  <a:lnTo>
                    <a:pt x="79585" y="5513"/>
                  </a:lnTo>
                  <a:lnTo>
                    <a:pt x="80921" y="5713"/>
                  </a:lnTo>
                  <a:lnTo>
                    <a:pt x="81262" y="5765"/>
                  </a:lnTo>
                  <a:lnTo>
                    <a:pt x="82119" y="5893"/>
                  </a:lnTo>
                  <a:lnTo>
                    <a:pt x="82661" y="5975"/>
                  </a:lnTo>
                  <a:lnTo>
                    <a:pt x="86942" y="6462"/>
                  </a:lnTo>
                  <a:lnTo>
                    <a:pt x="93618" y="7221"/>
                  </a:lnTo>
                  <a:lnTo>
                    <a:pt x="94082" y="7274"/>
                  </a:lnTo>
                  <a:lnTo>
                    <a:pt x="94698" y="7344"/>
                  </a:lnTo>
                  <a:lnTo>
                    <a:pt x="99290" y="7866"/>
                  </a:lnTo>
                  <a:lnTo>
                    <a:pt x="106036" y="8634"/>
                  </a:lnTo>
                  <a:lnTo>
                    <a:pt x="112565" y="9377"/>
                  </a:lnTo>
                  <a:lnTo>
                    <a:pt x="113183" y="9447"/>
                  </a:lnTo>
                  <a:lnTo>
                    <a:pt x="112202" y="16181"/>
                  </a:lnTo>
                  <a:lnTo>
                    <a:pt x="112140" y="16607"/>
                  </a:lnTo>
                  <a:lnTo>
                    <a:pt x="112090" y="16947"/>
                  </a:lnTo>
                  <a:lnTo>
                    <a:pt x="112462" y="23223"/>
                  </a:lnTo>
                  <a:lnTo>
                    <a:pt x="112910" y="28539"/>
                  </a:lnTo>
                  <a:lnTo>
                    <a:pt x="112982" y="29142"/>
                  </a:lnTo>
                  <a:lnTo>
                    <a:pt x="114053" y="38215"/>
                  </a:lnTo>
                  <a:lnTo>
                    <a:pt x="114077" y="38467"/>
                  </a:lnTo>
                  <a:lnTo>
                    <a:pt x="107338" y="38869"/>
                  </a:lnTo>
                  <a:lnTo>
                    <a:pt x="99761" y="39240"/>
                  </a:lnTo>
                  <a:lnTo>
                    <a:pt x="94535" y="39458"/>
                  </a:lnTo>
                  <a:lnTo>
                    <a:pt x="94250" y="39470"/>
                  </a:lnTo>
                  <a:lnTo>
                    <a:pt x="90378" y="39685"/>
                  </a:lnTo>
                  <a:lnTo>
                    <a:pt x="89061" y="40375"/>
                  </a:lnTo>
                  <a:lnTo>
                    <a:pt x="88491" y="41142"/>
                  </a:lnTo>
                  <a:lnTo>
                    <a:pt x="87242" y="43399"/>
                  </a:lnTo>
                  <a:lnTo>
                    <a:pt x="87071" y="43778"/>
                  </a:lnTo>
                  <a:lnTo>
                    <a:pt x="83344" y="52042"/>
                  </a:lnTo>
                  <a:lnTo>
                    <a:pt x="80636" y="58048"/>
                  </a:lnTo>
                  <a:lnTo>
                    <a:pt x="79908" y="61380"/>
                  </a:lnTo>
                  <a:lnTo>
                    <a:pt x="79842" y="61679"/>
                  </a:lnTo>
                  <a:lnTo>
                    <a:pt x="75902" y="61206"/>
                  </a:lnTo>
                  <a:lnTo>
                    <a:pt x="74439" y="61030"/>
                  </a:lnTo>
                  <a:lnTo>
                    <a:pt x="69147" y="60394"/>
                  </a:lnTo>
                  <a:lnTo>
                    <a:pt x="64445" y="59830"/>
                  </a:lnTo>
                  <a:lnTo>
                    <a:pt x="59375" y="59220"/>
                  </a:lnTo>
                  <a:lnTo>
                    <a:pt x="54012" y="58507"/>
                  </a:lnTo>
                  <a:lnTo>
                    <a:pt x="48016" y="57660"/>
                  </a:lnTo>
                  <a:lnTo>
                    <a:pt x="47676" y="57611"/>
                  </a:lnTo>
                  <a:lnTo>
                    <a:pt x="48030" y="54603"/>
                  </a:lnTo>
                  <a:lnTo>
                    <a:pt x="49376" y="43174"/>
                  </a:lnTo>
                  <a:lnTo>
                    <a:pt x="49395" y="43012"/>
                  </a:lnTo>
                  <a:lnTo>
                    <a:pt x="49152" y="43000"/>
                  </a:lnTo>
                  <a:lnTo>
                    <a:pt x="47198" y="42911"/>
                  </a:lnTo>
                  <a:lnTo>
                    <a:pt x="45132" y="42925"/>
                  </a:lnTo>
                  <a:lnTo>
                    <a:pt x="43883" y="42933"/>
                  </a:lnTo>
                  <a:lnTo>
                    <a:pt x="43571" y="42988"/>
                  </a:lnTo>
                  <a:lnTo>
                    <a:pt x="43262" y="43042"/>
                  </a:lnTo>
                  <a:lnTo>
                    <a:pt x="42199" y="42737"/>
                  </a:lnTo>
                  <a:lnTo>
                    <a:pt x="41602" y="42529"/>
                  </a:lnTo>
                  <a:lnTo>
                    <a:pt x="40960" y="42226"/>
                  </a:lnTo>
                  <a:lnTo>
                    <a:pt x="41083" y="43289"/>
                  </a:lnTo>
                  <a:lnTo>
                    <a:pt x="40856" y="43283"/>
                  </a:lnTo>
                  <a:lnTo>
                    <a:pt x="37703" y="43195"/>
                  </a:lnTo>
                  <a:lnTo>
                    <a:pt x="37681" y="42857"/>
                  </a:lnTo>
                  <a:lnTo>
                    <a:pt x="37542" y="42031"/>
                  </a:lnTo>
                  <a:lnTo>
                    <a:pt x="35192" y="42509"/>
                  </a:lnTo>
                  <a:lnTo>
                    <a:pt x="34945" y="42559"/>
                  </a:lnTo>
                  <a:lnTo>
                    <a:pt x="32474" y="41860"/>
                  </a:lnTo>
                  <a:lnTo>
                    <a:pt x="32277" y="41846"/>
                  </a:lnTo>
                  <a:lnTo>
                    <a:pt x="31082" y="41763"/>
                  </a:lnTo>
                  <a:lnTo>
                    <a:pt x="30761" y="41741"/>
                  </a:lnTo>
                  <a:lnTo>
                    <a:pt x="23280" y="39811"/>
                  </a:lnTo>
                  <a:lnTo>
                    <a:pt x="19328" y="39865"/>
                  </a:lnTo>
                  <a:lnTo>
                    <a:pt x="10609" y="36005"/>
                  </a:lnTo>
                  <a:lnTo>
                    <a:pt x="2180" y="32550"/>
                  </a:lnTo>
                  <a:lnTo>
                    <a:pt x="1203" y="32269"/>
                  </a:lnTo>
                  <a:lnTo>
                    <a:pt x="0" y="31946"/>
                  </a:lnTo>
                  <a:lnTo>
                    <a:pt x="1580" y="27971"/>
                  </a:lnTo>
                  <a:lnTo>
                    <a:pt x="3991" y="24371"/>
                  </a:lnTo>
                  <a:lnTo>
                    <a:pt x="5053" y="21614"/>
                  </a:lnTo>
                  <a:lnTo>
                    <a:pt x="13117" y="24658"/>
                  </a:lnTo>
                  <a:lnTo>
                    <a:pt x="14292" y="22495"/>
                  </a:lnTo>
                  <a:lnTo>
                    <a:pt x="9571" y="15393"/>
                  </a:lnTo>
                  <a:lnTo>
                    <a:pt x="11894" y="9545"/>
                  </a:lnTo>
                  <a:lnTo>
                    <a:pt x="17528" y="8263"/>
                  </a:lnTo>
                  <a:lnTo>
                    <a:pt x="20771" y="4184"/>
                  </a:lnTo>
                  <a:lnTo>
                    <a:pt x="21187" y="3660"/>
                  </a:lnTo>
                  <a:lnTo>
                    <a:pt x="22512" y="2265"/>
                  </a:lnTo>
                  <a:lnTo>
                    <a:pt x="23812" y="2339"/>
                  </a:lnTo>
                  <a:lnTo>
                    <a:pt x="23890" y="3073"/>
                  </a:lnTo>
                  <a:lnTo>
                    <a:pt x="23958" y="3715"/>
                  </a:lnTo>
                  <a:lnTo>
                    <a:pt x="24017" y="4569"/>
                  </a:lnTo>
                  <a:lnTo>
                    <a:pt x="24639" y="3934"/>
                  </a:lnTo>
                  <a:lnTo>
                    <a:pt x="25716" y="3460"/>
                  </a:lnTo>
                  <a:lnTo>
                    <a:pt x="25883" y="3297"/>
                  </a:lnTo>
                  <a:lnTo>
                    <a:pt x="26382" y="2811"/>
                  </a:lnTo>
                  <a:lnTo>
                    <a:pt x="28804" y="3244"/>
                  </a:lnTo>
                  <a:lnTo>
                    <a:pt x="32818" y="4451"/>
                  </a:lnTo>
                  <a:lnTo>
                    <a:pt x="33853" y="908"/>
                  </a:lnTo>
                  <a:lnTo>
                    <a:pt x="34118" y="0"/>
                  </a:lnTo>
                  <a:lnTo>
                    <a:pt x="34463" y="42"/>
                  </a:lnTo>
                  <a:lnTo>
                    <a:pt x="43016" y="1103"/>
                  </a:lnTo>
                  <a:lnTo>
                    <a:pt x="48379" y="1750"/>
                  </a:lnTo>
                  <a:lnTo>
                    <a:pt x="53266" y="2339"/>
                  </a:lnTo>
                  <a:lnTo>
                    <a:pt x="54594" y="2499"/>
                  </a:lnTo>
                  <a:lnTo>
                    <a:pt x="56095" y="2688"/>
                  </a:lnTo>
                  <a:lnTo>
                    <a:pt x="61417" y="33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557793" y="3402619"/>
              <a:ext cx="82864" cy="84684"/>
            </a:xfrm>
            <a:custGeom>
              <a:avLst/>
              <a:pathLst>
                <a:path w="82864" h="84684">
                  <a:moveTo>
                    <a:pt x="61153" y="9815"/>
                  </a:moveTo>
                  <a:lnTo>
                    <a:pt x="67401" y="10438"/>
                  </a:lnTo>
                  <a:lnTo>
                    <a:pt x="70340" y="10407"/>
                  </a:lnTo>
                  <a:lnTo>
                    <a:pt x="72831" y="10381"/>
                  </a:lnTo>
                  <a:lnTo>
                    <a:pt x="72894" y="11308"/>
                  </a:lnTo>
                  <a:lnTo>
                    <a:pt x="72917" y="11703"/>
                  </a:lnTo>
                  <a:lnTo>
                    <a:pt x="73050" y="13949"/>
                  </a:lnTo>
                  <a:lnTo>
                    <a:pt x="73187" y="16268"/>
                  </a:lnTo>
                  <a:lnTo>
                    <a:pt x="73206" y="16457"/>
                  </a:lnTo>
                  <a:lnTo>
                    <a:pt x="73573" y="16446"/>
                  </a:lnTo>
                  <a:lnTo>
                    <a:pt x="76131" y="16373"/>
                  </a:lnTo>
                  <a:lnTo>
                    <a:pt x="76290" y="16367"/>
                  </a:lnTo>
                  <a:lnTo>
                    <a:pt x="79291" y="16248"/>
                  </a:lnTo>
                  <a:lnTo>
                    <a:pt x="79682" y="16233"/>
                  </a:lnTo>
                  <a:lnTo>
                    <a:pt x="81571" y="16158"/>
                  </a:lnTo>
                  <a:lnTo>
                    <a:pt x="81649" y="17322"/>
                  </a:lnTo>
                  <a:lnTo>
                    <a:pt x="81691" y="17959"/>
                  </a:lnTo>
                  <a:lnTo>
                    <a:pt x="81714" y="18288"/>
                  </a:lnTo>
                  <a:lnTo>
                    <a:pt x="82182" y="25301"/>
                  </a:lnTo>
                  <a:lnTo>
                    <a:pt x="82202" y="25589"/>
                  </a:lnTo>
                  <a:lnTo>
                    <a:pt x="82461" y="29474"/>
                  </a:lnTo>
                  <a:lnTo>
                    <a:pt x="82544" y="30710"/>
                  </a:lnTo>
                  <a:lnTo>
                    <a:pt x="82568" y="31064"/>
                  </a:lnTo>
                  <a:lnTo>
                    <a:pt x="82864" y="35487"/>
                  </a:lnTo>
                  <a:lnTo>
                    <a:pt x="82458" y="41105"/>
                  </a:lnTo>
                  <a:lnTo>
                    <a:pt x="82340" y="41793"/>
                  </a:lnTo>
                  <a:lnTo>
                    <a:pt x="82200" y="42427"/>
                  </a:lnTo>
                  <a:lnTo>
                    <a:pt x="81992" y="43343"/>
                  </a:lnTo>
                  <a:lnTo>
                    <a:pt x="81726" y="44314"/>
                  </a:lnTo>
                  <a:lnTo>
                    <a:pt x="81498" y="45006"/>
                  </a:lnTo>
                  <a:lnTo>
                    <a:pt x="81149" y="46065"/>
                  </a:lnTo>
                  <a:lnTo>
                    <a:pt x="79937" y="49052"/>
                  </a:lnTo>
                  <a:lnTo>
                    <a:pt x="79633" y="49716"/>
                  </a:lnTo>
                  <a:lnTo>
                    <a:pt x="79163" y="50583"/>
                  </a:lnTo>
                  <a:lnTo>
                    <a:pt x="78856" y="51007"/>
                  </a:lnTo>
                  <a:lnTo>
                    <a:pt x="76135" y="54755"/>
                  </a:lnTo>
                  <a:lnTo>
                    <a:pt x="74620" y="56329"/>
                  </a:lnTo>
                  <a:lnTo>
                    <a:pt x="71320" y="60662"/>
                  </a:lnTo>
                  <a:lnTo>
                    <a:pt x="67043" y="65782"/>
                  </a:lnTo>
                  <a:lnTo>
                    <a:pt x="66884" y="65973"/>
                  </a:lnTo>
                  <a:lnTo>
                    <a:pt x="66034" y="66990"/>
                  </a:lnTo>
                  <a:lnTo>
                    <a:pt x="65879" y="67154"/>
                  </a:lnTo>
                  <a:lnTo>
                    <a:pt x="65653" y="67391"/>
                  </a:lnTo>
                  <a:lnTo>
                    <a:pt x="63464" y="69694"/>
                  </a:lnTo>
                  <a:lnTo>
                    <a:pt x="61836" y="71086"/>
                  </a:lnTo>
                  <a:lnTo>
                    <a:pt x="60694" y="72064"/>
                  </a:lnTo>
                  <a:lnTo>
                    <a:pt x="59917" y="72671"/>
                  </a:lnTo>
                  <a:lnTo>
                    <a:pt x="57487" y="74570"/>
                  </a:lnTo>
                  <a:lnTo>
                    <a:pt x="54708" y="76742"/>
                  </a:lnTo>
                  <a:lnTo>
                    <a:pt x="54131" y="77231"/>
                  </a:lnTo>
                  <a:lnTo>
                    <a:pt x="52786" y="78371"/>
                  </a:lnTo>
                  <a:lnTo>
                    <a:pt x="46085" y="84684"/>
                  </a:lnTo>
                  <a:lnTo>
                    <a:pt x="45509" y="78936"/>
                  </a:lnTo>
                  <a:lnTo>
                    <a:pt x="45122" y="76488"/>
                  </a:lnTo>
                  <a:lnTo>
                    <a:pt x="45080" y="76224"/>
                  </a:lnTo>
                  <a:lnTo>
                    <a:pt x="44896" y="75055"/>
                  </a:lnTo>
                  <a:lnTo>
                    <a:pt x="44033" y="73416"/>
                  </a:lnTo>
                  <a:lnTo>
                    <a:pt x="42135" y="69811"/>
                  </a:lnTo>
                  <a:lnTo>
                    <a:pt x="41107" y="67860"/>
                  </a:lnTo>
                  <a:lnTo>
                    <a:pt x="40737" y="67281"/>
                  </a:lnTo>
                  <a:lnTo>
                    <a:pt x="38155" y="63255"/>
                  </a:lnTo>
                  <a:lnTo>
                    <a:pt x="35798" y="59652"/>
                  </a:lnTo>
                  <a:lnTo>
                    <a:pt x="32932" y="55271"/>
                  </a:lnTo>
                  <a:lnTo>
                    <a:pt x="32844" y="55135"/>
                  </a:lnTo>
                  <a:lnTo>
                    <a:pt x="32328" y="54019"/>
                  </a:lnTo>
                  <a:lnTo>
                    <a:pt x="31125" y="52389"/>
                  </a:lnTo>
                  <a:lnTo>
                    <a:pt x="30510" y="51979"/>
                  </a:lnTo>
                  <a:lnTo>
                    <a:pt x="29963" y="51723"/>
                  </a:lnTo>
                  <a:lnTo>
                    <a:pt x="29348" y="51603"/>
                  </a:lnTo>
                  <a:lnTo>
                    <a:pt x="28613" y="51535"/>
                  </a:lnTo>
                  <a:lnTo>
                    <a:pt x="27366" y="51842"/>
                  </a:lnTo>
                  <a:lnTo>
                    <a:pt x="26258" y="52461"/>
                  </a:lnTo>
                  <a:lnTo>
                    <a:pt x="25567" y="52846"/>
                  </a:lnTo>
                  <a:lnTo>
                    <a:pt x="25348" y="52860"/>
                  </a:lnTo>
                  <a:lnTo>
                    <a:pt x="24572" y="51826"/>
                  </a:lnTo>
                  <a:lnTo>
                    <a:pt x="24197" y="51146"/>
                  </a:lnTo>
                  <a:lnTo>
                    <a:pt x="23994" y="50335"/>
                  </a:lnTo>
                  <a:lnTo>
                    <a:pt x="24049" y="45457"/>
                  </a:lnTo>
                  <a:lnTo>
                    <a:pt x="19653" y="45656"/>
                  </a:lnTo>
                  <a:lnTo>
                    <a:pt x="15597" y="45841"/>
                  </a:lnTo>
                  <a:lnTo>
                    <a:pt x="15322" y="45847"/>
                  </a:lnTo>
                  <a:lnTo>
                    <a:pt x="15484" y="51879"/>
                  </a:lnTo>
                  <a:lnTo>
                    <a:pt x="15513" y="52187"/>
                  </a:lnTo>
                  <a:lnTo>
                    <a:pt x="15535" y="52496"/>
                  </a:lnTo>
                  <a:lnTo>
                    <a:pt x="15273" y="52497"/>
                  </a:lnTo>
                  <a:lnTo>
                    <a:pt x="5019" y="52560"/>
                  </a:lnTo>
                  <a:lnTo>
                    <a:pt x="4648" y="52551"/>
                  </a:lnTo>
                  <a:lnTo>
                    <a:pt x="2454" y="52494"/>
                  </a:lnTo>
                  <a:lnTo>
                    <a:pt x="0" y="52231"/>
                  </a:lnTo>
                  <a:lnTo>
                    <a:pt x="65" y="51933"/>
                  </a:lnTo>
                  <a:lnTo>
                    <a:pt x="793" y="48600"/>
                  </a:lnTo>
                  <a:lnTo>
                    <a:pt x="3502" y="42594"/>
                  </a:lnTo>
                  <a:lnTo>
                    <a:pt x="7228" y="34330"/>
                  </a:lnTo>
                  <a:lnTo>
                    <a:pt x="7399" y="33952"/>
                  </a:lnTo>
                  <a:lnTo>
                    <a:pt x="8648" y="31694"/>
                  </a:lnTo>
                  <a:lnTo>
                    <a:pt x="9218" y="30927"/>
                  </a:lnTo>
                  <a:lnTo>
                    <a:pt x="10536" y="30238"/>
                  </a:lnTo>
                  <a:lnTo>
                    <a:pt x="14407" y="30023"/>
                  </a:lnTo>
                  <a:lnTo>
                    <a:pt x="14692" y="30011"/>
                  </a:lnTo>
                  <a:lnTo>
                    <a:pt x="19988" y="29789"/>
                  </a:lnTo>
                  <a:lnTo>
                    <a:pt x="27519" y="29420"/>
                  </a:lnTo>
                  <a:lnTo>
                    <a:pt x="34234" y="29019"/>
                  </a:lnTo>
                  <a:lnTo>
                    <a:pt x="34210" y="28767"/>
                  </a:lnTo>
                  <a:lnTo>
                    <a:pt x="33139" y="19694"/>
                  </a:lnTo>
                  <a:lnTo>
                    <a:pt x="33068" y="19091"/>
                  </a:lnTo>
                  <a:lnTo>
                    <a:pt x="32619" y="13776"/>
                  </a:lnTo>
                  <a:lnTo>
                    <a:pt x="32248" y="7499"/>
                  </a:lnTo>
                  <a:lnTo>
                    <a:pt x="32297" y="7159"/>
                  </a:lnTo>
                  <a:lnTo>
                    <a:pt x="32359" y="6733"/>
                  </a:lnTo>
                  <a:lnTo>
                    <a:pt x="33341" y="0"/>
                  </a:lnTo>
                  <a:lnTo>
                    <a:pt x="33952" y="82"/>
                  </a:lnTo>
                  <a:lnTo>
                    <a:pt x="35024" y="226"/>
                  </a:lnTo>
                  <a:lnTo>
                    <a:pt x="39138" y="779"/>
                  </a:lnTo>
                  <a:lnTo>
                    <a:pt x="39634" y="841"/>
                  </a:lnTo>
                  <a:lnTo>
                    <a:pt x="40318" y="926"/>
                  </a:lnTo>
                  <a:lnTo>
                    <a:pt x="41324" y="1051"/>
                  </a:lnTo>
                  <a:lnTo>
                    <a:pt x="43588" y="1332"/>
                  </a:lnTo>
                  <a:lnTo>
                    <a:pt x="46056" y="1640"/>
                  </a:lnTo>
                  <a:lnTo>
                    <a:pt x="46059" y="1881"/>
                  </a:lnTo>
                  <a:lnTo>
                    <a:pt x="46104" y="5176"/>
                  </a:lnTo>
                  <a:lnTo>
                    <a:pt x="46271" y="7584"/>
                  </a:lnTo>
                  <a:lnTo>
                    <a:pt x="46317" y="8022"/>
                  </a:lnTo>
                  <a:lnTo>
                    <a:pt x="49208" y="8379"/>
                  </a:lnTo>
                  <a:lnTo>
                    <a:pt x="51722" y="8689"/>
                  </a:lnTo>
                  <a:lnTo>
                    <a:pt x="56650" y="9296"/>
                  </a:lnTo>
                  <a:lnTo>
                    <a:pt x="58829" y="9565"/>
                  </a:lnTo>
                  <a:lnTo>
                    <a:pt x="59631" y="9664"/>
                  </a:lnTo>
                  <a:lnTo>
                    <a:pt x="59811" y="96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2632413" y="3378866"/>
              <a:ext cx="91979" cy="80955"/>
            </a:xfrm>
            <a:custGeom>
              <a:avLst/>
              <a:pathLst>
                <a:path w="91979" h="80955">
                  <a:moveTo>
                    <a:pt x="77367" y="22734"/>
                  </a:moveTo>
                  <a:lnTo>
                    <a:pt x="79737" y="22901"/>
                  </a:lnTo>
                  <a:lnTo>
                    <a:pt x="84920" y="22482"/>
                  </a:lnTo>
                  <a:lnTo>
                    <a:pt x="85310" y="22450"/>
                  </a:lnTo>
                  <a:lnTo>
                    <a:pt x="87071" y="22334"/>
                  </a:lnTo>
                  <a:lnTo>
                    <a:pt x="88206" y="22258"/>
                  </a:lnTo>
                  <a:lnTo>
                    <a:pt x="89290" y="22510"/>
                  </a:lnTo>
                  <a:lnTo>
                    <a:pt x="89975" y="22833"/>
                  </a:lnTo>
                  <a:lnTo>
                    <a:pt x="90302" y="23141"/>
                  </a:lnTo>
                  <a:lnTo>
                    <a:pt x="90533" y="23589"/>
                  </a:lnTo>
                  <a:lnTo>
                    <a:pt x="90702" y="24243"/>
                  </a:lnTo>
                  <a:lnTo>
                    <a:pt x="90809" y="25268"/>
                  </a:lnTo>
                  <a:lnTo>
                    <a:pt x="90828" y="25451"/>
                  </a:lnTo>
                  <a:lnTo>
                    <a:pt x="90962" y="43714"/>
                  </a:lnTo>
                  <a:lnTo>
                    <a:pt x="91012" y="44413"/>
                  </a:lnTo>
                  <a:lnTo>
                    <a:pt x="91092" y="45526"/>
                  </a:lnTo>
                  <a:lnTo>
                    <a:pt x="91470" y="50805"/>
                  </a:lnTo>
                  <a:lnTo>
                    <a:pt x="91588" y="52946"/>
                  </a:lnTo>
                  <a:lnTo>
                    <a:pt x="91607" y="53227"/>
                  </a:lnTo>
                  <a:lnTo>
                    <a:pt x="91736" y="55168"/>
                  </a:lnTo>
                  <a:lnTo>
                    <a:pt x="91786" y="55908"/>
                  </a:lnTo>
                  <a:lnTo>
                    <a:pt x="91818" y="56403"/>
                  </a:lnTo>
                  <a:lnTo>
                    <a:pt x="91979" y="58821"/>
                  </a:lnTo>
                  <a:lnTo>
                    <a:pt x="91841" y="66786"/>
                  </a:lnTo>
                  <a:lnTo>
                    <a:pt x="91835" y="67135"/>
                  </a:lnTo>
                  <a:lnTo>
                    <a:pt x="91833" y="67266"/>
                  </a:lnTo>
                  <a:lnTo>
                    <a:pt x="90665" y="67454"/>
                  </a:lnTo>
                  <a:lnTo>
                    <a:pt x="90303" y="67512"/>
                  </a:lnTo>
                  <a:lnTo>
                    <a:pt x="85331" y="68309"/>
                  </a:lnTo>
                  <a:lnTo>
                    <a:pt x="83793" y="68323"/>
                  </a:lnTo>
                  <a:lnTo>
                    <a:pt x="83376" y="68301"/>
                  </a:lnTo>
                  <a:lnTo>
                    <a:pt x="82284" y="68244"/>
                  </a:lnTo>
                  <a:lnTo>
                    <a:pt x="81463" y="68184"/>
                  </a:lnTo>
                  <a:lnTo>
                    <a:pt x="70815" y="67408"/>
                  </a:lnTo>
                  <a:lnTo>
                    <a:pt x="69835" y="67336"/>
                  </a:lnTo>
                  <a:lnTo>
                    <a:pt x="66421" y="67116"/>
                  </a:lnTo>
                  <a:lnTo>
                    <a:pt x="64465" y="66990"/>
                  </a:lnTo>
                  <a:lnTo>
                    <a:pt x="61623" y="66775"/>
                  </a:lnTo>
                  <a:lnTo>
                    <a:pt x="59780" y="66640"/>
                  </a:lnTo>
                  <a:lnTo>
                    <a:pt x="59326" y="66623"/>
                  </a:lnTo>
                  <a:lnTo>
                    <a:pt x="54969" y="66462"/>
                  </a:lnTo>
                  <a:lnTo>
                    <a:pt x="49841" y="66588"/>
                  </a:lnTo>
                  <a:lnTo>
                    <a:pt x="48518" y="66730"/>
                  </a:lnTo>
                  <a:lnTo>
                    <a:pt x="48249" y="66787"/>
                  </a:lnTo>
                  <a:lnTo>
                    <a:pt x="45369" y="67404"/>
                  </a:lnTo>
                  <a:lnTo>
                    <a:pt x="42874" y="68179"/>
                  </a:lnTo>
                  <a:lnTo>
                    <a:pt x="39572" y="69206"/>
                  </a:lnTo>
                  <a:lnTo>
                    <a:pt x="39240" y="69323"/>
                  </a:lnTo>
                  <a:lnTo>
                    <a:pt x="37183" y="70047"/>
                  </a:lnTo>
                  <a:lnTo>
                    <a:pt x="30640" y="72348"/>
                  </a:lnTo>
                  <a:lnTo>
                    <a:pt x="20552" y="75983"/>
                  </a:lnTo>
                  <a:lnTo>
                    <a:pt x="18368" y="76770"/>
                  </a:lnTo>
                  <a:lnTo>
                    <a:pt x="17347" y="77141"/>
                  </a:lnTo>
                  <a:lnTo>
                    <a:pt x="10936" y="79473"/>
                  </a:lnTo>
                  <a:lnTo>
                    <a:pt x="8876" y="80223"/>
                  </a:lnTo>
                  <a:lnTo>
                    <a:pt x="7489" y="80724"/>
                  </a:lnTo>
                  <a:lnTo>
                    <a:pt x="6832" y="80786"/>
                  </a:lnTo>
                  <a:lnTo>
                    <a:pt x="6462" y="80840"/>
                  </a:lnTo>
                  <a:lnTo>
                    <a:pt x="6107" y="80891"/>
                  </a:lnTo>
                  <a:lnTo>
                    <a:pt x="4889" y="80955"/>
                  </a:lnTo>
                  <a:lnTo>
                    <a:pt x="4336" y="80908"/>
                  </a:lnTo>
                  <a:lnTo>
                    <a:pt x="3556" y="80840"/>
                  </a:lnTo>
                  <a:lnTo>
                    <a:pt x="1877" y="80558"/>
                  </a:lnTo>
                  <a:lnTo>
                    <a:pt x="0" y="80082"/>
                  </a:lnTo>
                  <a:lnTo>
                    <a:pt x="1514" y="78508"/>
                  </a:lnTo>
                  <a:lnTo>
                    <a:pt x="4235" y="74759"/>
                  </a:lnTo>
                  <a:lnTo>
                    <a:pt x="4543" y="74336"/>
                  </a:lnTo>
                  <a:lnTo>
                    <a:pt x="5013" y="73468"/>
                  </a:lnTo>
                  <a:lnTo>
                    <a:pt x="5317" y="72804"/>
                  </a:lnTo>
                  <a:lnTo>
                    <a:pt x="6528" y="69818"/>
                  </a:lnTo>
                  <a:lnTo>
                    <a:pt x="6877" y="68758"/>
                  </a:lnTo>
                  <a:lnTo>
                    <a:pt x="7105" y="68066"/>
                  </a:lnTo>
                  <a:lnTo>
                    <a:pt x="7404" y="66977"/>
                  </a:lnTo>
                  <a:lnTo>
                    <a:pt x="7580" y="66180"/>
                  </a:lnTo>
                  <a:lnTo>
                    <a:pt x="7719" y="65545"/>
                  </a:lnTo>
                  <a:lnTo>
                    <a:pt x="7837" y="64858"/>
                  </a:lnTo>
                  <a:lnTo>
                    <a:pt x="8243" y="59239"/>
                  </a:lnTo>
                  <a:lnTo>
                    <a:pt x="7947" y="54816"/>
                  </a:lnTo>
                  <a:lnTo>
                    <a:pt x="7924" y="54462"/>
                  </a:lnTo>
                  <a:lnTo>
                    <a:pt x="7841" y="53226"/>
                  </a:lnTo>
                  <a:lnTo>
                    <a:pt x="7581" y="49342"/>
                  </a:lnTo>
                  <a:lnTo>
                    <a:pt x="7562" y="49053"/>
                  </a:lnTo>
                  <a:lnTo>
                    <a:pt x="7093" y="42040"/>
                  </a:lnTo>
                  <a:lnTo>
                    <a:pt x="7071" y="41705"/>
                  </a:lnTo>
                  <a:lnTo>
                    <a:pt x="7028" y="41075"/>
                  </a:lnTo>
                  <a:lnTo>
                    <a:pt x="6951" y="39911"/>
                  </a:lnTo>
                  <a:lnTo>
                    <a:pt x="6915" y="39376"/>
                  </a:lnTo>
                  <a:lnTo>
                    <a:pt x="6731" y="36721"/>
                  </a:lnTo>
                  <a:lnTo>
                    <a:pt x="6585" y="34616"/>
                  </a:lnTo>
                  <a:lnTo>
                    <a:pt x="6548" y="34082"/>
                  </a:lnTo>
                  <a:lnTo>
                    <a:pt x="6393" y="31839"/>
                  </a:lnTo>
                  <a:lnTo>
                    <a:pt x="6066" y="27129"/>
                  </a:lnTo>
                  <a:lnTo>
                    <a:pt x="9471" y="26604"/>
                  </a:lnTo>
                  <a:lnTo>
                    <a:pt x="11892" y="26231"/>
                  </a:lnTo>
                  <a:lnTo>
                    <a:pt x="13601" y="25749"/>
                  </a:lnTo>
                  <a:lnTo>
                    <a:pt x="14181" y="25586"/>
                  </a:lnTo>
                  <a:lnTo>
                    <a:pt x="14479" y="25502"/>
                  </a:lnTo>
                  <a:lnTo>
                    <a:pt x="14730" y="25442"/>
                  </a:lnTo>
                  <a:lnTo>
                    <a:pt x="15428" y="25276"/>
                  </a:lnTo>
                  <a:lnTo>
                    <a:pt x="18371" y="24147"/>
                  </a:lnTo>
                  <a:lnTo>
                    <a:pt x="18824" y="23973"/>
                  </a:lnTo>
                  <a:lnTo>
                    <a:pt x="21892" y="21948"/>
                  </a:lnTo>
                  <a:lnTo>
                    <a:pt x="24635" y="20136"/>
                  </a:lnTo>
                  <a:lnTo>
                    <a:pt x="26136" y="19146"/>
                  </a:lnTo>
                  <a:lnTo>
                    <a:pt x="26604" y="18837"/>
                  </a:lnTo>
                  <a:lnTo>
                    <a:pt x="26889" y="18649"/>
                  </a:lnTo>
                  <a:lnTo>
                    <a:pt x="30850" y="16033"/>
                  </a:lnTo>
                  <a:lnTo>
                    <a:pt x="31137" y="15844"/>
                  </a:lnTo>
                  <a:lnTo>
                    <a:pt x="35341" y="13068"/>
                  </a:lnTo>
                  <a:lnTo>
                    <a:pt x="35481" y="12976"/>
                  </a:lnTo>
                  <a:lnTo>
                    <a:pt x="39927" y="10040"/>
                  </a:lnTo>
                  <a:lnTo>
                    <a:pt x="44362" y="7112"/>
                  </a:lnTo>
                  <a:lnTo>
                    <a:pt x="44865" y="6780"/>
                  </a:lnTo>
                  <a:lnTo>
                    <a:pt x="45132" y="6604"/>
                  </a:lnTo>
                  <a:lnTo>
                    <a:pt x="45390" y="6486"/>
                  </a:lnTo>
                  <a:lnTo>
                    <a:pt x="46378" y="6034"/>
                  </a:lnTo>
                  <a:lnTo>
                    <a:pt x="48000" y="5293"/>
                  </a:lnTo>
                  <a:lnTo>
                    <a:pt x="61366" y="474"/>
                  </a:lnTo>
                  <a:lnTo>
                    <a:pt x="62339" y="123"/>
                  </a:lnTo>
                  <a:lnTo>
                    <a:pt x="62681" y="0"/>
                  </a:lnTo>
                  <a:lnTo>
                    <a:pt x="62707" y="361"/>
                  </a:lnTo>
                  <a:lnTo>
                    <a:pt x="62790" y="1502"/>
                  </a:lnTo>
                  <a:lnTo>
                    <a:pt x="62817" y="1876"/>
                  </a:lnTo>
                  <a:lnTo>
                    <a:pt x="62929" y="2182"/>
                  </a:lnTo>
                  <a:lnTo>
                    <a:pt x="63084" y="2604"/>
                  </a:lnTo>
                  <a:lnTo>
                    <a:pt x="65568" y="9378"/>
                  </a:lnTo>
                  <a:lnTo>
                    <a:pt x="68240" y="16101"/>
                  </a:lnTo>
                  <a:lnTo>
                    <a:pt x="68309" y="16273"/>
                  </a:lnTo>
                  <a:lnTo>
                    <a:pt x="68678" y="16942"/>
                  </a:lnTo>
                  <a:lnTo>
                    <a:pt x="68781" y="17128"/>
                  </a:lnTo>
                  <a:lnTo>
                    <a:pt x="69011" y="17482"/>
                  </a:lnTo>
                  <a:lnTo>
                    <a:pt x="69475" y="18196"/>
                  </a:lnTo>
                  <a:lnTo>
                    <a:pt x="70171" y="19100"/>
                  </a:lnTo>
                  <a:lnTo>
                    <a:pt x="70703" y="19745"/>
                  </a:lnTo>
                  <a:lnTo>
                    <a:pt x="71691" y="20759"/>
                  </a:lnTo>
                  <a:lnTo>
                    <a:pt x="72757" y="21298"/>
                  </a:lnTo>
                  <a:lnTo>
                    <a:pt x="73507" y="21675"/>
                  </a:lnTo>
                  <a:lnTo>
                    <a:pt x="75097" y="222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2720504" y="3339661"/>
              <a:ext cx="181338" cy="118046"/>
            </a:xfrm>
            <a:custGeom>
              <a:avLst/>
              <a:pathLst>
                <a:path w="181338" h="118046">
                  <a:moveTo>
                    <a:pt x="175201" y="0"/>
                  </a:moveTo>
                  <a:lnTo>
                    <a:pt x="177978" y="1655"/>
                  </a:lnTo>
                  <a:lnTo>
                    <a:pt x="177978" y="2616"/>
                  </a:lnTo>
                  <a:lnTo>
                    <a:pt x="177227" y="3416"/>
                  </a:lnTo>
                  <a:lnTo>
                    <a:pt x="178839" y="6863"/>
                  </a:lnTo>
                  <a:lnTo>
                    <a:pt x="179706" y="8709"/>
                  </a:lnTo>
                  <a:lnTo>
                    <a:pt x="181338" y="12323"/>
                  </a:lnTo>
                  <a:lnTo>
                    <a:pt x="181110" y="12744"/>
                  </a:lnTo>
                  <a:lnTo>
                    <a:pt x="175009" y="9770"/>
                  </a:lnTo>
                  <a:lnTo>
                    <a:pt x="172766" y="8924"/>
                  </a:lnTo>
                  <a:lnTo>
                    <a:pt x="172035" y="8783"/>
                  </a:lnTo>
                  <a:lnTo>
                    <a:pt x="171881" y="8819"/>
                  </a:lnTo>
                  <a:lnTo>
                    <a:pt x="171202" y="8976"/>
                  </a:lnTo>
                  <a:lnTo>
                    <a:pt x="171050" y="9054"/>
                  </a:lnTo>
                  <a:lnTo>
                    <a:pt x="170279" y="9450"/>
                  </a:lnTo>
                  <a:lnTo>
                    <a:pt x="169607" y="10169"/>
                  </a:lnTo>
                  <a:lnTo>
                    <a:pt x="169292" y="10975"/>
                  </a:lnTo>
                  <a:lnTo>
                    <a:pt x="169100" y="11898"/>
                  </a:lnTo>
                  <a:lnTo>
                    <a:pt x="168869" y="13154"/>
                  </a:lnTo>
                  <a:lnTo>
                    <a:pt x="168190" y="15423"/>
                  </a:lnTo>
                  <a:lnTo>
                    <a:pt x="167434" y="17294"/>
                  </a:lnTo>
                  <a:lnTo>
                    <a:pt x="166806" y="17771"/>
                  </a:lnTo>
                  <a:lnTo>
                    <a:pt x="163525" y="20267"/>
                  </a:lnTo>
                  <a:lnTo>
                    <a:pt x="161884" y="21677"/>
                  </a:lnTo>
                  <a:lnTo>
                    <a:pt x="160859" y="22711"/>
                  </a:lnTo>
                  <a:lnTo>
                    <a:pt x="160231" y="23343"/>
                  </a:lnTo>
                  <a:lnTo>
                    <a:pt x="159449" y="25727"/>
                  </a:lnTo>
                  <a:lnTo>
                    <a:pt x="159441" y="26727"/>
                  </a:lnTo>
                  <a:lnTo>
                    <a:pt x="159436" y="27368"/>
                  </a:lnTo>
                  <a:lnTo>
                    <a:pt x="159453" y="28983"/>
                  </a:lnTo>
                  <a:lnTo>
                    <a:pt x="158287" y="29138"/>
                  </a:lnTo>
                  <a:lnTo>
                    <a:pt x="155655" y="29873"/>
                  </a:lnTo>
                  <a:lnTo>
                    <a:pt x="154944" y="30267"/>
                  </a:lnTo>
                  <a:lnTo>
                    <a:pt x="152471" y="31638"/>
                  </a:lnTo>
                  <a:lnTo>
                    <a:pt x="150602" y="33346"/>
                  </a:lnTo>
                  <a:lnTo>
                    <a:pt x="150079" y="33823"/>
                  </a:lnTo>
                  <a:lnTo>
                    <a:pt x="149678" y="34189"/>
                  </a:lnTo>
                  <a:lnTo>
                    <a:pt x="149479" y="34371"/>
                  </a:lnTo>
                  <a:lnTo>
                    <a:pt x="146722" y="36890"/>
                  </a:lnTo>
                  <a:lnTo>
                    <a:pt x="145367" y="38128"/>
                  </a:lnTo>
                  <a:lnTo>
                    <a:pt x="138910" y="44028"/>
                  </a:lnTo>
                  <a:lnTo>
                    <a:pt x="138720" y="44201"/>
                  </a:lnTo>
                  <a:lnTo>
                    <a:pt x="138007" y="44766"/>
                  </a:lnTo>
                  <a:lnTo>
                    <a:pt x="135938" y="46403"/>
                  </a:lnTo>
                  <a:lnTo>
                    <a:pt x="133246" y="47851"/>
                  </a:lnTo>
                  <a:lnTo>
                    <a:pt x="132894" y="47941"/>
                  </a:lnTo>
                  <a:lnTo>
                    <a:pt x="127744" y="49257"/>
                  </a:lnTo>
                  <a:lnTo>
                    <a:pt x="127307" y="49369"/>
                  </a:lnTo>
                  <a:lnTo>
                    <a:pt x="126770" y="49524"/>
                  </a:lnTo>
                  <a:lnTo>
                    <a:pt x="125534" y="50049"/>
                  </a:lnTo>
                  <a:lnTo>
                    <a:pt x="124279" y="50582"/>
                  </a:lnTo>
                  <a:lnTo>
                    <a:pt x="123223" y="51030"/>
                  </a:lnTo>
                  <a:lnTo>
                    <a:pt x="121724" y="51965"/>
                  </a:lnTo>
                  <a:lnTo>
                    <a:pt x="119161" y="53565"/>
                  </a:lnTo>
                  <a:lnTo>
                    <a:pt x="115907" y="55595"/>
                  </a:lnTo>
                  <a:lnTo>
                    <a:pt x="115475" y="55865"/>
                  </a:lnTo>
                  <a:lnTo>
                    <a:pt x="114877" y="56238"/>
                  </a:lnTo>
                  <a:lnTo>
                    <a:pt x="110467" y="58990"/>
                  </a:lnTo>
                  <a:lnTo>
                    <a:pt x="104661" y="62613"/>
                  </a:lnTo>
                  <a:lnTo>
                    <a:pt x="100931" y="65528"/>
                  </a:lnTo>
                  <a:lnTo>
                    <a:pt x="98983" y="67578"/>
                  </a:lnTo>
                  <a:lnTo>
                    <a:pt x="97701" y="69424"/>
                  </a:lnTo>
                  <a:lnTo>
                    <a:pt x="97153" y="70402"/>
                  </a:lnTo>
                  <a:lnTo>
                    <a:pt x="96297" y="71927"/>
                  </a:lnTo>
                  <a:lnTo>
                    <a:pt x="96175" y="72145"/>
                  </a:lnTo>
                  <a:lnTo>
                    <a:pt x="95825" y="72769"/>
                  </a:lnTo>
                  <a:lnTo>
                    <a:pt x="95511" y="73353"/>
                  </a:lnTo>
                  <a:lnTo>
                    <a:pt x="95278" y="73786"/>
                  </a:lnTo>
                  <a:lnTo>
                    <a:pt x="95193" y="73942"/>
                  </a:lnTo>
                  <a:lnTo>
                    <a:pt x="93185" y="77628"/>
                  </a:lnTo>
                  <a:lnTo>
                    <a:pt x="91086" y="80337"/>
                  </a:lnTo>
                  <a:lnTo>
                    <a:pt x="90391" y="81233"/>
                  </a:lnTo>
                  <a:lnTo>
                    <a:pt x="89846" y="81648"/>
                  </a:lnTo>
                  <a:lnTo>
                    <a:pt x="88722" y="82502"/>
                  </a:lnTo>
                  <a:lnTo>
                    <a:pt x="87972" y="82991"/>
                  </a:lnTo>
                  <a:lnTo>
                    <a:pt x="87832" y="83087"/>
                  </a:lnTo>
                  <a:lnTo>
                    <a:pt x="87692" y="83183"/>
                  </a:lnTo>
                  <a:lnTo>
                    <a:pt x="79482" y="88796"/>
                  </a:lnTo>
                  <a:lnTo>
                    <a:pt x="70144" y="95182"/>
                  </a:lnTo>
                  <a:lnTo>
                    <a:pt x="69952" y="95313"/>
                  </a:lnTo>
                  <a:lnTo>
                    <a:pt x="65895" y="98087"/>
                  </a:lnTo>
                  <a:lnTo>
                    <a:pt x="65783" y="98410"/>
                  </a:lnTo>
                  <a:lnTo>
                    <a:pt x="65696" y="98662"/>
                  </a:lnTo>
                  <a:lnTo>
                    <a:pt x="65485" y="99270"/>
                  </a:lnTo>
                  <a:lnTo>
                    <a:pt x="65015" y="99864"/>
                  </a:lnTo>
                  <a:lnTo>
                    <a:pt x="64579" y="100415"/>
                  </a:lnTo>
                  <a:lnTo>
                    <a:pt x="64389" y="100549"/>
                  </a:lnTo>
                  <a:lnTo>
                    <a:pt x="63048" y="101499"/>
                  </a:lnTo>
                  <a:lnTo>
                    <a:pt x="59897" y="103730"/>
                  </a:lnTo>
                  <a:lnTo>
                    <a:pt x="58449" y="104898"/>
                  </a:lnTo>
                  <a:lnTo>
                    <a:pt x="58027" y="105379"/>
                  </a:lnTo>
                  <a:lnTo>
                    <a:pt x="57757" y="105686"/>
                  </a:lnTo>
                  <a:lnTo>
                    <a:pt x="56046" y="107635"/>
                  </a:lnTo>
                  <a:lnTo>
                    <a:pt x="54477" y="110472"/>
                  </a:lnTo>
                  <a:lnTo>
                    <a:pt x="52635" y="116769"/>
                  </a:lnTo>
                  <a:lnTo>
                    <a:pt x="52376" y="117655"/>
                  </a:lnTo>
                  <a:lnTo>
                    <a:pt x="52261" y="118046"/>
                  </a:lnTo>
                  <a:lnTo>
                    <a:pt x="47943" y="116532"/>
                  </a:lnTo>
                  <a:lnTo>
                    <a:pt x="43884" y="115109"/>
                  </a:lnTo>
                  <a:lnTo>
                    <a:pt x="38510" y="113807"/>
                  </a:lnTo>
                  <a:lnTo>
                    <a:pt x="27042" y="111375"/>
                  </a:lnTo>
                  <a:lnTo>
                    <a:pt x="25147" y="110659"/>
                  </a:lnTo>
                  <a:lnTo>
                    <a:pt x="19080" y="107028"/>
                  </a:lnTo>
                  <a:lnTo>
                    <a:pt x="17756" y="106302"/>
                  </a:lnTo>
                  <a:lnTo>
                    <a:pt x="17307" y="106143"/>
                  </a:lnTo>
                  <a:lnTo>
                    <a:pt x="14423" y="105127"/>
                  </a:lnTo>
                  <a:lnTo>
                    <a:pt x="13014" y="104742"/>
                  </a:lnTo>
                  <a:lnTo>
                    <a:pt x="11176" y="104657"/>
                  </a:lnTo>
                  <a:lnTo>
                    <a:pt x="9553" y="104806"/>
                  </a:lnTo>
                  <a:lnTo>
                    <a:pt x="7704" y="105350"/>
                  </a:lnTo>
                  <a:lnTo>
                    <a:pt x="6788" y="105620"/>
                  </a:lnTo>
                  <a:lnTo>
                    <a:pt x="5620" y="105963"/>
                  </a:lnTo>
                  <a:lnTo>
                    <a:pt x="5110" y="106113"/>
                  </a:lnTo>
                  <a:lnTo>
                    <a:pt x="4073" y="106419"/>
                  </a:lnTo>
                  <a:lnTo>
                    <a:pt x="3742" y="106472"/>
                  </a:lnTo>
                  <a:lnTo>
                    <a:pt x="3745" y="106340"/>
                  </a:lnTo>
                  <a:lnTo>
                    <a:pt x="3751" y="105991"/>
                  </a:lnTo>
                  <a:lnTo>
                    <a:pt x="3889" y="98026"/>
                  </a:lnTo>
                  <a:lnTo>
                    <a:pt x="3728" y="95608"/>
                  </a:lnTo>
                  <a:lnTo>
                    <a:pt x="3695" y="95113"/>
                  </a:lnTo>
                  <a:lnTo>
                    <a:pt x="3646" y="94374"/>
                  </a:lnTo>
                  <a:lnTo>
                    <a:pt x="3517" y="92433"/>
                  </a:lnTo>
                  <a:lnTo>
                    <a:pt x="3498" y="92151"/>
                  </a:lnTo>
                  <a:lnTo>
                    <a:pt x="3375" y="89936"/>
                  </a:lnTo>
                  <a:lnTo>
                    <a:pt x="3001" y="84731"/>
                  </a:lnTo>
                  <a:lnTo>
                    <a:pt x="2922" y="83618"/>
                  </a:lnTo>
                  <a:lnTo>
                    <a:pt x="2871" y="82920"/>
                  </a:lnTo>
                  <a:lnTo>
                    <a:pt x="2737" y="64656"/>
                  </a:lnTo>
                  <a:lnTo>
                    <a:pt x="2718" y="64474"/>
                  </a:lnTo>
                  <a:lnTo>
                    <a:pt x="2611" y="63448"/>
                  </a:lnTo>
                  <a:lnTo>
                    <a:pt x="2442" y="62795"/>
                  </a:lnTo>
                  <a:lnTo>
                    <a:pt x="2212" y="62346"/>
                  </a:lnTo>
                  <a:lnTo>
                    <a:pt x="1885" y="62038"/>
                  </a:lnTo>
                  <a:lnTo>
                    <a:pt x="1199" y="61715"/>
                  </a:lnTo>
                  <a:lnTo>
                    <a:pt x="57" y="61467"/>
                  </a:lnTo>
                  <a:lnTo>
                    <a:pt x="0" y="60097"/>
                  </a:lnTo>
                  <a:lnTo>
                    <a:pt x="3065" y="61311"/>
                  </a:lnTo>
                  <a:lnTo>
                    <a:pt x="4152" y="61742"/>
                  </a:lnTo>
                  <a:lnTo>
                    <a:pt x="4492" y="61876"/>
                  </a:lnTo>
                  <a:lnTo>
                    <a:pt x="5815" y="62660"/>
                  </a:lnTo>
                  <a:lnTo>
                    <a:pt x="7409" y="63604"/>
                  </a:lnTo>
                  <a:lnTo>
                    <a:pt x="8551" y="64279"/>
                  </a:lnTo>
                  <a:lnTo>
                    <a:pt x="9580" y="63376"/>
                  </a:lnTo>
                  <a:lnTo>
                    <a:pt x="12805" y="60549"/>
                  </a:lnTo>
                  <a:lnTo>
                    <a:pt x="13443" y="60043"/>
                  </a:lnTo>
                  <a:lnTo>
                    <a:pt x="15598" y="58334"/>
                  </a:lnTo>
                  <a:lnTo>
                    <a:pt x="17452" y="56779"/>
                  </a:lnTo>
                  <a:lnTo>
                    <a:pt x="17605" y="56753"/>
                  </a:lnTo>
                  <a:lnTo>
                    <a:pt x="19674" y="56487"/>
                  </a:lnTo>
                  <a:lnTo>
                    <a:pt x="19314" y="54822"/>
                  </a:lnTo>
                  <a:lnTo>
                    <a:pt x="19063" y="54775"/>
                  </a:lnTo>
                  <a:lnTo>
                    <a:pt x="17289" y="54917"/>
                  </a:lnTo>
                  <a:lnTo>
                    <a:pt x="17016" y="54939"/>
                  </a:lnTo>
                  <a:lnTo>
                    <a:pt x="16865" y="54301"/>
                  </a:lnTo>
                  <a:lnTo>
                    <a:pt x="17122" y="53942"/>
                  </a:lnTo>
                  <a:lnTo>
                    <a:pt x="17369" y="53641"/>
                  </a:lnTo>
                  <a:lnTo>
                    <a:pt x="18006" y="52865"/>
                  </a:lnTo>
                  <a:lnTo>
                    <a:pt x="18321" y="52605"/>
                  </a:lnTo>
                  <a:lnTo>
                    <a:pt x="19557" y="51584"/>
                  </a:lnTo>
                  <a:lnTo>
                    <a:pt x="19764" y="51440"/>
                  </a:lnTo>
                  <a:lnTo>
                    <a:pt x="20057" y="51238"/>
                  </a:lnTo>
                  <a:lnTo>
                    <a:pt x="20659" y="51225"/>
                  </a:lnTo>
                  <a:lnTo>
                    <a:pt x="21532" y="51506"/>
                  </a:lnTo>
                  <a:lnTo>
                    <a:pt x="21851" y="51609"/>
                  </a:lnTo>
                  <a:lnTo>
                    <a:pt x="22530" y="51763"/>
                  </a:lnTo>
                  <a:lnTo>
                    <a:pt x="23522" y="51799"/>
                  </a:lnTo>
                  <a:lnTo>
                    <a:pt x="23598" y="50575"/>
                  </a:lnTo>
                  <a:lnTo>
                    <a:pt x="24359" y="50362"/>
                  </a:lnTo>
                  <a:lnTo>
                    <a:pt x="25130" y="50146"/>
                  </a:lnTo>
                  <a:lnTo>
                    <a:pt x="25620" y="49537"/>
                  </a:lnTo>
                  <a:lnTo>
                    <a:pt x="26054" y="48371"/>
                  </a:lnTo>
                  <a:lnTo>
                    <a:pt x="26253" y="47836"/>
                  </a:lnTo>
                  <a:lnTo>
                    <a:pt x="26401" y="47531"/>
                  </a:lnTo>
                  <a:lnTo>
                    <a:pt x="26506" y="47315"/>
                  </a:lnTo>
                  <a:lnTo>
                    <a:pt x="26930" y="46440"/>
                  </a:lnTo>
                  <a:lnTo>
                    <a:pt x="27205" y="46544"/>
                  </a:lnTo>
                  <a:lnTo>
                    <a:pt x="27379" y="46611"/>
                  </a:lnTo>
                  <a:lnTo>
                    <a:pt x="27602" y="46319"/>
                  </a:lnTo>
                  <a:lnTo>
                    <a:pt x="31080" y="41785"/>
                  </a:lnTo>
                  <a:lnTo>
                    <a:pt x="34674" y="37543"/>
                  </a:lnTo>
                  <a:lnTo>
                    <a:pt x="37410" y="38539"/>
                  </a:lnTo>
                  <a:lnTo>
                    <a:pt x="39012" y="45375"/>
                  </a:lnTo>
                  <a:lnTo>
                    <a:pt x="41842" y="49754"/>
                  </a:lnTo>
                  <a:lnTo>
                    <a:pt x="44085" y="51036"/>
                  </a:lnTo>
                  <a:lnTo>
                    <a:pt x="53270" y="50822"/>
                  </a:lnTo>
                  <a:lnTo>
                    <a:pt x="57169" y="53011"/>
                  </a:lnTo>
                  <a:lnTo>
                    <a:pt x="62029" y="48686"/>
                  </a:lnTo>
                  <a:lnTo>
                    <a:pt x="65660" y="51943"/>
                  </a:lnTo>
                  <a:lnTo>
                    <a:pt x="62402" y="55735"/>
                  </a:lnTo>
                  <a:lnTo>
                    <a:pt x="65660" y="64333"/>
                  </a:lnTo>
                  <a:lnTo>
                    <a:pt x="59946" y="66843"/>
                  </a:lnTo>
                  <a:lnTo>
                    <a:pt x="62799" y="74436"/>
                  </a:lnTo>
                  <a:lnTo>
                    <a:pt x="61969" y="76022"/>
                  </a:lnTo>
                  <a:lnTo>
                    <a:pt x="60536" y="80323"/>
                  </a:lnTo>
                  <a:lnTo>
                    <a:pt x="63642" y="81278"/>
                  </a:lnTo>
                  <a:lnTo>
                    <a:pt x="68181" y="75903"/>
                  </a:lnTo>
                  <a:lnTo>
                    <a:pt x="74154" y="75664"/>
                  </a:lnTo>
                  <a:lnTo>
                    <a:pt x="76304" y="74230"/>
                  </a:lnTo>
                  <a:lnTo>
                    <a:pt x="78454" y="70527"/>
                  </a:lnTo>
                  <a:lnTo>
                    <a:pt x="84666" y="65988"/>
                  </a:lnTo>
                  <a:lnTo>
                    <a:pt x="90281" y="65868"/>
                  </a:lnTo>
                  <a:lnTo>
                    <a:pt x="92137" y="64844"/>
                  </a:lnTo>
                  <a:lnTo>
                    <a:pt x="92125" y="62355"/>
                  </a:lnTo>
                  <a:lnTo>
                    <a:pt x="89660" y="59299"/>
                  </a:lnTo>
                  <a:lnTo>
                    <a:pt x="88827" y="50203"/>
                  </a:lnTo>
                  <a:lnTo>
                    <a:pt x="85419" y="46977"/>
                  </a:lnTo>
                  <a:lnTo>
                    <a:pt x="85181" y="45095"/>
                  </a:lnTo>
                  <a:lnTo>
                    <a:pt x="86697" y="42454"/>
                  </a:lnTo>
                  <a:lnTo>
                    <a:pt x="91953" y="36123"/>
                  </a:lnTo>
                  <a:lnTo>
                    <a:pt x="95943" y="36660"/>
                  </a:lnTo>
                  <a:lnTo>
                    <a:pt x="96794" y="39618"/>
                  </a:lnTo>
                  <a:lnTo>
                    <a:pt x="98845" y="39490"/>
                  </a:lnTo>
                  <a:lnTo>
                    <a:pt x="102049" y="38913"/>
                  </a:lnTo>
                  <a:lnTo>
                    <a:pt x="104484" y="37503"/>
                  </a:lnTo>
                  <a:lnTo>
                    <a:pt x="105702" y="35196"/>
                  </a:lnTo>
                  <a:lnTo>
                    <a:pt x="104997" y="32569"/>
                  </a:lnTo>
                  <a:lnTo>
                    <a:pt x="102562" y="31351"/>
                  </a:lnTo>
                  <a:lnTo>
                    <a:pt x="101024" y="30069"/>
                  </a:lnTo>
                  <a:lnTo>
                    <a:pt x="101088" y="19239"/>
                  </a:lnTo>
                  <a:lnTo>
                    <a:pt x="106984" y="17381"/>
                  </a:lnTo>
                  <a:lnTo>
                    <a:pt x="108394" y="17509"/>
                  </a:lnTo>
                  <a:lnTo>
                    <a:pt x="118199" y="9370"/>
                  </a:lnTo>
                  <a:lnTo>
                    <a:pt x="116148" y="7127"/>
                  </a:lnTo>
                  <a:lnTo>
                    <a:pt x="119352" y="4756"/>
                  </a:lnTo>
                  <a:lnTo>
                    <a:pt x="125723" y="4441"/>
                  </a:lnTo>
                  <a:lnTo>
                    <a:pt x="146577" y="23711"/>
                  </a:lnTo>
                  <a:lnTo>
                    <a:pt x="148713" y="22376"/>
                  </a:lnTo>
                  <a:lnTo>
                    <a:pt x="151704" y="21094"/>
                  </a:lnTo>
                  <a:lnTo>
                    <a:pt x="162171" y="12763"/>
                  </a:lnTo>
                  <a:lnTo>
                    <a:pt x="167084" y="6889"/>
                  </a:lnTo>
                  <a:lnTo>
                    <a:pt x="167191" y="2723"/>
                  </a:lnTo>
                  <a:lnTo>
                    <a:pt x="167618" y="694"/>
                  </a:lnTo>
                  <a:lnTo>
                    <a:pt x="172371" y="1014"/>
                  </a:lnTo>
                  <a:lnTo>
                    <a:pt x="173599" y="1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835980" y="3326987"/>
              <a:ext cx="128572" cy="120159"/>
            </a:xfrm>
            <a:custGeom>
              <a:avLst/>
              <a:pathLst>
                <a:path w="128572" h="120159">
                  <a:moveTo>
                    <a:pt x="114345" y="5465"/>
                  </a:moveTo>
                  <a:lnTo>
                    <a:pt x="116139" y="6715"/>
                  </a:lnTo>
                  <a:lnTo>
                    <a:pt x="116651" y="6711"/>
                  </a:lnTo>
                  <a:lnTo>
                    <a:pt x="119888" y="6683"/>
                  </a:lnTo>
                  <a:lnTo>
                    <a:pt x="120465" y="5690"/>
                  </a:lnTo>
                  <a:lnTo>
                    <a:pt x="121584" y="5640"/>
                  </a:lnTo>
                  <a:lnTo>
                    <a:pt x="121907" y="5625"/>
                  </a:lnTo>
                  <a:lnTo>
                    <a:pt x="123124" y="7324"/>
                  </a:lnTo>
                  <a:lnTo>
                    <a:pt x="124252" y="7290"/>
                  </a:lnTo>
                  <a:lnTo>
                    <a:pt x="125239" y="7260"/>
                  </a:lnTo>
                  <a:lnTo>
                    <a:pt x="128059" y="7933"/>
                  </a:lnTo>
                  <a:lnTo>
                    <a:pt x="128572" y="10848"/>
                  </a:lnTo>
                  <a:lnTo>
                    <a:pt x="124598" y="13540"/>
                  </a:lnTo>
                  <a:lnTo>
                    <a:pt x="122964" y="13828"/>
                  </a:lnTo>
                  <a:lnTo>
                    <a:pt x="120817" y="16167"/>
                  </a:lnTo>
                  <a:lnTo>
                    <a:pt x="116075" y="21166"/>
                  </a:lnTo>
                  <a:lnTo>
                    <a:pt x="108994" y="28920"/>
                  </a:lnTo>
                  <a:lnTo>
                    <a:pt x="99605" y="36066"/>
                  </a:lnTo>
                  <a:lnTo>
                    <a:pt x="101848" y="39110"/>
                  </a:lnTo>
                  <a:lnTo>
                    <a:pt x="101624" y="39430"/>
                  </a:lnTo>
                  <a:lnTo>
                    <a:pt x="86052" y="52247"/>
                  </a:lnTo>
                  <a:lnTo>
                    <a:pt x="83520" y="55611"/>
                  </a:lnTo>
                  <a:lnTo>
                    <a:pt x="80701" y="57790"/>
                  </a:lnTo>
                  <a:lnTo>
                    <a:pt x="79739" y="57245"/>
                  </a:lnTo>
                  <a:lnTo>
                    <a:pt x="74452" y="59168"/>
                  </a:lnTo>
                  <a:lnTo>
                    <a:pt x="73715" y="58719"/>
                  </a:lnTo>
                  <a:lnTo>
                    <a:pt x="67916" y="60065"/>
                  </a:lnTo>
                  <a:lnTo>
                    <a:pt x="66442" y="61667"/>
                  </a:lnTo>
                  <a:lnTo>
                    <a:pt x="65256" y="61347"/>
                  </a:lnTo>
                  <a:lnTo>
                    <a:pt x="65585" y="68180"/>
                  </a:lnTo>
                  <a:lnTo>
                    <a:pt x="66879" y="69386"/>
                  </a:lnTo>
                  <a:lnTo>
                    <a:pt x="69390" y="71728"/>
                  </a:lnTo>
                  <a:lnTo>
                    <a:pt x="70255" y="71088"/>
                  </a:lnTo>
                  <a:lnTo>
                    <a:pt x="71459" y="71348"/>
                  </a:lnTo>
                  <a:lnTo>
                    <a:pt x="75894" y="72305"/>
                  </a:lnTo>
                  <a:lnTo>
                    <a:pt x="80637" y="75734"/>
                  </a:lnTo>
                  <a:lnTo>
                    <a:pt x="81366" y="77787"/>
                  </a:lnTo>
                  <a:lnTo>
                    <a:pt x="81611" y="78242"/>
                  </a:lnTo>
                  <a:lnTo>
                    <a:pt x="84321" y="80059"/>
                  </a:lnTo>
                  <a:lnTo>
                    <a:pt x="85209" y="87220"/>
                  </a:lnTo>
                  <a:lnTo>
                    <a:pt x="83778" y="88566"/>
                  </a:lnTo>
                  <a:lnTo>
                    <a:pt x="83469" y="88263"/>
                  </a:lnTo>
                  <a:lnTo>
                    <a:pt x="82795" y="87604"/>
                  </a:lnTo>
                  <a:lnTo>
                    <a:pt x="81748" y="87540"/>
                  </a:lnTo>
                  <a:lnTo>
                    <a:pt x="79826" y="88480"/>
                  </a:lnTo>
                  <a:lnTo>
                    <a:pt x="77439" y="89264"/>
                  </a:lnTo>
                  <a:lnTo>
                    <a:pt x="72355" y="87427"/>
                  </a:lnTo>
                  <a:lnTo>
                    <a:pt x="70112" y="87427"/>
                  </a:lnTo>
                  <a:lnTo>
                    <a:pt x="70091" y="92020"/>
                  </a:lnTo>
                  <a:lnTo>
                    <a:pt x="63057" y="89484"/>
                  </a:lnTo>
                  <a:lnTo>
                    <a:pt x="62054" y="88599"/>
                  </a:lnTo>
                  <a:lnTo>
                    <a:pt x="61605" y="88202"/>
                  </a:lnTo>
                  <a:lnTo>
                    <a:pt x="60558" y="88416"/>
                  </a:lnTo>
                  <a:lnTo>
                    <a:pt x="58507" y="91727"/>
                  </a:lnTo>
                  <a:lnTo>
                    <a:pt x="58507" y="92881"/>
                  </a:lnTo>
                  <a:lnTo>
                    <a:pt x="59404" y="92389"/>
                  </a:lnTo>
                  <a:lnTo>
                    <a:pt x="60011" y="93579"/>
                  </a:lnTo>
                  <a:lnTo>
                    <a:pt x="59746" y="94184"/>
                  </a:lnTo>
                  <a:lnTo>
                    <a:pt x="61293" y="95368"/>
                  </a:lnTo>
                  <a:lnTo>
                    <a:pt x="62117" y="95999"/>
                  </a:lnTo>
                  <a:lnTo>
                    <a:pt x="61412" y="97366"/>
                  </a:lnTo>
                  <a:lnTo>
                    <a:pt x="64104" y="99118"/>
                  </a:lnTo>
                  <a:lnTo>
                    <a:pt x="63982" y="99347"/>
                  </a:lnTo>
                  <a:lnTo>
                    <a:pt x="62935" y="101846"/>
                  </a:lnTo>
                  <a:lnTo>
                    <a:pt x="62801" y="102280"/>
                  </a:lnTo>
                  <a:lnTo>
                    <a:pt x="56627" y="98776"/>
                  </a:lnTo>
                  <a:lnTo>
                    <a:pt x="55837" y="99780"/>
                  </a:lnTo>
                  <a:lnTo>
                    <a:pt x="52441" y="97623"/>
                  </a:lnTo>
                  <a:lnTo>
                    <a:pt x="52782" y="99204"/>
                  </a:lnTo>
                  <a:lnTo>
                    <a:pt x="52184" y="99716"/>
                  </a:lnTo>
                  <a:lnTo>
                    <a:pt x="52270" y="100955"/>
                  </a:lnTo>
                  <a:lnTo>
                    <a:pt x="52227" y="102750"/>
                  </a:lnTo>
                  <a:lnTo>
                    <a:pt x="51522" y="103967"/>
                  </a:lnTo>
                  <a:lnTo>
                    <a:pt x="49493" y="104992"/>
                  </a:lnTo>
                  <a:lnTo>
                    <a:pt x="49023" y="106061"/>
                  </a:lnTo>
                  <a:lnTo>
                    <a:pt x="49108" y="108389"/>
                  </a:lnTo>
                  <a:lnTo>
                    <a:pt x="48489" y="109799"/>
                  </a:lnTo>
                  <a:lnTo>
                    <a:pt x="46609" y="110611"/>
                  </a:lnTo>
                  <a:lnTo>
                    <a:pt x="44814" y="110205"/>
                  </a:lnTo>
                  <a:lnTo>
                    <a:pt x="42593" y="107022"/>
                  </a:lnTo>
                  <a:lnTo>
                    <a:pt x="40200" y="108944"/>
                  </a:lnTo>
                  <a:lnTo>
                    <a:pt x="39952" y="109457"/>
                  </a:lnTo>
                  <a:lnTo>
                    <a:pt x="39538" y="110311"/>
                  </a:lnTo>
                  <a:lnTo>
                    <a:pt x="44120" y="112832"/>
                  </a:lnTo>
                  <a:lnTo>
                    <a:pt x="44426" y="113315"/>
                  </a:lnTo>
                  <a:lnTo>
                    <a:pt x="45498" y="115011"/>
                  </a:lnTo>
                  <a:lnTo>
                    <a:pt x="46989" y="115037"/>
                  </a:lnTo>
                  <a:lnTo>
                    <a:pt x="52846" y="115139"/>
                  </a:lnTo>
                  <a:lnTo>
                    <a:pt x="53188" y="119839"/>
                  </a:lnTo>
                  <a:lnTo>
                    <a:pt x="38491" y="120159"/>
                  </a:lnTo>
                  <a:lnTo>
                    <a:pt x="37851" y="118984"/>
                  </a:lnTo>
                  <a:lnTo>
                    <a:pt x="31458" y="118447"/>
                  </a:lnTo>
                  <a:lnTo>
                    <a:pt x="29527" y="119387"/>
                  </a:lnTo>
                  <a:lnTo>
                    <a:pt x="29560" y="119984"/>
                  </a:lnTo>
                  <a:lnTo>
                    <a:pt x="28318" y="119656"/>
                  </a:lnTo>
                  <a:lnTo>
                    <a:pt x="26114" y="118784"/>
                  </a:lnTo>
                  <a:lnTo>
                    <a:pt x="25982" y="118723"/>
                  </a:lnTo>
                  <a:lnTo>
                    <a:pt x="23739" y="117688"/>
                  </a:lnTo>
                  <a:lnTo>
                    <a:pt x="19942" y="115936"/>
                  </a:lnTo>
                  <a:lnTo>
                    <a:pt x="16667" y="114424"/>
                  </a:lnTo>
                  <a:lnTo>
                    <a:pt x="16377" y="114291"/>
                  </a:lnTo>
                  <a:lnTo>
                    <a:pt x="16493" y="114064"/>
                  </a:lnTo>
                  <a:lnTo>
                    <a:pt x="17784" y="111503"/>
                  </a:lnTo>
                  <a:lnTo>
                    <a:pt x="17950" y="111175"/>
                  </a:lnTo>
                  <a:lnTo>
                    <a:pt x="20380" y="106356"/>
                  </a:lnTo>
                  <a:lnTo>
                    <a:pt x="20698" y="105727"/>
                  </a:lnTo>
                  <a:lnTo>
                    <a:pt x="20886" y="105354"/>
                  </a:lnTo>
                  <a:lnTo>
                    <a:pt x="21018" y="105092"/>
                  </a:lnTo>
                  <a:lnTo>
                    <a:pt x="21322" y="104489"/>
                  </a:lnTo>
                  <a:lnTo>
                    <a:pt x="21617" y="103905"/>
                  </a:lnTo>
                  <a:lnTo>
                    <a:pt x="23117" y="100930"/>
                  </a:lnTo>
                  <a:lnTo>
                    <a:pt x="24413" y="98361"/>
                  </a:lnTo>
                  <a:lnTo>
                    <a:pt x="26297" y="94626"/>
                  </a:lnTo>
                  <a:lnTo>
                    <a:pt x="26579" y="94067"/>
                  </a:lnTo>
                  <a:lnTo>
                    <a:pt x="21263" y="91440"/>
                  </a:lnTo>
                  <a:lnTo>
                    <a:pt x="16393" y="89032"/>
                  </a:lnTo>
                  <a:lnTo>
                    <a:pt x="12267" y="86992"/>
                  </a:lnTo>
                  <a:lnTo>
                    <a:pt x="11987" y="86577"/>
                  </a:lnTo>
                  <a:lnTo>
                    <a:pt x="11720" y="86181"/>
                  </a:lnTo>
                  <a:lnTo>
                    <a:pt x="9231" y="82494"/>
                  </a:lnTo>
                  <a:lnTo>
                    <a:pt x="8931" y="82045"/>
                  </a:lnTo>
                  <a:lnTo>
                    <a:pt x="6315" y="78131"/>
                  </a:lnTo>
                  <a:lnTo>
                    <a:pt x="6077" y="77775"/>
                  </a:lnTo>
                  <a:lnTo>
                    <a:pt x="5020" y="76194"/>
                  </a:lnTo>
                  <a:lnTo>
                    <a:pt x="3362" y="73714"/>
                  </a:lnTo>
                  <a:lnTo>
                    <a:pt x="3079" y="73291"/>
                  </a:lnTo>
                  <a:lnTo>
                    <a:pt x="576" y="69428"/>
                  </a:lnTo>
                  <a:lnTo>
                    <a:pt x="0" y="68539"/>
                  </a:lnTo>
                  <a:lnTo>
                    <a:pt x="431" y="68270"/>
                  </a:lnTo>
                  <a:lnTo>
                    <a:pt x="3685" y="66239"/>
                  </a:lnTo>
                  <a:lnTo>
                    <a:pt x="6249" y="64640"/>
                  </a:lnTo>
                  <a:lnTo>
                    <a:pt x="7747" y="63704"/>
                  </a:lnTo>
                  <a:lnTo>
                    <a:pt x="8803" y="63256"/>
                  </a:lnTo>
                  <a:lnTo>
                    <a:pt x="10058" y="62723"/>
                  </a:lnTo>
                  <a:lnTo>
                    <a:pt x="11400" y="62153"/>
                  </a:lnTo>
                  <a:lnTo>
                    <a:pt x="11831" y="62043"/>
                  </a:lnTo>
                  <a:lnTo>
                    <a:pt x="12268" y="61932"/>
                  </a:lnTo>
                  <a:lnTo>
                    <a:pt x="17418" y="60616"/>
                  </a:lnTo>
                  <a:lnTo>
                    <a:pt x="17770" y="60526"/>
                  </a:lnTo>
                  <a:lnTo>
                    <a:pt x="20462" y="59077"/>
                  </a:lnTo>
                  <a:lnTo>
                    <a:pt x="22531" y="57440"/>
                  </a:lnTo>
                  <a:lnTo>
                    <a:pt x="23244" y="56876"/>
                  </a:lnTo>
                  <a:lnTo>
                    <a:pt x="23434" y="56702"/>
                  </a:lnTo>
                  <a:lnTo>
                    <a:pt x="29891" y="50803"/>
                  </a:lnTo>
                  <a:lnTo>
                    <a:pt x="31245" y="49564"/>
                  </a:lnTo>
                  <a:lnTo>
                    <a:pt x="34003" y="47045"/>
                  </a:lnTo>
                  <a:lnTo>
                    <a:pt x="34203" y="46863"/>
                  </a:lnTo>
                  <a:lnTo>
                    <a:pt x="34710" y="46401"/>
                  </a:lnTo>
                  <a:lnTo>
                    <a:pt x="35126" y="46020"/>
                  </a:lnTo>
                  <a:lnTo>
                    <a:pt x="36996" y="44312"/>
                  </a:lnTo>
                  <a:lnTo>
                    <a:pt x="39468" y="42942"/>
                  </a:lnTo>
                  <a:lnTo>
                    <a:pt x="40179" y="42547"/>
                  </a:lnTo>
                  <a:lnTo>
                    <a:pt x="42811" y="41813"/>
                  </a:lnTo>
                  <a:lnTo>
                    <a:pt x="43978" y="41657"/>
                  </a:lnTo>
                  <a:lnTo>
                    <a:pt x="43961" y="40042"/>
                  </a:lnTo>
                  <a:lnTo>
                    <a:pt x="43966" y="39401"/>
                  </a:lnTo>
                  <a:lnTo>
                    <a:pt x="43973" y="38402"/>
                  </a:lnTo>
                  <a:lnTo>
                    <a:pt x="44755" y="36018"/>
                  </a:lnTo>
                  <a:lnTo>
                    <a:pt x="45383" y="35385"/>
                  </a:lnTo>
                  <a:lnTo>
                    <a:pt x="46409" y="34352"/>
                  </a:lnTo>
                  <a:lnTo>
                    <a:pt x="48049" y="32942"/>
                  </a:lnTo>
                  <a:lnTo>
                    <a:pt x="51331" y="30446"/>
                  </a:lnTo>
                  <a:lnTo>
                    <a:pt x="51958" y="29968"/>
                  </a:lnTo>
                  <a:lnTo>
                    <a:pt x="52714" y="28097"/>
                  </a:lnTo>
                  <a:lnTo>
                    <a:pt x="53394" y="25828"/>
                  </a:lnTo>
                  <a:lnTo>
                    <a:pt x="53624" y="24572"/>
                  </a:lnTo>
                  <a:lnTo>
                    <a:pt x="53817" y="23650"/>
                  </a:lnTo>
                  <a:lnTo>
                    <a:pt x="54137" y="22829"/>
                  </a:lnTo>
                  <a:lnTo>
                    <a:pt x="54804" y="22124"/>
                  </a:lnTo>
                  <a:lnTo>
                    <a:pt x="55574" y="21729"/>
                  </a:lnTo>
                  <a:lnTo>
                    <a:pt x="55726" y="21650"/>
                  </a:lnTo>
                  <a:lnTo>
                    <a:pt x="56405" y="21494"/>
                  </a:lnTo>
                  <a:lnTo>
                    <a:pt x="56560" y="21458"/>
                  </a:lnTo>
                  <a:lnTo>
                    <a:pt x="57290" y="21599"/>
                  </a:lnTo>
                  <a:lnTo>
                    <a:pt x="59533" y="22445"/>
                  </a:lnTo>
                  <a:lnTo>
                    <a:pt x="65634" y="25418"/>
                  </a:lnTo>
                  <a:lnTo>
                    <a:pt x="65863" y="24997"/>
                  </a:lnTo>
                  <a:lnTo>
                    <a:pt x="64231" y="21383"/>
                  </a:lnTo>
                  <a:lnTo>
                    <a:pt x="63364" y="19538"/>
                  </a:lnTo>
                  <a:lnTo>
                    <a:pt x="65520" y="20917"/>
                  </a:lnTo>
                  <a:lnTo>
                    <a:pt x="67424" y="22256"/>
                  </a:lnTo>
                  <a:lnTo>
                    <a:pt x="69597" y="24233"/>
                  </a:lnTo>
                  <a:lnTo>
                    <a:pt x="69533" y="26216"/>
                  </a:lnTo>
                  <a:lnTo>
                    <a:pt x="74458" y="26279"/>
                  </a:lnTo>
                  <a:lnTo>
                    <a:pt x="74789" y="21448"/>
                  </a:lnTo>
                  <a:lnTo>
                    <a:pt x="80907" y="20628"/>
                  </a:lnTo>
                  <a:lnTo>
                    <a:pt x="89075" y="19038"/>
                  </a:lnTo>
                  <a:lnTo>
                    <a:pt x="94612" y="17022"/>
                  </a:lnTo>
                  <a:lnTo>
                    <a:pt x="99688" y="14407"/>
                  </a:lnTo>
                  <a:lnTo>
                    <a:pt x="100645" y="13553"/>
                  </a:lnTo>
                  <a:lnTo>
                    <a:pt x="100508" y="10306"/>
                  </a:lnTo>
                  <a:lnTo>
                    <a:pt x="100969" y="8939"/>
                  </a:lnTo>
                  <a:lnTo>
                    <a:pt x="104822" y="3837"/>
                  </a:lnTo>
                  <a:lnTo>
                    <a:pt x="109325" y="0"/>
                  </a:lnTo>
                  <a:lnTo>
                    <a:pt x="112716" y="2029"/>
                  </a:lnTo>
                  <a:lnTo>
                    <a:pt x="112674" y="3695"/>
                  </a:lnTo>
                  <a:lnTo>
                    <a:pt x="112647" y="47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2758461" y="3395526"/>
              <a:ext cx="113290" cy="120527"/>
            </a:xfrm>
            <a:custGeom>
              <a:avLst/>
              <a:pathLst>
                <a:path w="113290" h="120527">
                  <a:moveTo>
                    <a:pt x="113290" y="67238"/>
                  </a:moveTo>
                  <a:lnTo>
                    <a:pt x="111669" y="71043"/>
                  </a:lnTo>
                  <a:lnTo>
                    <a:pt x="104566" y="69815"/>
                  </a:lnTo>
                  <a:lnTo>
                    <a:pt x="99493" y="79534"/>
                  </a:lnTo>
                  <a:lnTo>
                    <a:pt x="99226" y="82098"/>
                  </a:lnTo>
                  <a:lnTo>
                    <a:pt x="96128" y="86744"/>
                  </a:lnTo>
                  <a:lnTo>
                    <a:pt x="91482" y="94487"/>
                  </a:lnTo>
                  <a:lnTo>
                    <a:pt x="83899" y="102284"/>
                  </a:lnTo>
                  <a:lnTo>
                    <a:pt x="78665" y="103299"/>
                  </a:lnTo>
                  <a:lnTo>
                    <a:pt x="73432" y="103779"/>
                  </a:lnTo>
                  <a:lnTo>
                    <a:pt x="76209" y="107678"/>
                  </a:lnTo>
                  <a:lnTo>
                    <a:pt x="72631" y="110401"/>
                  </a:lnTo>
                  <a:lnTo>
                    <a:pt x="80214" y="111737"/>
                  </a:lnTo>
                  <a:lnTo>
                    <a:pt x="82251" y="114406"/>
                  </a:lnTo>
                  <a:lnTo>
                    <a:pt x="82000" y="114599"/>
                  </a:lnTo>
                  <a:lnTo>
                    <a:pt x="80881" y="115460"/>
                  </a:lnTo>
                  <a:lnTo>
                    <a:pt x="79872" y="116237"/>
                  </a:lnTo>
                  <a:lnTo>
                    <a:pt x="77206" y="118185"/>
                  </a:lnTo>
                  <a:lnTo>
                    <a:pt x="77091" y="118396"/>
                  </a:lnTo>
                  <a:lnTo>
                    <a:pt x="75886" y="116948"/>
                  </a:lnTo>
                  <a:lnTo>
                    <a:pt x="75612" y="116762"/>
                  </a:lnTo>
                  <a:lnTo>
                    <a:pt x="75145" y="116446"/>
                  </a:lnTo>
                  <a:lnTo>
                    <a:pt x="74021" y="115686"/>
                  </a:lnTo>
                  <a:lnTo>
                    <a:pt x="73669" y="115448"/>
                  </a:lnTo>
                  <a:lnTo>
                    <a:pt x="73103" y="115264"/>
                  </a:lnTo>
                  <a:lnTo>
                    <a:pt x="71834" y="114851"/>
                  </a:lnTo>
                  <a:lnTo>
                    <a:pt x="68891" y="114232"/>
                  </a:lnTo>
                  <a:lnTo>
                    <a:pt x="67459" y="114205"/>
                  </a:lnTo>
                  <a:lnTo>
                    <a:pt x="66959" y="114375"/>
                  </a:lnTo>
                  <a:lnTo>
                    <a:pt x="65915" y="114731"/>
                  </a:lnTo>
                  <a:lnTo>
                    <a:pt x="64646" y="115090"/>
                  </a:lnTo>
                  <a:lnTo>
                    <a:pt x="63827" y="114956"/>
                  </a:lnTo>
                  <a:lnTo>
                    <a:pt x="59763" y="114295"/>
                  </a:lnTo>
                  <a:lnTo>
                    <a:pt x="58824" y="114214"/>
                  </a:lnTo>
                  <a:lnTo>
                    <a:pt x="58813" y="114380"/>
                  </a:lnTo>
                  <a:lnTo>
                    <a:pt x="58542" y="118458"/>
                  </a:lnTo>
                  <a:lnTo>
                    <a:pt x="58518" y="118817"/>
                  </a:lnTo>
                  <a:lnTo>
                    <a:pt x="54936" y="118776"/>
                  </a:lnTo>
                  <a:lnTo>
                    <a:pt x="49703" y="119032"/>
                  </a:lnTo>
                  <a:lnTo>
                    <a:pt x="46888" y="119473"/>
                  </a:lnTo>
                  <a:lnTo>
                    <a:pt x="42888" y="120100"/>
                  </a:lnTo>
                  <a:lnTo>
                    <a:pt x="39734" y="120321"/>
                  </a:lnTo>
                  <a:lnTo>
                    <a:pt x="36779" y="120527"/>
                  </a:lnTo>
                  <a:lnTo>
                    <a:pt x="32485" y="120527"/>
                  </a:lnTo>
                  <a:lnTo>
                    <a:pt x="27778" y="120262"/>
                  </a:lnTo>
                  <a:lnTo>
                    <a:pt x="26691" y="120195"/>
                  </a:lnTo>
                  <a:lnTo>
                    <a:pt x="21527" y="119651"/>
                  </a:lnTo>
                  <a:lnTo>
                    <a:pt x="16742" y="118562"/>
                  </a:lnTo>
                  <a:lnTo>
                    <a:pt x="14054" y="117787"/>
                  </a:lnTo>
                  <a:lnTo>
                    <a:pt x="11219" y="117020"/>
                  </a:lnTo>
                  <a:lnTo>
                    <a:pt x="10205" y="116746"/>
                  </a:lnTo>
                  <a:lnTo>
                    <a:pt x="0" y="112976"/>
                  </a:lnTo>
                  <a:lnTo>
                    <a:pt x="177" y="112624"/>
                  </a:lnTo>
                  <a:lnTo>
                    <a:pt x="1020" y="110945"/>
                  </a:lnTo>
                  <a:lnTo>
                    <a:pt x="5058" y="101666"/>
                  </a:lnTo>
                  <a:lnTo>
                    <a:pt x="6460" y="96927"/>
                  </a:lnTo>
                  <a:lnTo>
                    <a:pt x="8149" y="89751"/>
                  </a:lnTo>
                  <a:lnTo>
                    <a:pt x="8944" y="86373"/>
                  </a:lnTo>
                  <a:lnTo>
                    <a:pt x="9043" y="85948"/>
                  </a:lnTo>
                  <a:lnTo>
                    <a:pt x="9074" y="85812"/>
                  </a:lnTo>
                  <a:lnTo>
                    <a:pt x="10212" y="80667"/>
                  </a:lnTo>
                  <a:lnTo>
                    <a:pt x="12745" y="69226"/>
                  </a:lnTo>
                  <a:lnTo>
                    <a:pt x="14304" y="62181"/>
                  </a:lnTo>
                  <a:lnTo>
                    <a:pt x="14418" y="61790"/>
                  </a:lnTo>
                  <a:lnTo>
                    <a:pt x="14677" y="60904"/>
                  </a:lnTo>
                  <a:lnTo>
                    <a:pt x="16520" y="54607"/>
                  </a:lnTo>
                  <a:lnTo>
                    <a:pt x="18089" y="51770"/>
                  </a:lnTo>
                  <a:lnTo>
                    <a:pt x="19799" y="49821"/>
                  </a:lnTo>
                  <a:lnTo>
                    <a:pt x="20069" y="49514"/>
                  </a:lnTo>
                  <a:lnTo>
                    <a:pt x="20492" y="49033"/>
                  </a:lnTo>
                  <a:lnTo>
                    <a:pt x="21939" y="47865"/>
                  </a:lnTo>
                  <a:lnTo>
                    <a:pt x="25090" y="45634"/>
                  </a:lnTo>
                  <a:lnTo>
                    <a:pt x="26432" y="44684"/>
                  </a:lnTo>
                  <a:lnTo>
                    <a:pt x="26622" y="44549"/>
                  </a:lnTo>
                  <a:lnTo>
                    <a:pt x="27057" y="43999"/>
                  </a:lnTo>
                  <a:lnTo>
                    <a:pt x="27528" y="43404"/>
                  </a:lnTo>
                  <a:lnTo>
                    <a:pt x="27739" y="42797"/>
                  </a:lnTo>
                  <a:lnTo>
                    <a:pt x="27826" y="42545"/>
                  </a:lnTo>
                  <a:lnTo>
                    <a:pt x="27938" y="42222"/>
                  </a:lnTo>
                  <a:lnTo>
                    <a:pt x="31994" y="39448"/>
                  </a:lnTo>
                  <a:lnTo>
                    <a:pt x="32186" y="39317"/>
                  </a:lnTo>
                  <a:lnTo>
                    <a:pt x="41525" y="32931"/>
                  </a:lnTo>
                  <a:lnTo>
                    <a:pt x="49734" y="27318"/>
                  </a:lnTo>
                  <a:lnTo>
                    <a:pt x="49874" y="27222"/>
                  </a:lnTo>
                  <a:lnTo>
                    <a:pt x="50015" y="27126"/>
                  </a:lnTo>
                  <a:lnTo>
                    <a:pt x="50765" y="26637"/>
                  </a:lnTo>
                  <a:lnTo>
                    <a:pt x="51889" y="25783"/>
                  </a:lnTo>
                  <a:lnTo>
                    <a:pt x="52434" y="25368"/>
                  </a:lnTo>
                  <a:lnTo>
                    <a:pt x="53129" y="24471"/>
                  </a:lnTo>
                  <a:lnTo>
                    <a:pt x="55304" y="21663"/>
                  </a:lnTo>
                  <a:lnTo>
                    <a:pt x="57236" y="18077"/>
                  </a:lnTo>
                  <a:lnTo>
                    <a:pt x="57320" y="17921"/>
                  </a:lnTo>
                  <a:lnTo>
                    <a:pt x="57553" y="17488"/>
                  </a:lnTo>
                  <a:lnTo>
                    <a:pt x="57879" y="16884"/>
                  </a:lnTo>
                  <a:lnTo>
                    <a:pt x="58218" y="16280"/>
                  </a:lnTo>
                  <a:lnTo>
                    <a:pt x="58340" y="16062"/>
                  </a:lnTo>
                  <a:lnTo>
                    <a:pt x="59195" y="14536"/>
                  </a:lnTo>
                  <a:lnTo>
                    <a:pt x="59744" y="13559"/>
                  </a:lnTo>
                  <a:lnTo>
                    <a:pt x="61025" y="11713"/>
                  </a:lnTo>
                  <a:lnTo>
                    <a:pt x="62973" y="9663"/>
                  </a:lnTo>
                  <a:lnTo>
                    <a:pt x="66703" y="6748"/>
                  </a:lnTo>
                  <a:lnTo>
                    <a:pt x="72509" y="3125"/>
                  </a:lnTo>
                  <a:lnTo>
                    <a:pt x="76920" y="373"/>
                  </a:lnTo>
                  <a:lnTo>
                    <a:pt x="77518" y="0"/>
                  </a:lnTo>
                  <a:lnTo>
                    <a:pt x="78094" y="889"/>
                  </a:lnTo>
                  <a:lnTo>
                    <a:pt x="80620" y="4785"/>
                  </a:lnTo>
                  <a:lnTo>
                    <a:pt x="80880" y="5175"/>
                  </a:lnTo>
                  <a:lnTo>
                    <a:pt x="82538" y="7654"/>
                  </a:lnTo>
                  <a:lnTo>
                    <a:pt x="83595" y="9236"/>
                  </a:lnTo>
                  <a:lnTo>
                    <a:pt x="83833" y="9592"/>
                  </a:lnTo>
                  <a:lnTo>
                    <a:pt x="86449" y="13505"/>
                  </a:lnTo>
                  <a:lnTo>
                    <a:pt x="86749" y="13954"/>
                  </a:lnTo>
                  <a:lnTo>
                    <a:pt x="89238" y="17642"/>
                  </a:lnTo>
                  <a:lnTo>
                    <a:pt x="89505" y="18037"/>
                  </a:lnTo>
                  <a:lnTo>
                    <a:pt x="89785" y="18452"/>
                  </a:lnTo>
                  <a:lnTo>
                    <a:pt x="93912" y="20492"/>
                  </a:lnTo>
                  <a:lnTo>
                    <a:pt x="98781" y="22900"/>
                  </a:lnTo>
                  <a:lnTo>
                    <a:pt x="104097" y="25528"/>
                  </a:lnTo>
                  <a:lnTo>
                    <a:pt x="103815" y="26086"/>
                  </a:lnTo>
                  <a:lnTo>
                    <a:pt x="101931" y="29821"/>
                  </a:lnTo>
                  <a:lnTo>
                    <a:pt x="100635" y="32391"/>
                  </a:lnTo>
                  <a:lnTo>
                    <a:pt x="99135" y="35365"/>
                  </a:lnTo>
                  <a:lnTo>
                    <a:pt x="98840" y="35949"/>
                  </a:lnTo>
                  <a:lnTo>
                    <a:pt x="98536" y="36553"/>
                  </a:lnTo>
                  <a:lnTo>
                    <a:pt x="98404" y="36814"/>
                  </a:lnTo>
                  <a:lnTo>
                    <a:pt x="98216" y="37188"/>
                  </a:lnTo>
                  <a:lnTo>
                    <a:pt x="97898" y="37817"/>
                  </a:lnTo>
                  <a:lnTo>
                    <a:pt x="95468" y="42635"/>
                  </a:lnTo>
                  <a:lnTo>
                    <a:pt x="95302" y="42964"/>
                  </a:lnTo>
                  <a:lnTo>
                    <a:pt x="94011" y="45524"/>
                  </a:lnTo>
                  <a:lnTo>
                    <a:pt x="93895" y="45751"/>
                  </a:lnTo>
                  <a:lnTo>
                    <a:pt x="94185" y="45885"/>
                  </a:lnTo>
                  <a:lnTo>
                    <a:pt x="97460" y="47396"/>
                  </a:lnTo>
                  <a:lnTo>
                    <a:pt x="101258" y="49149"/>
                  </a:lnTo>
                  <a:lnTo>
                    <a:pt x="103500" y="50184"/>
                  </a:lnTo>
                  <a:lnTo>
                    <a:pt x="103661" y="50256"/>
                  </a:lnTo>
                  <a:lnTo>
                    <a:pt x="105837" y="51116"/>
                  </a:lnTo>
                  <a:lnTo>
                    <a:pt x="107078" y="51444"/>
                  </a:lnTo>
                  <a:lnTo>
                    <a:pt x="111302" y="55777"/>
                  </a:lnTo>
                  <a:lnTo>
                    <a:pt x="108632" y="62356"/>
                  </a:lnTo>
                  <a:lnTo>
                    <a:pt x="111366" y="658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2568576" y="3444318"/>
              <a:ext cx="204189" cy="117435"/>
            </a:xfrm>
            <a:custGeom>
              <a:avLst/>
              <a:pathLst>
                <a:path w="204189" h="117435">
                  <a:moveTo>
                    <a:pt x="171008" y="2371"/>
                  </a:moveTo>
                  <a:lnTo>
                    <a:pt x="177074" y="6002"/>
                  </a:lnTo>
                  <a:lnTo>
                    <a:pt x="178969" y="6718"/>
                  </a:lnTo>
                  <a:lnTo>
                    <a:pt x="190437" y="9150"/>
                  </a:lnTo>
                  <a:lnTo>
                    <a:pt x="195811" y="10452"/>
                  </a:lnTo>
                  <a:lnTo>
                    <a:pt x="199871" y="11875"/>
                  </a:lnTo>
                  <a:lnTo>
                    <a:pt x="204189" y="13389"/>
                  </a:lnTo>
                  <a:lnTo>
                    <a:pt x="202630" y="20434"/>
                  </a:lnTo>
                  <a:lnTo>
                    <a:pt x="200097" y="31875"/>
                  </a:lnTo>
                  <a:lnTo>
                    <a:pt x="198959" y="37020"/>
                  </a:lnTo>
                  <a:lnTo>
                    <a:pt x="198929" y="37156"/>
                  </a:lnTo>
                  <a:lnTo>
                    <a:pt x="198829" y="37581"/>
                  </a:lnTo>
                  <a:lnTo>
                    <a:pt x="198034" y="40959"/>
                  </a:lnTo>
                  <a:lnTo>
                    <a:pt x="196345" y="48135"/>
                  </a:lnTo>
                  <a:lnTo>
                    <a:pt x="194943" y="52874"/>
                  </a:lnTo>
                  <a:lnTo>
                    <a:pt x="190905" y="62153"/>
                  </a:lnTo>
                  <a:lnTo>
                    <a:pt x="190058" y="63839"/>
                  </a:lnTo>
                  <a:lnTo>
                    <a:pt x="189880" y="64193"/>
                  </a:lnTo>
                  <a:lnTo>
                    <a:pt x="189434" y="64050"/>
                  </a:lnTo>
                  <a:lnTo>
                    <a:pt x="188587" y="63779"/>
                  </a:lnTo>
                  <a:lnTo>
                    <a:pt x="184325" y="62956"/>
                  </a:lnTo>
                  <a:lnTo>
                    <a:pt x="181597" y="62429"/>
                  </a:lnTo>
                  <a:lnTo>
                    <a:pt x="179435" y="62274"/>
                  </a:lnTo>
                  <a:lnTo>
                    <a:pt x="176789" y="62084"/>
                  </a:lnTo>
                  <a:lnTo>
                    <a:pt x="173958" y="61882"/>
                  </a:lnTo>
                  <a:lnTo>
                    <a:pt x="161363" y="61728"/>
                  </a:lnTo>
                  <a:lnTo>
                    <a:pt x="160674" y="61726"/>
                  </a:lnTo>
                  <a:lnTo>
                    <a:pt x="158322" y="61720"/>
                  </a:lnTo>
                  <a:lnTo>
                    <a:pt x="158070" y="61720"/>
                  </a:lnTo>
                  <a:lnTo>
                    <a:pt x="142994" y="61682"/>
                  </a:lnTo>
                  <a:lnTo>
                    <a:pt x="140703" y="61677"/>
                  </a:lnTo>
                  <a:lnTo>
                    <a:pt x="138603" y="61647"/>
                  </a:lnTo>
                  <a:lnTo>
                    <a:pt x="138293" y="61643"/>
                  </a:lnTo>
                  <a:lnTo>
                    <a:pt x="135046" y="61882"/>
                  </a:lnTo>
                  <a:lnTo>
                    <a:pt x="133319" y="62262"/>
                  </a:lnTo>
                  <a:lnTo>
                    <a:pt x="132022" y="62548"/>
                  </a:lnTo>
                  <a:lnTo>
                    <a:pt x="129014" y="63369"/>
                  </a:lnTo>
                  <a:lnTo>
                    <a:pt x="128134" y="63674"/>
                  </a:lnTo>
                  <a:lnTo>
                    <a:pt x="126754" y="64153"/>
                  </a:lnTo>
                  <a:lnTo>
                    <a:pt x="123211" y="65382"/>
                  </a:lnTo>
                  <a:lnTo>
                    <a:pt x="123040" y="65441"/>
                  </a:lnTo>
                  <a:lnTo>
                    <a:pt x="120247" y="66410"/>
                  </a:lnTo>
                  <a:lnTo>
                    <a:pt x="118008" y="67085"/>
                  </a:lnTo>
                  <a:lnTo>
                    <a:pt x="117752" y="67162"/>
                  </a:lnTo>
                  <a:lnTo>
                    <a:pt x="112130" y="68957"/>
                  </a:lnTo>
                  <a:lnTo>
                    <a:pt x="111915" y="69020"/>
                  </a:lnTo>
                  <a:lnTo>
                    <a:pt x="109652" y="69691"/>
                  </a:lnTo>
                  <a:lnTo>
                    <a:pt x="107072" y="70136"/>
                  </a:lnTo>
                  <a:lnTo>
                    <a:pt x="105486" y="70235"/>
                  </a:lnTo>
                  <a:lnTo>
                    <a:pt x="104486" y="70298"/>
                  </a:lnTo>
                  <a:lnTo>
                    <a:pt x="101290" y="70161"/>
                  </a:lnTo>
                  <a:lnTo>
                    <a:pt x="94863" y="69386"/>
                  </a:lnTo>
                  <a:lnTo>
                    <a:pt x="89379" y="68725"/>
                  </a:lnTo>
                  <a:lnTo>
                    <a:pt x="88818" y="68649"/>
                  </a:lnTo>
                  <a:lnTo>
                    <a:pt x="84116" y="68008"/>
                  </a:lnTo>
                  <a:lnTo>
                    <a:pt x="83926" y="67983"/>
                  </a:lnTo>
                  <a:lnTo>
                    <a:pt x="82878" y="67847"/>
                  </a:lnTo>
                  <a:lnTo>
                    <a:pt x="78715" y="67307"/>
                  </a:lnTo>
                  <a:lnTo>
                    <a:pt x="73240" y="66893"/>
                  </a:lnTo>
                  <a:lnTo>
                    <a:pt x="72670" y="71127"/>
                  </a:lnTo>
                  <a:lnTo>
                    <a:pt x="71313" y="81208"/>
                  </a:lnTo>
                  <a:lnTo>
                    <a:pt x="71288" y="81398"/>
                  </a:lnTo>
                  <a:lnTo>
                    <a:pt x="71245" y="81713"/>
                  </a:lnTo>
                  <a:lnTo>
                    <a:pt x="70932" y="84040"/>
                  </a:lnTo>
                  <a:lnTo>
                    <a:pt x="70268" y="88973"/>
                  </a:lnTo>
                  <a:lnTo>
                    <a:pt x="70012" y="90877"/>
                  </a:lnTo>
                  <a:lnTo>
                    <a:pt x="69920" y="91561"/>
                  </a:lnTo>
                  <a:lnTo>
                    <a:pt x="70018" y="93469"/>
                  </a:lnTo>
                  <a:lnTo>
                    <a:pt x="70054" y="94165"/>
                  </a:lnTo>
                  <a:lnTo>
                    <a:pt x="70387" y="95967"/>
                  </a:lnTo>
                  <a:lnTo>
                    <a:pt x="70937" y="97651"/>
                  </a:lnTo>
                  <a:lnTo>
                    <a:pt x="72224" y="101596"/>
                  </a:lnTo>
                  <a:lnTo>
                    <a:pt x="67270" y="103446"/>
                  </a:lnTo>
                  <a:lnTo>
                    <a:pt x="66990" y="103553"/>
                  </a:lnTo>
                  <a:lnTo>
                    <a:pt x="62681" y="105202"/>
                  </a:lnTo>
                  <a:lnTo>
                    <a:pt x="60091" y="106193"/>
                  </a:lnTo>
                  <a:lnTo>
                    <a:pt x="55295" y="108028"/>
                  </a:lnTo>
                  <a:lnTo>
                    <a:pt x="54510" y="108329"/>
                  </a:lnTo>
                  <a:lnTo>
                    <a:pt x="49725" y="110160"/>
                  </a:lnTo>
                  <a:lnTo>
                    <a:pt x="46251" y="111489"/>
                  </a:lnTo>
                  <a:lnTo>
                    <a:pt x="44580" y="112128"/>
                  </a:lnTo>
                  <a:lnTo>
                    <a:pt x="44317" y="112229"/>
                  </a:lnTo>
                  <a:lnTo>
                    <a:pt x="43881" y="112395"/>
                  </a:lnTo>
                  <a:lnTo>
                    <a:pt x="42574" y="112896"/>
                  </a:lnTo>
                  <a:lnTo>
                    <a:pt x="36555" y="115198"/>
                  </a:lnTo>
                  <a:lnTo>
                    <a:pt x="30708" y="117435"/>
                  </a:lnTo>
                  <a:lnTo>
                    <a:pt x="29092" y="112930"/>
                  </a:lnTo>
                  <a:lnTo>
                    <a:pt x="28979" y="112615"/>
                  </a:lnTo>
                  <a:lnTo>
                    <a:pt x="28887" y="112359"/>
                  </a:lnTo>
                  <a:lnTo>
                    <a:pt x="28449" y="111137"/>
                  </a:lnTo>
                  <a:lnTo>
                    <a:pt x="28341" y="110838"/>
                  </a:lnTo>
                  <a:lnTo>
                    <a:pt x="27205" y="107670"/>
                  </a:lnTo>
                  <a:lnTo>
                    <a:pt x="27032" y="107190"/>
                  </a:lnTo>
                  <a:lnTo>
                    <a:pt x="26078" y="104530"/>
                  </a:lnTo>
                  <a:lnTo>
                    <a:pt x="24884" y="101202"/>
                  </a:lnTo>
                  <a:lnTo>
                    <a:pt x="24590" y="100382"/>
                  </a:lnTo>
                  <a:lnTo>
                    <a:pt x="21169" y="101202"/>
                  </a:lnTo>
                  <a:lnTo>
                    <a:pt x="15789" y="102400"/>
                  </a:lnTo>
                  <a:lnTo>
                    <a:pt x="14047" y="102788"/>
                  </a:lnTo>
                  <a:lnTo>
                    <a:pt x="6401" y="95745"/>
                  </a:lnTo>
                  <a:lnTo>
                    <a:pt x="6033" y="95406"/>
                  </a:lnTo>
                  <a:lnTo>
                    <a:pt x="5877" y="95263"/>
                  </a:lnTo>
                  <a:lnTo>
                    <a:pt x="6252" y="94892"/>
                  </a:lnTo>
                  <a:lnTo>
                    <a:pt x="10632" y="90547"/>
                  </a:lnTo>
                  <a:lnTo>
                    <a:pt x="10410" y="90376"/>
                  </a:lnTo>
                  <a:lnTo>
                    <a:pt x="1243" y="81650"/>
                  </a:lnTo>
                  <a:lnTo>
                    <a:pt x="989" y="81408"/>
                  </a:lnTo>
                  <a:lnTo>
                    <a:pt x="0" y="80466"/>
                  </a:lnTo>
                  <a:lnTo>
                    <a:pt x="335" y="80110"/>
                  </a:lnTo>
                  <a:lnTo>
                    <a:pt x="3652" y="76588"/>
                  </a:lnTo>
                  <a:lnTo>
                    <a:pt x="5202" y="74943"/>
                  </a:lnTo>
                  <a:lnTo>
                    <a:pt x="6989" y="73045"/>
                  </a:lnTo>
                  <a:lnTo>
                    <a:pt x="10243" y="69591"/>
                  </a:lnTo>
                  <a:lnTo>
                    <a:pt x="15940" y="63542"/>
                  </a:lnTo>
                  <a:lnTo>
                    <a:pt x="20050" y="59177"/>
                  </a:lnTo>
                  <a:lnTo>
                    <a:pt x="23820" y="55174"/>
                  </a:lnTo>
                  <a:lnTo>
                    <a:pt x="27507" y="51261"/>
                  </a:lnTo>
                  <a:lnTo>
                    <a:pt x="30790" y="47774"/>
                  </a:lnTo>
                  <a:lnTo>
                    <a:pt x="32981" y="45448"/>
                  </a:lnTo>
                  <a:lnTo>
                    <a:pt x="33611" y="44779"/>
                  </a:lnTo>
                  <a:lnTo>
                    <a:pt x="35302" y="42984"/>
                  </a:lnTo>
                  <a:lnTo>
                    <a:pt x="42003" y="36671"/>
                  </a:lnTo>
                  <a:lnTo>
                    <a:pt x="43348" y="35531"/>
                  </a:lnTo>
                  <a:lnTo>
                    <a:pt x="44045" y="34949"/>
                  </a:lnTo>
                  <a:lnTo>
                    <a:pt x="46704" y="32870"/>
                  </a:lnTo>
                  <a:lnTo>
                    <a:pt x="49134" y="30971"/>
                  </a:lnTo>
                  <a:lnTo>
                    <a:pt x="49910" y="30364"/>
                  </a:lnTo>
                  <a:lnTo>
                    <a:pt x="51053" y="29387"/>
                  </a:lnTo>
                  <a:lnTo>
                    <a:pt x="52681" y="27994"/>
                  </a:lnTo>
                  <a:lnTo>
                    <a:pt x="54870" y="25691"/>
                  </a:lnTo>
                  <a:lnTo>
                    <a:pt x="55095" y="25454"/>
                  </a:lnTo>
                  <a:lnTo>
                    <a:pt x="55251" y="25291"/>
                  </a:lnTo>
                  <a:lnTo>
                    <a:pt x="56101" y="24273"/>
                  </a:lnTo>
                  <a:lnTo>
                    <a:pt x="56260" y="24083"/>
                  </a:lnTo>
                  <a:lnTo>
                    <a:pt x="60537" y="18962"/>
                  </a:lnTo>
                  <a:lnTo>
                    <a:pt x="63837" y="14630"/>
                  </a:lnTo>
                  <a:lnTo>
                    <a:pt x="65714" y="15106"/>
                  </a:lnTo>
                  <a:lnTo>
                    <a:pt x="67393" y="15388"/>
                  </a:lnTo>
                  <a:lnTo>
                    <a:pt x="68173" y="15456"/>
                  </a:lnTo>
                  <a:lnTo>
                    <a:pt x="68726" y="15504"/>
                  </a:lnTo>
                  <a:lnTo>
                    <a:pt x="69944" y="15439"/>
                  </a:lnTo>
                  <a:lnTo>
                    <a:pt x="70299" y="15388"/>
                  </a:lnTo>
                  <a:lnTo>
                    <a:pt x="70756" y="15326"/>
                  </a:lnTo>
                  <a:lnTo>
                    <a:pt x="71335" y="15272"/>
                  </a:lnTo>
                  <a:lnTo>
                    <a:pt x="72713" y="14771"/>
                  </a:lnTo>
                  <a:lnTo>
                    <a:pt x="74773" y="14021"/>
                  </a:lnTo>
                  <a:lnTo>
                    <a:pt x="81258" y="11662"/>
                  </a:lnTo>
                  <a:lnTo>
                    <a:pt x="82205" y="11318"/>
                  </a:lnTo>
                  <a:lnTo>
                    <a:pt x="84389" y="10531"/>
                  </a:lnTo>
                  <a:lnTo>
                    <a:pt x="94477" y="6896"/>
                  </a:lnTo>
                  <a:lnTo>
                    <a:pt x="101020" y="4595"/>
                  </a:lnTo>
                  <a:lnTo>
                    <a:pt x="103077" y="3871"/>
                  </a:lnTo>
                  <a:lnTo>
                    <a:pt x="103409" y="3754"/>
                  </a:lnTo>
                  <a:lnTo>
                    <a:pt x="106711" y="2727"/>
                  </a:lnTo>
                  <a:lnTo>
                    <a:pt x="109206" y="1952"/>
                  </a:lnTo>
                  <a:lnTo>
                    <a:pt x="112087" y="1335"/>
                  </a:lnTo>
                  <a:lnTo>
                    <a:pt x="112355" y="1278"/>
                  </a:lnTo>
                  <a:lnTo>
                    <a:pt x="113772" y="1126"/>
                  </a:lnTo>
                  <a:lnTo>
                    <a:pt x="118806" y="1010"/>
                  </a:lnTo>
                  <a:lnTo>
                    <a:pt x="123164" y="1171"/>
                  </a:lnTo>
                  <a:lnTo>
                    <a:pt x="123739" y="1192"/>
                  </a:lnTo>
                  <a:lnTo>
                    <a:pt x="125460" y="1323"/>
                  </a:lnTo>
                  <a:lnTo>
                    <a:pt x="128302" y="1538"/>
                  </a:lnTo>
                  <a:lnTo>
                    <a:pt x="130259" y="1664"/>
                  </a:lnTo>
                  <a:lnTo>
                    <a:pt x="133672" y="1884"/>
                  </a:lnTo>
                  <a:lnTo>
                    <a:pt x="134652" y="1956"/>
                  </a:lnTo>
                  <a:lnTo>
                    <a:pt x="145300" y="2732"/>
                  </a:lnTo>
                  <a:lnTo>
                    <a:pt x="146121" y="2792"/>
                  </a:lnTo>
                  <a:lnTo>
                    <a:pt x="147214" y="2850"/>
                  </a:lnTo>
                  <a:lnTo>
                    <a:pt x="147683" y="2871"/>
                  </a:lnTo>
                  <a:lnTo>
                    <a:pt x="149168" y="2857"/>
                  </a:lnTo>
                  <a:lnTo>
                    <a:pt x="154141" y="2060"/>
                  </a:lnTo>
                  <a:lnTo>
                    <a:pt x="154502" y="2002"/>
                  </a:lnTo>
                  <a:lnTo>
                    <a:pt x="155670" y="1814"/>
                  </a:lnTo>
                  <a:lnTo>
                    <a:pt x="156000" y="1761"/>
                  </a:lnTo>
                  <a:lnTo>
                    <a:pt x="157038" y="1456"/>
                  </a:lnTo>
                  <a:lnTo>
                    <a:pt x="157547" y="1306"/>
                  </a:lnTo>
                  <a:lnTo>
                    <a:pt x="158715" y="963"/>
                  </a:lnTo>
                  <a:lnTo>
                    <a:pt x="159632" y="693"/>
                  </a:lnTo>
                  <a:lnTo>
                    <a:pt x="161481" y="149"/>
                  </a:lnTo>
                  <a:lnTo>
                    <a:pt x="163104" y="0"/>
                  </a:lnTo>
                  <a:lnTo>
                    <a:pt x="164941" y="85"/>
                  </a:lnTo>
                  <a:lnTo>
                    <a:pt x="166351" y="469"/>
                  </a:lnTo>
                  <a:lnTo>
                    <a:pt x="169235" y="1486"/>
                  </a:lnTo>
                  <a:lnTo>
                    <a:pt x="169683" y="16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453639" y="3434912"/>
              <a:ext cx="73707" cy="62321"/>
            </a:xfrm>
            <a:custGeom>
              <a:avLst/>
              <a:pathLst>
                <a:path w="73707" h="62321">
                  <a:moveTo>
                    <a:pt x="56785" y="119"/>
                  </a:moveTo>
                  <a:lnTo>
                    <a:pt x="59256" y="818"/>
                  </a:lnTo>
                  <a:lnTo>
                    <a:pt x="59503" y="767"/>
                  </a:lnTo>
                  <a:lnTo>
                    <a:pt x="61937" y="273"/>
                  </a:lnTo>
                  <a:lnTo>
                    <a:pt x="61992" y="1116"/>
                  </a:lnTo>
                  <a:lnTo>
                    <a:pt x="62172" y="1458"/>
                  </a:lnTo>
                  <a:lnTo>
                    <a:pt x="65168" y="1541"/>
                  </a:lnTo>
                  <a:lnTo>
                    <a:pt x="65395" y="1548"/>
                  </a:lnTo>
                  <a:lnTo>
                    <a:pt x="65272" y="485"/>
                  </a:lnTo>
                  <a:lnTo>
                    <a:pt x="65914" y="788"/>
                  </a:lnTo>
                  <a:lnTo>
                    <a:pt x="66510" y="996"/>
                  </a:lnTo>
                  <a:lnTo>
                    <a:pt x="67574" y="1301"/>
                  </a:lnTo>
                  <a:lnTo>
                    <a:pt x="67983" y="1229"/>
                  </a:lnTo>
                  <a:lnTo>
                    <a:pt x="68194" y="1192"/>
                  </a:lnTo>
                  <a:lnTo>
                    <a:pt x="69444" y="1183"/>
                  </a:lnTo>
                  <a:lnTo>
                    <a:pt x="71510" y="1170"/>
                  </a:lnTo>
                  <a:lnTo>
                    <a:pt x="73463" y="1259"/>
                  </a:lnTo>
                  <a:lnTo>
                    <a:pt x="73707" y="1270"/>
                  </a:lnTo>
                  <a:lnTo>
                    <a:pt x="73687" y="1433"/>
                  </a:lnTo>
                  <a:lnTo>
                    <a:pt x="72341" y="12862"/>
                  </a:lnTo>
                  <a:lnTo>
                    <a:pt x="71987" y="15870"/>
                  </a:lnTo>
                  <a:lnTo>
                    <a:pt x="71949" y="16185"/>
                  </a:lnTo>
                  <a:lnTo>
                    <a:pt x="71424" y="20569"/>
                  </a:lnTo>
                  <a:lnTo>
                    <a:pt x="71309" y="21534"/>
                  </a:lnTo>
                  <a:lnTo>
                    <a:pt x="71251" y="22015"/>
                  </a:lnTo>
                  <a:lnTo>
                    <a:pt x="70067" y="31906"/>
                  </a:lnTo>
                  <a:lnTo>
                    <a:pt x="69876" y="33497"/>
                  </a:lnTo>
                  <a:lnTo>
                    <a:pt x="69109" y="39908"/>
                  </a:lnTo>
                  <a:lnTo>
                    <a:pt x="69051" y="40368"/>
                  </a:lnTo>
                  <a:lnTo>
                    <a:pt x="69004" y="40749"/>
                  </a:lnTo>
                  <a:lnTo>
                    <a:pt x="67609" y="51961"/>
                  </a:lnTo>
                  <a:lnTo>
                    <a:pt x="67402" y="53631"/>
                  </a:lnTo>
                  <a:lnTo>
                    <a:pt x="67343" y="54149"/>
                  </a:lnTo>
                  <a:lnTo>
                    <a:pt x="67270" y="54798"/>
                  </a:lnTo>
                  <a:lnTo>
                    <a:pt x="67144" y="55912"/>
                  </a:lnTo>
                  <a:lnTo>
                    <a:pt x="66619" y="60573"/>
                  </a:lnTo>
                  <a:lnTo>
                    <a:pt x="66557" y="60951"/>
                  </a:lnTo>
                  <a:lnTo>
                    <a:pt x="66223" y="60911"/>
                  </a:lnTo>
                  <a:lnTo>
                    <a:pt x="65307" y="60801"/>
                  </a:lnTo>
                  <a:lnTo>
                    <a:pt x="60766" y="60258"/>
                  </a:lnTo>
                  <a:lnTo>
                    <a:pt x="60573" y="60235"/>
                  </a:lnTo>
                  <a:lnTo>
                    <a:pt x="57152" y="59826"/>
                  </a:lnTo>
                  <a:lnTo>
                    <a:pt x="55252" y="59599"/>
                  </a:lnTo>
                  <a:lnTo>
                    <a:pt x="54816" y="59546"/>
                  </a:lnTo>
                  <a:lnTo>
                    <a:pt x="54857" y="59401"/>
                  </a:lnTo>
                  <a:lnTo>
                    <a:pt x="54219" y="59283"/>
                  </a:lnTo>
                  <a:lnTo>
                    <a:pt x="52626" y="58738"/>
                  </a:lnTo>
                  <a:lnTo>
                    <a:pt x="51953" y="58471"/>
                  </a:lnTo>
                  <a:lnTo>
                    <a:pt x="51454" y="58105"/>
                  </a:lnTo>
                  <a:lnTo>
                    <a:pt x="51233" y="57903"/>
                  </a:lnTo>
                  <a:lnTo>
                    <a:pt x="50789" y="57496"/>
                  </a:lnTo>
                  <a:lnTo>
                    <a:pt x="50296" y="57743"/>
                  </a:lnTo>
                  <a:lnTo>
                    <a:pt x="50051" y="58000"/>
                  </a:lnTo>
                  <a:lnTo>
                    <a:pt x="48965" y="58313"/>
                  </a:lnTo>
                  <a:lnTo>
                    <a:pt x="48450" y="58461"/>
                  </a:lnTo>
                  <a:lnTo>
                    <a:pt x="47673" y="58685"/>
                  </a:lnTo>
                  <a:lnTo>
                    <a:pt x="46588" y="58450"/>
                  </a:lnTo>
                  <a:lnTo>
                    <a:pt x="44462" y="59343"/>
                  </a:lnTo>
                  <a:lnTo>
                    <a:pt x="43599" y="59706"/>
                  </a:lnTo>
                  <a:lnTo>
                    <a:pt x="39488" y="61435"/>
                  </a:lnTo>
                  <a:lnTo>
                    <a:pt x="37836" y="61330"/>
                  </a:lnTo>
                  <a:lnTo>
                    <a:pt x="37273" y="61294"/>
                  </a:lnTo>
                  <a:lnTo>
                    <a:pt x="34496" y="59772"/>
                  </a:lnTo>
                  <a:lnTo>
                    <a:pt x="33842" y="59121"/>
                  </a:lnTo>
                  <a:lnTo>
                    <a:pt x="33066" y="59323"/>
                  </a:lnTo>
                  <a:lnTo>
                    <a:pt x="25184" y="62321"/>
                  </a:lnTo>
                  <a:lnTo>
                    <a:pt x="19150" y="59972"/>
                  </a:lnTo>
                  <a:lnTo>
                    <a:pt x="16426" y="56287"/>
                  </a:lnTo>
                  <a:lnTo>
                    <a:pt x="15091" y="54578"/>
                  </a:lnTo>
                  <a:lnTo>
                    <a:pt x="21767" y="50840"/>
                  </a:lnTo>
                  <a:lnTo>
                    <a:pt x="19310" y="47262"/>
                  </a:lnTo>
                  <a:lnTo>
                    <a:pt x="17281" y="44805"/>
                  </a:lnTo>
                  <a:lnTo>
                    <a:pt x="17225" y="44263"/>
                  </a:lnTo>
                  <a:lnTo>
                    <a:pt x="17067" y="42722"/>
                  </a:lnTo>
                  <a:lnTo>
                    <a:pt x="11258" y="40869"/>
                  </a:lnTo>
                  <a:lnTo>
                    <a:pt x="11229" y="41828"/>
                  </a:lnTo>
                  <a:lnTo>
                    <a:pt x="8495" y="41806"/>
                  </a:lnTo>
                  <a:lnTo>
                    <a:pt x="7000" y="40076"/>
                  </a:lnTo>
                  <a:lnTo>
                    <a:pt x="5030" y="39140"/>
                  </a:lnTo>
                  <a:lnTo>
                    <a:pt x="1580" y="38552"/>
                  </a:lnTo>
                  <a:lnTo>
                    <a:pt x="0" y="38241"/>
                  </a:lnTo>
                  <a:lnTo>
                    <a:pt x="9407" y="22175"/>
                  </a:lnTo>
                  <a:lnTo>
                    <a:pt x="19040" y="19914"/>
                  </a:lnTo>
                  <a:lnTo>
                    <a:pt x="21409" y="23065"/>
                  </a:lnTo>
                  <a:lnTo>
                    <a:pt x="21923" y="23839"/>
                  </a:lnTo>
                  <a:lnTo>
                    <a:pt x="22149" y="24167"/>
                  </a:lnTo>
                  <a:lnTo>
                    <a:pt x="27822" y="21074"/>
                  </a:lnTo>
                  <a:lnTo>
                    <a:pt x="31844" y="20114"/>
                  </a:lnTo>
                  <a:lnTo>
                    <a:pt x="33394" y="19408"/>
                  </a:lnTo>
                  <a:lnTo>
                    <a:pt x="34472" y="18918"/>
                  </a:lnTo>
                  <a:lnTo>
                    <a:pt x="34786" y="18805"/>
                  </a:lnTo>
                  <a:lnTo>
                    <a:pt x="34984" y="19112"/>
                  </a:lnTo>
                  <a:lnTo>
                    <a:pt x="36273" y="21112"/>
                  </a:lnTo>
                  <a:lnTo>
                    <a:pt x="36452" y="21663"/>
                  </a:lnTo>
                  <a:lnTo>
                    <a:pt x="48282" y="20471"/>
                  </a:lnTo>
                  <a:lnTo>
                    <a:pt x="48821" y="19305"/>
                  </a:lnTo>
                  <a:lnTo>
                    <a:pt x="44194" y="16639"/>
                  </a:lnTo>
                  <a:lnTo>
                    <a:pt x="41502" y="9859"/>
                  </a:lnTo>
                  <a:lnTo>
                    <a:pt x="43703" y="3322"/>
                  </a:lnTo>
                  <a:lnTo>
                    <a:pt x="46094" y="1662"/>
                  </a:lnTo>
                  <a:lnTo>
                    <a:pt x="49005" y="1629"/>
                  </a:lnTo>
                  <a:lnTo>
                    <a:pt x="54388" y="2800"/>
                  </a:lnTo>
                  <a:lnTo>
                    <a:pt x="55072" y="0"/>
                  </a:lnTo>
                  <a:lnTo>
                    <a:pt x="55393" y="22"/>
                  </a:lnTo>
                  <a:lnTo>
                    <a:pt x="56588" y="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521041" y="3448079"/>
              <a:ext cx="82837" cy="71181"/>
            </a:xfrm>
            <a:custGeom>
              <a:avLst/>
              <a:pathLst>
                <a:path w="82837" h="71181">
                  <a:moveTo>
                    <a:pt x="61324" y="6366"/>
                  </a:moveTo>
                  <a:lnTo>
                    <a:pt x="62157" y="7476"/>
                  </a:lnTo>
                  <a:lnTo>
                    <a:pt x="62319" y="7386"/>
                  </a:lnTo>
                  <a:lnTo>
                    <a:pt x="63010" y="7001"/>
                  </a:lnTo>
                  <a:lnTo>
                    <a:pt x="64118" y="6382"/>
                  </a:lnTo>
                  <a:lnTo>
                    <a:pt x="65365" y="6074"/>
                  </a:lnTo>
                  <a:lnTo>
                    <a:pt x="66100" y="6143"/>
                  </a:lnTo>
                  <a:lnTo>
                    <a:pt x="66715" y="6262"/>
                  </a:lnTo>
                  <a:lnTo>
                    <a:pt x="67262" y="6519"/>
                  </a:lnTo>
                  <a:lnTo>
                    <a:pt x="67877" y="6929"/>
                  </a:lnTo>
                  <a:lnTo>
                    <a:pt x="69080" y="8558"/>
                  </a:lnTo>
                  <a:lnTo>
                    <a:pt x="69596" y="9675"/>
                  </a:lnTo>
                  <a:lnTo>
                    <a:pt x="69684" y="9811"/>
                  </a:lnTo>
                  <a:lnTo>
                    <a:pt x="72594" y="14260"/>
                  </a:lnTo>
                  <a:lnTo>
                    <a:pt x="74940" y="17846"/>
                  </a:lnTo>
                  <a:lnTo>
                    <a:pt x="77488" y="21821"/>
                  </a:lnTo>
                  <a:lnTo>
                    <a:pt x="77868" y="22416"/>
                  </a:lnTo>
                  <a:lnTo>
                    <a:pt x="78886" y="24350"/>
                  </a:lnTo>
                  <a:lnTo>
                    <a:pt x="80784" y="27955"/>
                  </a:lnTo>
                  <a:lnTo>
                    <a:pt x="81648" y="29595"/>
                  </a:lnTo>
                  <a:lnTo>
                    <a:pt x="81832" y="30763"/>
                  </a:lnTo>
                  <a:lnTo>
                    <a:pt x="81874" y="31028"/>
                  </a:lnTo>
                  <a:lnTo>
                    <a:pt x="82264" y="33496"/>
                  </a:lnTo>
                  <a:lnTo>
                    <a:pt x="82837" y="39224"/>
                  </a:lnTo>
                  <a:lnTo>
                    <a:pt x="81146" y="41018"/>
                  </a:lnTo>
                  <a:lnTo>
                    <a:pt x="80516" y="41687"/>
                  </a:lnTo>
                  <a:lnTo>
                    <a:pt x="78325" y="44013"/>
                  </a:lnTo>
                  <a:lnTo>
                    <a:pt x="75042" y="47500"/>
                  </a:lnTo>
                  <a:lnTo>
                    <a:pt x="71356" y="51414"/>
                  </a:lnTo>
                  <a:lnTo>
                    <a:pt x="67585" y="55417"/>
                  </a:lnTo>
                  <a:lnTo>
                    <a:pt x="63475" y="59781"/>
                  </a:lnTo>
                  <a:lnTo>
                    <a:pt x="57778" y="65830"/>
                  </a:lnTo>
                  <a:lnTo>
                    <a:pt x="54524" y="69285"/>
                  </a:lnTo>
                  <a:lnTo>
                    <a:pt x="52735" y="71181"/>
                  </a:lnTo>
                  <a:lnTo>
                    <a:pt x="51747" y="70277"/>
                  </a:lnTo>
                  <a:lnTo>
                    <a:pt x="51273" y="69842"/>
                  </a:lnTo>
                  <a:lnTo>
                    <a:pt x="47602" y="66482"/>
                  </a:lnTo>
                  <a:lnTo>
                    <a:pt x="47294" y="66200"/>
                  </a:lnTo>
                  <a:lnTo>
                    <a:pt x="43538" y="62762"/>
                  </a:lnTo>
                  <a:lnTo>
                    <a:pt x="43331" y="62572"/>
                  </a:lnTo>
                  <a:lnTo>
                    <a:pt x="40348" y="59842"/>
                  </a:lnTo>
                  <a:lnTo>
                    <a:pt x="39787" y="59329"/>
                  </a:lnTo>
                  <a:lnTo>
                    <a:pt x="36597" y="56408"/>
                  </a:lnTo>
                  <a:lnTo>
                    <a:pt x="36274" y="56113"/>
                  </a:lnTo>
                  <a:lnTo>
                    <a:pt x="35314" y="55234"/>
                  </a:lnTo>
                  <a:lnTo>
                    <a:pt x="34403" y="54400"/>
                  </a:lnTo>
                  <a:lnTo>
                    <a:pt x="33930" y="53967"/>
                  </a:lnTo>
                  <a:lnTo>
                    <a:pt x="30409" y="50775"/>
                  </a:lnTo>
                  <a:lnTo>
                    <a:pt x="27797" y="48407"/>
                  </a:lnTo>
                  <a:lnTo>
                    <a:pt x="26747" y="47455"/>
                  </a:lnTo>
                  <a:lnTo>
                    <a:pt x="25236" y="46084"/>
                  </a:lnTo>
                  <a:lnTo>
                    <a:pt x="23805" y="45059"/>
                  </a:lnTo>
                  <a:lnTo>
                    <a:pt x="21668" y="43884"/>
                  </a:lnTo>
                  <a:lnTo>
                    <a:pt x="19712" y="43020"/>
                  </a:lnTo>
                  <a:lnTo>
                    <a:pt x="16878" y="42279"/>
                  </a:lnTo>
                  <a:lnTo>
                    <a:pt x="11540" y="41705"/>
                  </a:lnTo>
                  <a:lnTo>
                    <a:pt x="7041" y="41221"/>
                  </a:lnTo>
                  <a:lnTo>
                    <a:pt x="6205" y="41131"/>
                  </a:lnTo>
                  <a:lnTo>
                    <a:pt x="6032" y="41113"/>
                  </a:lnTo>
                  <a:lnTo>
                    <a:pt x="0" y="40464"/>
                  </a:lnTo>
                  <a:lnTo>
                    <a:pt x="207" y="38794"/>
                  </a:lnTo>
                  <a:lnTo>
                    <a:pt x="1612" y="27495"/>
                  </a:lnTo>
                  <a:lnTo>
                    <a:pt x="1649" y="27201"/>
                  </a:lnTo>
                  <a:lnTo>
                    <a:pt x="1706" y="26741"/>
                  </a:lnTo>
                  <a:lnTo>
                    <a:pt x="2474" y="20330"/>
                  </a:lnTo>
                  <a:lnTo>
                    <a:pt x="2665" y="18739"/>
                  </a:lnTo>
                  <a:lnTo>
                    <a:pt x="3849" y="8849"/>
                  </a:lnTo>
                  <a:lnTo>
                    <a:pt x="3907" y="8367"/>
                  </a:lnTo>
                  <a:lnTo>
                    <a:pt x="4022" y="7402"/>
                  </a:lnTo>
                  <a:lnTo>
                    <a:pt x="4547" y="3018"/>
                  </a:lnTo>
                  <a:lnTo>
                    <a:pt x="4652" y="2713"/>
                  </a:lnTo>
                  <a:lnTo>
                    <a:pt x="4925" y="2752"/>
                  </a:lnTo>
                  <a:lnTo>
                    <a:pt x="10996" y="3610"/>
                  </a:lnTo>
                  <a:lnTo>
                    <a:pt x="16334" y="4319"/>
                  </a:lnTo>
                  <a:lnTo>
                    <a:pt x="21401" y="4927"/>
                  </a:lnTo>
                  <a:lnTo>
                    <a:pt x="26106" y="5492"/>
                  </a:lnTo>
                  <a:lnTo>
                    <a:pt x="31437" y="6133"/>
                  </a:lnTo>
                  <a:lnTo>
                    <a:pt x="32811" y="6298"/>
                  </a:lnTo>
                  <a:lnTo>
                    <a:pt x="36826" y="6780"/>
                  </a:lnTo>
                  <a:lnTo>
                    <a:pt x="39206" y="7034"/>
                  </a:lnTo>
                  <a:lnTo>
                    <a:pt x="41400" y="7090"/>
                  </a:lnTo>
                  <a:lnTo>
                    <a:pt x="41771" y="7100"/>
                  </a:lnTo>
                  <a:lnTo>
                    <a:pt x="52025" y="7037"/>
                  </a:lnTo>
                  <a:lnTo>
                    <a:pt x="52290" y="7035"/>
                  </a:lnTo>
                  <a:lnTo>
                    <a:pt x="52265" y="6726"/>
                  </a:lnTo>
                  <a:lnTo>
                    <a:pt x="52235" y="6419"/>
                  </a:lnTo>
                  <a:lnTo>
                    <a:pt x="52074" y="386"/>
                  </a:lnTo>
                  <a:lnTo>
                    <a:pt x="52349" y="380"/>
                  </a:lnTo>
                  <a:lnTo>
                    <a:pt x="56405" y="196"/>
                  </a:lnTo>
                  <a:lnTo>
                    <a:pt x="60801" y="0"/>
                  </a:lnTo>
                  <a:lnTo>
                    <a:pt x="60746" y="4874"/>
                  </a:lnTo>
                  <a:lnTo>
                    <a:pt x="60949" y="56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2488479" y="3488543"/>
              <a:ext cx="85299" cy="58086"/>
            </a:xfrm>
            <a:custGeom>
              <a:avLst/>
              <a:pathLst>
                <a:path w="85299" h="58086">
                  <a:moveTo>
                    <a:pt x="59309" y="6990"/>
                  </a:moveTo>
                  <a:lnTo>
                    <a:pt x="60359" y="7942"/>
                  </a:lnTo>
                  <a:lnTo>
                    <a:pt x="62971" y="10310"/>
                  </a:lnTo>
                  <a:lnTo>
                    <a:pt x="66492" y="13502"/>
                  </a:lnTo>
                  <a:lnTo>
                    <a:pt x="66965" y="13935"/>
                  </a:lnTo>
                  <a:lnTo>
                    <a:pt x="67876" y="14769"/>
                  </a:lnTo>
                  <a:lnTo>
                    <a:pt x="68836" y="15648"/>
                  </a:lnTo>
                  <a:lnTo>
                    <a:pt x="69159" y="15944"/>
                  </a:lnTo>
                  <a:lnTo>
                    <a:pt x="72349" y="18864"/>
                  </a:lnTo>
                  <a:lnTo>
                    <a:pt x="72911" y="19378"/>
                  </a:lnTo>
                  <a:lnTo>
                    <a:pt x="75893" y="22108"/>
                  </a:lnTo>
                  <a:lnTo>
                    <a:pt x="76101" y="22298"/>
                  </a:lnTo>
                  <a:lnTo>
                    <a:pt x="79947" y="25819"/>
                  </a:lnTo>
                  <a:lnTo>
                    <a:pt x="80164" y="26018"/>
                  </a:lnTo>
                  <a:lnTo>
                    <a:pt x="83835" y="29378"/>
                  </a:lnTo>
                  <a:lnTo>
                    <a:pt x="84310" y="29812"/>
                  </a:lnTo>
                  <a:lnTo>
                    <a:pt x="85299" y="30718"/>
                  </a:lnTo>
                  <a:lnTo>
                    <a:pt x="83750" y="32363"/>
                  </a:lnTo>
                  <a:lnTo>
                    <a:pt x="80433" y="35884"/>
                  </a:lnTo>
                  <a:lnTo>
                    <a:pt x="80097" y="36241"/>
                  </a:lnTo>
                  <a:lnTo>
                    <a:pt x="76679" y="39911"/>
                  </a:lnTo>
                  <a:lnTo>
                    <a:pt x="75132" y="41572"/>
                  </a:lnTo>
                  <a:lnTo>
                    <a:pt x="74969" y="41747"/>
                  </a:lnTo>
                  <a:lnTo>
                    <a:pt x="74717" y="42010"/>
                  </a:lnTo>
                  <a:lnTo>
                    <a:pt x="64561" y="52631"/>
                  </a:lnTo>
                  <a:lnTo>
                    <a:pt x="59214" y="58086"/>
                  </a:lnTo>
                  <a:lnTo>
                    <a:pt x="54780" y="53953"/>
                  </a:lnTo>
                  <a:lnTo>
                    <a:pt x="53905" y="53137"/>
                  </a:lnTo>
                  <a:lnTo>
                    <a:pt x="53095" y="52382"/>
                  </a:lnTo>
                  <a:lnTo>
                    <a:pt x="51792" y="51250"/>
                  </a:lnTo>
                  <a:lnTo>
                    <a:pt x="50980" y="50780"/>
                  </a:lnTo>
                  <a:lnTo>
                    <a:pt x="49941" y="50811"/>
                  </a:lnTo>
                  <a:lnTo>
                    <a:pt x="49645" y="50843"/>
                  </a:lnTo>
                  <a:lnTo>
                    <a:pt x="44674" y="51367"/>
                  </a:lnTo>
                  <a:lnTo>
                    <a:pt x="43764" y="51464"/>
                  </a:lnTo>
                  <a:lnTo>
                    <a:pt x="39601" y="51975"/>
                  </a:lnTo>
                  <a:lnTo>
                    <a:pt x="38718" y="52083"/>
                  </a:lnTo>
                  <a:lnTo>
                    <a:pt x="28623" y="53322"/>
                  </a:lnTo>
                  <a:lnTo>
                    <a:pt x="25269" y="53990"/>
                  </a:lnTo>
                  <a:lnTo>
                    <a:pt x="25017" y="54040"/>
                  </a:lnTo>
                  <a:lnTo>
                    <a:pt x="24467" y="54258"/>
                  </a:lnTo>
                  <a:lnTo>
                    <a:pt x="24026" y="54433"/>
                  </a:lnTo>
                  <a:lnTo>
                    <a:pt x="20873" y="55896"/>
                  </a:lnTo>
                  <a:lnTo>
                    <a:pt x="20454" y="56090"/>
                  </a:lnTo>
                  <a:lnTo>
                    <a:pt x="20221" y="56185"/>
                  </a:lnTo>
                  <a:lnTo>
                    <a:pt x="19104" y="56637"/>
                  </a:lnTo>
                  <a:lnTo>
                    <a:pt x="17498" y="57047"/>
                  </a:lnTo>
                  <a:lnTo>
                    <a:pt x="16012" y="57233"/>
                  </a:lnTo>
                  <a:lnTo>
                    <a:pt x="14917" y="57347"/>
                  </a:lnTo>
                  <a:lnTo>
                    <a:pt x="15011" y="54562"/>
                  </a:lnTo>
                  <a:lnTo>
                    <a:pt x="14618" y="54248"/>
                  </a:lnTo>
                  <a:lnTo>
                    <a:pt x="14319" y="53099"/>
                  </a:lnTo>
                  <a:lnTo>
                    <a:pt x="11704" y="51647"/>
                  </a:lnTo>
                  <a:lnTo>
                    <a:pt x="10305" y="49874"/>
                  </a:lnTo>
                  <a:lnTo>
                    <a:pt x="9304" y="49810"/>
                  </a:lnTo>
                  <a:lnTo>
                    <a:pt x="8798" y="47289"/>
                  </a:lnTo>
                  <a:lnTo>
                    <a:pt x="8791" y="46984"/>
                  </a:lnTo>
                  <a:lnTo>
                    <a:pt x="8140" y="47063"/>
                  </a:lnTo>
                  <a:lnTo>
                    <a:pt x="7737" y="44901"/>
                  </a:lnTo>
                  <a:lnTo>
                    <a:pt x="3721" y="45392"/>
                  </a:lnTo>
                  <a:lnTo>
                    <a:pt x="3721" y="43555"/>
                  </a:lnTo>
                  <a:lnTo>
                    <a:pt x="3041" y="41970"/>
                  </a:lnTo>
                  <a:lnTo>
                    <a:pt x="2238" y="39167"/>
                  </a:lnTo>
                  <a:lnTo>
                    <a:pt x="888" y="37014"/>
                  </a:lnTo>
                  <a:lnTo>
                    <a:pt x="0" y="34997"/>
                  </a:lnTo>
                  <a:lnTo>
                    <a:pt x="1059" y="32349"/>
                  </a:lnTo>
                  <a:lnTo>
                    <a:pt x="751" y="30247"/>
                  </a:lnTo>
                  <a:lnTo>
                    <a:pt x="1862" y="29734"/>
                  </a:lnTo>
                  <a:lnTo>
                    <a:pt x="2922" y="26487"/>
                  </a:lnTo>
                  <a:lnTo>
                    <a:pt x="205" y="24641"/>
                  </a:lnTo>
                  <a:lnTo>
                    <a:pt x="529" y="20882"/>
                  </a:lnTo>
                  <a:lnTo>
                    <a:pt x="2351" y="20927"/>
                  </a:lnTo>
                  <a:lnTo>
                    <a:pt x="2399" y="20318"/>
                  </a:lnTo>
                  <a:lnTo>
                    <a:pt x="2436" y="20049"/>
                  </a:lnTo>
                  <a:lnTo>
                    <a:pt x="2533" y="19338"/>
                  </a:lnTo>
                  <a:lnTo>
                    <a:pt x="2597" y="18541"/>
                  </a:lnTo>
                  <a:lnTo>
                    <a:pt x="3896" y="16746"/>
                  </a:lnTo>
                  <a:lnTo>
                    <a:pt x="6049" y="10748"/>
                  </a:lnTo>
                  <a:lnTo>
                    <a:pt x="7433" y="8410"/>
                  </a:lnTo>
                  <a:lnTo>
                    <a:pt x="7758" y="7860"/>
                  </a:lnTo>
                  <a:lnTo>
                    <a:pt x="8759" y="6075"/>
                  </a:lnTo>
                  <a:lnTo>
                    <a:pt x="9622" y="5712"/>
                  </a:lnTo>
                  <a:lnTo>
                    <a:pt x="11748" y="4818"/>
                  </a:lnTo>
                  <a:lnTo>
                    <a:pt x="12833" y="5054"/>
                  </a:lnTo>
                  <a:lnTo>
                    <a:pt x="13610" y="4830"/>
                  </a:lnTo>
                  <a:lnTo>
                    <a:pt x="14125" y="4682"/>
                  </a:lnTo>
                  <a:lnTo>
                    <a:pt x="15211" y="4369"/>
                  </a:lnTo>
                  <a:lnTo>
                    <a:pt x="15456" y="4111"/>
                  </a:lnTo>
                  <a:lnTo>
                    <a:pt x="15949" y="3865"/>
                  </a:lnTo>
                  <a:lnTo>
                    <a:pt x="16393" y="4271"/>
                  </a:lnTo>
                  <a:lnTo>
                    <a:pt x="16614" y="4474"/>
                  </a:lnTo>
                  <a:lnTo>
                    <a:pt x="17113" y="4839"/>
                  </a:lnTo>
                  <a:lnTo>
                    <a:pt x="17817" y="5117"/>
                  </a:lnTo>
                  <a:lnTo>
                    <a:pt x="19379" y="5651"/>
                  </a:lnTo>
                  <a:lnTo>
                    <a:pt x="20017" y="5770"/>
                  </a:lnTo>
                  <a:lnTo>
                    <a:pt x="19976" y="5915"/>
                  </a:lnTo>
                  <a:lnTo>
                    <a:pt x="20412" y="5967"/>
                  </a:lnTo>
                  <a:lnTo>
                    <a:pt x="22312" y="6194"/>
                  </a:lnTo>
                  <a:lnTo>
                    <a:pt x="25733" y="6604"/>
                  </a:lnTo>
                  <a:lnTo>
                    <a:pt x="25926" y="6627"/>
                  </a:lnTo>
                  <a:lnTo>
                    <a:pt x="30467" y="7170"/>
                  </a:lnTo>
                  <a:lnTo>
                    <a:pt x="31383" y="7280"/>
                  </a:lnTo>
                  <a:lnTo>
                    <a:pt x="31717" y="7320"/>
                  </a:lnTo>
                  <a:lnTo>
                    <a:pt x="31778" y="6942"/>
                  </a:lnTo>
                  <a:lnTo>
                    <a:pt x="32304" y="2280"/>
                  </a:lnTo>
                  <a:lnTo>
                    <a:pt x="32430" y="1167"/>
                  </a:lnTo>
                  <a:lnTo>
                    <a:pt x="32503" y="518"/>
                  </a:lnTo>
                  <a:lnTo>
                    <a:pt x="32562" y="0"/>
                  </a:lnTo>
                  <a:lnTo>
                    <a:pt x="38594" y="648"/>
                  </a:lnTo>
                  <a:lnTo>
                    <a:pt x="38767" y="667"/>
                  </a:lnTo>
                  <a:lnTo>
                    <a:pt x="39603" y="757"/>
                  </a:lnTo>
                  <a:lnTo>
                    <a:pt x="44102" y="1241"/>
                  </a:lnTo>
                  <a:lnTo>
                    <a:pt x="49440" y="1815"/>
                  </a:lnTo>
                  <a:lnTo>
                    <a:pt x="52275" y="2556"/>
                  </a:lnTo>
                  <a:lnTo>
                    <a:pt x="54231" y="3420"/>
                  </a:lnTo>
                  <a:lnTo>
                    <a:pt x="56367" y="4595"/>
                  </a:lnTo>
                  <a:lnTo>
                    <a:pt x="57798" y="56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452951" y="3512186"/>
              <a:ext cx="94742" cy="71931"/>
            </a:xfrm>
            <a:custGeom>
              <a:avLst/>
              <a:pathLst>
                <a:path w="94742" h="71931">
                  <a:moveTo>
                    <a:pt x="2704" y="2737"/>
                  </a:moveTo>
                  <a:lnTo>
                    <a:pt x="2854" y="2806"/>
                  </a:lnTo>
                  <a:lnTo>
                    <a:pt x="4372" y="2758"/>
                  </a:lnTo>
                  <a:lnTo>
                    <a:pt x="5355" y="2727"/>
                  </a:lnTo>
                  <a:lnTo>
                    <a:pt x="7283" y="3590"/>
                  </a:lnTo>
                  <a:lnTo>
                    <a:pt x="9676" y="4165"/>
                  </a:lnTo>
                  <a:lnTo>
                    <a:pt x="12608" y="4768"/>
                  </a:lnTo>
                  <a:lnTo>
                    <a:pt x="15013" y="9247"/>
                  </a:lnTo>
                  <a:lnTo>
                    <a:pt x="15314" y="9808"/>
                  </a:lnTo>
                  <a:lnTo>
                    <a:pt x="15641" y="9886"/>
                  </a:lnTo>
                  <a:lnTo>
                    <a:pt x="20602" y="11056"/>
                  </a:lnTo>
                  <a:lnTo>
                    <a:pt x="21731" y="11422"/>
                  </a:lnTo>
                  <a:lnTo>
                    <a:pt x="24482" y="12312"/>
                  </a:lnTo>
                  <a:lnTo>
                    <a:pt x="27572" y="14604"/>
                  </a:lnTo>
                  <a:lnTo>
                    <a:pt x="29585" y="16140"/>
                  </a:lnTo>
                  <a:lnTo>
                    <a:pt x="31765" y="17810"/>
                  </a:lnTo>
                  <a:lnTo>
                    <a:pt x="32995" y="21536"/>
                  </a:lnTo>
                  <a:lnTo>
                    <a:pt x="33583" y="24179"/>
                  </a:lnTo>
                  <a:lnTo>
                    <a:pt x="33713" y="24766"/>
                  </a:lnTo>
                  <a:lnTo>
                    <a:pt x="33565" y="24720"/>
                  </a:lnTo>
                  <a:lnTo>
                    <a:pt x="32749" y="24814"/>
                  </a:lnTo>
                  <a:lnTo>
                    <a:pt x="31129" y="25061"/>
                  </a:lnTo>
                  <a:lnTo>
                    <a:pt x="29257" y="24973"/>
                  </a:lnTo>
                  <a:lnTo>
                    <a:pt x="29628" y="25478"/>
                  </a:lnTo>
                  <a:lnTo>
                    <a:pt x="30679" y="27324"/>
                  </a:lnTo>
                  <a:lnTo>
                    <a:pt x="32388" y="27948"/>
                  </a:lnTo>
                  <a:lnTo>
                    <a:pt x="33952" y="28230"/>
                  </a:lnTo>
                  <a:lnTo>
                    <a:pt x="36464" y="29187"/>
                  </a:lnTo>
                  <a:lnTo>
                    <a:pt x="36872" y="29186"/>
                  </a:lnTo>
                  <a:lnTo>
                    <a:pt x="38250" y="28982"/>
                  </a:lnTo>
                  <a:lnTo>
                    <a:pt x="39355" y="27996"/>
                  </a:lnTo>
                  <a:lnTo>
                    <a:pt x="39842" y="27083"/>
                  </a:lnTo>
                  <a:lnTo>
                    <a:pt x="40176" y="26649"/>
                  </a:lnTo>
                  <a:lnTo>
                    <a:pt x="40604" y="26636"/>
                  </a:lnTo>
                  <a:lnTo>
                    <a:pt x="41211" y="26616"/>
                  </a:lnTo>
                  <a:lnTo>
                    <a:pt x="42412" y="26716"/>
                  </a:lnTo>
                  <a:lnTo>
                    <a:pt x="43098" y="26269"/>
                  </a:lnTo>
                  <a:lnTo>
                    <a:pt x="43623" y="26091"/>
                  </a:lnTo>
                  <a:lnTo>
                    <a:pt x="44833" y="26168"/>
                  </a:lnTo>
                  <a:lnTo>
                    <a:pt x="45856" y="26243"/>
                  </a:lnTo>
                  <a:lnTo>
                    <a:pt x="47232" y="28005"/>
                  </a:lnTo>
                  <a:lnTo>
                    <a:pt x="49847" y="29457"/>
                  </a:lnTo>
                  <a:lnTo>
                    <a:pt x="50146" y="30606"/>
                  </a:lnTo>
                  <a:lnTo>
                    <a:pt x="50539" y="30920"/>
                  </a:lnTo>
                  <a:lnTo>
                    <a:pt x="50445" y="33705"/>
                  </a:lnTo>
                  <a:lnTo>
                    <a:pt x="51541" y="33591"/>
                  </a:lnTo>
                  <a:lnTo>
                    <a:pt x="53026" y="33405"/>
                  </a:lnTo>
                  <a:lnTo>
                    <a:pt x="54632" y="32995"/>
                  </a:lnTo>
                  <a:lnTo>
                    <a:pt x="55749" y="32542"/>
                  </a:lnTo>
                  <a:lnTo>
                    <a:pt x="55982" y="32448"/>
                  </a:lnTo>
                  <a:lnTo>
                    <a:pt x="56401" y="32254"/>
                  </a:lnTo>
                  <a:lnTo>
                    <a:pt x="59554" y="30790"/>
                  </a:lnTo>
                  <a:lnTo>
                    <a:pt x="59995" y="30615"/>
                  </a:lnTo>
                  <a:lnTo>
                    <a:pt x="60545" y="30397"/>
                  </a:lnTo>
                  <a:lnTo>
                    <a:pt x="60797" y="30347"/>
                  </a:lnTo>
                  <a:lnTo>
                    <a:pt x="64151" y="29680"/>
                  </a:lnTo>
                  <a:lnTo>
                    <a:pt x="74246" y="28440"/>
                  </a:lnTo>
                  <a:lnTo>
                    <a:pt x="75129" y="28332"/>
                  </a:lnTo>
                  <a:lnTo>
                    <a:pt x="79292" y="27821"/>
                  </a:lnTo>
                  <a:lnTo>
                    <a:pt x="80202" y="27725"/>
                  </a:lnTo>
                  <a:lnTo>
                    <a:pt x="85173" y="27200"/>
                  </a:lnTo>
                  <a:lnTo>
                    <a:pt x="85470" y="27169"/>
                  </a:lnTo>
                  <a:lnTo>
                    <a:pt x="86508" y="27138"/>
                  </a:lnTo>
                  <a:lnTo>
                    <a:pt x="87320" y="27608"/>
                  </a:lnTo>
                  <a:lnTo>
                    <a:pt x="88623" y="28740"/>
                  </a:lnTo>
                  <a:lnTo>
                    <a:pt x="89433" y="29495"/>
                  </a:lnTo>
                  <a:lnTo>
                    <a:pt x="90308" y="30310"/>
                  </a:lnTo>
                  <a:lnTo>
                    <a:pt x="94742" y="34444"/>
                  </a:lnTo>
                  <a:lnTo>
                    <a:pt x="94072" y="35205"/>
                  </a:lnTo>
                  <a:lnTo>
                    <a:pt x="93857" y="35453"/>
                  </a:lnTo>
                  <a:lnTo>
                    <a:pt x="92705" y="36963"/>
                  </a:lnTo>
                  <a:lnTo>
                    <a:pt x="91819" y="38125"/>
                  </a:lnTo>
                  <a:lnTo>
                    <a:pt x="91688" y="38296"/>
                  </a:lnTo>
                  <a:lnTo>
                    <a:pt x="90648" y="39739"/>
                  </a:lnTo>
                  <a:lnTo>
                    <a:pt x="89597" y="41779"/>
                  </a:lnTo>
                  <a:lnTo>
                    <a:pt x="89255" y="42443"/>
                  </a:lnTo>
                  <a:lnTo>
                    <a:pt x="89146" y="42653"/>
                  </a:lnTo>
                  <a:lnTo>
                    <a:pt x="89042" y="42902"/>
                  </a:lnTo>
                  <a:lnTo>
                    <a:pt x="88946" y="43131"/>
                  </a:lnTo>
                  <a:lnTo>
                    <a:pt x="88890" y="43263"/>
                  </a:lnTo>
                  <a:lnTo>
                    <a:pt x="87736" y="46007"/>
                  </a:lnTo>
                  <a:lnTo>
                    <a:pt x="86916" y="47781"/>
                  </a:lnTo>
                  <a:lnTo>
                    <a:pt x="86635" y="48389"/>
                  </a:lnTo>
                  <a:lnTo>
                    <a:pt x="84433" y="53153"/>
                  </a:lnTo>
                  <a:lnTo>
                    <a:pt x="83885" y="54337"/>
                  </a:lnTo>
                  <a:lnTo>
                    <a:pt x="83144" y="55940"/>
                  </a:lnTo>
                  <a:lnTo>
                    <a:pt x="81823" y="58942"/>
                  </a:lnTo>
                  <a:lnTo>
                    <a:pt x="81363" y="59987"/>
                  </a:lnTo>
                  <a:lnTo>
                    <a:pt x="79785" y="63575"/>
                  </a:lnTo>
                  <a:lnTo>
                    <a:pt x="79401" y="64445"/>
                  </a:lnTo>
                  <a:lnTo>
                    <a:pt x="77881" y="64701"/>
                  </a:lnTo>
                  <a:lnTo>
                    <a:pt x="72781" y="65558"/>
                  </a:lnTo>
                  <a:lnTo>
                    <a:pt x="69623" y="66107"/>
                  </a:lnTo>
                  <a:lnTo>
                    <a:pt x="67945" y="66398"/>
                  </a:lnTo>
                  <a:lnTo>
                    <a:pt x="67176" y="66532"/>
                  </a:lnTo>
                  <a:lnTo>
                    <a:pt x="55589" y="68376"/>
                  </a:lnTo>
                  <a:lnTo>
                    <a:pt x="53539" y="68702"/>
                  </a:lnTo>
                  <a:lnTo>
                    <a:pt x="52596" y="68944"/>
                  </a:lnTo>
                  <a:lnTo>
                    <a:pt x="48549" y="69984"/>
                  </a:lnTo>
                  <a:lnTo>
                    <a:pt x="41867" y="71422"/>
                  </a:lnTo>
                  <a:lnTo>
                    <a:pt x="41488" y="71509"/>
                  </a:lnTo>
                  <a:lnTo>
                    <a:pt x="39655" y="71931"/>
                  </a:lnTo>
                  <a:lnTo>
                    <a:pt x="39615" y="71644"/>
                  </a:lnTo>
                  <a:lnTo>
                    <a:pt x="39555" y="71217"/>
                  </a:lnTo>
                  <a:lnTo>
                    <a:pt x="39253" y="69081"/>
                  </a:lnTo>
                  <a:lnTo>
                    <a:pt x="38907" y="65824"/>
                  </a:lnTo>
                  <a:lnTo>
                    <a:pt x="38823" y="65042"/>
                  </a:lnTo>
                  <a:lnTo>
                    <a:pt x="38806" y="64881"/>
                  </a:lnTo>
                  <a:lnTo>
                    <a:pt x="38747" y="64326"/>
                  </a:lnTo>
                  <a:lnTo>
                    <a:pt x="38005" y="57348"/>
                  </a:lnTo>
                  <a:lnTo>
                    <a:pt x="37768" y="55124"/>
                  </a:lnTo>
                  <a:lnTo>
                    <a:pt x="37619" y="53764"/>
                  </a:lnTo>
                  <a:lnTo>
                    <a:pt x="36774" y="53855"/>
                  </a:lnTo>
                  <a:lnTo>
                    <a:pt x="36388" y="53897"/>
                  </a:lnTo>
                  <a:lnTo>
                    <a:pt x="32797" y="54286"/>
                  </a:lnTo>
                  <a:lnTo>
                    <a:pt x="32560" y="54312"/>
                  </a:lnTo>
                  <a:lnTo>
                    <a:pt x="32265" y="54344"/>
                  </a:lnTo>
                  <a:lnTo>
                    <a:pt x="31057" y="54475"/>
                  </a:lnTo>
                  <a:lnTo>
                    <a:pt x="19913" y="55683"/>
                  </a:lnTo>
                  <a:lnTo>
                    <a:pt x="19736" y="55702"/>
                  </a:lnTo>
                  <a:lnTo>
                    <a:pt x="14575" y="56261"/>
                  </a:lnTo>
                  <a:lnTo>
                    <a:pt x="14524" y="55781"/>
                  </a:lnTo>
                  <a:lnTo>
                    <a:pt x="14470" y="55326"/>
                  </a:lnTo>
                  <a:lnTo>
                    <a:pt x="13929" y="50745"/>
                  </a:lnTo>
                  <a:lnTo>
                    <a:pt x="13850" y="50076"/>
                  </a:lnTo>
                  <a:lnTo>
                    <a:pt x="13740" y="49145"/>
                  </a:lnTo>
                  <a:lnTo>
                    <a:pt x="13659" y="48459"/>
                  </a:lnTo>
                  <a:lnTo>
                    <a:pt x="13094" y="43682"/>
                  </a:lnTo>
                  <a:lnTo>
                    <a:pt x="13078" y="43541"/>
                  </a:lnTo>
                  <a:lnTo>
                    <a:pt x="13026" y="43105"/>
                  </a:lnTo>
                  <a:lnTo>
                    <a:pt x="12993" y="42822"/>
                  </a:lnTo>
                  <a:lnTo>
                    <a:pt x="12586" y="39380"/>
                  </a:lnTo>
                  <a:lnTo>
                    <a:pt x="12396" y="37853"/>
                  </a:lnTo>
                  <a:lnTo>
                    <a:pt x="12248" y="37869"/>
                  </a:lnTo>
                  <a:lnTo>
                    <a:pt x="10611" y="38053"/>
                  </a:lnTo>
                  <a:lnTo>
                    <a:pt x="9799" y="38145"/>
                  </a:lnTo>
                  <a:lnTo>
                    <a:pt x="9388" y="38191"/>
                  </a:lnTo>
                  <a:lnTo>
                    <a:pt x="9108" y="38223"/>
                  </a:lnTo>
                  <a:lnTo>
                    <a:pt x="8512" y="38290"/>
                  </a:lnTo>
                  <a:lnTo>
                    <a:pt x="7441" y="38410"/>
                  </a:lnTo>
                  <a:lnTo>
                    <a:pt x="7280" y="37271"/>
                  </a:lnTo>
                  <a:lnTo>
                    <a:pt x="7256" y="37099"/>
                  </a:lnTo>
                  <a:lnTo>
                    <a:pt x="6919" y="34721"/>
                  </a:lnTo>
                  <a:lnTo>
                    <a:pt x="6857" y="34284"/>
                  </a:lnTo>
                  <a:lnTo>
                    <a:pt x="6794" y="33840"/>
                  </a:lnTo>
                  <a:lnTo>
                    <a:pt x="6369" y="30842"/>
                  </a:lnTo>
                  <a:lnTo>
                    <a:pt x="6334" y="30593"/>
                  </a:lnTo>
                  <a:lnTo>
                    <a:pt x="6299" y="30351"/>
                  </a:lnTo>
                  <a:lnTo>
                    <a:pt x="6271" y="30150"/>
                  </a:lnTo>
                  <a:lnTo>
                    <a:pt x="6054" y="28619"/>
                  </a:lnTo>
                  <a:lnTo>
                    <a:pt x="5936" y="27785"/>
                  </a:lnTo>
                  <a:lnTo>
                    <a:pt x="5757" y="26526"/>
                  </a:lnTo>
                  <a:lnTo>
                    <a:pt x="5730" y="26335"/>
                  </a:lnTo>
                  <a:lnTo>
                    <a:pt x="5342" y="23594"/>
                  </a:lnTo>
                  <a:lnTo>
                    <a:pt x="5407" y="23223"/>
                  </a:lnTo>
                  <a:lnTo>
                    <a:pt x="5468" y="22873"/>
                  </a:lnTo>
                  <a:lnTo>
                    <a:pt x="5712" y="21471"/>
                  </a:lnTo>
                  <a:lnTo>
                    <a:pt x="5841" y="20733"/>
                  </a:lnTo>
                  <a:lnTo>
                    <a:pt x="5831" y="20560"/>
                  </a:lnTo>
                  <a:lnTo>
                    <a:pt x="5803" y="20053"/>
                  </a:lnTo>
                  <a:lnTo>
                    <a:pt x="5546" y="18534"/>
                  </a:lnTo>
                  <a:lnTo>
                    <a:pt x="5491" y="18208"/>
                  </a:lnTo>
                  <a:lnTo>
                    <a:pt x="5419" y="17776"/>
                  </a:lnTo>
                  <a:lnTo>
                    <a:pt x="5184" y="16387"/>
                  </a:lnTo>
                  <a:lnTo>
                    <a:pt x="5098" y="15875"/>
                  </a:lnTo>
                  <a:lnTo>
                    <a:pt x="4713" y="15901"/>
                  </a:lnTo>
                  <a:lnTo>
                    <a:pt x="4611" y="14964"/>
                  </a:lnTo>
                  <a:lnTo>
                    <a:pt x="4535" y="14338"/>
                  </a:lnTo>
                  <a:lnTo>
                    <a:pt x="4214" y="13302"/>
                  </a:lnTo>
                  <a:lnTo>
                    <a:pt x="3917" y="12343"/>
                  </a:lnTo>
                  <a:lnTo>
                    <a:pt x="3849" y="12120"/>
                  </a:lnTo>
                  <a:lnTo>
                    <a:pt x="3765" y="11850"/>
                  </a:lnTo>
                  <a:lnTo>
                    <a:pt x="3680" y="11526"/>
                  </a:lnTo>
                  <a:lnTo>
                    <a:pt x="3637" y="11363"/>
                  </a:lnTo>
                  <a:lnTo>
                    <a:pt x="3537" y="11102"/>
                  </a:lnTo>
                  <a:lnTo>
                    <a:pt x="3144" y="10069"/>
                  </a:lnTo>
                  <a:lnTo>
                    <a:pt x="2962" y="9591"/>
                  </a:lnTo>
                  <a:lnTo>
                    <a:pt x="2784" y="9121"/>
                  </a:lnTo>
                  <a:lnTo>
                    <a:pt x="2622" y="8695"/>
                  </a:lnTo>
                  <a:lnTo>
                    <a:pt x="2461" y="8496"/>
                  </a:lnTo>
                  <a:lnTo>
                    <a:pt x="2154" y="8524"/>
                  </a:lnTo>
                  <a:lnTo>
                    <a:pt x="1931" y="8544"/>
                  </a:lnTo>
                  <a:lnTo>
                    <a:pt x="1396" y="8594"/>
                  </a:lnTo>
                  <a:lnTo>
                    <a:pt x="567" y="8670"/>
                  </a:lnTo>
                  <a:lnTo>
                    <a:pt x="479" y="8108"/>
                  </a:lnTo>
                  <a:lnTo>
                    <a:pt x="323" y="7116"/>
                  </a:lnTo>
                  <a:lnTo>
                    <a:pt x="295" y="6941"/>
                  </a:lnTo>
                  <a:lnTo>
                    <a:pt x="232" y="6542"/>
                  </a:lnTo>
                  <a:lnTo>
                    <a:pt x="200" y="6337"/>
                  </a:lnTo>
                  <a:lnTo>
                    <a:pt x="164" y="6109"/>
                  </a:lnTo>
                  <a:lnTo>
                    <a:pt x="139" y="5953"/>
                  </a:lnTo>
                  <a:lnTo>
                    <a:pt x="77" y="5556"/>
                  </a:lnTo>
                  <a:lnTo>
                    <a:pt x="45" y="5352"/>
                  </a:lnTo>
                  <a:lnTo>
                    <a:pt x="22" y="5209"/>
                  </a:lnTo>
                  <a:lnTo>
                    <a:pt x="0" y="4852"/>
                  </a:lnTo>
                  <a:lnTo>
                    <a:pt x="384" y="4726"/>
                  </a:lnTo>
                  <a:lnTo>
                    <a:pt x="530" y="4678"/>
                  </a:lnTo>
                  <a:lnTo>
                    <a:pt x="840" y="4577"/>
                  </a:lnTo>
                  <a:lnTo>
                    <a:pt x="1061" y="4504"/>
                  </a:lnTo>
                  <a:lnTo>
                    <a:pt x="975" y="2627"/>
                  </a:lnTo>
                  <a:lnTo>
                    <a:pt x="960" y="2284"/>
                  </a:lnTo>
                  <a:lnTo>
                    <a:pt x="888" y="711"/>
                  </a:lnTo>
                  <a:lnTo>
                    <a:pt x="874" y="397"/>
                  </a:lnTo>
                  <a:lnTo>
                    <a:pt x="859" y="64"/>
                  </a:lnTo>
                  <a:lnTo>
                    <a:pt x="1730" y="32"/>
                  </a:lnTo>
                  <a:lnTo>
                    <a:pt x="2600" y="0"/>
                  </a:lnTo>
                  <a:lnTo>
                    <a:pt x="2648" y="12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2410904" y="3511487"/>
              <a:ext cx="81702" cy="76112"/>
            </a:xfrm>
            <a:custGeom>
              <a:avLst/>
              <a:pathLst>
                <a:path w="81702" h="76112">
                  <a:moveTo>
                    <a:pt x="1862" y="44794"/>
                  </a:moveTo>
                  <a:lnTo>
                    <a:pt x="1741" y="42469"/>
                  </a:lnTo>
                  <a:lnTo>
                    <a:pt x="1664" y="40995"/>
                  </a:lnTo>
                  <a:lnTo>
                    <a:pt x="1662" y="40401"/>
                  </a:lnTo>
                  <a:lnTo>
                    <a:pt x="2098" y="40412"/>
                  </a:lnTo>
                  <a:lnTo>
                    <a:pt x="2049" y="39567"/>
                  </a:lnTo>
                  <a:lnTo>
                    <a:pt x="2014" y="38981"/>
                  </a:lnTo>
                  <a:lnTo>
                    <a:pt x="1978" y="38369"/>
                  </a:lnTo>
                  <a:lnTo>
                    <a:pt x="1897" y="36981"/>
                  </a:lnTo>
                  <a:lnTo>
                    <a:pt x="1741" y="35079"/>
                  </a:lnTo>
                  <a:lnTo>
                    <a:pt x="1714" y="34748"/>
                  </a:lnTo>
                  <a:lnTo>
                    <a:pt x="1679" y="33051"/>
                  </a:lnTo>
                  <a:lnTo>
                    <a:pt x="1970" y="33108"/>
                  </a:lnTo>
                  <a:lnTo>
                    <a:pt x="2119" y="33138"/>
                  </a:lnTo>
                  <a:lnTo>
                    <a:pt x="2883" y="33779"/>
                  </a:lnTo>
                  <a:lnTo>
                    <a:pt x="6668" y="32283"/>
                  </a:lnTo>
                  <a:lnTo>
                    <a:pt x="6819" y="32223"/>
                  </a:lnTo>
                  <a:lnTo>
                    <a:pt x="7682" y="31947"/>
                  </a:lnTo>
                  <a:lnTo>
                    <a:pt x="7648" y="30590"/>
                  </a:lnTo>
                  <a:lnTo>
                    <a:pt x="7642" y="30318"/>
                  </a:lnTo>
                  <a:lnTo>
                    <a:pt x="6832" y="30350"/>
                  </a:lnTo>
                  <a:lnTo>
                    <a:pt x="6293" y="30372"/>
                  </a:lnTo>
                  <a:lnTo>
                    <a:pt x="6133" y="28116"/>
                  </a:lnTo>
                  <a:lnTo>
                    <a:pt x="7086" y="28087"/>
                  </a:lnTo>
                  <a:lnTo>
                    <a:pt x="10366" y="27988"/>
                  </a:lnTo>
                  <a:lnTo>
                    <a:pt x="10859" y="27448"/>
                  </a:lnTo>
                  <a:lnTo>
                    <a:pt x="11059" y="26473"/>
                  </a:lnTo>
                  <a:lnTo>
                    <a:pt x="11489" y="24946"/>
                  </a:lnTo>
                  <a:lnTo>
                    <a:pt x="11981" y="23991"/>
                  </a:lnTo>
                  <a:lnTo>
                    <a:pt x="12141" y="23679"/>
                  </a:lnTo>
                  <a:lnTo>
                    <a:pt x="12577" y="22833"/>
                  </a:lnTo>
                  <a:lnTo>
                    <a:pt x="13703" y="21654"/>
                  </a:lnTo>
                  <a:lnTo>
                    <a:pt x="15278" y="20239"/>
                  </a:lnTo>
                  <a:lnTo>
                    <a:pt x="16084" y="19266"/>
                  </a:lnTo>
                  <a:lnTo>
                    <a:pt x="16373" y="18917"/>
                  </a:lnTo>
                  <a:lnTo>
                    <a:pt x="17214" y="18116"/>
                  </a:lnTo>
                  <a:lnTo>
                    <a:pt x="17962" y="17114"/>
                  </a:lnTo>
                  <a:lnTo>
                    <a:pt x="18589" y="16340"/>
                  </a:lnTo>
                  <a:lnTo>
                    <a:pt x="19221" y="16523"/>
                  </a:lnTo>
                  <a:lnTo>
                    <a:pt x="20132" y="15731"/>
                  </a:lnTo>
                  <a:lnTo>
                    <a:pt x="20548" y="15370"/>
                  </a:lnTo>
                  <a:lnTo>
                    <a:pt x="21601" y="14456"/>
                  </a:lnTo>
                  <a:lnTo>
                    <a:pt x="22055" y="14062"/>
                  </a:lnTo>
                  <a:lnTo>
                    <a:pt x="23298" y="15811"/>
                  </a:lnTo>
                  <a:lnTo>
                    <a:pt x="25241" y="18548"/>
                  </a:lnTo>
                  <a:lnTo>
                    <a:pt x="25672" y="19941"/>
                  </a:lnTo>
                  <a:lnTo>
                    <a:pt x="25864" y="20559"/>
                  </a:lnTo>
                  <a:lnTo>
                    <a:pt x="26115" y="21370"/>
                  </a:lnTo>
                  <a:lnTo>
                    <a:pt x="22689" y="22273"/>
                  </a:lnTo>
                  <a:lnTo>
                    <a:pt x="22955" y="23843"/>
                  </a:lnTo>
                  <a:lnTo>
                    <a:pt x="23891" y="24485"/>
                  </a:lnTo>
                  <a:lnTo>
                    <a:pt x="27519" y="26970"/>
                  </a:lnTo>
                  <a:lnTo>
                    <a:pt x="27462" y="27171"/>
                  </a:lnTo>
                  <a:lnTo>
                    <a:pt x="27097" y="27904"/>
                  </a:lnTo>
                  <a:lnTo>
                    <a:pt x="26457" y="29328"/>
                  </a:lnTo>
                  <a:lnTo>
                    <a:pt x="31433" y="30276"/>
                  </a:lnTo>
                  <a:lnTo>
                    <a:pt x="34072" y="29393"/>
                  </a:lnTo>
                  <a:lnTo>
                    <a:pt x="34500" y="29250"/>
                  </a:lnTo>
                  <a:lnTo>
                    <a:pt x="38333" y="27969"/>
                  </a:lnTo>
                  <a:lnTo>
                    <a:pt x="38364" y="27412"/>
                  </a:lnTo>
                  <a:lnTo>
                    <a:pt x="38437" y="26136"/>
                  </a:lnTo>
                  <a:lnTo>
                    <a:pt x="38446" y="25988"/>
                  </a:lnTo>
                  <a:lnTo>
                    <a:pt x="39742" y="23825"/>
                  </a:lnTo>
                  <a:lnTo>
                    <a:pt x="39958" y="23626"/>
                  </a:lnTo>
                  <a:lnTo>
                    <a:pt x="40821" y="22831"/>
                  </a:lnTo>
                  <a:lnTo>
                    <a:pt x="41622" y="22094"/>
                  </a:lnTo>
                  <a:lnTo>
                    <a:pt x="43395" y="19766"/>
                  </a:lnTo>
                  <a:lnTo>
                    <a:pt x="43993" y="18100"/>
                  </a:lnTo>
                  <a:lnTo>
                    <a:pt x="44154" y="17077"/>
                  </a:lnTo>
                  <a:lnTo>
                    <a:pt x="44255" y="16395"/>
                  </a:lnTo>
                  <a:lnTo>
                    <a:pt x="44314" y="15451"/>
                  </a:lnTo>
                  <a:lnTo>
                    <a:pt x="41384" y="15559"/>
                  </a:lnTo>
                  <a:lnTo>
                    <a:pt x="41195" y="13122"/>
                  </a:lnTo>
                  <a:lnTo>
                    <a:pt x="38983" y="13122"/>
                  </a:lnTo>
                  <a:lnTo>
                    <a:pt x="38960" y="12985"/>
                  </a:lnTo>
                  <a:lnTo>
                    <a:pt x="38694" y="11303"/>
                  </a:lnTo>
                  <a:lnTo>
                    <a:pt x="38568" y="10559"/>
                  </a:lnTo>
                  <a:lnTo>
                    <a:pt x="33889" y="6885"/>
                  </a:lnTo>
                  <a:lnTo>
                    <a:pt x="34936" y="5731"/>
                  </a:lnTo>
                  <a:lnTo>
                    <a:pt x="36624" y="5518"/>
                  </a:lnTo>
                  <a:lnTo>
                    <a:pt x="37900" y="5777"/>
                  </a:lnTo>
                  <a:lnTo>
                    <a:pt x="37799" y="4001"/>
                  </a:lnTo>
                  <a:lnTo>
                    <a:pt x="40983" y="3818"/>
                  </a:lnTo>
                  <a:lnTo>
                    <a:pt x="40989" y="2714"/>
                  </a:lnTo>
                  <a:lnTo>
                    <a:pt x="40991" y="2297"/>
                  </a:lnTo>
                  <a:lnTo>
                    <a:pt x="41001" y="465"/>
                  </a:lnTo>
                  <a:lnTo>
                    <a:pt x="42433" y="0"/>
                  </a:lnTo>
                  <a:lnTo>
                    <a:pt x="42922" y="51"/>
                  </a:lnTo>
                  <a:lnTo>
                    <a:pt x="42906" y="763"/>
                  </a:lnTo>
                  <a:lnTo>
                    <a:pt x="42921" y="1096"/>
                  </a:lnTo>
                  <a:lnTo>
                    <a:pt x="42935" y="1410"/>
                  </a:lnTo>
                  <a:lnTo>
                    <a:pt x="43007" y="2983"/>
                  </a:lnTo>
                  <a:lnTo>
                    <a:pt x="43022" y="3326"/>
                  </a:lnTo>
                  <a:lnTo>
                    <a:pt x="43038" y="5226"/>
                  </a:lnTo>
                  <a:lnTo>
                    <a:pt x="42775" y="5313"/>
                  </a:lnTo>
                  <a:lnTo>
                    <a:pt x="42577" y="5377"/>
                  </a:lnTo>
                  <a:lnTo>
                    <a:pt x="42431" y="5425"/>
                  </a:lnTo>
                  <a:lnTo>
                    <a:pt x="42046" y="5551"/>
                  </a:lnTo>
                  <a:lnTo>
                    <a:pt x="42069" y="5908"/>
                  </a:lnTo>
                  <a:lnTo>
                    <a:pt x="42092" y="6051"/>
                  </a:lnTo>
                  <a:lnTo>
                    <a:pt x="42140" y="6359"/>
                  </a:lnTo>
                  <a:lnTo>
                    <a:pt x="42186" y="6652"/>
                  </a:lnTo>
                  <a:lnTo>
                    <a:pt x="42211" y="6808"/>
                  </a:lnTo>
                  <a:lnTo>
                    <a:pt x="42247" y="7036"/>
                  </a:lnTo>
                  <a:lnTo>
                    <a:pt x="42279" y="7242"/>
                  </a:lnTo>
                  <a:lnTo>
                    <a:pt x="42342" y="7640"/>
                  </a:lnTo>
                  <a:lnTo>
                    <a:pt x="42388" y="7933"/>
                  </a:lnTo>
                  <a:lnTo>
                    <a:pt x="42526" y="8809"/>
                  </a:lnTo>
                  <a:lnTo>
                    <a:pt x="42614" y="9369"/>
                  </a:lnTo>
                  <a:lnTo>
                    <a:pt x="43443" y="9293"/>
                  </a:lnTo>
                  <a:lnTo>
                    <a:pt x="43978" y="9244"/>
                  </a:lnTo>
                  <a:lnTo>
                    <a:pt x="44201" y="9223"/>
                  </a:lnTo>
                  <a:lnTo>
                    <a:pt x="44616" y="9255"/>
                  </a:lnTo>
                  <a:lnTo>
                    <a:pt x="44741" y="9585"/>
                  </a:lnTo>
                  <a:lnTo>
                    <a:pt x="44831" y="9820"/>
                  </a:lnTo>
                  <a:lnTo>
                    <a:pt x="45023" y="10327"/>
                  </a:lnTo>
                  <a:lnTo>
                    <a:pt x="45277" y="10993"/>
                  </a:lnTo>
                  <a:lnTo>
                    <a:pt x="45584" y="11801"/>
                  </a:lnTo>
                  <a:lnTo>
                    <a:pt x="45684" y="12063"/>
                  </a:lnTo>
                  <a:lnTo>
                    <a:pt x="45726" y="12225"/>
                  </a:lnTo>
                  <a:lnTo>
                    <a:pt x="45812" y="12550"/>
                  </a:lnTo>
                  <a:lnTo>
                    <a:pt x="45895" y="12820"/>
                  </a:lnTo>
                  <a:lnTo>
                    <a:pt x="45964" y="13042"/>
                  </a:lnTo>
                  <a:lnTo>
                    <a:pt x="46261" y="14001"/>
                  </a:lnTo>
                  <a:lnTo>
                    <a:pt x="46614" y="15256"/>
                  </a:lnTo>
                  <a:lnTo>
                    <a:pt x="46658" y="15663"/>
                  </a:lnTo>
                  <a:lnTo>
                    <a:pt x="46847" y="16594"/>
                  </a:lnTo>
                  <a:lnTo>
                    <a:pt x="47145" y="16574"/>
                  </a:lnTo>
                  <a:lnTo>
                    <a:pt x="47231" y="17086"/>
                  </a:lnTo>
                  <a:lnTo>
                    <a:pt x="47466" y="18475"/>
                  </a:lnTo>
                  <a:lnTo>
                    <a:pt x="47538" y="18907"/>
                  </a:lnTo>
                  <a:lnTo>
                    <a:pt x="47593" y="19233"/>
                  </a:lnTo>
                  <a:lnTo>
                    <a:pt x="47850" y="20752"/>
                  </a:lnTo>
                  <a:lnTo>
                    <a:pt x="47878" y="21259"/>
                  </a:lnTo>
                  <a:lnTo>
                    <a:pt x="47880" y="21476"/>
                  </a:lnTo>
                  <a:lnTo>
                    <a:pt x="47758" y="22180"/>
                  </a:lnTo>
                  <a:lnTo>
                    <a:pt x="47515" y="23572"/>
                  </a:lnTo>
                  <a:lnTo>
                    <a:pt x="47454" y="23922"/>
                  </a:lnTo>
                  <a:lnTo>
                    <a:pt x="47389" y="24293"/>
                  </a:lnTo>
                  <a:lnTo>
                    <a:pt x="47777" y="27034"/>
                  </a:lnTo>
                  <a:lnTo>
                    <a:pt x="47804" y="27225"/>
                  </a:lnTo>
                  <a:lnTo>
                    <a:pt x="47983" y="28484"/>
                  </a:lnTo>
                  <a:lnTo>
                    <a:pt x="48101" y="29318"/>
                  </a:lnTo>
                  <a:lnTo>
                    <a:pt x="48318" y="30850"/>
                  </a:lnTo>
                  <a:lnTo>
                    <a:pt x="48346" y="31050"/>
                  </a:lnTo>
                  <a:lnTo>
                    <a:pt x="48381" y="31293"/>
                  </a:lnTo>
                  <a:lnTo>
                    <a:pt x="48416" y="31541"/>
                  </a:lnTo>
                  <a:lnTo>
                    <a:pt x="48845" y="34566"/>
                  </a:lnTo>
                  <a:lnTo>
                    <a:pt x="48922" y="35110"/>
                  </a:lnTo>
                  <a:lnTo>
                    <a:pt x="48966" y="35420"/>
                  </a:lnTo>
                  <a:lnTo>
                    <a:pt x="49303" y="37798"/>
                  </a:lnTo>
                  <a:lnTo>
                    <a:pt x="49327" y="37970"/>
                  </a:lnTo>
                  <a:lnTo>
                    <a:pt x="49534" y="39104"/>
                  </a:lnTo>
                  <a:lnTo>
                    <a:pt x="50559" y="38989"/>
                  </a:lnTo>
                  <a:lnTo>
                    <a:pt x="51155" y="38922"/>
                  </a:lnTo>
                  <a:lnTo>
                    <a:pt x="51435" y="38890"/>
                  </a:lnTo>
                  <a:lnTo>
                    <a:pt x="51846" y="38844"/>
                  </a:lnTo>
                  <a:lnTo>
                    <a:pt x="52658" y="38753"/>
                  </a:lnTo>
                  <a:lnTo>
                    <a:pt x="54295" y="38568"/>
                  </a:lnTo>
                  <a:lnTo>
                    <a:pt x="54452" y="38551"/>
                  </a:lnTo>
                  <a:lnTo>
                    <a:pt x="54633" y="40079"/>
                  </a:lnTo>
                  <a:lnTo>
                    <a:pt x="55040" y="43521"/>
                  </a:lnTo>
                  <a:lnTo>
                    <a:pt x="55073" y="43804"/>
                  </a:lnTo>
                  <a:lnTo>
                    <a:pt x="55125" y="44241"/>
                  </a:lnTo>
                  <a:lnTo>
                    <a:pt x="55141" y="44381"/>
                  </a:lnTo>
                  <a:lnTo>
                    <a:pt x="55706" y="49158"/>
                  </a:lnTo>
                  <a:lnTo>
                    <a:pt x="55787" y="49844"/>
                  </a:lnTo>
                  <a:lnTo>
                    <a:pt x="55903" y="50824"/>
                  </a:lnTo>
                  <a:lnTo>
                    <a:pt x="55976" y="51444"/>
                  </a:lnTo>
                  <a:lnTo>
                    <a:pt x="56522" y="56070"/>
                  </a:lnTo>
                  <a:lnTo>
                    <a:pt x="56571" y="56480"/>
                  </a:lnTo>
                  <a:lnTo>
                    <a:pt x="56635" y="56959"/>
                  </a:lnTo>
                  <a:lnTo>
                    <a:pt x="61783" y="56401"/>
                  </a:lnTo>
                  <a:lnTo>
                    <a:pt x="61960" y="56382"/>
                  </a:lnTo>
                  <a:lnTo>
                    <a:pt x="73104" y="55174"/>
                  </a:lnTo>
                  <a:lnTo>
                    <a:pt x="74312" y="55043"/>
                  </a:lnTo>
                  <a:lnTo>
                    <a:pt x="74607" y="55011"/>
                  </a:lnTo>
                  <a:lnTo>
                    <a:pt x="74844" y="54985"/>
                  </a:lnTo>
                  <a:lnTo>
                    <a:pt x="78435" y="54596"/>
                  </a:lnTo>
                  <a:lnTo>
                    <a:pt x="78821" y="54554"/>
                  </a:lnTo>
                  <a:lnTo>
                    <a:pt x="79670" y="54462"/>
                  </a:lnTo>
                  <a:lnTo>
                    <a:pt x="79815" y="55823"/>
                  </a:lnTo>
                  <a:lnTo>
                    <a:pt x="80052" y="58047"/>
                  </a:lnTo>
                  <a:lnTo>
                    <a:pt x="80794" y="65025"/>
                  </a:lnTo>
                  <a:lnTo>
                    <a:pt x="80853" y="65580"/>
                  </a:lnTo>
                  <a:lnTo>
                    <a:pt x="80870" y="65741"/>
                  </a:lnTo>
                  <a:lnTo>
                    <a:pt x="80954" y="66523"/>
                  </a:lnTo>
                  <a:lnTo>
                    <a:pt x="81300" y="69780"/>
                  </a:lnTo>
                  <a:lnTo>
                    <a:pt x="81602" y="71916"/>
                  </a:lnTo>
                  <a:lnTo>
                    <a:pt x="81662" y="72343"/>
                  </a:lnTo>
                  <a:lnTo>
                    <a:pt x="81702" y="72630"/>
                  </a:lnTo>
                  <a:lnTo>
                    <a:pt x="81244" y="72735"/>
                  </a:lnTo>
                  <a:lnTo>
                    <a:pt x="81007" y="72763"/>
                  </a:lnTo>
                  <a:lnTo>
                    <a:pt x="77129" y="73209"/>
                  </a:lnTo>
                  <a:lnTo>
                    <a:pt x="76148" y="73322"/>
                  </a:lnTo>
                  <a:lnTo>
                    <a:pt x="75883" y="73353"/>
                  </a:lnTo>
                  <a:lnTo>
                    <a:pt x="71084" y="73905"/>
                  </a:lnTo>
                  <a:lnTo>
                    <a:pt x="68901" y="74156"/>
                  </a:lnTo>
                  <a:lnTo>
                    <a:pt x="68326" y="74222"/>
                  </a:lnTo>
                  <a:lnTo>
                    <a:pt x="68126" y="74246"/>
                  </a:lnTo>
                  <a:lnTo>
                    <a:pt x="66153" y="74484"/>
                  </a:lnTo>
                  <a:lnTo>
                    <a:pt x="63926" y="74752"/>
                  </a:lnTo>
                  <a:lnTo>
                    <a:pt x="53828" y="75967"/>
                  </a:lnTo>
                  <a:lnTo>
                    <a:pt x="52654" y="76109"/>
                  </a:lnTo>
                  <a:lnTo>
                    <a:pt x="52350" y="76112"/>
                  </a:lnTo>
                  <a:lnTo>
                    <a:pt x="51603" y="75807"/>
                  </a:lnTo>
                  <a:lnTo>
                    <a:pt x="50181" y="75226"/>
                  </a:lnTo>
                  <a:lnTo>
                    <a:pt x="49929" y="75123"/>
                  </a:lnTo>
                  <a:lnTo>
                    <a:pt x="45606" y="72669"/>
                  </a:lnTo>
                  <a:lnTo>
                    <a:pt x="44869" y="72250"/>
                  </a:lnTo>
                  <a:lnTo>
                    <a:pt x="42388" y="70841"/>
                  </a:lnTo>
                  <a:lnTo>
                    <a:pt x="41284" y="70214"/>
                  </a:lnTo>
                  <a:lnTo>
                    <a:pt x="39955" y="69460"/>
                  </a:lnTo>
                  <a:lnTo>
                    <a:pt x="39366" y="69039"/>
                  </a:lnTo>
                  <a:lnTo>
                    <a:pt x="39081" y="68835"/>
                  </a:lnTo>
                  <a:lnTo>
                    <a:pt x="38812" y="68643"/>
                  </a:lnTo>
                  <a:lnTo>
                    <a:pt x="38174" y="68186"/>
                  </a:lnTo>
                  <a:lnTo>
                    <a:pt x="37607" y="67625"/>
                  </a:lnTo>
                  <a:lnTo>
                    <a:pt x="36509" y="66296"/>
                  </a:lnTo>
                  <a:lnTo>
                    <a:pt x="36215" y="65939"/>
                  </a:lnTo>
                  <a:lnTo>
                    <a:pt x="33340" y="62456"/>
                  </a:lnTo>
                  <a:lnTo>
                    <a:pt x="32900" y="61924"/>
                  </a:lnTo>
                  <a:lnTo>
                    <a:pt x="32380" y="61294"/>
                  </a:lnTo>
                  <a:lnTo>
                    <a:pt x="31591" y="60438"/>
                  </a:lnTo>
                  <a:lnTo>
                    <a:pt x="30950" y="59743"/>
                  </a:lnTo>
                  <a:lnTo>
                    <a:pt x="29633" y="58314"/>
                  </a:lnTo>
                  <a:lnTo>
                    <a:pt x="28981" y="57607"/>
                  </a:lnTo>
                  <a:lnTo>
                    <a:pt x="28643" y="57240"/>
                  </a:lnTo>
                  <a:lnTo>
                    <a:pt x="26944" y="55397"/>
                  </a:lnTo>
                  <a:lnTo>
                    <a:pt x="26609" y="55034"/>
                  </a:lnTo>
                  <a:lnTo>
                    <a:pt x="25523" y="53855"/>
                  </a:lnTo>
                  <a:lnTo>
                    <a:pt x="24748" y="53014"/>
                  </a:lnTo>
                  <a:lnTo>
                    <a:pt x="24358" y="52570"/>
                  </a:lnTo>
                  <a:lnTo>
                    <a:pt x="24087" y="52243"/>
                  </a:lnTo>
                  <a:lnTo>
                    <a:pt x="23914" y="52034"/>
                  </a:lnTo>
                  <a:lnTo>
                    <a:pt x="23231" y="51210"/>
                  </a:lnTo>
                  <a:lnTo>
                    <a:pt x="22777" y="50661"/>
                  </a:lnTo>
                  <a:lnTo>
                    <a:pt x="22581" y="50540"/>
                  </a:lnTo>
                  <a:lnTo>
                    <a:pt x="21905" y="50123"/>
                  </a:lnTo>
                  <a:lnTo>
                    <a:pt x="21585" y="50047"/>
                  </a:lnTo>
                  <a:lnTo>
                    <a:pt x="21046" y="49918"/>
                  </a:lnTo>
                  <a:lnTo>
                    <a:pt x="17879" y="51201"/>
                  </a:lnTo>
                  <a:lnTo>
                    <a:pt x="15390" y="52209"/>
                  </a:lnTo>
                  <a:lnTo>
                    <a:pt x="15239" y="52270"/>
                  </a:lnTo>
                  <a:lnTo>
                    <a:pt x="15106" y="52324"/>
                  </a:lnTo>
                  <a:lnTo>
                    <a:pt x="14952" y="52001"/>
                  </a:lnTo>
                  <a:lnTo>
                    <a:pt x="14648" y="51361"/>
                  </a:lnTo>
                  <a:lnTo>
                    <a:pt x="13755" y="51815"/>
                  </a:lnTo>
                  <a:lnTo>
                    <a:pt x="12680" y="52361"/>
                  </a:lnTo>
                  <a:lnTo>
                    <a:pt x="11702" y="52857"/>
                  </a:lnTo>
                  <a:lnTo>
                    <a:pt x="11175" y="53125"/>
                  </a:lnTo>
                  <a:lnTo>
                    <a:pt x="10347" y="53545"/>
                  </a:lnTo>
                  <a:lnTo>
                    <a:pt x="9608" y="53921"/>
                  </a:lnTo>
                  <a:lnTo>
                    <a:pt x="8724" y="54342"/>
                  </a:lnTo>
                  <a:lnTo>
                    <a:pt x="7881" y="54779"/>
                  </a:lnTo>
                  <a:lnTo>
                    <a:pt x="7623" y="54915"/>
                  </a:lnTo>
                  <a:lnTo>
                    <a:pt x="7268" y="55103"/>
                  </a:lnTo>
                  <a:lnTo>
                    <a:pt x="6338" y="55596"/>
                  </a:lnTo>
                  <a:lnTo>
                    <a:pt x="4255" y="56700"/>
                  </a:lnTo>
                  <a:lnTo>
                    <a:pt x="2931" y="57334"/>
                  </a:lnTo>
                  <a:lnTo>
                    <a:pt x="2685" y="57452"/>
                  </a:lnTo>
                  <a:lnTo>
                    <a:pt x="2418" y="57580"/>
                  </a:lnTo>
                  <a:lnTo>
                    <a:pt x="2272" y="57632"/>
                  </a:lnTo>
                  <a:lnTo>
                    <a:pt x="969" y="54839"/>
                  </a:lnTo>
                  <a:lnTo>
                    <a:pt x="184" y="52043"/>
                  </a:lnTo>
                  <a:lnTo>
                    <a:pt x="0" y="51274"/>
                  </a:lnTo>
                  <a:lnTo>
                    <a:pt x="568" y="51098"/>
                  </a:lnTo>
                  <a:lnTo>
                    <a:pt x="424" y="50601"/>
                  </a:lnTo>
                  <a:lnTo>
                    <a:pt x="1377" y="50309"/>
                  </a:lnTo>
                  <a:lnTo>
                    <a:pt x="1129" y="49392"/>
                  </a:lnTo>
                  <a:lnTo>
                    <a:pt x="1702" y="49222"/>
                  </a:lnTo>
                  <a:lnTo>
                    <a:pt x="2162" y="49085"/>
                  </a:lnTo>
                  <a:lnTo>
                    <a:pt x="2723" y="48919"/>
                  </a:lnTo>
                  <a:lnTo>
                    <a:pt x="2568" y="48389"/>
                  </a:lnTo>
                  <a:lnTo>
                    <a:pt x="4469" y="47878"/>
                  </a:lnTo>
                  <a:lnTo>
                    <a:pt x="3449" y="46878"/>
                  </a:lnTo>
                  <a:lnTo>
                    <a:pt x="3190" y="46454"/>
                  </a:lnTo>
                  <a:lnTo>
                    <a:pt x="2795" y="45811"/>
                  </a:lnTo>
                  <a:lnTo>
                    <a:pt x="2539" y="45020"/>
                  </a:lnTo>
                  <a:lnTo>
                    <a:pt x="2548" y="447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2402436" y="3557690"/>
              <a:ext cx="93064" cy="63950"/>
            </a:xfrm>
            <a:custGeom>
              <a:avLst/>
              <a:pathLst>
                <a:path w="93064" h="63950">
                  <a:moveTo>
                    <a:pt x="9436" y="8635"/>
                  </a:moveTo>
                  <a:lnTo>
                    <a:pt x="10740" y="11429"/>
                  </a:lnTo>
                  <a:lnTo>
                    <a:pt x="10885" y="11376"/>
                  </a:lnTo>
                  <a:lnTo>
                    <a:pt x="11210" y="11221"/>
                  </a:lnTo>
                  <a:lnTo>
                    <a:pt x="11399" y="11130"/>
                  </a:lnTo>
                  <a:lnTo>
                    <a:pt x="12722" y="10496"/>
                  </a:lnTo>
                  <a:lnTo>
                    <a:pt x="14806" y="9393"/>
                  </a:lnTo>
                  <a:lnTo>
                    <a:pt x="15736" y="8900"/>
                  </a:lnTo>
                  <a:lnTo>
                    <a:pt x="16091" y="8712"/>
                  </a:lnTo>
                  <a:lnTo>
                    <a:pt x="16448" y="8523"/>
                  </a:lnTo>
                  <a:lnTo>
                    <a:pt x="17191" y="8138"/>
                  </a:lnTo>
                  <a:lnTo>
                    <a:pt x="18076" y="7717"/>
                  </a:lnTo>
                  <a:lnTo>
                    <a:pt x="18815" y="7342"/>
                  </a:lnTo>
                  <a:lnTo>
                    <a:pt x="19643" y="6921"/>
                  </a:lnTo>
                  <a:lnTo>
                    <a:pt x="20170" y="6654"/>
                  </a:lnTo>
                  <a:lnTo>
                    <a:pt x="21148" y="6157"/>
                  </a:lnTo>
                  <a:lnTo>
                    <a:pt x="22222" y="5611"/>
                  </a:lnTo>
                  <a:lnTo>
                    <a:pt x="23171" y="5274"/>
                  </a:lnTo>
                  <a:lnTo>
                    <a:pt x="23420" y="5798"/>
                  </a:lnTo>
                  <a:lnTo>
                    <a:pt x="23574" y="6120"/>
                  </a:lnTo>
                  <a:lnTo>
                    <a:pt x="23707" y="6066"/>
                  </a:lnTo>
                  <a:lnTo>
                    <a:pt x="23935" y="5974"/>
                  </a:lnTo>
                  <a:lnTo>
                    <a:pt x="26347" y="4997"/>
                  </a:lnTo>
                  <a:lnTo>
                    <a:pt x="29514" y="3715"/>
                  </a:lnTo>
                  <a:lnTo>
                    <a:pt x="30053" y="3843"/>
                  </a:lnTo>
                  <a:lnTo>
                    <a:pt x="30373" y="3920"/>
                  </a:lnTo>
                  <a:lnTo>
                    <a:pt x="31048" y="4337"/>
                  </a:lnTo>
                  <a:lnTo>
                    <a:pt x="31333" y="4565"/>
                  </a:lnTo>
                  <a:lnTo>
                    <a:pt x="31699" y="5006"/>
                  </a:lnTo>
                  <a:lnTo>
                    <a:pt x="32382" y="5831"/>
                  </a:lnTo>
                  <a:lnTo>
                    <a:pt x="32555" y="6040"/>
                  </a:lnTo>
                  <a:lnTo>
                    <a:pt x="32998" y="6575"/>
                  </a:lnTo>
                  <a:lnTo>
                    <a:pt x="33215" y="6811"/>
                  </a:lnTo>
                  <a:lnTo>
                    <a:pt x="33990" y="7652"/>
                  </a:lnTo>
                  <a:lnTo>
                    <a:pt x="35077" y="8830"/>
                  </a:lnTo>
                  <a:lnTo>
                    <a:pt x="35412" y="9194"/>
                  </a:lnTo>
                  <a:lnTo>
                    <a:pt x="37111" y="11036"/>
                  </a:lnTo>
                  <a:lnTo>
                    <a:pt x="37449" y="11403"/>
                  </a:lnTo>
                  <a:lnTo>
                    <a:pt x="38101" y="12111"/>
                  </a:lnTo>
                  <a:lnTo>
                    <a:pt x="39418" y="13539"/>
                  </a:lnTo>
                  <a:lnTo>
                    <a:pt x="40059" y="14235"/>
                  </a:lnTo>
                  <a:lnTo>
                    <a:pt x="40848" y="15091"/>
                  </a:lnTo>
                  <a:lnTo>
                    <a:pt x="41368" y="15720"/>
                  </a:lnTo>
                  <a:lnTo>
                    <a:pt x="41807" y="16253"/>
                  </a:lnTo>
                  <a:lnTo>
                    <a:pt x="44682" y="19735"/>
                  </a:lnTo>
                  <a:lnTo>
                    <a:pt x="44977" y="20092"/>
                  </a:lnTo>
                  <a:lnTo>
                    <a:pt x="46074" y="21421"/>
                  </a:lnTo>
                  <a:lnTo>
                    <a:pt x="46642" y="21983"/>
                  </a:lnTo>
                  <a:lnTo>
                    <a:pt x="47280" y="22439"/>
                  </a:lnTo>
                  <a:lnTo>
                    <a:pt x="47632" y="22691"/>
                  </a:lnTo>
                  <a:lnTo>
                    <a:pt x="47834" y="22835"/>
                  </a:lnTo>
                  <a:lnTo>
                    <a:pt x="48423" y="23256"/>
                  </a:lnTo>
                  <a:lnTo>
                    <a:pt x="49751" y="24011"/>
                  </a:lnTo>
                  <a:lnTo>
                    <a:pt x="50855" y="24638"/>
                  </a:lnTo>
                  <a:lnTo>
                    <a:pt x="53336" y="26046"/>
                  </a:lnTo>
                  <a:lnTo>
                    <a:pt x="54074" y="26465"/>
                  </a:lnTo>
                  <a:lnTo>
                    <a:pt x="58440" y="28937"/>
                  </a:lnTo>
                  <a:lnTo>
                    <a:pt x="58649" y="29022"/>
                  </a:lnTo>
                  <a:lnTo>
                    <a:pt x="60071" y="29603"/>
                  </a:lnTo>
                  <a:lnTo>
                    <a:pt x="60910" y="29908"/>
                  </a:lnTo>
                  <a:lnTo>
                    <a:pt x="61122" y="29905"/>
                  </a:lnTo>
                  <a:lnTo>
                    <a:pt x="62295" y="29764"/>
                  </a:lnTo>
                  <a:lnTo>
                    <a:pt x="72394" y="28548"/>
                  </a:lnTo>
                  <a:lnTo>
                    <a:pt x="74620" y="28280"/>
                  </a:lnTo>
                  <a:lnTo>
                    <a:pt x="76593" y="28043"/>
                  </a:lnTo>
                  <a:lnTo>
                    <a:pt x="76794" y="28019"/>
                  </a:lnTo>
                  <a:lnTo>
                    <a:pt x="77369" y="27952"/>
                  </a:lnTo>
                  <a:lnTo>
                    <a:pt x="79651" y="27690"/>
                  </a:lnTo>
                  <a:lnTo>
                    <a:pt x="84350" y="27149"/>
                  </a:lnTo>
                  <a:lnTo>
                    <a:pt x="84616" y="27118"/>
                  </a:lnTo>
                  <a:lnTo>
                    <a:pt x="85596" y="27006"/>
                  </a:lnTo>
                  <a:lnTo>
                    <a:pt x="89475" y="26559"/>
                  </a:lnTo>
                  <a:lnTo>
                    <a:pt x="89712" y="26532"/>
                  </a:lnTo>
                  <a:lnTo>
                    <a:pt x="90170" y="26426"/>
                  </a:lnTo>
                  <a:lnTo>
                    <a:pt x="92007" y="26004"/>
                  </a:lnTo>
                  <a:lnTo>
                    <a:pt x="92382" y="25917"/>
                  </a:lnTo>
                  <a:lnTo>
                    <a:pt x="92403" y="26454"/>
                  </a:lnTo>
                  <a:lnTo>
                    <a:pt x="92078" y="26986"/>
                  </a:lnTo>
                  <a:lnTo>
                    <a:pt x="91754" y="27517"/>
                  </a:lnTo>
                  <a:lnTo>
                    <a:pt x="92228" y="32213"/>
                  </a:lnTo>
                  <a:lnTo>
                    <a:pt x="93064" y="39820"/>
                  </a:lnTo>
                  <a:lnTo>
                    <a:pt x="91790" y="39949"/>
                  </a:lnTo>
                  <a:lnTo>
                    <a:pt x="91083" y="40021"/>
                  </a:lnTo>
                  <a:lnTo>
                    <a:pt x="90926" y="40037"/>
                  </a:lnTo>
                  <a:lnTo>
                    <a:pt x="90396" y="40965"/>
                  </a:lnTo>
                  <a:lnTo>
                    <a:pt x="89509" y="42522"/>
                  </a:lnTo>
                  <a:lnTo>
                    <a:pt x="88990" y="43431"/>
                  </a:lnTo>
                  <a:lnTo>
                    <a:pt x="88573" y="43261"/>
                  </a:lnTo>
                  <a:lnTo>
                    <a:pt x="87897" y="44311"/>
                  </a:lnTo>
                  <a:lnTo>
                    <a:pt x="84061" y="50268"/>
                  </a:lnTo>
                  <a:lnTo>
                    <a:pt x="81089" y="54821"/>
                  </a:lnTo>
                  <a:lnTo>
                    <a:pt x="79806" y="53962"/>
                  </a:lnTo>
                  <a:lnTo>
                    <a:pt x="73490" y="49733"/>
                  </a:lnTo>
                  <a:lnTo>
                    <a:pt x="72846" y="49734"/>
                  </a:lnTo>
                  <a:lnTo>
                    <a:pt x="68316" y="50221"/>
                  </a:lnTo>
                  <a:lnTo>
                    <a:pt x="65877" y="50483"/>
                  </a:lnTo>
                  <a:lnTo>
                    <a:pt x="64496" y="50631"/>
                  </a:lnTo>
                  <a:lnTo>
                    <a:pt x="60646" y="51191"/>
                  </a:lnTo>
                  <a:lnTo>
                    <a:pt x="60599" y="51831"/>
                  </a:lnTo>
                  <a:lnTo>
                    <a:pt x="57564" y="52249"/>
                  </a:lnTo>
                  <a:lnTo>
                    <a:pt x="56988" y="52428"/>
                  </a:lnTo>
                  <a:lnTo>
                    <a:pt x="57114" y="53124"/>
                  </a:lnTo>
                  <a:lnTo>
                    <a:pt x="57338" y="53050"/>
                  </a:lnTo>
                  <a:lnTo>
                    <a:pt x="57701" y="53179"/>
                  </a:lnTo>
                  <a:lnTo>
                    <a:pt x="58141" y="53316"/>
                  </a:lnTo>
                  <a:lnTo>
                    <a:pt x="59377" y="53701"/>
                  </a:lnTo>
                  <a:lnTo>
                    <a:pt x="59375" y="53855"/>
                  </a:lnTo>
                  <a:lnTo>
                    <a:pt x="59120" y="54141"/>
                  </a:lnTo>
                  <a:lnTo>
                    <a:pt x="57969" y="55432"/>
                  </a:lnTo>
                  <a:lnTo>
                    <a:pt x="57954" y="55610"/>
                  </a:lnTo>
                  <a:lnTo>
                    <a:pt x="57954" y="55840"/>
                  </a:lnTo>
                  <a:lnTo>
                    <a:pt x="57954" y="56154"/>
                  </a:lnTo>
                  <a:lnTo>
                    <a:pt x="57839" y="57011"/>
                  </a:lnTo>
                  <a:lnTo>
                    <a:pt x="57742" y="57738"/>
                  </a:lnTo>
                  <a:lnTo>
                    <a:pt x="55243" y="57775"/>
                  </a:lnTo>
                  <a:lnTo>
                    <a:pt x="54541" y="58101"/>
                  </a:lnTo>
                  <a:lnTo>
                    <a:pt x="54340" y="58376"/>
                  </a:lnTo>
                  <a:lnTo>
                    <a:pt x="54066" y="58754"/>
                  </a:lnTo>
                  <a:lnTo>
                    <a:pt x="53290" y="60246"/>
                  </a:lnTo>
                  <a:lnTo>
                    <a:pt x="53153" y="60509"/>
                  </a:lnTo>
                  <a:lnTo>
                    <a:pt x="53420" y="63950"/>
                  </a:lnTo>
                  <a:lnTo>
                    <a:pt x="52353" y="63651"/>
                  </a:lnTo>
                  <a:lnTo>
                    <a:pt x="51361" y="62882"/>
                  </a:lnTo>
                  <a:lnTo>
                    <a:pt x="50296" y="62056"/>
                  </a:lnTo>
                  <a:lnTo>
                    <a:pt x="49936" y="61859"/>
                  </a:lnTo>
                  <a:lnTo>
                    <a:pt x="48040" y="60804"/>
                  </a:lnTo>
                  <a:lnTo>
                    <a:pt x="45593" y="59442"/>
                  </a:lnTo>
                  <a:lnTo>
                    <a:pt x="43835" y="60804"/>
                  </a:lnTo>
                  <a:lnTo>
                    <a:pt x="41111" y="55357"/>
                  </a:lnTo>
                  <a:lnTo>
                    <a:pt x="37159" y="49109"/>
                  </a:lnTo>
                  <a:lnTo>
                    <a:pt x="35237" y="45264"/>
                  </a:lnTo>
                  <a:lnTo>
                    <a:pt x="33635" y="41526"/>
                  </a:lnTo>
                  <a:lnTo>
                    <a:pt x="31232" y="39283"/>
                  </a:lnTo>
                  <a:lnTo>
                    <a:pt x="27974" y="38535"/>
                  </a:lnTo>
                  <a:lnTo>
                    <a:pt x="26051" y="37894"/>
                  </a:lnTo>
                  <a:lnTo>
                    <a:pt x="25090" y="35117"/>
                  </a:lnTo>
                  <a:lnTo>
                    <a:pt x="22847" y="33141"/>
                  </a:lnTo>
                  <a:lnTo>
                    <a:pt x="20391" y="30578"/>
                  </a:lnTo>
                  <a:lnTo>
                    <a:pt x="18361" y="27107"/>
                  </a:lnTo>
                  <a:lnTo>
                    <a:pt x="16706" y="24063"/>
                  </a:lnTo>
                  <a:lnTo>
                    <a:pt x="15477" y="22033"/>
                  </a:lnTo>
                  <a:lnTo>
                    <a:pt x="12807" y="19363"/>
                  </a:lnTo>
                  <a:lnTo>
                    <a:pt x="9817" y="17227"/>
                  </a:lnTo>
                  <a:lnTo>
                    <a:pt x="7467" y="14877"/>
                  </a:lnTo>
                  <a:lnTo>
                    <a:pt x="6986" y="12848"/>
                  </a:lnTo>
                  <a:lnTo>
                    <a:pt x="6612" y="11139"/>
                  </a:lnTo>
                  <a:lnTo>
                    <a:pt x="4049" y="9644"/>
                  </a:lnTo>
                  <a:lnTo>
                    <a:pt x="1860" y="9323"/>
                  </a:lnTo>
                  <a:lnTo>
                    <a:pt x="0" y="9461"/>
                  </a:lnTo>
                  <a:lnTo>
                    <a:pt x="6540" y="2624"/>
                  </a:lnTo>
                  <a:lnTo>
                    <a:pt x="6343" y="0"/>
                  </a:lnTo>
                  <a:lnTo>
                    <a:pt x="10015" y="480"/>
                  </a:lnTo>
                  <a:lnTo>
                    <a:pt x="11917" y="674"/>
                  </a:lnTo>
                  <a:lnTo>
                    <a:pt x="12937" y="1674"/>
                  </a:lnTo>
                  <a:lnTo>
                    <a:pt x="11036" y="2186"/>
                  </a:lnTo>
                  <a:lnTo>
                    <a:pt x="11191" y="2715"/>
                  </a:lnTo>
                  <a:lnTo>
                    <a:pt x="10630" y="2882"/>
                  </a:lnTo>
                  <a:lnTo>
                    <a:pt x="10169" y="3018"/>
                  </a:lnTo>
                  <a:lnTo>
                    <a:pt x="9597" y="3188"/>
                  </a:lnTo>
                  <a:lnTo>
                    <a:pt x="9844" y="4105"/>
                  </a:lnTo>
                  <a:lnTo>
                    <a:pt x="8892" y="4398"/>
                  </a:lnTo>
                  <a:lnTo>
                    <a:pt x="9036" y="4894"/>
                  </a:lnTo>
                  <a:lnTo>
                    <a:pt x="8467" y="5070"/>
                  </a:lnTo>
                  <a:lnTo>
                    <a:pt x="8651" y="58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2446272" y="3597515"/>
              <a:ext cx="77687" cy="61092"/>
            </a:xfrm>
            <a:custGeom>
              <a:avLst/>
              <a:pathLst>
                <a:path w="77687" h="61092">
                  <a:moveTo>
                    <a:pt x="74715" y="21849"/>
                  </a:moveTo>
                  <a:lnTo>
                    <a:pt x="71497" y="24315"/>
                  </a:lnTo>
                  <a:lnTo>
                    <a:pt x="68194" y="26845"/>
                  </a:lnTo>
                  <a:lnTo>
                    <a:pt x="66923" y="27819"/>
                  </a:lnTo>
                  <a:lnTo>
                    <a:pt x="65658" y="28789"/>
                  </a:lnTo>
                  <a:lnTo>
                    <a:pt x="64582" y="29960"/>
                  </a:lnTo>
                  <a:lnTo>
                    <a:pt x="64294" y="30274"/>
                  </a:lnTo>
                  <a:lnTo>
                    <a:pt x="63570" y="31063"/>
                  </a:lnTo>
                  <a:lnTo>
                    <a:pt x="63424" y="32869"/>
                  </a:lnTo>
                  <a:lnTo>
                    <a:pt x="64377" y="35693"/>
                  </a:lnTo>
                  <a:lnTo>
                    <a:pt x="65066" y="36274"/>
                  </a:lnTo>
                  <a:lnTo>
                    <a:pt x="64407" y="37870"/>
                  </a:lnTo>
                  <a:lnTo>
                    <a:pt x="66791" y="39264"/>
                  </a:lnTo>
                  <a:lnTo>
                    <a:pt x="67800" y="40051"/>
                  </a:lnTo>
                  <a:lnTo>
                    <a:pt x="69303" y="41521"/>
                  </a:lnTo>
                  <a:lnTo>
                    <a:pt x="69517" y="41904"/>
                  </a:lnTo>
                  <a:lnTo>
                    <a:pt x="69377" y="42430"/>
                  </a:lnTo>
                  <a:lnTo>
                    <a:pt x="68933" y="42756"/>
                  </a:lnTo>
                  <a:lnTo>
                    <a:pt x="68233" y="42907"/>
                  </a:lnTo>
                  <a:lnTo>
                    <a:pt x="67158" y="43427"/>
                  </a:lnTo>
                  <a:lnTo>
                    <a:pt x="63549" y="46179"/>
                  </a:lnTo>
                  <a:lnTo>
                    <a:pt x="62804" y="46748"/>
                  </a:lnTo>
                  <a:lnTo>
                    <a:pt x="59646" y="51483"/>
                  </a:lnTo>
                  <a:lnTo>
                    <a:pt x="58255" y="52951"/>
                  </a:lnTo>
                  <a:lnTo>
                    <a:pt x="55601" y="54944"/>
                  </a:lnTo>
                  <a:lnTo>
                    <a:pt x="54706" y="54267"/>
                  </a:lnTo>
                  <a:lnTo>
                    <a:pt x="53523" y="53386"/>
                  </a:lnTo>
                  <a:lnTo>
                    <a:pt x="53167" y="53131"/>
                  </a:lnTo>
                  <a:lnTo>
                    <a:pt x="52172" y="52406"/>
                  </a:lnTo>
                  <a:lnTo>
                    <a:pt x="51520" y="51466"/>
                  </a:lnTo>
                  <a:lnTo>
                    <a:pt x="51500" y="49924"/>
                  </a:lnTo>
                  <a:lnTo>
                    <a:pt x="50138" y="47681"/>
                  </a:lnTo>
                  <a:lnTo>
                    <a:pt x="44210" y="44317"/>
                  </a:lnTo>
                  <a:lnTo>
                    <a:pt x="42688" y="43276"/>
                  </a:lnTo>
                  <a:lnTo>
                    <a:pt x="41567" y="43276"/>
                  </a:lnTo>
                  <a:lnTo>
                    <a:pt x="40125" y="44077"/>
                  </a:lnTo>
                  <a:lnTo>
                    <a:pt x="37001" y="45759"/>
                  </a:lnTo>
                  <a:lnTo>
                    <a:pt x="33556" y="46480"/>
                  </a:lnTo>
                  <a:lnTo>
                    <a:pt x="31233" y="46960"/>
                  </a:lnTo>
                  <a:lnTo>
                    <a:pt x="29551" y="48402"/>
                  </a:lnTo>
                  <a:lnTo>
                    <a:pt x="27388" y="50085"/>
                  </a:lnTo>
                  <a:lnTo>
                    <a:pt x="24745" y="51526"/>
                  </a:lnTo>
                  <a:lnTo>
                    <a:pt x="23543" y="52648"/>
                  </a:lnTo>
                  <a:lnTo>
                    <a:pt x="20259" y="54410"/>
                  </a:lnTo>
                  <a:lnTo>
                    <a:pt x="19057" y="56092"/>
                  </a:lnTo>
                  <a:lnTo>
                    <a:pt x="17776" y="57054"/>
                  </a:lnTo>
                  <a:lnTo>
                    <a:pt x="17375" y="58015"/>
                  </a:lnTo>
                  <a:lnTo>
                    <a:pt x="16894" y="58976"/>
                  </a:lnTo>
                  <a:lnTo>
                    <a:pt x="15853" y="59777"/>
                  </a:lnTo>
                  <a:lnTo>
                    <a:pt x="15478" y="60531"/>
                  </a:lnTo>
                  <a:lnTo>
                    <a:pt x="12594" y="61092"/>
                  </a:lnTo>
                  <a:lnTo>
                    <a:pt x="10897" y="60989"/>
                  </a:lnTo>
                  <a:lnTo>
                    <a:pt x="12099" y="58052"/>
                  </a:lnTo>
                  <a:lnTo>
                    <a:pt x="12633" y="54714"/>
                  </a:lnTo>
                  <a:lnTo>
                    <a:pt x="12099" y="48706"/>
                  </a:lnTo>
                  <a:lnTo>
                    <a:pt x="11698" y="43900"/>
                  </a:lnTo>
                  <a:lnTo>
                    <a:pt x="9295" y="39627"/>
                  </a:lnTo>
                  <a:lnTo>
                    <a:pt x="7026" y="35088"/>
                  </a:lnTo>
                  <a:lnTo>
                    <a:pt x="3154" y="30415"/>
                  </a:lnTo>
                  <a:lnTo>
                    <a:pt x="884" y="25342"/>
                  </a:lnTo>
                  <a:lnTo>
                    <a:pt x="0" y="20979"/>
                  </a:lnTo>
                  <a:lnTo>
                    <a:pt x="1757" y="19618"/>
                  </a:lnTo>
                  <a:lnTo>
                    <a:pt x="4204" y="20979"/>
                  </a:lnTo>
                  <a:lnTo>
                    <a:pt x="6100" y="22034"/>
                  </a:lnTo>
                  <a:lnTo>
                    <a:pt x="6460" y="22231"/>
                  </a:lnTo>
                  <a:lnTo>
                    <a:pt x="7526" y="23058"/>
                  </a:lnTo>
                  <a:lnTo>
                    <a:pt x="8517" y="23827"/>
                  </a:lnTo>
                  <a:lnTo>
                    <a:pt x="9584" y="24126"/>
                  </a:lnTo>
                  <a:lnTo>
                    <a:pt x="9317" y="20684"/>
                  </a:lnTo>
                  <a:lnTo>
                    <a:pt x="9454" y="20421"/>
                  </a:lnTo>
                  <a:lnTo>
                    <a:pt x="10231" y="18930"/>
                  </a:lnTo>
                  <a:lnTo>
                    <a:pt x="10523" y="18527"/>
                  </a:lnTo>
                  <a:lnTo>
                    <a:pt x="10705" y="18276"/>
                  </a:lnTo>
                  <a:lnTo>
                    <a:pt x="11407" y="17950"/>
                  </a:lnTo>
                  <a:lnTo>
                    <a:pt x="13907" y="17913"/>
                  </a:lnTo>
                  <a:lnTo>
                    <a:pt x="14004" y="17186"/>
                  </a:lnTo>
                  <a:lnTo>
                    <a:pt x="14118" y="16248"/>
                  </a:lnTo>
                  <a:lnTo>
                    <a:pt x="14118" y="16015"/>
                  </a:lnTo>
                  <a:lnTo>
                    <a:pt x="14118" y="15785"/>
                  </a:lnTo>
                  <a:lnTo>
                    <a:pt x="14133" y="15608"/>
                  </a:lnTo>
                  <a:lnTo>
                    <a:pt x="15284" y="14316"/>
                  </a:lnTo>
                  <a:lnTo>
                    <a:pt x="15555" y="14013"/>
                  </a:lnTo>
                  <a:lnTo>
                    <a:pt x="15541" y="13876"/>
                  </a:lnTo>
                  <a:lnTo>
                    <a:pt x="14306" y="13492"/>
                  </a:lnTo>
                  <a:lnTo>
                    <a:pt x="13865" y="13354"/>
                  </a:lnTo>
                  <a:lnTo>
                    <a:pt x="13502" y="13226"/>
                  </a:lnTo>
                  <a:lnTo>
                    <a:pt x="13277" y="13294"/>
                  </a:lnTo>
                  <a:lnTo>
                    <a:pt x="13135" y="12507"/>
                  </a:lnTo>
                  <a:lnTo>
                    <a:pt x="13729" y="12425"/>
                  </a:lnTo>
                  <a:lnTo>
                    <a:pt x="16763" y="12007"/>
                  </a:lnTo>
                  <a:lnTo>
                    <a:pt x="16817" y="11266"/>
                  </a:lnTo>
                  <a:lnTo>
                    <a:pt x="20660" y="10807"/>
                  </a:lnTo>
                  <a:lnTo>
                    <a:pt x="22041" y="10658"/>
                  </a:lnTo>
                  <a:lnTo>
                    <a:pt x="24481" y="10396"/>
                  </a:lnTo>
                  <a:lnTo>
                    <a:pt x="29334" y="9902"/>
                  </a:lnTo>
                  <a:lnTo>
                    <a:pt x="29655" y="9908"/>
                  </a:lnTo>
                  <a:lnTo>
                    <a:pt x="35970" y="14137"/>
                  </a:lnTo>
                  <a:lnTo>
                    <a:pt x="37253" y="14996"/>
                  </a:lnTo>
                  <a:lnTo>
                    <a:pt x="40226" y="10441"/>
                  </a:lnTo>
                  <a:lnTo>
                    <a:pt x="44061" y="4486"/>
                  </a:lnTo>
                  <a:lnTo>
                    <a:pt x="44856" y="3485"/>
                  </a:lnTo>
                  <a:lnTo>
                    <a:pt x="45154" y="3607"/>
                  </a:lnTo>
                  <a:lnTo>
                    <a:pt x="45673" y="2697"/>
                  </a:lnTo>
                  <a:lnTo>
                    <a:pt x="46560" y="1141"/>
                  </a:lnTo>
                  <a:lnTo>
                    <a:pt x="47090" y="212"/>
                  </a:lnTo>
                  <a:lnTo>
                    <a:pt x="47247" y="196"/>
                  </a:lnTo>
                  <a:lnTo>
                    <a:pt x="47954" y="124"/>
                  </a:lnTo>
                  <a:lnTo>
                    <a:pt x="49233" y="0"/>
                  </a:lnTo>
                  <a:lnTo>
                    <a:pt x="50905" y="1510"/>
                  </a:lnTo>
                  <a:lnTo>
                    <a:pt x="56876" y="4461"/>
                  </a:lnTo>
                  <a:lnTo>
                    <a:pt x="61649" y="6949"/>
                  </a:lnTo>
                  <a:lnTo>
                    <a:pt x="61807" y="7055"/>
                  </a:lnTo>
                  <a:lnTo>
                    <a:pt x="64412" y="8799"/>
                  </a:lnTo>
                  <a:lnTo>
                    <a:pt x="66863" y="10239"/>
                  </a:lnTo>
                  <a:lnTo>
                    <a:pt x="69165" y="11017"/>
                  </a:lnTo>
                  <a:lnTo>
                    <a:pt x="73478" y="12475"/>
                  </a:lnTo>
                  <a:lnTo>
                    <a:pt x="76281" y="14087"/>
                  </a:lnTo>
                  <a:lnTo>
                    <a:pt x="77687" y="14436"/>
                  </a:lnTo>
                  <a:lnTo>
                    <a:pt x="77392" y="17728"/>
                  </a:lnTo>
                  <a:lnTo>
                    <a:pt x="77058" y="18729"/>
                  </a:lnTo>
                  <a:lnTo>
                    <a:pt x="75986" y="210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2461750" y="3568127"/>
              <a:ext cx="84474" cy="110175"/>
            </a:xfrm>
            <a:custGeom>
              <a:avLst/>
              <a:pathLst>
                <a:path w="84474" h="110175">
                  <a:moveTo>
                    <a:pt x="56855" y="82441"/>
                  </a:moveTo>
                  <a:lnTo>
                    <a:pt x="54398" y="91881"/>
                  </a:lnTo>
                  <a:lnTo>
                    <a:pt x="53584" y="95494"/>
                  </a:lnTo>
                  <a:lnTo>
                    <a:pt x="53500" y="95866"/>
                  </a:lnTo>
                  <a:lnTo>
                    <a:pt x="52557" y="99802"/>
                  </a:lnTo>
                  <a:lnTo>
                    <a:pt x="51883" y="102934"/>
                  </a:lnTo>
                  <a:lnTo>
                    <a:pt x="51345" y="105049"/>
                  </a:lnTo>
                  <a:lnTo>
                    <a:pt x="51223" y="105369"/>
                  </a:lnTo>
                  <a:lnTo>
                    <a:pt x="50710" y="106363"/>
                  </a:lnTo>
                  <a:lnTo>
                    <a:pt x="50204" y="107106"/>
                  </a:lnTo>
                  <a:lnTo>
                    <a:pt x="49416" y="107907"/>
                  </a:lnTo>
                  <a:lnTo>
                    <a:pt x="48391" y="108734"/>
                  </a:lnTo>
                  <a:lnTo>
                    <a:pt x="47956" y="108956"/>
                  </a:lnTo>
                  <a:lnTo>
                    <a:pt x="47407" y="108722"/>
                  </a:lnTo>
                  <a:lnTo>
                    <a:pt x="43303" y="110175"/>
                  </a:lnTo>
                  <a:lnTo>
                    <a:pt x="42431" y="108763"/>
                  </a:lnTo>
                  <a:lnTo>
                    <a:pt x="42395" y="107410"/>
                  </a:lnTo>
                  <a:lnTo>
                    <a:pt x="43496" y="107086"/>
                  </a:lnTo>
                  <a:lnTo>
                    <a:pt x="43435" y="106668"/>
                  </a:lnTo>
                  <a:lnTo>
                    <a:pt x="43147" y="104706"/>
                  </a:lnTo>
                  <a:lnTo>
                    <a:pt x="43120" y="104518"/>
                  </a:lnTo>
                  <a:lnTo>
                    <a:pt x="42572" y="104506"/>
                  </a:lnTo>
                  <a:lnTo>
                    <a:pt x="39603" y="103278"/>
                  </a:lnTo>
                  <a:lnTo>
                    <a:pt x="39325" y="103929"/>
                  </a:lnTo>
                  <a:lnTo>
                    <a:pt x="39129" y="103830"/>
                  </a:lnTo>
                  <a:lnTo>
                    <a:pt x="37357" y="103132"/>
                  </a:lnTo>
                  <a:lnTo>
                    <a:pt x="37146" y="103064"/>
                  </a:lnTo>
                  <a:lnTo>
                    <a:pt x="36976" y="103315"/>
                  </a:lnTo>
                  <a:lnTo>
                    <a:pt x="36366" y="104218"/>
                  </a:lnTo>
                  <a:lnTo>
                    <a:pt x="36152" y="104112"/>
                  </a:lnTo>
                  <a:lnTo>
                    <a:pt x="35672" y="103877"/>
                  </a:lnTo>
                  <a:lnTo>
                    <a:pt x="31592" y="101878"/>
                  </a:lnTo>
                  <a:lnTo>
                    <a:pt x="31559" y="101650"/>
                  </a:lnTo>
                  <a:lnTo>
                    <a:pt x="28898" y="101742"/>
                  </a:lnTo>
                  <a:lnTo>
                    <a:pt x="25553" y="100814"/>
                  </a:lnTo>
                  <a:lnTo>
                    <a:pt x="23550" y="99933"/>
                  </a:lnTo>
                  <a:lnTo>
                    <a:pt x="21388" y="97369"/>
                  </a:lnTo>
                  <a:lnTo>
                    <a:pt x="17863" y="95928"/>
                  </a:lnTo>
                  <a:lnTo>
                    <a:pt x="14819" y="95367"/>
                  </a:lnTo>
                  <a:lnTo>
                    <a:pt x="9612" y="95046"/>
                  </a:lnTo>
                  <a:lnTo>
                    <a:pt x="5927" y="92884"/>
                  </a:lnTo>
                  <a:lnTo>
                    <a:pt x="1201" y="90561"/>
                  </a:lnTo>
                  <a:lnTo>
                    <a:pt x="0" y="89920"/>
                  </a:lnTo>
                  <a:lnTo>
                    <a:pt x="375" y="89166"/>
                  </a:lnTo>
                  <a:lnTo>
                    <a:pt x="1416" y="88365"/>
                  </a:lnTo>
                  <a:lnTo>
                    <a:pt x="1897" y="87403"/>
                  </a:lnTo>
                  <a:lnTo>
                    <a:pt x="2297" y="86442"/>
                  </a:lnTo>
                  <a:lnTo>
                    <a:pt x="3579" y="85481"/>
                  </a:lnTo>
                  <a:lnTo>
                    <a:pt x="4781" y="83799"/>
                  </a:lnTo>
                  <a:lnTo>
                    <a:pt x="8065" y="82036"/>
                  </a:lnTo>
                  <a:lnTo>
                    <a:pt x="9266" y="80915"/>
                  </a:lnTo>
                  <a:lnTo>
                    <a:pt x="11910" y="79473"/>
                  </a:lnTo>
                  <a:lnTo>
                    <a:pt x="14073" y="77791"/>
                  </a:lnTo>
                  <a:lnTo>
                    <a:pt x="15755" y="76349"/>
                  </a:lnTo>
                  <a:lnTo>
                    <a:pt x="18078" y="75868"/>
                  </a:lnTo>
                  <a:lnTo>
                    <a:pt x="21523" y="75147"/>
                  </a:lnTo>
                  <a:lnTo>
                    <a:pt x="24647" y="73465"/>
                  </a:lnTo>
                  <a:lnTo>
                    <a:pt x="26089" y="72664"/>
                  </a:lnTo>
                  <a:lnTo>
                    <a:pt x="27210" y="72664"/>
                  </a:lnTo>
                  <a:lnTo>
                    <a:pt x="28732" y="73705"/>
                  </a:lnTo>
                  <a:lnTo>
                    <a:pt x="34660" y="77070"/>
                  </a:lnTo>
                  <a:lnTo>
                    <a:pt x="36022" y="79313"/>
                  </a:lnTo>
                  <a:lnTo>
                    <a:pt x="36042" y="80854"/>
                  </a:lnTo>
                  <a:lnTo>
                    <a:pt x="36693" y="81794"/>
                  </a:lnTo>
                  <a:lnTo>
                    <a:pt x="37804" y="82594"/>
                  </a:lnTo>
                  <a:lnTo>
                    <a:pt x="38045" y="82774"/>
                  </a:lnTo>
                  <a:lnTo>
                    <a:pt x="39228" y="83655"/>
                  </a:lnTo>
                  <a:lnTo>
                    <a:pt x="40123" y="84332"/>
                  </a:lnTo>
                  <a:lnTo>
                    <a:pt x="42777" y="82339"/>
                  </a:lnTo>
                  <a:lnTo>
                    <a:pt x="44168" y="80872"/>
                  </a:lnTo>
                  <a:lnTo>
                    <a:pt x="47379" y="76096"/>
                  </a:lnTo>
                  <a:lnTo>
                    <a:pt x="48071" y="75568"/>
                  </a:lnTo>
                  <a:lnTo>
                    <a:pt x="51680" y="72815"/>
                  </a:lnTo>
                  <a:lnTo>
                    <a:pt x="52755" y="72295"/>
                  </a:lnTo>
                  <a:lnTo>
                    <a:pt x="53455" y="72144"/>
                  </a:lnTo>
                  <a:lnTo>
                    <a:pt x="53899" y="71819"/>
                  </a:lnTo>
                  <a:lnTo>
                    <a:pt x="54039" y="71293"/>
                  </a:lnTo>
                  <a:lnTo>
                    <a:pt x="53825" y="70909"/>
                  </a:lnTo>
                  <a:lnTo>
                    <a:pt x="52321" y="69439"/>
                  </a:lnTo>
                  <a:lnTo>
                    <a:pt x="51311" y="68651"/>
                  </a:lnTo>
                  <a:lnTo>
                    <a:pt x="48929" y="67258"/>
                  </a:lnTo>
                  <a:lnTo>
                    <a:pt x="49588" y="65662"/>
                  </a:lnTo>
                  <a:lnTo>
                    <a:pt x="48898" y="65082"/>
                  </a:lnTo>
                  <a:lnTo>
                    <a:pt x="47946" y="62257"/>
                  </a:lnTo>
                  <a:lnTo>
                    <a:pt x="48092" y="60451"/>
                  </a:lnTo>
                  <a:lnTo>
                    <a:pt x="48816" y="59662"/>
                  </a:lnTo>
                  <a:lnTo>
                    <a:pt x="49104" y="59348"/>
                  </a:lnTo>
                  <a:lnTo>
                    <a:pt x="50180" y="58177"/>
                  </a:lnTo>
                  <a:lnTo>
                    <a:pt x="51445" y="57208"/>
                  </a:lnTo>
                  <a:lnTo>
                    <a:pt x="52716" y="56234"/>
                  </a:lnTo>
                  <a:lnTo>
                    <a:pt x="56019" y="53703"/>
                  </a:lnTo>
                  <a:lnTo>
                    <a:pt x="59237" y="51238"/>
                  </a:lnTo>
                  <a:lnTo>
                    <a:pt x="60508" y="50430"/>
                  </a:lnTo>
                  <a:lnTo>
                    <a:pt x="61580" y="48117"/>
                  </a:lnTo>
                  <a:lnTo>
                    <a:pt x="61914" y="47116"/>
                  </a:lnTo>
                  <a:lnTo>
                    <a:pt x="62209" y="43825"/>
                  </a:lnTo>
                  <a:lnTo>
                    <a:pt x="60802" y="43475"/>
                  </a:lnTo>
                  <a:lnTo>
                    <a:pt x="58000" y="41863"/>
                  </a:lnTo>
                  <a:lnTo>
                    <a:pt x="53687" y="40406"/>
                  </a:lnTo>
                  <a:lnTo>
                    <a:pt x="51384" y="39628"/>
                  </a:lnTo>
                  <a:lnTo>
                    <a:pt x="48934" y="38187"/>
                  </a:lnTo>
                  <a:lnTo>
                    <a:pt x="46329" y="36443"/>
                  </a:lnTo>
                  <a:lnTo>
                    <a:pt x="46171" y="36337"/>
                  </a:lnTo>
                  <a:lnTo>
                    <a:pt x="41398" y="33850"/>
                  </a:lnTo>
                  <a:lnTo>
                    <a:pt x="35427" y="30899"/>
                  </a:lnTo>
                  <a:lnTo>
                    <a:pt x="33750" y="29384"/>
                  </a:lnTo>
                  <a:lnTo>
                    <a:pt x="32914" y="21776"/>
                  </a:lnTo>
                  <a:lnTo>
                    <a:pt x="32440" y="17081"/>
                  </a:lnTo>
                  <a:lnTo>
                    <a:pt x="32764" y="16550"/>
                  </a:lnTo>
                  <a:lnTo>
                    <a:pt x="33089" y="16018"/>
                  </a:lnTo>
                  <a:lnTo>
                    <a:pt x="33068" y="15481"/>
                  </a:lnTo>
                  <a:lnTo>
                    <a:pt x="39749" y="14043"/>
                  </a:lnTo>
                  <a:lnTo>
                    <a:pt x="43797" y="13004"/>
                  </a:lnTo>
                  <a:lnTo>
                    <a:pt x="44739" y="12761"/>
                  </a:lnTo>
                  <a:lnTo>
                    <a:pt x="46790" y="12435"/>
                  </a:lnTo>
                  <a:lnTo>
                    <a:pt x="58376" y="10591"/>
                  </a:lnTo>
                  <a:lnTo>
                    <a:pt x="59146" y="10457"/>
                  </a:lnTo>
                  <a:lnTo>
                    <a:pt x="60824" y="10166"/>
                  </a:lnTo>
                  <a:lnTo>
                    <a:pt x="64096" y="9598"/>
                  </a:lnTo>
                  <a:lnTo>
                    <a:pt x="69082" y="8760"/>
                  </a:lnTo>
                  <a:lnTo>
                    <a:pt x="70602" y="8505"/>
                  </a:lnTo>
                  <a:lnTo>
                    <a:pt x="70985" y="7634"/>
                  </a:lnTo>
                  <a:lnTo>
                    <a:pt x="72564" y="4047"/>
                  </a:lnTo>
                  <a:lnTo>
                    <a:pt x="73024" y="3001"/>
                  </a:lnTo>
                  <a:lnTo>
                    <a:pt x="74344" y="0"/>
                  </a:lnTo>
                  <a:lnTo>
                    <a:pt x="82382" y="3233"/>
                  </a:lnTo>
                  <a:lnTo>
                    <a:pt x="84326" y="4014"/>
                  </a:lnTo>
                  <a:lnTo>
                    <a:pt x="84474" y="4074"/>
                  </a:lnTo>
                  <a:lnTo>
                    <a:pt x="81503" y="6818"/>
                  </a:lnTo>
                  <a:lnTo>
                    <a:pt x="81265" y="7038"/>
                  </a:lnTo>
                  <a:lnTo>
                    <a:pt x="79643" y="9181"/>
                  </a:lnTo>
                  <a:lnTo>
                    <a:pt x="78296" y="12530"/>
                  </a:lnTo>
                  <a:lnTo>
                    <a:pt x="77652" y="14131"/>
                  </a:lnTo>
                  <a:lnTo>
                    <a:pt x="77415" y="14616"/>
                  </a:lnTo>
                  <a:lnTo>
                    <a:pt x="77339" y="14803"/>
                  </a:lnTo>
                  <a:lnTo>
                    <a:pt x="74870" y="20830"/>
                  </a:lnTo>
                  <a:lnTo>
                    <a:pt x="74470" y="22732"/>
                  </a:lnTo>
                  <a:lnTo>
                    <a:pt x="74503" y="25335"/>
                  </a:lnTo>
                  <a:lnTo>
                    <a:pt x="74791" y="26056"/>
                  </a:lnTo>
                  <a:lnTo>
                    <a:pt x="75753" y="28023"/>
                  </a:lnTo>
                  <a:lnTo>
                    <a:pt x="80056" y="34020"/>
                  </a:lnTo>
                  <a:lnTo>
                    <a:pt x="79018" y="34929"/>
                  </a:lnTo>
                  <a:lnTo>
                    <a:pt x="76943" y="37011"/>
                  </a:lnTo>
                  <a:lnTo>
                    <a:pt x="74573" y="39441"/>
                  </a:lnTo>
                  <a:lnTo>
                    <a:pt x="74213" y="39811"/>
                  </a:lnTo>
                  <a:lnTo>
                    <a:pt x="73539" y="40501"/>
                  </a:lnTo>
                  <a:lnTo>
                    <a:pt x="72604" y="41461"/>
                  </a:lnTo>
                  <a:lnTo>
                    <a:pt x="66146" y="48950"/>
                  </a:lnTo>
                  <a:lnTo>
                    <a:pt x="65385" y="49871"/>
                  </a:lnTo>
                  <a:lnTo>
                    <a:pt x="61753" y="52709"/>
                  </a:lnTo>
                  <a:lnTo>
                    <a:pt x="60578" y="54958"/>
                  </a:lnTo>
                  <a:lnTo>
                    <a:pt x="59890" y="56524"/>
                  </a:lnTo>
                  <a:lnTo>
                    <a:pt x="59498" y="57595"/>
                  </a:lnTo>
                  <a:lnTo>
                    <a:pt x="58949" y="60089"/>
                  </a:lnTo>
                  <a:lnTo>
                    <a:pt x="57846" y="70877"/>
                  </a:lnTo>
                  <a:lnTo>
                    <a:pt x="57787" y="71453"/>
                  </a:lnTo>
                  <a:lnTo>
                    <a:pt x="57687" y="73034"/>
                  </a:lnTo>
                  <a:lnTo>
                    <a:pt x="57594" y="74504"/>
                  </a:lnTo>
                  <a:lnTo>
                    <a:pt x="57305" y="7909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536095" y="3511211"/>
              <a:ext cx="127108" cy="94533"/>
            </a:xfrm>
            <a:custGeom>
              <a:avLst/>
              <a:pathLst>
                <a:path w="127108" h="94533">
                  <a:moveTo>
                    <a:pt x="43845" y="82923"/>
                  </a:moveTo>
                  <a:lnTo>
                    <a:pt x="41945" y="83252"/>
                  </a:lnTo>
                  <a:lnTo>
                    <a:pt x="39254" y="84200"/>
                  </a:lnTo>
                  <a:lnTo>
                    <a:pt x="37206" y="84921"/>
                  </a:lnTo>
                  <a:lnTo>
                    <a:pt x="25697" y="87179"/>
                  </a:lnTo>
                  <a:lnTo>
                    <a:pt x="24033" y="87633"/>
                  </a:lnTo>
                  <a:lnTo>
                    <a:pt x="16468" y="89700"/>
                  </a:lnTo>
                  <a:lnTo>
                    <a:pt x="14854" y="90428"/>
                  </a:lnTo>
                  <a:lnTo>
                    <a:pt x="13894" y="90284"/>
                  </a:lnTo>
                  <a:lnTo>
                    <a:pt x="7015" y="94533"/>
                  </a:lnTo>
                  <a:lnTo>
                    <a:pt x="5711" y="90935"/>
                  </a:lnTo>
                  <a:lnTo>
                    <a:pt x="1408" y="84938"/>
                  </a:lnTo>
                  <a:lnTo>
                    <a:pt x="447" y="82971"/>
                  </a:lnTo>
                  <a:lnTo>
                    <a:pt x="158" y="82251"/>
                  </a:lnTo>
                  <a:lnTo>
                    <a:pt x="125" y="79647"/>
                  </a:lnTo>
                  <a:lnTo>
                    <a:pt x="528" y="77740"/>
                  </a:lnTo>
                  <a:lnTo>
                    <a:pt x="2994" y="71718"/>
                  </a:lnTo>
                  <a:lnTo>
                    <a:pt x="3078" y="71512"/>
                  </a:lnTo>
                  <a:lnTo>
                    <a:pt x="3307" y="71046"/>
                  </a:lnTo>
                  <a:lnTo>
                    <a:pt x="3951" y="69446"/>
                  </a:lnTo>
                  <a:lnTo>
                    <a:pt x="5298" y="66096"/>
                  </a:lnTo>
                  <a:lnTo>
                    <a:pt x="6920" y="63953"/>
                  </a:lnTo>
                  <a:lnTo>
                    <a:pt x="7158" y="63734"/>
                  </a:lnTo>
                  <a:lnTo>
                    <a:pt x="10129" y="60989"/>
                  </a:lnTo>
                  <a:lnTo>
                    <a:pt x="9981" y="60930"/>
                  </a:lnTo>
                  <a:lnTo>
                    <a:pt x="8037" y="60148"/>
                  </a:lnTo>
                  <a:lnTo>
                    <a:pt x="0" y="56915"/>
                  </a:lnTo>
                  <a:lnTo>
                    <a:pt x="741" y="55312"/>
                  </a:lnTo>
                  <a:lnTo>
                    <a:pt x="1288" y="54127"/>
                  </a:lnTo>
                  <a:lnTo>
                    <a:pt x="3491" y="49363"/>
                  </a:lnTo>
                  <a:lnTo>
                    <a:pt x="3772" y="48756"/>
                  </a:lnTo>
                  <a:lnTo>
                    <a:pt x="4592" y="46982"/>
                  </a:lnTo>
                  <a:lnTo>
                    <a:pt x="5746" y="44237"/>
                  </a:lnTo>
                  <a:lnTo>
                    <a:pt x="5801" y="44105"/>
                  </a:lnTo>
                  <a:lnTo>
                    <a:pt x="5898" y="43876"/>
                  </a:lnTo>
                  <a:lnTo>
                    <a:pt x="6002" y="43628"/>
                  </a:lnTo>
                  <a:lnTo>
                    <a:pt x="6110" y="43418"/>
                  </a:lnTo>
                  <a:lnTo>
                    <a:pt x="6472" y="42715"/>
                  </a:lnTo>
                  <a:lnTo>
                    <a:pt x="7504" y="40713"/>
                  </a:lnTo>
                  <a:lnTo>
                    <a:pt x="8544" y="39270"/>
                  </a:lnTo>
                  <a:lnTo>
                    <a:pt x="8674" y="39099"/>
                  </a:lnTo>
                  <a:lnTo>
                    <a:pt x="9561" y="37937"/>
                  </a:lnTo>
                  <a:lnTo>
                    <a:pt x="10735" y="36398"/>
                  </a:lnTo>
                  <a:lnTo>
                    <a:pt x="10928" y="36179"/>
                  </a:lnTo>
                  <a:lnTo>
                    <a:pt x="11598" y="35419"/>
                  </a:lnTo>
                  <a:lnTo>
                    <a:pt x="17044" y="29862"/>
                  </a:lnTo>
                  <a:lnTo>
                    <a:pt x="27101" y="19342"/>
                  </a:lnTo>
                  <a:lnTo>
                    <a:pt x="27353" y="19079"/>
                  </a:lnTo>
                  <a:lnTo>
                    <a:pt x="27516" y="18904"/>
                  </a:lnTo>
                  <a:lnTo>
                    <a:pt x="29063" y="17243"/>
                  </a:lnTo>
                  <a:lnTo>
                    <a:pt x="32481" y="13573"/>
                  </a:lnTo>
                  <a:lnTo>
                    <a:pt x="33470" y="14515"/>
                  </a:lnTo>
                  <a:lnTo>
                    <a:pt x="33725" y="14757"/>
                  </a:lnTo>
                  <a:lnTo>
                    <a:pt x="42892" y="23483"/>
                  </a:lnTo>
                  <a:lnTo>
                    <a:pt x="43114" y="23654"/>
                  </a:lnTo>
                  <a:lnTo>
                    <a:pt x="38733" y="27999"/>
                  </a:lnTo>
                  <a:lnTo>
                    <a:pt x="38359" y="28370"/>
                  </a:lnTo>
                  <a:lnTo>
                    <a:pt x="38514" y="28513"/>
                  </a:lnTo>
                  <a:lnTo>
                    <a:pt x="38882" y="28852"/>
                  </a:lnTo>
                  <a:lnTo>
                    <a:pt x="46528" y="35895"/>
                  </a:lnTo>
                  <a:lnTo>
                    <a:pt x="48270" y="35507"/>
                  </a:lnTo>
                  <a:lnTo>
                    <a:pt x="53650" y="34309"/>
                  </a:lnTo>
                  <a:lnTo>
                    <a:pt x="57071" y="33489"/>
                  </a:lnTo>
                  <a:lnTo>
                    <a:pt x="57365" y="34309"/>
                  </a:lnTo>
                  <a:lnTo>
                    <a:pt x="58560" y="37637"/>
                  </a:lnTo>
                  <a:lnTo>
                    <a:pt x="59514" y="40297"/>
                  </a:lnTo>
                  <a:lnTo>
                    <a:pt x="59704" y="40826"/>
                  </a:lnTo>
                  <a:lnTo>
                    <a:pt x="60823" y="43945"/>
                  </a:lnTo>
                  <a:lnTo>
                    <a:pt x="60930" y="44244"/>
                  </a:lnTo>
                  <a:lnTo>
                    <a:pt x="61382" y="45502"/>
                  </a:lnTo>
                  <a:lnTo>
                    <a:pt x="61460" y="45722"/>
                  </a:lnTo>
                  <a:lnTo>
                    <a:pt x="61573" y="46037"/>
                  </a:lnTo>
                  <a:lnTo>
                    <a:pt x="63190" y="50542"/>
                  </a:lnTo>
                  <a:lnTo>
                    <a:pt x="69037" y="48305"/>
                  </a:lnTo>
                  <a:lnTo>
                    <a:pt x="75055" y="46003"/>
                  </a:lnTo>
                  <a:lnTo>
                    <a:pt x="76362" y="45502"/>
                  </a:lnTo>
                  <a:lnTo>
                    <a:pt x="76798" y="45336"/>
                  </a:lnTo>
                  <a:lnTo>
                    <a:pt x="77061" y="45235"/>
                  </a:lnTo>
                  <a:lnTo>
                    <a:pt x="78733" y="44596"/>
                  </a:lnTo>
                  <a:lnTo>
                    <a:pt x="82206" y="43267"/>
                  </a:lnTo>
                  <a:lnTo>
                    <a:pt x="86992" y="41436"/>
                  </a:lnTo>
                  <a:lnTo>
                    <a:pt x="87776" y="41135"/>
                  </a:lnTo>
                  <a:lnTo>
                    <a:pt x="92572" y="39300"/>
                  </a:lnTo>
                  <a:lnTo>
                    <a:pt x="95162" y="38309"/>
                  </a:lnTo>
                  <a:lnTo>
                    <a:pt x="99472" y="36660"/>
                  </a:lnTo>
                  <a:lnTo>
                    <a:pt x="99854" y="36514"/>
                  </a:lnTo>
                  <a:lnTo>
                    <a:pt x="104705" y="34703"/>
                  </a:lnTo>
                  <a:lnTo>
                    <a:pt x="103418" y="30758"/>
                  </a:lnTo>
                  <a:lnTo>
                    <a:pt x="102869" y="29074"/>
                  </a:lnTo>
                  <a:lnTo>
                    <a:pt x="102535" y="27272"/>
                  </a:lnTo>
                  <a:lnTo>
                    <a:pt x="102499" y="26576"/>
                  </a:lnTo>
                  <a:lnTo>
                    <a:pt x="102410" y="24601"/>
                  </a:lnTo>
                  <a:lnTo>
                    <a:pt x="102494" y="23984"/>
                  </a:lnTo>
                  <a:lnTo>
                    <a:pt x="102750" y="22080"/>
                  </a:lnTo>
                  <a:lnTo>
                    <a:pt x="103414" y="17147"/>
                  </a:lnTo>
                  <a:lnTo>
                    <a:pt x="103727" y="14820"/>
                  </a:lnTo>
                  <a:lnTo>
                    <a:pt x="103769" y="14504"/>
                  </a:lnTo>
                  <a:lnTo>
                    <a:pt x="103795" y="14315"/>
                  </a:lnTo>
                  <a:lnTo>
                    <a:pt x="105151" y="4234"/>
                  </a:lnTo>
                  <a:lnTo>
                    <a:pt x="105721" y="0"/>
                  </a:lnTo>
                  <a:lnTo>
                    <a:pt x="111311" y="429"/>
                  </a:lnTo>
                  <a:lnTo>
                    <a:pt x="115359" y="954"/>
                  </a:lnTo>
                  <a:lnTo>
                    <a:pt x="116407" y="1090"/>
                  </a:lnTo>
                  <a:lnTo>
                    <a:pt x="115919" y="5894"/>
                  </a:lnTo>
                  <a:lnTo>
                    <a:pt x="115927" y="6136"/>
                  </a:lnTo>
                  <a:lnTo>
                    <a:pt x="116051" y="9724"/>
                  </a:lnTo>
                  <a:lnTo>
                    <a:pt x="117023" y="13912"/>
                  </a:lnTo>
                  <a:lnTo>
                    <a:pt x="118637" y="20507"/>
                  </a:lnTo>
                  <a:lnTo>
                    <a:pt x="119703" y="25455"/>
                  </a:lnTo>
                  <a:lnTo>
                    <a:pt x="119734" y="25596"/>
                  </a:lnTo>
                  <a:lnTo>
                    <a:pt x="120965" y="30902"/>
                  </a:lnTo>
                  <a:lnTo>
                    <a:pt x="122285" y="36591"/>
                  </a:lnTo>
                  <a:lnTo>
                    <a:pt x="122352" y="36881"/>
                  </a:lnTo>
                  <a:lnTo>
                    <a:pt x="124985" y="48227"/>
                  </a:lnTo>
                  <a:lnTo>
                    <a:pt x="126374" y="54563"/>
                  </a:lnTo>
                  <a:lnTo>
                    <a:pt x="126703" y="56161"/>
                  </a:lnTo>
                  <a:lnTo>
                    <a:pt x="126750" y="56390"/>
                  </a:lnTo>
                  <a:lnTo>
                    <a:pt x="127108" y="58383"/>
                  </a:lnTo>
                  <a:lnTo>
                    <a:pt x="126965" y="58428"/>
                  </a:lnTo>
                  <a:lnTo>
                    <a:pt x="123572" y="59503"/>
                  </a:lnTo>
                  <a:lnTo>
                    <a:pt x="113941" y="62554"/>
                  </a:lnTo>
                  <a:lnTo>
                    <a:pt x="113794" y="62600"/>
                  </a:lnTo>
                  <a:lnTo>
                    <a:pt x="113247" y="62774"/>
                  </a:lnTo>
                  <a:lnTo>
                    <a:pt x="112411" y="63030"/>
                  </a:lnTo>
                  <a:lnTo>
                    <a:pt x="103607" y="65733"/>
                  </a:lnTo>
                  <a:lnTo>
                    <a:pt x="102076" y="66203"/>
                  </a:lnTo>
                  <a:lnTo>
                    <a:pt x="99774" y="67671"/>
                  </a:lnTo>
                  <a:lnTo>
                    <a:pt x="99546" y="67816"/>
                  </a:lnTo>
                  <a:lnTo>
                    <a:pt x="96931" y="69215"/>
                  </a:lnTo>
                  <a:lnTo>
                    <a:pt x="93660" y="70965"/>
                  </a:lnTo>
                  <a:lnTo>
                    <a:pt x="91451" y="72148"/>
                  </a:lnTo>
                  <a:lnTo>
                    <a:pt x="90370" y="72613"/>
                  </a:lnTo>
                  <a:lnTo>
                    <a:pt x="88171" y="73561"/>
                  </a:lnTo>
                  <a:lnTo>
                    <a:pt x="84179" y="75281"/>
                  </a:lnTo>
                  <a:lnTo>
                    <a:pt x="82925" y="75856"/>
                  </a:lnTo>
                  <a:lnTo>
                    <a:pt x="82619" y="75996"/>
                  </a:lnTo>
                  <a:lnTo>
                    <a:pt x="79565" y="77395"/>
                  </a:lnTo>
                  <a:lnTo>
                    <a:pt x="78808" y="77742"/>
                  </a:lnTo>
                  <a:lnTo>
                    <a:pt x="72419" y="78664"/>
                  </a:lnTo>
                  <a:lnTo>
                    <a:pt x="67956" y="79309"/>
                  </a:lnTo>
                  <a:lnTo>
                    <a:pt x="67450" y="79392"/>
                  </a:lnTo>
                  <a:lnTo>
                    <a:pt x="64661" y="79852"/>
                  </a:lnTo>
                  <a:lnTo>
                    <a:pt x="63890" y="79979"/>
                  </a:lnTo>
                  <a:lnTo>
                    <a:pt x="61359" y="80396"/>
                  </a:lnTo>
                  <a:lnTo>
                    <a:pt x="58125" y="80929"/>
                  </a:lnTo>
                  <a:lnTo>
                    <a:pt x="56908" y="81130"/>
                  </a:lnTo>
                  <a:lnTo>
                    <a:pt x="55913" y="81279"/>
                  </a:lnTo>
                  <a:lnTo>
                    <a:pt x="54579" y="81300"/>
                  </a:lnTo>
                  <a:lnTo>
                    <a:pt x="54274" y="81305"/>
                  </a:lnTo>
                  <a:lnTo>
                    <a:pt x="53085" y="81324"/>
                  </a:lnTo>
                  <a:lnTo>
                    <a:pt x="52892" y="81353"/>
                  </a:lnTo>
                  <a:lnTo>
                    <a:pt x="49739" y="81903"/>
                  </a:lnTo>
                  <a:lnTo>
                    <a:pt x="48356" y="82142"/>
                  </a:lnTo>
                  <a:lnTo>
                    <a:pt x="47394" y="82310"/>
                  </a:lnTo>
                  <a:lnTo>
                    <a:pt x="46747" y="82421"/>
                  </a:lnTo>
                  <a:lnTo>
                    <a:pt x="45975" y="825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2652014" y="3505961"/>
              <a:ext cx="107229" cy="63617"/>
            </a:xfrm>
            <a:custGeom>
              <a:avLst/>
              <a:pathLst>
                <a:path w="107229" h="63617">
                  <a:moveTo>
                    <a:pt x="105518" y="8190"/>
                  </a:moveTo>
                  <a:lnTo>
                    <a:pt x="105634" y="12454"/>
                  </a:lnTo>
                  <a:lnTo>
                    <a:pt x="105952" y="24222"/>
                  </a:lnTo>
                  <a:lnTo>
                    <a:pt x="105967" y="24771"/>
                  </a:lnTo>
                  <a:lnTo>
                    <a:pt x="105986" y="25086"/>
                  </a:lnTo>
                  <a:lnTo>
                    <a:pt x="106015" y="25548"/>
                  </a:lnTo>
                  <a:lnTo>
                    <a:pt x="106067" y="26406"/>
                  </a:lnTo>
                  <a:lnTo>
                    <a:pt x="106308" y="30374"/>
                  </a:lnTo>
                  <a:lnTo>
                    <a:pt x="106338" y="30866"/>
                  </a:lnTo>
                  <a:lnTo>
                    <a:pt x="106358" y="31309"/>
                  </a:lnTo>
                  <a:lnTo>
                    <a:pt x="107092" y="47880"/>
                  </a:lnTo>
                  <a:lnTo>
                    <a:pt x="107133" y="48847"/>
                  </a:lnTo>
                  <a:lnTo>
                    <a:pt x="107213" y="52687"/>
                  </a:lnTo>
                  <a:lnTo>
                    <a:pt x="107229" y="53458"/>
                  </a:lnTo>
                  <a:lnTo>
                    <a:pt x="106879" y="53459"/>
                  </a:lnTo>
                  <a:lnTo>
                    <a:pt x="106107" y="53454"/>
                  </a:lnTo>
                  <a:lnTo>
                    <a:pt x="105681" y="53451"/>
                  </a:lnTo>
                  <a:lnTo>
                    <a:pt x="104318" y="53422"/>
                  </a:lnTo>
                  <a:lnTo>
                    <a:pt x="103119" y="53218"/>
                  </a:lnTo>
                  <a:lnTo>
                    <a:pt x="101759" y="52987"/>
                  </a:lnTo>
                  <a:lnTo>
                    <a:pt x="99371" y="52581"/>
                  </a:lnTo>
                  <a:lnTo>
                    <a:pt x="95458" y="52680"/>
                  </a:lnTo>
                  <a:lnTo>
                    <a:pt x="95152" y="52687"/>
                  </a:lnTo>
                  <a:lnTo>
                    <a:pt x="91849" y="53348"/>
                  </a:lnTo>
                  <a:lnTo>
                    <a:pt x="91298" y="53458"/>
                  </a:lnTo>
                  <a:lnTo>
                    <a:pt x="91116" y="53494"/>
                  </a:lnTo>
                  <a:lnTo>
                    <a:pt x="87675" y="54183"/>
                  </a:lnTo>
                  <a:lnTo>
                    <a:pt x="86083" y="54506"/>
                  </a:lnTo>
                  <a:lnTo>
                    <a:pt x="84525" y="54823"/>
                  </a:lnTo>
                  <a:lnTo>
                    <a:pt x="80037" y="55319"/>
                  </a:lnTo>
                  <a:lnTo>
                    <a:pt x="79111" y="55421"/>
                  </a:lnTo>
                  <a:lnTo>
                    <a:pt x="76300" y="55731"/>
                  </a:lnTo>
                  <a:lnTo>
                    <a:pt x="71137" y="55887"/>
                  </a:lnTo>
                  <a:lnTo>
                    <a:pt x="64581" y="55263"/>
                  </a:lnTo>
                  <a:lnTo>
                    <a:pt x="64051" y="55213"/>
                  </a:lnTo>
                  <a:lnTo>
                    <a:pt x="63379" y="55256"/>
                  </a:lnTo>
                  <a:lnTo>
                    <a:pt x="60930" y="55411"/>
                  </a:lnTo>
                  <a:lnTo>
                    <a:pt x="55829" y="54888"/>
                  </a:lnTo>
                  <a:lnTo>
                    <a:pt x="54771" y="54779"/>
                  </a:lnTo>
                  <a:lnTo>
                    <a:pt x="54460" y="54747"/>
                  </a:lnTo>
                  <a:lnTo>
                    <a:pt x="51784" y="55442"/>
                  </a:lnTo>
                  <a:lnTo>
                    <a:pt x="50134" y="55870"/>
                  </a:lnTo>
                  <a:lnTo>
                    <a:pt x="46323" y="56967"/>
                  </a:lnTo>
                  <a:lnTo>
                    <a:pt x="42530" y="57678"/>
                  </a:lnTo>
                  <a:lnTo>
                    <a:pt x="42313" y="57719"/>
                  </a:lnTo>
                  <a:lnTo>
                    <a:pt x="38353" y="58360"/>
                  </a:lnTo>
                  <a:lnTo>
                    <a:pt x="34534" y="58978"/>
                  </a:lnTo>
                  <a:lnTo>
                    <a:pt x="32985" y="59504"/>
                  </a:lnTo>
                  <a:lnTo>
                    <a:pt x="30991" y="60181"/>
                  </a:lnTo>
                  <a:lnTo>
                    <a:pt x="25589" y="62015"/>
                  </a:lnTo>
                  <a:lnTo>
                    <a:pt x="22750" y="62625"/>
                  </a:lnTo>
                  <a:lnTo>
                    <a:pt x="20616" y="63083"/>
                  </a:lnTo>
                  <a:lnTo>
                    <a:pt x="11237" y="63617"/>
                  </a:lnTo>
                  <a:lnTo>
                    <a:pt x="10830" y="61640"/>
                  </a:lnTo>
                  <a:lnTo>
                    <a:pt x="10783" y="61411"/>
                  </a:lnTo>
                  <a:lnTo>
                    <a:pt x="10487" y="59806"/>
                  </a:lnTo>
                  <a:lnTo>
                    <a:pt x="9066" y="53477"/>
                  </a:lnTo>
                  <a:lnTo>
                    <a:pt x="6433" y="42131"/>
                  </a:lnTo>
                  <a:lnTo>
                    <a:pt x="6366" y="41841"/>
                  </a:lnTo>
                  <a:lnTo>
                    <a:pt x="5045" y="36150"/>
                  </a:lnTo>
                  <a:lnTo>
                    <a:pt x="3814" y="30846"/>
                  </a:lnTo>
                  <a:lnTo>
                    <a:pt x="3784" y="30705"/>
                  </a:lnTo>
                  <a:lnTo>
                    <a:pt x="2717" y="25757"/>
                  </a:lnTo>
                  <a:lnTo>
                    <a:pt x="1103" y="19162"/>
                  </a:lnTo>
                  <a:lnTo>
                    <a:pt x="131" y="14974"/>
                  </a:lnTo>
                  <a:lnTo>
                    <a:pt x="8" y="11386"/>
                  </a:lnTo>
                  <a:lnTo>
                    <a:pt x="0" y="11144"/>
                  </a:lnTo>
                  <a:lnTo>
                    <a:pt x="488" y="6340"/>
                  </a:lnTo>
                  <a:lnTo>
                    <a:pt x="686" y="6366"/>
                  </a:lnTo>
                  <a:lnTo>
                    <a:pt x="5380" y="7006"/>
                  </a:lnTo>
                  <a:lnTo>
                    <a:pt x="6067" y="7098"/>
                  </a:lnTo>
                  <a:lnTo>
                    <a:pt x="11426" y="7743"/>
                  </a:lnTo>
                  <a:lnTo>
                    <a:pt x="17852" y="8518"/>
                  </a:lnTo>
                  <a:lnTo>
                    <a:pt x="21048" y="8654"/>
                  </a:lnTo>
                  <a:lnTo>
                    <a:pt x="22049" y="8592"/>
                  </a:lnTo>
                  <a:lnTo>
                    <a:pt x="23634" y="8493"/>
                  </a:lnTo>
                  <a:lnTo>
                    <a:pt x="26214" y="8048"/>
                  </a:lnTo>
                  <a:lnTo>
                    <a:pt x="28478" y="7377"/>
                  </a:lnTo>
                  <a:lnTo>
                    <a:pt x="28692" y="7314"/>
                  </a:lnTo>
                  <a:lnTo>
                    <a:pt x="34314" y="5519"/>
                  </a:lnTo>
                  <a:lnTo>
                    <a:pt x="34570" y="5442"/>
                  </a:lnTo>
                  <a:lnTo>
                    <a:pt x="36809" y="4767"/>
                  </a:lnTo>
                  <a:lnTo>
                    <a:pt x="39602" y="3798"/>
                  </a:lnTo>
                  <a:lnTo>
                    <a:pt x="39773" y="3739"/>
                  </a:lnTo>
                  <a:lnTo>
                    <a:pt x="43316" y="2510"/>
                  </a:lnTo>
                  <a:lnTo>
                    <a:pt x="44697" y="2031"/>
                  </a:lnTo>
                  <a:lnTo>
                    <a:pt x="45576" y="1725"/>
                  </a:lnTo>
                  <a:lnTo>
                    <a:pt x="48584" y="905"/>
                  </a:lnTo>
                  <a:lnTo>
                    <a:pt x="49881" y="619"/>
                  </a:lnTo>
                  <a:lnTo>
                    <a:pt x="51609" y="239"/>
                  </a:lnTo>
                  <a:lnTo>
                    <a:pt x="54856" y="0"/>
                  </a:lnTo>
                  <a:lnTo>
                    <a:pt x="55165" y="4"/>
                  </a:lnTo>
                  <a:lnTo>
                    <a:pt x="57265" y="34"/>
                  </a:lnTo>
                  <a:lnTo>
                    <a:pt x="59556" y="39"/>
                  </a:lnTo>
                  <a:lnTo>
                    <a:pt x="74632" y="77"/>
                  </a:lnTo>
                  <a:lnTo>
                    <a:pt x="74884" y="77"/>
                  </a:lnTo>
                  <a:lnTo>
                    <a:pt x="77236" y="83"/>
                  </a:lnTo>
                  <a:lnTo>
                    <a:pt x="77994" y="85"/>
                  </a:lnTo>
                  <a:lnTo>
                    <a:pt x="90521" y="239"/>
                  </a:lnTo>
                  <a:lnTo>
                    <a:pt x="93351" y="441"/>
                  </a:lnTo>
                  <a:lnTo>
                    <a:pt x="95997" y="631"/>
                  </a:lnTo>
                  <a:lnTo>
                    <a:pt x="98159" y="786"/>
                  </a:lnTo>
                  <a:lnTo>
                    <a:pt x="100887" y="1312"/>
                  </a:lnTo>
                  <a:lnTo>
                    <a:pt x="105149" y="2136"/>
                  </a:lnTo>
                  <a:lnTo>
                    <a:pt x="105997" y="2407"/>
                  </a:lnTo>
                  <a:lnTo>
                    <a:pt x="105836" y="2743"/>
                  </a:lnTo>
                  <a:lnTo>
                    <a:pt x="105612" y="4890"/>
                  </a:lnTo>
                  <a:lnTo>
                    <a:pt x="105600" y="5183"/>
                  </a:lnTo>
                  <a:lnTo>
                    <a:pt x="105537" y="6810"/>
                  </a:lnTo>
                  <a:lnTo>
                    <a:pt x="105504" y="76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757519" y="3505641"/>
              <a:ext cx="122017" cy="53784"/>
            </a:xfrm>
            <a:custGeom>
              <a:avLst/>
              <a:pathLst>
                <a:path w="122017" h="53784">
                  <a:moveTo>
                    <a:pt x="94208" y="574"/>
                  </a:moveTo>
                  <a:lnTo>
                    <a:pt x="97726" y="1648"/>
                  </a:lnTo>
                  <a:lnTo>
                    <a:pt x="98087" y="679"/>
                  </a:lnTo>
                  <a:lnTo>
                    <a:pt x="102521" y="2501"/>
                  </a:lnTo>
                  <a:lnTo>
                    <a:pt x="103580" y="3731"/>
                  </a:lnTo>
                  <a:lnTo>
                    <a:pt x="106298" y="5679"/>
                  </a:lnTo>
                  <a:lnTo>
                    <a:pt x="106691" y="6568"/>
                  </a:lnTo>
                  <a:lnTo>
                    <a:pt x="106699" y="7523"/>
                  </a:lnTo>
                  <a:lnTo>
                    <a:pt x="105586" y="10641"/>
                  </a:lnTo>
                  <a:lnTo>
                    <a:pt x="104865" y="10515"/>
                  </a:lnTo>
                  <a:lnTo>
                    <a:pt x="104391" y="11928"/>
                  </a:lnTo>
                  <a:lnTo>
                    <a:pt x="103924" y="13222"/>
                  </a:lnTo>
                  <a:lnTo>
                    <a:pt x="105879" y="13698"/>
                  </a:lnTo>
                  <a:lnTo>
                    <a:pt x="107851" y="11964"/>
                  </a:lnTo>
                  <a:lnTo>
                    <a:pt x="108053" y="12180"/>
                  </a:lnTo>
                  <a:lnTo>
                    <a:pt x="110029" y="13833"/>
                  </a:lnTo>
                  <a:lnTo>
                    <a:pt x="110375" y="14518"/>
                  </a:lnTo>
                  <a:lnTo>
                    <a:pt x="111180" y="16187"/>
                  </a:lnTo>
                  <a:lnTo>
                    <a:pt x="111449" y="16385"/>
                  </a:lnTo>
                  <a:lnTo>
                    <a:pt x="112154" y="16906"/>
                  </a:lnTo>
                  <a:lnTo>
                    <a:pt x="111633" y="17295"/>
                  </a:lnTo>
                  <a:lnTo>
                    <a:pt x="111206" y="17613"/>
                  </a:lnTo>
                  <a:lnTo>
                    <a:pt x="110539" y="18067"/>
                  </a:lnTo>
                  <a:lnTo>
                    <a:pt x="110279" y="18441"/>
                  </a:lnTo>
                  <a:lnTo>
                    <a:pt x="109877" y="19256"/>
                  </a:lnTo>
                  <a:lnTo>
                    <a:pt x="108397" y="18679"/>
                  </a:lnTo>
                  <a:lnTo>
                    <a:pt x="107879" y="19805"/>
                  </a:lnTo>
                  <a:lnTo>
                    <a:pt x="107005" y="21965"/>
                  </a:lnTo>
                  <a:lnTo>
                    <a:pt x="107261" y="22314"/>
                  </a:lnTo>
                  <a:lnTo>
                    <a:pt x="107621" y="22610"/>
                  </a:lnTo>
                  <a:lnTo>
                    <a:pt x="108260" y="22807"/>
                  </a:lnTo>
                  <a:lnTo>
                    <a:pt x="108759" y="22961"/>
                  </a:lnTo>
                  <a:lnTo>
                    <a:pt x="109067" y="23056"/>
                  </a:lnTo>
                  <a:lnTo>
                    <a:pt x="109588" y="23249"/>
                  </a:lnTo>
                  <a:lnTo>
                    <a:pt x="109482" y="23525"/>
                  </a:lnTo>
                  <a:lnTo>
                    <a:pt x="109000" y="24771"/>
                  </a:lnTo>
                  <a:lnTo>
                    <a:pt x="108264" y="24495"/>
                  </a:lnTo>
                  <a:lnTo>
                    <a:pt x="107504" y="24210"/>
                  </a:lnTo>
                  <a:lnTo>
                    <a:pt x="106886" y="23940"/>
                  </a:lnTo>
                  <a:lnTo>
                    <a:pt x="104750" y="23008"/>
                  </a:lnTo>
                  <a:lnTo>
                    <a:pt x="102469" y="28396"/>
                  </a:lnTo>
                  <a:lnTo>
                    <a:pt x="104651" y="29595"/>
                  </a:lnTo>
                  <a:lnTo>
                    <a:pt x="107277" y="30431"/>
                  </a:lnTo>
                  <a:lnTo>
                    <a:pt x="110448" y="31332"/>
                  </a:lnTo>
                  <a:lnTo>
                    <a:pt x="114756" y="31943"/>
                  </a:lnTo>
                  <a:lnTo>
                    <a:pt x="117105" y="32210"/>
                  </a:lnTo>
                  <a:lnTo>
                    <a:pt x="120326" y="31976"/>
                  </a:lnTo>
                  <a:lnTo>
                    <a:pt x="121047" y="32074"/>
                  </a:lnTo>
                  <a:lnTo>
                    <a:pt x="121098" y="32397"/>
                  </a:lnTo>
                  <a:lnTo>
                    <a:pt x="121265" y="33451"/>
                  </a:lnTo>
                  <a:lnTo>
                    <a:pt x="121760" y="36571"/>
                  </a:lnTo>
                  <a:lnTo>
                    <a:pt x="122017" y="38195"/>
                  </a:lnTo>
                  <a:lnTo>
                    <a:pt x="120790" y="38087"/>
                  </a:lnTo>
                  <a:lnTo>
                    <a:pt x="120288" y="38043"/>
                  </a:lnTo>
                  <a:lnTo>
                    <a:pt x="115241" y="38065"/>
                  </a:lnTo>
                  <a:lnTo>
                    <a:pt x="113915" y="38299"/>
                  </a:lnTo>
                  <a:lnTo>
                    <a:pt x="105370" y="39806"/>
                  </a:lnTo>
                  <a:lnTo>
                    <a:pt x="102174" y="40742"/>
                  </a:lnTo>
                  <a:lnTo>
                    <a:pt x="99199" y="41614"/>
                  </a:lnTo>
                  <a:lnTo>
                    <a:pt x="96759" y="42329"/>
                  </a:lnTo>
                  <a:lnTo>
                    <a:pt x="91715" y="42915"/>
                  </a:lnTo>
                  <a:lnTo>
                    <a:pt x="88881" y="43571"/>
                  </a:lnTo>
                  <a:lnTo>
                    <a:pt x="88723" y="43608"/>
                  </a:lnTo>
                  <a:lnTo>
                    <a:pt x="86094" y="44216"/>
                  </a:lnTo>
                  <a:lnTo>
                    <a:pt x="83862" y="44732"/>
                  </a:lnTo>
                  <a:lnTo>
                    <a:pt x="75108" y="45508"/>
                  </a:lnTo>
                  <a:lnTo>
                    <a:pt x="73336" y="45665"/>
                  </a:lnTo>
                  <a:lnTo>
                    <a:pt x="69926" y="45967"/>
                  </a:lnTo>
                  <a:lnTo>
                    <a:pt x="68041" y="46134"/>
                  </a:lnTo>
                  <a:lnTo>
                    <a:pt x="67885" y="46163"/>
                  </a:lnTo>
                  <a:lnTo>
                    <a:pt x="66454" y="46434"/>
                  </a:lnTo>
                  <a:lnTo>
                    <a:pt x="56826" y="48257"/>
                  </a:lnTo>
                  <a:lnTo>
                    <a:pt x="56185" y="48542"/>
                  </a:lnTo>
                  <a:lnTo>
                    <a:pt x="54663" y="49218"/>
                  </a:lnTo>
                  <a:lnTo>
                    <a:pt x="38282" y="51621"/>
                  </a:lnTo>
                  <a:lnTo>
                    <a:pt x="27459" y="53716"/>
                  </a:lnTo>
                  <a:lnTo>
                    <a:pt x="27107" y="53784"/>
                  </a:lnTo>
                  <a:lnTo>
                    <a:pt x="24771" y="53784"/>
                  </a:lnTo>
                  <a:lnTo>
                    <a:pt x="10359" y="53782"/>
                  </a:lnTo>
                  <a:lnTo>
                    <a:pt x="1677" y="53781"/>
                  </a:lnTo>
                  <a:lnTo>
                    <a:pt x="1375" y="53779"/>
                  </a:lnTo>
                  <a:lnTo>
                    <a:pt x="1724" y="53778"/>
                  </a:lnTo>
                  <a:lnTo>
                    <a:pt x="1708" y="53008"/>
                  </a:lnTo>
                  <a:lnTo>
                    <a:pt x="1626" y="49079"/>
                  </a:lnTo>
                  <a:lnTo>
                    <a:pt x="1587" y="48200"/>
                  </a:lnTo>
                  <a:lnTo>
                    <a:pt x="854" y="31630"/>
                  </a:lnTo>
                  <a:lnTo>
                    <a:pt x="834" y="31187"/>
                  </a:lnTo>
                  <a:lnTo>
                    <a:pt x="804" y="30695"/>
                  </a:lnTo>
                  <a:lnTo>
                    <a:pt x="562" y="26726"/>
                  </a:lnTo>
                  <a:lnTo>
                    <a:pt x="510" y="25868"/>
                  </a:lnTo>
                  <a:lnTo>
                    <a:pt x="482" y="25406"/>
                  </a:lnTo>
                  <a:lnTo>
                    <a:pt x="463" y="25091"/>
                  </a:lnTo>
                  <a:lnTo>
                    <a:pt x="448" y="24542"/>
                  </a:lnTo>
                  <a:lnTo>
                    <a:pt x="129" y="12775"/>
                  </a:lnTo>
                  <a:lnTo>
                    <a:pt x="14" y="8510"/>
                  </a:lnTo>
                  <a:lnTo>
                    <a:pt x="0" y="7968"/>
                  </a:lnTo>
                  <a:lnTo>
                    <a:pt x="32" y="7130"/>
                  </a:lnTo>
                  <a:lnTo>
                    <a:pt x="96" y="5503"/>
                  </a:lnTo>
                  <a:lnTo>
                    <a:pt x="107" y="5210"/>
                  </a:lnTo>
                  <a:lnTo>
                    <a:pt x="369" y="2985"/>
                  </a:lnTo>
                  <a:lnTo>
                    <a:pt x="492" y="2728"/>
                  </a:lnTo>
                  <a:lnTo>
                    <a:pt x="939" y="2871"/>
                  </a:lnTo>
                  <a:lnTo>
                    <a:pt x="11148" y="6631"/>
                  </a:lnTo>
                  <a:lnTo>
                    <a:pt x="12162" y="6905"/>
                  </a:lnTo>
                  <a:lnTo>
                    <a:pt x="15100" y="7699"/>
                  </a:lnTo>
                  <a:lnTo>
                    <a:pt x="17685" y="8447"/>
                  </a:lnTo>
                  <a:lnTo>
                    <a:pt x="22470" y="9537"/>
                  </a:lnTo>
                  <a:lnTo>
                    <a:pt x="27746" y="10092"/>
                  </a:lnTo>
                  <a:lnTo>
                    <a:pt x="28721" y="10147"/>
                  </a:lnTo>
                  <a:lnTo>
                    <a:pt x="33428" y="10412"/>
                  </a:lnTo>
                  <a:lnTo>
                    <a:pt x="37722" y="10412"/>
                  </a:lnTo>
                  <a:lnTo>
                    <a:pt x="40677" y="10206"/>
                  </a:lnTo>
                  <a:lnTo>
                    <a:pt x="43950" y="9967"/>
                  </a:lnTo>
                  <a:lnTo>
                    <a:pt x="47831" y="9358"/>
                  </a:lnTo>
                  <a:lnTo>
                    <a:pt x="50645" y="8917"/>
                  </a:lnTo>
                  <a:lnTo>
                    <a:pt x="55879" y="8661"/>
                  </a:lnTo>
                  <a:lnTo>
                    <a:pt x="59461" y="8703"/>
                  </a:lnTo>
                  <a:lnTo>
                    <a:pt x="59484" y="8343"/>
                  </a:lnTo>
                  <a:lnTo>
                    <a:pt x="59756" y="4266"/>
                  </a:lnTo>
                  <a:lnTo>
                    <a:pt x="59767" y="4099"/>
                  </a:lnTo>
                  <a:lnTo>
                    <a:pt x="60705" y="4180"/>
                  </a:lnTo>
                  <a:lnTo>
                    <a:pt x="64770" y="4842"/>
                  </a:lnTo>
                  <a:lnTo>
                    <a:pt x="65589" y="4975"/>
                  </a:lnTo>
                  <a:lnTo>
                    <a:pt x="66857" y="4616"/>
                  </a:lnTo>
                  <a:lnTo>
                    <a:pt x="67902" y="4260"/>
                  </a:lnTo>
                  <a:lnTo>
                    <a:pt x="68402" y="4090"/>
                  </a:lnTo>
                  <a:lnTo>
                    <a:pt x="69834" y="4118"/>
                  </a:lnTo>
                  <a:lnTo>
                    <a:pt x="72776" y="4737"/>
                  </a:lnTo>
                  <a:lnTo>
                    <a:pt x="74045" y="5149"/>
                  </a:lnTo>
                  <a:lnTo>
                    <a:pt x="74731" y="5415"/>
                  </a:lnTo>
                  <a:lnTo>
                    <a:pt x="74963" y="5571"/>
                  </a:lnTo>
                  <a:lnTo>
                    <a:pt x="76087" y="6332"/>
                  </a:lnTo>
                  <a:lnTo>
                    <a:pt x="76554" y="6647"/>
                  </a:lnTo>
                  <a:lnTo>
                    <a:pt x="76829" y="6833"/>
                  </a:lnTo>
                  <a:lnTo>
                    <a:pt x="78034" y="8281"/>
                  </a:lnTo>
                  <a:lnTo>
                    <a:pt x="78149" y="8070"/>
                  </a:lnTo>
                  <a:lnTo>
                    <a:pt x="80815" y="6122"/>
                  </a:lnTo>
                  <a:lnTo>
                    <a:pt x="81824" y="5345"/>
                  </a:lnTo>
                  <a:lnTo>
                    <a:pt x="82943" y="4484"/>
                  </a:lnTo>
                  <a:lnTo>
                    <a:pt x="83193" y="4291"/>
                  </a:lnTo>
                  <a:lnTo>
                    <a:pt x="84104" y="3560"/>
                  </a:lnTo>
                  <a:lnTo>
                    <a:pt x="86278" y="1813"/>
                  </a:lnTo>
                  <a:lnTo>
                    <a:pt x="86443" y="1860"/>
                  </a:lnTo>
                  <a:lnTo>
                    <a:pt x="87177" y="2872"/>
                  </a:lnTo>
                  <a:lnTo>
                    <a:pt x="87678" y="2625"/>
                  </a:lnTo>
                  <a:lnTo>
                    <a:pt x="87850" y="1597"/>
                  </a:lnTo>
                  <a:lnTo>
                    <a:pt x="88854" y="1577"/>
                  </a:lnTo>
                  <a:lnTo>
                    <a:pt x="89020" y="1487"/>
                  </a:lnTo>
                  <a:lnTo>
                    <a:pt x="89548" y="1203"/>
                  </a:lnTo>
                  <a:lnTo>
                    <a:pt x="89737" y="1258"/>
                  </a:lnTo>
                  <a:lnTo>
                    <a:pt x="89880" y="1299"/>
                  </a:lnTo>
                  <a:lnTo>
                    <a:pt x="92239" y="687"/>
                  </a:lnTo>
                  <a:lnTo>
                    <a:pt x="92393" y="674"/>
                  </a:lnTo>
                  <a:lnTo>
                    <a:pt x="92433" y="53"/>
                  </a:lnTo>
                  <a:lnTo>
                    <a:pt x="94302" y="0"/>
                  </a:lnTo>
                  <a:lnTo>
                    <a:pt x="94238" y="3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2859991" y="3475150"/>
              <a:ext cx="99329" cy="78706"/>
            </a:xfrm>
            <a:custGeom>
              <a:avLst/>
              <a:pathLst>
                <a:path w="99329" h="78706">
                  <a:moveTo>
                    <a:pt x="84638" y="1685"/>
                  </a:moveTo>
                  <a:lnTo>
                    <a:pt x="87170" y="6123"/>
                  </a:lnTo>
                  <a:lnTo>
                    <a:pt x="93050" y="2069"/>
                  </a:lnTo>
                  <a:lnTo>
                    <a:pt x="95136" y="1115"/>
                  </a:lnTo>
                  <a:lnTo>
                    <a:pt x="93446" y="9338"/>
                  </a:lnTo>
                  <a:lnTo>
                    <a:pt x="91826" y="17222"/>
                  </a:lnTo>
                  <a:lnTo>
                    <a:pt x="91754" y="18058"/>
                  </a:lnTo>
                  <a:lnTo>
                    <a:pt x="90972" y="27137"/>
                  </a:lnTo>
                  <a:lnTo>
                    <a:pt x="90937" y="27458"/>
                  </a:lnTo>
                  <a:lnTo>
                    <a:pt x="99329" y="27939"/>
                  </a:lnTo>
                  <a:lnTo>
                    <a:pt x="99072" y="30937"/>
                  </a:lnTo>
                  <a:lnTo>
                    <a:pt x="98905" y="32890"/>
                  </a:lnTo>
                  <a:lnTo>
                    <a:pt x="98739" y="34829"/>
                  </a:lnTo>
                  <a:lnTo>
                    <a:pt x="98556" y="36961"/>
                  </a:lnTo>
                  <a:lnTo>
                    <a:pt x="98358" y="39271"/>
                  </a:lnTo>
                  <a:lnTo>
                    <a:pt x="98161" y="41576"/>
                  </a:lnTo>
                  <a:lnTo>
                    <a:pt x="96869" y="55962"/>
                  </a:lnTo>
                  <a:lnTo>
                    <a:pt x="96402" y="55929"/>
                  </a:lnTo>
                  <a:lnTo>
                    <a:pt x="85362" y="55139"/>
                  </a:lnTo>
                  <a:lnTo>
                    <a:pt x="85300" y="55979"/>
                  </a:lnTo>
                  <a:lnTo>
                    <a:pt x="84912" y="61247"/>
                  </a:lnTo>
                  <a:lnTo>
                    <a:pt x="84519" y="66563"/>
                  </a:lnTo>
                  <a:lnTo>
                    <a:pt x="85057" y="66610"/>
                  </a:lnTo>
                  <a:lnTo>
                    <a:pt x="84983" y="68090"/>
                  </a:lnTo>
                  <a:lnTo>
                    <a:pt x="84855" y="70635"/>
                  </a:lnTo>
                  <a:lnTo>
                    <a:pt x="84712" y="72157"/>
                  </a:lnTo>
                  <a:lnTo>
                    <a:pt x="84571" y="75961"/>
                  </a:lnTo>
                  <a:lnTo>
                    <a:pt x="84210" y="75965"/>
                  </a:lnTo>
                  <a:lnTo>
                    <a:pt x="82663" y="76143"/>
                  </a:lnTo>
                  <a:lnTo>
                    <a:pt x="79059" y="78101"/>
                  </a:lnTo>
                  <a:lnTo>
                    <a:pt x="78338" y="78492"/>
                  </a:lnTo>
                  <a:lnTo>
                    <a:pt x="76308" y="78706"/>
                  </a:lnTo>
                  <a:lnTo>
                    <a:pt x="74544" y="78406"/>
                  </a:lnTo>
                  <a:lnTo>
                    <a:pt x="67209" y="77156"/>
                  </a:lnTo>
                  <a:lnTo>
                    <a:pt x="63481" y="76521"/>
                  </a:lnTo>
                  <a:lnTo>
                    <a:pt x="63204" y="76474"/>
                  </a:lnTo>
                  <a:lnTo>
                    <a:pt x="62945" y="76430"/>
                  </a:lnTo>
                  <a:lnTo>
                    <a:pt x="57377" y="75482"/>
                  </a:lnTo>
                  <a:lnTo>
                    <a:pt x="56953" y="75409"/>
                  </a:lnTo>
                  <a:lnTo>
                    <a:pt x="53163" y="74764"/>
                  </a:lnTo>
                  <a:lnTo>
                    <a:pt x="43352" y="73018"/>
                  </a:lnTo>
                  <a:lnTo>
                    <a:pt x="40939" y="72682"/>
                  </a:lnTo>
                  <a:lnTo>
                    <a:pt x="39845" y="72556"/>
                  </a:lnTo>
                  <a:lnTo>
                    <a:pt x="32520" y="71712"/>
                  </a:lnTo>
                  <a:lnTo>
                    <a:pt x="29230" y="71334"/>
                  </a:lnTo>
                  <a:lnTo>
                    <a:pt x="23142" y="69171"/>
                  </a:lnTo>
                  <a:lnTo>
                    <a:pt x="20859" y="68802"/>
                  </a:lnTo>
                  <a:lnTo>
                    <a:pt x="20345" y="68756"/>
                  </a:lnTo>
                  <a:lnTo>
                    <a:pt x="19544" y="68686"/>
                  </a:lnTo>
                  <a:lnTo>
                    <a:pt x="19287" y="67062"/>
                  </a:lnTo>
                  <a:lnTo>
                    <a:pt x="18792" y="63942"/>
                  </a:lnTo>
                  <a:lnTo>
                    <a:pt x="18625" y="62888"/>
                  </a:lnTo>
                  <a:lnTo>
                    <a:pt x="18545" y="62382"/>
                  </a:lnTo>
                  <a:lnTo>
                    <a:pt x="17853" y="62467"/>
                  </a:lnTo>
                  <a:lnTo>
                    <a:pt x="14632" y="62701"/>
                  </a:lnTo>
                  <a:lnTo>
                    <a:pt x="12283" y="62434"/>
                  </a:lnTo>
                  <a:lnTo>
                    <a:pt x="7975" y="61824"/>
                  </a:lnTo>
                  <a:lnTo>
                    <a:pt x="4805" y="60922"/>
                  </a:lnTo>
                  <a:lnTo>
                    <a:pt x="2178" y="60087"/>
                  </a:lnTo>
                  <a:lnTo>
                    <a:pt x="0" y="58878"/>
                  </a:lnTo>
                  <a:lnTo>
                    <a:pt x="2277" y="53500"/>
                  </a:lnTo>
                  <a:lnTo>
                    <a:pt x="4413" y="54431"/>
                  </a:lnTo>
                  <a:lnTo>
                    <a:pt x="5032" y="54701"/>
                  </a:lnTo>
                  <a:lnTo>
                    <a:pt x="5792" y="54986"/>
                  </a:lnTo>
                  <a:lnTo>
                    <a:pt x="6528" y="55263"/>
                  </a:lnTo>
                  <a:lnTo>
                    <a:pt x="7009" y="54016"/>
                  </a:lnTo>
                  <a:lnTo>
                    <a:pt x="7121" y="53727"/>
                  </a:lnTo>
                  <a:lnTo>
                    <a:pt x="6594" y="53547"/>
                  </a:lnTo>
                  <a:lnTo>
                    <a:pt x="6286" y="53452"/>
                  </a:lnTo>
                  <a:lnTo>
                    <a:pt x="5787" y="53298"/>
                  </a:lnTo>
                  <a:lnTo>
                    <a:pt x="5149" y="53101"/>
                  </a:lnTo>
                  <a:lnTo>
                    <a:pt x="4788" y="52805"/>
                  </a:lnTo>
                  <a:lnTo>
                    <a:pt x="4565" y="52373"/>
                  </a:lnTo>
                  <a:lnTo>
                    <a:pt x="5406" y="50296"/>
                  </a:lnTo>
                  <a:lnTo>
                    <a:pt x="5924" y="49170"/>
                  </a:lnTo>
                  <a:lnTo>
                    <a:pt x="7405" y="49747"/>
                  </a:lnTo>
                  <a:lnTo>
                    <a:pt x="7806" y="48932"/>
                  </a:lnTo>
                  <a:lnTo>
                    <a:pt x="8090" y="48543"/>
                  </a:lnTo>
                  <a:lnTo>
                    <a:pt x="8734" y="48105"/>
                  </a:lnTo>
                  <a:lnTo>
                    <a:pt x="9277" y="47699"/>
                  </a:lnTo>
                  <a:lnTo>
                    <a:pt x="9682" y="47397"/>
                  </a:lnTo>
                  <a:lnTo>
                    <a:pt x="8976" y="46876"/>
                  </a:lnTo>
                  <a:lnTo>
                    <a:pt x="8707" y="46678"/>
                  </a:lnTo>
                  <a:lnTo>
                    <a:pt x="7902" y="45009"/>
                  </a:lnTo>
                  <a:lnTo>
                    <a:pt x="7405" y="44201"/>
                  </a:lnTo>
                  <a:lnTo>
                    <a:pt x="5581" y="42671"/>
                  </a:lnTo>
                  <a:lnTo>
                    <a:pt x="5378" y="42456"/>
                  </a:lnTo>
                  <a:lnTo>
                    <a:pt x="8353" y="39664"/>
                  </a:lnTo>
                  <a:lnTo>
                    <a:pt x="10468" y="38206"/>
                  </a:lnTo>
                  <a:lnTo>
                    <a:pt x="12759" y="36780"/>
                  </a:lnTo>
                  <a:lnTo>
                    <a:pt x="13867" y="36272"/>
                  </a:lnTo>
                  <a:lnTo>
                    <a:pt x="15616" y="28825"/>
                  </a:lnTo>
                  <a:lnTo>
                    <a:pt x="14230" y="28062"/>
                  </a:lnTo>
                  <a:lnTo>
                    <a:pt x="13913" y="27888"/>
                  </a:lnTo>
                  <a:lnTo>
                    <a:pt x="15114" y="23418"/>
                  </a:lnTo>
                  <a:lnTo>
                    <a:pt x="16063" y="19842"/>
                  </a:lnTo>
                  <a:lnTo>
                    <a:pt x="16941" y="19397"/>
                  </a:lnTo>
                  <a:lnTo>
                    <a:pt x="17926" y="17913"/>
                  </a:lnTo>
                  <a:lnTo>
                    <a:pt x="18697" y="17795"/>
                  </a:lnTo>
                  <a:lnTo>
                    <a:pt x="20145" y="18340"/>
                  </a:lnTo>
                  <a:lnTo>
                    <a:pt x="21496" y="17049"/>
                  </a:lnTo>
                  <a:lnTo>
                    <a:pt x="21924" y="16652"/>
                  </a:lnTo>
                  <a:lnTo>
                    <a:pt x="23218" y="14733"/>
                  </a:lnTo>
                  <a:lnTo>
                    <a:pt x="24288" y="14725"/>
                  </a:lnTo>
                  <a:lnTo>
                    <a:pt x="28284" y="16641"/>
                  </a:lnTo>
                  <a:lnTo>
                    <a:pt x="31417" y="14243"/>
                  </a:lnTo>
                  <a:lnTo>
                    <a:pt x="33362" y="14545"/>
                  </a:lnTo>
                  <a:lnTo>
                    <a:pt x="34227" y="16818"/>
                  </a:lnTo>
                  <a:lnTo>
                    <a:pt x="34308" y="17090"/>
                  </a:lnTo>
                  <a:lnTo>
                    <a:pt x="39386" y="17490"/>
                  </a:lnTo>
                  <a:lnTo>
                    <a:pt x="41292" y="15483"/>
                  </a:lnTo>
                  <a:lnTo>
                    <a:pt x="43642" y="15630"/>
                  </a:lnTo>
                  <a:lnTo>
                    <a:pt x="44593" y="17314"/>
                  </a:lnTo>
                  <a:lnTo>
                    <a:pt x="46612" y="16017"/>
                  </a:lnTo>
                  <a:lnTo>
                    <a:pt x="47011" y="14609"/>
                  </a:lnTo>
                  <a:lnTo>
                    <a:pt x="47799" y="14448"/>
                  </a:lnTo>
                  <a:lnTo>
                    <a:pt x="52722" y="15607"/>
                  </a:lnTo>
                  <a:lnTo>
                    <a:pt x="51649" y="18759"/>
                  </a:lnTo>
                  <a:lnTo>
                    <a:pt x="52010" y="19097"/>
                  </a:lnTo>
                  <a:lnTo>
                    <a:pt x="55856" y="19397"/>
                  </a:lnTo>
                  <a:lnTo>
                    <a:pt x="57932" y="19575"/>
                  </a:lnTo>
                  <a:lnTo>
                    <a:pt x="60106" y="19977"/>
                  </a:lnTo>
                  <a:lnTo>
                    <a:pt x="61591" y="21528"/>
                  </a:lnTo>
                  <a:lnTo>
                    <a:pt x="62457" y="21319"/>
                  </a:lnTo>
                  <a:lnTo>
                    <a:pt x="62392" y="20454"/>
                  </a:lnTo>
                  <a:lnTo>
                    <a:pt x="62841" y="19974"/>
                  </a:lnTo>
                  <a:lnTo>
                    <a:pt x="61365" y="17274"/>
                  </a:lnTo>
                  <a:lnTo>
                    <a:pt x="61633" y="16931"/>
                  </a:lnTo>
                  <a:lnTo>
                    <a:pt x="63274" y="15504"/>
                  </a:lnTo>
                  <a:lnTo>
                    <a:pt x="64327" y="15385"/>
                  </a:lnTo>
                  <a:lnTo>
                    <a:pt x="64574" y="15261"/>
                  </a:lnTo>
                  <a:lnTo>
                    <a:pt x="67375" y="13375"/>
                  </a:lnTo>
                  <a:lnTo>
                    <a:pt x="68236" y="14016"/>
                  </a:lnTo>
                  <a:lnTo>
                    <a:pt x="68653" y="14523"/>
                  </a:lnTo>
                  <a:lnTo>
                    <a:pt x="68887" y="14883"/>
                  </a:lnTo>
                  <a:lnTo>
                    <a:pt x="69009" y="15070"/>
                  </a:lnTo>
                  <a:lnTo>
                    <a:pt x="69160" y="15238"/>
                  </a:lnTo>
                  <a:lnTo>
                    <a:pt x="69511" y="15626"/>
                  </a:lnTo>
                  <a:lnTo>
                    <a:pt x="70312" y="16627"/>
                  </a:lnTo>
                  <a:lnTo>
                    <a:pt x="70536" y="16907"/>
                  </a:lnTo>
                  <a:lnTo>
                    <a:pt x="70697" y="17283"/>
                  </a:lnTo>
                  <a:lnTo>
                    <a:pt x="70950" y="17875"/>
                  </a:lnTo>
                  <a:lnTo>
                    <a:pt x="71067" y="18150"/>
                  </a:lnTo>
                  <a:lnTo>
                    <a:pt x="71038" y="18288"/>
                  </a:lnTo>
                  <a:lnTo>
                    <a:pt x="71150" y="18582"/>
                  </a:lnTo>
                  <a:lnTo>
                    <a:pt x="71539" y="18984"/>
                  </a:lnTo>
                  <a:lnTo>
                    <a:pt x="71675" y="19124"/>
                  </a:lnTo>
                  <a:lnTo>
                    <a:pt x="72099" y="19400"/>
                  </a:lnTo>
                  <a:lnTo>
                    <a:pt x="72438" y="19620"/>
                  </a:lnTo>
                  <a:lnTo>
                    <a:pt x="72891" y="19741"/>
                  </a:lnTo>
                  <a:lnTo>
                    <a:pt x="73238" y="19834"/>
                  </a:lnTo>
                  <a:lnTo>
                    <a:pt x="73493" y="19902"/>
                  </a:lnTo>
                  <a:lnTo>
                    <a:pt x="73837" y="19994"/>
                  </a:lnTo>
                  <a:lnTo>
                    <a:pt x="74022" y="20443"/>
                  </a:lnTo>
                  <a:lnTo>
                    <a:pt x="74435" y="21447"/>
                  </a:lnTo>
                  <a:lnTo>
                    <a:pt x="74940" y="21998"/>
                  </a:lnTo>
                  <a:lnTo>
                    <a:pt x="75368" y="21853"/>
                  </a:lnTo>
                  <a:lnTo>
                    <a:pt x="77357" y="21183"/>
                  </a:lnTo>
                  <a:lnTo>
                    <a:pt x="77681" y="21074"/>
                  </a:lnTo>
                  <a:lnTo>
                    <a:pt x="77649" y="20392"/>
                  </a:lnTo>
                  <a:lnTo>
                    <a:pt x="77512" y="19670"/>
                  </a:lnTo>
                  <a:lnTo>
                    <a:pt x="77189" y="18597"/>
                  </a:lnTo>
                  <a:lnTo>
                    <a:pt x="76914" y="17684"/>
                  </a:lnTo>
                  <a:lnTo>
                    <a:pt x="76510" y="16446"/>
                  </a:lnTo>
                  <a:lnTo>
                    <a:pt x="75710" y="13993"/>
                  </a:lnTo>
                  <a:lnTo>
                    <a:pt x="75227" y="12514"/>
                  </a:lnTo>
                  <a:lnTo>
                    <a:pt x="75139" y="12127"/>
                  </a:lnTo>
                  <a:lnTo>
                    <a:pt x="74864" y="10912"/>
                  </a:lnTo>
                  <a:lnTo>
                    <a:pt x="74764" y="9704"/>
                  </a:lnTo>
                  <a:lnTo>
                    <a:pt x="74730" y="9288"/>
                  </a:lnTo>
                  <a:lnTo>
                    <a:pt x="74821" y="8028"/>
                  </a:lnTo>
                  <a:lnTo>
                    <a:pt x="74921" y="7641"/>
                  </a:lnTo>
                  <a:lnTo>
                    <a:pt x="75163" y="6704"/>
                  </a:lnTo>
                  <a:lnTo>
                    <a:pt x="75718" y="5465"/>
                  </a:lnTo>
                  <a:lnTo>
                    <a:pt x="76444" y="4375"/>
                  </a:lnTo>
                  <a:lnTo>
                    <a:pt x="77705" y="3008"/>
                  </a:lnTo>
                  <a:lnTo>
                    <a:pt x="78688" y="2349"/>
                  </a:lnTo>
                  <a:lnTo>
                    <a:pt x="79686" y="1721"/>
                  </a:lnTo>
                  <a:lnTo>
                    <a:pt x="80103" y="1480"/>
                  </a:lnTo>
                  <a:lnTo>
                    <a:pt x="81560" y="835"/>
                  </a:lnTo>
                  <a:lnTo>
                    <a:pt x="82490" y="423"/>
                  </a:lnTo>
                  <a:lnTo>
                    <a:pt x="83762" y="0"/>
                  </a:lnTo>
                  <a:lnTo>
                    <a:pt x="83853" y="1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2923012" y="3431672"/>
              <a:ext cx="129532" cy="123531"/>
            </a:xfrm>
            <a:custGeom>
              <a:avLst/>
              <a:pathLst>
                <a:path w="129532" h="123531">
                  <a:moveTo>
                    <a:pt x="65283" y="10597"/>
                  </a:moveTo>
                  <a:lnTo>
                    <a:pt x="68919" y="14084"/>
                  </a:lnTo>
                  <a:lnTo>
                    <a:pt x="75743" y="17984"/>
                  </a:lnTo>
                  <a:lnTo>
                    <a:pt x="81149" y="19757"/>
                  </a:lnTo>
                  <a:lnTo>
                    <a:pt x="82380" y="19391"/>
                  </a:lnTo>
                  <a:lnTo>
                    <a:pt x="82951" y="20029"/>
                  </a:lnTo>
                  <a:lnTo>
                    <a:pt x="83315" y="20261"/>
                  </a:lnTo>
                  <a:lnTo>
                    <a:pt x="83554" y="20460"/>
                  </a:lnTo>
                  <a:lnTo>
                    <a:pt x="84837" y="21853"/>
                  </a:lnTo>
                  <a:lnTo>
                    <a:pt x="85366" y="22427"/>
                  </a:lnTo>
                  <a:lnTo>
                    <a:pt x="85541" y="22612"/>
                  </a:lnTo>
                  <a:lnTo>
                    <a:pt x="86436" y="23558"/>
                  </a:lnTo>
                  <a:lnTo>
                    <a:pt x="86563" y="23693"/>
                  </a:lnTo>
                  <a:lnTo>
                    <a:pt x="86791" y="23934"/>
                  </a:lnTo>
                  <a:lnTo>
                    <a:pt x="90794" y="21692"/>
                  </a:lnTo>
                  <a:lnTo>
                    <a:pt x="93997" y="19796"/>
                  </a:lnTo>
                  <a:lnTo>
                    <a:pt x="95393" y="18969"/>
                  </a:lnTo>
                  <a:lnTo>
                    <a:pt x="99278" y="16917"/>
                  </a:lnTo>
                  <a:lnTo>
                    <a:pt x="99741" y="16672"/>
                  </a:lnTo>
                  <a:lnTo>
                    <a:pt x="100403" y="18245"/>
                  </a:lnTo>
                  <a:lnTo>
                    <a:pt x="103767" y="26239"/>
                  </a:lnTo>
                  <a:lnTo>
                    <a:pt x="107394" y="34802"/>
                  </a:lnTo>
                  <a:lnTo>
                    <a:pt x="107605" y="35302"/>
                  </a:lnTo>
                  <a:lnTo>
                    <a:pt x="107745" y="35769"/>
                  </a:lnTo>
                  <a:lnTo>
                    <a:pt x="107874" y="36075"/>
                  </a:lnTo>
                  <a:lnTo>
                    <a:pt x="109694" y="40378"/>
                  </a:lnTo>
                  <a:lnTo>
                    <a:pt x="111688" y="45288"/>
                  </a:lnTo>
                  <a:lnTo>
                    <a:pt x="111761" y="45449"/>
                  </a:lnTo>
                  <a:lnTo>
                    <a:pt x="112780" y="47678"/>
                  </a:lnTo>
                  <a:lnTo>
                    <a:pt x="114117" y="50811"/>
                  </a:lnTo>
                  <a:lnTo>
                    <a:pt x="116019" y="55266"/>
                  </a:lnTo>
                  <a:lnTo>
                    <a:pt x="116120" y="55505"/>
                  </a:lnTo>
                  <a:lnTo>
                    <a:pt x="118001" y="59912"/>
                  </a:lnTo>
                  <a:lnTo>
                    <a:pt x="118279" y="60564"/>
                  </a:lnTo>
                  <a:lnTo>
                    <a:pt x="118607" y="61329"/>
                  </a:lnTo>
                  <a:lnTo>
                    <a:pt x="123713" y="73248"/>
                  </a:lnTo>
                  <a:lnTo>
                    <a:pt x="123843" y="73550"/>
                  </a:lnTo>
                  <a:lnTo>
                    <a:pt x="126566" y="79906"/>
                  </a:lnTo>
                  <a:lnTo>
                    <a:pt x="127139" y="81245"/>
                  </a:lnTo>
                  <a:lnTo>
                    <a:pt x="128910" y="85378"/>
                  </a:lnTo>
                  <a:lnTo>
                    <a:pt x="129532" y="86830"/>
                  </a:lnTo>
                  <a:lnTo>
                    <a:pt x="128401" y="87295"/>
                  </a:lnTo>
                  <a:lnTo>
                    <a:pt x="113979" y="93228"/>
                  </a:lnTo>
                  <a:lnTo>
                    <a:pt x="112812" y="93708"/>
                  </a:lnTo>
                  <a:lnTo>
                    <a:pt x="113284" y="95177"/>
                  </a:lnTo>
                  <a:lnTo>
                    <a:pt x="115768" y="102908"/>
                  </a:lnTo>
                  <a:lnTo>
                    <a:pt x="116691" y="105783"/>
                  </a:lnTo>
                  <a:lnTo>
                    <a:pt x="116994" y="106726"/>
                  </a:lnTo>
                  <a:lnTo>
                    <a:pt x="117198" y="107361"/>
                  </a:lnTo>
                  <a:lnTo>
                    <a:pt x="117486" y="108247"/>
                  </a:lnTo>
                  <a:lnTo>
                    <a:pt x="117588" y="108560"/>
                  </a:lnTo>
                  <a:lnTo>
                    <a:pt x="90413" y="118437"/>
                  </a:lnTo>
                  <a:lnTo>
                    <a:pt x="85724" y="120141"/>
                  </a:lnTo>
                  <a:lnTo>
                    <a:pt x="80417" y="122081"/>
                  </a:lnTo>
                  <a:lnTo>
                    <a:pt x="77984" y="123531"/>
                  </a:lnTo>
                  <a:lnTo>
                    <a:pt x="75306" y="123374"/>
                  </a:lnTo>
                  <a:lnTo>
                    <a:pt x="73915" y="123293"/>
                  </a:lnTo>
                  <a:lnTo>
                    <a:pt x="67385" y="121706"/>
                  </a:lnTo>
                  <a:lnTo>
                    <a:pt x="64911" y="121106"/>
                  </a:lnTo>
                  <a:lnTo>
                    <a:pt x="63485" y="120759"/>
                  </a:lnTo>
                  <a:lnTo>
                    <a:pt x="61633" y="120799"/>
                  </a:lnTo>
                  <a:lnTo>
                    <a:pt x="58362" y="120870"/>
                  </a:lnTo>
                  <a:lnTo>
                    <a:pt x="56721" y="120906"/>
                  </a:lnTo>
                  <a:lnTo>
                    <a:pt x="55695" y="121215"/>
                  </a:lnTo>
                  <a:lnTo>
                    <a:pt x="52385" y="122211"/>
                  </a:lnTo>
                  <a:lnTo>
                    <a:pt x="49685" y="122288"/>
                  </a:lnTo>
                  <a:lnTo>
                    <a:pt x="45344" y="122412"/>
                  </a:lnTo>
                  <a:lnTo>
                    <a:pt x="44847" y="122169"/>
                  </a:lnTo>
                  <a:lnTo>
                    <a:pt x="42156" y="120855"/>
                  </a:lnTo>
                  <a:lnTo>
                    <a:pt x="40388" y="119991"/>
                  </a:lnTo>
                  <a:lnTo>
                    <a:pt x="38684" y="119624"/>
                  </a:lnTo>
                  <a:lnTo>
                    <a:pt x="36208" y="119091"/>
                  </a:lnTo>
                  <a:lnTo>
                    <a:pt x="29830" y="118980"/>
                  </a:lnTo>
                  <a:lnTo>
                    <a:pt x="25910" y="119394"/>
                  </a:lnTo>
                  <a:lnTo>
                    <a:pt x="24341" y="119410"/>
                  </a:lnTo>
                  <a:lnTo>
                    <a:pt x="21550" y="119439"/>
                  </a:lnTo>
                  <a:lnTo>
                    <a:pt x="21691" y="115635"/>
                  </a:lnTo>
                  <a:lnTo>
                    <a:pt x="21834" y="114112"/>
                  </a:lnTo>
                  <a:lnTo>
                    <a:pt x="21962" y="111567"/>
                  </a:lnTo>
                  <a:lnTo>
                    <a:pt x="22037" y="110087"/>
                  </a:lnTo>
                  <a:lnTo>
                    <a:pt x="21499" y="110041"/>
                  </a:lnTo>
                  <a:lnTo>
                    <a:pt x="21891" y="104725"/>
                  </a:lnTo>
                  <a:lnTo>
                    <a:pt x="22280" y="99457"/>
                  </a:lnTo>
                  <a:lnTo>
                    <a:pt x="22342" y="98617"/>
                  </a:lnTo>
                  <a:lnTo>
                    <a:pt x="33381" y="99406"/>
                  </a:lnTo>
                  <a:lnTo>
                    <a:pt x="33911" y="99418"/>
                  </a:lnTo>
                  <a:lnTo>
                    <a:pt x="35140" y="85054"/>
                  </a:lnTo>
                  <a:lnTo>
                    <a:pt x="35338" y="82748"/>
                  </a:lnTo>
                  <a:lnTo>
                    <a:pt x="35536" y="80438"/>
                  </a:lnTo>
                  <a:lnTo>
                    <a:pt x="35718" y="78307"/>
                  </a:lnTo>
                  <a:lnTo>
                    <a:pt x="35884" y="76367"/>
                  </a:lnTo>
                  <a:lnTo>
                    <a:pt x="36051" y="74415"/>
                  </a:lnTo>
                  <a:lnTo>
                    <a:pt x="36308" y="71417"/>
                  </a:lnTo>
                  <a:lnTo>
                    <a:pt x="27916" y="70936"/>
                  </a:lnTo>
                  <a:lnTo>
                    <a:pt x="27952" y="70615"/>
                  </a:lnTo>
                  <a:lnTo>
                    <a:pt x="28733" y="61536"/>
                  </a:lnTo>
                  <a:lnTo>
                    <a:pt x="28805" y="60700"/>
                  </a:lnTo>
                  <a:lnTo>
                    <a:pt x="30426" y="52816"/>
                  </a:lnTo>
                  <a:lnTo>
                    <a:pt x="32116" y="44592"/>
                  </a:lnTo>
                  <a:lnTo>
                    <a:pt x="30029" y="45547"/>
                  </a:lnTo>
                  <a:lnTo>
                    <a:pt x="24150" y="49600"/>
                  </a:lnTo>
                  <a:lnTo>
                    <a:pt x="21617" y="45162"/>
                  </a:lnTo>
                  <a:lnTo>
                    <a:pt x="20833" y="43653"/>
                  </a:lnTo>
                  <a:lnTo>
                    <a:pt x="20532" y="43547"/>
                  </a:lnTo>
                  <a:lnTo>
                    <a:pt x="19469" y="43901"/>
                  </a:lnTo>
                  <a:lnTo>
                    <a:pt x="18539" y="44312"/>
                  </a:lnTo>
                  <a:lnTo>
                    <a:pt x="16965" y="45009"/>
                  </a:lnTo>
                  <a:lnTo>
                    <a:pt x="16666" y="45198"/>
                  </a:lnTo>
                  <a:lnTo>
                    <a:pt x="15555" y="45902"/>
                  </a:lnTo>
                  <a:lnTo>
                    <a:pt x="14684" y="46486"/>
                  </a:lnTo>
                  <a:lnTo>
                    <a:pt x="13342" y="47975"/>
                  </a:lnTo>
                  <a:lnTo>
                    <a:pt x="12698" y="48942"/>
                  </a:lnTo>
                  <a:lnTo>
                    <a:pt x="12142" y="50181"/>
                  </a:lnTo>
                  <a:lnTo>
                    <a:pt x="11900" y="51118"/>
                  </a:lnTo>
                  <a:lnTo>
                    <a:pt x="11800" y="51506"/>
                  </a:lnTo>
                  <a:lnTo>
                    <a:pt x="11709" y="52766"/>
                  </a:lnTo>
                  <a:lnTo>
                    <a:pt x="11744" y="53181"/>
                  </a:lnTo>
                  <a:lnTo>
                    <a:pt x="11843" y="54389"/>
                  </a:lnTo>
                  <a:lnTo>
                    <a:pt x="12118" y="55604"/>
                  </a:lnTo>
                  <a:lnTo>
                    <a:pt x="12206" y="55991"/>
                  </a:lnTo>
                  <a:lnTo>
                    <a:pt x="12689" y="57470"/>
                  </a:lnTo>
                  <a:lnTo>
                    <a:pt x="13490" y="59923"/>
                  </a:lnTo>
                  <a:lnTo>
                    <a:pt x="13894" y="61161"/>
                  </a:lnTo>
                  <a:lnTo>
                    <a:pt x="14169" y="62074"/>
                  </a:lnTo>
                  <a:lnTo>
                    <a:pt x="14492" y="63148"/>
                  </a:lnTo>
                  <a:lnTo>
                    <a:pt x="14628" y="63869"/>
                  </a:lnTo>
                  <a:lnTo>
                    <a:pt x="14660" y="64551"/>
                  </a:lnTo>
                  <a:lnTo>
                    <a:pt x="14337" y="64660"/>
                  </a:lnTo>
                  <a:lnTo>
                    <a:pt x="12348" y="65331"/>
                  </a:lnTo>
                  <a:lnTo>
                    <a:pt x="11920" y="65475"/>
                  </a:lnTo>
                  <a:lnTo>
                    <a:pt x="11375" y="64827"/>
                  </a:lnTo>
                  <a:lnTo>
                    <a:pt x="11001" y="63921"/>
                  </a:lnTo>
                  <a:lnTo>
                    <a:pt x="10816" y="63472"/>
                  </a:lnTo>
                  <a:lnTo>
                    <a:pt x="10472" y="63380"/>
                  </a:lnTo>
                  <a:lnTo>
                    <a:pt x="10217" y="63311"/>
                  </a:lnTo>
                  <a:lnTo>
                    <a:pt x="9871" y="63219"/>
                  </a:lnTo>
                  <a:lnTo>
                    <a:pt x="9417" y="63098"/>
                  </a:lnTo>
                  <a:lnTo>
                    <a:pt x="9079" y="62878"/>
                  </a:lnTo>
                  <a:lnTo>
                    <a:pt x="8654" y="62601"/>
                  </a:lnTo>
                  <a:lnTo>
                    <a:pt x="8518" y="62461"/>
                  </a:lnTo>
                  <a:lnTo>
                    <a:pt x="8036" y="61929"/>
                  </a:lnTo>
                  <a:lnTo>
                    <a:pt x="8017" y="61765"/>
                  </a:lnTo>
                  <a:lnTo>
                    <a:pt x="8047" y="61627"/>
                  </a:lnTo>
                  <a:lnTo>
                    <a:pt x="7930" y="61353"/>
                  </a:lnTo>
                  <a:lnTo>
                    <a:pt x="7677" y="60761"/>
                  </a:lnTo>
                  <a:lnTo>
                    <a:pt x="7516" y="60385"/>
                  </a:lnTo>
                  <a:lnTo>
                    <a:pt x="7291" y="60104"/>
                  </a:lnTo>
                  <a:lnTo>
                    <a:pt x="6490" y="59103"/>
                  </a:lnTo>
                  <a:lnTo>
                    <a:pt x="6140" y="58715"/>
                  </a:lnTo>
                  <a:lnTo>
                    <a:pt x="5988" y="58548"/>
                  </a:lnTo>
                  <a:lnTo>
                    <a:pt x="5867" y="58361"/>
                  </a:lnTo>
                  <a:lnTo>
                    <a:pt x="5625" y="57991"/>
                  </a:lnTo>
                  <a:lnTo>
                    <a:pt x="5216" y="57494"/>
                  </a:lnTo>
                  <a:lnTo>
                    <a:pt x="4294" y="56808"/>
                  </a:lnTo>
                  <a:lnTo>
                    <a:pt x="2773" y="56669"/>
                  </a:lnTo>
                  <a:lnTo>
                    <a:pt x="0" y="54518"/>
                  </a:lnTo>
                  <a:lnTo>
                    <a:pt x="56" y="52198"/>
                  </a:lnTo>
                  <a:lnTo>
                    <a:pt x="2093" y="49198"/>
                  </a:lnTo>
                  <a:lnTo>
                    <a:pt x="5960" y="48872"/>
                  </a:lnTo>
                  <a:lnTo>
                    <a:pt x="5675" y="46745"/>
                  </a:lnTo>
                  <a:lnTo>
                    <a:pt x="5302" y="43965"/>
                  </a:lnTo>
                  <a:lnTo>
                    <a:pt x="7048" y="41832"/>
                  </a:lnTo>
                  <a:lnTo>
                    <a:pt x="9689" y="38921"/>
                  </a:lnTo>
                  <a:lnTo>
                    <a:pt x="9907" y="38594"/>
                  </a:lnTo>
                  <a:lnTo>
                    <a:pt x="11040" y="35724"/>
                  </a:lnTo>
                  <a:lnTo>
                    <a:pt x="10881" y="34370"/>
                  </a:lnTo>
                  <a:lnTo>
                    <a:pt x="11557" y="30377"/>
                  </a:lnTo>
                  <a:lnTo>
                    <a:pt x="11883" y="29531"/>
                  </a:lnTo>
                  <a:lnTo>
                    <a:pt x="12414" y="29014"/>
                  </a:lnTo>
                  <a:lnTo>
                    <a:pt x="22593" y="24627"/>
                  </a:lnTo>
                  <a:lnTo>
                    <a:pt x="27628" y="24182"/>
                  </a:lnTo>
                  <a:lnTo>
                    <a:pt x="32668" y="24182"/>
                  </a:lnTo>
                  <a:lnTo>
                    <a:pt x="33341" y="24424"/>
                  </a:lnTo>
                  <a:lnTo>
                    <a:pt x="36540" y="28187"/>
                  </a:lnTo>
                  <a:lnTo>
                    <a:pt x="37908" y="28888"/>
                  </a:lnTo>
                  <a:lnTo>
                    <a:pt x="40778" y="30457"/>
                  </a:lnTo>
                  <a:lnTo>
                    <a:pt x="42214" y="31692"/>
                  </a:lnTo>
                  <a:lnTo>
                    <a:pt x="44417" y="30791"/>
                  </a:lnTo>
                  <a:lnTo>
                    <a:pt x="42514" y="29022"/>
                  </a:lnTo>
                  <a:lnTo>
                    <a:pt x="40612" y="26285"/>
                  </a:lnTo>
                  <a:lnTo>
                    <a:pt x="39744" y="24549"/>
                  </a:lnTo>
                  <a:lnTo>
                    <a:pt x="39583" y="23302"/>
                  </a:lnTo>
                  <a:lnTo>
                    <a:pt x="38487" y="12421"/>
                  </a:lnTo>
                  <a:lnTo>
                    <a:pt x="39555" y="9274"/>
                  </a:lnTo>
                  <a:lnTo>
                    <a:pt x="40269" y="8261"/>
                  </a:lnTo>
                  <a:lnTo>
                    <a:pt x="52721" y="11791"/>
                  </a:lnTo>
                  <a:lnTo>
                    <a:pt x="52185" y="7427"/>
                  </a:lnTo>
                  <a:lnTo>
                    <a:pt x="52560" y="361"/>
                  </a:lnTo>
                  <a:lnTo>
                    <a:pt x="53031" y="0"/>
                  </a:lnTo>
                  <a:lnTo>
                    <a:pt x="55185" y="561"/>
                  </a:lnTo>
                  <a:lnTo>
                    <a:pt x="66586" y="3779"/>
                  </a:lnTo>
                  <a:lnTo>
                    <a:pt x="66759" y="5288"/>
                  </a:lnTo>
                  <a:lnTo>
                    <a:pt x="64858" y="93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2991880" y="3371814"/>
              <a:ext cx="136767" cy="168359"/>
            </a:xfrm>
            <a:custGeom>
              <a:avLst/>
              <a:pathLst>
                <a:path w="136767" h="168359">
                  <a:moveTo>
                    <a:pt x="34900" y="13377"/>
                  </a:moveTo>
                  <a:lnTo>
                    <a:pt x="35511" y="13846"/>
                  </a:lnTo>
                  <a:lnTo>
                    <a:pt x="38199" y="12655"/>
                  </a:lnTo>
                  <a:lnTo>
                    <a:pt x="38560" y="12492"/>
                  </a:lnTo>
                  <a:lnTo>
                    <a:pt x="38914" y="12929"/>
                  </a:lnTo>
                  <a:lnTo>
                    <a:pt x="39043" y="13081"/>
                  </a:lnTo>
                  <a:lnTo>
                    <a:pt x="39707" y="13860"/>
                  </a:lnTo>
                  <a:lnTo>
                    <a:pt x="41267" y="15690"/>
                  </a:lnTo>
                  <a:lnTo>
                    <a:pt x="40385" y="16695"/>
                  </a:lnTo>
                  <a:lnTo>
                    <a:pt x="40031" y="17099"/>
                  </a:lnTo>
                  <a:lnTo>
                    <a:pt x="39849" y="17306"/>
                  </a:lnTo>
                  <a:lnTo>
                    <a:pt x="39484" y="17540"/>
                  </a:lnTo>
                  <a:lnTo>
                    <a:pt x="39065" y="17610"/>
                  </a:lnTo>
                  <a:lnTo>
                    <a:pt x="37481" y="17874"/>
                  </a:lnTo>
                  <a:lnTo>
                    <a:pt x="37043" y="17947"/>
                  </a:lnTo>
                  <a:lnTo>
                    <a:pt x="37910" y="18222"/>
                  </a:lnTo>
                  <a:lnTo>
                    <a:pt x="38112" y="18285"/>
                  </a:lnTo>
                  <a:lnTo>
                    <a:pt x="38464" y="18421"/>
                  </a:lnTo>
                  <a:lnTo>
                    <a:pt x="41508" y="19587"/>
                  </a:lnTo>
                  <a:lnTo>
                    <a:pt x="42099" y="19813"/>
                  </a:lnTo>
                  <a:lnTo>
                    <a:pt x="42452" y="19949"/>
                  </a:lnTo>
                  <a:lnTo>
                    <a:pt x="42801" y="20083"/>
                  </a:lnTo>
                  <a:lnTo>
                    <a:pt x="43159" y="20220"/>
                  </a:lnTo>
                  <a:lnTo>
                    <a:pt x="43433" y="20406"/>
                  </a:lnTo>
                  <a:lnTo>
                    <a:pt x="43550" y="20610"/>
                  </a:lnTo>
                  <a:lnTo>
                    <a:pt x="43604" y="21004"/>
                  </a:lnTo>
                  <a:lnTo>
                    <a:pt x="43653" y="21219"/>
                  </a:lnTo>
                  <a:lnTo>
                    <a:pt x="43818" y="21952"/>
                  </a:lnTo>
                  <a:lnTo>
                    <a:pt x="43870" y="22654"/>
                  </a:lnTo>
                  <a:lnTo>
                    <a:pt x="44175" y="23319"/>
                  </a:lnTo>
                  <a:lnTo>
                    <a:pt x="44465" y="23667"/>
                  </a:lnTo>
                  <a:lnTo>
                    <a:pt x="44789" y="24058"/>
                  </a:lnTo>
                  <a:lnTo>
                    <a:pt x="45664" y="25110"/>
                  </a:lnTo>
                  <a:lnTo>
                    <a:pt x="45927" y="25189"/>
                  </a:lnTo>
                  <a:lnTo>
                    <a:pt x="46644" y="25619"/>
                  </a:lnTo>
                  <a:lnTo>
                    <a:pt x="47433" y="26487"/>
                  </a:lnTo>
                  <a:lnTo>
                    <a:pt x="47604" y="26767"/>
                  </a:lnTo>
                  <a:lnTo>
                    <a:pt x="48294" y="27906"/>
                  </a:lnTo>
                  <a:lnTo>
                    <a:pt x="48609" y="28282"/>
                  </a:lnTo>
                  <a:lnTo>
                    <a:pt x="49058" y="28601"/>
                  </a:lnTo>
                  <a:lnTo>
                    <a:pt x="49230" y="28724"/>
                  </a:lnTo>
                  <a:lnTo>
                    <a:pt x="49823" y="28988"/>
                  </a:lnTo>
                  <a:lnTo>
                    <a:pt x="50312" y="29364"/>
                  </a:lnTo>
                  <a:lnTo>
                    <a:pt x="50936" y="30222"/>
                  </a:lnTo>
                  <a:lnTo>
                    <a:pt x="51282" y="30491"/>
                  </a:lnTo>
                  <a:lnTo>
                    <a:pt x="51954" y="31015"/>
                  </a:lnTo>
                  <a:lnTo>
                    <a:pt x="52971" y="32039"/>
                  </a:lnTo>
                  <a:lnTo>
                    <a:pt x="54350" y="33215"/>
                  </a:lnTo>
                  <a:lnTo>
                    <a:pt x="55177" y="33919"/>
                  </a:lnTo>
                  <a:lnTo>
                    <a:pt x="53876" y="35622"/>
                  </a:lnTo>
                  <a:lnTo>
                    <a:pt x="51687" y="37490"/>
                  </a:lnTo>
                  <a:lnTo>
                    <a:pt x="49336" y="39065"/>
                  </a:lnTo>
                  <a:lnTo>
                    <a:pt x="43386" y="43049"/>
                  </a:lnTo>
                  <a:lnTo>
                    <a:pt x="45776" y="43681"/>
                  </a:lnTo>
                  <a:lnTo>
                    <a:pt x="55971" y="46375"/>
                  </a:lnTo>
                  <a:lnTo>
                    <a:pt x="61362" y="47762"/>
                  </a:lnTo>
                  <a:lnTo>
                    <a:pt x="63859" y="48404"/>
                  </a:lnTo>
                  <a:lnTo>
                    <a:pt x="64051" y="48454"/>
                  </a:lnTo>
                  <a:lnTo>
                    <a:pt x="75425" y="51512"/>
                  </a:lnTo>
                  <a:lnTo>
                    <a:pt x="82874" y="53540"/>
                  </a:lnTo>
                  <a:lnTo>
                    <a:pt x="87200" y="54720"/>
                  </a:lnTo>
                  <a:lnTo>
                    <a:pt x="83706" y="62958"/>
                  </a:lnTo>
                  <a:lnTo>
                    <a:pt x="83862" y="63327"/>
                  </a:lnTo>
                  <a:lnTo>
                    <a:pt x="86168" y="68759"/>
                  </a:lnTo>
                  <a:lnTo>
                    <a:pt x="87234" y="71268"/>
                  </a:lnTo>
                  <a:lnTo>
                    <a:pt x="88548" y="74363"/>
                  </a:lnTo>
                  <a:lnTo>
                    <a:pt x="88696" y="74712"/>
                  </a:lnTo>
                  <a:lnTo>
                    <a:pt x="90625" y="79255"/>
                  </a:lnTo>
                  <a:lnTo>
                    <a:pt x="91998" y="82488"/>
                  </a:lnTo>
                  <a:lnTo>
                    <a:pt x="93946" y="87077"/>
                  </a:lnTo>
                  <a:lnTo>
                    <a:pt x="99355" y="99911"/>
                  </a:lnTo>
                  <a:lnTo>
                    <a:pt x="101535" y="104946"/>
                  </a:lnTo>
                  <a:lnTo>
                    <a:pt x="106334" y="103141"/>
                  </a:lnTo>
                  <a:lnTo>
                    <a:pt x="110314" y="101456"/>
                  </a:lnTo>
                  <a:lnTo>
                    <a:pt x="115486" y="99401"/>
                  </a:lnTo>
                  <a:lnTo>
                    <a:pt x="117226" y="98709"/>
                  </a:lnTo>
                  <a:lnTo>
                    <a:pt x="120540" y="97392"/>
                  </a:lnTo>
                  <a:lnTo>
                    <a:pt x="124924" y="95811"/>
                  </a:lnTo>
                  <a:lnTo>
                    <a:pt x="125885" y="97416"/>
                  </a:lnTo>
                  <a:lnTo>
                    <a:pt x="126732" y="98159"/>
                  </a:lnTo>
                  <a:lnTo>
                    <a:pt x="127245" y="98967"/>
                  </a:lnTo>
                  <a:lnTo>
                    <a:pt x="129671" y="100564"/>
                  </a:lnTo>
                  <a:lnTo>
                    <a:pt x="130250" y="100778"/>
                  </a:lnTo>
                  <a:lnTo>
                    <a:pt x="131363" y="101188"/>
                  </a:lnTo>
                  <a:lnTo>
                    <a:pt x="132431" y="101250"/>
                  </a:lnTo>
                  <a:lnTo>
                    <a:pt x="134590" y="101436"/>
                  </a:lnTo>
                  <a:lnTo>
                    <a:pt x="134857" y="106786"/>
                  </a:lnTo>
                  <a:lnTo>
                    <a:pt x="134924" y="108622"/>
                  </a:lnTo>
                  <a:lnTo>
                    <a:pt x="134929" y="108753"/>
                  </a:lnTo>
                  <a:lnTo>
                    <a:pt x="134994" y="110565"/>
                  </a:lnTo>
                  <a:lnTo>
                    <a:pt x="135104" y="111730"/>
                  </a:lnTo>
                  <a:lnTo>
                    <a:pt x="135271" y="115078"/>
                  </a:lnTo>
                  <a:lnTo>
                    <a:pt x="135419" y="118039"/>
                  </a:lnTo>
                  <a:lnTo>
                    <a:pt x="132378" y="118419"/>
                  </a:lnTo>
                  <a:lnTo>
                    <a:pt x="128114" y="119303"/>
                  </a:lnTo>
                  <a:lnTo>
                    <a:pt x="126457" y="119646"/>
                  </a:lnTo>
                  <a:lnTo>
                    <a:pt x="124379" y="120441"/>
                  </a:lnTo>
                  <a:lnTo>
                    <a:pt x="123631" y="120727"/>
                  </a:lnTo>
                  <a:lnTo>
                    <a:pt x="114070" y="124652"/>
                  </a:lnTo>
                  <a:lnTo>
                    <a:pt x="114423" y="125496"/>
                  </a:lnTo>
                  <a:lnTo>
                    <a:pt x="117019" y="131684"/>
                  </a:lnTo>
                  <a:lnTo>
                    <a:pt x="117113" y="131908"/>
                  </a:lnTo>
                  <a:lnTo>
                    <a:pt x="118971" y="136338"/>
                  </a:lnTo>
                  <a:lnTo>
                    <a:pt x="121110" y="135774"/>
                  </a:lnTo>
                  <a:lnTo>
                    <a:pt x="122873" y="135258"/>
                  </a:lnTo>
                  <a:lnTo>
                    <a:pt x="129104" y="133437"/>
                  </a:lnTo>
                  <a:lnTo>
                    <a:pt x="130290" y="133071"/>
                  </a:lnTo>
                  <a:lnTo>
                    <a:pt x="131208" y="132787"/>
                  </a:lnTo>
                  <a:lnTo>
                    <a:pt x="135544" y="131446"/>
                  </a:lnTo>
                  <a:lnTo>
                    <a:pt x="136205" y="134041"/>
                  </a:lnTo>
                  <a:lnTo>
                    <a:pt x="136399" y="134803"/>
                  </a:lnTo>
                  <a:lnTo>
                    <a:pt x="136523" y="135527"/>
                  </a:lnTo>
                  <a:lnTo>
                    <a:pt x="136697" y="136413"/>
                  </a:lnTo>
                  <a:lnTo>
                    <a:pt x="136767" y="136958"/>
                  </a:lnTo>
                  <a:lnTo>
                    <a:pt x="124363" y="141388"/>
                  </a:lnTo>
                  <a:lnTo>
                    <a:pt x="120224" y="142923"/>
                  </a:lnTo>
                  <a:lnTo>
                    <a:pt x="107367" y="147493"/>
                  </a:lnTo>
                  <a:lnTo>
                    <a:pt x="100040" y="150097"/>
                  </a:lnTo>
                  <a:lnTo>
                    <a:pt x="94023" y="152236"/>
                  </a:lnTo>
                  <a:lnTo>
                    <a:pt x="93750" y="152333"/>
                  </a:lnTo>
                  <a:lnTo>
                    <a:pt x="86478" y="154930"/>
                  </a:lnTo>
                  <a:lnTo>
                    <a:pt x="66175" y="162181"/>
                  </a:lnTo>
                  <a:lnTo>
                    <a:pt x="49831" y="168018"/>
                  </a:lnTo>
                  <a:lnTo>
                    <a:pt x="49464" y="168149"/>
                  </a:lnTo>
                  <a:lnTo>
                    <a:pt x="49120" y="168272"/>
                  </a:lnTo>
                  <a:lnTo>
                    <a:pt x="48701" y="168359"/>
                  </a:lnTo>
                  <a:lnTo>
                    <a:pt x="48618" y="168105"/>
                  </a:lnTo>
                  <a:lnTo>
                    <a:pt x="48330" y="167219"/>
                  </a:lnTo>
                  <a:lnTo>
                    <a:pt x="48126" y="166584"/>
                  </a:lnTo>
                  <a:lnTo>
                    <a:pt x="47823" y="165641"/>
                  </a:lnTo>
                  <a:lnTo>
                    <a:pt x="46900" y="162766"/>
                  </a:lnTo>
                  <a:lnTo>
                    <a:pt x="44416" y="155035"/>
                  </a:lnTo>
                  <a:lnTo>
                    <a:pt x="43944" y="153566"/>
                  </a:lnTo>
                  <a:lnTo>
                    <a:pt x="45111" y="153086"/>
                  </a:lnTo>
                  <a:lnTo>
                    <a:pt x="59533" y="147153"/>
                  </a:lnTo>
                  <a:lnTo>
                    <a:pt x="60664" y="146688"/>
                  </a:lnTo>
                  <a:lnTo>
                    <a:pt x="60042" y="145235"/>
                  </a:lnTo>
                  <a:lnTo>
                    <a:pt x="58271" y="141102"/>
                  </a:lnTo>
                  <a:lnTo>
                    <a:pt x="57698" y="139764"/>
                  </a:lnTo>
                  <a:lnTo>
                    <a:pt x="54975" y="133408"/>
                  </a:lnTo>
                  <a:lnTo>
                    <a:pt x="54845" y="133105"/>
                  </a:lnTo>
                  <a:lnTo>
                    <a:pt x="49739" y="121186"/>
                  </a:lnTo>
                  <a:lnTo>
                    <a:pt x="49384" y="120357"/>
                  </a:lnTo>
                  <a:lnTo>
                    <a:pt x="49133" y="119770"/>
                  </a:lnTo>
                  <a:lnTo>
                    <a:pt x="47252" y="115363"/>
                  </a:lnTo>
                  <a:lnTo>
                    <a:pt x="47150" y="115124"/>
                  </a:lnTo>
                  <a:lnTo>
                    <a:pt x="45249" y="110669"/>
                  </a:lnTo>
                  <a:lnTo>
                    <a:pt x="43912" y="107536"/>
                  </a:lnTo>
                  <a:lnTo>
                    <a:pt x="42893" y="105307"/>
                  </a:lnTo>
                  <a:lnTo>
                    <a:pt x="42820" y="105146"/>
                  </a:lnTo>
                  <a:lnTo>
                    <a:pt x="40826" y="100236"/>
                  </a:lnTo>
                  <a:lnTo>
                    <a:pt x="39006" y="95933"/>
                  </a:lnTo>
                  <a:lnTo>
                    <a:pt x="38877" y="95627"/>
                  </a:lnTo>
                  <a:lnTo>
                    <a:pt x="38737" y="95160"/>
                  </a:lnTo>
                  <a:lnTo>
                    <a:pt x="38526" y="94660"/>
                  </a:lnTo>
                  <a:lnTo>
                    <a:pt x="34899" y="86097"/>
                  </a:lnTo>
                  <a:lnTo>
                    <a:pt x="31535" y="78103"/>
                  </a:lnTo>
                  <a:lnTo>
                    <a:pt x="30873" y="76530"/>
                  </a:lnTo>
                  <a:lnTo>
                    <a:pt x="30410" y="76775"/>
                  </a:lnTo>
                  <a:lnTo>
                    <a:pt x="26525" y="78827"/>
                  </a:lnTo>
                  <a:lnTo>
                    <a:pt x="25129" y="79653"/>
                  </a:lnTo>
                  <a:lnTo>
                    <a:pt x="21926" y="81549"/>
                  </a:lnTo>
                  <a:lnTo>
                    <a:pt x="17923" y="83792"/>
                  </a:lnTo>
                  <a:lnTo>
                    <a:pt x="17695" y="83551"/>
                  </a:lnTo>
                  <a:lnTo>
                    <a:pt x="17568" y="83416"/>
                  </a:lnTo>
                  <a:lnTo>
                    <a:pt x="16673" y="82470"/>
                  </a:lnTo>
                  <a:lnTo>
                    <a:pt x="16498" y="82285"/>
                  </a:lnTo>
                  <a:lnTo>
                    <a:pt x="15969" y="81711"/>
                  </a:lnTo>
                  <a:lnTo>
                    <a:pt x="14581" y="80205"/>
                  </a:lnTo>
                  <a:lnTo>
                    <a:pt x="14447" y="80119"/>
                  </a:lnTo>
                  <a:lnTo>
                    <a:pt x="14123" y="79791"/>
                  </a:lnTo>
                  <a:lnTo>
                    <a:pt x="16093" y="75022"/>
                  </a:lnTo>
                  <a:lnTo>
                    <a:pt x="17594" y="68807"/>
                  </a:lnTo>
                  <a:lnTo>
                    <a:pt x="19218" y="65560"/>
                  </a:lnTo>
                  <a:lnTo>
                    <a:pt x="17925" y="64289"/>
                  </a:lnTo>
                  <a:lnTo>
                    <a:pt x="18132" y="62860"/>
                  </a:lnTo>
                  <a:lnTo>
                    <a:pt x="18961" y="62313"/>
                  </a:lnTo>
                  <a:lnTo>
                    <a:pt x="18748" y="60605"/>
                  </a:lnTo>
                  <a:lnTo>
                    <a:pt x="14268" y="59983"/>
                  </a:lnTo>
                  <a:lnTo>
                    <a:pt x="13108" y="59750"/>
                  </a:lnTo>
                  <a:lnTo>
                    <a:pt x="13170" y="58051"/>
                  </a:lnTo>
                  <a:lnTo>
                    <a:pt x="13224" y="56573"/>
                  </a:lnTo>
                  <a:lnTo>
                    <a:pt x="15331" y="55773"/>
                  </a:lnTo>
                  <a:lnTo>
                    <a:pt x="19773" y="47702"/>
                  </a:lnTo>
                  <a:lnTo>
                    <a:pt x="15885" y="44712"/>
                  </a:lnTo>
                  <a:lnTo>
                    <a:pt x="12937" y="42148"/>
                  </a:lnTo>
                  <a:lnTo>
                    <a:pt x="11513" y="43203"/>
                  </a:lnTo>
                  <a:lnTo>
                    <a:pt x="8993" y="40839"/>
                  </a:lnTo>
                  <a:lnTo>
                    <a:pt x="6016" y="38047"/>
                  </a:lnTo>
                  <a:lnTo>
                    <a:pt x="7233" y="29007"/>
                  </a:lnTo>
                  <a:lnTo>
                    <a:pt x="7266" y="28653"/>
                  </a:lnTo>
                  <a:lnTo>
                    <a:pt x="0" y="25163"/>
                  </a:lnTo>
                  <a:lnTo>
                    <a:pt x="7519" y="12859"/>
                  </a:lnTo>
                  <a:lnTo>
                    <a:pt x="12816" y="2178"/>
                  </a:lnTo>
                  <a:lnTo>
                    <a:pt x="20976" y="0"/>
                  </a:lnTo>
                  <a:lnTo>
                    <a:pt x="21200" y="147"/>
                  </a:lnTo>
                  <a:lnTo>
                    <a:pt x="22243" y="837"/>
                  </a:lnTo>
                  <a:lnTo>
                    <a:pt x="23391" y="1596"/>
                  </a:lnTo>
                  <a:lnTo>
                    <a:pt x="23497" y="2169"/>
                  </a:lnTo>
                  <a:lnTo>
                    <a:pt x="26019" y="3752"/>
                  </a:lnTo>
                  <a:lnTo>
                    <a:pt x="29662" y="7369"/>
                  </a:lnTo>
                  <a:lnTo>
                    <a:pt x="32331" y="10630"/>
                  </a:lnTo>
                  <a:lnTo>
                    <a:pt x="32552" y="10866"/>
                  </a:lnTo>
                  <a:lnTo>
                    <a:pt x="33216" y="1157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3022811" y="3332192"/>
              <a:ext cx="120931" cy="144568"/>
            </a:xfrm>
            <a:custGeom>
              <a:avLst/>
              <a:pathLst>
                <a:path w="120931" h="144568">
                  <a:moveTo>
                    <a:pt x="84796" y="1416"/>
                  </a:moveTo>
                  <a:lnTo>
                    <a:pt x="82219" y="7127"/>
                  </a:lnTo>
                  <a:lnTo>
                    <a:pt x="85359" y="8537"/>
                  </a:lnTo>
                  <a:lnTo>
                    <a:pt x="86765" y="5087"/>
                  </a:lnTo>
                  <a:lnTo>
                    <a:pt x="89405" y="6253"/>
                  </a:lnTo>
                  <a:lnTo>
                    <a:pt x="86170" y="15099"/>
                  </a:lnTo>
                  <a:lnTo>
                    <a:pt x="85686" y="16634"/>
                  </a:lnTo>
                  <a:lnTo>
                    <a:pt x="89481" y="17569"/>
                  </a:lnTo>
                  <a:lnTo>
                    <a:pt x="91582" y="18086"/>
                  </a:lnTo>
                  <a:lnTo>
                    <a:pt x="90683" y="22148"/>
                  </a:lnTo>
                  <a:lnTo>
                    <a:pt x="90428" y="23299"/>
                  </a:lnTo>
                  <a:lnTo>
                    <a:pt x="91427" y="23105"/>
                  </a:lnTo>
                  <a:lnTo>
                    <a:pt x="97264" y="21974"/>
                  </a:lnTo>
                  <a:lnTo>
                    <a:pt x="101066" y="26204"/>
                  </a:lnTo>
                  <a:lnTo>
                    <a:pt x="105595" y="29621"/>
                  </a:lnTo>
                  <a:lnTo>
                    <a:pt x="106577" y="30604"/>
                  </a:lnTo>
                  <a:lnTo>
                    <a:pt x="104265" y="34967"/>
                  </a:lnTo>
                  <a:lnTo>
                    <a:pt x="106877" y="34791"/>
                  </a:lnTo>
                  <a:lnTo>
                    <a:pt x="109055" y="35389"/>
                  </a:lnTo>
                  <a:lnTo>
                    <a:pt x="111704" y="37141"/>
                  </a:lnTo>
                  <a:lnTo>
                    <a:pt x="114951" y="40046"/>
                  </a:lnTo>
                  <a:lnTo>
                    <a:pt x="119138" y="42908"/>
                  </a:lnTo>
                  <a:lnTo>
                    <a:pt x="120931" y="45597"/>
                  </a:lnTo>
                  <a:lnTo>
                    <a:pt x="120616" y="50748"/>
                  </a:lnTo>
                  <a:lnTo>
                    <a:pt x="116023" y="59506"/>
                  </a:lnTo>
                  <a:lnTo>
                    <a:pt x="114613" y="60147"/>
                  </a:lnTo>
                  <a:lnTo>
                    <a:pt x="107286" y="58245"/>
                  </a:lnTo>
                  <a:lnTo>
                    <a:pt x="106368" y="58694"/>
                  </a:lnTo>
                  <a:lnTo>
                    <a:pt x="105492" y="61279"/>
                  </a:lnTo>
                  <a:lnTo>
                    <a:pt x="106218" y="63244"/>
                  </a:lnTo>
                  <a:lnTo>
                    <a:pt x="106944" y="64355"/>
                  </a:lnTo>
                  <a:lnTo>
                    <a:pt x="108702" y="66864"/>
                  </a:lnTo>
                  <a:lnTo>
                    <a:pt x="108108" y="69961"/>
                  </a:lnTo>
                  <a:lnTo>
                    <a:pt x="108052" y="70251"/>
                  </a:lnTo>
                  <a:lnTo>
                    <a:pt x="104250" y="70037"/>
                  </a:lnTo>
                  <a:lnTo>
                    <a:pt x="103462" y="69631"/>
                  </a:lnTo>
                  <a:lnTo>
                    <a:pt x="102924" y="70328"/>
                  </a:lnTo>
                  <a:lnTo>
                    <a:pt x="103529" y="71242"/>
                  </a:lnTo>
                  <a:lnTo>
                    <a:pt x="104560" y="72798"/>
                  </a:lnTo>
                  <a:lnTo>
                    <a:pt x="104486" y="73891"/>
                  </a:lnTo>
                  <a:lnTo>
                    <a:pt x="104426" y="74767"/>
                  </a:lnTo>
                  <a:lnTo>
                    <a:pt x="103392" y="75502"/>
                  </a:lnTo>
                  <a:lnTo>
                    <a:pt x="101756" y="75802"/>
                  </a:lnTo>
                  <a:lnTo>
                    <a:pt x="99186" y="78472"/>
                  </a:lnTo>
                  <a:lnTo>
                    <a:pt x="98785" y="79640"/>
                  </a:lnTo>
                  <a:lnTo>
                    <a:pt x="97016" y="80975"/>
                  </a:lnTo>
                  <a:lnTo>
                    <a:pt x="94512" y="85631"/>
                  </a:lnTo>
                  <a:lnTo>
                    <a:pt x="95986" y="87575"/>
                  </a:lnTo>
                  <a:lnTo>
                    <a:pt x="95965" y="90031"/>
                  </a:lnTo>
                  <a:lnTo>
                    <a:pt x="90975" y="91723"/>
                  </a:lnTo>
                  <a:lnTo>
                    <a:pt x="94713" y="99600"/>
                  </a:lnTo>
                  <a:lnTo>
                    <a:pt x="94713" y="101235"/>
                  </a:lnTo>
                  <a:lnTo>
                    <a:pt x="93178" y="103972"/>
                  </a:lnTo>
                  <a:lnTo>
                    <a:pt x="92410" y="107944"/>
                  </a:lnTo>
                  <a:lnTo>
                    <a:pt x="94580" y="110080"/>
                  </a:lnTo>
                  <a:lnTo>
                    <a:pt x="95948" y="111716"/>
                  </a:lnTo>
                  <a:lnTo>
                    <a:pt x="97450" y="111315"/>
                  </a:lnTo>
                  <a:lnTo>
                    <a:pt x="97784" y="109246"/>
                  </a:lnTo>
                  <a:lnTo>
                    <a:pt x="99486" y="104540"/>
                  </a:lnTo>
                  <a:lnTo>
                    <a:pt x="100425" y="103467"/>
                  </a:lnTo>
                  <a:lnTo>
                    <a:pt x="101356" y="102404"/>
                  </a:lnTo>
                  <a:lnTo>
                    <a:pt x="102577" y="90950"/>
                  </a:lnTo>
                  <a:lnTo>
                    <a:pt x="103606" y="90950"/>
                  </a:lnTo>
                  <a:lnTo>
                    <a:pt x="104801" y="90950"/>
                  </a:lnTo>
                  <a:lnTo>
                    <a:pt x="106486" y="90950"/>
                  </a:lnTo>
                  <a:lnTo>
                    <a:pt x="106470" y="91120"/>
                  </a:lnTo>
                  <a:lnTo>
                    <a:pt x="106198" y="93882"/>
                  </a:lnTo>
                  <a:lnTo>
                    <a:pt x="106833" y="93953"/>
                  </a:lnTo>
                  <a:lnTo>
                    <a:pt x="108473" y="94138"/>
                  </a:lnTo>
                  <a:lnTo>
                    <a:pt x="108692" y="94345"/>
                  </a:lnTo>
                  <a:lnTo>
                    <a:pt x="114572" y="99889"/>
                  </a:lnTo>
                  <a:lnTo>
                    <a:pt x="114712" y="100788"/>
                  </a:lnTo>
                  <a:lnTo>
                    <a:pt x="114442" y="102145"/>
                  </a:lnTo>
                  <a:lnTo>
                    <a:pt x="108345" y="102078"/>
                  </a:lnTo>
                  <a:lnTo>
                    <a:pt x="108375" y="103177"/>
                  </a:lnTo>
                  <a:lnTo>
                    <a:pt x="108357" y="103840"/>
                  </a:lnTo>
                  <a:lnTo>
                    <a:pt x="108292" y="106278"/>
                  </a:lnTo>
                  <a:lnTo>
                    <a:pt x="108332" y="108123"/>
                  </a:lnTo>
                  <a:lnTo>
                    <a:pt x="109266" y="108271"/>
                  </a:lnTo>
                  <a:lnTo>
                    <a:pt x="111881" y="106917"/>
                  </a:lnTo>
                  <a:lnTo>
                    <a:pt x="113971" y="110224"/>
                  </a:lnTo>
                  <a:lnTo>
                    <a:pt x="113575" y="110439"/>
                  </a:lnTo>
                  <a:lnTo>
                    <a:pt x="113383" y="110543"/>
                  </a:lnTo>
                  <a:lnTo>
                    <a:pt x="111380" y="111630"/>
                  </a:lnTo>
                  <a:lnTo>
                    <a:pt x="110865" y="112030"/>
                  </a:lnTo>
                  <a:lnTo>
                    <a:pt x="110284" y="112481"/>
                  </a:lnTo>
                  <a:lnTo>
                    <a:pt x="110117" y="112610"/>
                  </a:lnTo>
                  <a:lnTo>
                    <a:pt x="109464" y="113186"/>
                  </a:lnTo>
                  <a:lnTo>
                    <a:pt x="109092" y="113513"/>
                  </a:lnTo>
                  <a:lnTo>
                    <a:pt x="108908" y="113675"/>
                  </a:lnTo>
                  <a:lnTo>
                    <a:pt x="107971" y="114501"/>
                  </a:lnTo>
                  <a:lnTo>
                    <a:pt x="107540" y="114881"/>
                  </a:lnTo>
                  <a:lnTo>
                    <a:pt x="106774" y="115556"/>
                  </a:lnTo>
                  <a:lnTo>
                    <a:pt x="106624" y="115688"/>
                  </a:lnTo>
                  <a:lnTo>
                    <a:pt x="106402" y="115884"/>
                  </a:lnTo>
                  <a:lnTo>
                    <a:pt x="106204" y="116056"/>
                  </a:lnTo>
                  <a:lnTo>
                    <a:pt x="106066" y="116158"/>
                  </a:lnTo>
                  <a:lnTo>
                    <a:pt x="105833" y="116330"/>
                  </a:lnTo>
                  <a:lnTo>
                    <a:pt x="105702" y="116427"/>
                  </a:lnTo>
                  <a:lnTo>
                    <a:pt x="105453" y="116610"/>
                  </a:lnTo>
                  <a:lnTo>
                    <a:pt x="105116" y="116706"/>
                  </a:lnTo>
                  <a:lnTo>
                    <a:pt x="104847" y="116704"/>
                  </a:lnTo>
                  <a:lnTo>
                    <a:pt x="104249" y="116701"/>
                  </a:lnTo>
                  <a:lnTo>
                    <a:pt x="104071" y="116705"/>
                  </a:lnTo>
                  <a:lnTo>
                    <a:pt x="101854" y="116750"/>
                  </a:lnTo>
                  <a:lnTo>
                    <a:pt x="101569" y="116752"/>
                  </a:lnTo>
                  <a:lnTo>
                    <a:pt x="101434" y="116753"/>
                  </a:lnTo>
                  <a:lnTo>
                    <a:pt x="100748" y="123143"/>
                  </a:lnTo>
                  <a:lnTo>
                    <a:pt x="103705" y="123370"/>
                  </a:lnTo>
                  <a:lnTo>
                    <a:pt x="103204" y="126948"/>
                  </a:lnTo>
                  <a:lnTo>
                    <a:pt x="103021" y="128252"/>
                  </a:lnTo>
                  <a:lnTo>
                    <a:pt x="103700" y="128532"/>
                  </a:lnTo>
                  <a:lnTo>
                    <a:pt x="101899" y="132792"/>
                  </a:lnTo>
                  <a:lnTo>
                    <a:pt x="101049" y="134802"/>
                  </a:lnTo>
                  <a:lnTo>
                    <a:pt x="100833" y="135313"/>
                  </a:lnTo>
                  <a:lnTo>
                    <a:pt x="98690" y="134271"/>
                  </a:lnTo>
                  <a:lnTo>
                    <a:pt x="94937" y="135084"/>
                  </a:lnTo>
                  <a:lnTo>
                    <a:pt x="94416" y="135197"/>
                  </a:lnTo>
                  <a:lnTo>
                    <a:pt x="93750" y="135370"/>
                  </a:lnTo>
                  <a:lnTo>
                    <a:pt x="89609" y="137015"/>
                  </a:lnTo>
                  <a:lnTo>
                    <a:pt x="86295" y="138332"/>
                  </a:lnTo>
                  <a:lnTo>
                    <a:pt x="84556" y="139024"/>
                  </a:lnTo>
                  <a:lnTo>
                    <a:pt x="79383" y="141079"/>
                  </a:lnTo>
                  <a:lnTo>
                    <a:pt x="75403" y="142764"/>
                  </a:lnTo>
                  <a:lnTo>
                    <a:pt x="70604" y="144568"/>
                  </a:lnTo>
                  <a:lnTo>
                    <a:pt x="68424" y="139534"/>
                  </a:lnTo>
                  <a:lnTo>
                    <a:pt x="63016" y="126700"/>
                  </a:lnTo>
                  <a:lnTo>
                    <a:pt x="61067" y="122111"/>
                  </a:lnTo>
                  <a:lnTo>
                    <a:pt x="59694" y="118878"/>
                  </a:lnTo>
                  <a:lnTo>
                    <a:pt x="57766" y="114335"/>
                  </a:lnTo>
                  <a:lnTo>
                    <a:pt x="57617" y="113986"/>
                  </a:lnTo>
                  <a:lnTo>
                    <a:pt x="56303" y="110891"/>
                  </a:lnTo>
                  <a:lnTo>
                    <a:pt x="55238" y="108382"/>
                  </a:lnTo>
                  <a:lnTo>
                    <a:pt x="52931" y="102950"/>
                  </a:lnTo>
                  <a:lnTo>
                    <a:pt x="52775" y="102581"/>
                  </a:lnTo>
                  <a:lnTo>
                    <a:pt x="56267" y="94340"/>
                  </a:lnTo>
                  <a:lnTo>
                    <a:pt x="51944" y="93163"/>
                  </a:lnTo>
                  <a:lnTo>
                    <a:pt x="44494" y="91135"/>
                  </a:lnTo>
                  <a:lnTo>
                    <a:pt x="33121" y="88077"/>
                  </a:lnTo>
                  <a:lnTo>
                    <a:pt x="32928" y="88027"/>
                  </a:lnTo>
                  <a:lnTo>
                    <a:pt x="30431" y="87385"/>
                  </a:lnTo>
                  <a:lnTo>
                    <a:pt x="25041" y="85998"/>
                  </a:lnTo>
                  <a:lnTo>
                    <a:pt x="14845" y="83304"/>
                  </a:lnTo>
                  <a:lnTo>
                    <a:pt x="12455" y="82672"/>
                  </a:lnTo>
                  <a:lnTo>
                    <a:pt x="18405" y="78688"/>
                  </a:lnTo>
                  <a:lnTo>
                    <a:pt x="20756" y="77113"/>
                  </a:lnTo>
                  <a:lnTo>
                    <a:pt x="22945" y="75245"/>
                  </a:lnTo>
                  <a:lnTo>
                    <a:pt x="24246" y="73542"/>
                  </a:lnTo>
                  <a:lnTo>
                    <a:pt x="23420" y="72838"/>
                  </a:lnTo>
                  <a:lnTo>
                    <a:pt x="22041" y="71662"/>
                  </a:lnTo>
                  <a:lnTo>
                    <a:pt x="20927" y="70563"/>
                  </a:lnTo>
                  <a:lnTo>
                    <a:pt x="20351" y="70114"/>
                  </a:lnTo>
                  <a:lnTo>
                    <a:pt x="20006" y="69844"/>
                  </a:lnTo>
                  <a:lnTo>
                    <a:pt x="19381" y="68987"/>
                  </a:lnTo>
                  <a:lnTo>
                    <a:pt x="18892" y="68611"/>
                  </a:lnTo>
                  <a:lnTo>
                    <a:pt x="18300" y="68346"/>
                  </a:lnTo>
                  <a:lnTo>
                    <a:pt x="18128" y="68224"/>
                  </a:lnTo>
                  <a:lnTo>
                    <a:pt x="17678" y="67905"/>
                  </a:lnTo>
                  <a:lnTo>
                    <a:pt x="17363" y="67529"/>
                  </a:lnTo>
                  <a:lnTo>
                    <a:pt x="16673" y="66390"/>
                  </a:lnTo>
                  <a:lnTo>
                    <a:pt x="16503" y="66109"/>
                  </a:lnTo>
                  <a:lnTo>
                    <a:pt x="15697" y="65224"/>
                  </a:lnTo>
                  <a:lnTo>
                    <a:pt x="14997" y="64812"/>
                  </a:lnTo>
                  <a:lnTo>
                    <a:pt x="14733" y="64732"/>
                  </a:lnTo>
                  <a:lnTo>
                    <a:pt x="13859" y="63681"/>
                  </a:lnTo>
                  <a:lnTo>
                    <a:pt x="13534" y="63290"/>
                  </a:lnTo>
                  <a:lnTo>
                    <a:pt x="13245" y="62942"/>
                  </a:lnTo>
                  <a:lnTo>
                    <a:pt x="12940" y="62277"/>
                  </a:lnTo>
                  <a:lnTo>
                    <a:pt x="12887" y="61575"/>
                  </a:lnTo>
                  <a:lnTo>
                    <a:pt x="12722" y="60842"/>
                  </a:lnTo>
                  <a:lnTo>
                    <a:pt x="12673" y="60627"/>
                  </a:lnTo>
                  <a:lnTo>
                    <a:pt x="12619" y="60233"/>
                  </a:lnTo>
                  <a:lnTo>
                    <a:pt x="12502" y="60029"/>
                  </a:lnTo>
                  <a:lnTo>
                    <a:pt x="12228" y="59842"/>
                  </a:lnTo>
                  <a:lnTo>
                    <a:pt x="11871" y="59705"/>
                  </a:lnTo>
                  <a:lnTo>
                    <a:pt x="11522" y="59572"/>
                  </a:lnTo>
                  <a:lnTo>
                    <a:pt x="11168" y="59436"/>
                  </a:lnTo>
                  <a:lnTo>
                    <a:pt x="10578" y="59210"/>
                  </a:lnTo>
                  <a:lnTo>
                    <a:pt x="7534" y="58043"/>
                  </a:lnTo>
                  <a:lnTo>
                    <a:pt x="7181" y="57908"/>
                  </a:lnTo>
                  <a:lnTo>
                    <a:pt x="6979" y="57844"/>
                  </a:lnTo>
                  <a:lnTo>
                    <a:pt x="6113" y="57570"/>
                  </a:lnTo>
                  <a:lnTo>
                    <a:pt x="6550" y="57497"/>
                  </a:lnTo>
                  <a:lnTo>
                    <a:pt x="8134" y="57233"/>
                  </a:lnTo>
                  <a:lnTo>
                    <a:pt x="8554" y="57163"/>
                  </a:lnTo>
                  <a:lnTo>
                    <a:pt x="8918" y="56929"/>
                  </a:lnTo>
                  <a:lnTo>
                    <a:pt x="9100" y="56722"/>
                  </a:lnTo>
                  <a:lnTo>
                    <a:pt x="9454" y="56318"/>
                  </a:lnTo>
                  <a:lnTo>
                    <a:pt x="10336" y="55313"/>
                  </a:lnTo>
                  <a:lnTo>
                    <a:pt x="8776" y="53482"/>
                  </a:lnTo>
                  <a:lnTo>
                    <a:pt x="8113" y="52704"/>
                  </a:lnTo>
                  <a:lnTo>
                    <a:pt x="7887" y="52439"/>
                  </a:lnTo>
                  <a:lnTo>
                    <a:pt x="7629" y="52115"/>
                  </a:lnTo>
                  <a:lnTo>
                    <a:pt x="8852" y="51504"/>
                  </a:lnTo>
                  <a:lnTo>
                    <a:pt x="9476" y="51227"/>
                  </a:lnTo>
                  <a:lnTo>
                    <a:pt x="10406" y="50815"/>
                  </a:lnTo>
                  <a:lnTo>
                    <a:pt x="11866" y="50291"/>
                  </a:lnTo>
                  <a:lnTo>
                    <a:pt x="11706" y="49650"/>
                  </a:lnTo>
                  <a:lnTo>
                    <a:pt x="11626" y="49209"/>
                  </a:lnTo>
                  <a:lnTo>
                    <a:pt x="11653" y="48729"/>
                  </a:lnTo>
                  <a:lnTo>
                    <a:pt x="11733" y="48235"/>
                  </a:lnTo>
                  <a:lnTo>
                    <a:pt x="11906" y="47727"/>
                  </a:lnTo>
                  <a:lnTo>
                    <a:pt x="12026" y="47140"/>
                  </a:lnTo>
                  <a:lnTo>
                    <a:pt x="11971" y="46253"/>
                  </a:lnTo>
                  <a:lnTo>
                    <a:pt x="11489" y="45636"/>
                  </a:lnTo>
                  <a:lnTo>
                    <a:pt x="10584" y="45300"/>
                  </a:lnTo>
                  <a:lnTo>
                    <a:pt x="9591" y="44891"/>
                  </a:lnTo>
                  <a:lnTo>
                    <a:pt x="8838" y="44235"/>
                  </a:lnTo>
                  <a:lnTo>
                    <a:pt x="8571" y="43851"/>
                  </a:lnTo>
                  <a:lnTo>
                    <a:pt x="8197" y="43313"/>
                  </a:lnTo>
                  <a:lnTo>
                    <a:pt x="7588" y="42681"/>
                  </a:lnTo>
                  <a:lnTo>
                    <a:pt x="6875" y="41839"/>
                  </a:lnTo>
                  <a:lnTo>
                    <a:pt x="6579" y="41255"/>
                  </a:lnTo>
                  <a:lnTo>
                    <a:pt x="6498" y="41089"/>
                  </a:lnTo>
                  <a:lnTo>
                    <a:pt x="6396" y="40880"/>
                  </a:lnTo>
                  <a:lnTo>
                    <a:pt x="5850" y="39580"/>
                  </a:lnTo>
                  <a:lnTo>
                    <a:pt x="5530" y="38916"/>
                  </a:lnTo>
                  <a:lnTo>
                    <a:pt x="4438" y="37844"/>
                  </a:lnTo>
                  <a:lnTo>
                    <a:pt x="4053" y="37464"/>
                  </a:lnTo>
                  <a:lnTo>
                    <a:pt x="3011" y="36425"/>
                  </a:lnTo>
                  <a:lnTo>
                    <a:pt x="1938" y="35180"/>
                  </a:lnTo>
                  <a:lnTo>
                    <a:pt x="1740" y="34431"/>
                  </a:lnTo>
                  <a:lnTo>
                    <a:pt x="1595" y="33812"/>
                  </a:lnTo>
                  <a:lnTo>
                    <a:pt x="1500" y="33358"/>
                  </a:lnTo>
                  <a:lnTo>
                    <a:pt x="1431" y="33032"/>
                  </a:lnTo>
                  <a:lnTo>
                    <a:pt x="1060" y="32191"/>
                  </a:lnTo>
                  <a:lnTo>
                    <a:pt x="993" y="32039"/>
                  </a:lnTo>
                  <a:lnTo>
                    <a:pt x="925" y="31888"/>
                  </a:lnTo>
                  <a:lnTo>
                    <a:pt x="764" y="31530"/>
                  </a:lnTo>
                  <a:lnTo>
                    <a:pt x="459" y="30853"/>
                  </a:lnTo>
                  <a:lnTo>
                    <a:pt x="96" y="30223"/>
                  </a:lnTo>
                  <a:lnTo>
                    <a:pt x="0" y="29433"/>
                  </a:lnTo>
                  <a:lnTo>
                    <a:pt x="50" y="27910"/>
                  </a:lnTo>
                  <a:lnTo>
                    <a:pt x="70" y="27313"/>
                  </a:lnTo>
                  <a:lnTo>
                    <a:pt x="84" y="26902"/>
                  </a:lnTo>
                  <a:lnTo>
                    <a:pt x="1562" y="27261"/>
                  </a:lnTo>
                  <a:lnTo>
                    <a:pt x="1963" y="27362"/>
                  </a:lnTo>
                  <a:lnTo>
                    <a:pt x="2320" y="26667"/>
                  </a:lnTo>
                  <a:lnTo>
                    <a:pt x="2693" y="25942"/>
                  </a:lnTo>
                  <a:lnTo>
                    <a:pt x="3316" y="25622"/>
                  </a:lnTo>
                  <a:lnTo>
                    <a:pt x="6401" y="24112"/>
                  </a:lnTo>
                  <a:lnTo>
                    <a:pt x="7401" y="24620"/>
                  </a:lnTo>
                  <a:lnTo>
                    <a:pt x="7647" y="24524"/>
                  </a:lnTo>
                  <a:lnTo>
                    <a:pt x="8744" y="24090"/>
                  </a:lnTo>
                  <a:lnTo>
                    <a:pt x="10218" y="23508"/>
                  </a:lnTo>
                  <a:lnTo>
                    <a:pt x="10879" y="23247"/>
                  </a:lnTo>
                  <a:lnTo>
                    <a:pt x="12055" y="22782"/>
                  </a:lnTo>
                  <a:lnTo>
                    <a:pt x="13249" y="22304"/>
                  </a:lnTo>
                  <a:lnTo>
                    <a:pt x="13218" y="21107"/>
                  </a:lnTo>
                  <a:lnTo>
                    <a:pt x="13233" y="20630"/>
                  </a:lnTo>
                  <a:lnTo>
                    <a:pt x="13263" y="19726"/>
                  </a:lnTo>
                  <a:lnTo>
                    <a:pt x="13267" y="19598"/>
                  </a:lnTo>
                  <a:lnTo>
                    <a:pt x="13288" y="18994"/>
                  </a:lnTo>
                  <a:lnTo>
                    <a:pt x="13436" y="18992"/>
                  </a:lnTo>
                  <a:lnTo>
                    <a:pt x="16575" y="18940"/>
                  </a:lnTo>
                  <a:lnTo>
                    <a:pt x="16909" y="18935"/>
                  </a:lnTo>
                  <a:lnTo>
                    <a:pt x="19268" y="19843"/>
                  </a:lnTo>
                  <a:lnTo>
                    <a:pt x="19600" y="20230"/>
                  </a:lnTo>
                  <a:lnTo>
                    <a:pt x="20496" y="21461"/>
                  </a:lnTo>
                  <a:lnTo>
                    <a:pt x="20625" y="21639"/>
                  </a:lnTo>
                  <a:lnTo>
                    <a:pt x="22473" y="22408"/>
                  </a:lnTo>
                  <a:lnTo>
                    <a:pt x="23353" y="22860"/>
                  </a:lnTo>
                  <a:lnTo>
                    <a:pt x="24533" y="23371"/>
                  </a:lnTo>
                  <a:lnTo>
                    <a:pt x="26330" y="24135"/>
                  </a:lnTo>
                  <a:lnTo>
                    <a:pt x="28429" y="21273"/>
                  </a:lnTo>
                  <a:lnTo>
                    <a:pt x="27851" y="20701"/>
                  </a:lnTo>
                  <a:lnTo>
                    <a:pt x="26583" y="19444"/>
                  </a:lnTo>
                  <a:lnTo>
                    <a:pt x="26331" y="19194"/>
                  </a:lnTo>
                  <a:lnTo>
                    <a:pt x="25066" y="17894"/>
                  </a:lnTo>
                  <a:lnTo>
                    <a:pt x="24923" y="17747"/>
                  </a:lnTo>
                  <a:lnTo>
                    <a:pt x="23715" y="16506"/>
                  </a:lnTo>
                  <a:lnTo>
                    <a:pt x="23048" y="15885"/>
                  </a:lnTo>
                  <a:lnTo>
                    <a:pt x="21900" y="14817"/>
                  </a:lnTo>
                  <a:lnTo>
                    <a:pt x="22163" y="14630"/>
                  </a:lnTo>
                  <a:lnTo>
                    <a:pt x="23368" y="13776"/>
                  </a:lnTo>
                  <a:lnTo>
                    <a:pt x="23933" y="13528"/>
                  </a:lnTo>
                  <a:lnTo>
                    <a:pt x="24239" y="13344"/>
                  </a:lnTo>
                  <a:lnTo>
                    <a:pt x="24987" y="13015"/>
                  </a:lnTo>
                  <a:lnTo>
                    <a:pt x="25150" y="12932"/>
                  </a:lnTo>
                  <a:lnTo>
                    <a:pt x="26163" y="12418"/>
                  </a:lnTo>
                  <a:lnTo>
                    <a:pt x="26657" y="12235"/>
                  </a:lnTo>
                  <a:lnTo>
                    <a:pt x="27175" y="12235"/>
                  </a:lnTo>
                  <a:lnTo>
                    <a:pt x="27521" y="12325"/>
                  </a:lnTo>
                  <a:lnTo>
                    <a:pt x="28064" y="12588"/>
                  </a:lnTo>
                  <a:lnTo>
                    <a:pt x="28639" y="13006"/>
                  </a:lnTo>
                  <a:lnTo>
                    <a:pt x="28938" y="13356"/>
                  </a:lnTo>
                  <a:lnTo>
                    <a:pt x="29318" y="13951"/>
                  </a:lnTo>
                  <a:lnTo>
                    <a:pt x="29731" y="14153"/>
                  </a:lnTo>
                  <a:lnTo>
                    <a:pt x="30098" y="14332"/>
                  </a:lnTo>
                  <a:lnTo>
                    <a:pt x="30593" y="14426"/>
                  </a:lnTo>
                  <a:lnTo>
                    <a:pt x="30892" y="14430"/>
                  </a:lnTo>
                  <a:lnTo>
                    <a:pt x="31277" y="14435"/>
                  </a:lnTo>
                  <a:lnTo>
                    <a:pt x="31519" y="14510"/>
                  </a:lnTo>
                  <a:lnTo>
                    <a:pt x="33440" y="14233"/>
                  </a:lnTo>
                  <a:lnTo>
                    <a:pt x="33787" y="14183"/>
                  </a:lnTo>
                  <a:lnTo>
                    <a:pt x="34348" y="14205"/>
                  </a:lnTo>
                  <a:lnTo>
                    <a:pt x="34965" y="14275"/>
                  </a:lnTo>
                  <a:lnTo>
                    <a:pt x="35203" y="14313"/>
                  </a:lnTo>
                  <a:lnTo>
                    <a:pt x="35997" y="14459"/>
                  </a:lnTo>
                  <a:lnTo>
                    <a:pt x="36858" y="14824"/>
                  </a:lnTo>
                  <a:lnTo>
                    <a:pt x="38108" y="15409"/>
                  </a:lnTo>
                  <a:lnTo>
                    <a:pt x="39980" y="16475"/>
                  </a:lnTo>
                  <a:lnTo>
                    <a:pt x="39783" y="16740"/>
                  </a:lnTo>
                  <a:lnTo>
                    <a:pt x="39710" y="16873"/>
                  </a:lnTo>
                  <a:lnTo>
                    <a:pt x="39444" y="17364"/>
                  </a:lnTo>
                  <a:lnTo>
                    <a:pt x="39249" y="17722"/>
                  </a:lnTo>
                  <a:lnTo>
                    <a:pt x="38928" y="18312"/>
                  </a:lnTo>
                  <a:lnTo>
                    <a:pt x="39807" y="19008"/>
                  </a:lnTo>
                  <a:lnTo>
                    <a:pt x="40681" y="19520"/>
                  </a:lnTo>
                  <a:lnTo>
                    <a:pt x="40809" y="19595"/>
                  </a:lnTo>
                  <a:lnTo>
                    <a:pt x="42666" y="20686"/>
                  </a:lnTo>
                  <a:lnTo>
                    <a:pt x="42941" y="20848"/>
                  </a:lnTo>
                  <a:lnTo>
                    <a:pt x="44063" y="21523"/>
                  </a:lnTo>
                  <a:lnTo>
                    <a:pt x="45495" y="22350"/>
                  </a:lnTo>
                  <a:lnTo>
                    <a:pt x="46920" y="22746"/>
                  </a:lnTo>
                  <a:lnTo>
                    <a:pt x="46056" y="23628"/>
                  </a:lnTo>
                  <a:lnTo>
                    <a:pt x="45518" y="24177"/>
                  </a:lnTo>
                  <a:lnTo>
                    <a:pt x="45990" y="23865"/>
                  </a:lnTo>
                  <a:lnTo>
                    <a:pt x="46239" y="23831"/>
                  </a:lnTo>
                  <a:lnTo>
                    <a:pt x="50210" y="23288"/>
                  </a:lnTo>
                  <a:lnTo>
                    <a:pt x="51142" y="23271"/>
                  </a:lnTo>
                  <a:lnTo>
                    <a:pt x="52108" y="23487"/>
                  </a:lnTo>
                  <a:lnTo>
                    <a:pt x="53411" y="23978"/>
                  </a:lnTo>
                  <a:lnTo>
                    <a:pt x="53681" y="23499"/>
                  </a:lnTo>
                  <a:lnTo>
                    <a:pt x="54599" y="21630"/>
                  </a:lnTo>
                  <a:lnTo>
                    <a:pt x="54709" y="21313"/>
                  </a:lnTo>
                  <a:lnTo>
                    <a:pt x="55107" y="20157"/>
                  </a:lnTo>
                  <a:lnTo>
                    <a:pt x="55540" y="19542"/>
                  </a:lnTo>
                  <a:lnTo>
                    <a:pt x="55925" y="19190"/>
                  </a:lnTo>
                  <a:lnTo>
                    <a:pt x="56263" y="18824"/>
                  </a:lnTo>
                  <a:lnTo>
                    <a:pt x="56800" y="17815"/>
                  </a:lnTo>
                  <a:lnTo>
                    <a:pt x="57094" y="17150"/>
                  </a:lnTo>
                  <a:lnTo>
                    <a:pt x="57115" y="16235"/>
                  </a:lnTo>
                  <a:lnTo>
                    <a:pt x="58811" y="13203"/>
                  </a:lnTo>
                  <a:lnTo>
                    <a:pt x="56807" y="11996"/>
                  </a:lnTo>
                  <a:lnTo>
                    <a:pt x="60212" y="8380"/>
                  </a:lnTo>
                  <a:lnTo>
                    <a:pt x="55241" y="3932"/>
                  </a:lnTo>
                  <a:lnTo>
                    <a:pt x="55959" y="3121"/>
                  </a:lnTo>
                  <a:lnTo>
                    <a:pt x="56699" y="2285"/>
                  </a:lnTo>
                  <a:lnTo>
                    <a:pt x="56971" y="1977"/>
                  </a:lnTo>
                  <a:lnTo>
                    <a:pt x="58830" y="1769"/>
                  </a:lnTo>
                  <a:lnTo>
                    <a:pt x="61393" y="1432"/>
                  </a:lnTo>
                  <a:lnTo>
                    <a:pt x="64437" y="1849"/>
                  </a:lnTo>
                  <a:lnTo>
                    <a:pt x="65623" y="2057"/>
                  </a:lnTo>
                  <a:lnTo>
                    <a:pt x="66872" y="2410"/>
                  </a:lnTo>
                  <a:lnTo>
                    <a:pt x="67882" y="2618"/>
                  </a:lnTo>
                  <a:lnTo>
                    <a:pt x="68565" y="2612"/>
                  </a:lnTo>
                  <a:lnTo>
                    <a:pt x="72603" y="2150"/>
                  </a:lnTo>
                  <a:lnTo>
                    <a:pt x="74984" y="4926"/>
                  </a:lnTo>
                  <a:lnTo>
                    <a:pt x="75517" y="4391"/>
                  </a:lnTo>
                  <a:lnTo>
                    <a:pt x="77461" y="2443"/>
                  </a:lnTo>
                  <a:lnTo>
                    <a:pt x="78283" y="1619"/>
                  </a:lnTo>
                  <a:lnTo>
                    <a:pt x="79898" y="0"/>
                  </a:lnTo>
                  <a:lnTo>
                    <a:pt x="83898" y="8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3000724" y="3320209"/>
              <a:ext cx="79181" cy="65504"/>
            </a:xfrm>
            <a:custGeom>
              <a:avLst/>
              <a:pathLst>
                <a:path w="79181" h="65504">
                  <a:moveTo>
                    <a:pt x="74822" y="9990"/>
                  </a:moveTo>
                  <a:lnTo>
                    <a:pt x="72231" y="20146"/>
                  </a:lnTo>
                  <a:lnTo>
                    <a:pt x="74233" y="20066"/>
                  </a:lnTo>
                  <a:lnTo>
                    <a:pt x="75676" y="19700"/>
                  </a:lnTo>
                  <a:lnTo>
                    <a:pt x="75875" y="28130"/>
                  </a:lnTo>
                  <a:lnTo>
                    <a:pt x="79181" y="29133"/>
                  </a:lnTo>
                  <a:lnTo>
                    <a:pt x="78887" y="29798"/>
                  </a:lnTo>
                  <a:lnTo>
                    <a:pt x="78348" y="30809"/>
                  </a:lnTo>
                  <a:lnTo>
                    <a:pt x="78011" y="31173"/>
                  </a:lnTo>
                  <a:lnTo>
                    <a:pt x="77549" y="31635"/>
                  </a:lnTo>
                  <a:lnTo>
                    <a:pt x="77194" y="32140"/>
                  </a:lnTo>
                  <a:lnTo>
                    <a:pt x="76795" y="33296"/>
                  </a:lnTo>
                  <a:lnTo>
                    <a:pt x="76669" y="33646"/>
                  </a:lnTo>
                  <a:lnTo>
                    <a:pt x="75767" y="35482"/>
                  </a:lnTo>
                  <a:lnTo>
                    <a:pt x="75497" y="35961"/>
                  </a:lnTo>
                  <a:lnTo>
                    <a:pt x="74194" y="35470"/>
                  </a:lnTo>
                  <a:lnTo>
                    <a:pt x="73228" y="35254"/>
                  </a:lnTo>
                  <a:lnTo>
                    <a:pt x="72297" y="35271"/>
                  </a:lnTo>
                  <a:lnTo>
                    <a:pt x="68325" y="35814"/>
                  </a:lnTo>
                  <a:lnTo>
                    <a:pt x="68076" y="35848"/>
                  </a:lnTo>
                  <a:lnTo>
                    <a:pt x="67605" y="36160"/>
                  </a:lnTo>
                  <a:lnTo>
                    <a:pt x="68142" y="35611"/>
                  </a:lnTo>
                  <a:lnTo>
                    <a:pt x="69006" y="34729"/>
                  </a:lnTo>
                  <a:lnTo>
                    <a:pt x="67471" y="34302"/>
                  </a:lnTo>
                  <a:lnTo>
                    <a:pt x="66149" y="33506"/>
                  </a:lnTo>
                  <a:lnTo>
                    <a:pt x="65028" y="32831"/>
                  </a:lnTo>
                  <a:lnTo>
                    <a:pt x="64752" y="32669"/>
                  </a:lnTo>
                  <a:lnTo>
                    <a:pt x="62895" y="31578"/>
                  </a:lnTo>
                  <a:lnTo>
                    <a:pt x="62767" y="31503"/>
                  </a:lnTo>
                  <a:lnTo>
                    <a:pt x="61894" y="30991"/>
                  </a:lnTo>
                  <a:lnTo>
                    <a:pt x="61027" y="30272"/>
                  </a:lnTo>
                  <a:lnTo>
                    <a:pt x="61336" y="29705"/>
                  </a:lnTo>
                  <a:lnTo>
                    <a:pt x="61530" y="29348"/>
                  </a:lnTo>
                  <a:lnTo>
                    <a:pt x="61797" y="28857"/>
                  </a:lnTo>
                  <a:lnTo>
                    <a:pt x="61869" y="28723"/>
                  </a:lnTo>
                  <a:lnTo>
                    <a:pt x="61966" y="28417"/>
                  </a:lnTo>
                  <a:lnTo>
                    <a:pt x="60159" y="27376"/>
                  </a:lnTo>
                  <a:lnTo>
                    <a:pt x="58945" y="26807"/>
                  </a:lnTo>
                  <a:lnTo>
                    <a:pt x="57999" y="26407"/>
                  </a:lnTo>
                  <a:lnTo>
                    <a:pt x="57290" y="26296"/>
                  </a:lnTo>
                  <a:lnTo>
                    <a:pt x="57051" y="26259"/>
                  </a:lnTo>
                  <a:lnTo>
                    <a:pt x="56435" y="26188"/>
                  </a:lnTo>
                  <a:lnTo>
                    <a:pt x="55874" y="26166"/>
                  </a:lnTo>
                  <a:lnTo>
                    <a:pt x="55469" y="26225"/>
                  </a:lnTo>
                  <a:lnTo>
                    <a:pt x="53507" y="26420"/>
                  </a:lnTo>
                  <a:lnTo>
                    <a:pt x="53364" y="26418"/>
                  </a:lnTo>
                  <a:lnTo>
                    <a:pt x="52978" y="26413"/>
                  </a:lnTo>
                  <a:lnTo>
                    <a:pt x="52680" y="26409"/>
                  </a:lnTo>
                  <a:lnTo>
                    <a:pt x="52184" y="26315"/>
                  </a:lnTo>
                  <a:lnTo>
                    <a:pt x="51817" y="26136"/>
                  </a:lnTo>
                  <a:lnTo>
                    <a:pt x="51404" y="25934"/>
                  </a:lnTo>
                  <a:lnTo>
                    <a:pt x="51024" y="25340"/>
                  </a:lnTo>
                  <a:lnTo>
                    <a:pt x="50653" y="24918"/>
                  </a:lnTo>
                  <a:lnTo>
                    <a:pt x="50068" y="24515"/>
                  </a:lnTo>
                  <a:lnTo>
                    <a:pt x="49608" y="24308"/>
                  </a:lnTo>
                  <a:lnTo>
                    <a:pt x="49157" y="24191"/>
                  </a:lnTo>
                  <a:lnTo>
                    <a:pt x="48743" y="24218"/>
                  </a:lnTo>
                  <a:lnTo>
                    <a:pt x="48249" y="24401"/>
                  </a:lnTo>
                  <a:lnTo>
                    <a:pt x="47237" y="24915"/>
                  </a:lnTo>
                  <a:lnTo>
                    <a:pt x="47073" y="24998"/>
                  </a:lnTo>
                  <a:lnTo>
                    <a:pt x="46326" y="25327"/>
                  </a:lnTo>
                  <a:lnTo>
                    <a:pt x="46020" y="25511"/>
                  </a:lnTo>
                  <a:lnTo>
                    <a:pt x="45454" y="25759"/>
                  </a:lnTo>
                  <a:lnTo>
                    <a:pt x="44250" y="26613"/>
                  </a:lnTo>
                  <a:lnTo>
                    <a:pt x="43986" y="26800"/>
                  </a:lnTo>
                  <a:lnTo>
                    <a:pt x="45134" y="27868"/>
                  </a:lnTo>
                  <a:lnTo>
                    <a:pt x="45801" y="28489"/>
                  </a:lnTo>
                  <a:lnTo>
                    <a:pt x="47009" y="29730"/>
                  </a:lnTo>
                  <a:lnTo>
                    <a:pt x="47152" y="29877"/>
                  </a:lnTo>
                  <a:lnTo>
                    <a:pt x="48417" y="31177"/>
                  </a:lnTo>
                  <a:lnTo>
                    <a:pt x="48669" y="31427"/>
                  </a:lnTo>
                  <a:lnTo>
                    <a:pt x="49938" y="32684"/>
                  </a:lnTo>
                  <a:lnTo>
                    <a:pt x="50447" y="33349"/>
                  </a:lnTo>
                  <a:lnTo>
                    <a:pt x="48408" y="36130"/>
                  </a:lnTo>
                  <a:lnTo>
                    <a:pt x="46620" y="35354"/>
                  </a:lnTo>
                  <a:lnTo>
                    <a:pt x="45440" y="34843"/>
                  </a:lnTo>
                  <a:lnTo>
                    <a:pt x="44559" y="34392"/>
                  </a:lnTo>
                  <a:lnTo>
                    <a:pt x="42711" y="33623"/>
                  </a:lnTo>
                  <a:lnTo>
                    <a:pt x="42582" y="33444"/>
                  </a:lnTo>
                  <a:lnTo>
                    <a:pt x="41686" y="32213"/>
                  </a:lnTo>
                  <a:lnTo>
                    <a:pt x="41285" y="31746"/>
                  </a:lnTo>
                  <a:lnTo>
                    <a:pt x="38995" y="30918"/>
                  </a:lnTo>
                  <a:lnTo>
                    <a:pt x="38661" y="30924"/>
                  </a:lnTo>
                  <a:lnTo>
                    <a:pt x="35522" y="30975"/>
                  </a:lnTo>
                  <a:lnTo>
                    <a:pt x="35374" y="30977"/>
                  </a:lnTo>
                  <a:lnTo>
                    <a:pt x="35354" y="31581"/>
                  </a:lnTo>
                  <a:lnTo>
                    <a:pt x="35350" y="31709"/>
                  </a:lnTo>
                  <a:lnTo>
                    <a:pt x="35320" y="32613"/>
                  </a:lnTo>
                  <a:lnTo>
                    <a:pt x="35304" y="33090"/>
                  </a:lnTo>
                  <a:lnTo>
                    <a:pt x="35335" y="34288"/>
                  </a:lnTo>
                  <a:lnTo>
                    <a:pt x="34142" y="34765"/>
                  </a:lnTo>
                  <a:lnTo>
                    <a:pt x="32965" y="35230"/>
                  </a:lnTo>
                  <a:lnTo>
                    <a:pt x="32304" y="35491"/>
                  </a:lnTo>
                  <a:lnTo>
                    <a:pt x="30830" y="36073"/>
                  </a:lnTo>
                  <a:lnTo>
                    <a:pt x="29733" y="36507"/>
                  </a:lnTo>
                  <a:lnTo>
                    <a:pt x="29341" y="36662"/>
                  </a:lnTo>
                  <a:lnTo>
                    <a:pt x="28365" y="36081"/>
                  </a:lnTo>
                  <a:lnTo>
                    <a:pt x="25402" y="37605"/>
                  </a:lnTo>
                  <a:lnTo>
                    <a:pt x="24779" y="37925"/>
                  </a:lnTo>
                  <a:lnTo>
                    <a:pt x="24407" y="38650"/>
                  </a:lnTo>
                  <a:lnTo>
                    <a:pt x="24045" y="39354"/>
                  </a:lnTo>
                  <a:lnTo>
                    <a:pt x="23649" y="39255"/>
                  </a:lnTo>
                  <a:lnTo>
                    <a:pt x="22170" y="38885"/>
                  </a:lnTo>
                  <a:lnTo>
                    <a:pt x="22156" y="39296"/>
                  </a:lnTo>
                  <a:lnTo>
                    <a:pt x="22136" y="39893"/>
                  </a:lnTo>
                  <a:lnTo>
                    <a:pt x="22086" y="41416"/>
                  </a:lnTo>
                  <a:lnTo>
                    <a:pt x="22240" y="42307"/>
                  </a:lnTo>
                  <a:lnTo>
                    <a:pt x="22545" y="42836"/>
                  </a:lnTo>
                  <a:lnTo>
                    <a:pt x="22850" y="43513"/>
                  </a:lnTo>
                  <a:lnTo>
                    <a:pt x="23014" y="43878"/>
                  </a:lnTo>
                  <a:lnTo>
                    <a:pt x="23079" y="44022"/>
                  </a:lnTo>
                  <a:lnTo>
                    <a:pt x="23146" y="44174"/>
                  </a:lnTo>
                  <a:lnTo>
                    <a:pt x="23517" y="45015"/>
                  </a:lnTo>
                  <a:lnTo>
                    <a:pt x="23586" y="45341"/>
                  </a:lnTo>
                  <a:lnTo>
                    <a:pt x="23682" y="45795"/>
                  </a:lnTo>
                  <a:lnTo>
                    <a:pt x="23827" y="46414"/>
                  </a:lnTo>
                  <a:lnTo>
                    <a:pt x="24056" y="47206"/>
                  </a:lnTo>
                  <a:lnTo>
                    <a:pt x="25098" y="48408"/>
                  </a:lnTo>
                  <a:lnTo>
                    <a:pt x="26345" y="49652"/>
                  </a:lnTo>
                  <a:lnTo>
                    <a:pt x="26524" y="49827"/>
                  </a:lnTo>
                  <a:lnTo>
                    <a:pt x="27616" y="50899"/>
                  </a:lnTo>
                  <a:lnTo>
                    <a:pt x="27936" y="51564"/>
                  </a:lnTo>
                  <a:lnTo>
                    <a:pt x="28483" y="52863"/>
                  </a:lnTo>
                  <a:lnTo>
                    <a:pt x="28593" y="53089"/>
                  </a:lnTo>
                  <a:lnTo>
                    <a:pt x="28665" y="53238"/>
                  </a:lnTo>
                  <a:lnTo>
                    <a:pt x="28962" y="53822"/>
                  </a:lnTo>
                  <a:lnTo>
                    <a:pt x="29675" y="54664"/>
                  </a:lnTo>
                  <a:lnTo>
                    <a:pt x="30291" y="55307"/>
                  </a:lnTo>
                  <a:lnTo>
                    <a:pt x="30735" y="55946"/>
                  </a:lnTo>
                  <a:lnTo>
                    <a:pt x="30924" y="56218"/>
                  </a:lnTo>
                  <a:lnTo>
                    <a:pt x="31677" y="56874"/>
                  </a:lnTo>
                  <a:lnTo>
                    <a:pt x="32671" y="57283"/>
                  </a:lnTo>
                  <a:lnTo>
                    <a:pt x="33576" y="57619"/>
                  </a:lnTo>
                  <a:lnTo>
                    <a:pt x="34102" y="58293"/>
                  </a:lnTo>
                  <a:lnTo>
                    <a:pt x="34113" y="59123"/>
                  </a:lnTo>
                  <a:lnTo>
                    <a:pt x="33993" y="59711"/>
                  </a:lnTo>
                  <a:lnTo>
                    <a:pt x="33819" y="60218"/>
                  </a:lnTo>
                  <a:lnTo>
                    <a:pt x="33739" y="60712"/>
                  </a:lnTo>
                  <a:lnTo>
                    <a:pt x="33712" y="61193"/>
                  </a:lnTo>
                  <a:lnTo>
                    <a:pt x="33792" y="61633"/>
                  </a:lnTo>
                  <a:lnTo>
                    <a:pt x="33953" y="62274"/>
                  </a:lnTo>
                  <a:lnTo>
                    <a:pt x="32492" y="62798"/>
                  </a:lnTo>
                  <a:lnTo>
                    <a:pt x="31563" y="63210"/>
                  </a:lnTo>
                  <a:lnTo>
                    <a:pt x="30938" y="63487"/>
                  </a:lnTo>
                  <a:lnTo>
                    <a:pt x="29660" y="64126"/>
                  </a:lnTo>
                  <a:lnTo>
                    <a:pt x="29354" y="64261"/>
                  </a:lnTo>
                  <a:lnTo>
                    <a:pt x="26544" y="65504"/>
                  </a:lnTo>
                  <a:lnTo>
                    <a:pt x="26056" y="64982"/>
                  </a:lnTo>
                  <a:lnTo>
                    <a:pt x="24361" y="63170"/>
                  </a:lnTo>
                  <a:lnTo>
                    <a:pt x="23708" y="62472"/>
                  </a:lnTo>
                  <a:lnTo>
                    <a:pt x="23487" y="62236"/>
                  </a:lnTo>
                  <a:lnTo>
                    <a:pt x="20817" y="58975"/>
                  </a:lnTo>
                  <a:lnTo>
                    <a:pt x="17134" y="55332"/>
                  </a:lnTo>
                  <a:lnTo>
                    <a:pt x="13430" y="48717"/>
                  </a:lnTo>
                  <a:lnTo>
                    <a:pt x="14782" y="47885"/>
                  </a:lnTo>
                  <a:lnTo>
                    <a:pt x="13984" y="47200"/>
                  </a:lnTo>
                  <a:lnTo>
                    <a:pt x="13379" y="46680"/>
                  </a:lnTo>
                  <a:lnTo>
                    <a:pt x="12304" y="46283"/>
                  </a:lnTo>
                  <a:lnTo>
                    <a:pt x="10659" y="45962"/>
                  </a:lnTo>
                  <a:lnTo>
                    <a:pt x="7102" y="42728"/>
                  </a:lnTo>
                  <a:lnTo>
                    <a:pt x="10018" y="39618"/>
                  </a:lnTo>
                  <a:lnTo>
                    <a:pt x="7476" y="36969"/>
                  </a:lnTo>
                  <a:lnTo>
                    <a:pt x="4347" y="39676"/>
                  </a:lnTo>
                  <a:lnTo>
                    <a:pt x="1741" y="36399"/>
                  </a:lnTo>
                  <a:lnTo>
                    <a:pt x="2670" y="35794"/>
                  </a:lnTo>
                  <a:lnTo>
                    <a:pt x="1281" y="33906"/>
                  </a:lnTo>
                  <a:lnTo>
                    <a:pt x="0" y="32163"/>
                  </a:lnTo>
                  <a:lnTo>
                    <a:pt x="823" y="31418"/>
                  </a:lnTo>
                  <a:lnTo>
                    <a:pt x="5886" y="26836"/>
                  </a:lnTo>
                  <a:lnTo>
                    <a:pt x="6624" y="26234"/>
                  </a:lnTo>
                  <a:lnTo>
                    <a:pt x="8306" y="27756"/>
                  </a:lnTo>
                  <a:lnTo>
                    <a:pt x="14875" y="22189"/>
                  </a:lnTo>
                  <a:lnTo>
                    <a:pt x="14029" y="20539"/>
                  </a:lnTo>
                  <a:lnTo>
                    <a:pt x="24007" y="12536"/>
                  </a:lnTo>
                  <a:lnTo>
                    <a:pt x="25628" y="11070"/>
                  </a:lnTo>
                  <a:lnTo>
                    <a:pt x="25882" y="11046"/>
                  </a:lnTo>
                  <a:lnTo>
                    <a:pt x="29214" y="13858"/>
                  </a:lnTo>
                  <a:lnTo>
                    <a:pt x="33151" y="16122"/>
                  </a:lnTo>
                  <a:lnTo>
                    <a:pt x="35062" y="21107"/>
                  </a:lnTo>
                  <a:lnTo>
                    <a:pt x="37104" y="21348"/>
                  </a:lnTo>
                  <a:lnTo>
                    <a:pt x="38480" y="16338"/>
                  </a:lnTo>
                  <a:lnTo>
                    <a:pt x="48760" y="15220"/>
                  </a:lnTo>
                  <a:lnTo>
                    <a:pt x="49122" y="12890"/>
                  </a:lnTo>
                  <a:lnTo>
                    <a:pt x="49421" y="10970"/>
                  </a:lnTo>
                  <a:lnTo>
                    <a:pt x="50010" y="7180"/>
                  </a:lnTo>
                  <a:lnTo>
                    <a:pt x="55448" y="2763"/>
                  </a:lnTo>
                  <a:lnTo>
                    <a:pt x="60175" y="160"/>
                  </a:lnTo>
                  <a:lnTo>
                    <a:pt x="63539" y="0"/>
                  </a:lnTo>
                  <a:lnTo>
                    <a:pt x="66583" y="1441"/>
                  </a:lnTo>
                  <a:lnTo>
                    <a:pt x="69867" y="42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3105950" y="3420941"/>
              <a:ext cx="93929" cy="87819"/>
            </a:xfrm>
            <a:custGeom>
              <a:avLst/>
              <a:pathLst>
                <a:path w="93929" h="87819">
                  <a:moveTo>
                    <a:pt x="11276" y="46447"/>
                  </a:moveTo>
                  <a:lnTo>
                    <a:pt x="11797" y="46334"/>
                  </a:lnTo>
                  <a:lnTo>
                    <a:pt x="15595" y="45512"/>
                  </a:lnTo>
                  <a:lnTo>
                    <a:pt x="17711" y="46523"/>
                  </a:lnTo>
                  <a:lnTo>
                    <a:pt x="17910" y="46052"/>
                  </a:lnTo>
                  <a:lnTo>
                    <a:pt x="18759" y="44043"/>
                  </a:lnTo>
                  <a:lnTo>
                    <a:pt x="20547" y="39728"/>
                  </a:lnTo>
                  <a:lnTo>
                    <a:pt x="19881" y="39502"/>
                  </a:lnTo>
                  <a:lnTo>
                    <a:pt x="20064" y="38198"/>
                  </a:lnTo>
                  <a:lnTo>
                    <a:pt x="20566" y="34620"/>
                  </a:lnTo>
                  <a:lnTo>
                    <a:pt x="17608" y="34394"/>
                  </a:lnTo>
                  <a:lnTo>
                    <a:pt x="18294" y="28003"/>
                  </a:lnTo>
                  <a:lnTo>
                    <a:pt x="18555" y="28002"/>
                  </a:lnTo>
                  <a:lnTo>
                    <a:pt x="18725" y="28001"/>
                  </a:lnTo>
                  <a:lnTo>
                    <a:pt x="20932" y="27955"/>
                  </a:lnTo>
                  <a:lnTo>
                    <a:pt x="21146" y="27950"/>
                  </a:lnTo>
                  <a:lnTo>
                    <a:pt x="21707" y="27955"/>
                  </a:lnTo>
                  <a:lnTo>
                    <a:pt x="22145" y="27909"/>
                  </a:lnTo>
                  <a:lnTo>
                    <a:pt x="22313" y="27861"/>
                  </a:lnTo>
                  <a:lnTo>
                    <a:pt x="22562" y="27677"/>
                  </a:lnTo>
                  <a:lnTo>
                    <a:pt x="22694" y="27580"/>
                  </a:lnTo>
                  <a:lnTo>
                    <a:pt x="22927" y="27408"/>
                  </a:lnTo>
                  <a:lnTo>
                    <a:pt x="23074" y="27300"/>
                  </a:lnTo>
                  <a:lnTo>
                    <a:pt x="23262" y="27134"/>
                  </a:lnTo>
                  <a:lnTo>
                    <a:pt x="23484" y="26938"/>
                  </a:lnTo>
                  <a:lnTo>
                    <a:pt x="23635" y="26806"/>
                  </a:lnTo>
                  <a:lnTo>
                    <a:pt x="24527" y="26020"/>
                  </a:lnTo>
                  <a:lnTo>
                    <a:pt x="24832" y="25751"/>
                  </a:lnTo>
                  <a:lnTo>
                    <a:pt x="25769" y="24926"/>
                  </a:lnTo>
                  <a:lnTo>
                    <a:pt x="25952" y="24764"/>
                  </a:lnTo>
                  <a:lnTo>
                    <a:pt x="26324" y="24436"/>
                  </a:lnTo>
                  <a:lnTo>
                    <a:pt x="26977" y="23861"/>
                  </a:lnTo>
                  <a:lnTo>
                    <a:pt x="27144" y="23731"/>
                  </a:lnTo>
                  <a:lnTo>
                    <a:pt x="27726" y="23280"/>
                  </a:lnTo>
                  <a:lnTo>
                    <a:pt x="28241" y="22880"/>
                  </a:lnTo>
                  <a:lnTo>
                    <a:pt x="30250" y="21790"/>
                  </a:lnTo>
                  <a:lnTo>
                    <a:pt x="31671" y="24111"/>
                  </a:lnTo>
                  <a:lnTo>
                    <a:pt x="30229" y="24832"/>
                  </a:lnTo>
                  <a:lnTo>
                    <a:pt x="30523" y="25153"/>
                  </a:lnTo>
                  <a:lnTo>
                    <a:pt x="30523" y="27075"/>
                  </a:lnTo>
                  <a:lnTo>
                    <a:pt x="29401" y="27155"/>
                  </a:lnTo>
                  <a:lnTo>
                    <a:pt x="29428" y="28437"/>
                  </a:lnTo>
                  <a:lnTo>
                    <a:pt x="28921" y="29238"/>
                  </a:lnTo>
                  <a:lnTo>
                    <a:pt x="30122" y="32122"/>
                  </a:lnTo>
                  <a:lnTo>
                    <a:pt x="30656" y="31000"/>
                  </a:lnTo>
                  <a:lnTo>
                    <a:pt x="33460" y="30760"/>
                  </a:lnTo>
                  <a:lnTo>
                    <a:pt x="33780" y="33030"/>
                  </a:lnTo>
                  <a:lnTo>
                    <a:pt x="35009" y="31668"/>
                  </a:lnTo>
                  <a:lnTo>
                    <a:pt x="37492" y="33350"/>
                  </a:lnTo>
                  <a:lnTo>
                    <a:pt x="37812" y="32309"/>
                  </a:lnTo>
                  <a:lnTo>
                    <a:pt x="36611" y="31881"/>
                  </a:lnTo>
                  <a:lnTo>
                    <a:pt x="39276" y="26301"/>
                  </a:lnTo>
                  <a:lnTo>
                    <a:pt x="40450" y="24939"/>
                  </a:lnTo>
                  <a:lnTo>
                    <a:pt x="40023" y="23737"/>
                  </a:lnTo>
                  <a:lnTo>
                    <a:pt x="41011" y="21494"/>
                  </a:lnTo>
                  <a:lnTo>
                    <a:pt x="41465" y="21628"/>
                  </a:lnTo>
                  <a:lnTo>
                    <a:pt x="42827" y="19492"/>
                  </a:lnTo>
                  <a:lnTo>
                    <a:pt x="45924" y="17089"/>
                  </a:lnTo>
                  <a:lnTo>
                    <a:pt x="48352" y="16497"/>
                  </a:lnTo>
                  <a:lnTo>
                    <a:pt x="49350" y="16246"/>
                  </a:lnTo>
                  <a:lnTo>
                    <a:pt x="49081" y="15946"/>
                  </a:lnTo>
                  <a:lnTo>
                    <a:pt x="48818" y="15501"/>
                  </a:lnTo>
                  <a:lnTo>
                    <a:pt x="48656" y="15228"/>
                  </a:lnTo>
                  <a:lnTo>
                    <a:pt x="48720" y="14544"/>
                  </a:lnTo>
                  <a:lnTo>
                    <a:pt x="49270" y="14339"/>
                  </a:lnTo>
                  <a:lnTo>
                    <a:pt x="49926" y="13967"/>
                  </a:lnTo>
                  <a:lnTo>
                    <a:pt x="48305" y="14000"/>
                  </a:lnTo>
                  <a:lnTo>
                    <a:pt x="47798" y="14010"/>
                  </a:lnTo>
                  <a:lnTo>
                    <a:pt x="45718" y="14024"/>
                  </a:lnTo>
                  <a:lnTo>
                    <a:pt x="44957" y="15225"/>
                  </a:lnTo>
                  <a:lnTo>
                    <a:pt x="44984" y="16294"/>
                  </a:lnTo>
                  <a:lnTo>
                    <a:pt x="44402" y="16314"/>
                  </a:lnTo>
                  <a:lnTo>
                    <a:pt x="39729" y="13484"/>
                  </a:lnTo>
                  <a:lnTo>
                    <a:pt x="38928" y="12576"/>
                  </a:lnTo>
                  <a:lnTo>
                    <a:pt x="38635" y="11134"/>
                  </a:lnTo>
                  <a:lnTo>
                    <a:pt x="37006" y="7930"/>
                  </a:lnTo>
                  <a:lnTo>
                    <a:pt x="47046" y="7743"/>
                  </a:lnTo>
                  <a:lnTo>
                    <a:pt x="46832" y="5447"/>
                  </a:lnTo>
                  <a:lnTo>
                    <a:pt x="49769" y="5073"/>
                  </a:lnTo>
                  <a:lnTo>
                    <a:pt x="52466" y="4218"/>
                  </a:lnTo>
                  <a:lnTo>
                    <a:pt x="52587" y="4616"/>
                  </a:lnTo>
                  <a:lnTo>
                    <a:pt x="52692" y="4901"/>
                  </a:lnTo>
                  <a:lnTo>
                    <a:pt x="53214" y="4672"/>
                  </a:lnTo>
                  <a:lnTo>
                    <a:pt x="53988" y="3604"/>
                  </a:lnTo>
                  <a:lnTo>
                    <a:pt x="55457" y="0"/>
                  </a:lnTo>
                  <a:lnTo>
                    <a:pt x="57667" y="358"/>
                  </a:lnTo>
                  <a:lnTo>
                    <a:pt x="56936" y="1959"/>
                  </a:lnTo>
                  <a:lnTo>
                    <a:pt x="58474" y="2728"/>
                  </a:lnTo>
                  <a:lnTo>
                    <a:pt x="55612" y="9094"/>
                  </a:lnTo>
                  <a:lnTo>
                    <a:pt x="58816" y="11786"/>
                  </a:lnTo>
                  <a:lnTo>
                    <a:pt x="60104" y="12185"/>
                  </a:lnTo>
                  <a:lnTo>
                    <a:pt x="64974" y="10314"/>
                  </a:lnTo>
                  <a:lnTo>
                    <a:pt x="68258" y="9700"/>
                  </a:lnTo>
                  <a:lnTo>
                    <a:pt x="71302" y="11676"/>
                  </a:lnTo>
                  <a:lnTo>
                    <a:pt x="75147" y="12478"/>
                  </a:lnTo>
                  <a:lnTo>
                    <a:pt x="79655" y="14657"/>
                  </a:lnTo>
                  <a:lnTo>
                    <a:pt x="79686" y="15551"/>
                  </a:lnTo>
                  <a:lnTo>
                    <a:pt x="79775" y="18047"/>
                  </a:lnTo>
                  <a:lnTo>
                    <a:pt x="79824" y="20002"/>
                  </a:lnTo>
                  <a:lnTo>
                    <a:pt x="79398" y="22539"/>
                  </a:lnTo>
                  <a:lnTo>
                    <a:pt x="79913" y="23610"/>
                  </a:lnTo>
                  <a:lnTo>
                    <a:pt x="80958" y="25786"/>
                  </a:lnTo>
                  <a:lnTo>
                    <a:pt x="80305" y="27183"/>
                  </a:lnTo>
                  <a:lnTo>
                    <a:pt x="81670" y="27267"/>
                  </a:lnTo>
                  <a:lnTo>
                    <a:pt x="83554" y="27473"/>
                  </a:lnTo>
                  <a:lnTo>
                    <a:pt x="84442" y="27853"/>
                  </a:lnTo>
                  <a:lnTo>
                    <a:pt x="84806" y="28331"/>
                  </a:lnTo>
                  <a:lnTo>
                    <a:pt x="85037" y="28934"/>
                  </a:lnTo>
                  <a:lnTo>
                    <a:pt x="86451" y="29335"/>
                  </a:lnTo>
                  <a:lnTo>
                    <a:pt x="88880" y="30219"/>
                  </a:lnTo>
                  <a:lnTo>
                    <a:pt x="89239" y="30388"/>
                  </a:lnTo>
                  <a:lnTo>
                    <a:pt x="90012" y="30753"/>
                  </a:lnTo>
                  <a:lnTo>
                    <a:pt x="91890" y="30643"/>
                  </a:lnTo>
                  <a:lnTo>
                    <a:pt x="91882" y="30775"/>
                  </a:lnTo>
                  <a:lnTo>
                    <a:pt x="91740" y="33050"/>
                  </a:lnTo>
                  <a:lnTo>
                    <a:pt x="91725" y="33298"/>
                  </a:lnTo>
                  <a:lnTo>
                    <a:pt x="91711" y="33522"/>
                  </a:lnTo>
                  <a:lnTo>
                    <a:pt x="91581" y="35082"/>
                  </a:lnTo>
                  <a:lnTo>
                    <a:pt x="91470" y="36410"/>
                  </a:lnTo>
                  <a:lnTo>
                    <a:pt x="91449" y="36852"/>
                  </a:lnTo>
                  <a:lnTo>
                    <a:pt x="91489" y="38004"/>
                  </a:lnTo>
                  <a:lnTo>
                    <a:pt x="91572" y="38514"/>
                  </a:lnTo>
                  <a:lnTo>
                    <a:pt x="91657" y="39036"/>
                  </a:lnTo>
                  <a:lnTo>
                    <a:pt x="91718" y="39406"/>
                  </a:lnTo>
                  <a:lnTo>
                    <a:pt x="91844" y="40179"/>
                  </a:lnTo>
                  <a:lnTo>
                    <a:pt x="91774" y="40980"/>
                  </a:lnTo>
                  <a:lnTo>
                    <a:pt x="91757" y="41171"/>
                  </a:lnTo>
                  <a:lnTo>
                    <a:pt x="91710" y="41719"/>
                  </a:lnTo>
                  <a:lnTo>
                    <a:pt x="91666" y="42220"/>
                  </a:lnTo>
                  <a:lnTo>
                    <a:pt x="91824" y="42242"/>
                  </a:lnTo>
                  <a:lnTo>
                    <a:pt x="93929" y="42531"/>
                  </a:lnTo>
                  <a:lnTo>
                    <a:pt x="93894" y="42999"/>
                  </a:lnTo>
                  <a:lnTo>
                    <a:pt x="93862" y="43415"/>
                  </a:lnTo>
                  <a:lnTo>
                    <a:pt x="93834" y="43792"/>
                  </a:lnTo>
                  <a:lnTo>
                    <a:pt x="93813" y="44064"/>
                  </a:lnTo>
                  <a:lnTo>
                    <a:pt x="93719" y="45307"/>
                  </a:lnTo>
                  <a:lnTo>
                    <a:pt x="93643" y="46295"/>
                  </a:lnTo>
                  <a:lnTo>
                    <a:pt x="93609" y="46809"/>
                  </a:lnTo>
                  <a:lnTo>
                    <a:pt x="93566" y="47451"/>
                  </a:lnTo>
                  <a:lnTo>
                    <a:pt x="93406" y="49614"/>
                  </a:lnTo>
                  <a:lnTo>
                    <a:pt x="93336" y="51214"/>
                  </a:lnTo>
                  <a:lnTo>
                    <a:pt x="93328" y="51390"/>
                  </a:lnTo>
                  <a:lnTo>
                    <a:pt x="92964" y="52885"/>
                  </a:lnTo>
                  <a:lnTo>
                    <a:pt x="90763" y="61910"/>
                  </a:lnTo>
                  <a:lnTo>
                    <a:pt x="89581" y="64766"/>
                  </a:lnTo>
                  <a:lnTo>
                    <a:pt x="88187" y="65076"/>
                  </a:lnTo>
                  <a:lnTo>
                    <a:pt x="87964" y="65125"/>
                  </a:lnTo>
                  <a:lnTo>
                    <a:pt x="85391" y="65901"/>
                  </a:lnTo>
                  <a:lnTo>
                    <a:pt x="76883" y="68463"/>
                  </a:lnTo>
                  <a:lnTo>
                    <a:pt x="66970" y="72034"/>
                  </a:lnTo>
                  <a:lnTo>
                    <a:pt x="53703" y="76772"/>
                  </a:lnTo>
                  <a:lnTo>
                    <a:pt x="34573" y="83596"/>
                  </a:lnTo>
                  <a:lnTo>
                    <a:pt x="22731" y="87819"/>
                  </a:lnTo>
                  <a:lnTo>
                    <a:pt x="22627" y="87286"/>
                  </a:lnTo>
                  <a:lnTo>
                    <a:pt x="22453" y="86401"/>
                  </a:lnTo>
                  <a:lnTo>
                    <a:pt x="22329" y="85676"/>
                  </a:lnTo>
                  <a:lnTo>
                    <a:pt x="22135" y="84914"/>
                  </a:lnTo>
                  <a:lnTo>
                    <a:pt x="21472" y="82320"/>
                  </a:lnTo>
                  <a:lnTo>
                    <a:pt x="17138" y="83660"/>
                  </a:lnTo>
                  <a:lnTo>
                    <a:pt x="16220" y="83944"/>
                  </a:lnTo>
                  <a:lnTo>
                    <a:pt x="15034" y="84310"/>
                  </a:lnTo>
                  <a:lnTo>
                    <a:pt x="8803" y="86132"/>
                  </a:lnTo>
                  <a:lnTo>
                    <a:pt x="7040" y="86647"/>
                  </a:lnTo>
                  <a:lnTo>
                    <a:pt x="4901" y="87211"/>
                  </a:lnTo>
                  <a:lnTo>
                    <a:pt x="3043" y="82781"/>
                  </a:lnTo>
                  <a:lnTo>
                    <a:pt x="2949" y="82558"/>
                  </a:lnTo>
                  <a:lnTo>
                    <a:pt x="353" y="76369"/>
                  </a:lnTo>
                  <a:lnTo>
                    <a:pt x="0" y="75525"/>
                  </a:lnTo>
                  <a:lnTo>
                    <a:pt x="9561" y="71600"/>
                  </a:lnTo>
                  <a:lnTo>
                    <a:pt x="10309" y="71314"/>
                  </a:lnTo>
                  <a:lnTo>
                    <a:pt x="12387" y="70519"/>
                  </a:lnTo>
                  <a:lnTo>
                    <a:pt x="14044" y="70176"/>
                  </a:lnTo>
                  <a:lnTo>
                    <a:pt x="18308" y="69292"/>
                  </a:lnTo>
                  <a:lnTo>
                    <a:pt x="21348" y="68912"/>
                  </a:lnTo>
                  <a:lnTo>
                    <a:pt x="21201" y="65951"/>
                  </a:lnTo>
                  <a:lnTo>
                    <a:pt x="21034" y="62603"/>
                  </a:lnTo>
                  <a:lnTo>
                    <a:pt x="20924" y="61438"/>
                  </a:lnTo>
                  <a:lnTo>
                    <a:pt x="20859" y="59626"/>
                  </a:lnTo>
                  <a:lnTo>
                    <a:pt x="20854" y="59496"/>
                  </a:lnTo>
                  <a:lnTo>
                    <a:pt x="20787" y="57659"/>
                  </a:lnTo>
                  <a:lnTo>
                    <a:pt x="20520" y="52309"/>
                  </a:lnTo>
                  <a:lnTo>
                    <a:pt x="18361" y="52123"/>
                  </a:lnTo>
                  <a:lnTo>
                    <a:pt x="17293" y="52061"/>
                  </a:lnTo>
                  <a:lnTo>
                    <a:pt x="16180" y="51651"/>
                  </a:lnTo>
                  <a:lnTo>
                    <a:pt x="15601" y="51438"/>
                  </a:lnTo>
                  <a:lnTo>
                    <a:pt x="13174" y="49840"/>
                  </a:lnTo>
                  <a:lnTo>
                    <a:pt x="12662" y="49032"/>
                  </a:lnTo>
                  <a:lnTo>
                    <a:pt x="11815" y="48289"/>
                  </a:lnTo>
                  <a:lnTo>
                    <a:pt x="10777" y="465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2935867" y="2395418"/>
              <a:ext cx="371790" cy="285540"/>
            </a:xfrm>
            <a:custGeom>
              <a:avLst/>
              <a:pathLst>
                <a:path w="371790" h="285540">
                  <a:moveTo>
                    <a:pt x="102013" y="6454"/>
                  </a:moveTo>
                  <a:lnTo>
                    <a:pt x="110198" y="11973"/>
                  </a:lnTo>
                  <a:lnTo>
                    <a:pt x="112299" y="13390"/>
                  </a:lnTo>
                  <a:lnTo>
                    <a:pt x="111038" y="15228"/>
                  </a:lnTo>
                  <a:lnTo>
                    <a:pt x="110844" y="15511"/>
                  </a:lnTo>
                  <a:lnTo>
                    <a:pt x="99428" y="32159"/>
                  </a:lnTo>
                  <a:lnTo>
                    <a:pt x="99644" y="32311"/>
                  </a:lnTo>
                  <a:lnTo>
                    <a:pt x="112085" y="40889"/>
                  </a:lnTo>
                  <a:lnTo>
                    <a:pt x="119449" y="45967"/>
                  </a:lnTo>
                  <a:lnTo>
                    <a:pt x="120372" y="46603"/>
                  </a:lnTo>
                  <a:lnTo>
                    <a:pt x="122051" y="47761"/>
                  </a:lnTo>
                  <a:lnTo>
                    <a:pt x="141027" y="60847"/>
                  </a:lnTo>
                  <a:lnTo>
                    <a:pt x="160358" y="74179"/>
                  </a:lnTo>
                  <a:lnTo>
                    <a:pt x="170664" y="81286"/>
                  </a:lnTo>
                  <a:lnTo>
                    <a:pt x="180005" y="87727"/>
                  </a:lnTo>
                  <a:lnTo>
                    <a:pt x="188961" y="93903"/>
                  </a:lnTo>
                  <a:lnTo>
                    <a:pt x="206972" y="106325"/>
                  </a:lnTo>
                  <a:lnTo>
                    <a:pt x="214332" y="111400"/>
                  </a:lnTo>
                  <a:lnTo>
                    <a:pt x="214840" y="111751"/>
                  </a:lnTo>
                  <a:lnTo>
                    <a:pt x="219743" y="115016"/>
                  </a:lnTo>
                  <a:lnTo>
                    <a:pt x="218836" y="116566"/>
                  </a:lnTo>
                  <a:lnTo>
                    <a:pt x="218424" y="117271"/>
                  </a:lnTo>
                  <a:lnTo>
                    <a:pt x="217639" y="118614"/>
                  </a:lnTo>
                  <a:lnTo>
                    <a:pt x="217342" y="118980"/>
                  </a:lnTo>
                  <a:lnTo>
                    <a:pt x="214656" y="117271"/>
                  </a:lnTo>
                  <a:lnTo>
                    <a:pt x="213878" y="116775"/>
                  </a:lnTo>
                  <a:lnTo>
                    <a:pt x="213366" y="116566"/>
                  </a:lnTo>
                  <a:lnTo>
                    <a:pt x="213256" y="117371"/>
                  </a:lnTo>
                  <a:lnTo>
                    <a:pt x="211804" y="119869"/>
                  </a:lnTo>
                  <a:lnTo>
                    <a:pt x="211728" y="121085"/>
                  </a:lnTo>
                  <a:lnTo>
                    <a:pt x="211650" y="122340"/>
                  </a:lnTo>
                  <a:lnTo>
                    <a:pt x="210290" y="123194"/>
                  </a:lnTo>
                  <a:lnTo>
                    <a:pt x="210324" y="127982"/>
                  </a:lnTo>
                  <a:lnTo>
                    <a:pt x="211881" y="128098"/>
                  </a:lnTo>
                  <a:lnTo>
                    <a:pt x="211804" y="129605"/>
                  </a:lnTo>
                  <a:lnTo>
                    <a:pt x="215809" y="129391"/>
                  </a:lnTo>
                  <a:lnTo>
                    <a:pt x="216111" y="129506"/>
                  </a:lnTo>
                  <a:lnTo>
                    <a:pt x="217491" y="130032"/>
                  </a:lnTo>
                  <a:lnTo>
                    <a:pt x="220255" y="132275"/>
                  </a:lnTo>
                  <a:lnTo>
                    <a:pt x="221626" y="132400"/>
                  </a:lnTo>
                  <a:lnTo>
                    <a:pt x="222004" y="132435"/>
                  </a:lnTo>
                  <a:lnTo>
                    <a:pt x="226034" y="132308"/>
                  </a:lnTo>
                  <a:lnTo>
                    <a:pt x="229713" y="132192"/>
                  </a:lnTo>
                  <a:lnTo>
                    <a:pt x="229884" y="132186"/>
                  </a:lnTo>
                  <a:lnTo>
                    <a:pt x="231389" y="132879"/>
                  </a:lnTo>
                  <a:lnTo>
                    <a:pt x="233904" y="133072"/>
                  </a:lnTo>
                  <a:lnTo>
                    <a:pt x="234569" y="133165"/>
                  </a:lnTo>
                  <a:lnTo>
                    <a:pt x="236195" y="133392"/>
                  </a:lnTo>
                  <a:lnTo>
                    <a:pt x="237817" y="134159"/>
                  </a:lnTo>
                  <a:lnTo>
                    <a:pt x="237791" y="135032"/>
                  </a:lnTo>
                  <a:lnTo>
                    <a:pt x="237773" y="135643"/>
                  </a:lnTo>
                  <a:lnTo>
                    <a:pt x="237917" y="136797"/>
                  </a:lnTo>
                  <a:lnTo>
                    <a:pt x="239100" y="138247"/>
                  </a:lnTo>
                  <a:lnTo>
                    <a:pt x="239691" y="138799"/>
                  </a:lnTo>
                  <a:lnTo>
                    <a:pt x="240128" y="139208"/>
                  </a:lnTo>
                  <a:lnTo>
                    <a:pt x="241244" y="140638"/>
                  </a:lnTo>
                  <a:lnTo>
                    <a:pt x="241805" y="141485"/>
                  </a:lnTo>
                  <a:lnTo>
                    <a:pt x="242497" y="142088"/>
                  </a:lnTo>
                  <a:lnTo>
                    <a:pt x="242868" y="142311"/>
                  </a:lnTo>
                  <a:lnTo>
                    <a:pt x="243797" y="143433"/>
                  </a:lnTo>
                  <a:lnTo>
                    <a:pt x="244943" y="145428"/>
                  </a:lnTo>
                  <a:lnTo>
                    <a:pt x="245219" y="145910"/>
                  </a:lnTo>
                  <a:lnTo>
                    <a:pt x="246442" y="145325"/>
                  </a:lnTo>
                  <a:lnTo>
                    <a:pt x="251441" y="142847"/>
                  </a:lnTo>
                  <a:lnTo>
                    <a:pt x="251569" y="143392"/>
                  </a:lnTo>
                  <a:lnTo>
                    <a:pt x="251115" y="144313"/>
                  </a:lnTo>
                  <a:lnTo>
                    <a:pt x="249966" y="146511"/>
                  </a:lnTo>
                  <a:lnTo>
                    <a:pt x="249449" y="147502"/>
                  </a:lnTo>
                  <a:lnTo>
                    <a:pt x="249302" y="148276"/>
                  </a:lnTo>
                  <a:lnTo>
                    <a:pt x="249460" y="148775"/>
                  </a:lnTo>
                  <a:lnTo>
                    <a:pt x="250236" y="149624"/>
                  </a:lnTo>
                  <a:lnTo>
                    <a:pt x="252639" y="147725"/>
                  </a:lnTo>
                  <a:lnTo>
                    <a:pt x="254134" y="146763"/>
                  </a:lnTo>
                  <a:lnTo>
                    <a:pt x="256495" y="146229"/>
                  </a:lnTo>
                  <a:lnTo>
                    <a:pt x="257272" y="145668"/>
                  </a:lnTo>
                  <a:lnTo>
                    <a:pt x="257571" y="145350"/>
                  </a:lnTo>
                  <a:lnTo>
                    <a:pt x="260096" y="143656"/>
                  </a:lnTo>
                  <a:lnTo>
                    <a:pt x="260745" y="145667"/>
                  </a:lnTo>
                  <a:lnTo>
                    <a:pt x="260913" y="147293"/>
                  </a:lnTo>
                  <a:lnTo>
                    <a:pt x="261226" y="147710"/>
                  </a:lnTo>
                  <a:lnTo>
                    <a:pt x="261514" y="148094"/>
                  </a:lnTo>
                  <a:lnTo>
                    <a:pt x="263901" y="149170"/>
                  </a:lnTo>
                  <a:lnTo>
                    <a:pt x="266217" y="149730"/>
                  </a:lnTo>
                  <a:lnTo>
                    <a:pt x="267129" y="150841"/>
                  </a:lnTo>
                  <a:lnTo>
                    <a:pt x="267394" y="151379"/>
                  </a:lnTo>
                  <a:lnTo>
                    <a:pt x="267826" y="152251"/>
                  </a:lnTo>
                  <a:lnTo>
                    <a:pt x="268223" y="152692"/>
                  </a:lnTo>
                  <a:lnTo>
                    <a:pt x="268460" y="152956"/>
                  </a:lnTo>
                  <a:lnTo>
                    <a:pt x="269310" y="153552"/>
                  </a:lnTo>
                  <a:lnTo>
                    <a:pt x="270141" y="153445"/>
                  </a:lnTo>
                  <a:lnTo>
                    <a:pt x="272112" y="152820"/>
                  </a:lnTo>
                  <a:lnTo>
                    <a:pt x="273607" y="152778"/>
                  </a:lnTo>
                  <a:lnTo>
                    <a:pt x="274633" y="153119"/>
                  </a:lnTo>
                  <a:lnTo>
                    <a:pt x="275594" y="153824"/>
                  </a:lnTo>
                  <a:lnTo>
                    <a:pt x="275759" y="154084"/>
                  </a:lnTo>
                  <a:lnTo>
                    <a:pt x="276258" y="154868"/>
                  </a:lnTo>
                  <a:lnTo>
                    <a:pt x="276341" y="154999"/>
                  </a:lnTo>
                  <a:lnTo>
                    <a:pt x="277025" y="155982"/>
                  </a:lnTo>
                  <a:lnTo>
                    <a:pt x="277162" y="156318"/>
                  </a:lnTo>
                  <a:lnTo>
                    <a:pt x="279394" y="155019"/>
                  </a:lnTo>
                  <a:lnTo>
                    <a:pt x="281955" y="153530"/>
                  </a:lnTo>
                  <a:lnTo>
                    <a:pt x="283013" y="153692"/>
                  </a:lnTo>
                  <a:lnTo>
                    <a:pt x="285096" y="153860"/>
                  </a:lnTo>
                  <a:lnTo>
                    <a:pt x="286049" y="153985"/>
                  </a:lnTo>
                  <a:lnTo>
                    <a:pt x="287595" y="154188"/>
                  </a:lnTo>
                  <a:lnTo>
                    <a:pt x="289213" y="154925"/>
                  </a:lnTo>
                  <a:lnTo>
                    <a:pt x="290923" y="155501"/>
                  </a:lnTo>
                  <a:lnTo>
                    <a:pt x="291689" y="155758"/>
                  </a:lnTo>
                  <a:lnTo>
                    <a:pt x="294241" y="156581"/>
                  </a:lnTo>
                  <a:lnTo>
                    <a:pt x="297738" y="156655"/>
                  </a:lnTo>
                  <a:lnTo>
                    <a:pt x="298845" y="157983"/>
                  </a:lnTo>
                  <a:lnTo>
                    <a:pt x="299020" y="158193"/>
                  </a:lnTo>
                  <a:lnTo>
                    <a:pt x="300205" y="159218"/>
                  </a:lnTo>
                  <a:lnTo>
                    <a:pt x="301695" y="161685"/>
                  </a:lnTo>
                  <a:lnTo>
                    <a:pt x="301861" y="163301"/>
                  </a:lnTo>
                  <a:lnTo>
                    <a:pt x="299675" y="163715"/>
                  </a:lnTo>
                  <a:lnTo>
                    <a:pt x="298671" y="165606"/>
                  </a:lnTo>
                  <a:lnTo>
                    <a:pt x="295861" y="171445"/>
                  </a:lnTo>
                  <a:lnTo>
                    <a:pt x="295355" y="172496"/>
                  </a:lnTo>
                  <a:lnTo>
                    <a:pt x="295248" y="173457"/>
                  </a:lnTo>
                  <a:lnTo>
                    <a:pt x="295449" y="174401"/>
                  </a:lnTo>
                  <a:lnTo>
                    <a:pt x="296494" y="175047"/>
                  </a:lnTo>
                  <a:lnTo>
                    <a:pt x="297348" y="176336"/>
                  </a:lnTo>
                  <a:lnTo>
                    <a:pt x="297682" y="177297"/>
                  </a:lnTo>
                  <a:lnTo>
                    <a:pt x="297815" y="178839"/>
                  </a:lnTo>
                  <a:lnTo>
                    <a:pt x="298229" y="180031"/>
                  </a:lnTo>
                  <a:lnTo>
                    <a:pt x="298910" y="183448"/>
                  </a:lnTo>
                  <a:lnTo>
                    <a:pt x="304157" y="182808"/>
                  </a:lnTo>
                  <a:lnTo>
                    <a:pt x="308252" y="182651"/>
                  </a:lnTo>
                  <a:lnTo>
                    <a:pt x="310385" y="183789"/>
                  </a:lnTo>
                  <a:lnTo>
                    <a:pt x="312052" y="184030"/>
                  </a:lnTo>
                  <a:lnTo>
                    <a:pt x="312267" y="185084"/>
                  </a:lnTo>
                  <a:lnTo>
                    <a:pt x="312510" y="186279"/>
                  </a:lnTo>
                  <a:lnTo>
                    <a:pt x="310401" y="186571"/>
                  </a:lnTo>
                  <a:lnTo>
                    <a:pt x="310377" y="186822"/>
                  </a:lnTo>
                  <a:lnTo>
                    <a:pt x="310070" y="190136"/>
                  </a:lnTo>
                  <a:lnTo>
                    <a:pt x="309951" y="191407"/>
                  </a:lnTo>
                  <a:lnTo>
                    <a:pt x="309178" y="192472"/>
                  </a:lnTo>
                  <a:lnTo>
                    <a:pt x="308743" y="193073"/>
                  </a:lnTo>
                  <a:lnTo>
                    <a:pt x="308325" y="193562"/>
                  </a:lnTo>
                  <a:lnTo>
                    <a:pt x="304295" y="198282"/>
                  </a:lnTo>
                  <a:lnTo>
                    <a:pt x="304039" y="198729"/>
                  </a:lnTo>
                  <a:lnTo>
                    <a:pt x="303588" y="199517"/>
                  </a:lnTo>
                  <a:lnTo>
                    <a:pt x="303656" y="199897"/>
                  </a:lnTo>
                  <a:lnTo>
                    <a:pt x="303755" y="200445"/>
                  </a:lnTo>
                  <a:lnTo>
                    <a:pt x="304602" y="201893"/>
                  </a:lnTo>
                  <a:lnTo>
                    <a:pt x="306047" y="205451"/>
                  </a:lnTo>
                  <a:lnTo>
                    <a:pt x="307238" y="207086"/>
                  </a:lnTo>
                  <a:lnTo>
                    <a:pt x="308227" y="207888"/>
                  </a:lnTo>
                  <a:lnTo>
                    <a:pt x="310152" y="209450"/>
                  </a:lnTo>
                  <a:lnTo>
                    <a:pt x="310746" y="209827"/>
                  </a:lnTo>
                  <a:lnTo>
                    <a:pt x="311380" y="210378"/>
                  </a:lnTo>
                  <a:lnTo>
                    <a:pt x="312135" y="210230"/>
                  </a:lnTo>
                  <a:lnTo>
                    <a:pt x="315922" y="209489"/>
                  </a:lnTo>
                  <a:lnTo>
                    <a:pt x="318069" y="209387"/>
                  </a:lnTo>
                  <a:lnTo>
                    <a:pt x="316726" y="215622"/>
                  </a:lnTo>
                  <a:lnTo>
                    <a:pt x="316582" y="217496"/>
                  </a:lnTo>
                  <a:lnTo>
                    <a:pt x="317127" y="219395"/>
                  </a:lnTo>
                  <a:lnTo>
                    <a:pt x="317637" y="220556"/>
                  </a:lnTo>
                  <a:lnTo>
                    <a:pt x="317847" y="221961"/>
                  </a:lnTo>
                  <a:lnTo>
                    <a:pt x="317917" y="225069"/>
                  </a:lnTo>
                  <a:lnTo>
                    <a:pt x="318425" y="226404"/>
                  </a:lnTo>
                  <a:lnTo>
                    <a:pt x="319333" y="226993"/>
                  </a:lnTo>
                  <a:lnTo>
                    <a:pt x="319851" y="227491"/>
                  </a:lnTo>
                  <a:lnTo>
                    <a:pt x="320214" y="227954"/>
                  </a:lnTo>
                  <a:lnTo>
                    <a:pt x="320795" y="229228"/>
                  </a:lnTo>
                  <a:lnTo>
                    <a:pt x="321202" y="230120"/>
                  </a:lnTo>
                  <a:lnTo>
                    <a:pt x="321596" y="231340"/>
                  </a:lnTo>
                  <a:lnTo>
                    <a:pt x="321864" y="232171"/>
                  </a:lnTo>
                  <a:lnTo>
                    <a:pt x="322473" y="233817"/>
                  </a:lnTo>
                  <a:lnTo>
                    <a:pt x="326342" y="235408"/>
                  </a:lnTo>
                  <a:lnTo>
                    <a:pt x="327208" y="235635"/>
                  </a:lnTo>
                  <a:lnTo>
                    <a:pt x="328336" y="235931"/>
                  </a:lnTo>
                  <a:lnTo>
                    <a:pt x="333071" y="236766"/>
                  </a:lnTo>
                  <a:lnTo>
                    <a:pt x="337599" y="237163"/>
                  </a:lnTo>
                  <a:lnTo>
                    <a:pt x="338220" y="237217"/>
                  </a:lnTo>
                  <a:lnTo>
                    <a:pt x="340834" y="236923"/>
                  </a:lnTo>
                  <a:lnTo>
                    <a:pt x="343216" y="236655"/>
                  </a:lnTo>
                  <a:lnTo>
                    <a:pt x="346949" y="235757"/>
                  </a:lnTo>
                  <a:lnTo>
                    <a:pt x="350233" y="235136"/>
                  </a:lnTo>
                  <a:lnTo>
                    <a:pt x="351947" y="234812"/>
                  </a:lnTo>
                  <a:lnTo>
                    <a:pt x="356929" y="234707"/>
                  </a:lnTo>
                  <a:lnTo>
                    <a:pt x="360072" y="235150"/>
                  </a:lnTo>
                  <a:lnTo>
                    <a:pt x="364713" y="235804"/>
                  </a:lnTo>
                  <a:lnTo>
                    <a:pt x="367696" y="236687"/>
                  </a:lnTo>
                  <a:lnTo>
                    <a:pt x="369769" y="237899"/>
                  </a:lnTo>
                  <a:lnTo>
                    <a:pt x="370206" y="238189"/>
                  </a:lnTo>
                  <a:lnTo>
                    <a:pt x="370410" y="238324"/>
                  </a:lnTo>
                  <a:lnTo>
                    <a:pt x="371790" y="239523"/>
                  </a:lnTo>
                  <a:lnTo>
                    <a:pt x="371050" y="240090"/>
                  </a:lnTo>
                  <a:lnTo>
                    <a:pt x="369609" y="241193"/>
                  </a:lnTo>
                  <a:lnTo>
                    <a:pt x="369036" y="241289"/>
                  </a:lnTo>
                  <a:lnTo>
                    <a:pt x="366165" y="241008"/>
                  </a:lnTo>
                  <a:lnTo>
                    <a:pt x="353775" y="241873"/>
                  </a:lnTo>
                  <a:lnTo>
                    <a:pt x="353532" y="245723"/>
                  </a:lnTo>
                  <a:lnTo>
                    <a:pt x="353544" y="246359"/>
                  </a:lnTo>
                  <a:lnTo>
                    <a:pt x="353600" y="249243"/>
                  </a:lnTo>
                  <a:lnTo>
                    <a:pt x="354007" y="254294"/>
                  </a:lnTo>
                  <a:lnTo>
                    <a:pt x="354060" y="255135"/>
                  </a:lnTo>
                  <a:lnTo>
                    <a:pt x="354673" y="255516"/>
                  </a:lnTo>
                  <a:lnTo>
                    <a:pt x="355586" y="255780"/>
                  </a:lnTo>
                  <a:lnTo>
                    <a:pt x="356444" y="256149"/>
                  </a:lnTo>
                  <a:lnTo>
                    <a:pt x="357629" y="256253"/>
                  </a:lnTo>
                  <a:lnTo>
                    <a:pt x="359295" y="257967"/>
                  </a:lnTo>
                  <a:lnTo>
                    <a:pt x="359799" y="258240"/>
                  </a:lnTo>
                  <a:lnTo>
                    <a:pt x="361272" y="259040"/>
                  </a:lnTo>
                  <a:lnTo>
                    <a:pt x="361789" y="259320"/>
                  </a:lnTo>
                  <a:lnTo>
                    <a:pt x="361943" y="259403"/>
                  </a:lnTo>
                  <a:lnTo>
                    <a:pt x="362297" y="259576"/>
                  </a:lnTo>
                  <a:lnTo>
                    <a:pt x="364923" y="260855"/>
                  </a:lnTo>
                  <a:lnTo>
                    <a:pt x="366686" y="261568"/>
                  </a:lnTo>
                  <a:lnTo>
                    <a:pt x="367228" y="261769"/>
                  </a:lnTo>
                  <a:lnTo>
                    <a:pt x="367560" y="261892"/>
                  </a:lnTo>
                  <a:lnTo>
                    <a:pt x="367500" y="262161"/>
                  </a:lnTo>
                  <a:lnTo>
                    <a:pt x="367192" y="262393"/>
                  </a:lnTo>
                  <a:lnTo>
                    <a:pt x="366559" y="262869"/>
                  </a:lnTo>
                  <a:lnTo>
                    <a:pt x="363583" y="262892"/>
                  </a:lnTo>
                  <a:lnTo>
                    <a:pt x="362499" y="262808"/>
                  </a:lnTo>
                  <a:lnTo>
                    <a:pt x="361197" y="262707"/>
                  </a:lnTo>
                  <a:lnTo>
                    <a:pt x="359702" y="262566"/>
                  </a:lnTo>
                  <a:lnTo>
                    <a:pt x="357968" y="262402"/>
                  </a:lnTo>
                  <a:lnTo>
                    <a:pt x="356153" y="262562"/>
                  </a:lnTo>
                  <a:lnTo>
                    <a:pt x="355004" y="262963"/>
                  </a:lnTo>
                  <a:lnTo>
                    <a:pt x="353910" y="263577"/>
                  </a:lnTo>
                  <a:lnTo>
                    <a:pt x="353612" y="263971"/>
                  </a:lnTo>
                  <a:lnTo>
                    <a:pt x="353146" y="264589"/>
                  </a:lnTo>
                  <a:lnTo>
                    <a:pt x="353305" y="265454"/>
                  </a:lnTo>
                  <a:lnTo>
                    <a:pt x="353398" y="265957"/>
                  </a:lnTo>
                  <a:lnTo>
                    <a:pt x="350435" y="267046"/>
                  </a:lnTo>
                  <a:lnTo>
                    <a:pt x="347807" y="268013"/>
                  </a:lnTo>
                  <a:lnTo>
                    <a:pt x="346741" y="267444"/>
                  </a:lnTo>
                  <a:lnTo>
                    <a:pt x="344648" y="266328"/>
                  </a:lnTo>
                  <a:lnTo>
                    <a:pt x="343784" y="266213"/>
                  </a:lnTo>
                  <a:lnTo>
                    <a:pt x="337961" y="261466"/>
                  </a:lnTo>
                  <a:lnTo>
                    <a:pt x="337542" y="261124"/>
                  </a:lnTo>
                  <a:lnTo>
                    <a:pt x="337296" y="261017"/>
                  </a:lnTo>
                  <a:lnTo>
                    <a:pt x="334822" y="259935"/>
                  </a:lnTo>
                  <a:lnTo>
                    <a:pt x="334415" y="260889"/>
                  </a:lnTo>
                  <a:lnTo>
                    <a:pt x="332979" y="264260"/>
                  </a:lnTo>
                  <a:lnTo>
                    <a:pt x="331628" y="262559"/>
                  </a:lnTo>
                  <a:lnTo>
                    <a:pt x="329497" y="259875"/>
                  </a:lnTo>
                  <a:lnTo>
                    <a:pt x="327239" y="258935"/>
                  </a:lnTo>
                  <a:lnTo>
                    <a:pt x="326863" y="258091"/>
                  </a:lnTo>
                  <a:lnTo>
                    <a:pt x="326235" y="253988"/>
                  </a:lnTo>
                  <a:lnTo>
                    <a:pt x="321593" y="253403"/>
                  </a:lnTo>
                  <a:lnTo>
                    <a:pt x="321983" y="254769"/>
                  </a:lnTo>
                  <a:lnTo>
                    <a:pt x="322608" y="255554"/>
                  </a:lnTo>
                  <a:lnTo>
                    <a:pt x="323035" y="256342"/>
                  </a:lnTo>
                  <a:lnTo>
                    <a:pt x="323585" y="258867"/>
                  </a:lnTo>
                  <a:lnTo>
                    <a:pt x="324344" y="260587"/>
                  </a:lnTo>
                  <a:lnTo>
                    <a:pt x="325187" y="262328"/>
                  </a:lnTo>
                  <a:lnTo>
                    <a:pt x="327174" y="267294"/>
                  </a:lnTo>
                  <a:lnTo>
                    <a:pt x="328328" y="269453"/>
                  </a:lnTo>
                  <a:lnTo>
                    <a:pt x="327369" y="269162"/>
                  </a:lnTo>
                  <a:lnTo>
                    <a:pt x="323874" y="268486"/>
                  </a:lnTo>
                  <a:lnTo>
                    <a:pt x="319319" y="267910"/>
                  </a:lnTo>
                  <a:lnTo>
                    <a:pt x="319587" y="268506"/>
                  </a:lnTo>
                  <a:lnTo>
                    <a:pt x="316889" y="270322"/>
                  </a:lnTo>
                  <a:lnTo>
                    <a:pt x="316204" y="270783"/>
                  </a:lnTo>
                  <a:lnTo>
                    <a:pt x="315150" y="271225"/>
                  </a:lnTo>
                  <a:lnTo>
                    <a:pt x="314575" y="271615"/>
                  </a:lnTo>
                  <a:lnTo>
                    <a:pt x="314216" y="271859"/>
                  </a:lnTo>
                  <a:lnTo>
                    <a:pt x="315084" y="273561"/>
                  </a:lnTo>
                  <a:lnTo>
                    <a:pt x="315519" y="274275"/>
                  </a:lnTo>
                  <a:lnTo>
                    <a:pt x="314553" y="274863"/>
                  </a:lnTo>
                  <a:lnTo>
                    <a:pt x="315943" y="276761"/>
                  </a:lnTo>
                  <a:lnTo>
                    <a:pt x="316610" y="278797"/>
                  </a:lnTo>
                  <a:lnTo>
                    <a:pt x="313606" y="280666"/>
                  </a:lnTo>
                  <a:lnTo>
                    <a:pt x="310969" y="282663"/>
                  </a:lnTo>
                  <a:lnTo>
                    <a:pt x="309924" y="280921"/>
                  </a:lnTo>
                  <a:lnTo>
                    <a:pt x="301433" y="285167"/>
                  </a:lnTo>
                  <a:lnTo>
                    <a:pt x="298710" y="285540"/>
                  </a:lnTo>
                  <a:lnTo>
                    <a:pt x="291660" y="284659"/>
                  </a:lnTo>
                  <a:lnTo>
                    <a:pt x="289391" y="274966"/>
                  </a:lnTo>
                  <a:lnTo>
                    <a:pt x="294384" y="273845"/>
                  </a:lnTo>
                  <a:lnTo>
                    <a:pt x="294304" y="270828"/>
                  </a:lnTo>
                  <a:lnTo>
                    <a:pt x="295719" y="270107"/>
                  </a:lnTo>
                  <a:lnTo>
                    <a:pt x="295372" y="268211"/>
                  </a:lnTo>
                  <a:lnTo>
                    <a:pt x="289711" y="270534"/>
                  </a:lnTo>
                  <a:lnTo>
                    <a:pt x="284744" y="273898"/>
                  </a:lnTo>
                  <a:lnTo>
                    <a:pt x="280419" y="274085"/>
                  </a:lnTo>
                  <a:lnTo>
                    <a:pt x="273904" y="271148"/>
                  </a:lnTo>
                  <a:lnTo>
                    <a:pt x="272071" y="271975"/>
                  </a:lnTo>
                  <a:lnTo>
                    <a:pt x="269614" y="270693"/>
                  </a:lnTo>
                  <a:lnTo>
                    <a:pt x="268537" y="268692"/>
                  </a:lnTo>
                  <a:lnTo>
                    <a:pt x="267852" y="266688"/>
                  </a:lnTo>
                  <a:lnTo>
                    <a:pt x="267745" y="264765"/>
                  </a:lnTo>
                  <a:lnTo>
                    <a:pt x="268012" y="262629"/>
                  </a:lnTo>
                  <a:lnTo>
                    <a:pt x="267478" y="261294"/>
                  </a:lnTo>
                  <a:lnTo>
                    <a:pt x="265876" y="260653"/>
                  </a:lnTo>
                  <a:lnTo>
                    <a:pt x="263637" y="260921"/>
                  </a:lnTo>
                  <a:lnTo>
                    <a:pt x="258790" y="261362"/>
                  </a:lnTo>
                  <a:lnTo>
                    <a:pt x="253624" y="254673"/>
                  </a:lnTo>
                  <a:lnTo>
                    <a:pt x="252983" y="250668"/>
                  </a:lnTo>
                  <a:lnTo>
                    <a:pt x="254905" y="246943"/>
                  </a:lnTo>
                  <a:lnTo>
                    <a:pt x="261033" y="239293"/>
                  </a:lnTo>
                  <a:lnTo>
                    <a:pt x="256427" y="235248"/>
                  </a:lnTo>
                  <a:lnTo>
                    <a:pt x="249779" y="226596"/>
                  </a:lnTo>
                  <a:lnTo>
                    <a:pt x="240687" y="221549"/>
                  </a:lnTo>
                  <a:lnTo>
                    <a:pt x="238083" y="224594"/>
                  </a:lnTo>
                  <a:lnTo>
                    <a:pt x="232195" y="220148"/>
                  </a:lnTo>
                  <a:lnTo>
                    <a:pt x="236361" y="214660"/>
                  </a:lnTo>
                  <a:lnTo>
                    <a:pt x="231369" y="211120"/>
                  </a:lnTo>
                  <a:lnTo>
                    <a:pt x="232933" y="208115"/>
                  </a:lnTo>
                  <a:lnTo>
                    <a:pt x="232007" y="207438"/>
                  </a:lnTo>
                  <a:lnTo>
                    <a:pt x="230976" y="206685"/>
                  </a:lnTo>
                  <a:lnTo>
                    <a:pt x="226804" y="203637"/>
                  </a:lnTo>
                  <a:lnTo>
                    <a:pt x="223891" y="201510"/>
                  </a:lnTo>
                  <a:lnTo>
                    <a:pt x="223072" y="200911"/>
                  </a:lnTo>
                  <a:lnTo>
                    <a:pt x="221929" y="200077"/>
                  </a:lnTo>
                  <a:lnTo>
                    <a:pt x="219425" y="198586"/>
                  </a:lnTo>
                  <a:lnTo>
                    <a:pt x="217074" y="197185"/>
                  </a:lnTo>
                  <a:lnTo>
                    <a:pt x="214621" y="195724"/>
                  </a:lnTo>
                  <a:lnTo>
                    <a:pt x="213733" y="195196"/>
                  </a:lnTo>
                  <a:lnTo>
                    <a:pt x="210962" y="193131"/>
                  </a:lnTo>
                  <a:lnTo>
                    <a:pt x="210702" y="192936"/>
                  </a:lnTo>
                  <a:lnTo>
                    <a:pt x="208709" y="191451"/>
                  </a:lnTo>
                  <a:lnTo>
                    <a:pt x="207690" y="190691"/>
                  </a:lnTo>
                  <a:lnTo>
                    <a:pt x="205874" y="189338"/>
                  </a:lnTo>
                  <a:lnTo>
                    <a:pt x="205324" y="188928"/>
                  </a:lnTo>
                  <a:lnTo>
                    <a:pt x="205115" y="188772"/>
                  </a:lnTo>
                  <a:lnTo>
                    <a:pt x="204894" y="188638"/>
                  </a:lnTo>
                  <a:lnTo>
                    <a:pt x="204697" y="188518"/>
                  </a:lnTo>
                  <a:lnTo>
                    <a:pt x="202536" y="187208"/>
                  </a:lnTo>
                  <a:lnTo>
                    <a:pt x="202321" y="187078"/>
                  </a:lnTo>
                  <a:lnTo>
                    <a:pt x="201267" y="185718"/>
                  </a:lnTo>
                  <a:lnTo>
                    <a:pt x="198850" y="182600"/>
                  </a:lnTo>
                  <a:lnTo>
                    <a:pt x="197384" y="180709"/>
                  </a:lnTo>
                  <a:lnTo>
                    <a:pt x="196452" y="179778"/>
                  </a:lnTo>
                  <a:lnTo>
                    <a:pt x="195608" y="178781"/>
                  </a:lnTo>
                  <a:lnTo>
                    <a:pt x="194924" y="177974"/>
                  </a:lnTo>
                  <a:lnTo>
                    <a:pt x="194711" y="177835"/>
                  </a:lnTo>
                  <a:lnTo>
                    <a:pt x="192671" y="176506"/>
                  </a:lnTo>
                  <a:lnTo>
                    <a:pt x="192069" y="176114"/>
                  </a:lnTo>
                  <a:lnTo>
                    <a:pt x="190132" y="174852"/>
                  </a:lnTo>
                  <a:lnTo>
                    <a:pt x="188897" y="174048"/>
                  </a:lnTo>
                  <a:lnTo>
                    <a:pt x="188522" y="173804"/>
                  </a:lnTo>
                  <a:lnTo>
                    <a:pt x="187560" y="173177"/>
                  </a:lnTo>
                  <a:lnTo>
                    <a:pt x="187397" y="173408"/>
                  </a:lnTo>
                  <a:lnTo>
                    <a:pt x="187182" y="173713"/>
                  </a:lnTo>
                  <a:lnTo>
                    <a:pt x="186810" y="173433"/>
                  </a:lnTo>
                  <a:lnTo>
                    <a:pt x="184304" y="171510"/>
                  </a:lnTo>
                  <a:lnTo>
                    <a:pt x="184137" y="171247"/>
                  </a:lnTo>
                  <a:lnTo>
                    <a:pt x="184019" y="171060"/>
                  </a:lnTo>
                  <a:lnTo>
                    <a:pt x="183788" y="170695"/>
                  </a:lnTo>
                  <a:lnTo>
                    <a:pt x="183511" y="170256"/>
                  </a:lnTo>
                  <a:lnTo>
                    <a:pt x="181225" y="167722"/>
                  </a:lnTo>
                  <a:lnTo>
                    <a:pt x="180922" y="167387"/>
                  </a:lnTo>
                  <a:lnTo>
                    <a:pt x="180734" y="167177"/>
                  </a:lnTo>
                  <a:lnTo>
                    <a:pt x="179719" y="165733"/>
                  </a:lnTo>
                  <a:lnTo>
                    <a:pt x="179073" y="164813"/>
                  </a:lnTo>
                  <a:lnTo>
                    <a:pt x="178780" y="164426"/>
                  </a:lnTo>
                  <a:lnTo>
                    <a:pt x="178488" y="164136"/>
                  </a:lnTo>
                  <a:lnTo>
                    <a:pt x="177234" y="162887"/>
                  </a:lnTo>
                  <a:lnTo>
                    <a:pt x="175094" y="165396"/>
                  </a:lnTo>
                  <a:lnTo>
                    <a:pt x="174256" y="167121"/>
                  </a:lnTo>
                  <a:lnTo>
                    <a:pt x="174131" y="167377"/>
                  </a:lnTo>
                  <a:lnTo>
                    <a:pt x="173921" y="167810"/>
                  </a:lnTo>
                  <a:lnTo>
                    <a:pt x="173665" y="168248"/>
                  </a:lnTo>
                  <a:lnTo>
                    <a:pt x="165798" y="171492"/>
                  </a:lnTo>
                  <a:lnTo>
                    <a:pt x="164724" y="171398"/>
                  </a:lnTo>
                  <a:lnTo>
                    <a:pt x="157833" y="170795"/>
                  </a:lnTo>
                  <a:lnTo>
                    <a:pt x="157529" y="169513"/>
                  </a:lnTo>
                  <a:lnTo>
                    <a:pt x="157230" y="168541"/>
                  </a:lnTo>
                  <a:lnTo>
                    <a:pt x="154755" y="167633"/>
                  </a:lnTo>
                  <a:lnTo>
                    <a:pt x="154335" y="167487"/>
                  </a:lnTo>
                  <a:lnTo>
                    <a:pt x="153655" y="167251"/>
                  </a:lnTo>
                  <a:lnTo>
                    <a:pt x="152359" y="166800"/>
                  </a:lnTo>
                  <a:lnTo>
                    <a:pt x="152293" y="166184"/>
                  </a:lnTo>
                  <a:lnTo>
                    <a:pt x="152272" y="165988"/>
                  </a:lnTo>
                  <a:lnTo>
                    <a:pt x="149654" y="165598"/>
                  </a:lnTo>
                  <a:lnTo>
                    <a:pt x="149444" y="165592"/>
                  </a:lnTo>
                  <a:lnTo>
                    <a:pt x="149200" y="165532"/>
                  </a:lnTo>
                  <a:lnTo>
                    <a:pt x="149230" y="163748"/>
                  </a:lnTo>
                  <a:lnTo>
                    <a:pt x="148787" y="163517"/>
                  </a:lnTo>
                  <a:lnTo>
                    <a:pt x="145351" y="161715"/>
                  </a:lnTo>
                  <a:lnTo>
                    <a:pt x="144797" y="161286"/>
                  </a:lnTo>
                  <a:lnTo>
                    <a:pt x="142474" y="159809"/>
                  </a:lnTo>
                  <a:lnTo>
                    <a:pt x="141860" y="159480"/>
                  </a:lnTo>
                  <a:lnTo>
                    <a:pt x="140831" y="158929"/>
                  </a:lnTo>
                  <a:lnTo>
                    <a:pt x="140380" y="158688"/>
                  </a:lnTo>
                  <a:lnTo>
                    <a:pt x="139080" y="157573"/>
                  </a:lnTo>
                  <a:lnTo>
                    <a:pt x="137471" y="156382"/>
                  </a:lnTo>
                  <a:lnTo>
                    <a:pt x="137048" y="156069"/>
                  </a:lnTo>
                  <a:lnTo>
                    <a:pt x="136419" y="155603"/>
                  </a:lnTo>
                  <a:lnTo>
                    <a:pt x="135447" y="154951"/>
                  </a:lnTo>
                  <a:lnTo>
                    <a:pt x="135269" y="154832"/>
                  </a:lnTo>
                  <a:lnTo>
                    <a:pt x="129714" y="151107"/>
                  </a:lnTo>
                  <a:lnTo>
                    <a:pt x="129391" y="150890"/>
                  </a:lnTo>
                  <a:lnTo>
                    <a:pt x="126487" y="148942"/>
                  </a:lnTo>
                  <a:lnTo>
                    <a:pt x="126176" y="148734"/>
                  </a:lnTo>
                  <a:lnTo>
                    <a:pt x="123450" y="146906"/>
                  </a:lnTo>
                  <a:lnTo>
                    <a:pt x="123253" y="146773"/>
                  </a:lnTo>
                  <a:lnTo>
                    <a:pt x="121071" y="145310"/>
                  </a:lnTo>
                  <a:lnTo>
                    <a:pt x="118014" y="143189"/>
                  </a:lnTo>
                  <a:lnTo>
                    <a:pt x="116244" y="141961"/>
                  </a:lnTo>
                  <a:lnTo>
                    <a:pt x="115831" y="141684"/>
                  </a:lnTo>
                  <a:lnTo>
                    <a:pt x="113451" y="140088"/>
                  </a:lnTo>
                  <a:lnTo>
                    <a:pt x="113225" y="139936"/>
                  </a:lnTo>
                  <a:lnTo>
                    <a:pt x="112462" y="139398"/>
                  </a:lnTo>
                  <a:lnTo>
                    <a:pt x="112105" y="139146"/>
                  </a:lnTo>
                  <a:lnTo>
                    <a:pt x="111788" y="138922"/>
                  </a:lnTo>
                  <a:lnTo>
                    <a:pt x="111623" y="138806"/>
                  </a:lnTo>
                  <a:lnTo>
                    <a:pt x="107292" y="135848"/>
                  </a:lnTo>
                  <a:lnTo>
                    <a:pt x="102876" y="132833"/>
                  </a:lnTo>
                  <a:lnTo>
                    <a:pt x="94315" y="126987"/>
                  </a:lnTo>
                  <a:lnTo>
                    <a:pt x="94091" y="126833"/>
                  </a:lnTo>
                  <a:lnTo>
                    <a:pt x="89673" y="123807"/>
                  </a:lnTo>
                  <a:lnTo>
                    <a:pt x="89499" y="123688"/>
                  </a:lnTo>
                  <a:lnTo>
                    <a:pt x="85369" y="120858"/>
                  </a:lnTo>
                  <a:lnTo>
                    <a:pt x="85196" y="120740"/>
                  </a:lnTo>
                  <a:lnTo>
                    <a:pt x="84525" y="120280"/>
                  </a:lnTo>
                  <a:lnTo>
                    <a:pt x="80994" y="117861"/>
                  </a:lnTo>
                  <a:lnTo>
                    <a:pt x="80754" y="117697"/>
                  </a:lnTo>
                  <a:lnTo>
                    <a:pt x="74362" y="113352"/>
                  </a:lnTo>
                  <a:lnTo>
                    <a:pt x="74133" y="113202"/>
                  </a:lnTo>
                  <a:lnTo>
                    <a:pt x="73369" y="112702"/>
                  </a:lnTo>
                  <a:lnTo>
                    <a:pt x="73163" y="112567"/>
                  </a:lnTo>
                  <a:lnTo>
                    <a:pt x="67017" y="108543"/>
                  </a:lnTo>
                  <a:lnTo>
                    <a:pt x="66734" y="108358"/>
                  </a:lnTo>
                  <a:lnTo>
                    <a:pt x="62569" y="105631"/>
                  </a:lnTo>
                  <a:lnTo>
                    <a:pt x="62183" y="105379"/>
                  </a:lnTo>
                  <a:lnTo>
                    <a:pt x="58036" y="102664"/>
                  </a:lnTo>
                  <a:lnTo>
                    <a:pt x="55920" y="101279"/>
                  </a:lnTo>
                  <a:lnTo>
                    <a:pt x="55481" y="100991"/>
                  </a:lnTo>
                  <a:lnTo>
                    <a:pt x="53956" y="99994"/>
                  </a:lnTo>
                  <a:lnTo>
                    <a:pt x="53936" y="99599"/>
                  </a:lnTo>
                  <a:lnTo>
                    <a:pt x="53884" y="98576"/>
                  </a:lnTo>
                  <a:lnTo>
                    <a:pt x="53695" y="98221"/>
                  </a:lnTo>
                  <a:lnTo>
                    <a:pt x="52613" y="97728"/>
                  </a:lnTo>
                  <a:lnTo>
                    <a:pt x="51585" y="96205"/>
                  </a:lnTo>
                  <a:lnTo>
                    <a:pt x="50884" y="95671"/>
                  </a:lnTo>
                  <a:lnTo>
                    <a:pt x="50279" y="94433"/>
                  </a:lnTo>
                  <a:lnTo>
                    <a:pt x="50113" y="94342"/>
                  </a:lnTo>
                  <a:lnTo>
                    <a:pt x="49229" y="93856"/>
                  </a:lnTo>
                  <a:lnTo>
                    <a:pt x="49099" y="93863"/>
                  </a:lnTo>
                  <a:lnTo>
                    <a:pt x="49170" y="92463"/>
                  </a:lnTo>
                  <a:lnTo>
                    <a:pt x="47638" y="91648"/>
                  </a:lnTo>
                  <a:lnTo>
                    <a:pt x="47272" y="91454"/>
                  </a:lnTo>
                  <a:lnTo>
                    <a:pt x="46541" y="91065"/>
                  </a:lnTo>
                  <a:lnTo>
                    <a:pt x="44515" y="89902"/>
                  </a:lnTo>
                  <a:lnTo>
                    <a:pt x="43584" y="89377"/>
                  </a:lnTo>
                  <a:lnTo>
                    <a:pt x="42760" y="89095"/>
                  </a:lnTo>
                  <a:lnTo>
                    <a:pt x="42619" y="89002"/>
                  </a:lnTo>
                  <a:lnTo>
                    <a:pt x="42164" y="88704"/>
                  </a:lnTo>
                  <a:lnTo>
                    <a:pt x="41999" y="88630"/>
                  </a:lnTo>
                  <a:lnTo>
                    <a:pt x="41296" y="88317"/>
                  </a:lnTo>
                  <a:lnTo>
                    <a:pt x="40592" y="87779"/>
                  </a:lnTo>
                  <a:lnTo>
                    <a:pt x="38215" y="85966"/>
                  </a:lnTo>
                  <a:lnTo>
                    <a:pt x="37564" y="85445"/>
                  </a:lnTo>
                  <a:lnTo>
                    <a:pt x="35370" y="83693"/>
                  </a:lnTo>
                  <a:lnTo>
                    <a:pt x="35153" y="83520"/>
                  </a:lnTo>
                  <a:lnTo>
                    <a:pt x="34771" y="83090"/>
                  </a:lnTo>
                  <a:lnTo>
                    <a:pt x="33732" y="81920"/>
                  </a:lnTo>
                  <a:lnTo>
                    <a:pt x="33222" y="81387"/>
                  </a:lnTo>
                  <a:lnTo>
                    <a:pt x="32854" y="81131"/>
                  </a:lnTo>
                  <a:lnTo>
                    <a:pt x="31732" y="79590"/>
                  </a:lnTo>
                  <a:lnTo>
                    <a:pt x="31064" y="78673"/>
                  </a:lnTo>
                  <a:lnTo>
                    <a:pt x="30663" y="78123"/>
                  </a:lnTo>
                  <a:lnTo>
                    <a:pt x="30435" y="78081"/>
                  </a:lnTo>
                  <a:lnTo>
                    <a:pt x="30035" y="78007"/>
                  </a:lnTo>
                  <a:lnTo>
                    <a:pt x="29609" y="78091"/>
                  </a:lnTo>
                  <a:lnTo>
                    <a:pt x="28278" y="78352"/>
                  </a:lnTo>
                  <a:lnTo>
                    <a:pt x="26895" y="78623"/>
                  </a:lnTo>
                  <a:lnTo>
                    <a:pt x="26711" y="78631"/>
                  </a:lnTo>
                  <a:lnTo>
                    <a:pt x="26108" y="78657"/>
                  </a:lnTo>
                  <a:lnTo>
                    <a:pt x="26001" y="79463"/>
                  </a:lnTo>
                  <a:lnTo>
                    <a:pt x="25333" y="80077"/>
                  </a:lnTo>
                  <a:lnTo>
                    <a:pt x="24958" y="80342"/>
                  </a:lnTo>
                  <a:lnTo>
                    <a:pt x="24425" y="80718"/>
                  </a:lnTo>
                  <a:lnTo>
                    <a:pt x="23624" y="81386"/>
                  </a:lnTo>
                  <a:lnTo>
                    <a:pt x="23195" y="81562"/>
                  </a:lnTo>
                  <a:lnTo>
                    <a:pt x="21675" y="82187"/>
                  </a:lnTo>
                  <a:lnTo>
                    <a:pt x="20153" y="83335"/>
                  </a:lnTo>
                  <a:lnTo>
                    <a:pt x="19803" y="83897"/>
                  </a:lnTo>
                  <a:lnTo>
                    <a:pt x="19272" y="84750"/>
                  </a:lnTo>
                  <a:lnTo>
                    <a:pt x="19095" y="85432"/>
                  </a:lnTo>
                  <a:lnTo>
                    <a:pt x="18898" y="86192"/>
                  </a:lnTo>
                  <a:lnTo>
                    <a:pt x="18967" y="86734"/>
                  </a:lnTo>
                  <a:lnTo>
                    <a:pt x="19009" y="87059"/>
                  </a:lnTo>
                  <a:lnTo>
                    <a:pt x="19032" y="87233"/>
                  </a:lnTo>
                  <a:lnTo>
                    <a:pt x="19058" y="88088"/>
                  </a:lnTo>
                  <a:lnTo>
                    <a:pt x="18560" y="89073"/>
                  </a:lnTo>
                  <a:lnTo>
                    <a:pt x="17643" y="90010"/>
                  </a:lnTo>
                  <a:lnTo>
                    <a:pt x="16815" y="90037"/>
                  </a:lnTo>
                  <a:lnTo>
                    <a:pt x="16148" y="89717"/>
                  </a:lnTo>
                  <a:lnTo>
                    <a:pt x="15400" y="88942"/>
                  </a:lnTo>
                  <a:lnTo>
                    <a:pt x="14332" y="87901"/>
                  </a:lnTo>
                  <a:lnTo>
                    <a:pt x="14090" y="87740"/>
                  </a:lnTo>
                  <a:lnTo>
                    <a:pt x="12810" y="86886"/>
                  </a:lnTo>
                  <a:lnTo>
                    <a:pt x="11715" y="86459"/>
                  </a:lnTo>
                  <a:lnTo>
                    <a:pt x="10854" y="86371"/>
                  </a:lnTo>
                  <a:lnTo>
                    <a:pt x="10674" y="86352"/>
                  </a:lnTo>
                  <a:lnTo>
                    <a:pt x="10158" y="85928"/>
                  </a:lnTo>
                  <a:lnTo>
                    <a:pt x="9232" y="85044"/>
                  </a:lnTo>
                  <a:lnTo>
                    <a:pt x="8191" y="84590"/>
                  </a:lnTo>
                  <a:lnTo>
                    <a:pt x="7612" y="84725"/>
                  </a:lnTo>
                  <a:lnTo>
                    <a:pt x="6772" y="86932"/>
                  </a:lnTo>
                  <a:lnTo>
                    <a:pt x="786" y="87668"/>
                  </a:lnTo>
                  <a:lnTo>
                    <a:pt x="726" y="87294"/>
                  </a:lnTo>
                  <a:lnTo>
                    <a:pt x="502" y="85884"/>
                  </a:lnTo>
                  <a:lnTo>
                    <a:pt x="502" y="85602"/>
                  </a:lnTo>
                  <a:lnTo>
                    <a:pt x="484" y="85086"/>
                  </a:lnTo>
                  <a:lnTo>
                    <a:pt x="420" y="83261"/>
                  </a:lnTo>
                  <a:lnTo>
                    <a:pt x="257" y="78595"/>
                  </a:lnTo>
                  <a:lnTo>
                    <a:pt x="225" y="77686"/>
                  </a:lnTo>
                  <a:lnTo>
                    <a:pt x="181" y="76428"/>
                  </a:lnTo>
                  <a:lnTo>
                    <a:pt x="0" y="69972"/>
                  </a:lnTo>
                  <a:lnTo>
                    <a:pt x="5115" y="68757"/>
                  </a:lnTo>
                  <a:lnTo>
                    <a:pt x="5435" y="70626"/>
                  </a:lnTo>
                  <a:lnTo>
                    <a:pt x="7198" y="72976"/>
                  </a:lnTo>
                  <a:lnTo>
                    <a:pt x="14140" y="75593"/>
                  </a:lnTo>
                  <a:lnTo>
                    <a:pt x="15689" y="74952"/>
                  </a:lnTo>
                  <a:lnTo>
                    <a:pt x="15742" y="72763"/>
                  </a:lnTo>
                  <a:lnTo>
                    <a:pt x="22311" y="63043"/>
                  </a:lnTo>
                  <a:lnTo>
                    <a:pt x="23490" y="63028"/>
                  </a:lnTo>
                  <a:lnTo>
                    <a:pt x="24308" y="63017"/>
                  </a:lnTo>
                  <a:lnTo>
                    <a:pt x="26476" y="62990"/>
                  </a:lnTo>
                  <a:lnTo>
                    <a:pt x="29441" y="61131"/>
                  </a:lnTo>
                  <a:lnTo>
                    <a:pt x="29407" y="59929"/>
                  </a:lnTo>
                  <a:lnTo>
                    <a:pt x="30046" y="59024"/>
                  </a:lnTo>
                  <a:lnTo>
                    <a:pt x="27421" y="58888"/>
                  </a:lnTo>
                  <a:lnTo>
                    <a:pt x="27007" y="57588"/>
                  </a:lnTo>
                  <a:lnTo>
                    <a:pt x="26092" y="54719"/>
                  </a:lnTo>
                  <a:lnTo>
                    <a:pt x="25021" y="53909"/>
                  </a:lnTo>
                  <a:lnTo>
                    <a:pt x="22126" y="51470"/>
                  </a:lnTo>
                  <a:lnTo>
                    <a:pt x="20802" y="50664"/>
                  </a:lnTo>
                  <a:lnTo>
                    <a:pt x="19730" y="48642"/>
                  </a:lnTo>
                  <a:lnTo>
                    <a:pt x="20878" y="48535"/>
                  </a:lnTo>
                  <a:lnTo>
                    <a:pt x="22015" y="48500"/>
                  </a:lnTo>
                  <a:lnTo>
                    <a:pt x="23330" y="48458"/>
                  </a:lnTo>
                  <a:lnTo>
                    <a:pt x="26530" y="50386"/>
                  </a:lnTo>
                  <a:lnTo>
                    <a:pt x="27811" y="52095"/>
                  </a:lnTo>
                  <a:lnTo>
                    <a:pt x="29894" y="47663"/>
                  </a:lnTo>
                  <a:lnTo>
                    <a:pt x="29147" y="46648"/>
                  </a:lnTo>
                  <a:lnTo>
                    <a:pt x="27117" y="43604"/>
                  </a:lnTo>
                  <a:lnTo>
                    <a:pt x="30535" y="36341"/>
                  </a:lnTo>
                  <a:lnTo>
                    <a:pt x="27833" y="34649"/>
                  </a:lnTo>
                  <a:lnTo>
                    <a:pt x="24990" y="32713"/>
                  </a:lnTo>
                  <a:lnTo>
                    <a:pt x="22151" y="26408"/>
                  </a:lnTo>
                  <a:lnTo>
                    <a:pt x="22525" y="22617"/>
                  </a:lnTo>
                  <a:lnTo>
                    <a:pt x="26156" y="19626"/>
                  </a:lnTo>
                  <a:lnTo>
                    <a:pt x="33460" y="15828"/>
                  </a:lnTo>
                  <a:lnTo>
                    <a:pt x="32171" y="12598"/>
                  </a:lnTo>
                  <a:lnTo>
                    <a:pt x="31088" y="9884"/>
                  </a:lnTo>
                  <a:lnTo>
                    <a:pt x="30669" y="8161"/>
                  </a:lnTo>
                  <a:lnTo>
                    <a:pt x="29756" y="7007"/>
                  </a:lnTo>
                  <a:lnTo>
                    <a:pt x="29147" y="5453"/>
                  </a:lnTo>
                  <a:lnTo>
                    <a:pt x="30398" y="4584"/>
                  </a:lnTo>
                  <a:lnTo>
                    <a:pt x="30899" y="4236"/>
                  </a:lnTo>
                  <a:lnTo>
                    <a:pt x="31246" y="3995"/>
                  </a:lnTo>
                  <a:lnTo>
                    <a:pt x="34135" y="8641"/>
                  </a:lnTo>
                  <a:lnTo>
                    <a:pt x="37488" y="8735"/>
                  </a:lnTo>
                  <a:lnTo>
                    <a:pt x="41216" y="9637"/>
                  </a:lnTo>
                  <a:lnTo>
                    <a:pt x="42855" y="10033"/>
                  </a:lnTo>
                  <a:lnTo>
                    <a:pt x="46855" y="11988"/>
                  </a:lnTo>
                  <a:lnTo>
                    <a:pt x="47998" y="8304"/>
                  </a:lnTo>
                  <a:lnTo>
                    <a:pt x="49042" y="8571"/>
                  </a:lnTo>
                  <a:lnTo>
                    <a:pt x="49218" y="8615"/>
                  </a:lnTo>
                  <a:lnTo>
                    <a:pt x="56169" y="10387"/>
                  </a:lnTo>
                  <a:lnTo>
                    <a:pt x="65010" y="9385"/>
                  </a:lnTo>
                  <a:lnTo>
                    <a:pt x="65795" y="11554"/>
                  </a:lnTo>
                  <a:lnTo>
                    <a:pt x="66476" y="13431"/>
                  </a:lnTo>
                  <a:lnTo>
                    <a:pt x="74700" y="11028"/>
                  </a:lnTo>
                  <a:lnTo>
                    <a:pt x="75678" y="11338"/>
                  </a:lnTo>
                  <a:lnTo>
                    <a:pt x="76889" y="11722"/>
                  </a:lnTo>
                  <a:lnTo>
                    <a:pt x="80497" y="6909"/>
                  </a:lnTo>
                  <a:lnTo>
                    <a:pt x="80663" y="6872"/>
                  </a:lnTo>
                  <a:lnTo>
                    <a:pt x="83052" y="6218"/>
                  </a:lnTo>
                  <a:lnTo>
                    <a:pt x="84729" y="5400"/>
                  </a:lnTo>
                  <a:lnTo>
                    <a:pt x="87862" y="3431"/>
                  </a:lnTo>
                  <a:lnTo>
                    <a:pt x="88647" y="2607"/>
                  </a:lnTo>
                  <a:lnTo>
                    <a:pt x="89609" y="1597"/>
                  </a:lnTo>
                  <a:lnTo>
                    <a:pt x="91610" y="213"/>
                  </a:lnTo>
                  <a:lnTo>
                    <a:pt x="92972" y="0"/>
                  </a:lnTo>
                  <a:lnTo>
                    <a:pt x="93572" y="763"/>
                  </a:lnTo>
                  <a:lnTo>
                    <a:pt x="93747" y="881"/>
                  </a:lnTo>
                  <a:lnTo>
                    <a:pt x="96178" y="25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3237041" y="2648821"/>
              <a:ext cx="90888" cy="84460"/>
            </a:xfrm>
            <a:custGeom>
              <a:avLst/>
              <a:pathLst>
                <a:path w="90888" h="84460">
                  <a:moveTo>
                    <a:pt x="30455" y="9155"/>
                  </a:moveTo>
                  <a:lnTo>
                    <a:pt x="31806" y="10857"/>
                  </a:lnTo>
                  <a:lnTo>
                    <a:pt x="33242" y="7486"/>
                  </a:lnTo>
                  <a:lnTo>
                    <a:pt x="33649" y="6531"/>
                  </a:lnTo>
                  <a:lnTo>
                    <a:pt x="36122" y="7613"/>
                  </a:lnTo>
                  <a:lnTo>
                    <a:pt x="36369" y="7721"/>
                  </a:lnTo>
                  <a:lnTo>
                    <a:pt x="36787" y="8062"/>
                  </a:lnTo>
                  <a:lnTo>
                    <a:pt x="42619" y="12811"/>
                  </a:lnTo>
                  <a:lnTo>
                    <a:pt x="43475" y="12924"/>
                  </a:lnTo>
                  <a:lnTo>
                    <a:pt x="45568" y="14041"/>
                  </a:lnTo>
                  <a:lnTo>
                    <a:pt x="46634" y="14609"/>
                  </a:lnTo>
                  <a:lnTo>
                    <a:pt x="49262" y="13643"/>
                  </a:lnTo>
                  <a:lnTo>
                    <a:pt x="52225" y="12553"/>
                  </a:lnTo>
                  <a:lnTo>
                    <a:pt x="52709" y="13433"/>
                  </a:lnTo>
                  <a:lnTo>
                    <a:pt x="53089" y="14124"/>
                  </a:lnTo>
                  <a:lnTo>
                    <a:pt x="53214" y="14351"/>
                  </a:lnTo>
                  <a:lnTo>
                    <a:pt x="54381" y="15609"/>
                  </a:lnTo>
                  <a:lnTo>
                    <a:pt x="54656" y="15905"/>
                  </a:lnTo>
                  <a:lnTo>
                    <a:pt x="56899" y="17235"/>
                  </a:lnTo>
                  <a:lnTo>
                    <a:pt x="58405" y="18901"/>
                  </a:lnTo>
                  <a:lnTo>
                    <a:pt x="60575" y="21638"/>
                  </a:lnTo>
                  <a:lnTo>
                    <a:pt x="61742" y="24763"/>
                  </a:lnTo>
                  <a:lnTo>
                    <a:pt x="62090" y="25694"/>
                  </a:lnTo>
                  <a:lnTo>
                    <a:pt x="63817" y="27221"/>
                  </a:lnTo>
                  <a:lnTo>
                    <a:pt x="65072" y="27853"/>
                  </a:lnTo>
                  <a:lnTo>
                    <a:pt x="67042" y="28845"/>
                  </a:lnTo>
                  <a:lnTo>
                    <a:pt x="67202" y="29020"/>
                  </a:lnTo>
                  <a:lnTo>
                    <a:pt x="67918" y="29806"/>
                  </a:lnTo>
                  <a:lnTo>
                    <a:pt x="68666" y="31451"/>
                  </a:lnTo>
                  <a:lnTo>
                    <a:pt x="68990" y="31770"/>
                  </a:lnTo>
                  <a:lnTo>
                    <a:pt x="70033" y="32796"/>
                  </a:lnTo>
                  <a:lnTo>
                    <a:pt x="71057" y="33468"/>
                  </a:lnTo>
                  <a:lnTo>
                    <a:pt x="75053" y="36086"/>
                  </a:lnTo>
                  <a:lnTo>
                    <a:pt x="75267" y="36351"/>
                  </a:lnTo>
                  <a:lnTo>
                    <a:pt x="75950" y="37197"/>
                  </a:lnTo>
                  <a:lnTo>
                    <a:pt x="76651" y="37081"/>
                  </a:lnTo>
                  <a:lnTo>
                    <a:pt x="78663" y="36748"/>
                  </a:lnTo>
                  <a:lnTo>
                    <a:pt x="78829" y="37081"/>
                  </a:lnTo>
                  <a:lnTo>
                    <a:pt x="79152" y="37728"/>
                  </a:lnTo>
                  <a:lnTo>
                    <a:pt x="79582" y="38591"/>
                  </a:lnTo>
                  <a:lnTo>
                    <a:pt x="79552" y="38877"/>
                  </a:lnTo>
                  <a:lnTo>
                    <a:pt x="79380" y="40576"/>
                  </a:lnTo>
                  <a:lnTo>
                    <a:pt x="79048" y="43851"/>
                  </a:lnTo>
                  <a:lnTo>
                    <a:pt x="79094" y="43994"/>
                  </a:lnTo>
                  <a:lnTo>
                    <a:pt x="79389" y="44903"/>
                  </a:lnTo>
                  <a:lnTo>
                    <a:pt x="82481" y="47418"/>
                  </a:lnTo>
                  <a:lnTo>
                    <a:pt x="86855" y="50238"/>
                  </a:lnTo>
                  <a:lnTo>
                    <a:pt x="87594" y="50826"/>
                  </a:lnTo>
                  <a:lnTo>
                    <a:pt x="89009" y="49538"/>
                  </a:lnTo>
                  <a:lnTo>
                    <a:pt x="90760" y="51974"/>
                  </a:lnTo>
                  <a:lnTo>
                    <a:pt x="90888" y="54665"/>
                  </a:lnTo>
                  <a:lnTo>
                    <a:pt x="90418" y="57100"/>
                  </a:lnTo>
                  <a:lnTo>
                    <a:pt x="89222" y="57398"/>
                  </a:lnTo>
                  <a:lnTo>
                    <a:pt x="88456" y="57076"/>
                  </a:lnTo>
                  <a:lnTo>
                    <a:pt x="84156" y="58793"/>
                  </a:lnTo>
                  <a:lnTo>
                    <a:pt x="81912" y="59504"/>
                  </a:lnTo>
                  <a:lnTo>
                    <a:pt x="80464" y="59963"/>
                  </a:lnTo>
                  <a:lnTo>
                    <a:pt x="76213" y="54857"/>
                  </a:lnTo>
                  <a:lnTo>
                    <a:pt x="74547" y="55520"/>
                  </a:lnTo>
                  <a:lnTo>
                    <a:pt x="75978" y="58510"/>
                  </a:lnTo>
                  <a:lnTo>
                    <a:pt x="72728" y="59898"/>
                  </a:lnTo>
                  <a:lnTo>
                    <a:pt x="72276" y="60090"/>
                  </a:lnTo>
                  <a:lnTo>
                    <a:pt x="68822" y="61565"/>
                  </a:lnTo>
                  <a:lnTo>
                    <a:pt x="69078" y="64021"/>
                  </a:lnTo>
                  <a:lnTo>
                    <a:pt x="74803" y="71904"/>
                  </a:lnTo>
                  <a:lnTo>
                    <a:pt x="69974" y="72638"/>
                  </a:lnTo>
                  <a:lnTo>
                    <a:pt x="69739" y="73770"/>
                  </a:lnTo>
                  <a:lnTo>
                    <a:pt x="71095" y="74264"/>
                  </a:lnTo>
                  <a:lnTo>
                    <a:pt x="71746" y="74501"/>
                  </a:lnTo>
                  <a:lnTo>
                    <a:pt x="72495" y="74774"/>
                  </a:lnTo>
                  <a:lnTo>
                    <a:pt x="73648" y="76867"/>
                  </a:lnTo>
                  <a:lnTo>
                    <a:pt x="67411" y="79709"/>
                  </a:lnTo>
                  <a:lnTo>
                    <a:pt x="65723" y="76335"/>
                  </a:lnTo>
                  <a:lnTo>
                    <a:pt x="64402" y="77336"/>
                  </a:lnTo>
                  <a:lnTo>
                    <a:pt x="63600" y="78604"/>
                  </a:lnTo>
                  <a:lnTo>
                    <a:pt x="63440" y="79525"/>
                  </a:lnTo>
                  <a:lnTo>
                    <a:pt x="63787" y="80513"/>
                  </a:lnTo>
                  <a:lnTo>
                    <a:pt x="65136" y="82276"/>
                  </a:lnTo>
                  <a:lnTo>
                    <a:pt x="61251" y="84025"/>
                  </a:lnTo>
                  <a:lnTo>
                    <a:pt x="55283" y="83718"/>
                  </a:lnTo>
                  <a:lnTo>
                    <a:pt x="55173" y="77951"/>
                  </a:lnTo>
                  <a:lnTo>
                    <a:pt x="52336" y="78285"/>
                  </a:lnTo>
                  <a:lnTo>
                    <a:pt x="52636" y="84460"/>
                  </a:lnTo>
                  <a:lnTo>
                    <a:pt x="50759" y="84178"/>
                  </a:lnTo>
                  <a:lnTo>
                    <a:pt x="36695" y="82070"/>
                  </a:lnTo>
                  <a:lnTo>
                    <a:pt x="30687" y="83378"/>
                  </a:lnTo>
                  <a:lnTo>
                    <a:pt x="30275" y="81977"/>
                  </a:lnTo>
                  <a:lnTo>
                    <a:pt x="28257" y="75127"/>
                  </a:lnTo>
                  <a:lnTo>
                    <a:pt x="27269" y="75021"/>
                  </a:lnTo>
                  <a:lnTo>
                    <a:pt x="26041" y="79693"/>
                  </a:lnTo>
                  <a:lnTo>
                    <a:pt x="25046" y="79653"/>
                  </a:lnTo>
                  <a:lnTo>
                    <a:pt x="0" y="73992"/>
                  </a:lnTo>
                  <a:lnTo>
                    <a:pt x="2056" y="71375"/>
                  </a:lnTo>
                  <a:lnTo>
                    <a:pt x="5820" y="69399"/>
                  </a:lnTo>
                  <a:lnTo>
                    <a:pt x="6942" y="64112"/>
                  </a:lnTo>
                  <a:lnTo>
                    <a:pt x="8971" y="64326"/>
                  </a:lnTo>
                  <a:lnTo>
                    <a:pt x="10573" y="58638"/>
                  </a:lnTo>
                  <a:lnTo>
                    <a:pt x="11962" y="48118"/>
                  </a:lnTo>
                  <a:lnTo>
                    <a:pt x="22482" y="50414"/>
                  </a:lnTo>
                  <a:lnTo>
                    <a:pt x="9796" y="29259"/>
                  </a:lnTo>
                  <a:lnTo>
                    <a:pt x="12433" y="27263"/>
                  </a:lnTo>
                  <a:lnTo>
                    <a:pt x="15437" y="25394"/>
                  </a:lnTo>
                  <a:lnTo>
                    <a:pt x="14769" y="23358"/>
                  </a:lnTo>
                  <a:lnTo>
                    <a:pt x="13380" y="21459"/>
                  </a:lnTo>
                  <a:lnTo>
                    <a:pt x="14346" y="20871"/>
                  </a:lnTo>
                  <a:lnTo>
                    <a:pt x="13910" y="20158"/>
                  </a:lnTo>
                  <a:lnTo>
                    <a:pt x="13043" y="18455"/>
                  </a:lnTo>
                  <a:lnTo>
                    <a:pt x="13402" y="18212"/>
                  </a:lnTo>
                  <a:lnTo>
                    <a:pt x="13977" y="17821"/>
                  </a:lnTo>
                  <a:lnTo>
                    <a:pt x="15030" y="17379"/>
                  </a:lnTo>
                  <a:lnTo>
                    <a:pt x="15716" y="16918"/>
                  </a:lnTo>
                  <a:lnTo>
                    <a:pt x="18413" y="15102"/>
                  </a:lnTo>
                  <a:lnTo>
                    <a:pt x="18146" y="14506"/>
                  </a:lnTo>
                  <a:lnTo>
                    <a:pt x="22701" y="15083"/>
                  </a:lnTo>
                  <a:lnTo>
                    <a:pt x="26195" y="15758"/>
                  </a:lnTo>
                  <a:lnTo>
                    <a:pt x="27155" y="16050"/>
                  </a:lnTo>
                  <a:lnTo>
                    <a:pt x="26000" y="13891"/>
                  </a:lnTo>
                  <a:lnTo>
                    <a:pt x="24014" y="8924"/>
                  </a:lnTo>
                  <a:lnTo>
                    <a:pt x="23170" y="7183"/>
                  </a:lnTo>
                  <a:lnTo>
                    <a:pt x="22412" y="5464"/>
                  </a:lnTo>
                  <a:lnTo>
                    <a:pt x="21861" y="2938"/>
                  </a:lnTo>
                  <a:lnTo>
                    <a:pt x="21434" y="2150"/>
                  </a:lnTo>
                  <a:lnTo>
                    <a:pt x="20810" y="1365"/>
                  </a:lnTo>
                  <a:lnTo>
                    <a:pt x="20420" y="0"/>
                  </a:lnTo>
                  <a:lnTo>
                    <a:pt x="25062" y="584"/>
                  </a:lnTo>
                  <a:lnTo>
                    <a:pt x="25690" y="4687"/>
                  </a:lnTo>
                  <a:lnTo>
                    <a:pt x="26066" y="5531"/>
                  </a:lnTo>
                  <a:lnTo>
                    <a:pt x="28323" y="64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3239455" y="2553716"/>
              <a:ext cx="98388" cy="126876"/>
            </a:xfrm>
            <a:custGeom>
              <a:avLst/>
              <a:pathLst>
                <a:path w="98388" h="126876">
                  <a:moveTo>
                    <a:pt x="67112" y="10814"/>
                  </a:moveTo>
                  <a:lnTo>
                    <a:pt x="68313" y="11081"/>
                  </a:lnTo>
                  <a:lnTo>
                    <a:pt x="70717" y="11081"/>
                  </a:lnTo>
                  <a:lnTo>
                    <a:pt x="73387" y="11081"/>
                  </a:lnTo>
                  <a:lnTo>
                    <a:pt x="74722" y="11882"/>
                  </a:lnTo>
                  <a:lnTo>
                    <a:pt x="77793" y="14819"/>
                  </a:lnTo>
                  <a:lnTo>
                    <a:pt x="80196" y="19358"/>
                  </a:lnTo>
                  <a:lnTo>
                    <a:pt x="81264" y="23364"/>
                  </a:lnTo>
                  <a:lnTo>
                    <a:pt x="82065" y="28437"/>
                  </a:lnTo>
                  <a:lnTo>
                    <a:pt x="82465" y="32576"/>
                  </a:lnTo>
                  <a:lnTo>
                    <a:pt x="81931" y="36848"/>
                  </a:lnTo>
                  <a:lnTo>
                    <a:pt x="80997" y="41254"/>
                  </a:lnTo>
                  <a:lnTo>
                    <a:pt x="80196" y="44591"/>
                  </a:lnTo>
                  <a:lnTo>
                    <a:pt x="77875" y="54105"/>
                  </a:lnTo>
                  <a:lnTo>
                    <a:pt x="87905" y="66396"/>
                  </a:lnTo>
                  <a:lnTo>
                    <a:pt x="88206" y="69558"/>
                  </a:lnTo>
                  <a:lnTo>
                    <a:pt x="88617" y="71696"/>
                  </a:lnTo>
                  <a:lnTo>
                    <a:pt x="89274" y="75299"/>
                  </a:lnTo>
                  <a:lnTo>
                    <a:pt x="89691" y="76489"/>
                  </a:lnTo>
                  <a:lnTo>
                    <a:pt x="86871" y="78369"/>
                  </a:lnTo>
                  <a:lnTo>
                    <a:pt x="89274" y="81573"/>
                  </a:lnTo>
                  <a:lnTo>
                    <a:pt x="91544" y="82909"/>
                  </a:lnTo>
                  <a:lnTo>
                    <a:pt x="98047" y="83103"/>
                  </a:lnTo>
                  <a:lnTo>
                    <a:pt x="98388" y="86171"/>
                  </a:lnTo>
                  <a:lnTo>
                    <a:pt x="95934" y="86736"/>
                  </a:lnTo>
                  <a:lnTo>
                    <a:pt x="95870" y="89133"/>
                  </a:lnTo>
                  <a:lnTo>
                    <a:pt x="95514" y="90287"/>
                  </a:lnTo>
                  <a:lnTo>
                    <a:pt x="94819" y="91088"/>
                  </a:lnTo>
                  <a:lnTo>
                    <a:pt x="93965" y="91676"/>
                  </a:lnTo>
                  <a:lnTo>
                    <a:pt x="91882" y="92210"/>
                  </a:lnTo>
                  <a:lnTo>
                    <a:pt x="89294" y="92602"/>
                  </a:lnTo>
                  <a:lnTo>
                    <a:pt x="89767" y="95958"/>
                  </a:lnTo>
                  <a:lnTo>
                    <a:pt x="87633" y="96252"/>
                  </a:lnTo>
                  <a:lnTo>
                    <a:pt x="87150" y="96327"/>
                  </a:lnTo>
                  <a:lnTo>
                    <a:pt x="86684" y="95085"/>
                  </a:lnTo>
                  <a:lnTo>
                    <a:pt x="81899" y="97135"/>
                  </a:lnTo>
                  <a:lnTo>
                    <a:pt x="84975" y="102433"/>
                  </a:lnTo>
                  <a:lnTo>
                    <a:pt x="86556" y="104740"/>
                  </a:lnTo>
                  <a:lnTo>
                    <a:pt x="87902" y="107547"/>
                  </a:lnTo>
                  <a:lnTo>
                    <a:pt x="86000" y="108628"/>
                  </a:lnTo>
                  <a:lnTo>
                    <a:pt x="86504" y="110609"/>
                  </a:lnTo>
                  <a:lnTo>
                    <a:pt x="86598" y="113157"/>
                  </a:lnTo>
                  <a:lnTo>
                    <a:pt x="86299" y="114139"/>
                  </a:lnTo>
                  <a:lnTo>
                    <a:pt x="85488" y="115250"/>
                  </a:lnTo>
                  <a:lnTo>
                    <a:pt x="83138" y="115122"/>
                  </a:lnTo>
                  <a:lnTo>
                    <a:pt x="79698" y="114604"/>
                  </a:lnTo>
                  <a:lnTo>
                    <a:pt x="77263" y="115200"/>
                  </a:lnTo>
                  <a:lnTo>
                    <a:pt x="75961" y="116233"/>
                  </a:lnTo>
                  <a:lnTo>
                    <a:pt x="74679" y="117301"/>
                  </a:lnTo>
                  <a:lnTo>
                    <a:pt x="71760" y="120436"/>
                  </a:lnTo>
                  <a:lnTo>
                    <a:pt x="71956" y="122243"/>
                  </a:lnTo>
                  <a:lnTo>
                    <a:pt x="70587" y="126648"/>
                  </a:lnTo>
                  <a:lnTo>
                    <a:pt x="66575" y="126876"/>
                  </a:lnTo>
                  <a:lnTo>
                    <a:pt x="66251" y="126556"/>
                  </a:lnTo>
                  <a:lnTo>
                    <a:pt x="65503" y="124912"/>
                  </a:lnTo>
                  <a:lnTo>
                    <a:pt x="64787" y="124126"/>
                  </a:lnTo>
                  <a:lnTo>
                    <a:pt x="64627" y="123950"/>
                  </a:lnTo>
                  <a:lnTo>
                    <a:pt x="62657" y="122959"/>
                  </a:lnTo>
                  <a:lnTo>
                    <a:pt x="61402" y="122327"/>
                  </a:lnTo>
                  <a:lnTo>
                    <a:pt x="59675" y="120800"/>
                  </a:lnTo>
                  <a:lnTo>
                    <a:pt x="59327" y="119869"/>
                  </a:lnTo>
                  <a:lnTo>
                    <a:pt x="58137" y="116683"/>
                  </a:lnTo>
                  <a:lnTo>
                    <a:pt x="55990" y="114007"/>
                  </a:lnTo>
                  <a:lnTo>
                    <a:pt x="54484" y="112341"/>
                  </a:lnTo>
                  <a:lnTo>
                    <a:pt x="52241" y="111011"/>
                  </a:lnTo>
                  <a:lnTo>
                    <a:pt x="51967" y="110715"/>
                  </a:lnTo>
                  <a:lnTo>
                    <a:pt x="50799" y="109457"/>
                  </a:lnTo>
                  <a:lnTo>
                    <a:pt x="50674" y="109230"/>
                  </a:lnTo>
                  <a:lnTo>
                    <a:pt x="50285" y="108523"/>
                  </a:lnTo>
                  <a:lnTo>
                    <a:pt x="49810" y="107659"/>
                  </a:lnTo>
                  <a:lnTo>
                    <a:pt x="49717" y="107156"/>
                  </a:lnTo>
                  <a:lnTo>
                    <a:pt x="49558" y="106292"/>
                  </a:lnTo>
                  <a:lnTo>
                    <a:pt x="50024" y="105674"/>
                  </a:lnTo>
                  <a:lnTo>
                    <a:pt x="50321" y="105279"/>
                  </a:lnTo>
                  <a:lnTo>
                    <a:pt x="51416" y="104665"/>
                  </a:lnTo>
                  <a:lnTo>
                    <a:pt x="52564" y="104264"/>
                  </a:lnTo>
                  <a:lnTo>
                    <a:pt x="54380" y="104104"/>
                  </a:lnTo>
                  <a:lnTo>
                    <a:pt x="56114" y="104268"/>
                  </a:lnTo>
                  <a:lnTo>
                    <a:pt x="57609" y="104409"/>
                  </a:lnTo>
                  <a:lnTo>
                    <a:pt x="58911" y="104510"/>
                  </a:lnTo>
                  <a:lnTo>
                    <a:pt x="59995" y="104594"/>
                  </a:lnTo>
                  <a:lnTo>
                    <a:pt x="62970" y="104571"/>
                  </a:lnTo>
                  <a:lnTo>
                    <a:pt x="63604" y="104095"/>
                  </a:lnTo>
                  <a:lnTo>
                    <a:pt x="63912" y="103864"/>
                  </a:lnTo>
                  <a:lnTo>
                    <a:pt x="63972" y="103595"/>
                  </a:lnTo>
                  <a:lnTo>
                    <a:pt x="63640" y="103471"/>
                  </a:lnTo>
                  <a:lnTo>
                    <a:pt x="63097" y="103270"/>
                  </a:lnTo>
                  <a:lnTo>
                    <a:pt x="61335" y="102557"/>
                  </a:lnTo>
                  <a:lnTo>
                    <a:pt x="58709" y="101278"/>
                  </a:lnTo>
                  <a:lnTo>
                    <a:pt x="58355" y="101105"/>
                  </a:lnTo>
                  <a:lnTo>
                    <a:pt x="58200" y="101022"/>
                  </a:lnTo>
                  <a:lnTo>
                    <a:pt x="57684" y="100742"/>
                  </a:lnTo>
                  <a:lnTo>
                    <a:pt x="56211" y="99943"/>
                  </a:lnTo>
                  <a:lnTo>
                    <a:pt x="55707" y="99670"/>
                  </a:lnTo>
                  <a:lnTo>
                    <a:pt x="54041" y="97955"/>
                  </a:lnTo>
                  <a:lnTo>
                    <a:pt x="52855" y="97851"/>
                  </a:lnTo>
                  <a:lnTo>
                    <a:pt x="51998" y="97483"/>
                  </a:lnTo>
                  <a:lnTo>
                    <a:pt x="51085" y="97218"/>
                  </a:lnTo>
                  <a:lnTo>
                    <a:pt x="50472" y="96833"/>
                  </a:lnTo>
                  <a:lnTo>
                    <a:pt x="50419" y="95997"/>
                  </a:lnTo>
                  <a:lnTo>
                    <a:pt x="50012" y="90945"/>
                  </a:lnTo>
                  <a:lnTo>
                    <a:pt x="49956" y="88061"/>
                  </a:lnTo>
                  <a:lnTo>
                    <a:pt x="49943" y="87425"/>
                  </a:lnTo>
                  <a:lnTo>
                    <a:pt x="50187" y="83575"/>
                  </a:lnTo>
                  <a:lnTo>
                    <a:pt x="62577" y="82710"/>
                  </a:lnTo>
                  <a:lnTo>
                    <a:pt x="65448" y="82992"/>
                  </a:lnTo>
                  <a:lnTo>
                    <a:pt x="66026" y="82891"/>
                  </a:lnTo>
                  <a:lnTo>
                    <a:pt x="67462" y="81792"/>
                  </a:lnTo>
                  <a:lnTo>
                    <a:pt x="68202" y="81225"/>
                  </a:lnTo>
                  <a:lnTo>
                    <a:pt x="66822" y="80026"/>
                  </a:lnTo>
                  <a:lnTo>
                    <a:pt x="66618" y="79891"/>
                  </a:lnTo>
                  <a:lnTo>
                    <a:pt x="66181" y="79602"/>
                  </a:lnTo>
                  <a:lnTo>
                    <a:pt x="64108" y="78389"/>
                  </a:lnTo>
                  <a:lnTo>
                    <a:pt x="61125" y="77506"/>
                  </a:lnTo>
                  <a:lnTo>
                    <a:pt x="56484" y="76852"/>
                  </a:lnTo>
                  <a:lnTo>
                    <a:pt x="53341" y="76409"/>
                  </a:lnTo>
                  <a:lnTo>
                    <a:pt x="48359" y="76514"/>
                  </a:lnTo>
                  <a:lnTo>
                    <a:pt x="46572" y="76852"/>
                  </a:lnTo>
                  <a:lnTo>
                    <a:pt x="43361" y="77460"/>
                  </a:lnTo>
                  <a:lnTo>
                    <a:pt x="39628" y="78357"/>
                  </a:lnTo>
                  <a:lnTo>
                    <a:pt x="37245" y="78625"/>
                  </a:lnTo>
                  <a:lnTo>
                    <a:pt x="34632" y="78919"/>
                  </a:lnTo>
                  <a:lnTo>
                    <a:pt x="34011" y="78865"/>
                  </a:lnTo>
                  <a:lnTo>
                    <a:pt x="29483" y="78468"/>
                  </a:lnTo>
                  <a:lnTo>
                    <a:pt x="24748" y="77633"/>
                  </a:lnTo>
                  <a:lnTo>
                    <a:pt x="23620" y="77337"/>
                  </a:lnTo>
                  <a:lnTo>
                    <a:pt x="22754" y="77110"/>
                  </a:lnTo>
                  <a:lnTo>
                    <a:pt x="18885" y="75519"/>
                  </a:lnTo>
                  <a:lnTo>
                    <a:pt x="18276" y="73873"/>
                  </a:lnTo>
                  <a:lnTo>
                    <a:pt x="18007" y="73042"/>
                  </a:lnTo>
                  <a:lnTo>
                    <a:pt x="17613" y="71822"/>
                  </a:lnTo>
                  <a:lnTo>
                    <a:pt x="17207" y="70930"/>
                  </a:lnTo>
                  <a:lnTo>
                    <a:pt x="16626" y="69656"/>
                  </a:lnTo>
                  <a:lnTo>
                    <a:pt x="16186" y="69095"/>
                  </a:lnTo>
                  <a:lnTo>
                    <a:pt x="15745" y="68695"/>
                  </a:lnTo>
                  <a:lnTo>
                    <a:pt x="14836" y="68106"/>
                  </a:lnTo>
                  <a:lnTo>
                    <a:pt x="14329" y="66771"/>
                  </a:lnTo>
                  <a:lnTo>
                    <a:pt x="14259" y="63663"/>
                  </a:lnTo>
                  <a:lnTo>
                    <a:pt x="14049" y="62259"/>
                  </a:lnTo>
                  <a:lnTo>
                    <a:pt x="13539" y="61097"/>
                  </a:lnTo>
                  <a:lnTo>
                    <a:pt x="12994" y="59198"/>
                  </a:lnTo>
                  <a:lnTo>
                    <a:pt x="13138" y="57324"/>
                  </a:lnTo>
                  <a:lnTo>
                    <a:pt x="14481" y="51089"/>
                  </a:lnTo>
                  <a:lnTo>
                    <a:pt x="12334" y="51191"/>
                  </a:lnTo>
                  <a:lnTo>
                    <a:pt x="8547" y="51933"/>
                  </a:lnTo>
                  <a:lnTo>
                    <a:pt x="7792" y="52081"/>
                  </a:lnTo>
                  <a:lnTo>
                    <a:pt x="7157" y="51529"/>
                  </a:lnTo>
                  <a:lnTo>
                    <a:pt x="6564" y="51152"/>
                  </a:lnTo>
                  <a:lnTo>
                    <a:pt x="4638" y="49590"/>
                  </a:lnTo>
                  <a:lnTo>
                    <a:pt x="3650" y="48788"/>
                  </a:lnTo>
                  <a:lnTo>
                    <a:pt x="2459" y="47153"/>
                  </a:lnTo>
                  <a:lnTo>
                    <a:pt x="1014" y="43595"/>
                  </a:lnTo>
                  <a:lnTo>
                    <a:pt x="166" y="42147"/>
                  </a:lnTo>
                  <a:lnTo>
                    <a:pt x="68" y="41599"/>
                  </a:lnTo>
                  <a:lnTo>
                    <a:pt x="0" y="41219"/>
                  </a:lnTo>
                  <a:lnTo>
                    <a:pt x="451" y="40431"/>
                  </a:lnTo>
                  <a:lnTo>
                    <a:pt x="707" y="39984"/>
                  </a:lnTo>
                  <a:lnTo>
                    <a:pt x="4737" y="35264"/>
                  </a:lnTo>
                  <a:lnTo>
                    <a:pt x="5155" y="34775"/>
                  </a:lnTo>
                  <a:lnTo>
                    <a:pt x="5590" y="34175"/>
                  </a:lnTo>
                  <a:lnTo>
                    <a:pt x="6363" y="33109"/>
                  </a:lnTo>
                  <a:lnTo>
                    <a:pt x="6481" y="31838"/>
                  </a:lnTo>
                  <a:lnTo>
                    <a:pt x="6789" y="28524"/>
                  </a:lnTo>
                  <a:lnTo>
                    <a:pt x="6812" y="28274"/>
                  </a:lnTo>
                  <a:lnTo>
                    <a:pt x="8922" y="27981"/>
                  </a:lnTo>
                  <a:lnTo>
                    <a:pt x="8678" y="26786"/>
                  </a:lnTo>
                  <a:lnTo>
                    <a:pt x="8463" y="25732"/>
                  </a:lnTo>
                  <a:lnTo>
                    <a:pt x="6797" y="25491"/>
                  </a:lnTo>
                  <a:lnTo>
                    <a:pt x="4664" y="24354"/>
                  </a:lnTo>
                  <a:lnTo>
                    <a:pt x="6051" y="20695"/>
                  </a:lnTo>
                  <a:lnTo>
                    <a:pt x="7670" y="21241"/>
                  </a:lnTo>
                  <a:lnTo>
                    <a:pt x="9337" y="21802"/>
                  </a:lnTo>
                  <a:lnTo>
                    <a:pt x="9834" y="21923"/>
                  </a:lnTo>
                  <a:lnTo>
                    <a:pt x="10352" y="22048"/>
                  </a:lnTo>
                  <a:lnTo>
                    <a:pt x="10499" y="22084"/>
                  </a:lnTo>
                  <a:lnTo>
                    <a:pt x="10627" y="22115"/>
                  </a:lnTo>
                  <a:lnTo>
                    <a:pt x="11195" y="22147"/>
                  </a:lnTo>
                  <a:lnTo>
                    <a:pt x="11656" y="22069"/>
                  </a:lnTo>
                  <a:lnTo>
                    <a:pt x="11847" y="22037"/>
                  </a:lnTo>
                  <a:lnTo>
                    <a:pt x="17460" y="21087"/>
                  </a:lnTo>
                  <a:lnTo>
                    <a:pt x="17988" y="21538"/>
                  </a:lnTo>
                  <a:lnTo>
                    <a:pt x="18968" y="23603"/>
                  </a:lnTo>
                  <a:lnTo>
                    <a:pt x="19262" y="24222"/>
                  </a:lnTo>
                  <a:lnTo>
                    <a:pt x="19728" y="24500"/>
                  </a:lnTo>
                  <a:lnTo>
                    <a:pt x="21581" y="25609"/>
                  </a:lnTo>
                  <a:lnTo>
                    <a:pt x="22274" y="26024"/>
                  </a:lnTo>
                  <a:lnTo>
                    <a:pt x="21720" y="25055"/>
                  </a:lnTo>
                  <a:lnTo>
                    <a:pt x="21595" y="24726"/>
                  </a:lnTo>
                  <a:lnTo>
                    <a:pt x="21459" y="24368"/>
                  </a:lnTo>
                  <a:lnTo>
                    <a:pt x="21079" y="23369"/>
                  </a:lnTo>
                  <a:lnTo>
                    <a:pt x="20537" y="21802"/>
                  </a:lnTo>
                  <a:lnTo>
                    <a:pt x="20626" y="21170"/>
                  </a:lnTo>
                  <a:lnTo>
                    <a:pt x="20755" y="20240"/>
                  </a:lnTo>
                  <a:lnTo>
                    <a:pt x="20780" y="20067"/>
                  </a:lnTo>
                  <a:lnTo>
                    <a:pt x="21814" y="17763"/>
                  </a:lnTo>
                  <a:lnTo>
                    <a:pt x="21833" y="17630"/>
                  </a:lnTo>
                  <a:lnTo>
                    <a:pt x="21925" y="16922"/>
                  </a:lnTo>
                  <a:lnTo>
                    <a:pt x="21572" y="16489"/>
                  </a:lnTo>
                  <a:lnTo>
                    <a:pt x="21459" y="16350"/>
                  </a:lnTo>
                  <a:lnTo>
                    <a:pt x="20425" y="15493"/>
                  </a:lnTo>
                  <a:lnTo>
                    <a:pt x="19072" y="14980"/>
                  </a:lnTo>
                  <a:lnTo>
                    <a:pt x="17958" y="14932"/>
                  </a:lnTo>
                  <a:lnTo>
                    <a:pt x="15321" y="15540"/>
                  </a:lnTo>
                  <a:lnTo>
                    <a:pt x="14407" y="15751"/>
                  </a:lnTo>
                  <a:lnTo>
                    <a:pt x="11841" y="16343"/>
                  </a:lnTo>
                  <a:lnTo>
                    <a:pt x="9918" y="16119"/>
                  </a:lnTo>
                  <a:lnTo>
                    <a:pt x="9213" y="15894"/>
                  </a:lnTo>
                  <a:lnTo>
                    <a:pt x="9079" y="15297"/>
                  </a:lnTo>
                  <a:lnTo>
                    <a:pt x="9090" y="14913"/>
                  </a:lnTo>
                  <a:lnTo>
                    <a:pt x="9127" y="13663"/>
                  </a:lnTo>
                  <a:lnTo>
                    <a:pt x="9640" y="11516"/>
                  </a:lnTo>
                  <a:lnTo>
                    <a:pt x="9991" y="10947"/>
                  </a:lnTo>
                  <a:lnTo>
                    <a:pt x="10569" y="10010"/>
                  </a:lnTo>
                  <a:lnTo>
                    <a:pt x="11594" y="9465"/>
                  </a:lnTo>
                  <a:lnTo>
                    <a:pt x="14407" y="9258"/>
                  </a:lnTo>
                  <a:lnTo>
                    <a:pt x="15504" y="9177"/>
                  </a:lnTo>
                  <a:lnTo>
                    <a:pt x="18337" y="8570"/>
                  </a:lnTo>
                  <a:lnTo>
                    <a:pt x="19692" y="7790"/>
                  </a:lnTo>
                  <a:lnTo>
                    <a:pt x="20880" y="7857"/>
                  </a:lnTo>
                  <a:lnTo>
                    <a:pt x="21587" y="8178"/>
                  </a:lnTo>
                  <a:lnTo>
                    <a:pt x="23043" y="8391"/>
                  </a:lnTo>
                  <a:lnTo>
                    <a:pt x="25139" y="7497"/>
                  </a:lnTo>
                  <a:lnTo>
                    <a:pt x="25615" y="6928"/>
                  </a:lnTo>
                  <a:lnTo>
                    <a:pt x="27218" y="5012"/>
                  </a:lnTo>
                  <a:lnTo>
                    <a:pt x="33349" y="2085"/>
                  </a:lnTo>
                  <a:lnTo>
                    <a:pt x="36402" y="2952"/>
                  </a:lnTo>
                  <a:lnTo>
                    <a:pt x="42650" y="4394"/>
                  </a:lnTo>
                  <a:lnTo>
                    <a:pt x="51302" y="8987"/>
                  </a:lnTo>
                  <a:lnTo>
                    <a:pt x="56589" y="16998"/>
                  </a:lnTo>
                  <a:lnTo>
                    <a:pt x="59126" y="15121"/>
                  </a:lnTo>
                  <a:lnTo>
                    <a:pt x="58033" y="12683"/>
                  </a:lnTo>
                  <a:lnTo>
                    <a:pt x="56698" y="9879"/>
                  </a:lnTo>
                  <a:lnTo>
                    <a:pt x="54695" y="6541"/>
                  </a:lnTo>
                  <a:lnTo>
                    <a:pt x="53093" y="4005"/>
                  </a:lnTo>
                  <a:lnTo>
                    <a:pt x="52559" y="801"/>
                  </a:lnTo>
                  <a:lnTo>
                    <a:pt x="53494" y="0"/>
                  </a:lnTo>
                  <a:lnTo>
                    <a:pt x="56565" y="801"/>
                  </a:lnTo>
                  <a:lnTo>
                    <a:pt x="60303" y="3204"/>
                  </a:lnTo>
                  <a:lnTo>
                    <a:pt x="64575" y="667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2969989" y="2341769"/>
              <a:ext cx="372046" cy="237953"/>
            </a:xfrm>
            <a:custGeom>
              <a:avLst/>
              <a:pathLst>
                <a:path w="372046" h="237953">
                  <a:moveTo>
                    <a:pt x="45356" y="1951"/>
                  </a:moveTo>
                  <a:lnTo>
                    <a:pt x="45586" y="3149"/>
                  </a:lnTo>
                  <a:lnTo>
                    <a:pt x="46060" y="5605"/>
                  </a:lnTo>
                  <a:lnTo>
                    <a:pt x="46163" y="6140"/>
                  </a:lnTo>
                  <a:lnTo>
                    <a:pt x="46313" y="6508"/>
                  </a:lnTo>
                  <a:lnTo>
                    <a:pt x="46403" y="6732"/>
                  </a:lnTo>
                  <a:lnTo>
                    <a:pt x="46502" y="7560"/>
                  </a:lnTo>
                  <a:lnTo>
                    <a:pt x="46532" y="7806"/>
                  </a:lnTo>
                  <a:lnTo>
                    <a:pt x="45962" y="10389"/>
                  </a:lnTo>
                  <a:lnTo>
                    <a:pt x="45875" y="10786"/>
                  </a:lnTo>
                  <a:lnTo>
                    <a:pt x="45266" y="12500"/>
                  </a:lnTo>
                  <a:lnTo>
                    <a:pt x="45158" y="12975"/>
                  </a:lnTo>
                  <a:lnTo>
                    <a:pt x="45055" y="13731"/>
                  </a:lnTo>
                  <a:lnTo>
                    <a:pt x="44953" y="14474"/>
                  </a:lnTo>
                  <a:lnTo>
                    <a:pt x="44948" y="14827"/>
                  </a:lnTo>
                  <a:lnTo>
                    <a:pt x="44945" y="15035"/>
                  </a:lnTo>
                  <a:lnTo>
                    <a:pt x="45857" y="17197"/>
                  </a:lnTo>
                  <a:lnTo>
                    <a:pt x="45994" y="17482"/>
                  </a:lnTo>
                  <a:lnTo>
                    <a:pt x="47022" y="18910"/>
                  </a:lnTo>
                  <a:lnTo>
                    <a:pt x="47535" y="19597"/>
                  </a:lnTo>
                  <a:lnTo>
                    <a:pt x="47711" y="19988"/>
                  </a:lnTo>
                  <a:lnTo>
                    <a:pt x="48144" y="20953"/>
                  </a:lnTo>
                  <a:lnTo>
                    <a:pt x="48405" y="21857"/>
                  </a:lnTo>
                  <a:lnTo>
                    <a:pt x="48512" y="22227"/>
                  </a:lnTo>
                  <a:lnTo>
                    <a:pt x="48757" y="22829"/>
                  </a:lnTo>
                  <a:lnTo>
                    <a:pt x="49110" y="23701"/>
                  </a:lnTo>
                  <a:lnTo>
                    <a:pt x="49535" y="24495"/>
                  </a:lnTo>
                  <a:lnTo>
                    <a:pt x="50093" y="25538"/>
                  </a:lnTo>
                  <a:lnTo>
                    <a:pt x="50599" y="26326"/>
                  </a:lnTo>
                  <a:lnTo>
                    <a:pt x="51395" y="27082"/>
                  </a:lnTo>
                  <a:lnTo>
                    <a:pt x="51694" y="27564"/>
                  </a:lnTo>
                  <a:lnTo>
                    <a:pt x="51873" y="27852"/>
                  </a:lnTo>
                  <a:lnTo>
                    <a:pt x="52464" y="28806"/>
                  </a:lnTo>
                  <a:lnTo>
                    <a:pt x="53074" y="30446"/>
                  </a:lnTo>
                  <a:lnTo>
                    <a:pt x="53148" y="30644"/>
                  </a:lnTo>
                  <a:lnTo>
                    <a:pt x="53294" y="31040"/>
                  </a:lnTo>
                  <a:lnTo>
                    <a:pt x="53475" y="31532"/>
                  </a:lnTo>
                  <a:lnTo>
                    <a:pt x="53385" y="32424"/>
                  </a:lnTo>
                  <a:lnTo>
                    <a:pt x="53313" y="33138"/>
                  </a:lnTo>
                  <a:lnTo>
                    <a:pt x="52056" y="35910"/>
                  </a:lnTo>
                  <a:lnTo>
                    <a:pt x="51887" y="36265"/>
                  </a:lnTo>
                  <a:lnTo>
                    <a:pt x="55329" y="38632"/>
                  </a:lnTo>
                  <a:lnTo>
                    <a:pt x="56530" y="37164"/>
                  </a:lnTo>
                  <a:lnTo>
                    <a:pt x="57543" y="35506"/>
                  </a:lnTo>
                  <a:lnTo>
                    <a:pt x="57632" y="35361"/>
                  </a:lnTo>
                  <a:lnTo>
                    <a:pt x="57888" y="34862"/>
                  </a:lnTo>
                  <a:lnTo>
                    <a:pt x="58299" y="34060"/>
                  </a:lnTo>
                  <a:lnTo>
                    <a:pt x="58733" y="32825"/>
                  </a:lnTo>
                  <a:lnTo>
                    <a:pt x="58885" y="32259"/>
                  </a:lnTo>
                  <a:lnTo>
                    <a:pt x="58967" y="31957"/>
                  </a:lnTo>
                  <a:lnTo>
                    <a:pt x="59034" y="30688"/>
                  </a:lnTo>
                  <a:lnTo>
                    <a:pt x="59008" y="30353"/>
                  </a:lnTo>
                  <a:lnTo>
                    <a:pt x="58956" y="29655"/>
                  </a:lnTo>
                  <a:lnTo>
                    <a:pt x="58933" y="29353"/>
                  </a:lnTo>
                  <a:lnTo>
                    <a:pt x="58700" y="28252"/>
                  </a:lnTo>
                  <a:lnTo>
                    <a:pt x="58700" y="27384"/>
                  </a:lnTo>
                  <a:lnTo>
                    <a:pt x="58852" y="27112"/>
                  </a:lnTo>
                  <a:lnTo>
                    <a:pt x="59246" y="26407"/>
                  </a:lnTo>
                  <a:lnTo>
                    <a:pt x="70609" y="34385"/>
                  </a:lnTo>
                  <a:lnTo>
                    <a:pt x="72109" y="35233"/>
                  </a:lnTo>
                  <a:lnTo>
                    <a:pt x="81832" y="41925"/>
                  </a:lnTo>
                  <a:lnTo>
                    <a:pt x="91117" y="48314"/>
                  </a:lnTo>
                  <a:lnTo>
                    <a:pt x="111923" y="62633"/>
                  </a:lnTo>
                  <a:lnTo>
                    <a:pt x="114041" y="64091"/>
                  </a:lnTo>
                  <a:lnTo>
                    <a:pt x="119088" y="67565"/>
                  </a:lnTo>
                  <a:lnTo>
                    <a:pt x="120945" y="68844"/>
                  </a:lnTo>
                  <a:lnTo>
                    <a:pt x="128630" y="74135"/>
                  </a:lnTo>
                  <a:lnTo>
                    <a:pt x="132574" y="76850"/>
                  </a:lnTo>
                  <a:lnTo>
                    <a:pt x="132900" y="77074"/>
                  </a:lnTo>
                  <a:lnTo>
                    <a:pt x="136146" y="79309"/>
                  </a:lnTo>
                  <a:lnTo>
                    <a:pt x="137034" y="79920"/>
                  </a:lnTo>
                  <a:lnTo>
                    <a:pt x="141501" y="82996"/>
                  </a:lnTo>
                  <a:lnTo>
                    <a:pt x="143096" y="84094"/>
                  </a:lnTo>
                  <a:lnTo>
                    <a:pt x="151887" y="90146"/>
                  </a:lnTo>
                  <a:lnTo>
                    <a:pt x="152092" y="90287"/>
                  </a:lnTo>
                  <a:lnTo>
                    <a:pt x="152458" y="90539"/>
                  </a:lnTo>
                  <a:lnTo>
                    <a:pt x="158954" y="95011"/>
                  </a:lnTo>
                  <a:lnTo>
                    <a:pt x="162291" y="97308"/>
                  </a:lnTo>
                  <a:lnTo>
                    <a:pt x="162421" y="97398"/>
                  </a:lnTo>
                  <a:lnTo>
                    <a:pt x="172145" y="104093"/>
                  </a:lnTo>
                  <a:lnTo>
                    <a:pt x="179588" y="109217"/>
                  </a:lnTo>
                  <a:lnTo>
                    <a:pt x="180637" y="109939"/>
                  </a:lnTo>
                  <a:lnTo>
                    <a:pt x="181127" y="109217"/>
                  </a:lnTo>
                  <a:lnTo>
                    <a:pt x="187733" y="99493"/>
                  </a:lnTo>
                  <a:lnTo>
                    <a:pt x="188600" y="98216"/>
                  </a:lnTo>
                  <a:lnTo>
                    <a:pt x="193514" y="90983"/>
                  </a:lnTo>
                  <a:lnTo>
                    <a:pt x="197017" y="85826"/>
                  </a:lnTo>
                  <a:lnTo>
                    <a:pt x="198726" y="83310"/>
                  </a:lnTo>
                  <a:lnTo>
                    <a:pt x="201334" y="79471"/>
                  </a:lnTo>
                  <a:lnTo>
                    <a:pt x="206304" y="72156"/>
                  </a:lnTo>
                  <a:lnTo>
                    <a:pt x="216787" y="79471"/>
                  </a:lnTo>
                  <a:lnTo>
                    <a:pt x="219891" y="81637"/>
                  </a:lnTo>
                  <a:lnTo>
                    <a:pt x="222523" y="83473"/>
                  </a:lnTo>
                  <a:lnTo>
                    <a:pt x="224232" y="84665"/>
                  </a:lnTo>
                  <a:lnTo>
                    <a:pt x="225015" y="84521"/>
                  </a:lnTo>
                  <a:lnTo>
                    <a:pt x="224669" y="82487"/>
                  </a:lnTo>
                  <a:lnTo>
                    <a:pt x="224637" y="81078"/>
                  </a:lnTo>
                  <a:lnTo>
                    <a:pt x="224605" y="79675"/>
                  </a:lnTo>
                  <a:lnTo>
                    <a:pt x="225279" y="79068"/>
                  </a:lnTo>
                  <a:lnTo>
                    <a:pt x="229317" y="79912"/>
                  </a:lnTo>
                  <a:lnTo>
                    <a:pt x="235516" y="85794"/>
                  </a:lnTo>
                  <a:lnTo>
                    <a:pt x="243860" y="90467"/>
                  </a:lnTo>
                  <a:lnTo>
                    <a:pt x="247732" y="91001"/>
                  </a:lnTo>
                  <a:lnTo>
                    <a:pt x="250069" y="93137"/>
                  </a:lnTo>
                  <a:lnTo>
                    <a:pt x="254092" y="92499"/>
                  </a:lnTo>
                  <a:lnTo>
                    <a:pt x="256513" y="93730"/>
                  </a:lnTo>
                  <a:lnTo>
                    <a:pt x="257812" y="98878"/>
                  </a:lnTo>
                  <a:lnTo>
                    <a:pt x="253607" y="102483"/>
                  </a:lnTo>
                  <a:lnTo>
                    <a:pt x="254608" y="105353"/>
                  </a:lnTo>
                  <a:lnTo>
                    <a:pt x="259815" y="105153"/>
                  </a:lnTo>
                  <a:lnTo>
                    <a:pt x="268293" y="108357"/>
                  </a:lnTo>
                  <a:lnTo>
                    <a:pt x="279107" y="104419"/>
                  </a:lnTo>
                  <a:lnTo>
                    <a:pt x="286249" y="107289"/>
                  </a:lnTo>
                  <a:lnTo>
                    <a:pt x="283713" y="113698"/>
                  </a:lnTo>
                  <a:lnTo>
                    <a:pt x="290322" y="116768"/>
                  </a:lnTo>
                  <a:lnTo>
                    <a:pt x="294327" y="108290"/>
                  </a:lnTo>
                  <a:lnTo>
                    <a:pt x="306476" y="112830"/>
                  </a:lnTo>
                  <a:lnTo>
                    <a:pt x="308879" y="124712"/>
                  </a:lnTo>
                  <a:lnTo>
                    <a:pt x="313218" y="125513"/>
                  </a:lnTo>
                  <a:lnTo>
                    <a:pt x="317290" y="131321"/>
                  </a:lnTo>
                  <a:lnTo>
                    <a:pt x="324033" y="137329"/>
                  </a:lnTo>
                  <a:lnTo>
                    <a:pt x="330241" y="139598"/>
                  </a:lnTo>
                  <a:lnTo>
                    <a:pt x="331442" y="137662"/>
                  </a:lnTo>
                  <a:lnTo>
                    <a:pt x="336716" y="138397"/>
                  </a:lnTo>
                  <a:lnTo>
                    <a:pt x="340120" y="141267"/>
                  </a:lnTo>
                  <a:lnTo>
                    <a:pt x="339520" y="143804"/>
                  </a:lnTo>
                  <a:lnTo>
                    <a:pt x="343672" y="148914"/>
                  </a:lnTo>
                  <a:lnTo>
                    <a:pt x="341989" y="152759"/>
                  </a:lnTo>
                  <a:lnTo>
                    <a:pt x="347917" y="156884"/>
                  </a:lnTo>
                  <a:lnTo>
                    <a:pt x="353485" y="147872"/>
                  </a:lnTo>
                  <a:lnTo>
                    <a:pt x="361135" y="151157"/>
                  </a:lnTo>
                  <a:lnTo>
                    <a:pt x="371709" y="150196"/>
                  </a:lnTo>
                  <a:lnTo>
                    <a:pt x="372046" y="150167"/>
                  </a:lnTo>
                  <a:lnTo>
                    <a:pt x="371537" y="151258"/>
                  </a:lnTo>
                  <a:lnTo>
                    <a:pt x="368498" y="157763"/>
                  </a:lnTo>
                  <a:lnTo>
                    <a:pt x="368279" y="158232"/>
                  </a:lnTo>
                  <a:lnTo>
                    <a:pt x="367763" y="159384"/>
                  </a:lnTo>
                  <a:lnTo>
                    <a:pt x="367222" y="160591"/>
                  </a:lnTo>
                  <a:lnTo>
                    <a:pt x="364835" y="165921"/>
                  </a:lnTo>
                  <a:lnTo>
                    <a:pt x="363854" y="168110"/>
                  </a:lnTo>
                  <a:lnTo>
                    <a:pt x="360576" y="166461"/>
                  </a:lnTo>
                  <a:lnTo>
                    <a:pt x="358063" y="172436"/>
                  </a:lnTo>
                  <a:lnTo>
                    <a:pt x="356309" y="176606"/>
                  </a:lnTo>
                  <a:lnTo>
                    <a:pt x="356008" y="177304"/>
                  </a:lnTo>
                  <a:lnTo>
                    <a:pt x="354274" y="176519"/>
                  </a:lnTo>
                  <a:lnTo>
                    <a:pt x="354053" y="177078"/>
                  </a:lnTo>
                  <a:lnTo>
                    <a:pt x="352998" y="179859"/>
                  </a:lnTo>
                  <a:lnTo>
                    <a:pt x="351639" y="183444"/>
                  </a:lnTo>
                  <a:lnTo>
                    <a:pt x="351544" y="183694"/>
                  </a:lnTo>
                  <a:lnTo>
                    <a:pt x="351422" y="184095"/>
                  </a:lnTo>
                  <a:lnTo>
                    <a:pt x="350271" y="186668"/>
                  </a:lnTo>
                  <a:lnTo>
                    <a:pt x="348685" y="190170"/>
                  </a:lnTo>
                  <a:lnTo>
                    <a:pt x="347362" y="192623"/>
                  </a:lnTo>
                  <a:lnTo>
                    <a:pt x="347260" y="192812"/>
                  </a:lnTo>
                  <a:lnTo>
                    <a:pt x="346951" y="193385"/>
                  </a:lnTo>
                  <a:lnTo>
                    <a:pt x="346252" y="194681"/>
                  </a:lnTo>
                  <a:lnTo>
                    <a:pt x="343775" y="198642"/>
                  </a:lnTo>
                  <a:lnTo>
                    <a:pt x="340955" y="197009"/>
                  </a:lnTo>
                  <a:lnTo>
                    <a:pt x="335988" y="191295"/>
                  </a:lnTo>
                  <a:lnTo>
                    <a:pt x="332143" y="197490"/>
                  </a:lnTo>
                  <a:lnTo>
                    <a:pt x="327814" y="202834"/>
                  </a:lnTo>
                  <a:lnTo>
                    <a:pt x="325767" y="196869"/>
                  </a:lnTo>
                  <a:lnTo>
                    <a:pt x="325276" y="193743"/>
                  </a:lnTo>
                  <a:lnTo>
                    <a:pt x="325321" y="192381"/>
                  </a:lnTo>
                  <a:lnTo>
                    <a:pt x="325383" y="190538"/>
                  </a:lnTo>
                  <a:lnTo>
                    <a:pt x="325211" y="189793"/>
                  </a:lnTo>
                  <a:lnTo>
                    <a:pt x="324945" y="188641"/>
                  </a:lnTo>
                  <a:lnTo>
                    <a:pt x="325191" y="186181"/>
                  </a:lnTo>
                  <a:lnTo>
                    <a:pt x="325322" y="185821"/>
                  </a:lnTo>
                  <a:lnTo>
                    <a:pt x="326056" y="183804"/>
                  </a:lnTo>
                  <a:lnTo>
                    <a:pt x="321218" y="181519"/>
                  </a:lnTo>
                  <a:lnTo>
                    <a:pt x="316483" y="179475"/>
                  </a:lnTo>
                  <a:lnTo>
                    <a:pt x="312834" y="177997"/>
                  </a:lnTo>
                  <a:lnTo>
                    <a:pt x="309919" y="176817"/>
                  </a:lnTo>
                  <a:lnTo>
                    <a:pt x="309460" y="176623"/>
                  </a:lnTo>
                  <a:lnTo>
                    <a:pt x="311545" y="171333"/>
                  </a:lnTo>
                  <a:lnTo>
                    <a:pt x="304469" y="168396"/>
                  </a:lnTo>
                  <a:lnTo>
                    <a:pt x="302613" y="172647"/>
                  </a:lnTo>
                  <a:lnTo>
                    <a:pt x="297643" y="170487"/>
                  </a:lnTo>
                  <a:lnTo>
                    <a:pt x="292533" y="168244"/>
                  </a:lnTo>
                  <a:lnTo>
                    <a:pt x="288053" y="166277"/>
                  </a:lnTo>
                  <a:lnTo>
                    <a:pt x="283179" y="164137"/>
                  </a:lnTo>
                  <a:lnTo>
                    <a:pt x="283734" y="162471"/>
                  </a:lnTo>
                  <a:lnTo>
                    <a:pt x="277223" y="159471"/>
                  </a:lnTo>
                  <a:lnTo>
                    <a:pt x="264267" y="153502"/>
                  </a:lnTo>
                  <a:lnTo>
                    <a:pt x="263434" y="155681"/>
                  </a:lnTo>
                  <a:lnTo>
                    <a:pt x="263155" y="156412"/>
                  </a:lnTo>
                  <a:lnTo>
                    <a:pt x="262178" y="158968"/>
                  </a:lnTo>
                  <a:lnTo>
                    <a:pt x="261263" y="160907"/>
                  </a:lnTo>
                  <a:lnTo>
                    <a:pt x="268659" y="166683"/>
                  </a:lnTo>
                  <a:lnTo>
                    <a:pt x="271268" y="168721"/>
                  </a:lnTo>
                  <a:lnTo>
                    <a:pt x="272315" y="169789"/>
                  </a:lnTo>
                  <a:lnTo>
                    <a:pt x="272827" y="171498"/>
                  </a:lnTo>
                  <a:lnTo>
                    <a:pt x="272892" y="173207"/>
                  </a:lnTo>
                  <a:lnTo>
                    <a:pt x="272571" y="175621"/>
                  </a:lnTo>
                  <a:lnTo>
                    <a:pt x="272187" y="177543"/>
                  </a:lnTo>
                  <a:lnTo>
                    <a:pt x="272368" y="178380"/>
                  </a:lnTo>
                  <a:lnTo>
                    <a:pt x="272960" y="179193"/>
                  </a:lnTo>
                  <a:lnTo>
                    <a:pt x="274095" y="180079"/>
                  </a:lnTo>
                  <a:lnTo>
                    <a:pt x="275961" y="181496"/>
                  </a:lnTo>
                  <a:lnTo>
                    <a:pt x="276949" y="181869"/>
                  </a:lnTo>
                  <a:lnTo>
                    <a:pt x="277937" y="182457"/>
                  </a:lnTo>
                  <a:lnTo>
                    <a:pt x="278951" y="183231"/>
                  </a:lnTo>
                  <a:lnTo>
                    <a:pt x="279645" y="183952"/>
                  </a:lnTo>
                  <a:lnTo>
                    <a:pt x="280553" y="185074"/>
                  </a:lnTo>
                  <a:lnTo>
                    <a:pt x="281818" y="186625"/>
                  </a:lnTo>
                  <a:lnTo>
                    <a:pt x="284369" y="185969"/>
                  </a:lnTo>
                  <a:lnTo>
                    <a:pt x="287053" y="191256"/>
                  </a:lnTo>
                  <a:lnTo>
                    <a:pt x="291298" y="193019"/>
                  </a:lnTo>
                  <a:lnTo>
                    <a:pt x="302815" y="214032"/>
                  </a:lnTo>
                  <a:lnTo>
                    <a:pt x="296685" y="216958"/>
                  </a:lnTo>
                  <a:lnTo>
                    <a:pt x="295081" y="218875"/>
                  </a:lnTo>
                  <a:lnTo>
                    <a:pt x="294605" y="219444"/>
                  </a:lnTo>
                  <a:lnTo>
                    <a:pt x="292509" y="220338"/>
                  </a:lnTo>
                  <a:lnTo>
                    <a:pt x="291054" y="220124"/>
                  </a:lnTo>
                  <a:lnTo>
                    <a:pt x="290346" y="219804"/>
                  </a:lnTo>
                  <a:lnTo>
                    <a:pt x="289158" y="219737"/>
                  </a:lnTo>
                  <a:lnTo>
                    <a:pt x="287682" y="220543"/>
                  </a:lnTo>
                  <a:lnTo>
                    <a:pt x="284970" y="221124"/>
                  </a:lnTo>
                  <a:lnTo>
                    <a:pt x="283874" y="221205"/>
                  </a:lnTo>
                  <a:lnTo>
                    <a:pt x="281061" y="221412"/>
                  </a:lnTo>
                  <a:lnTo>
                    <a:pt x="280035" y="221957"/>
                  </a:lnTo>
                  <a:lnTo>
                    <a:pt x="279457" y="222894"/>
                  </a:lnTo>
                  <a:lnTo>
                    <a:pt x="279106" y="223463"/>
                  </a:lnTo>
                  <a:lnTo>
                    <a:pt x="278594" y="225610"/>
                  </a:lnTo>
                  <a:lnTo>
                    <a:pt x="278557" y="226860"/>
                  </a:lnTo>
                  <a:lnTo>
                    <a:pt x="278545" y="227244"/>
                  </a:lnTo>
                  <a:lnTo>
                    <a:pt x="278679" y="227841"/>
                  </a:lnTo>
                  <a:lnTo>
                    <a:pt x="279384" y="228066"/>
                  </a:lnTo>
                  <a:lnTo>
                    <a:pt x="281307" y="228290"/>
                  </a:lnTo>
                  <a:lnTo>
                    <a:pt x="283874" y="227698"/>
                  </a:lnTo>
                  <a:lnTo>
                    <a:pt x="284787" y="227487"/>
                  </a:lnTo>
                  <a:lnTo>
                    <a:pt x="287425" y="226879"/>
                  </a:lnTo>
                  <a:lnTo>
                    <a:pt x="288538" y="226927"/>
                  </a:lnTo>
                  <a:lnTo>
                    <a:pt x="289957" y="227494"/>
                  </a:lnTo>
                  <a:lnTo>
                    <a:pt x="290925" y="228297"/>
                  </a:lnTo>
                  <a:lnTo>
                    <a:pt x="291038" y="228436"/>
                  </a:lnTo>
                  <a:lnTo>
                    <a:pt x="291400" y="228880"/>
                  </a:lnTo>
                  <a:lnTo>
                    <a:pt x="291300" y="229577"/>
                  </a:lnTo>
                  <a:lnTo>
                    <a:pt x="291281" y="229710"/>
                  </a:lnTo>
                  <a:lnTo>
                    <a:pt x="290246" y="232014"/>
                  </a:lnTo>
                  <a:lnTo>
                    <a:pt x="290222" y="232186"/>
                  </a:lnTo>
                  <a:lnTo>
                    <a:pt x="290092" y="233117"/>
                  </a:lnTo>
                  <a:lnTo>
                    <a:pt x="289990" y="233851"/>
                  </a:lnTo>
                  <a:lnTo>
                    <a:pt x="290546" y="235316"/>
                  </a:lnTo>
                  <a:lnTo>
                    <a:pt x="290925" y="236315"/>
                  </a:lnTo>
                  <a:lnTo>
                    <a:pt x="291074" y="236706"/>
                  </a:lnTo>
                  <a:lnTo>
                    <a:pt x="291186" y="237001"/>
                  </a:lnTo>
                  <a:lnTo>
                    <a:pt x="291710" y="237953"/>
                  </a:lnTo>
                  <a:lnTo>
                    <a:pt x="291047" y="237556"/>
                  </a:lnTo>
                  <a:lnTo>
                    <a:pt x="289194" y="236447"/>
                  </a:lnTo>
                  <a:lnTo>
                    <a:pt x="288728" y="236168"/>
                  </a:lnTo>
                  <a:lnTo>
                    <a:pt x="288435" y="235550"/>
                  </a:lnTo>
                  <a:lnTo>
                    <a:pt x="287455" y="233485"/>
                  </a:lnTo>
                  <a:lnTo>
                    <a:pt x="286926" y="233034"/>
                  </a:lnTo>
                  <a:lnTo>
                    <a:pt x="281314" y="233983"/>
                  </a:lnTo>
                  <a:lnTo>
                    <a:pt x="281122" y="234016"/>
                  </a:lnTo>
                  <a:lnTo>
                    <a:pt x="280662" y="234094"/>
                  </a:lnTo>
                  <a:lnTo>
                    <a:pt x="280093" y="234062"/>
                  </a:lnTo>
                  <a:lnTo>
                    <a:pt x="279966" y="234031"/>
                  </a:lnTo>
                  <a:lnTo>
                    <a:pt x="279818" y="233995"/>
                  </a:lnTo>
                  <a:lnTo>
                    <a:pt x="279300" y="233870"/>
                  </a:lnTo>
                  <a:lnTo>
                    <a:pt x="278803" y="233749"/>
                  </a:lnTo>
                  <a:lnTo>
                    <a:pt x="277137" y="233188"/>
                  </a:lnTo>
                  <a:lnTo>
                    <a:pt x="275483" y="232630"/>
                  </a:lnTo>
                  <a:lnTo>
                    <a:pt x="274130" y="236300"/>
                  </a:lnTo>
                  <a:lnTo>
                    <a:pt x="270035" y="236457"/>
                  </a:lnTo>
                  <a:lnTo>
                    <a:pt x="264788" y="237097"/>
                  </a:lnTo>
                  <a:lnTo>
                    <a:pt x="264107" y="233680"/>
                  </a:lnTo>
                  <a:lnTo>
                    <a:pt x="263693" y="232488"/>
                  </a:lnTo>
                  <a:lnTo>
                    <a:pt x="263560" y="230946"/>
                  </a:lnTo>
                  <a:lnTo>
                    <a:pt x="263226" y="229985"/>
                  </a:lnTo>
                  <a:lnTo>
                    <a:pt x="262372" y="228696"/>
                  </a:lnTo>
                  <a:lnTo>
                    <a:pt x="261327" y="228050"/>
                  </a:lnTo>
                  <a:lnTo>
                    <a:pt x="261126" y="227106"/>
                  </a:lnTo>
                  <a:lnTo>
                    <a:pt x="261233" y="226145"/>
                  </a:lnTo>
                  <a:lnTo>
                    <a:pt x="261739" y="225094"/>
                  </a:lnTo>
                  <a:lnTo>
                    <a:pt x="264549" y="219255"/>
                  </a:lnTo>
                  <a:lnTo>
                    <a:pt x="265553" y="217364"/>
                  </a:lnTo>
                  <a:lnTo>
                    <a:pt x="267739" y="216950"/>
                  </a:lnTo>
                  <a:lnTo>
                    <a:pt x="267573" y="215334"/>
                  </a:lnTo>
                  <a:lnTo>
                    <a:pt x="266083" y="212867"/>
                  </a:lnTo>
                  <a:lnTo>
                    <a:pt x="264898" y="211842"/>
                  </a:lnTo>
                  <a:lnTo>
                    <a:pt x="264723" y="211632"/>
                  </a:lnTo>
                  <a:lnTo>
                    <a:pt x="263616" y="210304"/>
                  </a:lnTo>
                  <a:lnTo>
                    <a:pt x="260119" y="210230"/>
                  </a:lnTo>
                  <a:lnTo>
                    <a:pt x="257567" y="209407"/>
                  </a:lnTo>
                  <a:lnTo>
                    <a:pt x="256801" y="209150"/>
                  </a:lnTo>
                  <a:lnTo>
                    <a:pt x="255091" y="208574"/>
                  </a:lnTo>
                  <a:lnTo>
                    <a:pt x="253473" y="207837"/>
                  </a:lnTo>
                  <a:lnTo>
                    <a:pt x="251927" y="207634"/>
                  </a:lnTo>
                  <a:lnTo>
                    <a:pt x="250974" y="207509"/>
                  </a:lnTo>
                  <a:lnTo>
                    <a:pt x="248891" y="207341"/>
                  </a:lnTo>
                  <a:lnTo>
                    <a:pt x="247833" y="207179"/>
                  </a:lnTo>
                  <a:lnTo>
                    <a:pt x="245272" y="208668"/>
                  </a:lnTo>
                  <a:lnTo>
                    <a:pt x="243040" y="209967"/>
                  </a:lnTo>
                  <a:lnTo>
                    <a:pt x="242903" y="209631"/>
                  </a:lnTo>
                  <a:lnTo>
                    <a:pt x="242220" y="208648"/>
                  </a:lnTo>
                  <a:lnTo>
                    <a:pt x="242136" y="208517"/>
                  </a:lnTo>
                  <a:lnTo>
                    <a:pt x="241637" y="207733"/>
                  </a:lnTo>
                  <a:lnTo>
                    <a:pt x="241472" y="207473"/>
                  </a:lnTo>
                  <a:lnTo>
                    <a:pt x="240511" y="206769"/>
                  </a:lnTo>
                  <a:lnTo>
                    <a:pt x="239485" y="206427"/>
                  </a:lnTo>
                  <a:lnTo>
                    <a:pt x="237990" y="206469"/>
                  </a:lnTo>
                  <a:lnTo>
                    <a:pt x="236019" y="207094"/>
                  </a:lnTo>
                  <a:lnTo>
                    <a:pt x="235188" y="207202"/>
                  </a:lnTo>
                  <a:lnTo>
                    <a:pt x="234338" y="206605"/>
                  </a:lnTo>
                  <a:lnTo>
                    <a:pt x="234101" y="206341"/>
                  </a:lnTo>
                  <a:lnTo>
                    <a:pt x="233704" y="205900"/>
                  </a:lnTo>
                  <a:lnTo>
                    <a:pt x="233273" y="205028"/>
                  </a:lnTo>
                  <a:lnTo>
                    <a:pt x="233007" y="204490"/>
                  </a:lnTo>
                  <a:lnTo>
                    <a:pt x="232096" y="203379"/>
                  </a:lnTo>
                  <a:lnTo>
                    <a:pt x="229779" y="202820"/>
                  </a:lnTo>
                  <a:lnTo>
                    <a:pt x="227392" y="201743"/>
                  </a:lnTo>
                  <a:lnTo>
                    <a:pt x="227104" y="201359"/>
                  </a:lnTo>
                  <a:lnTo>
                    <a:pt x="226791" y="200942"/>
                  </a:lnTo>
                  <a:lnTo>
                    <a:pt x="226623" y="199316"/>
                  </a:lnTo>
                  <a:lnTo>
                    <a:pt x="225974" y="197305"/>
                  </a:lnTo>
                  <a:lnTo>
                    <a:pt x="223295" y="199103"/>
                  </a:lnTo>
                  <a:lnTo>
                    <a:pt x="223150" y="199317"/>
                  </a:lnTo>
                  <a:lnTo>
                    <a:pt x="222373" y="199878"/>
                  </a:lnTo>
                  <a:lnTo>
                    <a:pt x="220013" y="200413"/>
                  </a:lnTo>
                  <a:lnTo>
                    <a:pt x="218517" y="201374"/>
                  </a:lnTo>
                  <a:lnTo>
                    <a:pt x="216114" y="203273"/>
                  </a:lnTo>
                  <a:lnTo>
                    <a:pt x="215339" y="202424"/>
                  </a:lnTo>
                  <a:lnTo>
                    <a:pt x="215180" y="201925"/>
                  </a:lnTo>
                  <a:lnTo>
                    <a:pt x="215327" y="201151"/>
                  </a:lnTo>
                  <a:lnTo>
                    <a:pt x="215845" y="200160"/>
                  </a:lnTo>
                  <a:lnTo>
                    <a:pt x="216993" y="197962"/>
                  </a:lnTo>
                  <a:lnTo>
                    <a:pt x="217447" y="197041"/>
                  </a:lnTo>
                  <a:lnTo>
                    <a:pt x="217319" y="196497"/>
                  </a:lnTo>
                  <a:lnTo>
                    <a:pt x="212321" y="198974"/>
                  </a:lnTo>
                  <a:lnTo>
                    <a:pt x="211098" y="199559"/>
                  </a:lnTo>
                  <a:lnTo>
                    <a:pt x="210821" y="199077"/>
                  </a:lnTo>
                  <a:lnTo>
                    <a:pt x="209675" y="197082"/>
                  </a:lnTo>
                  <a:lnTo>
                    <a:pt x="208746" y="195960"/>
                  </a:lnTo>
                  <a:lnTo>
                    <a:pt x="208375" y="195737"/>
                  </a:lnTo>
                  <a:lnTo>
                    <a:pt x="207654" y="195090"/>
                  </a:lnTo>
                  <a:lnTo>
                    <a:pt x="207118" y="194281"/>
                  </a:lnTo>
                  <a:lnTo>
                    <a:pt x="206006" y="192857"/>
                  </a:lnTo>
                  <a:lnTo>
                    <a:pt x="205569" y="192448"/>
                  </a:lnTo>
                  <a:lnTo>
                    <a:pt x="204978" y="191896"/>
                  </a:lnTo>
                  <a:lnTo>
                    <a:pt x="203795" y="190446"/>
                  </a:lnTo>
                  <a:lnTo>
                    <a:pt x="203651" y="189292"/>
                  </a:lnTo>
                  <a:lnTo>
                    <a:pt x="203669" y="188681"/>
                  </a:lnTo>
                  <a:lnTo>
                    <a:pt x="203695" y="187808"/>
                  </a:lnTo>
                  <a:lnTo>
                    <a:pt x="202074" y="187041"/>
                  </a:lnTo>
                  <a:lnTo>
                    <a:pt x="200447" y="186814"/>
                  </a:lnTo>
                  <a:lnTo>
                    <a:pt x="199783" y="186721"/>
                  </a:lnTo>
                  <a:lnTo>
                    <a:pt x="197267" y="186528"/>
                  </a:lnTo>
                  <a:lnTo>
                    <a:pt x="195762" y="185836"/>
                  </a:lnTo>
                  <a:lnTo>
                    <a:pt x="195591" y="185841"/>
                  </a:lnTo>
                  <a:lnTo>
                    <a:pt x="191912" y="185957"/>
                  </a:lnTo>
                  <a:lnTo>
                    <a:pt x="187882" y="186084"/>
                  </a:lnTo>
                  <a:lnTo>
                    <a:pt x="187504" y="186050"/>
                  </a:lnTo>
                  <a:lnTo>
                    <a:pt x="186133" y="185924"/>
                  </a:lnTo>
                  <a:lnTo>
                    <a:pt x="183369" y="183681"/>
                  </a:lnTo>
                  <a:lnTo>
                    <a:pt x="181989" y="183155"/>
                  </a:lnTo>
                  <a:lnTo>
                    <a:pt x="181687" y="183040"/>
                  </a:lnTo>
                  <a:lnTo>
                    <a:pt x="177682" y="183254"/>
                  </a:lnTo>
                  <a:lnTo>
                    <a:pt x="177759" y="181747"/>
                  </a:lnTo>
                  <a:lnTo>
                    <a:pt x="176202" y="181631"/>
                  </a:lnTo>
                  <a:lnTo>
                    <a:pt x="176168" y="176843"/>
                  </a:lnTo>
                  <a:lnTo>
                    <a:pt x="177528" y="175989"/>
                  </a:lnTo>
                  <a:lnTo>
                    <a:pt x="177606" y="174734"/>
                  </a:lnTo>
                  <a:lnTo>
                    <a:pt x="177683" y="173516"/>
                  </a:lnTo>
                  <a:lnTo>
                    <a:pt x="179148" y="170920"/>
                  </a:lnTo>
                  <a:lnTo>
                    <a:pt x="179327" y="170215"/>
                  </a:lnTo>
                  <a:lnTo>
                    <a:pt x="179756" y="170424"/>
                  </a:lnTo>
                  <a:lnTo>
                    <a:pt x="180534" y="170920"/>
                  </a:lnTo>
                  <a:lnTo>
                    <a:pt x="183281" y="172667"/>
                  </a:lnTo>
                  <a:lnTo>
                    <a:pt x="183517" y="172264"/>
                  </a:lnTo>
                  <a:lnTo>
                    <a:pt x="184302" y="170920"/>
                  </a:lnTo>
                  <a:lnTo>
                    <a:pt x="184715" y="170215"/>
                  </a:lnTo>
                  <a:lnTo>
                    <a:pt x="185621" y="168665"/>
                  </a:lnTo>
                  <a:lnTo>
                    <a:pt x="180719" y="165400"/>
                  </a:lnTo>
                  <a:lnTo>
                    <a:pt x="180210" y="165049"/>
                  </a:lnTo>
                  <a:lnTo>
                    <a:pt x="172851" y="159974"/>
                  </a:lnTo>
                  <a:lnTo>
                    <a:pt x="154839" y="147553"/>
                  </a:lnTo>
                  <a:lnTo>
                    <a:pt x="145883" y="141377"/>
                  </a:lnTo>
                  <a:lnTo>
                    <a:pt x="136542" y="134935"/>
                  </a:lnTo>
                  <a:lnTo>
                    <a:pt x="126236" y="127828"/>
                  </a:lnTo>
                  <a:lnTo>
                    <a:pt x="106905" y="114496"/>
                  </a:lnTo>
                  <a:lnTo>
                    <a:pt x="87929" y="101410"/>
                  </a:lnTo>
                  <a:lnTo>
                    <a:pt x="86032" y="100102"/>
                  </a:lnTo>
                  <a:lnTo>
                    <a:pt x="85328" y="99616"/>
                  </a:lnTo>
                  <a:lnTo>
                    <a:pt x="77963" y="94538"/>
                  </a:lnTo>
                  <a:lnTo>
                    <a:pt x="65522" y="85960"/>
                  </a:lnTo>
                  <a:lnTo>
                    <a:pt x="65360" y="85730"/>
                  </a:lnTo>
                  <a:lnTo>
                    <a:pt x="76723" y="69160"/>
                  </a:lnTo>
                  <a:lnTo>
                    <a:pt x="76917" y="68877"/>
                  </a:lnTo>
                  <a:lnTo>
                    <a:pt x="78177" y="67039"/>
                  </a:lnTo>
                  <a:lnTo>
                    <a:pt x="76076" y="65622"/>
                  </a:lnTo>
                  <a:lnTo>
                    <a:pt x="67891" y="60103"/>
                  </a:lnTo>
                  <a:lnTo>
                    <a:pt x="62056" y="56169"/>
                  </a:lnTo>
                  <a:lnTo>
                    <a:pt x="59625" y="54530"/>
                  </a:lnTo>
                  <a:lnTo>
                    <a:pt x="59450" y="54412"/>
                  </a:lnTo>
                  <a:lnTo>
                    <a:pt x="58850" y="53649"/>
                  </a:lnTo>
                  <a:lnTo>
                    <a:pt x="57488" y="53862"/>
                  </a:lnTo>
                  <a:lnTo>
                    <a:pt x="55487" y="55246"/>
                  </a:lnTo>
                  <a:lnTo>
                    <a:pt x="54525" y="56256"/>
                  </a:lnTo>
                  <a:lnTo>
                    <a:pt x="53740" y="57080"/>
                  </a:lnTo>
                  <a:lnTo>
                    <a:pt x="50607" y="59050"/>
                  </a:lnTo>
                  <a:lnTo>
                    <a:pt x="48931" y="59867"/>
                  </a:lnTo>
                  <a:lnTo>
                    <a:pt x="46541" y="60521"/>
                  </a:lnTo>
                  <a:lnTo>
                    <a:pt x="46364" y="60560"/>
                  </a:lnTo>
                  <a:lnTo>
                    <a:pt x="42767" y="65371"/>
                  </a:lnTo>
                  <a:lnTo>
                    <a:pt x="41556" y="64987"/>
                  </a:lnTo>
                  <a:lnTo>
                    <a:pt x="40578" y="64677"/>
                  </a:lnTo>
                  <a:lnTo>
                    <a:pt x="32354" y="67080"/>
                  </a:lnTo>
                  <a:lnTo>
                    <a:pt x="31674" y="65203"/>
                  </a:lnTo>
                  <a:lnTo>
                    <a:pt x="30888" y="63034"/>
                  </a:lnTo>
                  <a:lnTo>
                    <a:pt x="32247" y="61580"/>
                  </a:lnTo>
                  <a:lnTo>
                    <a:pt x="44797" y="58429"/>
                  </a:lnTo>
                  <a:lnTo>
                    <a:pt x="44423" y="55652"/>
                  </a:lnTo>
                  <a:lnTo>
                    <a:pt x="38335" y="53302"/>
                  </a:lnTo>
                  <a:lnTo>
                    <a:pt x="36786" y="51486"/>
                  </a:lnTo>
                  <a:lnTo>
                    <a:pt x="30541" y="51172"/>
                  </a:lnTo>
                  <a:lnTo>
                    <a:pt x="27080" y="53271"/>
                  </a:lnTo>
                  <a:lnTo>
                    <a:pt x="23152" y="53005"/>
                  </a:lnTo>
                  <a:lnTo>
                    <a:pt x="17638" y="50616"/>
                  </a:lnTo>
                  <a:lnTo>
                    <a:pt x="15587" y="42200"/>
                  </a:lnTo>
                  <a:lnTo>
                    <a:pt x="13195" y="40491"/>
                  </a:lnTo>
                  <a:lnTo>
                    <a:pt x="11531" y="41721"/>
                  </a:lnTo>
                  <a:lnTo>
                    <a:pt x="12178" y="43198"/>
                  </a:lnTo>
                  <a:lnTo>
                    <a:pt x="7803" y="46203"/>
                  </a:lnTo>
                  <a:lnTo>
                    <a:pt x="3120" y="39190"/>
                  </a:lnTo>
                  <a:lnTo>
                    <a:pt x="1597" y="40205"/>
                  </a:lnTo>
                  <a:lnTo>
                    <a:pt x="0" y="37984"/>
                  </a:lnTo>
                  <a:lnTo>
                    <a:pt x="2285" y="36263"/>
                  </a:lnTo>
                  <a:lnTo>
                    <a:pt x="3894" y="35051"/>
                  </a:lnTo>
                  <a:lnTo>
                    <a:pt x="4536" y="34530"/>
                  </a:lnTo>
                  <a:lnTo>
                    <a:pt x="10803" y="29853"/>
                  </a:lnTo>
                  <a:lnTo>
                    <a:pt x="10503" y="24256"/>
                  </a:lnTo>
                  <a:lnTo>
                    <a:pt x="8875" y="24155"/>
                  </a:lnTo>
                  <a:lnTo>
                    <a:pt x="8707" y="23683"/>
                  </a:lnTo>
                  <a:lnTo>
                    <a:pt x="6118" y="16418"/>
                  </a:lnTo>
                  <a:lnTo>
                    <a:pt x="5866" y="15710"/>
                  </a:lnTo>
                  <a:lnTo>
                    <a:pt x="5620" y="15019"/>
                  </a:lnTo>
                  <a:lnTo>
                    <a:pt x="10159" y="14379"/>
                  </a:lnTo>
                  <a:lnTo>
                    <a:pt x="8958" y="10934"/>
                  </a:lnTo>
                  <a:lnTo>
                    <a:pt x="11971" y="11080"/>
                  </a:lnTo>
                  <a:lnTo>
                    <a:pt x="15580" y="11255"/>
                  </a:lnTo>
                  <a:lnTo>
                    <a:pt x="16926" y="11250"/>
                  </a:lnTo>
                  <a:lnTo>
                    <a:pt x="18209" y="10823"/>
                  </a:lnTo>
                  <a:lnTo>
                    <a:pt x="18710" y="10656"/>
                  </a:lnTo>
                  <a:lnTo>
                    <a:pt x="20013" y="10122"/>
                  </a:lnTo>
                  <a:lnTo>
                    <a:pt x="21257" y="9506"/>
                  </a:lnTo>
                  <a:lnTo>
                    <a:pt x="22028" y="9126"/>
                  </a:lnTo>
                  <a:lnTo>
                    <a:pt x="22908" y="8690"/>
                  </a:lnTo>
                  <a:lnTo>
                    <a:pt x="23338" y="8501"/>
                  </a:lnTo>
                  <a:lnTo>
                    <a:pt x="25748" y="7439"/>
                  </a:lnTo>
                  <a:lnTo>
                    <a:pt x="27757" y="6554"/>
                  </a:lnTo>
                  <a:lnTo>
                    <a:pt x="29166" y="5999"/>
                  </a:lnTo>
                  <a:lnTo>
                    <a:pt x="29563" y="5843"/>
                  </a:lnTo>
                  <a:lnTo>
                    <a:pt x="32934" y="4855"/>
                  </a:lnTo>
                  <a:lnTo>
                    <a:pt x="33476" y="4708"/>
                  </a:lnTo>
                  <a:lnTo>
                    <a:pt x="35401" y="3989"/>
                  </a:lnTo>
                  <a:lnTo>
                    <a:pt x="35925" y="3793"/>
                  </a:lnTo>
                  <a:lnTo>
                    <a:pt x="36424" y="3531"/>
                  </a:lnTo>
                  <a:lnTo>
                    <a:pt x="37213" y="3116"/>
                  </a:lnTo>
                  <a:lnTo>
                    <a:pt x="38326" y="2345"/>
                  </a:lnTo>
                  <a:lnTo>
                    <a:pt x="38540" y="2155"/>
                  </a:lnTo>
                  <a:lnTo>
                    <a:pt x="38737" y="2523"/>
                  </a:lnTo>
                  <a:lnTo>
                    <a:pt x="39114" y="2221"/>
                  </a:lnTo>
                  <a:lnTo>
                    <a:pt x="41217" y="535"/>
                  </a:lnTo>
                  <a:lnTo>
                    <a:pt x="41968" y="393"/>
                  </a:lnTo>
                  <a:lnTo>
                    <a:pt x="43338" y="236"/>
                  </a:lnTo>
                  <a:lnTo>
                    <a:pt x="44058" y="153"/>
                  </a:lnTo>
                  <a:lnTo>
                    <a:pt x="44575" y="0"/>
                  </a:lnTo>
                  <a:lnTo>
                    <a:pt x="45240" y="13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3313765" y="2489401"/>
              <a:ext cx="58213" cy="65245"/>
            </a:xfrm>
            <a:custGeom>
              <a:avLst/>
              <a:pathLst>
                <a:path w="58213" h="65245">
                  <a:moveTo>
                    <a:pt x="34782" y="17743"/>
                  </a:moveTo>
                  <a:lnTo>
                    <a:pt x="25971" y="21948"/>
                  </a:lnTo>
                  <a:lnTo>
                    <a:pt x="23928" y="22589"/>
                  </a:lnTo>
                  <a:lnTo>
                    <a:pt x="22766" y="24872"/>
                  </a:lnTo>
                  <a:lnTo>
                    <a:pt x="24008" y="26154"/>
                  </a:lnTo>
                  <a:lnTo>
                    <a:pt x="24008" y="27516"/>
                  </a:lnTo>
                  <a:lnTo>
                    <a:pt x="28013" y="28116"/>
                  </a:lnTo>
                  <a:lnTo>
                    <a:pt x="29335" y="29078"/>
                  </a:lnTo>
                  <a:lnTo>
                    <a:pt x="31298" y="31921"/>
                  </a:lnTo>
                  <a:lnTo>
                    <a:pt x="43674" y="22789"/>
                  </a:lnTo>
                  <a:lnTo>
                    <a:pt x="49802" y="25954"/>
                  </a:lnTo>
                  <a:lnTo>
                    <a:pt x="53046" y="29759"/>
                  </a:lnTo>
                  <a:lnTo>
                    <a:pt x="57572" y="33844"/>
                  </a:lnTo>
                  <a:lnTo>
                    <a:pt x="58213" y="36047"/>
                  </a:lnTo>
                  <a:lnTo>
                    <a:pt x="54608" y="45620"/>
                  </a:lnTo>
                  <a:lnTo>
                    <a:pt x="48600" y="43657"/>
                  </a:lnTo>
                  <a:lnTo>
                    <a:pt x="42713" y="46821"/>
                  </a:lnTo>
                  <a:lnTo>
                    <a:pt x="23567" y="50306"/>
                  </a:lnTo>
                  <a:lnTo>
                    <a:pt x="15717" y="49144"/>
                  </a:lnTo>
                  <a:lnTo>
                    <a:pt x="13154" y="53270"/>
                  </a:lnTo>
                  <a:lnTo>
                    <a:pt x="11992" y="58436"/>
                  </a:lnTo>
                  <a:lnTo>
                    <a:pt x="11031" y="62562"/>
                  </a:lnTo>
                  <a:lnTo>
                    <a:pt x="8788" y="65045"/>
                  </a:lnTo>
                  <a:lnTo>
                    <a:pt x="3261" y="65245"/>
                  </a:lnTo>
                  <a:lnTo>
                    <a:pt x="1498" y="64084"/>
                  </a:lnTo>
                  <a:lnTo>
                    <a:pt x="384" y="63315"/>
                  </a:lnTo>
                  <a:lnTo>
                    <a:pt x="3267" y="52901"/>
                  </a:lnTo>
                  <a:lnTo>
                    <a:pt x="0" y="51009"/>
                  </a:lnTo>
                  <a:lnTo>
                    <a:pt x="2476" y="47048"/>
                  </a:lnTo>
                  <a:lnTo>
                    <a:pt x="3176" y="45752"/>
                  </a:lnTo>
                  <a:lnTo>
                    <a:pt x="3485" y="45179"/>
                  </a:lnTo>
                  <a:lnTo>
                    <a:pt x="3587" y="44990"/>
                  </a:lnTo>
                  <a:lnTo>
                    <a:pt x="4910" y="42537"/>
                  </a:lnTo>
                  <a:lnTo>
                    <a:pt x="6512" y="38999"/>
                  </a:lnTo>
                  <a:lnTo>
                    <a:pt x="7647" y="36463"/>
                  </a:lnTo>
                  <a:lnTo>
                    <a:pt x="7769" y="36061"/>
                  </a:lnTo>
                  <a:lnTo>
                    <a:pt x="7864" y="35811"/>
                  </a:lnTo>
                  <a:lnTo>
                    <a:pt x="9223" y="32227"/>
                  </a:lnTo>
                  <a:lnTo>
                    <a:pt x="10277" y="29446"/>
                  </a:lnTo>
                  <a:lnTo>
                    <a:pt x="10498" y="28887"/>
                  </a:lnTo>
                  <a:lnTo>
                    <a:pt x="12241" y="29653"/>
                  </a:lnTo>
                  <a:lnTo>
                    <a:pt x="12533" y="28973"/>
                  </a:lnTo>
                  <a:lnTo>
                    <a:pt x="14287" y="24803"/>
                  </a:lnTo>
                  <a:lnTo>
                    <a:pt x="16801" y="18828"/>
                  </a:lnTo>
                  <a:lnTo>
                    <a:pt x="20079" y="20477"/>
                  </a:lnTo>
                  <a:lnTo>
                    <a:pt x="21059" y="18288"/>
                  </a:lnTo>
                  <a:lnTo>
                    <a:pt x="23447" y="12958"/>
                  </a:lnTo>
                  <a:lnTo>
                    <a:pt x="23988" y="11751"/>
                  </a:lnTo>
                  <a:lnTo>
                    <a:pt x="24504" y="10599"/>
                  </a:lnTo>
                  <a:lnTo>
                    <a:pt x="24723" y="10131"/>
                  </a:lnTo>
                  <a:lnTo>
                    <a:pt x="27761" y="3625"/>
                  </a:lnTo>
                  <a:lnTo>
                    <a:pt x="28271" y="2534"/>
                  </a:lnTo>
                  <a:lnTo>
                    <a:pt x="29455" y="0"/>
                  </a:lnTo>
                  <a:lnTo>
                    <a:pt x="39669" y="47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3231253" y="2495271"/>
              <a:ext cx="66550" cy="61397"/>
            </a:xfrm>
            <a:custGeom>
              <a:avLst/>
              <a:pathLst>
                <a:path w="66550" h="61397">
                  <a:moveTo>
                    <a:pt x="36379" y="16984"/>
                  </a:moveTo>
                  <a:lnTo>
                    <a:pt x="41349" y="19145"/>
                  </a:lnTo>
                  <a:lnTo>
                    <a:pt x="43205" y="14893"/>
                  </a:lnTo>
                  <a:lnTo>
                    <a:pt x="50281" y="17831"/>
                  </a:lnTo>
                  <a:lnTo>
                    <a:pt x="48309" y="23168"/>
                  </a:lnTo>
                  <a:lnTo>
                    <a:pt x="48655" y="23315"/>
                  </a:lnTo>
                  <a:lnTo>
                    <a:pt x="51570" y="24495"/>
                  </a:lnTo>
                  <a:lnTo>
                    <a:pt x="55346" y="26027"/>
                  </a:lnTo>
                  <a:lnTo>
                    <a:pt x="59954" y="28016"/>
                  </a:lnTo>
                  <a:lnTo>
                    <a:pt x="64793" y="30302"/>
                  </a:lnTo>
                  <a:lnTo>
                    <a:pt x="64058" y="32318"/>
                  </a:lnTo>
                  <a:lnTo>
                    <a:pt x="63927" y="32678"/>
                  </a:lnTo>
                  <a:lnTo>
                    <a:pt x="63682" y="35139"/>
                  </a:lnTo>
                  <a:lnTo>
                    <a:pt x="63947" y="36291"/>
                  </a:lnTo>
                  <a:lnTo>
                    <a:pt x="64119" y="37036"/>
                  </a:lnTo>
                  <a:lnTo>
                    <a:pt x="64058" y="38879"/>
                  </a:lnTo>
                  <a:lnTo>
                    <a:pt x="64012" y="40240"/>
                  </a:lnTo>
                  <a:lnTo>
                    <a:pt x="64504" y="43367"/>
                  </a:lnTo>
                  <a:lnTo>
                    <a:pt x="66550" y="49331"/>
                  </a:lnTo>
                  <a:lnTo>
                    <a:pt x="64952" y="51303"/>
                  </a:lnTo>
                  <a:lnTo>
                    <a:pt x="51975" y="50716"/>
                  </a:lnTo>
                  <a:lnTo>
                    <a:pt x="48396" y="55629"/>
                  </a:lnTo>
                  <a:lnTo>
                    <a:pt x="44284" y="58032"/>
                  </a:lnTo>
                  <a:lnTo>
                    <a:pt x="44605" y="61397"/>
                  </a:lnTo>
                  <a:lnTo>
                    <a:pt x="41551" y="60529"/>
                  </a:lnTo>
                  <a:lnTo>
                    <a:pt x="30035" y="39516"/>
                  </a:lnTo>
                  <a:lnTo>
                    <a:pt x="25789" y="37754"/>
                  </a:lnTo>
                  <a:lnTo>
                    <a:pt x="23106" y="32467"/>
                  </a:lnTo>
                  <a:lnTo>
                    <a:pt x="20555" y="33123"/>
                  </a:lnTo>
                  <a:lnTo>
                    <a:pt x="19290" y="31571"/>
                  </a:lnTo>
                  <a:lnTo>
                    <a:pt x="18382" y="30449"/>
                  </a:lnTo>
                  <a:lnTo>
                    <a:pt x="17687" y="29729"/>
                  </a:lnTo>
                  <a:lnTo>
                    <a:pt x="16673" y="28954"/>
                  </a:lnTo>
                  <a:lnTo>
                    <a:pt x="15685" y="28367"/>
                  </a:lnTo>
                  <a:lnTo>
                    <a:pt x="14697" y="27993"/>
                  </a:lnTo>
                  <a:lnTo>
                    <a:pt x="12831" y="26577"/>
                  </a:lnTo>
                  <a:lnTo>
                    <a:pt x="11696" y="25690"/>
                  </a:lnTo>
                  <a:lnTo>
                    <a:pt x="11104" y="24878"/>
                  </a:lnTo>
                  <a:lnTo>
                    <a:pt x="10923" y="24041"/>
                  </a:lnTo>
                  <a:lnTo>
                    <a:pt x="11307" y="22118"/>
                  </a:lnTo>
                  <a:lnTo>
                    <a:pt x="11628" y="19704"/>
                  </a:lnTo>
                  <a:lnTo>
                    <a:pt x="11564" y="17995"/>
                  </a:lnTo>
                  <a:lnTo>
                    <a:pt x="11051" y="16286"/>
                  </a:lnTo>
                  <a:lnTo>
                    <a:pt x="10004" y="15218"/>
                  </a:lnTo>
                  <a:lnTo>
                    <a:pt x="7395" y="13180"/>
                  </a:lnTo>
                  <a:lnTo>
                    <a:pt x="0" y="7404"/>
                  </a:lnTo>
                  <a:lnTo>
                    <a:pt x="914" y="5465"/>
                  </a:lnTo>
                  <a:lnTo>
                    <a:pt x="1891" y="2909"/>
                  </a:lnTo>
                  <a:lnTo>
                    <a:pt x="2171" y="2178"/>
                  </a:lnTo>
                  <a:lnTo>
                    <a:pt x="3003" y="0"/>
                  </a:lnTo>
                  <a:lnTo>
                    <a:pt x="15960" y="5969"/>
                  </a:lnTo>
                  <a:lnTo>
                    <a:pt x="22470" y="8968"/>
                  </a:lnTo>
                  <a:lnTo>
                    <a:pt x="21915" y="10635"/>
                  </a:lnTo>
                  <a:lnTo>
                    <a:pt x="26789" y="12774"/>
                  </a:lnTo>
                  <a:lnTo>
                    <a:pt x="31269" y="147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2907402" y="2228252"/>
              <a:ext cx="409853" cy="223455"/>
            </a:xfrm>
            <a:custGeom>
              <a:avLst/>
              <a:pathLst>
                <a:path w="409853" h="223455">
                  <a:moveTo>
                    <a:pt x="160204" y="36661"/>
                  </a:moveTo>
                  <a:lnTo>
                    <a:pt x="157894" y="42991"/>
                  </a:lnTo>
                  <a:lnTo>
                    <a:pt x="157658" y="43500"/>
                  </a:lnTo>
                  <a:lnTo>
                    <a:pt x="157147" y="44606"/>
                  </a:lnTo>
                  <a:lnTo>
                    <a:pt x="156933" y="45067"/>
                  </a:lnTo>
                  <a:lnTo>
                    <a:pt x="156349" y="47211"/>
                  </a:lnTo>
                  <a:lnTo>
                    <a:pt x="155494" y="50347"/>
                  </a:lnTo>
                  <a:lnTo>
                    <a:pt x="152790" y="49636"/>
                  </a:lnTo>
                  <a:lnTo>
                    <a:pt x="155252" y="54079"/>
                  </a:lnTo>
                  <a:lnTo>
                    <a:pt x="156031" y="56096"/>
                  </a:lnTo>
                  <a:lnTo>
                    <a:pt x="157016" y="58559"/>
                  </a:lnTo>
                  <a:lnTo>
                    <a:pt x="157179" y="58966"/>
                  </a:lnTo>
                  <a:lnTo>
                    <a:pt x="153262" y="60224"/>
                  </a:lnTo>
                  <a:lnTo>
                    <a:pt x="152354" y="63976"/>
                  </a:lnTo>
                  <a:lnTo>
                    <a:pt x="151947" y="65659"/>
                  </a:lnTo>
                  <a:lnTo>
                    <a:pt x="151845" y="65871"/>
                  </a:lnTo>
                  <a:lnTo>
                    <a:pt x="151439" y="66715"/>
                  </a:lnTo>
                  <a:lnTo>
                    <a:pt x="151325" y="66873"/>
                  </a:lnTo>
                  <a:lnTo>
                    <a:pt x="151066" y="67228"/>
                  </a:lnTo>
                  <a:lnTo>
                    <a:pt x="149199" y="70005"/>
                  </a:lnTo>
                  <a:lnTo>
                    <a:pt x="147472" y="73317"/>
                  </a:lnTo>
                  <a:lnTo>
                    <a:pt x="155217" y="78686"/>
                  </a:lnTo>
                  <a:lnTo>
                    <a:pt x="155366" y="78486"/>
                  </a:lnTo>
                  <a:lnTo>
                    <a:pt x="164112" y="84454"/>
                  </a:lnTo>
                  <a:lnTo>
                    <a:pt x="174172" y="91157"/>
                  </a:lnTo>
                  <a:lnTo>
                    <a:pt x="171134" y="95604"/>
                  </a:lnTo>
                  <a:lnTo>
                    <a:pt x="172061" y="96430"/>
                  </a:lnTo>
                  <a:lnTo>
                    <a:pt x="172792" y="97083"/>
                  </a:lnTo>
                  <a:lnTo>
                    <a:pt x="179575" y="102112"/>
                  </a:lnTo>
                  <a:lnTo>
                    <a:pt x="179768" y="102255"/>
                  </a:lnTo>
                  <a:lnTo>
                    <a:pt x="180288" y="102626"/>
                  </a:lnTo>
                  <a:lnTo>
                    <a:pt x="181162" y="103249"/>
                  </a:lnTo>
                  <a:lnTo>
                    <a:pt x="181963" y="104354"/>
                  </a:lnTo>
                  <a:lnTo>
                    <a:pt x="182046" y="107399"/>
                  </a:lnTo>
                  <a:lnTo>
                    <a:pt x="182143" y="108452"/>
                  </a:lnTo>
                  <a:lnTo>
                    <a:pt x="182602" y="109300"/>
                  </a:lnTo>
                  <a:lnTo>
                    <a:pt x="185720" y="115058"/>
                  </a:lnTo>
                  <a:lnTo>
                    <a:pt x="186084" y="114217"/>
                  </a:lnTo>
                  <a:lnTo>
                    <a:pt x="186269" y="113162"/>
                  </a:lnTo>
                  <a:lnTo>
                    <a:pt x="186394" y="112604"/>
                  </a:lnTo>
                  <a:lnTo>
                    <a:pt x="187056" y="112348"/>
                  </a:lnTo>
                  <a:lnTo>
                    <a:pt x="187654" y="112327"/>
                  </a:lnTo>
                  <a:lnTo>
                    <a:pt x="188383" y="112834"/>
                  </a:lnTo>
                  <a:lnTo>
                    <a:pt x="197109" y="118904"/>
                  </a:lnTo>
                  <a:lnTo>
                    <a:pt x="199117" y="120302"/>
                  </a:lnTo>
                  <a:lnTo>
                    <a:pt x="205001" y="124449"/>
                  </a:lnTo>
                  <a:lnTo>
                    <a:pt x="209149" y="127170"/>
                  </a:lnTo>
                  <a:lnTo>
                    <a:pt x="211202" y="128758"/>
                  </a:lnTo>
                  <a:lnTo>
                    <a:pt x="212118" y="129993"/>
                  </a:lnTo>
                  <a:lnTo>
                    <a:pt x="212908" y="131057"/>
                  </a:lnTo>
                  <a:lnTo>
                    <a:pt x="215404" y="133411"/>
                  </a:lnTo>
                  <a:lnTo>
                    <a:pt x="217060" y="134137"/>
                  </a:lnTo>
                  <a:lnTo>
                    <a:pt x="219100" y="134892"/>
                  </a:lnTo>
                  <a:lnTo>
                    <a:pt x="221742" y="131037"/>
                  </a:lnTo>
                  <a:lnTo>
                    <a:pt x="223464" y="128523"/>
                  </a:lnTo>
                  <a:lnTo>
                    <a:pt x="218291" y="125028"/>
                  </a:lnTo>
                  <a:lnTo>
                    <a:pt x="217422" y="125905"/>
                  </a:lnTo>
                  <a:lnTo>
                    <a:pt x="216813" y="126690"/>
                  </a:lnTo>
                  <a:lnTo>
                    <a:pt x="216252" y="127218"/>
                  </a:lnTo>
                  <a:lnTo>
                    <a:pt x="215627" y="127635"/>
                  </a:lnTo>
                  <a:lnTo>
                    <a:pt x="214954" y="127891"/>
                  </a:lnTo>
                  <a:lnTo>
                    <a:pt x="214297" y="127811"/>
                  </a:lnTo>
                  <a:lnTo>
                    <a:pt x="213989" y="127340"/>
                  </a:lnTo>
                  <a:lnTo>
                    <a:pt x="213813" y="124312"/>
                  </a:lnTo>
                  <a:lnTo>
                    <a:pt x="213991" y="119648"/>
                  </a:lnTo>
                  <a:lnTo>
                    <a:pt x="214043" y="117662"/>
                  </a:lnTo>
                  <a:lnTo>
                    <a:pt x="214240" y="116777"/>
                  </a:lnTo>
                  <a:lnTo>
                    <a:pt x="216206" y="116542"/>
                  </a:lnTo>
                  <a:lnTo>
                    <a:pt x="219410" y="116734"/>
                  </a:lnTo>
                  <a:lnTo>
                    <a:pt x="219976" y="116317"/>
                  </a:lnTo>
                  <a:lnTo>
                    <a:pt x="220553" y="115303"/>
                  </a:lnTo>
                  <a:lnTo>
                    <a:pt x="221215" y="113423"/>
                  </a:lnTo>
                  <a:lnTo>
                    <a:pt x="221428" y="112984"/>
                  </a:lnTo>
                  <a:lnTo>
                    <a:pt x="221888" y="112034"/>
                  </a:lnTo>
                  <a:lnTo>
                    <a:pt x="223120" y="111791"/>
                  </a:lnTo>
                  <a:lnTo>
                    <a:pt x="223405" y="111735"/>
                  </a:lnTo>
                  <a:lnTo>
                    <a:pt x="227346" y="111511"/>
                  </a:lnTo>
                  <a:lnTo>
                    <a:pt x="227816" y="111180"/>
                  </a:lnTo>
                  <a:lnTo>
                    <a:pt x="228627" y="109845"/>
                  </a:lnTo>
                  <a:lnTo>
                    <a:pt x="229418" y="109240"/>
                  </a:lnTo>
                  <a:lnTo>
                    <a:pt x="231515" y="109374"/>
                  </a:lnTo>
                  <a:lnTo>
                    <a:pt x="234423" y="109374"/>
                  </a:lnTo>
                  <a:lnTo>
                    <a:pt x="235545" y="109511"/>
                  </a:lnTo>
                  <a:lnTo>
                    <a:pt x="236218" y="110079"/>
                  </a:lnTo>
                  <a:lnTo>
                    <a:pt x="236987" y="110944"/>
                  </a:lnTo>
                  <a:lnTo>
                    <a:pt x="238009" y="111230"/>
                  </a:lnTo>
                  <a:lnTo>
                    <a:pt x="239973" y="111536"/>
                  </a:lnTo>
                  <a:lnTo>
                    <a:pt x="240473" y="111754"/>
                  </a:lnTo>
                  <a:lnTo>
                    <a:pt x="240672" y="112203"/>
                  </a:lnTo>
                  <a:lnTo>
                    <a:pt x="242571" y="111421"/>
                  </a:lnTo>
                  <a:lnTo>
                    <a:pt x="243421" y="110604"/>
                  </a:lnTo>
                  <a:lnTo>
                    <a:pt x="243577" y="110111"/>
                  </a:lnTo>
                  <a:lnTo>
                    <a:pt x="244004" y="108760"/>
                  </a:lnTo>
                  <a:lnTo>
                    <a:pt x="244084" y="107799"/>
                  </a:lnTo>
                  <a:lnTo>
                    <a:pt x="243220" y="103723"/>
                  </a:lnTo>
                  <a:lnTo>
                    <a:pt x="242909" y="103188"/>
                  </a:lnTo>
                  <a:lnTo>
                    <a:pt x="242617" y="101558"/>
                  </a:lnTo>
                  <a:lnTo>
                    <a:pt x="242444" y="100593"/>
                  </a:lnTo>
                  <a:lnTo>
                    <a:pt x="242624" y="100149"/>
                  </a:lnTo>
                  <a:lnTo>
                    <a:pt x="243101" y="98975"/>
                  </a:lnTo>
                  <a:lnTo>
                    <a:pt x="243331" y="98646"/>
                  </a:lnTo>
                  <a:lnTo>
                    <a:pt x="244138" y="97489"/>
                  </a:lnTo>
                  <a:lnTo>
                    <a:pt x="244806" y="96532"/>
                  </a:lnTo>
                  <a:lnTo>
                    <a:pt x="245695" y="95259"/>
                  </a:lnTo>
                  <a:lnTo>
                    <a:pt x="246177" y="94569"/>
                  </a:lnTo>
                  <a:lnTo>
                    <a:pt x="246695" y="93150"/>
                  </a:lnTo>
                  <a:lnTo>
                    <a:pt x="246803" y="92853"/>
                  </a:lnTo>
                  <a:lnTo>
                    <a:pt x="246914" y="92550"/>
                  </a:lnTo>
                  <a:lnTo>
                    <a:pt x="247644" y="88299"/>
                  </a:lnTo>
                  <a:lnTo>
                    <a:pt x="249904" y="89339"/>
                  </a:lnTo>
                  <a:lnTo>
                    <a:pt x="249938" y="87940"/>
                  </a:lnTo>
                  <a:lnTo>
                    <a:pt x="250031" y="84117"/>
                  </a:lnTo>
                  <a:lnTo>
                    <a:pt x="250056" y="83106"/>
                  </a:lnTo>
                  <a:lnTo>
                    <a:pt x="250112" y="81863"/>
                  </a:lnTo>
                  <a:lnTo>
                    <a:pt x="250139" y="81281"/>
                  </a:lnTo>
                  <a:lnTo>
                    <a:pt x="249907" y="81353"/>
                  </a:lnTo>
                  <a:lnTo>
                    <a:pt x="247876" y="81591"/>
                  </a:lnTo>
                  <a:lnTo>
                    <a:pt x="244122" y="82785"/>
                  </a:lnTo>
                  <a:lnTo>
                    <a:pt x="241743" y="80985"/>
                  </a:lnTo>
                  <a:lnTo>
                    <a:pt x="241467" y="80777"/>
                  </a:lnTo>
                  <a:lnTo>
                    <a:pt x="240282" y="80328"/>
                  </a:lnTo>
                  <a:lnTo>
                    <a:pt x="240604" y="79688"/>
                  </a:lnTo>
                  <a:lnTo>
                    <a:pt x="240705" y="79488"/>
                  </a:lnTo>
                  <a:lnTo>
                    <a:pt x="240955" y="77913"/>
                  </a:lnTo>
                  <a:lnTo>
                    <a:pt x="239699" y="75993"/>
                  </a:lnTo>
                  <a:lnTo>
                    <a:pt x="239292" y="75718"/>
                  </a:lnTo>
                  <a:lnTo>
                    <a:pt x="238682" y="75307"/>
                  </a:lnTo>
                  <a:lnTo>
                    <a:pt x="236968" y="74381"/>
                  </a:lnTo>
                  <a:lnTo>
                    <a:pt x="236302" y="73831"/>
                  </a:lnTo>
                  <a:lnTo>
                    <a:pt x="236783" y="72957"/>
                  </a:lnTo>
                  <a:lnTo>
                    <a:pt x="237717" y="71943"/>
                  </a:lnTo>
                  <a:lnTo>
                    <a:pt x="239987" y="69700"/>
                  </a:lnTo>
                  <a:lnTo>
                    <a:pt x="240512" y="68738"/>
                  </a:lnTo>
                  <a:lnTo>
                    <a:pt x="240873" y="67717"/>
                  </a:lnTo>
                  <a:lnTo>
                    <a:pt x="240967" y="67090"/>
                  </a:lnTo>
                  <a:lnTo>
                    <a:pt x="241052" y="66525"/>
                  </a:lnTo>
                  <a:lnTo>
                    <a:pt x="241286" y="66566"/>
                  </a:lnTo>
                  <a:lnTo>
                    <a:pt x="243754" y="66800"/>
                  </a:lnTo>
                  <a:lnTo>
                    <a:pt x="248156" y="67323"/>
                  </a:lnTo>
                  <a:lnTo>
                    <a:pt x="248247" y="67225"/>
                  </a:lnTo>
                  <a:lnTo>
                    <a:pt x="247958" y="65972"/>
                  </a:lnTo>
                  <a:lnTo>
                    <a:pt x="247420" y="65089"/>
                  </a:lnTo>
                  <a:lnTo>
                    <a:pt x="247058" y="64193"/>
                  </a:lnTo>
                  <a:lnTo>
                    <a:pt x="246358" y="62455"/>
                  </a:lnTo>
                  <a:lnTo>
                    <a:pt x="246288" y="62282"/>
                  </a:lnTo>
                  <a:lnTo>
                    <a:pt x="246299" y="61915"/>
                  </a:lnTo>
                  <a:lnTo>
                    <a:pt x="246333" y="60779"/>
                  </a:lnTo>
                  <a:lnTo>
                    <a:pt x="246342" y="60442"/>
                  </a:lnTo>
                  <a:lnTo>
                    <a:pt x="246359" y="59886"/>
                  </a:lnTo>
                  <a:lnTo>
                    <a:pt x="246723" y="59088"/>
                  </a:lnTo>
                  <a:lnTo>
                    <a:pt x="247460" y="57529"/>
                  </a:lnTo>
                  <a:lnTo>
                    <a:pt x="248936" y="54403"/>
                  </a:lnTo>
                  <a:lnTo>
                    <a:pt x="250511" y="51069"/>
                  </a:lnTo>
                  <a:lnTo>
                    <a:pt x="250632" y="50814"/>
                  </a:lnTo>
                  <a:lnTo>
                    <a:pt x="254109" y="52277"/>
                  </a:lnTo>
                  <a:lnTo>
                    <a:pt x="255930" y="53043"/>
                  </a:lnTo>
                  <a:lnTo>
                    <a:pt x="258196" y="54139"/>
                  </a:lnTo>
                  <a:lnTo>
                    <a:pt x="258006" y="54578"/>
                  </a:lnTo>
                  <a:lnTo>
                    <a:pt x="257092" y="56150"/>
                  </a:lnTo>
                  <a:lnTo>
                    <a:pt x="256532" y="57114"/>
                  </a:lnTo>
                  <a:lnTo>
                    <a:pt x="255924" y="58160"/>
                  </a:lnTo>
                  <a:lnTo>
                    <a:pt x="255702" y="58542"/>
                  </a:lnTo>
                  <a:lnTo>
                    <a:pt x="254027" y="62117"/>
                  </a:lnTo>
                  <a:lnTo>
                    <a:pt x="260896" y="65186"/>
                  </a:lnTo>
                  <a:lnTo>
                    <a:pt x="262330" y="63327"/>
                  </a:lnTo>
                  <a:lnTo>
                    <a:pt x="263037" y="62409"/>
                  </a:lnTo>
                  <a:lnTo>
                    <a:pt x="263424" y="62143"/>
                  </a:lnTo>
                  <a:lnTo>
                    <a:pt x="265175" y="63339"/>
                  </a:lnTo>
                  <a:lnTo>
                    <a:pt x="268020" y="65281"/>
                  </a:lnTo>
                  <a:lnTo>
                    <a:pt x="270446" y="66937"/>
                  </a:lnTo>
                  <a:lnTo>
                    <a:pt x="271333" y="67542"/>
                  </a:lnTo>
                  <a:lnTo>
                    <a:pt x="271575" y="67708"/>
                  </a:lnTo>
                  <a:lnTo>
                    <a:pt x="272872" y="68817"/>
                  </a:lnTo>
                  <a:lnTo>
                    <a:pt x="273438" y="69529"/>
                  </a:lnTo>
                  <a:lnTo>
                    <a:pt x="273737" y="69906"/>
                  </a:lnTo>
                  <a:lnTo>
                    <a:pt x="273939" y="70098"/>
                  </a:lnTo>
                  <a:lnTo>
                    <a:pt x="278393" y="67161"/>
                  </a:lnTo>
                  <a:lnTo>
                    <a:pt x="278773" y="67633"/>
                  </a:lnTo>
                  <a:lnTo>
                    <a:pt x="279674" y="68752"/>
                  </a:lnTo>
                  <a:lnTo>
                    <a:pt x="280924" y="69778"/>
                  </a:lnTo>
                  <a:lnTo>
                    <a:pt x="282545" y="70730"/>
                  </a:lnTo>
                  <a:lnTo>
                    <a:pt x="283639" y="71373"/>
                  </a:lnTo>
                  <a:lnTo>
                    <a:pt x="284096" y="71696"/>
                  </a:lnTo>
                  <a:lnTo>
                    <a:pt x="284259" y="71931"/>
                  </a:lnTo>
                  <a:lnTo>
                    <a:pt x="284758" y="72651"/>
                  </a:lnTo>
                  <a:lnTo>
                    <a:pt x="285669" y="73942"/>
                  </a:lnTo>
                  <a:lnTo>
                    <a:pt x="285933" y="74317"/>
                  </a:lnTo>
                  <a:lnTo>
                    <a:pt x="286378" y="74634"/>
                  </a:lnTo>
                  <a:lnTo>
                    <a:pt x="286287" y="74869"/>
                  </a:lnTo>
                  <a:lnTo>
                    <a:pt x="286109" y="75327"/>
                  </a:lnTo>
                  <a:lnTo>
                    <a:pt x="285702" y="76374"/>
                  </a:lnTo>
                  <a:lnTo>
                    <a:pt x="285367" y="77237"/>
                  </a:lnTo>
                  <a:lnTo>
                    <a:pt x="285076" y="78828"/>
                  </a:lnTo>
                  <a:lnTo>
                    <a:pt x="284460" y="79722"/>
                  </a:lnTo>
                  <a:lnTo>
                    <a:pt x="283794" y="80688"/>
                  </a:lnTo>
                  <a:lnTo>
                    <a:pt x="282876" y="82019"/>
                  </a:lnTo>
                  <a:lnTo>
                    <a:pt x="282121" y="83113"/>
                  </a:lnTo>
                  <a:lnTo>
                    <a:pt x="280092" y="86056"/>
                  </a:lnTo>
                  <a:lnTo>
                    <a:pt x="271459" y="98575"/>
                  </a:lnTo>
                  <a:lnTo>
                    <a:pt x="270600" y="99964"/>
                  </a:lnTo>
                  <a:lnTo>
                    <a:pt x="270190" y="100627"/>
                  </a:lnTo>
                  <a:lnTo>
                    <a:pt x="278226" y="106078"/>
                  </a:lnTo>
                  <a:lnTo>
                    <a:pt x="289619" y="113753"/>
                  </a:lnTo>
                  <a:lnTo>
                    <a:pt x="289329" y="114169"/>
                  </a:lnTo>
                  <a:lnTo>
                    <a:pt x="297154" y="119447"/>
                  </a:lnTo>
                  <a:lnTo>
                    <a:pt x="301711" y="122522"/>
                  </a:lnTo>
                  <a:lnTo>
                    <a:pt x="305232" y="124897"/>
                  </a:lnTo>
                  <a:lnTo>
                    <a:pt x="309313" y="127650"/>
                  </a:lnTo>
                  <a:lnTo>
                    <a:pt x="309646" y="127170"/>
                  </a:lnTo>
                  <a:lnTo>
                    <a:pt x="310889" y="125266"/>
                  </a:lnTo>
                  <a:lnTo>
                    <a:pt x="314035" y="127324"/>
                  </a:lnTo>
                  <a:lnTo>
                    <a:pt x="316382" y="128859"/>
                  </a:lnTo>
                  <a:lnTo>
                    <a:pt x="317563" y="129632"/>
                  </a:lnTo>
                  <a:lnTo>
                    <a:pt x="320808" y="131755"/>
                  </a:lnTo>
                  <a:lnTo>
                    <a:pt x="323428" y="133468"/>
                  </a:lnTo>
                  <a:lnTo>
                    <a:pt x="323508" y="133201"/>
                  </a:lnTo>
                  <a:lnTo>
                    <a:pt x="325840" y="134541"/>
                  </a:lnTo>
                  <a:lnTo>
                    <a:pt x="328039" y="135835"/>
                  </a:lnTo>
                  <a:lnTo>
                    <a:pt x="329072" y="134185"/>
                  </a:lnTo>
                  <a:lnTo>
                    <a:pt x="329318" y="133791"/>
                  </a:lnTo>
                  <a:lnTo>
                    <a:pt x="329886" y="132883"/>
                  </a:lnTo>
                  <a:lnTo>
                    <a:pt x="335312" y="133420"/>
                  </a:lnTo>
                  <a:lnTo>
                    <a:pt x="334484" y="135263"/>
                  </a:lnTo>
                  <a:lnTo>
                    <a:pt x="333174" y="136281"/>
                  </a:lnTo>
                  <a:lnTo>
                    <a:pt x="336552" y="137979"/>
                  </a:lnTo>
                  <a:lnTo>
                    <a:pt x="343926" y="133126"/>
                  </a:lnTo>
                  <a:lnTo>
                    <a:pt x="346449" y="132525"/>
                  </a:lnTo>
                  <a:lnTo>
                    <a:pt x="348973" y="131925"/>
                  </a:lnTo>
                  <a:lnTo>
                    <a:pt x="364353" y="132806"/>
                  </a:lnTo>
                  <a:lnTo>
                    <a:pt x="378852" y="139294"/>
                  </a:lnTo>
                  <a:lnTo>
                    <a:pt x="397677" y="158920"/>
                  </a:lnTo>
                  <a:lnTo>
                    <a:pt x="407930" y="166370"/>
                  </a:lnTo>
                  <a:lnTo>
                    <a:pt x="409853" y="174140"/>
                  </a:lnTo>
                  <a:lnTo>
                    <a:pt x="404886" y="179587"/>
                  </a:lnTo>
                  <a:lnTo>
                    <a:pt x="396956" y="180709"/>
                  </a:lnTo>
                  <a:lnTo>
                    <a:pt x="379493" y="172778"/>
                  </a:lnTo>
                  <a:lnTo>
                    <a:pt x="372844" y="166931"/>
                  </a:lnTo>
                  <a:lnTo>
                    <a:pt x="362671" y="166290"/>
                  </a:lnTo>
                  <a:lnTo>
                    <a:pt x="353298" y="168132"/>
                  </a:lnTo>
                  <a:lnTo>
                    <a:pt x="351376" y="178226"/>
                  </a:lnTo>
                  <a:lnTo>
                    <a:pt x="350575" y="189921"/>
                  </a:lnTo>
                  <a:lnTo>
                    <a:pt x="349053" y="193846"/>
                  </a:lnTo>
                  <a:lnTo>
                    <a:pt x="343926" y="196089"/>
                  </a:lnTo>
                  <a:lnTo>
                    <a:pt x="331345" y="187718"/>
                  </a:lnTo>
                  <a:lnTo>
                    <a:pt x="315164" y="194767"/>
                  </a:lnTo>
                  <a:lnTo>
                    <a:pt x="307794" y="192845"/>
                  </a:lnTo>
                  <a:lnTo>
                    <a:pt x="291904" y="193428"/>
                  </a:lnTo>
                  <a:lnTo>
                    <a:pt x="287866" y="192584"/>
                  </a:lnTo>
                  <a:lnTo>
                    <a:pt x="287192" y="193191"/>
                  </a:lnTo>
                  <a:lnTo>
                    <a:pt x="287224" y="194594"/>
                  </a:lnTo>
                  <a:lnTo>
                    <a:pt x="287256" y="196004"/>
                  </a:lnTo>
                  <a:lnTo>
                    <a:pt x="287602" y="198037"/>
                  </a:lnTo>
                  <a:lnTo>
                    <a:pt x="286819" y="198182"/>
                  </a:lnTo>
                  <a:lnTo>
                    <a:pt x="285110" y="196989"/>
                  </a:lnTo>
                  <a:lnTo>
                    <a:pt x="282478" y="195153"/>
                  </a:lnTo>
                  <a:lnTo>
                    <a:pt x="279374" y="192987"/>
                  </a:lnTo>
                  <a:lnTo>
                    <a:pt x="268891" y="185672"/>
                  </a:lnTo>
                  <a:lnTo>
                    <a:pt x="263921" y="192987"/>
                  </a:lnTo>
                  <a:lnTo>
                    <a:pt x="261313" y="196827"/>
                  </a:lnTo>
                  <a:lnTo>
                    <a:pt x="259604" y="199342"/>
                  </a:lnTo>
                  <a:lnTo>
                    <a:pt x="256042" y="204586"/>
                  </a:lnTo>
                  <a:lnTo>
                    <a:pt x="251187" y="211732"/>
                  </a:lnTo>
                  <a:lnTo>
                    <a:pt x="250320" y="213009"/>
                  </a:lnTo>
                  <a:lnTo>
                    <a:pt x="243714" y="222733"/>
                  </a:lnTo>
                  <a:lnTo>
                    <a:pt x="243224" y="223455"/>
                  </a:lnTo>
                  <a:lnTo>
                    <a:pt x="242175" y="222733"/>
                  </a:lnTo>
                  <a:lnTo>
                    <a:pt x="234654" y="217555"/>
                  </a:lnTo>
                  <a:lnTo>
                    <a:pt x="225008" y="210915"/>
                  </a:lnTo>
                  <a:lnTo>
                    <a:pt x="224878" y="210825"/>
                  </a:lnTo>
                  <a:lnTo>
                    <a:pt x="221541" y="208528"/>
                  </a:lnTo>
                  <a:lnTo>
                    <a:pt x="215045" y="204055"/>
                  </a:lnTo>
                  <a:lnTo>
                    <a:pt x="214668" y="203796"/>
                  </a:lnTo>
                  <a:lnTo>
                    <a:pt x="214474" y="203663"/>
                  </a:lnTo>
                  <a:lnTo>
                    <a:pt x="205683" y="197611"/>
                  </a:lnTo>
                  <a:lnTo>
                    <a:pt x="204088" y="196512"/>
                  </a:lnTo>
                  <a:lnTo>
                    <a:pt x="199621" y="193437"/>
                  </a:lnTo>
                  <a:lnTo>
                    <a:pt x="198733" y="192825"/>
                  </a:lnTo>
                  <a:lnTo>
                    <a:pt x="195487" y="190591"/>
                  </a:lnTo>
                  <a:lnTo>
                    <a:pt x="195161" y="190366"/>
                  </a:lnTo>
                  <a:lnTo>
                    <a:pt x="191217" y="187651"/>
                  </a:lnTo>
                  <a:lnTo>
                    <a:pt x="183532" y="182360"/>
                  </a:lnTo>
                  <a:lnTo>
                    <a:pt x="181675" y="181082"/>
                  </a:lnTo>
                  <a:lnTo>
                    <a:pt x="176628" y="177607"/>
                  </a:lnTo>
                  <a:lnTo>
                    <a:pt x="174402" y="176075"/>
                  </a:lnTo>
                  <a:lnTo>
                    <a:pt x="153703" y="161831"/>
                  </a:lnTo>
                  <a:lnTo>
                    <a:pt x="144419" y="155441"/>
                  </a:lnTo>
                  <a:lnTo>
                    <a:pt x="134696" y="148750"/>
                  </a:lnTo>
                  <a:lnTo>
                    <a:pt x="133196" y="147901"/>
                  </a:lnTo>
                  <a:lnTo>
                    <a:pt x="121833" y="139924"/>
                  </a:lnTo>
                  <a:lnTo>
                    <a:pt x="121439" y="140628"/>
                  </a:lnTo>
                  <a:lnTo>
                    <a:pt x="121287" y="140901"/>
                  </a:lnTo>
                  <a:lnTo>
                    <a:pt x="121287" y="141768"/>
                  </a:lnTo>
                  <a:lnTo>
                    <a:pt x="121520" y="142870"/>
                  </a:lnTo>
                  <a:lnTo>
                    <a:pt x="121543" y="143172"/>
                  </a:lnTo>
                  <a:lnTo>
                    <a:pt x="121595" y="143869"/>
                  </a:lnTo>
                  <a:lnTo>
                    <a:pt x="121621" y="144205"/>
                  </a:lnTo>
                  <a:lnTo>
                    <a:pt x="121554" y="145473"/>
                  </a:lnTo>
                  <a:lnTo>
                    <a:pt x="121472" y="145776"/>
                  </a:lnTo>
                  <a:lnTo>
                    <a:pt x="121320" y="146341"/>
                  </a:lnTo>
                  <a:lnTo>
                    <a:pt x="120886" y="147576"/>
                  </a:lnTo>
                  <a:lnTo>
                    <a:pt x="120475" y="148379"/>
                  </a:lnTo>
                  <a:lnTo>
                    <a:pt x="120219" y="148878"/>
                  </a:lnTo>
                  <a:lnTo>
                    <a:pt x="120130" y="149022"/>
                  </a:lnTo>
                  <a:lnTo>
                    <a:pt x="119117" y="150680"/>
                  </a:lnTo>
                  <a:lnTo>
                    <a:pt x="117916" y="152149"/>
                  </a:lnTo>
                  <a:lnTo>
                    <a:pt x="114549" y="149661"/>
                  </a:lnTo>
                  <a:lnTo>
                    <a:pt x="114643" y="149427"/>
                  </a:lnTo>
                  <a:lnTo>
                    <a:pt x="115900" y="146654"/>
                  </a:lnTo>
                  <a:lnTo>
                    <a:pt x="115972" y="145940"/>
                  </a:lnTo>
                  <a:lnTo>
                    <a:pt x="116062" y="145048"/>
                  </a:lnTo>
                  <a:lnTo>
                    <a:pt x="115881" y="144556"/>
                  </a:lnTo>
                  <a:lnTo>
                    <a:pt x="115735" y="144161"/>
                  </a:lnTo>
                  <a:lnTo>
                    <a:pt x="115661" y="143962"/>
                  </a:lnTo>
                  <a:lnTo>
                    <a:pt x="115051" y="142322"/>
                  </a:lnTo>
                  <a:lnTo>
                    <a:pt x="114460" y="141369"/>
                  </a:lnTo>
                  <a:lnTo>
                    <a:pt x="114281" y="141080"/>
                  </a:lnTo>
                  <a:lnTo>
                    <a:pt x="113982" y="140598"/>
                  </a:lnTo>
                  <a:lnTo>
                    <a:pt x="113186" y="139842"/>
                  </a:lnTo>
                  <a:lnTo>
                    <a:pt x="112680" y="139054"/>
                  </a:lnTo>
                  <a:lnTo>
                    <a:pt x="112122" y="138012"/>
                  </a:lnTo>
                  <a:lnTo>
                    <a:pt x="111697" y="137217"/>
                  </a:lnTo>
                  <a:lnTo>
                    <a:pt x="111344" y="136346"/>
                  </a:lnTo>
                  <a:lnTo>
                    <a:pt x="111099" y="135743"/>
                  </a:lnTo>
                  <a:lnTo>
                    <a:pt x="110992" y="135373"/>
                  </a:lnTo>
                  <a:lnTo>
                    <a:pt x="110731" y="134469"/>
                  </a:lnTo>
                  <a:lnTo>
                    <a:pt x="110298" y="133504"/>
                  </a:lnTo>
                  <a:lnTo>
                    <a:pt x="110090" y="133041"/>
                  </a:lnTo>
                  <a:lnTo>
                    <a:pt x="109609" y="132427"/>
                  </a:lnTo>
                  <a:lnTo>
                    <a:pt x="108581" y="130998"/>
                  </a:lnTo>
                  <a:lnTo>
                    <a:pt x="108444" y="130714"/>
                  </a:lnTo>
                  <a:lnTo>
                    <a:pt x="107532" y="128551"/>
                  </a:lnTo>
                  <a:lnTo>
                    <a:pt x="107535" y="128344"/>
                  </a:lnTo>
                  <a:lnTo>
                    <a:pt x="107540" y="127991"/>
                  </a:lnTo>
                  <a:lnTo>
                    <a:pt x="107648" y="127203"/>
                  </a:lnTo>
                  <a:lnTo>
                    <a:pt x="107745" y="126491"/>
                  </a:lnTo>
                  <a:lnTo>
                    <a:pt x="107853" y="126016"/>
                  </a:lnTo>
                  <a:lnTo>
                    <a:pt x="108462" y="124302"/>
                  </a:lnTo>
                  <a:lnTo>
                    <a:pt x="108549" y="123906"/>
                  </a:lnTo>
                  <a:lnTo>
                    <a:pt x="109119" y="121322"/>
                  </a:lnTo>
                  <a:lnTo>
                    <a:pt x="109089" y="121076"/>
                  </a:lnTo>
                  <a:lnTo>
                    <a:pt x="108990" y="120249"/>
                  </a:lnTo>
                  <a:lnTo>
                    <a:pt x="108900" y="120025"/>
                  </a:lnTo>
                  <a:lnTo>
                    <a:pt x="108750" y="119656"/>
                  </a:lnTo>
                  <a:lnTo>
                    <a:pt x="108647" y="119122"/>
                  </a:lnTo>
                  <a:lnTo>
                    <a:pt x="108173" y="116665"/>
                  </a:lnTo>
                  <a:lnTo>
                    <a:pt x="107943" y="115468"/>
                  </a:lnTo>
                  <a:lnTo>
                    <a:pt x="107827" y="114870"/>
                  </a:lnTo>
                  <a:lnTo>
                    <a:pt x="107162" y="113516"/>
                  </a:lnTo>
                  <a:lnTo>
                    <a:pt x="106645" y="113669"/>
                  </a:lnTo>
                  <a:lnTo>
                    <a:pt x="105925" y="113752"/>
                  </a:lnTo>
                  <a:lnTo>
                    <a:pt x="104555" y="113910"/>
                  </a:lnTo>
                  <a:lnTo>
                    <a:pt x="103804" y="114051"/>
                  </a:lnTo>
                  <a:lnTo>
                    <a:pt x="101701" y="115737"/>
                  </a:lnTo>
                  <a:lnTo>
                    <a:pt x="101324" y="116039"/>
                  </a:lnTo>
                  <a:lnTo>
                    <a:pt x="101127" y="115671"/>
                  </a:lnTo>
                  <a:lnTo>
                    <a:pt x="100913" y="115862"/>
                  </a:lnTo>
                  <a:lnTo>
                    <a:pt x="99800" y="116632"/>
                  </a:lnTo>
                  <a:lnTo>
                    <a:pt x="99011" y="117047"/>
                  </a:lnTo>
                  <a:lnTo>
                    <a:pt x="98512" y="117310"/>
                  </a:lnTo>
                  <a:lnTo>
                    <a:pt x="97988" y="117505"/>
                  </a:lnTo>
                  <a:lnTo>
                    <a:pt x="96028" y="118238"/>
                  </a:lnTo>
                  <a:lnTo>
                    <a:pt x="95521" y="118371"/>
                  </a:lnTo>
                  <a:lnTo>
                    <a:pt x="92150" y="119359"/>
                  </a:lnTo>
                  <a:lnTo>
                    <a:pt x="91753" y="119516"/>
                  </a:lnTo>
                  <a:lnTo>
                    <a:pt x="90344" y="120071"/>
                  </a:lnTo>
                  <a:lnTo>
                    <a:pt x="88251" y="120993"/>
                  </a:lnTo>
                  <a:lnTo>
                    <a:pt x="85925" y="122017"/>
                  </a:lnTo>
                  <a:lnTo>
                    <a:pt x="85495" y="122207"/>
                  </a:lnTo>
                  <a:lnTo>
                    <a:pt x="84615" y="122642"/>
                  </a:lnTo>
                  <a:lnTo>
                    <a:pt x="83844" y="123023"/>
                  </a:lnTo>
                  <a:lnTo>
                    <a:pt x="82600" y="123638"/>
                  </a:lnTo>
                  <a:lnTo>
                    <a:pt x="81297" y="124172"/>
                  </a:lnTo>
                  <a:lnTo>
                    <a:pt x="80796" y="124339"/>
                  </a:lnTo>
                  <a:lnTo>
                    <a:pt x="80799" y="122988"/>
                  </a:lnTo>
                  <a:lnTo>
                    <a:pt x="80808" y="118308"/>
                  </a:lnTo>
                  <a:lnTo>
                    <a:pt x="78581" y="118503"/>
                  </a:lnTo>
                  <a:lnTo>
                    <a:pt x="76482" y="118607"/>
                  </a:lnTo>
                  <a:lnTo>
                    <a:pt x="76124" y="118107"/>
                  </a:lnTo>
                  <a:lnTo>
                    <a:pt x="73894" y="118618"/>
                  </a:lnTo>
                  <a:lnTo>
                    <a:pt x="71599" y="118888"/>
                  </a:lnTo>
                  <a:lnTo>
                    <a:pt x="71166" y="118863"/>
                  </a:lnTo>
                  <a:lnTo>
                    <a:pt x="69585" y="118772"/>
                  </a:lnTo>
                  <a:lnTo>
                    <a:pt x="67161" y="118632"/>
                  </a:lnTo>
                  <a:lnTo>
                    <a:pt x="66744" y="114723"/>
                  </a:lnTo>
                  <a:lnTo>
                    <a:pt x="61960" y="115859"/>
                  </a:lnTo>
                  <a:lnTo>
                    <a:pt x="61345" y="116005"/>
                  </a:lnTo>
                  <a:lnTo>
                    <a:pt x="60576" y="116838"/>
                  </a:lnTo>
                  <a:lnTo>
                    <a:pt x="60085" y="118881"/>
                  </a:lnTo>
                  <a:lnTo>
                    <a:pt x="59878" y="119743"/>
                  </a:lnTo>
                  <a:lnTo>
                    <a:pt x="59471" y="121436"/>
                  </a:lnTo>
                  <a:lnTo>
                    <a:pt x="54213" y="121473"/>
                  </a:lnTo>
                  <a:lnTo>
                    <a:pt x="51816" y="121490"/>
                  </a:lnTo>
                  <a:lnTo>
                    <a:pt x="44981" y="120674"/>
                  </a:lnTo>
                  <a:lnTo>
                    <a:pt x="43614" y="119501"/>
                  </a:lnTo>
                  <a:lnTo>
                    <a:pt x="42061" y="118169"/>
                  </a:lnTo>
                  <a:lnTo>
                    <a:pt x="41877" y="117492"/>
                  </a:lnTo>
                  <a:lnTo>
                    <a:pt x="40051" y="110787"/>
                  </a:lnTo>
                  <a:lnTo>
                    <a:pt x="39925" y="110325"/>
                  </a:lnTo>
                  <a:lnTo>
                    <a:pt x="33784" y="110025"/>
                  </a:lnTo>
                  <a:lnTo>
                    <a:pt x="33952" y="110906"/>
                  </a:lnTo>
                  <a:lnTo>
                    <a:pt x="35219" y="117534"/>
                  </a:lnTo>
                  <a:lnTo>
                    <a:pt x="30598" y="119456"/>
                  </a:lnTo>
                  <a:lnTo>
                    <a:pt x="20077" y="116172"/>
                  </a:lnTo>
                  <a:lnTo>
                    <a:pt x="23949" y="112461"/>
                  </a:lnTo>
                  <a:lnTo>
                    <a:pt x="15778" y="108028"/>
                  </a:lnTo>
                  <a:lnTo>
                    <a:pt x="11346" y="108268"/>
                  </a:lnTo>
                  <a:lnTo>
                    <a:pt x="10091" y="107254"/>
                  </a:lnTo>
                  <a:lnTo>
                    <a:pt x="8969" y="104530"/>
                  </a:lnTo>
                  <a:lnTo>
                    <a:pt x="5927" y="104260"/>
                  </a:lnTo>
                  <a:lnTo>
                    <a:pt x="2403" y="102444"/>
                  </a:lnTo>
                  <a:lnTo>
                    <a:pt x="0" y="100735"/>
                  </a:lnTo>
                  <a:lnTo>
                    <a:pt x="1121" y="98279"/>
                  </a:lnTo>
                  <a:lnTo>
                    <a:pt x="4966" y="96196"/>
                  </a:lnTo>
                  <a:lnTo>
                    <a:pt x="7850" y="95448"/>
                  </a:lnTo>
                  <a:lnTo>
                    <a:pt x="8223" y="93282"/>
                  </a:lnTo>
                  <a:lnTo>
                    <a:pt x="11187" y="91680"/>
                  </a:lnTo>
                  <a:lnTo>
                    <a:pt x="11934" y="89677"/>
                  </a:lnTo>
                  <a:lnTo>
                    <a:pt x="14738" y="89650"/>
                  </a:lnTo>
                  <a:lnTo>
                    <a:pt x="14835" y="89955"/>
                  </a:lnTo>
                  <a:lnTo>
                    <a:pt x="14895" y="90143"/>
                  </a:lnTo>
                  <a:lnTo>
                    <a:pt x="14876" y="92427"/>
                  </a:lnTo>
                  <a:lnTo>
                    <a:pt x="14868" y="93374"/>
                  </a:lnTo>
                  <a:lnTo>
                    <a:pt x="21914" y="93737"/>
                  </a:lnTo>
                  <a:lnTo>
                    <a:pt x="27233" y="93289"/>
                  </a:lnTo>
                  <a:lnTo>
                    <a:pt x="27446" y="91964"/>
                  </a:lnTo>
                  <a:lnTo>
                    <a:pt x="30330" y="90875"/>
                  </a:lnTo>
                  <a:lnTo>
                    <a:pt x="33299" y="90106"/>
                  </a:lnTo>
                  <a:lnTo>
                    <a:pt x="34599" y="92626"/>
                  </a:lnTo>
                  <a:lnTo>
                    <a:pt x="35528" y="92561"/>
                  </a:lnTo>
                  <a:lnTo>
                    <a:pt x="35692" y="91003"/>
                  </a:lnTo>
                  <a:lnTo>
                    <a:pt x="35692" y="84424"/>
                  </a:lnTo>
                  <a:lnTo>
                    <a:pt x="35655" y="83852"/>
                  </a:lnTo>
                  <a:lnTo>
                    <a:pt x="37764" y="83479"/>
                  </a:lnTo>
                  <a:lnTo>
                    <a:pt x="41162" y="82591"/>
                  </a:lnTo>
                  <a:lnTo>
                    <a:pt x="44305" y="82023"/>
                  </a:lnTo>
                  <a:lnTo>
                    <a:pt x="47461" y="81141"/>
                  </a:lnTo>
                  <a:lnTo>
                    <a:pt x="47920" y="81084"/>
                  </a:lnTo>
                  <a:lnTo>
                    <a:pt x="48578" y="81003"/>
                  </a:lnTo>
                  <a:lnTo>
                    <a:pt x="50770" y="80730"/>
                  </a:lnTo>
                  <a:lnTo>
                    <a:pt x="52257" y="80546"/>
                  </a:lnTo>
                  <a:lnTo>
                    <a:pt x="52421" y="80525"/>
                  </a:lnTo>
                  <a:lnTo>
                    <a:pt x="53350" y="80410"/>
                  </a:lnTo>
                  <a:lnTo>
                    <a:pt x="53260" y="80844"/>
                  </a:lnTo>
                  <a:lnTo>
                    <a:pt x="56165" y="81299"/>
                  </a:lnTo>
                  <a:lnTo>
                    <a:pt x="56288" y="84857"/>
                  </a:lnTo>
                  <a:lnTo>
                    <a:pt x="56306" y="85357"/>
                  </a:lnTo>
                  <a:lnTo>
                    <a:pt x="56313" y="85980"/>
                  </a:lnTo>
                  <a:lnTo>
                    <a:pt x="57947" y="85710"/>
                  </a:lnTo>
                  <a:lnTo>
                    <a:pt x="59870" y="85761"/>
                  </a:lnTo>
                  <a:lnTo>
                    <a:pt x="63484" y="85966"/>
                  </a:lnTo>
                  <a:lnTo>
                    <a:pt x="66821" y="86537"/>
                  </a:lnTo>
                  <a:lnTo>
                    <a:pt x="67234" y="86577"/>
                  </a:lnTo>
                  <a:lnTo>
                    <a:pt x="69683" y="86819"/>
                  </a:lnTo>
                  <a:lnTo>
                    <a:pt x="74332" y="87278"/>
                  </a:lnTo>
                  <a:lnTo>
                    <a:pt x="77130" y="88174"/>
                  </a:lnTo>
                  <a:lnTo>
                    <a:pt x="78971" y="85314"/>
                  </a:lnTo>
                  <a:lnTo>
                    <a:pt x="79403" y="84644"/>
                  </a:lnTo>
                  <a:lnTo>
                    <a:pt x="80857" y="82385"/>
                  </a:lnTo>
                  <a:lnTo>
                    <a:pt x="81067" y="82533"/>
                  </a:lnTo>
                  <a:lnTo>
                    <a:pt x="82745" y="79808"/>
                  </a:lnTo>
                  <a:lnTo>
                    <a:pt x="82865" y="79573"/>
                  </a:lnTo>
                  <a:lnTo>
                    <a:pt x="84352" y="76645"/>
                  </a:lnTo>
                  <a:lnTo>
                    <a:pt x="84399" y="76316"/>
                  </a:lnTo>
                  <a:lnTo>
                    <a:pt x="84705" y="74146"/>
                  </a:lnTo>
                  <a:lnTo>
                    <a:pt x="84705" y="68266"/>
                  </a:lnTo>
                  <a:lnTo>
                    <a:pt x="84641" y="63956"/>
                  </a:lnTo>
                  <a:lnTo>
                    <a:pt x="85072" y="59638"/>
                  </a:lnTo>
                  <a:lnTo>
                    <a:pt x="83368" y="58740"/>
                  </a:lnTo>
                  <a:lnTo>
                    <a:pt x="81917" y="57072"/>
                  </a:lnTo>
                  <a:lnTo>
                    <a:pt x="82779" y="56589"/>
                  </a:lnTo>
                  <a:lnTo>
                    <a:pt x="83002" y="55113"/>
                  </a:lnTo>
                  <a:lnTo>
                    <a:pt x="83171" y="53991"/>
                  </a:lnTo>
                  <a:lnTo>
                    <a:pt x="83598" y="51157"/>
                  </a:lnTo>
                  <a:lnTo>
                    <a:pt x="84676" y="43996"/>
                  </a:lnTo>
                  <a:lnTo>
                    <a:pt x="85141" y="40912"/>
                  </a:lnTo>
                  <a:lnTo>
                    <a:pt x="85252" y="40172"/>
                  </a:lnTo>
                  <a:lnTo>
                    <a:pt x="85677" y="39538"/>
                  </a:lnTo>
                  <a:lnTo>
                    <a:pt x="86608" y="38306"/>
                  </a:lnTo>
                  <a:lnTo>
                    <a:pt x="88553" y="35335"/>
                  </a:lnTo>
                  <a:lnTo>
                    <a:pt x="88636" y="35208"/>
                  </a:lnTo>
                  <a:lnTo>
                    <a:pt x="98265" y="41777"/>
                  </a:lnTo>
                  <a:lnTo>
                    <a:pt x="103619" y="34080"/>
                  </a:lnTo>
                  <a:lnTo>
                    <a:pt x="110566" y="24094"/>
                  </a:lnTo>
                  <a:lnTo>
                    <a:pt x="110693" y="23911"/>
                  </a:lnTo>
                  <a:lnTo>
                    <a:pt x="119940" y="30303"/>
                  </a:lnTo>
                  <a:lnTo>
                    <a:pt x="129623" y="36998"/>
                  </a:lnTo>
                  <a:lnTo>
                    <a:pt x="131889" y="33667"/>
                  </a:lnTo>
                  <a:lnTo>
                    <a:pt x="140518" y="20981"/>
                  </a:lnTo>
                  <a:lnTo>
                    <a:pt x="141074" y="20164"/>
                  </a:lnTo>
                  <a:lnTo>
                    <a:pt x="141934" y="18899"/>
                  </a:lnTo>
                  <a:lnTo>
                    <a:pt x="143578" y="16481"/>
                  </a:lnTo>
                  <a:lnTo>
                    <a:pt x="144495" y="15134"/>
                  </a:lnTo>
                  <a:lnTo>
                    <a:pt x="146420" y="12303"/>
                  </a:lnTo>
                  <a:lnTo>
                    <a:pt x="147889" y="10144"/>
                  </a:lnTo>
                  <a:lnTo>
                    <a:pt x="148582" y="9125"/>
                  </a:lnTo>
                  <a:lnTo>
                    <a:pt x="149217" y="8191"/>
                  </a:lnTo>
                  <a:lnTo>
                    <a:pt x="151167" y="5325"/>
                  </a:lnTo>
                  <a:lnTo>
                    <a:pt x="154458" y="486"/>
                  </a:lnTo>
                  <a:lnTo>
                    <a:pt x="154789" y="0"/>
                  </a:lnTo>
                  <a:lnTo>
                    <a:pt x="155311" y="336"/>
                  </a:lnTo>
                  <a:lnTo>
                    <a:pt x="157175" y="1539"/>
                  </a:lnTo>
                  <a:lnTo>
                    <a:pt x="159235" y="2867"/>
                  </a:lnTo>
                  <a:lnTo>
                    <a:pt x="161505" y="4332"/>
                  </a:lnTo>
                  <a:lnTo>
                    <a:pt x="162396" y="4906"/>
                  </a:lnTo>
                  <a:lnTo>
                    <a:pt x="165372" y="6818"/>
                  </a:lnTo>
                  <a:lnTo>
                    <a:pt x="169179" y="8583"/>
                  </a:lnTo>
                  <a:lnTo>
                    <a:pt x="177005" y="12211"/>
                  </a:lnTo>
                  <a:lnTo>
                    <a:pt x="177752" y="12378"/>
                  </a:lnTo>
                  <a:lnTo>
                    <a:pt x="176656" y="13958"/>
                  </a:lnTo>
                  <a:lnTo>
                    <a:pt x="175611" y="15466"/>
                  </a:lnTo>
                  <a:lnTo>
                    <a:pt x="174685" y="16907"/>
                  </a:lnTo>
                  <a:lnTo>
                    <a:pt x="172334" y="19381"/>
                  </a:lnTo>
                  <a:lnTo>
                    <a:pt x="171185" y="20589"/>
                  </a:lnTo>
                  <a:lnTo>
                    <a:pt x="169207" y="22670"/>
                  </a:lnTo>
                  <a:lnTo>
                    <a:pt x="167081" y="24907"/>
                  </a:lnTo>
                  <a:lnTo>
                    <a:pt x="166483" y="25655"/>
                  </a:lnTo>
                  <a:lnTo>
                    <a:pt x="163493" y="29394"/>
                  </a:lnTo>
                  <a:lnTo>
                    <a:pt x="162882" y="30158"/>
                  </a:lnTo>
                  <a:lnTo>
                    <a:pt x="161746" y="3352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3078536" y="2247352"/>
              <a:ext cx="79005" cy="115792"/>
            </a:xfrm>
            <a:custGeom>
              <a:avLst/>
              <a:pathLst>
                <a:path w="79005" h="115792">
                  <a:moveTo>
                    <a:pt x="69417" y="28163"/>
                  </a:moveTo>
                  <a:lnTo>
                    <a:pt x="69576" y="29614"/>
                  </a:lnTo>
                  <a:lnTo>
                    <a:pt x="69790" y="30228"/>
                  </a:lnTo>
                  <a:lnTo>
                    <a:pt x="69749" y="31414"/>
                  </a:lnTo>
                  <a:lnTo>
                    <a:pt x="69630" y="34826"/>
                  </a:lnTo>
                  <a:lnTo>
                    <a:pt x="69585" y="35079"/>
                  </a:lnTo>
                  <a:lnTo>
                    <a:pt x="69556" y="35241"/>
                  </a:lnTo>
                  <a:lnTo>
                    <a:pt x="69324" y="36548"/>
                  </a:lnTo>
                  <a:lnTo>
                    <a:pt x="69229" y="37085"/>
                  </a:lnTo>
                  <a:lnTo>
                    <a:pt x="68650" y="38568"/>
                  </a:lnTo>
                  <a:lnTo>
                    <a:pt x="68509" y="38929"/>
                  </a:lnTo>
                  <a:lnTo>
                    <a:pt x="68172" y="39792"/>
                  </a:lnTo>
                  <a:lnTo>
                    <a:pt x="68210" y="42017"/>
                  </a:lnTo>
                  <a:lnTo>
                    <a:pt x="68219" y="42540"/>
                  </a:lnTo>
                  <a:lnTo>
                    <a:pt x="69405" y="45704"/>
                  </a:lnTo>
                  <a:lnTo>
                    <a:pt x="69596" y="46345"/>
                  </a:lnTo>
                  <a:lnTo>
                    <a:pt x="69915" y="47444"/>
                  </a:lnTo>
                  <a:lnTo>
                    <a:pt x="69833" y="47991"/>
                  </a:lnTo>
                  <a:lnTo>
                    <a:pt x="69734" y="48651"/>
                  </a:lnTo>
                  <a:lnTo>
                    <a:pt x="69378" y="49638"/>
                  </a:lnTo>
                  <a:lnTo>
                    <a:pt x="68852" y="50600"/>
                  </a:lnTo>
                  <a:lnTo>
                    <a:pt x="66583" y="52843"/>
                  </a:lnTo>
                  <a:lnTo>
                    <a:pt x="65648" y="53858"/>
                  </a:lnTo>
                  <a:lnTo>
                    <a:pt x="65167" y="54731"/>
                  </a:lnTo>
                  <a:lnTo>
                    <a:pt x="65833" y="55281"/>
                  </a:lnTo>
                  <a:lnTo>
                    <a:pt x="67548" y="56207"/>
                  </a:lnTo>
                  <a:lnTo>
                    <a:pt x="68158" y="56619"/>
                  </a:lnTo>
                  <a:lnTo>
                    <a:pt x="68565" y="56893"/>
                  </a:lnTo>
                  <a:lnTo>
                    <a:pt x="69815" y="58854"/>
                  </a:lnTo>
                  <a:lnTo>
                    <a:pt x="69570" y="60388"/>
                  </a:lnTo>
                  <a:lnTo>
                    <a:pt x="69469" y="60589"/>
                  </a:lnTo>
                  <a:lnTo>
                    <a:pt x="69147" y="61228"/>
                  </a:lnTo>
                  <a:lnTo>
                    <a:pt x="70333" y="61677"/>
                  </a:lnTo>
                  <a:lnTo>
                    <a:pt x="70609" y="61886"/>
                  </a:lnTo>
                  <a:lnTo>
                    <a:pt x="72988" y="63685"/>
                  </a:lnTo>
                  <a:lnTo>
                    <a:pt x="76742" y="62491"/>
                  </a:lnTo>
                  <a:lnTo>
                    <a:pt x="78773" y="62254"/>
                  </a:lnTo>
                  <a:lnTo>
                    <a:pt x="79005" y="62181"/>
                  </a:lnTo>
                  <a:lnTo>
                    <a:pt x="78978" y="62764"/>
                  </a:lnTo>
                  <a:lnTo>
                    <a:pt x="78921" y="64006"/>
                  </a:lnTo>
                  <a:lnTo>
                    <a:pt x="78897" y="65017"/>
                  </a:lnTo>
                  <a:lnTo>
                    <a:pt x="78803" y="68840"/>
                  </a:lnTo>
                  <a:lnTo>
                    <a:pt x="78769" y="70240"/>
                  </a:lnTo>
                  <a:lnTo>
                    <a:pt x="76510" y="69200"/>
                  </a:lnTo>
                  <a:lnTo>
                    <a:pt x="75780" y="73451"/>
                  </a:lnTo>
                  <a:lnTo>
                    <a:pt x="75669" y="73753"/>
                  </a:lnTo>
                  <a:lnTo>
                    <a:pt x="75560" y="74051"/>
                  </a:lnTo>
                  <a:lnTo>
                    <a:pt x="75043" y="75469"/>
                  </a:lnTo>
                  <a:lnTo>
                    <a:pt x="74561" y="76159"/>
                  </a:lnTo>
                  <a:lnTo>
                    <a:pt x="73672" y="77432"/>
                  </a:lnTo>
                  <a:lnTo>
                    <a:pt x="73004" y="78390"/>
                  </a:lnTo>
                  <a:lnTo>
                    <a:pt x="72196" y="79546"/>
                  </a:lnTo>
                  <a:lnTo>
                    <a:pt x="71967" y="79875"/>
                  </a:lnTo>
                  <a:lnTo>
                    <a:pt x="71490" y="81050"/>
                  </a:lnTo>
                  <a:lnTo>
                    <a:pt x="71310" y="81493"/>
                  </a:lnTo>
                  <a:lnTo>
                    <a:pt x="71482" y="82458"/>
                  </a:lnTo>
                  <a:lnTo>
                    <a:pt x="71774" y="84089"/>
                  </a:lnTo>
                  <a:lnTo>
                    <a:pt x="72153" y="84740"/>
                  </a:lnTo>
                  <a:lnTo>
                    <a:pt x="72950" y="88699"/>
                  </a:lnTo>
                  <a:lnTo>
                    <a:pt x="72870" y="89661"/>
                  </a:lnTo>
                  <a:lnTo>
                    <a:pt x="72442" y="91012"/>
                  </a:lnTo>
                  <a:lnTo>
                    <a:pt x="72286" y="91504"/>
                  </a:lnTo>
                  <a:lnTo>
                    <a:pt x="71437" y="92322"/>
                  </a:lnTo>
                  <a:lnTo>
                    <a:pt x="69538" y="93104"/>
                  </a:lnTo>
                  <a:lnTo>
                    <a:pt x="69339" y="92655"/>
                  </a:lnTo>
                  <a:lnTo>
                    <a:pt x="68839" y="92436"/>
                  </a:lnTo>
                  <a:lnTo>
                    <a:pt x="66875" y="92130"/>
                  </a:lnTo>
                  <a:lnTo>
                    <a:pt x="65852" y="91844"/>
                  </a:lnTo>
                  <a:lnTo>
                    <a:pt x="65083" y="90979"/>
                  </a:lnTo>
                  <a:lnTo>
                    <a:pt x="64411" y="90411"/>
                  </a:lnTo>
                  <a:lnTo>
                    <a:pt x="63289" y="90274"/>
                  </a:lnTo>
                  <a:lnTo>
                    <a:pt x="60381" y="90274"/>
                  </a:lnTo>
                  <a:lnTo>
                    <a:pt x="58284" y="90140"/>
                  </a:lnTo>
                  <a:lnTo>
                    <a:pt x="57493" y="90745"/>
                  </a:lnTo>
                  <a:lnTo>
                    <a:pt x="56681" y="92080"/>
                  </a:lnTo>
                  <a:lnTo>
                    <a:pt x="56211" y="92411"/>
                  </a:lnTo>
                  <a:lnTo>
                    <a:pt x="52270" y="92636"/>
                  </a:lnTo>
                  <a:lnTo>
                    <a:pt x="51985" y="92692"/>
                  </a:lnTo>
                  <a:lnTo>
                    <a:pt x="50754" y="92935"/>
                  </a:lnTo>
                  <a:lnTo>
                    <a:pt x="50293" y="93885"/>
                  </a:lnTo>
                  <a:lnTo>
                    <a:pt x="50081" y="94323"/>
                  </a:lnTo>
                  <a:lnTo>
                    <a:pt x="49419" y="96203"/>
                  </a:lnTo>
                  <a:lnTo>
                    <a:pt x="48842" y="97218"/>
                  </a:lnTo>
                  <a:lnTo>
                    <a:pt x="48276" y="97634"/>
                  </a:lnTo>
                  <a:lnTo>
                    <a:pt x="45071" y="97442"/>
                  </a:lnTo>
                  <a:lnTo>
                    <a:pt x="43106" y="97677"/>
                  </a:lnTo>
                  <a:lnTo>
                    <a:pt x="42908" y="98563"/>
                  </a:lnTo>
                  <a:lnTo>
                    <a:pt x="42857" y="100548"/>
                  </a:lnTo>
                  <a:lnTo>
                    <a:pt x="42678" y="105213"/>
                  </a:lnTo>
                  <a:lnTo>
                    <a:pt x="42928" y="108353"/>
                  </a:lnTo>
                  <a:lnTo>
                    <a:pt x="43163" y="108712"/>
                  </a:lnTo>
                  <a:lnTo>
                    <a:pt x="43820" y="108792"/>
                  </a:lnTo>
                  <a:lnTo>
                    <a:pt x="44493" y="108535"/>
                  </a:lnTo>
                  <a:lnTo>
                    <a:pt x="45118" y="108119"/>
                  </a:lnTo>
                  <a:lnTo>
                    <a:pt x="45678" y="107590"/>
                  </a:lnTo>
                  <a:lnTo>
                    <a:pt x="46287" y="106805"/>
                  </a:lnTo>
                  <a:lnTo>
                    <a:pt x="47156" y="105928"/>
                  </a:lnTo>
                  <a:lnTo>
                    <a:pt x="52329" y="109424"/>
                  </a:lnTo>
                  <a:lnTo>
                    <a:pt x="50607" y="111937"/>
                  </a:lnTo>
                  <a:lnTo>
                    <a:pt x="47966" y="115792"/>
                  </a:lnTo>
                  <a:lnTo>
                    <a:pt x="45926" y="115038"/>
                  </a:lnTo>
                  <a:lnTo>
                    <a:pt x="44269" y="114312"/>
                  </a:lnTo>
                  <a:lnTo>
                    <a:pt x="41759" y="111937"/>
                  </a:lnTo>
                  <a:lnTo>
                    <a:pt x="40984" y="110893"/>
                  </a:lnTo>
                  <a:lnTo>
                    <a:pt x="40067" y="109658"/>
                  </a:lnTo>
                  <a:lnTo>
                    <a:pt x="38015" y="108070"/>
                  </a:lnTo>
                  <a:lnTo>
                    <a:pt x="33866" y="105349"/>
                  </a:lnTo>
                  <a:lnTo>
                    <a:pt x="27983" y="101202"/>
                  </a:lnTo>
                  <a:lnTo>
                    <a:pt x="25974" y="99805"/>
                  </a:lnTo>
                  <a:lnTo>
                    <a:pt x="17249" y="93734"/>
                  </a:lnTo>
                  <a:lnTo>
                    <a:pt x="16520" y="93227"/>
                  </a:lnTo>
                  <a:lnTo>
                    <a:pt x="15922" y="93248"/>
                  </a:lnTo>
                  <a:lnTo>
                    <a:pt x="15260" y="93505"/>
                  </a:lnTo>
                  <a:lnTo>
                    <a:pt x="15134" y="94062"/>
                  </a:lnTo>
                  <a:lnTo>
                    <a:pt x="14950" y="95117"/>
                  </a:lnTo>
                  <a:lnTo>
                    <a:pt x="14585" y="95958"/>
                  </a:lnTo>
                  <a:lnTo>
                    <a:pt x="11468" y="90200"/>
                  </a:lnTo>
                  <a:lnTo>
                    <a:pt x="11009" y="89352"/>
                  </a:lnTo>
                  <a:lnTo>
                    <a:pt x="10912" y="88300"/>
                  </a:lnTo>
                  <a:lnTo>
                    <a:pt x="10829" y="85255"/>
                  </a:lnTo>
                  <a:lnTo>
                    <a:pt x="10028" y="84149"/>
                  </a:lnTo>
                  <a:lnTo>
                    <a:pt x="9154" y="83526"/>
                  </a:lnTo>
                  <a:lnTo>
                    <a:pt x="8634" y="83156"/>
                  </a:lnTo>
                  <a:lnTo>
                    <a:pt x="8441" y="83012"/>
                  </a:lnTo>
                  <a:lnTo>
                    <a:pt x="1658" y="77983"/>
                  </a:lnTo>
                  <a:lnTo>
                    <a:pt x="926" y="77331"/>
                  </a:lnTo>
                  <a:lnTo>
                    <a:pt x="0" y="76504"/>
                  </a:lnTo>
                  <a:lnTo>
                    <a:pt x="3038" y="72058"/>
                  </a:lnTo>
                  <a:lnTo>
                    <a:pt x="22804" y="43412"/>
                  </a:lnTo>
                  <a:lnTo>
                    <a:pt x="32796" y="44826"/>
                  </a:lnTo>
                  <a:lnTo>
                    <a:pt x="33135" y="44793"/>
                  </a:lnTo>
                  <a:lnTo>
                    <a:pt x="33534" y="44755"/>
                  </a:lnTo>
                  <a:lnTo>
                    <a:pt x="33135" y="44576"/>
                  </a:lnTo>
                  <a:lnTo>
                    <a:pt x="32839" y="44444"/>
                  </a:lnTo>
                  <a:lnTo>
                    <a:pt x="33250" y="42208"/>
                  </a:lnTo>
                  <a:lnTo>
                    <a:pt x="33293" y="41972"/>
                  </a:lnTo>
                  <a:lnTo>
                    <a:pt x="33446" y="41140"/>
                  </a:lnTo>
                  <a:lnTo>
                    <a:pt x="33603" y="40285"/>
                  </a:lnTo>
                  <a:lnTo>
                    <a:pt x="33628" y="40152"/>
                  </a:lnTo>
                  <a:lnTo>
                    <a:pt x="33656" y="40000"/>
                  </a:lnTo>
                  <a:lnTo>
                    <a:pt x="33809" y="39622"/>
                  </a:lnTo>
                  <a:lnTo>
                    <a:pt x="34021" y="39097"/>
                  </a:lnTo>
                  <a:lnTo>
                    <a:pt x="34163" y="38745"/>
                  </a:lnTo>
                  <a:lnTo>
                    <a:pt x="34978" y="37818"/>
                  </a:lnTo>
                  <a:lnTo>
                    <a:pt x="35778" y="36907"/>
                  </a:lnTo>
                  <a:lnTo>
                    <a:pt x="36027" y="36624"/>
                  </a:lnTo>
                  <a:lnTo>
                    <a:pt x="37415" y="34774"/>
                  </a:lnTo>
                  <a:lnTo>
                    <a:pt x="37534" y="34615"/>
                  </a:lnTo>
                  <a:lnTo>
                    <a:pt x="37838" y="34209"/>
                  </a:lnTo>
                  <a:lnTo>
                    <a:pt x="38279" y="33622"/>
                  </a:lnTo>
                  <a:lnTo>
                    <a:pt x="38800" y="32955"/>
                  </a:lnTo>
                  <a:lnTo>
                    <a:pt x="39316" y="32390"/>
                  </a:lnTo>
                  <a:lnTo>
                    <a:pt x="39455" y="32094"/>
                  </a:lnTo>
                  <a:lnTo>
                    <a:pt x="39598" y="31132"/>
                  </a:lnTo>
                  <a:lnTo>
                    <a:pt x="39675" y="30620"/>
                  </a:lnTo>
                  <a:lnTo>
                    <a:pt x="39717" y="28661"/>
                  </a:lnTo>
                  <a:lnTo>
                    <a:pt x="39760" y="26626"/>
                  </a:lnTo>
                  <a:lnTo>
                    <a:pt x="40102" y="24340"/>
                  </a:lnTo>
                  <a:lnTo>
                    <a:pt x="40741" y="22565"/>
                  </a:lnTo>
                  <a:lnTo>
                    <a:pt x="42494" y="17697"/>
                  </a:lnTo>
                  <a:lnTo>
                    <a:pt x="43779" y="15846"/>
                  </a:lnTo>
                  <a:lnTo>
                    <a:pt x="44346" y="14875"/>
                  </a:lnTo>
                  <a:lnTo>
                    <a:pt x="45143" y="13510"/>
                  </a:lnTo>
                  <a:lnTo>
                    <a:pt x="47044" y="12121"/>
                  </a:lnTo>
                  <a:lnTo>
                    <a:pt x="48055" y="11553"/>
                  </a:lnTo>
                  <a:lnTo>
                    <a:pt x="48332" y="11397"/>
                  </a:lnTo>
                  <a:lnTo>
                    <a:pt x="49928" y="10498"/>
                  </a:lnTo>
                  <a:lnTo>
                    <a:pt x="51278" y="10135"/>
                  </a:lnTo>
                  <a:lnTo>
                    <a:pt x="51594" y="10049"/>
                  </a:lnTo>
                  <a:lnTo>
                    <a:pt x="51945" y="9849"/>
                  </a:lnTo>
                  <a:lnTo>
                    <a:pt x="55140" y="8020"/>
                  </a:lnTo>
                  <a:lnTo>
                    <a:pt x="56059" y="7016"/>
                  </a:lnTo>
                  <a:lnTo>
                    <a:pt x="59883" y="4239"/>
                  </a:lnTo>
                  <a:lnTo>
                    <a:pt x="61479" y="3903"/>
                  </a:lnTo>
                  <a:lnTo>
                    <a:pt x="60145" y="1548"/>
                  </a:lnTo>
                  <a:lnTo>
                    <a:pt x="63082" y="293"/>
                  </a:lnTo>
                  <a:lnTo>
                    <a:pt x="67354" y="0"/>
                  </a:lnTo>
                  <a:lnTo>
                    <a:pt x="69811" y="614"/>
                  </a:lnTo>
                  <a:lnTo>
                    <a:pt x="71546" y="2056"/>
                  </a:lnTo>
                  <a:lnTo>
                    <a:pt x="72267" y="4112"/>
                  </a:lnTo>
                  <a:lnTo>
                    <a:pt x="70639" y="6915"/>
                  </a:lnTo>
                  <a:lnTo>
                    <a:pt x="68823" y="10531"/>
                  </a:lnTo>
                  <a:lnTo>
                    <a:pt x="63472" y="14712"/>
                  </a:lnTo>
                  <a:lnTo>
                    <a:pt x="63472" y="17740"/>
                  </a:lnTo>
                  <a:lnTo>
                    <a:pt x="67464" y="22976"/>
                  </a:lnTo>
                  <a:lnTo>
                    <a:pt x="67510" y="23372"/>
                  </a:lnTo>
                  <a:lnTo>
                    <a:pt x="67602" y="24153"/>
                  </a:lnTo>
                  <a:lnTo>
                    <a:pt x="67216" y="26417"/>
                  </a:lnTo>
                  <a:lnTo>
                    <a:pt x="67367" y="26768"/>
                  </a:lnTo>
                  <a:lnTo>
                    <a:pt x="67593" y="27294"/>
                  </a:lnTo>
                  <a:lnTo>
                    <a:pt x="67993" y="27471"/>
                  </a:lnTo>
                  <a:lnTo>
                    <a:pt x="68534" y="27712"/>
                  </a:lnTo>
                  <a:lnTo>
                    <a:pt x="68716" y="277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3054887" y="2240630"/>
              <a:ext cx="85129" cy="78735"/>
            </a:xfrm>
            <a:custGeom>
              <a:avLst/>
              <a:pathLst>
                <a:path w="85129" h="78735">
                  <a:moveTo>
                    <a:pt x="35901" y="10354"/>
                  </a:moveTo>
                  <a:lnTo>
                    <a:pt x="35857" y="10510"/>
                  </a:lnTo>
                  <a:lnTo>
                    <a:pt x="36255" y="10409"/>
                  </a:lnTo>
                  <a:lnTo>
                    <a:pt x="37030" y="10419"/>
                  </a:lnTo>
                  <a:lnTo>
                    <a:pt x="37159" y="10421"/>
                  </a:lnTo>
                  <a:lnTo>
                    <a:pt x="38671" y="10774"/>
                  </a:lnTo>
                  <a:lnTo>
                    <a:pt x="41348" y="11589"/>
                  </a:lnTo>
                  <a:lnTo>
                    <a:pt x="42153" y="12073"/>
                  </a:lnTo>
                  <a:lnTo>
                    <a:pt x="44731" y="13555"/>
                  </a:lnTo>
                  <a:lnTo>
                    <a:pt x="45935" y="14097"/>
                  </a:lnTo>
                  <a:lnTo>
                    <a:pt x="47324" y="14722"/>
                  </a:lnTo>
                  <a:lnTo>
                    <a:pt x="48435" y="15097"/>
                  </a:lnTo>
                  <a:lnTo>
                    <a:pt x="49673" y="15468"/>
                  </a:lnTo>
                  <a:lnTo>
                    <a:pt x="53060" y="16485"/>
                  </a:lnTo>
                  <a:lnTo>
                    <a:pt x="54134" y="15858"/>
                  </a:lnTo>
                  <a:lnTo>
                    <a:pt x="55574" y="12764"/>
                  </a:lnTo>
                  <a:lnTo>
                    <a:pt x="55623" y="12593"/>
                  </a:lnTo>
                  <a:lnTo>
                    <a:pt x="55911" y="11568"/>
                  </a:lnTo>
                  <a:lnTo>
                    <a:pt x="56220" y="10469"/>
                  </a:lnTo>
                  <a:lnTo>
                    <a:pt x="56843" y="8253"/>
                  </a:lnTo>
                  <a:lnTo>
                    <a:pt x="57248" y="7816"/>
                  </a:lnTo>
                  <a:lnTo>
                    <a:pt x="57746" y="7482"/>
                  </a:lnTo>
                  <a:lnTo>
                    <a:pt x="64623" y="2870"/>
                  </a:lnTo>
                  <a:lnTo>
                    <a:pt x="67998" y="1588"/>
                  </a:lnTo>
                  <a:lnTo>
                    <a:pt x="68348" y="1488"/>
                  </a:lnTo>
                  <a:lnTo>
                    <a:pt x="69843" y="1063"/>
                  </a:lnTo>
                  <a:lnTo>
                    <a:pt x="73567" y="1461"/>
                  </a:lnTo>
                  <a:lnTo>
                    <a:pt x="82950" y="7223"/>
                  </a:lnTo>
                  <a:lnTo>
                    <a:pt x="83794" y="8270"/>
                  </a:lnTo>
                  <a:lnTo>
                    <a:pt x="85129" y="10624"/>
                  </a:lnTo>
                  <a:lnTo>
                    <a:pt x="83532" y="10960"/>
                  </a:lnTo>
                  <a:lnTo>
                    <a:pt x="79708" y="13737"/>
                  </a:lnTo>
                  <a:lnTo>
                    <a:pt x="78790" y="14741"/>
                  </a:lnTo>
                  <a:lnTo>
                    <a:pt x="75594" y="16570"/>
                  </a:lnTo>
                  <a:lnTo>
                    <a:pt x="75244" y="16771"/>
                  </a:lnTo>
                  <a:lnTo>
                    <a:pt x="74927" y="16856"/>
                  </a:lnTo>
                  <a:lnTo>
                    <a:pt x="73577" y="17219"/>
                  </a:lnTo>
                  <a:lnTo>
                    <a:pt x="71981" y="18118"/>
                  </a:lnTo>
                  <a:lnTo>
                    <a:pt x="71704" y="18274"/>
                  </a:lnTo>
                  <a:lnTo>
                    <a:pt x="70694" y="18843"/>
                  </a:lnTo>
                  <a:lnTo>
                    <a:pt x="68792" y="20231"/>
                  </a:lnTo>
                  <a:lnTo>
                    <a:pt x="67995" y="21596"/>
                  </a:lnTo>
                  <a:lnTo>
                    <a:pt x="67383" y="22645"/>
                  </a:lnTo>
                  <a:lnTo>
                    <a:pt x="66144" y="24418"/>
                  </a:lnTo>
                  <a:lnTo>
                    <a:pt x="64390" y="29287"/>
                  </a:lnTo>
                  <a:lnTo>
                    <a:pt x="63751" y="31062"/>
                  </a:lnTo>
                  <a:lnTo>
                    <a:pt x="63409" y="33347"/>
                  </a:lnTo>
                  <a:lnTo>
                    <a:pt x="63366" y="35382"/>
                  </a:lnTo>
                  <a:lnTo>
                    <a:pt x="63324" y="37342"/>
                  </a:lnTo>
                  <a:lnTo>
                    <a:pt x="63248" y="37853"/>
                  </a:lnTo>
                  <a:lnTo>
                    <a:pt x="63052" y="38927"/>
                  </a:lnTo>
                  <a:lnTo>
                    <a:pt x="62966" y="39112"/>
                  </a:lnTo>
                  <a:lnTo>
                    <a:pt x="62339" y="39796"/>
                  </a:lnTo>
                  <a:lnTo>
                    <a:pt x="61928" y="40343"/>
                  </a:lnTo>
                  <a:lnTo>
                    <a:pt x="61487" y="40931"/>
                  </a:lnTo>
                  <a:lnTo>
                    <a:pt x="61183" y="41336"/>
                  </a:lnTo>
                  <a:lnTo>
                    <a:pt x="61064" y="41496"/>
                  </a:lnTo>
                  <a:lnTo>
                    <a:pt x="59676" y="43345"/>
                  </a:lnTo>
                  <a:lnTo>
                    <a:pt x="59428" y="43628"/>
                  </a:lnTo>
                  <a:lnTo>
                    <a:pt x="58627" y="44540"/>
                  </a:lnTo>
                  <a:lnTo>
                    <a:pt x="57786" y="45530"/>
                  </a:lnTo>
                  <a:lnTo>
                    <a:pt x="57670" y="45818"/>
                  </a:lnTo>
                  <a:lnTo>
                    <a:pt x="57458" y="46343"/>
                  </a:lnTo>
                  <a:lnTo>
                    <a:pt x="57305" y="46722"/>
                  </a:lnTo>
                  <a:lnTo>
                    <a:pt x="57277" y="46873"/>
                  </a:lnTo>
                  <a:lnTo>
                    <a:pt x="57252" y="47007"/>
                  </a:lnTo>
                  <a:lnTo>
                    <a:pt x="57095" y="47861"/>
                  </a:lnTo>
                  <a:lnTo>
                    <a:pt x="56943" y="48694"/>
                  </a:lnTo>
                  <a:lnTo>
                    <a:pt x="56899" y="48929"/>
                  </a:lnTo>
                  <a:lnTo>
                    <a:pt x="56512" y="51176"/>
                  </a:lnTo>
                  <a:lnTo>
                    <a:pt x="56784" y="51298"/>
                  </a:lnTo>
                  <a:lnTo>
                    <a:pt x="57183" y="51476"/>
                  </a:lnTo>
                  <a:lnTo>
                    <a:pt x="56724" y="51520"/>
                  </a:lnTo>
                  <a:lnTo>
                    <a:pt x="56446" y="51547"/>
                  </a:lnTo>
                  <a:lnTo>
                    <a:pt x="46453" y="50133"/>
                  </a:lnTo>
                  <a:lnTo>
                    <a:pt x="26620" y="78735"/>
                  </a:lnTo>
                  <a:lnTo>
                    <a:pt x="16627" y="72075"/>
                  </a:lnTo>
                  <a:lnTo>
                    <a:pt x="7876" y="66104"/>
                  </a:lnTo>
                  <a:lnTo>
                    <a:pt x="7732" y="66307"/>
                  </a:lnTo>
                  <a:lnTo>
                    <a:pt x="0" y="60915"/>
                  </a:lnTo>
                  <a:lnTo>
                    <a:pt x="1714" y="57627"/>
                  </a:lnTo>
                  <a:lnTo>
                    <a:pt x="3581" y="54849"/>
                  </a:lnTo>
                  <a:lnTo>
                    <a:pt x="3840" y="54494"/>
                  </a:lnTo>
                  <a:lnTo>
                    <a:pt x="3954" y="54337"/>
                  </a:lnTo>
                  <a:lnTo>
                    <a:pt x="4360" y="53493"/>
                  </a:lnTo>
                  <a:lnTo>
                    <a:pt x="4462" y="53281"/>
                  </a:lnTo>
                  <a:lnTo>
                    <a:pt x="4869" y="51598"/>
                  </a:lnTo>
                  <a:lnTo>
                    <a:pt x="5777" y="47846"/>
                  </a:lnTo>
                  <a:lnTo>
                    <a:pt x="9694" y="46588"/>
                  </a:lnTo>
                  <a:lnTo>
                    <a:pt x="9531" y="46181"/>
                  </a:lnTo>
                  <a:lnTo>
                    <a:pt x="8546" y="43718"/>
                  </a:lnTo>
                  <a:lnTo>
                    <a:pt x="7767" y="41700"/>
                  </a:lnTo>
                  <a:lnTo>
                    <a:pt x="5305" y="37258"/>
                  </a:lnTo>
                  <a:lnTo>
                    <a:pt x="8009" y="37969"/>
                  </a:lnTo>
                  <a:lnTo>
                    <a:pt x="8864" y="34833"/>
                  </a:lnTo>
                  <a:lnTo>
                    <a:pt x="9448" y="32689"/>
                  </a:lnTo>
                  <a:lnTo>
                    <a:pt x="9661" y="32228"/>
                  </a:lnTo>
                  <a:lnTo>
                    <a:pt x="10173" y="31121"/>
                  </a:lnTo>
                  <a:lnTo>
                    <a:pt x="10408" y="30613"/>
                  </a:lnTo>
                  <a:lnTo>
                    <a:pt x="12719" y="24282"/>
                  </a:lnTo>
                  <a:lnTo>
                    <a:pt x="14261" y="21146"/>
                  </a:lnTo>
                  <a:lnTo>
                    <a:pt x="15397" y="17779"/>
                  </a:lnTo>
                  <a:lnTo>
                    <a:pt x="16008" y="17016"/>
                  </a:lnTo>
                  <a:lnTo>
                    <a:pt x="18998" y="13277"/>
                  </a:lnTo>
                  <a:lnTo>
                    <a:pt x="19596" y="12528"/>
                  </a:lnTo>
                  <a:lnTo>
                    <a:pt x="21722" y="10292"/>
                  </a:lnTo>
                  <a:lnTo>
                    <a:pt x="23700" y="8211"/>
                  </a:lnTo>
                  <a:lnTo>
                    <a:pt x="24848" y="7003"/>
                  </a:lnTo>
                  <a:lnTo>
                    <a:pt x="27200" y="4529"/>
                  </a:lnTo>
                  <a:lnTo>
                    <a:pt x="28126" y="3088"/>
                  </a:lnTo>
                  <a:lnTo>
                    <a:pt x="29171" y="1580"/>
                  </a:lnTo>
                  <a:lnTo>
                    <a:pt x="30267" y="0"/>
                  </a:lnTo>
                  <a:lnTo>
                    <a:pt x="33744" y="261"/>
                  </a:lnTo>
                  <a:lnTo>
                    <a:pt x="38612" y="627"/>
                  </a:lnTo>
                  <a:lnTo>
                    <a:pt x="37174" y="5785"/>
                  </a:lnTo>
                  <a:lnTo>
                    <a:pt x="35949" y="101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2917512" y="2262620"/>
              <a:ext cx="74962" cy="59370"/>
            </a:xfrm>
            <a:custGeom>
              <a:avLst/>
              <a:pathLst>
                <a:path w="74962" h="59370">
                  <a:moveTo>
                    <a:pt x="37722" y="12392"/>
                  </a:moveTo>
                  <a:lnTo>
                    <a:pt x="37778" y="13164"/>
                  </a:lnTo>
                  <a:lnTo>
                    <a:pt x="40082" y="12987"/>
                  </a:lnTo>
                  <a:lnTo>
                    <a:pt x="43430" y="12730"/>
                  </a:lnTo>
                  <a:lnTo>
                    <a:pt x="44311" y="12663"/>
                  </a:lnTo>
                  <a:lnTo>
                    <a:pt x="47307" y="12413"/>
                  </a:lnTo>
                  <a:lnTo>
                    <a:pt x="48676" y="12299"/>
                  </a:lnTo>
                  <a:lnTo>
                    <a:pt x="48858" y="14322"/>
                  </a:lnTo>
                  <a:lnTo>
                    <a:pt x="52831" y="14845"/>
                  </a:lnTo>
                  <a:lnTo>
                    <a:pt x="52554" y="17013"/>
                  </a:lnTo>
                  <a:lnTo>
                    <a:pt x="52512" y="17258"/>
                  </a:lnTo>
                  <a:lnTo>
                    <a:pt x="51869" y="21074"/>
                  </a:lnTo>
                  <a:lnTo>
                    <a:pt x="51382" y="23960"/>
                  </a:lnTo>
                  <a:lnTo>
                    <a:pt x="51034" y="26017"/>
                  </a:lnTo>
                  <a:lnTo>
                    <a:pt x="50578" y="27609"/>
                  </a:lnTo>
                  <a:lnTo>
                    <a:pt x="47878" y="25825"/>
                  </a:lnTo>
                  <a:lnTo>
                    <a:pt x="47587" y="25633"/>
                  </a:lnTo>
                  <a:lnTo>
                    <a:pt x="46013" y="25702"/>
                  </a:lnTo>
                  <a:lnTo>
                    <a:pt x="45674" y="25716"/>
                  </a:lnTo>
                  <a:lnTo>
                    <a:pt x="44974" y="25912"/>
                  </a:lnTo>
                  <a:lnTo>
                    <a:pt x="44231" y="26119"/>
                  </a:lnTo>
                  <a:lnTo>
                    <a:pt x="43871" y="26269"/>
                  </a:lnTo>
                  <a:lnTo>
                    <a:pt x="42962" y="26647"/>
                  </a:lnTo>
                  <a:lnTo>
                    <a:pt x="41971" y="27070"/>
                  </a:lnTo>
                  <a:lnTo>
                    <a:pt x="41628" y="27215"/>
                  </a:lnTo>
                  <a:lnTo>
                    <a:pt x="40880" y="27534"/>
                  </a:lnTo>
                  <a:lnTo>
                    <a:pt x="44628" y="31507"/>
                  </a:lnTo>
                  <a:lnTo>
                    <a:pt x="45529" y="33640"/>
                  </a:lnTo>
                  <a:lnTo>
                    <a:pt x="46121" y="33436"/>
                  </a:lnTo>
                  <a:lnTo>
                    <a:pt x="46291" y="33441"/>
                  </a:lnTo>
                  <a:lnTo>
                    <a:pt x="46899" y="33457"/>
                  </a:lnTo>
                  <a:lnTo>
                    <a:pt x="48288" y="34184"/>
                  </a:lnTo>
                  <a:lnTo>
                    <a:pt x="49866" y="35301"/>
                  </a:lnTo>
                  <a:lnTo>
                    <a:pt x="51580" y="36214"/>
                  </a:lnTo>
                  <a:lnTo>
                    <a:pt x="53449" y="36840"/>
                  </a:lnTo>
                  <a:lnTo>
                    <a:pt x="54303" y="37046"/>
                  </a:lnTo>
                  <a:lnTo>
                    <a:pt x="54531" y="36640"/>
                  </a:lnTo>
                  <a:lnTo>
                    <a:pt x="55209" y="35428"/>
                  </a:lnTo>
                  <a:lnTo>
                    <a:pt x="56598" y="33533"/>
                  </a:lnTo>
                  <a:lnTo>
                    <a:pt x="57559" y="33853"/>
                  </a:lnTo>
                  <a:lnTo>
                    <a:pt x="58520" y="34921"/>
                  </a:lnTo>
                  <a:lnTo>
                    <a:pt x="59989" y="37030"/>
                  </a:lnTo>
                  <a:lnTo>
                    <a:pt x="60603" y="37164"/>
                  </a:lnTo>
                  <a:lnTo>
                    <a:pt x="61564" y="36630"/>
                  </a:lnTo>
                  <a:lnTo>
                    <a:pt x="64682" y="38124"/>
                  </a:lnTo>
                  <a:lnTo>
                    <a:pt x="70029" y="38449"/>
                  </a:lnTo>
                  <a:lnTo>
                    <a:pt x="70121" y="36272"/>
                  </a:lnTo>
                  <a:lnTo>
                    <a:pt x="70158" y="35368"/>
                  </a:lnTo>
                  <a:lnTo>
                    <a:pt x="70442" y="31558"/>
                  </a:lnTo>
                  <a:lnTo>
                    <a:pt x="70492" y="30882"/>
                  </a:lnTo>
                  <a:lnTo>
                    <a:pt x="70514" y="30539"/>
                  </a:lnTo>
                  <a:lnTo>
                    <a:pt x="70549" y="29993"/>
                  </a:lnTo>
                  <a:lnTo>
                    <a:pt x="71015" y="23148"/>
                  </a:lnTo>
                  <a:lnTo>
                    <a:pt x="71807" y="22704"/>
                  </a:lnTo>
                  <a:lnTo>
                    <a:pt x="73259" y="24373"/>
                  </a:lnTo>
                  <a:lnTo>
                    <a:pt x="74962" y="25271"/>
                  </a:lnTo>
                  <a:lnTo>
                    <a:pt x="74531" y="29589"/>
                  </a:lnTo>
                  <a:lnTo>
                    <a:pt x="74595" y="33899"/>
                  </a:lnTo>
                  <a:lnTo>
                    <a:pt x="74595" y="39778"/>
                  </a:lnTo>
                  <a:lnTo>
                    <a:pt x="74289" y="41949"/>
                  </a:lnTo>
                  <a:lnTo>
                    <a:pt x="74243" y="42278"/>
                  </a:lnTo>
                  <a:lnTo>
                    <a:pt x="72755" y="45206"/>
                  </a:lnTo>
                  <a:lnTo>
                    <a:pt x="72636" y="45440"/>
                  </a:lnTo>
                  <a:lnTo>
                    <a:pt x="70957" y="48166"/>
                  </a:lnTo>
                  <a:lnTo>
                    <a:pt x="70747" y="48018"/>
                  </a:lnTo>
                  <a:lnTo>
                    <a:pt x="69293" y="50276"/>
                  </a:lnTo>
                  <a:lnTo>
                    <a:pt x="68861" y="50947"/>
                  </a:lnTo>
                  <a:lnTo>
                    <a:pt x="67020" y="53807"/>
                  </a:lnTo>
                  <a:lnTo>
                    <a:pt x="64222" y="52910"/>
                  </a:lnTo>
                  <a:lnTo>
                    <a:pt x="59573" y="52452"/>
                  </a:lnTo>
                  <a:lnTo>
                    <a:pt x="57124" y="52210"/>
                  </a:lnTo>
                  <a:lnTo>
                    <a:pt x="56711" y="52169"/>
                  </a:lnTo>
                  <a:lnTo>
                    <a:pt x="53375" y="51599"/>
                  </a:lnTo>
                  <a:lnTo>
                    <a:pt x="49760" y="51394"/>
                  </a:lnTo>
                  <a:lnTo>
                    <a:pt x="47838" y="51342"/>
                  </a:lnTo>
                  <a:lnTo>
                    <a:pt x="46203" y="51612"/>
                  </a:lnTo>
                  <a:lnTo>
                    <a:pt x="46196" y="50989"/>
                  </a:lnTo>
                  <a:lnTo>
                    <a:pt x="46179" y="50490"/>
                  </a:lnTo>
                  <a:lnTo>
                    <a:pt x="46055" y="46932"/>
                  </a:lnTo>
                  <a:lnTo>
                    <a:pt x="43150" y="46477"/>
                  </a:lnTo>
                  <a:lnTo>
                    <a:pt x="43240" y="46043"/>
                  </a:lnTo>
                  <a:lnTo>
                    <a:pt x="42312" y="46158"/>
                  </a:lnTo>
                  <a:lnTo>
                    <a:pt x="42147" y="46178"/>
                  </a:lnTo>
                  <a:lnTo>
                    <a:pt x="40660" y="46363"/>
                  </a:lnTo>
                  <a:lnTo>
                    <a:pt x="38468" y="46635"/>
                  </a:lnTo>
                  <a:lnTo>
                    <a:pt x="37811" y="46717"/>
                  </a:lnTo>
                  <a:lnTo>
                    <a:pt x="37351" y="46774"/>
                  </a:lnTo>
                  <a:lnTo>
                    <a:pt x="34195" y="47655"/>
                  </a:lnTo>
                  <a:lnTo>
                    <a:pt x="31052" y="48224"/>
                  </a:lnTo>
                  <a:lnTo>
                    <a:pt x="27654" y="49111"/>
                  </a:lnTo>
                  <a:lnTo>
                    <a:pt x="25545" y="49485"/>
                  </a:lnTo>
                  <a:lnTo>
                    <a:pt x="25582" y="50056"/>
                  </a:lnTo>
                  <a:lnTo>
                    <a:pt x="25582" y="56636"/>
                  </a:lnTo>
                  <a:lnTo>
                    <a:pt x="25418" y="58193"/>
                  </a:lnTo>
                  <a:lnTo>
                    <a:pt x="24489" y="58259"/>
                  </a:lnTo>
                  <a:lnTo>
                    <a:pt x="23190" y="55739"/>
                  </a:lnTo>
                  <a:lnTo>
                    <a:pt x="20220" y="56508"/>
                  </a:lnTo>
                  <a:lnTo>
                    <a:pt x="17337" y="57597"/>
                  </a:lnTo>
                  <a:lnTo>
                    <a:pt x="17123" y="58921"/>
                  </a:lnTo>
                  <a:lnTo>
                    <a:pt x="11804" y="59370"/>
                  </a:lnTo>
                  <a:lnTo>
                    <a:pt x="4759" y="59007"/>
                  </a:lnTo>
                  <a:lnTo>
                    <a:pt x="4767" y="58060"/>
                  </a:lnTo>
                  <a:lnTo>
                    <a:pt x="4785" y="55776"/>
                  </a:lnTo>
                  <a:lnTo>
                    <a:pt x="4725" y="55587"/>
                  </a:lnTo>
                  <a:lnTo>
                    <a:pt x="4628" y="55283"/>
                  </a:lnTo>
                  <a:lnTo>
                    <a:pt x="4575" y="52426"/>
                  </a:lnTo>
                  <a:lnTo>
                    <a:pt x="0" y="52107"/>
                  </a:lnTo>
                  <a:lnTo>
                    <a:pt x="48" y="43996"/>
                  </a:lnTo>
                  <a:lnTo>
                    <a:pt x="811" y="42662"/>
                  </a:lnTo>
                  <a:lnTo>
                    <a:pt x="2038" y="40517"/>
                  </a:lnTo>
                  <a:lnTo>
                    <a:pt x="6257" y="40784"/>
                  </a:lnTo>
                  <a:lnTo>
                    <a:pt x="12546" y="37459"/>
                  </a:lnTo>
                  <a:lnTo>
                    <a:pt x="13152" y="37139"/>
                  </a:lnTo>
                  <a:lnTo>
                    <a:pt x="19233" y="33924"/>
                  </a:lnTo>
                  <a:lnTo>
                    <a:pt x="20235" y="33394"/>
                  </a:lnTo>
                  <a:lnTo>
                    <a:pt x="19725" y="32287"/>
                  </a:lnTo>
                  <a:lnTo>
                    <a:pt x="18377" y="29357"/>
                  </a:lnTo>
                  <a:lnTo>
                    <a:pt x="21549" y="27298"/>
                  </a:lnTo>
                  <a:lnTo>
                    <a:pt x="22153" y="26906"/>
                  </a:lnTo>
                  <a:lnTo>
                    <a:pt x="27686" y="23315"/>
                  </a:lnTo>
                  <a:lnTo>
                    <a:pt x="27289" y="20097"/>
                  </a:lnTo>
                  <a:lnTo>
                    <a:pt x="23553" y="17735"/>
                  </a:lnTo>
                  <a:lnTo>
                    <a:pt x="17440" y="10614"/>
                  </a:lnTo>
                  <a:lnTo>
                    <a:pt x="16885" y="9966"/>
                  </a:lnTo>
                  <a:lnTo>
                    <a:pt x="12184" y="0"/>
                  </a:lnTo>
                  <a:lnTo>
                    <a:pt x="16576" y="2286"/>
                  </a:lnTo>
                  <a:lnTo>
                    <a:pt x="23616" y="5951"/>
                  </a:lnTo>
                  <a:lnTo>
                    <a:pt x="37262" y="81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3004728" y="2625877"/>
              <a:ext cx="30097" cy="27785"/>
            </a:xfrm>
            <a:custGeom>
              <a:avLst/>
              <a:pathLst>
                <a:path w="30097" h="27785">
                  <a:moveTo>
                    <a:pt x="29063" y="13490"/>
                  </a:moveTo>
                  <a:lnTo>
                    <a:pt x="29277" y="15455"/>
                  </a:lnTo>
                  <a:lnTo>
                    <a:pt x="29512" y="16295"/>
                  </a:lnTo>
                  <a:lnTo>
                    <a:pt x="29672" y="16865"/>
                  </a:lnTo>
                  <a:lnTo>
                    <a:pt x="29643" y="17660"/>
                  </a:lnTo>
                  <a:lnTo>
                    <a:pt x="29661" y="18745"/>
                  </a:lnTo>
                  <a:lnTo>
                    <a:pt x="30041" y="19891"/>
                  </a:lnTo>
                  <a:lnTo>
                    <a:pt x="30097" y="20061"/>
                  </a:lnTo>
                  <a:lnTo>
                    <a:pt x="29424" y="20438"/>
                  </a:lnTo>
                  <a:lnTo>
                    <a:pt x="28832" y="20758"/>
                  </a:lnTo>
                  <a:lnTo>
                    <a:pt x="28079" y="21063"/>
                  </a:lnTo>
                  <a:lnTo>
                    <a:pt x="27267" y="21203"/>
                  </a:lnTo>
                  <a:lnTo>
                    <a:pt x="26933" y="21363"/>
                  </a:lnTo>
                  <a:lnTo>
                    <a:pt x="26412" y="21393"/>
                  </a:lnTo>
                  <a:lnTo>
                    <a:pt x="26099" y="21411"/>
                  </a:lnTo>
                  <a:lnTo>
                    <a:pt x="25847" y="21327"/>
                  </a:lnTo>
                  <a:lnTo>
                    <a:pt x="25535" y="21220"/>
                  </a:lnTo>
                  <a:lnTo>
                    <a:pt x="24126" y="20618"/>
                  </a:lnTo>
                  <a:lnTo>
                    <a:pt x="23488" y="20346"/>
                  </a:lnTo>
                  <a:lnTo>
                    <a:pt x="21926" y="25157"/>
                  </a:lnTo>
                  <a:lnTo>
                    <a:pt x="19955" y="25398"/>
                  </a:lnTo>
                  <a:lnTo>
                    <a:pt x="18802" y="25950"/>
                  </a:lnTo>
                  <a:lnTo>
                    <a:pt x="17896" y="25957"/>
                  </a:lnTo>
                  <a:lnTo>
                    <a:pt x="18481" y="23182"/>
                  </a:lnTo>
                  <a:lnTo>
                    <a:pt x="16426" y="23220"/>
                  </a:lnTo>
                  <a:lnTo>
                    <a:pt x="15972" y="26321"/>
                  </a:lnTo>
                  <a:lnTo>
                    <a:pt x="15713" y="27785"/>
                  </a:lnTo>
                  <a:lnTo>
                    <a:pt x="13923" y="24204"/>
                  </a:lnTo>
                  <a:lnTo>
                    <a:pt x="12823" y="23272"/>
                  </a:lnTo>
                  <a:lnTo>
                    <a:pt x="12438" y="22984"/>
                  </a:lnTo>
                  <a:lnTo>
                    <a:pt x="10633" y="21638"/>
                  </a:lnTo>
                  <a:lnTo>
                    <a:pt x="9731" y="20965"/>
                  </a:lnTo>
                  <a:lnTo>
                    <a:pt x="8626" y="19892"/>
                  </a:lnTo>
                  <a:lnTo>
                    <a:pt x="6504" y="18223"/>
                  </a:lnTo>
                  <a:lnTo>
                    <a:pt x="5245" y="17371"/>
                  </a:lnTo>
                  <a:lnTo>
                    <a:pt x="2931" y="20392"/>
                  </a:lnTo>
                  <a:lnTo>
                    <a:pt x="0" y="18440"/>
                  </a:lnTo>
                  <a:lnTo>
                    <a:pt x="183" y="18058"/>
                  </a:lnTo>
                  <a:lnTo>
                    <a:pt x="481" y="17377"/>
                  </a:lnTo>
                  <a:lnTo>
                    <a:pt x="1073" y="16848"/>
                  </a:lnTo>
                  <a:lnTo>
                    <a:pt x="1395" y="16560"/>
                  </a:lnTo>
                  <a:lnTo>
                    <a:pt x="2144" y="15393"/>
                  </a:lnTo>
                  <a:lnTo>
                    <a:pt x="2379" y="15028"/>
                  </a:lnTo>
                  <a:lnTo>
                    <a:pt x="2689" y="14653"/>
                  </a:lnTo>
                  <a:lnTo>
                    <a:pt x="4622" y="12318"/>
                  </a:lnTo>
                  <a:lnTo>
                    <a:pt x="4988" y="12030"/>
                  </a:lnTo>
                  <a:lnTo>
                    <a:pt x="5433" y="12389"/>
                  </a:lnTo>
                  <a:lnTo>
                    <a:pt x="5977" y="12829"/>
                  </a:lnTo>
                  <a:lnTo>
                    <a:pt x="7309" y="13905"/>
                  </a:lnTo>
                  <a:lnTo>
                    <a:pt x="7437" y="14009"/>
                  </a:lnTo>
                  <a:lnTo>
                    <a:pt x="7608" y="14147"/>
                  </a:lnTo>
                  <a:lnTo>
                    <a:pt x="8494" y="14480"/>
                  </a:lnTo>
                  <a:lnTo>
                    <a:pt x="8819" y="14602"/>
                  </a:lnTo>
                  <a:lnTo>
                    <a:pt x="9730" y="14824"/>
                  </a:lnTo>
                  <a:lnTo>
                    <a:pt x="9893" y="14864"/>
                  </a:lnTo>
                  <a:lnTo>
                    <a:pt x="11040" y="15066"/>
                  </a:lnTo>
                  <a:lnTo>
                    <a:pt x="11819" y="13398"/>
                  </a:lnTo>
                  <a:lnTo>
                    <a:pt x="11574" y="13295"/>
                  </a:lnTo>
                  <a:lnTo>
                    <a:pt x="10870" y="13000"/>
                  </a:lnTo>
                  <a:lnTo>
                    <a:pt x="10625" y="12898"/>
                  </a:lnTo>
                  <a:lnTo>
                    <a:pt x="10076" y="12583"/>
                  </a:lnTo>
                  <a:lnTo>
                    <a:pt x="9760" y="12401"/>
                  </a:lnTo>
                  <a:lnTo>
                    <a:pt x="9442" y="12034"/>
                  </a:lnTo>
                  <a:lnTo>
                    <a:pt x="8842" y="10177"/>
                  </a:lnTo>
                  <a:lnTo>
                    <a:pt x="8412" y="8850"/>
                  </a:lnTo>
                  <a:lnTo>
                    <a:pt x="8367" y="8709"/>
                  </a:lnTo>
                  <a:lnTo>
                    <a:pt x="7513" y="6078"/>
                  </a:lnTo>
                  <a:lnTo>
                    <a:pt x="7415" y="5776"/>
                  </a:lnTo>
                  <a:lnTo>
                    <a:pt x="8002" y="5613"/>
                  </a:lnTo>
                  <a:lnTo>
                    <a:pt x="12226" y="4439"/>
                  </a:lnTo>
                  <a:lnTo>
                    <a:pt x="13487" y="4088"/>
                  </a:lnTo>
                  <a:lnTo>
                    <a:pt x="15715" y="3469"/>
                  </a:lnTo>
                  <a:lnTo>
                    <a:pt x="15913" y="3404"/>
                  </a:lnTo>
                  <a:lnTo>
                    <a:pt x="17725" y="2811"/>
                  </a:lnTo>
                  <a:lnTo>
                    <a:pt x="21062" y="1720"/>
                  </a:lnTo>
                  <a:lnTo>
                    <a:pt x="21905" y="1523"/>
                  </a:lnTo>
                  <a:lnTo>
                    <a:pt x="22449" y="1396"/>
                  </a:lnTo>
                  <a:lnTo>
                    <a:pt x="23462" y="1159"/>
                  </a:lnTo>
                  <a:lnTo>
                    <a:pt x="23723" y="1098"/>
                  </a:lnTo>
                  <a:lnTo>
                    <a:pt x="24693" y="794"/>
                  </a:lnTo>
                  <a:lnTo>
                    <a:pt x="26735" y="154"/>
                  </a:lnTo>
                  <a:lnTo>
                    <a:pt x="26920" y="96"/>
                  </a:lnTo>
                  <a:lnTo>
                    <a:pt x="27227" y="0"/>
                  </a:lnTo>
                  <a:lnTo>
                    <a:pt x="27300" y="178"/>
                  </a:lnTo>
                  <a:lnTo>
                    <a:pt x="28065" y="2070"/>
                  </a:lnTo>
                  <a:lnTo>
                    <a:pt x="27927" y="3674"/>
                  </a:lnTo>
                  <a:lnTo>
                    <a:pt x="27906" y="3913"/>
                  </a:lnTo>
                  <a:lnTo>
                    <a:pt x="27713" y="5074"/>
                  </a:lnTo>
                  <a:lnTo>
                    <a:pt x="27680" y="5274"/>
                  </a:lnTo>
                  <a:lnTo>
                    <a:pt x="26911" y="6796"/>
                  </a:lnTo>
                  <a:lnTo>
                    <a:pt x="26831" y="7137"/>
                  </a:lnTo>
                  <a:lnTo>
                    <a:pt x="26542" y="8364"/>
                  </a:lnTo>
                  <a:lnTo>
                    <a:pt x="27311" y="9751"/>
                  </a:lnTo>
                  <a:lnTo>
                    <a:pt x="27692" y="10464"/>
                  </a:lnTo>
                  <a:lnTo>
                    <a:pt x="28411" y="11813"/>
                  </a:lnTo>
                  <a:lnTo>
                    <a:pt x="28670" y="124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3000723" y="2622843"/>
              <a:ext cx="69100" cy="81844"/>
            </a:xfrm>
            <a:custGeom>
              <a:avLst/>
              <a:pathLst>
                <a:path w="69100" h="81844">
                  <a:moveTo>
                    <a:pt x="69100" y="44817"/>
                  </a:moveTo>
                  <a:lnTo>
                    <a:pt x="66139" y="47120"/>
                  </a:lnTo>
                  <a:lnTo>
                    <a:pt x="57737" y="54366"/>
                  </a:lnTo>
                  <a:lnTo>
                    <a:pt x="56291" y="54469"/>
                  </a:lnTo>
                  <a:lnTo>
                    <a:pt x="56330" y="55802"/>
                  </a:lnTo>
                  <a:lnTo>
                    <a:pt x="56288" y="56828"/>
                  </a:lnTo>
                  <a:lnTo>
                    <a:pt x="56202" y="58109"/>
                  </a:lnTo>
                  <a:lnTo>
                    <a:pt x="56117" y="59434"/>
                  </a:lnTo>
                  <a:lnTo>
                    <a:pt x="55946" y="60716"/>
                  </a:lnTo>
                  <a:lnTo>
                    <a:pt x="55348" y="62168"/>
                  </a:lnTo>
                  <a:lnTo>
                    <a:pt x="54237" y="63749"/>
                  </a:lnTo>
                  <a:lnTo>
                    <a:pt x="52784" y="65458"/>
                  </a:lnTo>
                  <a:lnTo>
                    <a:pt x="52314" y="67124"/>
                  </a:lnTo>
                  <a:lnTo>
                    <a:pt x="48726" y="67888"/>
                  </a:lnTo>
                  <a:lnTo>
                    <a:pt x="47146" y="70417"/>
                  </a:lnTo>
                  <a:lnTo>
                    <a:pt x="44160" y="76842"/>
                  </a:lnTo>
                  <a:lnTo>
                    <a:pt x="43181" y="79189"/>
                  </a:lnTo>
                  <a:lnTo>
                    <a:pt x="42074" y="81844"/>
                  </a:lnTo>
                  <a:lnTo>
                    <a:pt x="39003" y="79815"/>
                  </a:lnTo>
                  <a:lnTo>
                    <a:pt x="38775" y="79591"/>
                  </a:lnTo>
                  <a:lnTo>
                    <a:pt x="37408" y="78275"/>
                  </a:lnTo>
                  <a:lnTo>
                    <a:pt x="36279" y="77507"/>
                  </a:lnTo>
                  <a:lnTo>
                    <a:pt x="35369" y="76865"/>
                  </a:lnTo>
                  <a:lnTo>
                    <a:pt x="34246" y="76476"/>
                  </a:lnTo>
                  <a:lnTo>
                    <a:pt x="33980" y="76384"/>
                  </a:lnTo>
                  <a:lnTo>
                    <a:pt x="32644" y="76325"/>
                  </a:lnTo>
                  <a:lnTo>
                    <a:pt x="31888" y="76291"/>
                  </a:lnTo>
                  <a:lnTo>
                    <a:pt x="30444" y="76291"/>
                  </a:lnTo>
                  <a:lnTo>
                    <a:pt x="28727" y="76291"/>
                  </a:lnTo>
                  <a:lnTo>
                    <a:pt x="27956" y="76202"/>
                  </a:lnTo>
                  <a:lnTo>
                    <a:pt x="26659" y="76052"/>
                  </a:lnTo>
                  <a:lnTo>
                    <a:pt x="25822" y="75877"/>
                  </a:lnTo>
                  <a:lnTo>
                    <a:pt x="25599" y="75830"/>
                  </a:lnTo>
                  <a:lnTo>
                    <a:pt x="25299" y="75569"/>
                  </a:lnTo>
                  <a:lnTo>
                    <a:pt x="25024" y="75026"/>
                  </a:lnTo>
                  <a:lnTo>
                    <a:pt x="24504" y="74385"/>
                  </a:lnTo>
                  <a:lnTo>
                    <a:pt x="23575" y="73597"/>
                  </a:lnTo>
                  <a:lnTo>
                    <a:pt x="22535" y="72826"/>
                  </a:lnTo>
                  <a:lnTo>
                    <a:pt x="21559" y="72081"/>
                  </a:lnTo>
                  <a:lnTo>
                    <a:pt x="20806" y="71408"/>
                  </a:lnTo>
                  <a:lnTo>
                    <a:pt x="20158" y="70727"/>
                  </a:lnTo>
                  <a:lnTo>
                    <a:pt x="19479" y="70014"/>
                  </a:lnTo>
                  <a:lnTo>
                    <a:pt x="18041" y="68500"/>
                  </a:lnTo>
                  <a:lnTo>
                    <a:pt x="16057" y="66472"/>
                  </a:lnTo>
                  <a:lnTo>
                    <a:pt x="14138" y="64464"/>
                  </a:lnTo>
                  <a:lnTo>
                    <a:pt x="12599" y="63020"/>
                  </a:lnTo>
                  <a:lnTo>
                    <a:pt x="11099" y="61833"/>
                  </a:lnTo>
                  <a:lnTo>
                    <a:pt x="9868" y="60866"/>
                  </a:lnTo>
                  <a:lnTo>
                    <a:pt x="9708" y="60519"/>
                  </a:lnTo>
                  <a:lnTo>
                    <a:pt x="10541" y="57719"/>
                  </a:lnTo>
                  <a:lnTo>
                    <a:pt x="10821" y="56570"/>
                  </a:lnTo>
                  <a:lnTo>
                    <a:pt x="11323" y="54503"/>
                  </a:lnTo>
                  <a:lnTo>
                    <a:pt x="11473" y="54416"/>
                  </a:lnTo>
                  <a:lnTo>
                    <a:pt x="12620" y="53755"/>
                  </a:lnTo>
                  <a:lnTo>
                    <a:pt x="13488" y="53158"/>
                  </a:lnTo>
                  <a:lnTo>
                    <a:pt x="14007" y="52567"/>
                  </a:lnTo>
                  <a:lnTo>
                    <a:pt x="14197" y="52195"/>
                  </a:lnTo>
                  <a:lnTo>
                    <a:pt x="14267" y="52059"/>
                  </a:lnTo>
                  <a:lnTo>
                    <a:pt x="14519" y="51567"/>
                  </a:lnTo>
                  <a:lnTo>
                    <a:pt x="14884" y="50992"/>
                  </a:lnTo>
                  <a:lnTo>
                    <a:pt x="15946" y="50197"/>
                  </a:lnTo>
                  <a:lnTo>
                    <a:pt x="16305" y="49982"/>
                  </a:lnTo>
                  <a:lnTo>
                    <a:pt x="10169" y="44815"/>
                  </a:lnTo>
                  <a:lnTo>
                    <a:pt x="9430" y="44157"/>
                  </a:lnTo>
                  <a:lnTo>
                    <a:pt x="5754" y="40883"/>
                  </a:lnTo>
                  <a:lnTo>
                    <a:pt x="4597" y="39645"/>
                  </a:lnTo>
                  <a:lnTo>
                    <a:pt x="3074" y="38017"/>
                  </a:lnTo>
                  <a:lnTo>
                    <a:pt x="2601" y="37511"/>
                  </a:lnTo>
                  <a:lnTo>
                    <a:pt x="1760" y="36612"/>
                  </a:lnTo>
                  <a:lnTo>
                    <a:pt x="539" y="35305"/>
                  </a:lnTo>
                  <a:lnTo>
                    <a:pt x="263" y="35010"/>
                  </a:lnTo>
                  <a:lnTo>
                    <a:pt x="0" y="34840"/>
                  </a:lnTo>
                  <a:lnTo>
                    <a:pt x="528" y="33902"/>
                  </a:lnTo>
                  <a:lnTo>
                    <a:pt x="848" y="33469"/>
                  </a:lnTo>
                  <a:lnTo>
                    <a:pt x="1024" y="33140"/>
                  </a:lnTo>
                  <a:lnTo>
                    <a:pt x="1104" y="32989"/>
                  </a:lnTo>
                  <a:lnTo>
                    <a:pt x="1254" y="32553"/>
                  </a:lnTo>
                  <a:lnTo>
                    <a:pt x="1215" y="32305"/>
                  </a:lnTo>
                  <a:lnTo>
                    <a:pt x="1201" y="31964"/>
                  </a:lnTo>
                  <a:lnTo>
                    <a:pt x="1172" y="31801"/>
                  </a:lnTo>
                  <a:lnTo>
                    <a:pt x="1104" y="31419"/>
                  </a:lnTo>
                  <a:lnTo>
                    <a:pt x="954" y="30516"/>
                  </a:lnTo>
                  <a:lnTo>
                    <a:pt x="849" y="29881"/>
                  </a:lnTo>
                  <a:lnTo>
                    <a:pt x="618" y="28408"/>
                  </a:lnTo>
                  <a:lnTo>
                    <a:pt x="785" y="27287"/>
                  </a:lnTo>
                  <a:lnTo>
                    <a:pt x="884" y="26622"/>
                  </a:lnTo>
                  <a:lnTo>
                    <a:pt x="1818" y="24833"/>
                  </a:lnTo>
                  <a:lnTo>
                    <a:pt x="2351" y="24351"/>
                  </a:lnTo>
                  <a:lnTo>
                    <a:pt x="2481" y="24135"/>
                  </a:lnTo>
                  <a:lnTo>
                    <a:pt x="2866" y="23498"/>
                  </a:lnTo>
                  <a:lnTo>
                    <a:pt x="3201" y="22943"/>
                  </a:lnTo>
                  <a:lnTo>
                    <a:pt x="3678" y="22154"/>
                  </a:lnTo>
                  <a:lnTo>
                    <a:pt x="3993" y="21499"/>
                  </a:lnTo>
                  <a:lnTo>
                    <a:pt x="6937" y="23426"/>
                  </a:lnTo>
                  <a:lnTo>
                    <a:pt x="9250" y="20404"/>
                  </a:lnTo>
                  <a:lnTo>
                    <a:pt x="10509" y="21256"/>
                  </a:lnTo>
                  <a:lnTo>
                    <a:pt x="12669" y="22963"/>
                  </a:lnTo>
                  <a:lnTo>
                    <a:pt x="13736" y="23999"/>
                  </a:lnTo>
                  <a:lnTo>
                    <a:pt x="14638" y="24672"/>
                  </a:lnTo>
                  <a:lnTo>
                    <a:pt x="16443" y="26018"/>
                  </a:lnTo>
                  <a:lnTo>
                    <a:pt x="16829" y="26306"/>
                  </a:lnTo>
                  <a:lnTo>
                    <a:pt x="17928" y="27238"/>
                  </a:lnTo>
                  <a:lnTo>
                    <a:pt x="19719" y="30819"/>
                  </a:lnTo>
                  <a:lnTo>
                    <a:pt x="19977" y="29355"/>
                  </a:lnTo>
                  <a:lnTo>
                    <a:pt x="20432" y="26253"/>
                  </a:lnTo>
                  <a:lnTo>
                    <a:pt x="22486" y="26216"/>
                  </a:lnTo>
                  <a:lnTo>
                    <a:pt x="21901" y="28990"/>
                  </a:lnTo>
                  <a:lnTo>
                    <a:pt x="22807" y="28984"/>
                  </a:lnTo>
                  <a:lnTo>
                    <a:pt x="23961" y="28431"/>
                  </a:lnTo>
                  <a:lnTo>
                    <a:pt x="25931" y="28191"/>
                  </a:lnTo>
                  <a:lnTo>
                    <a:pt x="27493" y="23379"/>
                  </a:lnTo>
                  <a:lnTo>
                    <a:pt x="28131" y="23652"/>
                  </a:lnTo>
                  <a:lnTo>
                    <a:pt x="29579" y="24270"/>
                  </a:lnTo>
                  <a:lnTo>
                    <a:pt x="29852" y="24360"/>
                  </a:lnTo>
                  <a:lnTo>
                    <a:pt x="30105" y="24444"/>
                  </a:lnTo>
                  <a:lnTo>
                    <a:pt x="30417" y="24427"/>
                  </a:lnTo>
                  <a:lnTo>
                    <a:pt x="30938" y="24397"/>
                  </a:lnTo>
                  <a:lnTo>
                    <a:pt x="31273" y="24237"/>
                  </a:lnTo>
                  <a:lnTo>
                    <a:pt x="32084" y="24096"/>
                  </a:lnTo>
                  <a:lnTo>
                    <a:pt x="32837" y="23792"/>
                  </a:lnTo>
                  <a:lnTo>
                    <a:pt x="33430" y="23472"/>
                  </a:lnTo>
                  <a:lnTo>
                    <a:pt x="34103" y="23095"/>
                  </a:lnTo>
                  <a:lnTo>
                    <a:pt x="34046" y="22925"/>
                  </a:lnTo>
                  <a:lnTo>
                    <a:pt x="33666" y="21778"/>
                  </a:lnTo>
                  <a:lnTo>
                    <a:pt x="33648" y="20694"/>
                  </a:lnTo>
                  <a:lnTo>
                    <a:pt x="33677" y="19898"/>
                  </a:lnTo>
                  <a:lnTo>
                    <a:pt x="33517" y="19328"/>
                  </a:lnTo>
                  <a:lnTo>
                    <a:pt x="33282" y="18489"/>
                  </a:lnTo>
                  <a:lnTo>
                    <a:pt x="33068" y="16523"/>
                  </a:lnTo>
                  <a:lnTo>
                    <a:pt x="32675" y="15512"/>
                  </a:lnTo>
                  <a:lnTo>
                    <a:pt x="32417" y="14846"/>
                  </a:lnTo>
                  <a:lnTo>
                    <a:pt x="31697" y="13498"/>
                  </a:lnTo>
                  <a:lnTo>
                    <a:pt x="31317" y="12785"/>
                  </a:lnTo>
                  <a:lnTo>
                    <a:pt x="30548" y="11398"/>
                  </a:lnTo>
                  <a:lnTo>
                    <a:pt x="30836" y="10171"/>
                  </a:lnTo>
                  <a:lnTo>
                    <a:pt x="30917" y="9830"/>
                  </a:lnTo>
                  <a:lnTo>
                    <a:pt x="31686" y="8308"/>
                  </a:lnTo>
                  <a:lnTo>
                    <a:pt x="31719" y="8108"/>
                  </a:lnTo>
                  <a:lnTo>
                    <a:pt x="31911" y="6947"/>
                  </a:lnTo>
                  <a:lnTo>
                    <a:pt x="31932" y="6708"/>
                  </a:lnTo>
                  <a:lnTo>
                    <a:pt x="32070" y="5103"/>
                  </a:lnTo>
                  <a:lnTo>
                    <a:pt x="31305" y="3211"/>
                  </a:lnTo>
                  <a:lnTo>
                    <a:pt x="31148" y="3060"/>
                  </a:lnTo>
                  <a:lnTo>
                    <a:pt x="31123" y="2764"/>
                  </a:lnTo>
                  <a:lnTo>
                    <a:pt x="31054" y="1962"/>
                  </a:lnTo>
                  <a:lnTo>
                    <a:pt x="31611" y="1803"/>
                  </a:lnTo>
                  <a:lnTo>
                    <a:pt x="33518" y="1255"/>
                  </a:lnTo>
                  <a:lnTo>
                    <a:pt x="36577" y="657"/>
                  </a:lnTo>
                  <a:lnTo>
                    <a:pt x="42004" y="0"/>
                  </a:lnTo>
                  <a:lnTo>
                    <a:pt x="42957" y="1880"/>
                  </a:lnTo>
                  <a:lnTo>
                    <a:pt x="44442" y="1074"/>
                  </a:lnTo>
                  <a:lnTo>
                    <a:pt x="45462" y="4008"/>
                  </a:lnTo>
                  <a:lnTo>
                    <a:pt x="45584" y="4359"/>
                  </a:lnTo>
                  <a:lnTo>
                    <a:pt x="45221" y="4541"/>
                  </a:lnTo>
                  <a:lnTo>
                    <a:pt x="44598" y="6049"/>
                  </a:lnTo>
                  <a:lnTo>
                    <a:pt x="44899" y="11834"/>
                  </a:lnTo>
                  <a:lnTo>
                    <a:pt x="46800" y="15277"/>
                  </a:lnTo>
                  <a:lnTo>
                    <a:pt x="48362" y="16291"/>
                  </a:lnTo>
                  <a:lnTo>
                    <a:pt x="53040" y="25228"/>
                  </a:lnTo>
                  <a:lnTo>
                    <a:pt x="53101" y="28177"/>
                  </a:lnTo>
                  <a:lnTo>
                    <a:pt x="53261" y="29623"/>
                  </a:lnTo>
                  <a:lnTo>
                    <a:pt x="58953" y="35338"/>
                  </a:lnTo>
                  <a:lnTo>
                    <a:pt x="66697" y="408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3161423" y="1950769"/>
              <a:ext cx="248095" cy="405133"/>
            </a:xfrm>
            <a:custGeom>
              <a:avLst/>
              <a:pathLst>
                <a:path w="248095" h="405133">
                  <a:moveTo>
                    <a:pt x="216600" y="23350"/>
                  </a:moveTo>
                  <a:lnTo>
                    <a:pt x="209551" y="35312"/>
                  </a:lnTo>
                  <a:lnTo>
                    <a:pt x="198921" y="29461"/>
                  </a:lnTo>
                  <a:lnTo>
                    <a:pt x="193423" y="38516"/>
                  </a:lnTo>
                  <a:lnTo>
                    <a:pt x="182544" y="47220"/>
                  </a:lnTo>
                  <a:lnTo>
                    <a:pt x="182234" y="47521"/>
                  </a:lnTo>
                  <a:lnTo>
                    <a:pt x="184024" y="49838"/>
                  </a:lnTo>
                  <a:lnTo>
                    <a:pt x="165546" y="68422"/>
                  </a:lnTo>
                  <a:lnTo>
                    <a:pt x="163606" y="66078"/>
                  </a:lnTo>
                  <a:lnTo>
                    <a:pt x="159464" y="69459"/>
                  </a:lnTo>
                  <a:lnTo>
                    <a:pt x="162449" y="74489"/>
                  </a:lnTo>
                  <a:lnTo>
                    <a:pt x="156938" y="78014"/>
                  </a:lnTo>
                  <a:lnTo>
                    <a:pt x="152968" y="73853"/>
                  </a:lnTo>
                  <a:lnTo>
                    <a:pt x="149524" y="76296"/>
                  </a:lnTo>
                  <a:lnTo>
                    <a:pt x="148202" y="79861"/>
                  </a:lnTo>
                  <a:lnTo>
                    <a:pt x="154771" y="81062"/>
                  </a:lnTo>
                  <a:lnTo>
                    <a:pt x="153569" y="93919"/>
                  </a:lnTo>
                  <a:lnTo>
                    <a:pt x="152047" y="100448"/>
                  </a:lnTo>
                  <a:lnTo>
                    <a:pt x="148122" y="106416"/>
                  </a:lnTo>
                  <a:lnTo>
                    <a:pt x="145639" y="105294"/>
                  </a:lnTo>
                  <a:lnTo>
                    <a:pt x="137748" y="112744"/>
                  </a:lnTo>
                  <a:lnTo>
                    <a:pt x="136667" y="112744"/>
                  </a:lnTo>
                  <a:lnTo>
                    <a:pt x="137228" y="117390"/>
                  </a:lnTo>
                  <a:lnTo>
                    <a:pt x="138269" y="117430"/>
                  </a:lnTo>
                  <a:lnTo>
                    <a:pt x="138990" y="133131"/>
                  </a:lnTo>
                  <a:lnTo>
                    <a:pt x="137027" y="132570"/>
                  </a:lnTo>
                  <a:lnTo>
                    <a:pt x="136587" y="136015"/>
                  </a:lnTo>
                  <a:lnTo>
                    <a:pt x="135634" y="136455"/>
                  </a:lnTo>
                  <a:lnTo>
                    <a:pt x="136852" y="142073"/>
                  </a:lnTo>
                  <a:lnTo>
                    <a:pt x="137090" y="142764"/>
                  </a:lnTo>
                  <a:lnTo>
                    <a:pt x="138658" y="147319"/>
                  </a:lnTo>
                  <a:lnTo>
                    <a:pt x="138914" y="148062"/>
                  </a:lnTo>
                  <a:lnTo>
                    <a:pt x="139197" y="150217"/>
                  </a:lnTo>
                  <a:lnTo>
                    <a:pt x="139826" y="152032"/>
                  </a:lnTo>
                  <a:lnTo>
                    <a:pt x="139941" y="152362"/>
                  </a:lnTo>
                  <a:lnTo>
                    <a:pt x="141496" y="156675"/>
                  </a:lnTo>
                  <a:lnTo>
                    <a:pt x="141703" y="157249"/>
                  </a:lnTo>
                  <a:lnTo>
                    <a:pt x="142150" y="158350"/>
                  </a:lnTo>
                  <a:lnTo>
                    <a:pt x="143104" y="160700"/>
                  </a:lnTo>
                  <a:lnTo>
                    <a:pt x="143408" y="161449"/>
                  </a:lnTo>
                  <a:lnTo>
                    <a:pt x="145255" y="165882"/>
                  </a:lnTo>
                  <a:lnTo>
                    <a:pt x="145319" y="166035"/>
                  </a:lnTo>
                  <a:lnTo>
                    <a:pt x="146657" y="169440"/>
                  </a:lnTo>
                  <a:lnTo>
                    <a:pt x="146950" y="170186"/>
                  </a:lnTo>
                  <a:lnTo>
                    <a:pt x="147194" y="170806"/>
                  </a:lnTo>
                  <a:lnTo>
                    <a:pt x="148178" y="173262"/>
                  </a:lnTo>
                  <a:lnTo>
                    <a:pt x="148845" y="174926"/>
                  </a:lnTo>
                  <a:lnTo>
                    <a:pt x="148248" y="175490"/>
                  </a:lnTo>
                  <a:lnTo>
                    <a:pt x="147828" y="175887"/>
                  </a:lnTo>
                  <a:lnTo>
                    <a:pt x="147499" y="177040"/>
                  </a:lnTo>
                  <a:lnTo>
                    <a:pt x="148060" y="177425"/>
                  </a:lnTo>
                  <a:lnTo>
                    <a:pt x="148765" y="177930"/>
                  </a:lnTo>
                  <a:lnTo>
                    <a:pt x="151429" y="179071"/>
                  </a:lnTo>
                  <a:lnTo>
                    <a:pt x="154114" y="183125"/>
                  </a:lnTo>
                  <a:lnTo>
                    <a:pt x="154675" y="186089"/>
                  </a:lnTo>
                  <a:lnTo>
                    <a:pt x="162125" y="187331"/>
                  </a:lnTo>
                  <a:lnTo>
                    <a:pt x="166851" y="194260"/>
                  </a:lnTo>
                  <a:lnTo>
                    <a:pt x="165592" y="194919"/>
                  </a:lnTo>
                  <a:lnTo>
                    <a:pt x="166851" y="199587"/>
                  </a:lnTo>
                  <a:lnTo>
                    <a:pt x="167732" y="199427"/>
                  </a:lnTo>
                  <a:lnTo>
                    <a:pt x="170095" y="202591"/>
                  </a:lnTo>
                  <a:lnTo>
                    <a:pt x="179868" y="204874"/>
                  </a:lnTo>
                  <a:lnTo>
                    <a:pt x="180403" y="206699"/>
                  </a:lnTo>
                  <a:lnTo>
                    <a:pt x="180242" y="207648"/>
                  </a:lnTo>
                  <a:lnTo>
                    <a:pt x="179083" y="207070"/>
                  </a:lnTo>
                  <a:lnTo>
                    <a:pt x="179284" y="207861"/>
                  </a:lnTo>
                  <a:lnTo>
                    <a:pt x="179917" y="210347"/>
                  </a:lnTo>
                  <a:lnTo>
                    <a:pt x="180514" y="211985"/>
                  </a:lnTo>
                  <a:lnTo>
                    <a:pt x="181081" y="211908"/>
                  </a:lnTo>
                  <a:lnTo>
                    <a:pt x="182022" y="211664"/>
                  </a:lnTo>
                  <a:lnTo>
                    <a:pt x="183761" y="216809"/>
                  </a:lnTo>
                  <a:lnTo>
                    <a:pt x="184223" y="218177"/>
                  </a:lnTo>
                  <a:lnTo>
                    <a:pt x="184779" y="219822"/>
                  </a:lnTo>
                  <a:lnTo>
                    <a:pt x="185468" y="221861"/>
                  </a:lnTo>
                  <a:lnTo>
                    <a:pt x="185609" y="222277"/>
                  </a:lnTo>
                  <a:lnTo>
                    <a:pt x="187231" y="227079"/>
                  </a:lnTo>
                  <a:lnTo>
                    <a:pt x="187342" y="227435"/>
                  </a:lnTo>
                  <a:lnTo>
                    <a:pt x="188225" y="229331"/>
                  </a:lnTo>
                  <a:lnTo>
                    <a:pt x="188448" y="230442"/>
                  </a:lnTo>
                  <a:lnTo>
                    <a:pt x="188375" y="230620"/>
                  </a:lnTo>
                  <a:lnTo>
                    <a:pt x="188236" y="230960"/>
                  </a:lnTo>
                  <a:lnTo>
                    <a:pt x="187228" y="232280"/>
                  </a:lnTo>
                  <a:lnTo>
                    <a:pt x="187718" y="239239"/>
                  </a:lnTo>
                  <a:lnTo>
                    <a:pt x="188479" y="243445"/>
                  </a:lnTo>
                  <a:lnTo>
                    <a:pt x="180709" y="247089"/>
                  </a:lnTo>
                  <a:lnTo>
                    <a:pt x="179788" y="244846"/>
                  </a:lnTo>
                  <a:lnTo>
                    <a:pt x="177665" y="245247"/>
                  </a:lnTo>
                  <a:lnTo>
                    <a:pt x="178146" y="247850"/>
                  </a:lnTo>
                  <a:lnTo>
                    <a:pt x="174381" y="248611"/>
                  </a:lnTo>
                  <a:lnTo>
                    <a:pt x="174501" y="250294"/>
                  </a:lnTo>
                  <a:lnTo>
                    <a:pt x="169174" y="250334"/>
                  </a:lnTo>
                  <a:lnTo>
                    <a:pt x="167812" y="244526"/>
                  </a:lnTo>
                  <a:lnTo>
                    <a:pt x="167221" y="244469"/>
                  </a:lnTo>
                  <a:lnTo>
                    <a:pt x="166900" y="241692"/>
                  </a:lnTo>
                  <a:lnTo>
                    <a:pt x="164604" y="241772"/>
                  </a:lnTo>
                  <a:lnTo>
                    <a:pt x="163883" y="236752"/>
                  </a:lnTo>
                  <a:lnTo>
                    <a:pt x="153362" y="237019"/>
                  </a:lnTo>
                  <a:lnTo>
                    <a:pt x="151039" y="239822"/>
                  </a:lnTo>
                  <a:lnTo>
                    <a:pt x="143792" y="246088"/>
                  </a:lnTo>
                  <a:lnTo>
                    <a:pt x="128705" y="246689"/>
                  </a:lnTo>
                  <a:lnTo>
                    <a:pt x="125590" y="246051"/>
                  </a:lnTo>
                  <a:lnTo>
                    <a:pt x="123026" y="246628"/>
                  </a:lnTo>
                  <a:lnTo>
                    <a:pt x="122129" y="249255"/>
                  </a:lnTo>
                  <a:lnTo>
                    <a:pt x="128529" y="252865"/>
                  </a:lnTo>
                  <a:lnTo>
                    <a:pt x="131776" y="257103"/>
                  </a:lnTo>
                  <a:lnTo>
                    <a:pt x="133178" y="264312"/>
                  </a:lnTo>
                  <a:lnTo>
                    <a:pt x="128850" y="264575"/>
                  </a:lnTo>
                  <a:lnTo>
                    <a:pt x="125397" y="264315"/>
                  </a:lnTo>
                  <a:lnTo>
                    <a:pt x="123882" y="268571"/>
                  </a:lnTo>
                  <a:lnTo>
                    <a:pt x="120911" y="268224"/>
                  </a:lnTo>
                  <a:lnTo>
                    <a:pt x="117963" y="275530"/>
                  </a:lnTo>
                  <a:lnTo>
                    <a:pt x="117643" y="279182"/>
                  </a:lnTo>
                  <a:lnTo>
                    <a:pt x="118797" y="279567"/>
                  </a:lnTo>
                  <a:lnTo>
                    <a:pt x="121488" y="277773"/>
                  </a:lnTo>
                  <a:lnTo>
                    <a:pt x="126935" y="278093"/>
                  </a:lnTo>
                  <a:lnTo>
                    <a:pt x="128456" y="276296"/>
                  </a:lnTo>
                  <a:lnTo>
                    <a:pt x="134965" y="280505"/>
                  </a:lnTo>
                  <a:lnTo>
                    <a:pt x="137637" y="282899"/>
                  </a:lnTo>
                  <a:lnTo>
                    <a:pt x="140171" y="281880"/>
                  </a:lnTo>
                  <a:lnTo>
                    <a:pt x="142991" y="284539"/>
                  </a:lnTo>
                  <a:lnTo>
                    <a:pt x="139763" y="288236"/>
                  </a:lnTo>
                  <a:lnTo>
                    <a:pt x="140756" y="288973"/>
                  </a:lnTo>
                  <a:lnTo>
                    <a:pt x="140372" y="290704"/>
                  </a:lnTo>
                  <a:lnTo>
                    <a:pt x="140372" y="291473"/>
                  </a:lnTo>
                  <a:lnTo>
                    <a:pt x="140372" y="292690"/>
                  </a:lnTo>
                  <a:lnTo>
                    <a:pt x="140276" y="294517"/>
                  </a:lnTo>
                  <a:lnTo>
                    <a:pt x="139926" y="296192"/>
                  </a:lnTo>
                  <a:lnTo>
                    <a:pt x="139301" y="296978"/>
                  </a:lnTo>
                  <a:lnTo>
                    <a:pt x="138552" y="297656"/>
                  </a:lnTo>
                  <a:lnTo>
                    <a:pt x="137452" y="298179"/>
                  </a:lnTo>
                  <a:lnTo>
                    <a:pt x="136647" y="298638"/>
                  </a:lnTo>
                  <a:lnTo>
                    <a:pt x="135553" y="299261"/>
                  </a:lnTo>
                  <a:lnTo>
                    <a:pt x="135143" y="299495"/>
                  </a:lnTo>
                  <a:lnTo>
                    <a:pt x="134264" y="300173"/>
                  </a:lnTo>
                  <a:lnTo>
                    <a:pt x="133873" y="300361"/>
                  </a:lnTo>
                  <a:lnTo>
                    <a:pt x="132983" y="300790"/>
                  </a:lnTo>
                  <a:lnTo>
                    <a:pt x="132610" y="300919"/>
                  </a:lnTo>
                  <a:lnTo>
                    <a:pt x="131539" y="301290"/>
                  </a:lnTo>
                  <a:lnTo>
                    <a:pt x="132198" y="301976"/>
                  </a:lnTo>
                  <a:lnTo>
                    <a:pt x="132325" y="302107"/>
                  </a:lnTo>
                  <a:lnTo>
                    <a:pt x="132902" y="302887"/>
                  </a:lnTo>
                  <a:lnTo>
                    <a:pt x="133448" y="303621"/>
                  </a:lnTo>
                  <a:lnTo>
                    <a:pt x="134123" y="304060"/>
                  </a:lnTo>
                  <a:lnTo>
                    <a:pt x="134316" y="304185"/>
                  </a:lnTo>
                  <a:lnTo>
                    <a:pt x="134724" y="304451"/>
                  </a:lnTo>
                  <a:lnTo>
                    <a:pt x="135903" y="305131"/>
                  </a:lnTo>
                  <a:lnTo>
                    <a:pt x="136356" y="305392"/>
                  </a:lnTo>
                  <a:lnTo>
                    <a:pt x="137371" y="305978"/>
                  </a:lnTo>
                  <a:lnTo>
                    <a:pt x="137570" y="306093"/>
                  </a:lnTo>
                  <a:lnTo>
                    <a:pt x="137985" y="306332"/>
                  </a:lnTo>
                  <a:lnTo>
                    <a:pt x="138438" y="306612"/>
                  </a:lnTo>
                  <a:lnTo>
                    <a:pt x="139744" y="307405"/>
                  </a:lnTo>
                  <a:lnTo>
                    <a:pt x="140021" y="307573"/>
                  </a:lnTo>
                  <a:lnTo>
                    <a:pt x="141264" y="308328"/>
                  </a:lnTo>
                  <a:lnTo>
                    <a:pt x="141822" y="308635"/>
                  </a:lnTo>
                  <a:lnTo>
                    <a:pt x="140809" y="310267"/>
                  </a:lnTo>
                  <a:lnTo>
                    <a:pt x="138767" y="313558"/>
                  </a:lnTo>
                  <a:lnTo>
                    <a:pt x="135530" y="318774"/>
                  </a:lnTo>
                  <a:lnTo>
                    <a:pt x="134490" y="320450"/>
                  </a:lnTo>
                  <a:lnTo>
                    <a:pt x="133945" y="321328"/>
                  </a:lnTo>
                  <a:lnTo>
                    <a:pt x="133803" y="321557"/>
                  </a:lnTo>
                  <a:lnTo>
                    <a:pt x="133686" y="321729"/>
                  </a:lnTo>
                  <a:lnTo>
                    <a:pt x="134340" y="322096"/>
                  </a:lnTo>
                  <a:lnTo>
                    <a:pt x="139531" y="325397"/>
                  </a:lnTo>
                  <a:lnTo>
                    <a:pt x="140775" y="326188"/>
                  </a:lnTo>
                  <a:lnTo>
                    <a:pt x="141299" y="326545"/>
                  </a:lnTo>
                  <a:lnTo>
                    <a:pt x="141491" y="326103"/>
                  </a:lnTo>
                  <a:lnTo>
                    <a:pt x="142965" y="322727"/>
                  </a:lnTo>
                  <a:lnTo>
                    <a:pt x="143146" y="322381"/>
                  </a:lnTo>
                  <a:lnTo>
                    <a:pt x="146267" y="323549"/>
                  </a:lnTo>
                  <a:lnTo>
                    <a:pt x="146624" y="323693"/>
                  </a:lnTo>
                  <a:lnTo>
                    <a:pt x="150082" y="325081"/>
                  </a:lnTo>
                  <a:lnTo>
                    <a:pt x="150164" y="324900"/>
                  </a:lnTo>
                  <a:lnTo>
                    <a:pt x="152273" y="320284"/>
                  </a:lnTo>
                  <a:lnTo>
                    <a:pt x="152693" y="319832"/>
                  </a:lnTo>
                  <a:lnTo>
                    <a:pt x="154207" y="318920"/>
                  </a:lnTo>
                  <a:lnTo>
                    <a:pt x="156869" y="317632"/>
                  </a:lnTo>
                  <a:lnTo>
                    <a:pt x="157636" y="317305"/>
                  </a:lnTo>
                  <a:lnTo>
                    <a:pt x="159050" y="316703"/>
                  </a:lnTo>
                  <a:lnTo>
                    <a:pt x="162073" y="315650"/>
                  </a:lnTo>
                  <a:lnTo>
                    <a:pt x="162728" y="315421"/>
                  </a:lnTo>
                  <a:lnTo>
                    <a:pt x="164337" y="314861"/>
                  </a:lnTo>
                  <a:lnTo>
                    <a:pt x="165124" y="314706"/>
                  </a:lnTo>
                  <a:lnTo>
                    <a:pt x="165697" y="314594"/>
                  </a:lnTo>
                  <a:lnTo>
                    <a:pt x="167948" y="314152"/>
                  </a:lnTo>
                  <a:lnTo>
                    <a:pt x="168307" y="314143"/>
                  </a:lnTo>
                  <a:lnTo>
                    <a:pt x="168547" y="314160"/>
                  </a:lnTo>
                  <a:lnTo>
                    <a:pt x="168795" y="314177"/>
                  </a:lnTo>
                  <a:lnTo>
                    <a:pt x="169120" y="314199"/>
                  </a:lnTo>
                  <a:lnTo>
                    <a:pt x="170559" y="314301"/>
                  </a:lnTo>
                  <a:lnTo>
                    <a:pt x="171159" y="314133"/>
                  </a:lnTo>
                  <a:lnTo>
                    <a:pt x="172208" y="314110"/>
                  </a:lnTo>
                  <a:lnTo>
                    <a:pt x="173840" y="313997"/>
                  </a:lnTo>
                  <a:lnTo>
                    <a:pt x="175107" y="313969"/>
                  </a:lnTo>
                  <a:lnTo>
                    <a:pt x="175579" y="313958"/>
                  </a:lnTo>
                  <a:lnTo>
                    <a:pt x="176964" y="314650"/>
                  </a:lnTo>
                  <a:lnTo>
                    <a:pt x="178129" y="315265"/>
                  </a:lnTo>
                  <a:lnTo>
                    <a:pt x="179634" y="316059"/>
                  </a:lnTo>
                  <a:lnTo>
                    <a:pt x="180262" y="316042"/>
                  </a:lnTo>
                  <a:lnTo>
                    <a:pt x="181215" y="316017"/>
                  </a:lnTo>
                  <a:lnTo>
                    <a:pt x="183458" y="315675"/>
                  </a:lnTo>
                  <a:lnTo>
                    <a:pt x="185385" y="314700"/>
                  </a:lnTo>
                  <a:lnTo>
                    <a:pt x="188574" y="316823"/>
                  </a:lnTo>
                  <a:lnTo>
                    <a:pt x="188775" y="316980"/>
                  </a:lnTo>
                  <a:lnTo>
                    <a:pt x="189077" y="317214"/>
                  </a:lnTo>
                  <a:lnTo>
                    <a:pt x="189964" y="316347"/>
                  </a:lnTo>
                  <a:lnTo>
                    <a:pt x="190705" y="315623"/>
                  </a:lnTo>
                  <a:lnTo>
                    <a:pt x="192334" y="314031"/>
                  </a:lnTo>
                  <a:lnTo>
                    <a:pt x="196609" y="310160"/>
                  </a:lnTo>
                  <a:lnTo>
                    <a:pt x="197335" y="310788"/>
                  </a:lnTo>
                  <a:lnTo>
                    <a:pt x="197843" y="311776"/>
                  </a:lnTo>
                  <a:lnTo>
                    <a:pt x="197816" y="312844"/>
                  </a:lnTo>
                  <a:lnTo>
                    <a:pt x="197522" y="314073"/>
                  </a:lnTo>
                  <a:lnTo>
                    <a:pt x="196721" y="316075"/>
                  </a:lnTo>
                  <a:lnTo>
                    <a:pt x="196374" y="317197"/>
                  </a:lnTo>
                  <a:lnTo>
                    <a:pt x="196588" y="317784"/>
                  </a:lnTo>
                  <a:lnTo>
                    <a:pt x="197460" y="316467"/>
                  </a:lnTo>
                  <a:lnTo>
                    <a:pt x="198448" y="315265"/>
                  </a:lnTo>
                  <a:lnTo>
                    <a:pt x="204618" y="305570"/>
                  </a:lnTo>
                  <a:lnTo>
                    <a:pt x="211086" y="308229"/>
                  </a:lnTo>
                  <a:lnTo>
                    <a:pt x="210480" y="311441"/>
                  </a:lnTo>
                  <a:lnTo>
                    <a:pt x="211882" y="314111"/>
                  </a:lnTo>
                  <a:lnTo>
                    <a:pt x="214752" y="315780"/>
                  </a:lnTo>
                  <a:lnTo>
                    <a:pt x="216221" y="317983"/>
                  </a:lnTo>
                  <a:lnTo>
                    <a:pt x="216488" y="321254"/>
                  </a:lnTo>
                  <a:lnTo>
                    <a:pt x="218223" y="322723"/>
                  </a:lnTo>
                  <a:lnTo>
                    <a:pt x="216234" y="326665"/>
                  </a:lnTo>
                  <a:lnTo>
                    <a:pt x="219772" y="330236"/>
                  </a:lnTo>
                  <a:lnTo>
                    <a:pt x="222242" y="330169"/>
                  </a:lnTo>
                  <a:lnTo>
                    <a:pt x="222208" y="333574"/>
                  </a:lnTo>
                  <a:lnTo>
                    <a:pt x="225279" y="331872"/>
                  </a:lnTo>
                  <a:lnTo>
                    <a:pt x="228784" y="332706"/>
                  </a:lnTo>
                  <a:lnTo>
                    <a:pt x="231187" y="334976"/>
                  </a:lnTo>
                  <a:lnTo>
                    <a:pt x="230953" y="336745"/>
                  </a:lnTo>
                  <a:lnTo>
                    <a:pt x="228083" y="340950"/>
                  </a:lnTo>
                  <a:lnTo>
                    <a:pt x="228850" y="341584"/>
                  </a:lnTo>
                  <a:lnTo>
                    <a:pt x="232622" y="337746"/>
                  </a:lnTo>
                  <a:lnTo>
                    <a:pt x="234311" y="335005"/>
                  </a:lnTo>
                  <a:lnTo>
                    <a:pt x="237061" y="336073"/>
                  </a:lnTo>
                  <a:lnTo>
                    <a:pt x="236661" y="337876"/>
                  </a:lnTo>
                  <a:lnTo>
                    <a:pt x="237422" y="339598"/>
                  </a:lnTo>
                  <a:lnTo>
                    <a:pt x="238864" y="341761"/>
                  </a:lnTo>
                  <a:lnTo>
                    <a:pt x="239136" y="342040"/>
                  </a:lnTo>
                  <a:lnTo>
                    <a:pt x="239040" y="342392"/>
                  </a:lnTo>
                  <a:lnTo>
                    <a:pt x="240054" y="344555"/>
                  </a:lnTo>
                  <a:lnTo>
                    <a:pt x="240252" y="346070"/>
                  </a:lnTo>
                  <a:lnTo>
                    <a:pt x="241596" y="356350"/>
                  </a:lnTo>
                  <a:lnTo>
                    <a:pt x="242423" y="358054"/>
                  </a:lnTo>
                  <a:lnTo>
                    <a:pt x="243931" y="356992"/>
                  </a:lnTo>
                  <a:lnTo>
                    <a:pt x="245639" y="356389"/>
                  </a:lnTo>
                  <a:lnTo>
                    <a:pt x="246392" y="356742"/>
                  </a:lnTo>
                  <a:lnTo>
                    <a:pt x="247433" y="358552"/>
                  </a:lnTo>
                  <a:lnTo>
                    <a:pt x="248095" y="360575"/>
                  </a:lnTo>
                  <a:lnTo>
                    <a:pt x="247883" y="360513"/>
                  </a:lnTo>
                  <a:lnTo>
                    <a:pt x="246297" y="362563"/>
                  </a:lnTo>
                  <a:lnTo>
                    <a:pt x="244807" y="365255"/>
                  </a:lnTo>
                  <a:lnTo>
                    <a:pt x="238978" y="377988"/>
                  </a:lnTo>
                  <a:lnTo>
                    <a:pt x="238450" y="379059"/>
                  </a:lnTo>
                  <a:lnTo>
                    <a:pt x="238057" y="378857"/>
                  </a:lnTo>
                  <a:lnTo>
                    <a:pt x="231629" y="375552"/>
                  </a:lnTo>
                  <a:lnTo>
                    <a:pt x="224405" y="371838"/>
                  </a:lnTo>
                  <a:lnTo>
                    <a:pt x="223500" y="371379"/>
                  </a:lnTo>
                  <a:lnTo>
                    <a:pt x="218867" y="369027"/>
                  </a:lnTo>
                  <a:lnTo>
                    <a:pt x="212374" y="365732"/>
                  </a:lnTo>
                  <a:lnTo>
                    <a:pt x="207671" y="363255"/>
                  </a:lnTo>
                  <a:lnTo>
                    <a:pt x="201261" y="360009"/>
                  </a:lnTo>
                  <a:lnTo>
                    <a:pt x="201083" y="359909"/>
                  </a:lnTo>
                  <a:lnTo>
                    <a:pt x="195883" y="356995"/>
                  </a:lnTo>
                  <a:lnTo>
                    <a:pt x="194695" y="356394"/>
                  </a:lnTo>
                  <a:lnTo>
                    <a:pt x="179138" y="356741"/>
                  </a:lnTo>
                  <a:lnTo>
                    <a:pt x="177023" y="356788"/>
                  </a:lnTo>
                  <a:lnTo>
                    <a:pt x="176764" y="356680"/>
                  </a:lnTo>
                  <a:lnTo>
                    <a:pt x="176439" y="356544"/>
                  </a:lnTo>
                  <a:lnTo>
                    <a:pt x="170041" y="353870"/>
                  </a:lnTo>
                  <a:lnTo>
                    <a:pt x="169717" y="353735"/>
                  </a:lnTo>
                  <a:lnTo>
                    <a:pt x="164764" y="351665"/>
                  </a:lnTo>
                  <a:lnTo>
                    <a:pt x="163174" y="351000"/>
                  </a:lnTo>
                  <a:lnTo>
                    <a:pt x="156399" y="347937"/>
                  </a:lnTo>
                  <a:lnTo>
                    <a:pt x="155003" y="347375"/>
                  </a:lnTo>
                  <a:lnTo>
                    <a:pt x="149700" y="345240"/>
                  </a:lnTo>
                  <a:lnTo>
                    <a:pt x="142717" y="342369"/>
                  </a:lnTo>
                  <a:lnTo>
                    <a:pt x="136324" y="339807"/>
                  </a:lnTo>
                  <a:lnTo>
                    <a:pt x="135541" y="339493"/>
                  </a:lnTo>
                  <a:lnTo>
                    <a:pt x="130485" y="337328"/>
                  </a:lnTo>
                  <a:lnTo>
                    <a:pt x="129594" y="336987"/>
                  </a:lnTo>
                  <a:lnTo>
                    <a:pt x="128740" y="336659"/>
                  </a:lnTo>
                  <a:lnTo>
                    <a:pt x="123830" y="336251"/>
                  </a:lnTo>
                  <a:lnTo>
                    <a:pt x="121765" y="336244"/>
                  </a:lnTo>
                  <a:lnTo>
                    <a:pt x="121219" y="337559"/>
                  </a:lnTo>
                  <a:lnTo>
                    <a:pt x="117856" y="343482"/>
                  </a:lnTo>
                  <a:lnTo>
                    <a:pt x="116464" y="344335"/>
                  </a:lnTo>
                  <a:lnTo>
                    <a:pt x="115631" y="344581"/>
                  </a:lnTo>
                  <a:lnTo>
                    <a:pt x="114681" y="344752"/>
                  </a:lnTo>
                  <a:lnTo>
                    <a:pt x="113121" y="345094"/>
                  </a:lnTo>
                  <a:lnTo>
                    <a:pt x="112223" y="345401"/>
                  </a:lnTo>
                  <a:lnTo>
                    <a:pt x="111483" y="345793"/>
                  </a:lnTo>
                  <a:lnTo>
                    <a:pt x="109886" y="346639"/>
                  </a:lnTo>
                  <a:lnTo>
                    <a:pt x="109497" y="346792"/>
                  </a:lnTo>
                  <a:lnTo>
                    <a:pt x="105734" y="348099"/>
                  </a:lnTo>
                  <a:lnTo>
                    <a:pt x="105440" y="347725"/>
                  </a:lnTo>
                  <a:lnTo>
                    <a:pt x="103394" y="346098"/>
                  </a:lnTo>
                  <a:lnTo>
                    <a:pt x="102097" y="345066"/>
                  </a:lnTo>
                  <a:lnTo>
                    <a:pt x="100632" y="343812"/>
                  </a:lnTo>
                  <a:lnTo>
                    <a:pt x="101300" y="342140"/>
                  </a:lnTo>
                  <a:lnTo>
                    <a:pt x="99563" y="341429"/>
                  </a:lnTo>
                  <a:lnTo>
                    <a:pt x="99214" y="341345"/>
                  </a:lnTo>
                  <a:lnTo>
                    <a:pt x="99022" y="341298"/>
                  </a:lnTo>
                  <a:lnTo>
                    <a:pt x="98167" y="341091"/>
                  </a:lnTo>
                  <a:lnTo>
                    <a:pt x="96978" y="343033"/>
                  </a:lnTo>
                  <a:lnTo>
                    <a:pt x="94633" y="344452"/>
                  </a:lnTo>
                  <a:lnTo>
                    <a:pt x="91873" y="346122"/>
                  </a:lnTo>
                  <a:lnTo>
                    <a:pt x="91324" y="346929"/>
                  </a:lnTo>
                  <a:lnTo>
                    <a:pt x="89968" y="348925"/>
                  </a:lnTo>
                  <a:lnTo>
                    <a:pt x="87605" y="352401"/>
                  </a:lnTo>
                  <a:lnTo>
                    <a:pt x="85468" y="355545"/>
                  </a:lnTo>
                  <a:lnTo>
                    <a:pt x="82299" y="360208"/>
                  </a:lnTo>
                  <a:lnTo>
                    <a:pt x="79709" y="364019"/>
                  </a:lnTo>
                  <a:lnTo>
                    <a:pt x="78983" y="365087"/>
                  </a:lnTo>
                  <a:lnTo>
                    <a:pt x="80666" y="366202"/>
                  </a:lnTo>
                  <a:lnTo>
                    <a:pt x="80913" y="366364"/>
                  </a:lnTo>
                  <a:lnTo>
                    <a:pt x="77378" y="371962"/>
                  </a:lnTo>
                  <a:lnTo>
                    <a:pt x="74724" y="376165"/>
                  </a:lnTo>
                  <a:lnTo>
                    <a:pt x="73228" y="378534"/>
                  </a:lnTo>
                  <a:lnTo>
                    <a:pt x="69651" y="384199"/>
                  </a:lnTo>
                  <a:lnTo>
                    <a:pt x="69385" y="384481"/>
                  </a:lnTo>
                  <a:lnTo>
                    <a:pt x="68203" y="385731"/>
                  </a:lnTo>
                  <a:lnTo>
                    <a:pt x="67591" y="386327"/>
                  </a:lnTo>
                  <a:lnTo>
                    <a:pt x="64649" y="390832"/>
                  </a:lnTo>
                  <a:lnTo>
                    <a:pt x="64015" y="391804"/>
                  </a:lnTo>
                  <a:lnTo>
                    <a:pt x="59030" y="399438"/>
                  </a:lnTo>
                  <a:lnTo>
                    <a:pt x="56868" y="402749"/>
                  </a:lnTo>
                  <a:lnTo>
                    <a:pt x="55625" y="404653"/>
                  </a:lnTo>
                  <a:lnTo>
                    <a:pt x="55291" y="405133"/>
                  </a:lnTo>
                  <a:lnTo>
                    <a:pt x="51210" y="402380"/>
                  </a:lnTo>
                  <a:lnTo>
                    <a:pt x="47689" y="400005"/>
                  </a:lnTo>
                  <a:lnTo>
                    <a:pt x="43132" y="396931"/>
                  </a:lnTo>
                  <a:lnTo>
                    <a:pt x="35307" y="391652"/>
                  </a:lnTo>
                  <a:lnTo>
                    <a:pt x="35592" y="391233"/>
                  </a:lnTo>
                  <a:lnTo>
                    <a:pt x="24204" y="383562"/>
                  </a:lnTo>
                  <a:lnTo>
                    <a:pt x="16169" y="378110"/>
                  </a:lnTo>
                  <a:lnTo>
                    <a:pt x="16579" y="377447"/>
                  </a:lnTo>
                  <a:lnTo>
                    <a:pt x="17438" y="376058"/>
                  </a:lnTo>
                  <a:lnTo>
                    <a:pt x="26070" y="363540"/>
                  </a:lnTo>
                  <a:lnTo>
                    <a:pt x="28100" y="360596"/>
                  </a:lnTo>
                  <a:lnTo>
                    <a:pt x="28854" y="359502"/>
                  </a:lnTo>
                  <a:lnTo>
                    <a:pt x="29773" y="358171"/>
                  </a:lnTo>
                  <a:lnTo>
                    <a:pt x="30438" y="357205"/>
                  </a:lnTo>
                  <a:lnTo>
                    <a:pt x="31054" y="356312"/>
                  </a:lnTo>
                  <a:lnTo>
                    <a:pt x="31346" y="354721"/>
                  </a:lnTo>
                  <a:lnTo>
                    <a:pt x="31728" y="353737"/>
                  </a:lnTo>
                  <a:lnTo>
                    <a:pt x="32087" y="352811"/>
                  </a:lnTo>
                  <a:lnTo>
                    <a:pt x="32265" y="352352"/>
                  </a:lnTo>
                  <a:lnTo>
                    <a:pt x="32356" y="352117"/>
                  </a:lnTo>
                  <a:lnTo>
                    <a:pt x="31912" y="351800"/>
                  </a:lnTo>
                  <a:lnTo>
                    <a:pt x="31648" y="351425"/>
                  </a:lnTo>
                  <a:lnTo>
                    <a:pt x="30737" y="350134"/>
                  </a:lnTo>
                  <a:lnTo>
                    <a:pt x="30238" y="349414"/>
                  </a:lnTo>
                  <a:lnTo>
                    <a:pt x="29976" y="349066"/>
                  </a:lnTo>
                  <a:lnTo>
                    <a:pt x="29618" y="348856"/>
                  </a:lnTo>
                  <a:lnTo>
                    <a:pt x="28524" y="348213"/>
                  </a:lnTo>
                  <a:lnTo>
                    <a:pt x="26903" y="347261"/>
                  </a:lnTo>
                  <a:lnTo>
                    <a:pt x="25653" y="346235"/>
                  </a:lnTo>
                  <a:lnTo>
                    <a:pt x="24752" y="345117"/>
                  </a:lnTo>
                  <a:lnTo>
                    <a:pt x="24371" y="344644"/>
                  </a:lnTo>
                  <a:lnTo>
                    <a:pt x="19918" y="347581"/>
                  </a:lnTo>
                  <a:lnTo>
                    <a:pt x="19716" y="347390"/>
                  </a:lnTo>
                  <a:lnTo>
                    <a:pt x="19417" y="347013"/>
                  </a:lnTo>
                  <a:lnTo>
                    <a:pt x="18851" y="346300"/>
                  </a:lnTo>
                  <a:lnTo>
                    <a:pt x="17554" y="345192"/>
                  </a:lnTo>
                  <a:lnTo>
                    <a:pt x="17311" y="345026"/>
                  </a:lnTo>
                  <a:lnTo>
                    <a:pt x="16425" y="344421"/>
                  </a:lnTo>
                  <a:lnTo>
                    <a:pt x="13999" y="342765"/>
                  </a:lnTo>
                  <a:lnTo>
                    <a:pt x="11154" y="340822"/>
                  </a:lnTo>
                  <a:lnTo>
                    <a:pt x="9403" y="339627"/>
                  </a:lnTo>
                  <a:lnTo>
                    <a:pt x="9016" y="339892"/>
                  </a:lnTo>
                  <a:lnTo>
                    <a:pt x="8308" y="340810"/>
                  </a:lnTo>
                  <a:lnTo>
                    <a:pt x="6875" y="342669"/>
                  </a:lnTo>
                  <a:lnTo>
                    <a:pt x="0" y="339597"/>
                  </a:lnTo>
                  <a:lnTo>
                    <a:pt x="1742" y="335919"/>
                  </a:lnTo>
                  <a:lnTo>
                    <a:pt x="1903" y="335643"/>
                  </a:lnTo>
                  <a:lnTo>
                    <a:pt x="2510" y="334598"/>
                  </a:lnTo>
                  <a:lnTo>
                    <a:pt x="3071" y="333633"/>
                  </a:lnTo>
                  <a:lnTo>
                    <a:pt x="3985" y="332061"/>
                  </a:lnTo>
                  <a:lnTo>
                    <a:pt x="4198" y="331634"/>
                  </a:lnTo>
                  <a:lnTo>
                    <a:pt x="4734" y="332239"/>
                  </a:lnTo>
                  <a:lnTo>
                    <a:pt x="5399" y="332599"/>
                  </a:lnTo>
                  <a:lnTo>
                    <a:pt x="6973" y="333450"/>
                  </a:lnTo>
                  <a:lnTo>
                    <a:pt x="8307" y="334172"/>
                  </a:lnTo>
                  <a:lnTo>
                    <a:pt x="8976" y="334534"/>
                  </a:lnTo>
                  <a:lnTo>
                    <a:pt x="9464" y="334798"/>
                  </a:lnTo>
                  <a:lnTo>
                    <a:pt x="12876" y="332602"/>
                  </a:lnTo>
                  <a:lnTo>
                    <a:pt x="16036" y="330567"/>
                  </a:lnTo>
                  <a:lnTo>
                    <a:pt x="18362" y="329069"/>
                  </a:lnTo>
                  <a:lnTo>
                    <a:pt x="19201" y="328542"/>
                  </a:lnTo>
                  <a:lnTo>
                    <a:pt x="19933" y="329710"/>
                  </a:lnTo>
                  <a:lnTo>
                    <a:pt x="23040" y="327543"/>
                  </a:lnTo>
                  <a:lnTo>
                    <a:pt x="26479" y="332286"/>
                  </a:lnTo>
                  <a:lnTo>
                    <a:pt x="24044" y="334080"/>
                  </a:lnTo>
                  <a:lnTo>
                    <a:pt x="25048" y="335469"/>
                  </a:lnTo>
                  <a:lnTo>
                    <a:pt x="28295" y="333161"/>
                  </a:lnTo>
                  <a:lnTo>
                    <a:pt x="33276" y="339343"/>
                  </a:lnTo>
                  <a:lnTo>
                    <a:pt x="33507" y="339022"/>
                  </a:lnTo>
                  <a:lnTo>
                    <a:pt x="34323" y="337890"/>
                  </a:lnTo>
                  <a:lnTo>
                    <a:pt x="40689" y="341620"/>
                  </a:lnTo>
                  <a:lnTo>
                    <a:pt x="40846" y="341377"/>
                  </a:lnTo>
                  <a:lnTo>
                    <a:pt x="41932" y="340122"/>
                  </a:lnTo>
                  <a:lnTo>
                    <a:pt x="43054" y="338680"/>
                  </a:lnTo>
                  <a:lnTo>
                    <a:pt x="43212" y="338131"/>
                  </a:lnTo>
                  <a:lnTo>
                    <a:pt x="37371" y="333585"/>
                  </a:lnTo>
                  <a:lnTo>
                    <a:pt x="35194" y="330665"/>
                  </a:lnTo>
                  <a:lnTo>
                    <a:pt x="35014" y="330437"/>
                  </a:lnTo>
                  <a:lnTo>
                    <a:pt x="34880" y="330267"/>
                  </a:lnTo>
                  <a:lnTo>
                    <a:pt x="36952" y="329416"/>
                  </a:lnTo>
                  <a:lnTo>
                    <a:pt x="39315" y="327387"/>
                  </a:lnTo>
                  <a:lnTo>
                    <a:pt x="37967" y="326025"/>
                  </a:lnTo>
                  <a:lnTo>
                    <a:pt x="40036" y="323274"/>
                  </a:lnTo>
                  <a:lnTo>
                    <a:pt x="42493" y="322260"/>
                  </a:lnTo>
                  <a:lnTo>
                    <a:pt x="41596" y="316499"/>
                  </a:lnTo>
                  <a:lnTo>
                    <a:pt x="43865" y="310758"/>
                  </a:lnTo>
                  <a:lnTo>
                    <a:pt x="46302" y="309523"/>
                  </a:lnTo>
                  <a:lnTo>
                    <a:pt x="46496" y="307403"/>
                  </a:lnTo>
                  <a:lnTo>
                    <a:pt x="47884" y="306442"/>
                  </a:lnTo>
                  <a:lnTo>
                    <a:pt x="48632" y="304199"/>
                  </a:lnTo>
                  <a:lnTo>
                    <a:pt x="47243" y="298965"/>
                  </a:lnTo>
                  <a:lnTo>
                    <a:pt x="46282" y="295013"/>
                  </a:lnTo>
                  <a:lnTo>
                    <a:pt x="44894" y="290527"/>
                  </a:lnTo>
                  <a:lnTo>
                    <a:pt x="44146" y="286362"/>
                  </a:lnTo>
                  <a:lnTo>
                    <a:pt x="39861" y="281375"/>
                  </a:lnTo>
                  <a:lnTo>
                    <a:pt x="40181" y="277637"/>
                  </a:lnTo>
                  <a:lnTo>
                    <a:pt x="40771" y="277107"/>
                  </a:lnTo>
                  <a:lnTo>
                    <a:pt x="41738" y="276240"/>
                  </a:lnTo>
                  <a:lnTo>
                    <a:pt x="42278" y="276207"/>
                  </a:lnTo>
                  <a:lnTo>
                    <a:pt x="44789" y="274764"/>
                  </a:lnTo>
                  <a:lnTo>
                    <a:pt x="45197" y="274530"/>
                  </a:lnTo>
                  <a:lnTo>
                    <a:pt x="46246" y="274594"/>
                  </a:lnTo>
                  <a:lnTo>
                    <a:pt x="47258" y="274657"/>
                  </a:lnTo>
                  <a:lnTo>
                    <a:pt x="48244" y="274718"/>
                  </a:lnTo>
                  <a:lnTo>
                    <a:pt x="50833" y="276145"/>
                  </a:lnTo>
                  <a:lnTo>
                    <a:pt x="52485" y="277057"/>
                  </a:lnTo>
                  <a:lnTo>
                    <a:pt x="53000" y="277437"/>
                  </a:lnTo>
                  <a:lnTo>
                    <a:pt x="56226" y="279708"/>
                  </a:lnTo>
                  <a:lnTo>
                    <a:pt x="61278" y="272953"/>
                  </a:lnTo>
                  <a:lnTo>
                    <a:pt x="60755" y="272317"/>
                  </a:lnTo>
                  <a:lnTo>
                    <a:pt x="60187" y="271625"/>
                  </a:lnTo>
                  <a:lnTo>
                    <a:pt x="62183" y="268291"/>
                  </a:lnTo>
                  <a:lnTo>
                    <a:pt x="60314" y="256115"/>
                  </a:lnTo>
                  <a:lnTo>
                    <a:pt x="56629" y="256275"/>
                  </a:lnTo>
                  <a:lnTo>
                    <a:pt x="56255" y="250347"/>
                  </a:lnTo>
                  <a:lnTo>
                    <a:pt x="56950" y="243992"/>
                  </a:lnTo>
                  <a:lnTo>
                    <a:pt x="61382" y="239934"/>
                  </a:lnTo>
                  <a:lnTo>
                    <a:pt x="57163" y="239079"/>
                  </a:lnTo>
                  <a:lnTo>
                    <a:pt x="53906" y="239293"/>
                  </a:lnTo>
                  <a:lnTo>
                    <a:pt x="54226" y="236302"/>
                  </a:lnTo>
                  <a:lnTo>
                    <a:pt x="58071" y="236035"/>
                  </a:lnTo>
                  <a:lnTo>
                    <a:pt x="61062" y="230107"/>
                  </a:lnTo>
                  <a:lnTo>
                    <a:pt x="65815" y="232457"/>
                  </a:lnTo>
                  <a:lnTo>
                    <a:pt x="67470" y="229520"/>
                  </a:lnTo>
                  <a:lnTo>
                    <a:pt x="65067" y="227865"/>
                  </a:lnTo>
                  <a:lnTo>
                    <a:pt x="68645" y="223699"/>
                  </a:lnTo>
                  <a:lnTo>
                    <a:pt x="69126" y="220815"/>
                  </a:lnTo>
                  <a:lnTo>
                    <a:pt x="67310" y="218252"/>
                  </a:lnTo>
                  <a:lnTo>
                    <a:pt x="68538" y="216810"/>
                  </a:lnTo>
                  <a:lnTo>
                    <a:pt x="62771" y="210882"/>
                  </a:lnTo>
                  <a:lnTo>
                    <a:pt x="61222" y="207998"/>
                  </a:lnTo>
                  <a:lnTo>
                    <a:pt x="60261" y="207785"/>
                  </a:lnTo>
                  <a:lnTo>
                    <a:pt x="58872" y="204367"/>
                  </a:lnTo>
                  <a:lnTo>
                    <a:pt x="59193" y="202872"/>
                  </a:lnTo>
                  <a:lnTo>
                    <a:pt x="61008" y="202978"/>
                  </a:lnTo>
                  <a:lnTo>
                    <a:pt x="62557" y="191604"/>
                  </a:lnTo>
                  <a:lnTo>
                    <a:pt x="61008" y="190429"/>
                  </a:lnTo>
                  <a:lnTo>
                    <a:pt x="68645" y="184180"/>
                  </a:lnTo>
                  <a:lnTo>
                    <a:pt x="70995" y="187011"/>
                  </a:lnTo>
                  <a:lnTo>
                    <a:pt x="67684" y="198226"/>
                  </a:lnTo>
                  <a:lnTo>
                    <a:pt x="68859" y="201376"/>
                  </a:lnTo>
                  <a:lnTo>
                    <a:pt x="71689" y="203245"/>
                  </a:lnTo>
                  <a:lnTo>
                    <a:pt x="78578" y="201056"/>
                  </a:lnTo>
                  <a:lnTo>
                    <a:pt x="81836" y="202872"/>
                  </a:lnTo>
                  <a:lnTo>
                    <a:pt x="82477" y="204901"/>
                  </a:lnTo>
                  <a:lnTo>
                    <a:pt x="86428" y="225675"/>
                  </a:lnTo>
                  <a:lnTo>
                    <a:pt x="106188" y="205275"/>
                  </a:lnTo>
                  <a:lnTo>
                    <a:pt x="111742" y="205755"/>
                  </a:lnTo>
                  <a:lnTo>
                    <a:pt x="115694" y="203139"/>
                  </a:lnTo>
                  <a:lnTo>
                    <a:pt x="113557" y="196089"/>
                  </a:lnTo>
                  <a:lnTo>
                    <a:pt x="111475" y="197104"/>
                  </a:lnTo>
                  <a:lnTo>
                    <a:pt x="109445" y="189094"/>
                  </a:lnTo>
                  <a:lnTo>
                    <a:pt x="107843" y="188720"/>
                  </a:lnTo>
                  <a:lnTo>
                    <a:pt x="108431" y="177772"/>
                  </a:lnTo>
                  <a:lnTo>
                    <a:pt x="110941" y="177825"/>
                  </a:lnTo>
                  <a:lnTo>
                    <a:pt x="111154" y="173660"/>
                  </a:lnTo>
                  <a:lnTo>
                    <a:pt x="108431" y="173393"/>
                  </a:lnTo>
                  <a:lnTo>
                    <a:pt x="109323" y="164891"/>
                  </a:lnTo>
                  <a:lnTo>
                    <a:pt x="100645" y="151874"/>
                  </a:lnTo>
                  <a:lnTo>
                    <a:pt x="101780" y="148269"/>
                  </a:lnTo>
                  <a:lnTo>
                    <a:pt x="106587" y="149471"/>
                  </a:lnTo>
                  <a:lnTo>
                    <a:pt x="115008" y="150465"/>
                  </a:lnTo>
                  <a:lnTo>
                    <a:pt x="118981" y="137941"/>
                  </a:lnTo>
                  <a:lnTo>
                    <a:pt x="124428" y="125925"/>
                  </a:lnTo>
                  <a:lnTo>
                    <a:pt x="120903" y="126005"/>
                  </a:lnTo>
                  <a:lnTo>
                    <a:pt x="118580" y="120718"/>
                  </a:lnTo>
                  <a:lnTo>
                    <a:pt x="119381" y="116793"/>
                  </a:lnTo>
                  <a:lnTo>
                    <a:pt x="121224" y="116873"/>
                  </a:lnTo>
                  <a:lnTo>
                    <a:pt x="123307" y="109504"/>
                  </a:lnTo>
                  <a:lnTo>
                    <a:pt x="125549" y="105178"/>
                  </a:lnTo>
                  <a:lnTo>
                    <a:pt x="127232" y="103656"/>
                  </a:lnTo>
                  <a:lnTo>
                    <a:pt x="123787" y="99410"/>
                  </a:lnTo>
                  <a:lnTo>
                    <a:pt x="132038" y="92121"/>
                  </a:lnTo>
                  <a:lnTo>
                    <a:pt x="137966" y="92281"/>
                  </a:lnTo>
                  <a:lnTo>
                    <a:pt x="141010" y="85312"/>
                  </a:lnTo>
                  <a:lnTo>
                    <a:pt x="143653" y="73857"/>
                  </a:lnTo>
                  <a:lnTo>
                    <a:pt x="146457" y="70332"/>
                  </a:lnTo>
                  <a:lnTo>
                    <a:pt x="144534" y="68009"/>
                  </a:lnTo>
                  <a:lnTo>
                    <a:pt x="152064" y="60319"/>
                  </a:lnTo>
                  <a:lnTo>
                    <a:pt x="156710" y="59438"/>
                  </a:lnTo>
                  <a:lnTo>
                    <a:pt x="176766" y="39312"/>
                  </a:lnTo>
                  <a:lnTo>
                    <a:pt x="182384" y="31152"/>
                  </a:lnTo>
                  <a:lnTo>
                    <a:pt x="192277" y="17430"/>
                  </a:lnTo>
                  <a:lnTo>
                    <a:pt x="195562" y="11855"/>
                  </a:lnTo>
                  <a:lnTo>
                    <a:pt x="205174" y="0"/>
                  </a:lnTo>
                  <a:lnTo>
                    <a:pt x="212980" y="6214"/>
                  </a:lnTo>
                  <a:lnTo>
                    <a:pt x="206439" y="1689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3297058" y="2079535"/>
              <a:ext cx="161723" cy="54360"/>
            </a:xfrm>
            <a:custGeom>
              <a:avLst/>
              <a:pathLst>
                <a:path w="161723" h="54360">
                  <a:moveTo>
                    <a:pt x="161723" y="14459"/>
                  </a:moveTo>
                  <a:lnTo>
                    <a:pt x="161162" y="18424"/>
                  </a:lnTo>
                  <a:lnTo>
                    <a:pt x="158439" y="19745"/>
                  </a:lnTo>
                  <a:lnTo>
                    <a:pt x="157286" y="19302"/>
                  </a:lnTo>
                  <a:lnTo>
                    <a:pt x="155801" y="14752"/>
                  </a:lnTo>
                  <a:lnTo>
                    <a:pt x="146829" y="19158"/>
                  </a:lnTo>
                  <a:lnTo>
                    <a:pt x="137670" y="22362"/>
                  </a:lnTo>
                  <a:lnTo>
                    <a:pt x="132597" y="23190"/>
                  </a:lnTo>
                  <a:lnTo>
                    <a:pt x="131983" y="21962"/>
                  </a:lnTo>
                  <a:lnTo>
                    <a:pt x="122023" y="24285"/>
                  </a:lnTo>
                  <a:lnTo>
                    <a:pt x="118312" y="23030"/>
                  </a:lnTo>
                  <a:lnTo>
                    <a:pt x="117537" y="20600"/>
                  </a:lnTo>
                  <a:lnTo>
                    <a:pt x="96977" y="22816"/>
                  </a:lnTo>
                  <a:lnTo>
                    <a:pt x="96603" y="24125"/>
                  </a:lnTo>
                  <a:lnTo>
                    <a:pt x="87444" y="29598"/>
                  </a:lnTo>
                  <a:lnTo>
                    <a:pt x="88806" y="35259"/>
                  </a:lnTo>
                  <a:lnTo>
                    <a:pt x="78740" y="37769"/>
                  </a:lnTo>
                  <a:lnTo>
                    <a:pt x="79113" y="39024"/>
                  </a:lnTo>
                  <a:lnTo>
                    <a:pt x="73426" y="40947"/>
                  </a:lnTo>
                  <a:lnTo>
                    <a:pt x="72385" y="37742"/>
                  </a:lnTo>
                  <a:lnTo>
                    <a:pt x="62638" y="39932"/>
                  </a:lnTo>
                  <a:lnTo>
                    <a:pt x="33819" y="45188"/>
                  </a:lnTo>
                  <a:lnTo>
                    <a:pt x="32377" y="52717"/>
                  </a:lnTo>
                  <a:lnTo>
                    <a:pt x="31136" y="53719"/>
                  </a:lnTo>
                  <a:lnTo>
                    <a:pt x="23686" y="52918"/>
                  </a:lnTo>
                  <a:lnTo>
                    <a:pt x="18479" y="54360"/>
                  </a:lnTo>
                  <a:lnTo>
                    <a:pt x="15794" y="50306"/>
                  </a:lnTo>
                  <a:lnTo>
                    <a:pt x="13130" y="49165"/>
                  </a:lnTo>
                  <a:lnTo>
                    <a:pt x="12425" y="48659"/>
                  </a:lnTo>
                  <a:lnTo>
                    <a:pt x="11864" y="48275"/>
                  </a:lnTo>
                  <a:lnTo>
                    <a:pt x="12193" y="47121"/>
                  </a:lnTo>
                  <a:lnTo>
                    <a:pt x="12613" y="46724"/>
                  </a:lnTo>
                  <a:lnTo>
                    <a:pt x="13193" y="46119"/>
                  </a:lnTo>
                  <a:lnTo>
                    <a:pt x="12543" y="44497"/>
                  </a:lnTo>
                  <a:lnTo>
                    <a:pt x="11559" y="42040"/>
                  </a:lnTo>
                  <a:lnTo>
                    <a:pt x="11315" y="41420"/>
                  </a:lnTo>
                  <a:lnTo>
                    <a:pt x="11022" y="40674"/>
                  </a:lnTo>
                  <a:lnTo>
                    <a:pt x="9684" y="37270"/>
                  </a:lnTo>
                  <a:lnTo>
                    <a:pt x="9621" y="37117"/>
                  </a:lnTo>
                  <a:lnTo>
                    <a:pt x="7773" y="32683"/>
                  </a:lnTo>
                  <a:lnTo>
                    <a:pt x="7469" y="31935"/>
                  </a:lnTo>
                  <a:lnTo>
                    <a:pt x="6515" y="29584"/>
                  </a:lnTo>
                  <a:lnTo>
                    <a:pt x="6068" y="28483"/>
                  </a:lnTo>
                  <a:lnTo>
                    <a:pt x="5839" y="27848"/>
                  </a:lnTo>
                  <a:lnTo>
                    <a:pt x="4306" y="23597"/>
                  </a:lnTo>
                  <a:lnTo>
                    <a:pt x="4191" y="23267"/>
                  </a:lnTo>
                  <a:lnTo>
                    <a:pt x="3562" y="21451"/>
                  </a:lnTo>
                  <a:lnTo>
                    <a:pt x="3279" y="19296"/>
                  </a:lnTo>
                  <a:lnTo>
                    <a:pt x="3023" y="18554"/>
                  </a:lnTo>
                  <a:lnTo>
                    <a:pt x="1455" y="13998"/>
                  </a:lnTo>
                  <a:lnTo>
                    <a:pt x="1217" y="13307"/>
                  </a:lnTo>
                  <a:lnTo>
                    <a:pt x="0" y="7689"/>
                  </a:lnTo>
                  <a:lnTo>
                    <a:pt x="952" y="7249"/>
                  </a:lnTo>
                  <a:lnTo>
                    <a:pt x="4597" y="8411"/>
                  </a:lnTo>
                  <a:lnTo>
                    <a:pt x="9483" y="7890"/>
                  </a:lnTo>
                  <a:lnTo>
                    <a:pt x="9762" y="8472"/>
                  </a:lnTo>
                  <a:lnTo>
                    <a:pt x="12767" y="14739"/>
                  </a:lnTo>
                  <a:lnTo>
                    <a:pt x="15931" y="13818"/>
                  </a:lnTo>
                  <a:lnTo>
                    <a:pt x="17534" y="17943"/>
                  </a:lnTo>
                  <a:lnTo>
                    <a:pt x="18575" y="17863"/>
                  </a:lnTo>
                  <a:lnTo>
                    <a:pt x="20337" y="23591"/>
                  </a:lnTo>
                  <a:lnTo>
                    <a:pt x="22500" y="24832"/>
                  </a:lnTo>
                  <a:lnTo>
                    <a:pt x="26305" y="24151"/>
                  </a:lnTo>
                  <a:lnTo>
                    <a:pt x="25905" y="22549"/>
                  </a:lnTo>
                  <a:lnTo>
                    <a:pt x="27987" y="22149"/>
                  </a:lnTo>
                  <a:lnTo>
                    <a:pt x="27467" y="20106"/>
                  </a:lnTo>
                  <a:lnTo>
                    <a:pt x="31952" y="19065"/>
                  </a:lnTo>
                  <a:lnTo>
                    <a:pt x="32954" y="22469"/>
                  </a:lnTo>
                  <a:lnTo>
                    <a:pt x="36639" y="21868"/>
                  </a:lnTo>
                  <a:lnTo>
                    <a:pt x="36278" y="19906"/>
                  </a:lnTo>
                  <a:lnTo>
                    <a:pt x="42126" y="17422"/>
                  </a:lnTo>
                  <a:lnTo>
                    <a:pt x="43327" y="22229"/>
                  </a:lnTo>
                  <a:lnTo>
                    <a:pt x="52139" y="20386"/>
                  </a:lnTo>
                  <a:lnTo>
                    <a:pt x="51458" y="17022"/>
                  </a:lnTo>
                  <a:lnTo>
                    <a:pt x="64035" y="14418"/>
                  </a:lnTo>
                  <a:lnTo>
                    <a:pt x="64595" y="15780"/>
                  </a:lnTo>
                  <a:lnTo>
                    <a:pt x="71565" y="14579"/>
                  </a:lnTo>
                  <a:lnTo>
                    <a:pt x="71244" y="12977"/>
                  </a:lnTo>
                  <a:lnTo>
                    <a:pt x="76291" y="10934"/>
                  </a:lnTo>
                  <a:lnTo>
                    <a:pt x="74528" y="3805"/>
                  </a:lnTo>
                  <a:lnTo>
                    <a:pt x="80737" y="2323"/>
                  </a:lnTo>
                  <a:lnTo>
                    <a:pt x="83460" y="12456"/>
                  </a:lnTo>
                  <a:lnTo>
                    <a:pt x="87185" y="11695"/>
                  </a:lnTo>
                  <a:lnTo>
                    <a:pt x="86544" y="6728"/>
                  </a:lnTo>
                  <a:lnTo>
                    <a:pt x="93353" y="6007"/>
                  </a:lnTo>
                  <a:lnTo>
                    <a:pt x="93153" y="3003"/>
                  </a:lnTo>
                  <a:lnTo>
                    <a:pt x="99001" y="2603"/>
                  </a:lnTo>
                  <a:lnTo>
                    <a:pt x="100122" y="11855"/>
                  </a:lnTo>
                  <a:lnTo>
                    <a:pt x="120309" y="10293"/>
                  </a:lnTo>
                  <a:lnTo>
                    <a:pt x="121670" y="17863"/>
                  </a:lnTo>
                  <a:lnTo>
                    <a:pt x="153512" y="7890"/>
                  </a:lnTo>
                  <a:lnTo>
                    <a:pt x="153512" y="0"/>
                  </a:lnTo>
                  <a:lnTo>
                    <a:pt x="160241" y="6568"/>
                  </a:lnTo>
                  <a:lnTo>
                    <a:pt x="159680" y="93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3340507" y="2141304"/>
              <a:ext cx="64015" cy="48704"/>
            </a:xfrm>
            <a:custGeom>
              <a:avLst/>
              <a:pathLst>
                <a:path w="64015" h="48704">
                  <a:moveTo>
                    <a:pt x="4004" y="24284"/>
                  </a:moveTo>
                  <a:lnTo>
                    <a:pt x="2938" y="21129"/>
                  </a:lnTo>
                  <a:lnTo>
                    <a:pt x="1998" y="21373"/>
                  </a:lnTo>
                  <a:lnTo>
                    <a:pt x="1430" y="21450"/>
                  </a:lnTo>
                  <a:lnTo>
                    <a:pt x="833" y="19812"/>
                  </a:lnTo>
                  <a:lnTo>
                    <a:pt x="201" y="17326"/>
                  </a:lnTo>
                  <a:lnTo>
                    <a:pt x="0" y="16536"/>
                  </a:lnTo>
                  <a:lnTo>
                    <a:pt x="1158" y="17114"/>
                  </a:lnTo>
                  <a:lnTo>
                    <a:pt x="1319" y="16164"/>
                  </a:lnTo>
                  <a:lnTo>
                    <a:pt x="1465" y="16662"/>
                  </a:lnTo>
                  <a:lnTo>
                    <a:pt x="4549" y="15941"/>
                  </a:lnTo>
                  <a:lnTo>
                    <a:pt x="6712" y="17223"/>
                  </a:lnTo>
                  <a:lnTo>
                    <a:pt x="7513" y="19145"/>
                  </a:lnTo>
                  <a:lnTo>
                    <a:pt x="17807" y="16181"/>
                  </a:lnTo>
                  <a:lnTo>
                    <a:pt x="17326" y="15020"/>
                  </a:lnTo>
                  <a:lnTo>
                    <a:pt x="31464" y="10254"/>
                  </a:lnTo>
                  <a:lnTo>
                    <a:pt x="31224" y="9493"/>
                  </a:lnTo>
                  <a:lnTo>
                    <a:pt x="36351" y="8171"/>
                  </a:lnTo>
                  <a:lnTo>
                    <a:pt x="36191" y="7330"/>
                  </a:lnTo>
                  <a:lnTo>
                    <a:pt x="46564" y="4005"/>
                  </a:lnTo>
                  <a:lnTo>
                    <a:pt x="48367" y="8852"/>
                  </a:lnTo>
                  <a:lnTo>
                    <a:pt x="60783" y="1041"/>
                  </a:lnTo>
                  <a:lnTo>
                    <a:pt x="61176" y="811"/>
                  </a:lnTo>
                  <a:lnTo>
                    <a:pt x="62557" y="0"/>
                  </a:lnTo>
                  <a:lnTo>
                    <a:pt x="62677" y="166"/>
                  </a:lnTo>
                  <a:lnTo>
                    <a:pt x="64015" y="2018"/>
                  </a:lnTo>
                  <a:lnTo>
                    <a:pt x="58953" y="5467"/>
                  </a:lnTo>
                  <a:lnTo>
                    <a:pt x="61500" y="9189"/>
                  </a:lnTo>
                  <a:lnTo>
                    <a:pt x="56182" y="13392"/>
                  </a:lnTo>
                  <a:lnTo>
                    <a:pt x="58719" y="17145"/>
                  </a:lnTo>
                  <a:lnTo>
                    <a:pt x="55983" y="24161"/>
                  </a:lnTo>
                  <a:lnTo>
                    <a:pt x="54313" y="27210"/>
                  </a:lnTo>
                  <a:lnTo>
                    <a:pt x="48643" y="31074"/>
                  </a:lnTo>
                  <a:lnTo>
                    <a:pt x="41443" y="32662"/>
                  </a:lnTo>
                  <a:lnTo>
                    <a:pt x="40555" y="30664"/>
                  </a:lnTo>
                  <a:lnTo>
                    <a:pt x="38241" y="32954"/>
                  </a:lnTo>
                  <a:lnTo>
                    <a:pt x="36283" y="33722"/>
                  </a:lnTo>
                  <a:lnTo>
                    <a:pt x="36609" y="35443"/>
                  </a:lnTo>
                  <a:lnTo>
                    <a:pt x="31576" y="38384"/>
                  </a:lnTo>
                  <a:lnTo>
                    <a:pt x="31960" y="44667"/>
                  </a:lnTo>
                  <a:lnTo>
                    <a:pt x="21043" y="47711"/>
                  </a:lnTo>
                  <a:lnTo>
                    <a:pt x="14910" y="45692"/>
                  </a:lnTo>
                  <a:lnTo>
                    <a:pt x="10528" y="47804"/>
                  </a:lnTo>
                  <a:lnTo>
                    <a:pt x="8634" y="48704"/>
                  </a:lnTo>
                  <a:lnTo>
                    <a:pt x="8144" y="41745"/>
                  </a:lnTo>
                  <a:lnTo>
                    <a:pt x="9152" y="40426"/>
                  </a:lnTo>
                  <a:lnTo>
                    <a:pt x="9291" y="40086"/>
                  </a:lnTo>
                  <a:lnTo>
                    <a:pt x="9365" y="39907"/>
                  </a:lnTo>
                  <a:lnTo>
                    <a:pt x="9141" y="38796"/>
                  </a:lnTo>
                  <a:lnTo>
                    <a:pt x="8249" y="36879"/>
                  </a:lnTo>
                  <a:lnTo>
                    <a:pt x="8148" y="36544"/>
                  </a:lnTo>
                  <a:lnTo>
                    <a:pt x="6525" y="31742"/>
                  </a:lnTo>
                  <a:lnTo>
                    <a:pt x="6384" y="31326"/>
                  </a:lnTo>
                  <a:lnTo>
                    <a:pt x="5695" y="29287"/>
                  </a:lnTo>
                  <a:lnTo>
                    <a:pt x="5139" y="27642"/>
                  </a:lnTo>
                  <a:lnTo>
                    <a:pt x="4677" y="26274"/>
                  </a:lnTo>
                  <a:lnTo>
                    <a:pt x="4499" y="257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3307269" y="2276015"/>
              <a:ext cx="182790" cy="79202"/>
            </a:xfrm>
            <a:custGeom>
              <a:avLst/>
              <a:pathLst>
                <a:path w="182790" h="79202">
                  <a:moveTo>
                    <a:pt x="157076" y="20747"/>
                  </a:moveTo>
                  <a:lnTo>
                    <a:pt x="160589" y="26178"/>
                  </a:lnTo>
                  <a:lnTo>
                    <a:pt x="158026" y="30343"/>
                  </a:lnTo>
                  <a:lnTo>
                    <a:pt x="152418" y="33761"/>
                  </a:lnTo>
                  <a:lnTo>
                    <a:pt x="131361" y="38572"/>
                  </a:lnTo>
                  <a:lnTo>
                    <a:pt x="128300" y="34531"/>
                  </a:lnTo>
                  <a:lnTo>
                    <a:pt x="122318" y="32502"/>
                  </a:lnTo>
                  <a:lnTo>
                    <a:pt x="116871" y="35172"/>
                  </a:lnTo>
                  <a:lnTo>
                    <a:pt x="116230" y="41580"/>
                  </a:lnTo>
                  <a:lnTo>
                    <a:pt x="119432" y="42487"/>
                  </a:lnTo>
                  <a:lnTo>
                    <a:pt x="116852" y="47272"/>
                  </a:lnTo>
                  <a:lnTo>
                    <a:pt x="123474" y="49889"/>
                  </a:lnTo>
                  <a:lnTo>
                    <a:pt x="131377" y="51278"/>
                  </a:lnTo>
                  <a:lnTo>
                    <a:pt x="136397" y="51598"/>
                  </a:lnTo>
                  <a:lnTo>
                    <a:pt x="146758" y="49676"/>
                  </a:lnTo>
                  <a:lnTo>
                    <a:pt x="146224" y="44602"/>
                  </a:lnTo>
                  <a:lnTo>
                    <a:pt x="159147" y="43000"/>
                  </a:lnTo>
                  <a:lnTo>
                    <a:pt x="159307" y="41398"/>
                  </a:lnTo>
                  <a:lnTo>
                    <a:pt x="162886" y="39208"/>
                  </a:lnTo>
                  <a:lnTo>
                    <a:pt x="164514" y="43961"/>
                  </a:lnTo>
                  <a:lnTo>
                    <a:pt x="165315" y="43561"/>
                  </a:lnTo>
                  <a:lnTo>
                    <a:pt x="171377" y="43240"/>
                  </a:lnTo>
                  <a:lnTo>
                    <a:pt x="174154" y="44602"/>
                  </a:lnTo>
                  <a:lnTo>
                    <a:pt x="173247" y="46370"/>
                  </a:lnTo>
                  <a:lnTo>
                    <a:pt x="166944" y="45937"/>
                  </a:lnTo>
                  <a:lnTo>
                    <a:pt x="162805" y="46551"/>
                  </a:lnTo>
                  <a:lnTo>
                    <a:pt x="162939" y="48287"/>
                  </a:lnTo>
                  <a:lnTo>
                    <a:pt x="167104" y="47726"/>
                  </a:lnTo>
                  <a:lnTo>
                    <a:pt x="167425" y="50503"/>
                  </a:lnTo>
                  <a:lnTo>
                    <a:pt x="162672" y="51411"/>
                  </a:lnTo>
                  <a:lnTo>
                    <a:pt x="163135" y="54983"/>
                  </a:lnTo>
                  <a:lnTo>
                    <a:pt x="166424" y="54279"/>
                  </a:lnTo>
                  <a:lnTo>
                    <a:pt x="170614" y="56554"/>
                  </a:lnTo>
                  <a:lnTo>
                    <a:pt x="182790" y="63763"/>
                  </a:lnTo>
                  <a:lnTo>
                    <a:pt x="179034" y="74517"/>
                  </a:lnTo>
                  <a:lnTo>
                    <a:pt x="177745" y="77839"/>
                  </a:lnTo>
                  <a:lnTo>
                    <a:pt x="173323" y="76963"/>
                  </a:lnTo>
                  <a:lnTo>
                    <a:pt x="154069" y="70016"/>
                  </a:lnTo>
                  <a:lnTo>
                    <a:pt x="135057" y="74449"/>
                  </a:lnTo>
                  <a:lnTo>
                    <a:pt x="125605" y="75036"/>
                  </a:lnTo>
                  <a:lnTo>
                    <a:pt x="124537" y="69856"/>
                  </a:lnTo>
                  <a:lnTo>
                    <a:pt x="106433" y="75891"/>
                  </a:lnTo>
                  <a:lnTo>
                    <a:pt x="106593" y="78614"/>
                  </a:lnTo>
                  <a:lnTo>
                    <a:pt x="98903" y="79202"/>
                  </a:lnTo>
                  <a:lnTo>
                    <a:pt x="98850" y="77600"/>
                  </a:lnTo>
                  <a:lnTo>
                    <a:pt x="92227" y="73220"/>
                  </a:lnTo>
                  <a:lnTo>
                    <a:pt x="77274" y="67560"/>
                  </a:lnTo>
                  <a:lnTo>
                    <a:pt x="80212" y="60777"/>
                  </a:lnTo>
                  <a:lnTo>
                    <a:pt x="74604" y="57947"/>
                  </a:lnTo>
                  <a:lnTo>
                    <a:pt x="72949" y="60724"/>
                  </a:lnTo>
                  <a:lnTo>
                    <a:pt x="70492" y="68628"/>
                  </a:lnTo>
                  <a:lnTo>
                    <a:pt x="52602" y="58428"/>
                  </a:lnTo>
                  <a:lnTo>
                    <a:pt x="44164" y="58481"/>
                  </a:lnTo>
                  <a:lnTo>
                    <a:pt x="43310" y="62433"/>
                  </a:lnTo>
                  <a:lnTo>
                    <a:pt x="40479" y="62219"/>
                  </a:lnTo>
                  <a:lnTo>
                    <a:pt x="40426" y="58161"/>
                  </a:lnTo>
                  <a:lnTo>
                    <a:pt x="24298" y="65637"/>
                  </a:lnTo>
                  <a:lnTo>
                    <a:pt x="17249" y="59496"/>
                  </a:lnTo>
                  <a:lnTo>
                    <a:pt x="19385" y="56185"/>
                  </a:lnTo>
                  <a:lnTo>
                    <a:pt x="17996" y="54636"/>
                  </a:lnTo>
                  <a:lnTo>
                    <a:pt x="18424" y="52553"/>
                  </a:lnTo>
                  <a:lnTo>
                    <a:pt x="15113" y="52981"/>
                  </a:lnTo>
                  <a:lnTo>
                    <a:pt x="14952" y="56452"/>
                  </a:lnTo>
                  <a:lnTo>
                    <a:pt x="11428" y="59175"/>
                  </a:lnTo>
                  <a:lnTo>
                    <a:pt x="7156" y="59389"/>
                  </a:lnTo>
                  <a:lnTo>
                    <a:pt x="0" y="56345"/>
                  </a:lnTo>
                  <a:lnTo>
                    <a:pt x="1975" y="52500"/>
                  </a:lnTo>
                  <a:lnTo>
                    <a:pt x="2587" y="52264"/>
                  </a:lnTo>
                  <a:lnTo>
                    <a:pt x="3149" y="52048"/>
                  </a:lnTo>
                  <a:lnTo>
                    <a:pt x="3311" y="51985"/>
                  </a:lnTo>
                  <a:lnTo>
                    <a:pt x="5458" y="50404"/>
                  </a:lnTo>
                  <a:lnTo>
                    <a:pt x="7221" y="51259"/>
                  </a:lnTo>
                  <a:lnTo>
                    <a:pt x="7367" y="50867"/>
                  </a:lnTo>
                  <a:lnTo>
                    <a:pt x="9200" y="46130"/>
                  </a:lnTo>
                  <a:lnTo>
                    <a:pt x="10728" y="42183"/>
                  </a:lnTo>
                  <a:lnTo>
                    <a:pt x="10861" y="41872"/>
                  </a:lnTo>
                  <a:lnTo>
                    <a:pt x="11750" y="39786"/>
                  </a:lnTo>
                  <a:lnTo>
                    <a:pt x="12691" y="37651"/>
                  </a:lnTo>
                  <a:lnTo>
                    <a:pt x="14126" y="34391"/>
                  </a:lnTo>
                  <a:lnTo>
                    <a:pt x="13832" y="34277"/>
                  </a:lnTo>
                  <a:lnTo>
                    <a:pt x="16953" y="26618"/>
                  </a:lnTo>
                  <a:lnTo>
                    <a:pt x="17329" y="25754"/>
                  </a:lnTo>
                  <a:lnTo>
                    <a:pt x="18918" y="26418"/>
                  </a:lnTo>
                  <a:lnTo>
                    <a:pt x="23936" y="28515"/>
                  </a:lnTo>
                  <a:lnTo>
                    <a:pt x="24196" y="28624"/>
                  </a:lnTo>
                  <a:lnTo>
                    <a:pt x="30593" y="31298"/>
                  </a:lnTo>
                  <a:lnTo>
                    <a:pt x="30919" y="31434"/>
                  </a:lnTo>
                  <a:lnTo>
                    <a:pt x="31178" y="31542"/>
                  </a:lnTo>
                  <a:lnTo>
                    <a:pt x="33292" y="31495"/>
                  </a:lnTo>
                  <a:lnTo>
                    <a:pt x="48963" y="31145"/>
                  </a:lnTo>
                  <a:lnTo>
                    <a:pt x="50038" y="31748"/>
                  </a:lnTo>
                  <a:lnTo>
                    <a:pt x="55237" y="34662"/>
                  </a:lnTo>
                  <a:lnTo>
                    <a:pt x="55530" y="34826"/>
                  </a:lnTo>
                  <a:lnTo>
                    <a:pt x="61826" y="38008"/>
                  </a:lnTo>
                  <a:lnTo>
                    <a:pt x="66529" y="40485"/>
                  </a:lnTo>
                  <a:lnTo>
                    <a:pt x="73021" y="43781"/>
                  </a:lnTo>
                  <a:lnTo>
                    <a:pt x="77655" y="46133"/>
                  </a:lnTo>
                  <a:lnTo>
                    <a:pt x="78559" y="46592"/>
                  </a:lnTo>
                  <a:lnTo>
                    <a:pt x="85784" y="50306"/>
                  </a:lnTo>
                  <a:lnTo>
                    <a:pt x="92211" y="53610"/>
                  </a:lnTo>
                  <a:lnTo>
                    <a:pt x="92605" y="53813"/>
                  </a:lnTo>
                  <a:lnTo>
                    <a:pt x="93132" y="52741"/>
                  </a:lnTo>
                  <a:lnTo>
                    <a:pt x="98961" y="40009"/>
                  </a:lnTo>
                  <a:lnTo>
                    <a:pt x="100451" y="37317"/>
                  </a:lnTo>
                  <a:lnTo>
                    <a:pt x="102037" y="35266"/>
                  </a:lnTo>
                  <a:lnTo>
                    <a:pt x="102249" y="35329"/>
                  </a:lnTo>
                  <a:lnTo>
                    <a:pt x="101588" y="33306"/>
                  </a:lnTo>
                  <a:lnTo>
                    <a:pt x="100546" y="31495"/>
                  </a:lnTo>
                  <a:lnTo>
                    <a:pt x="99793" y="31143"/>
                  </a:lnTo>
                  <a:lnTo>
                    <a:pt x="98086" y="31745"/>
                  </a:lnTo>
                  <a:lnTo>
                    <a:pt x="96549" y="32828"/>
                  </a:lnTo>
                  <a:lnTo>
                    <a:pt x="95751" y="31103"/>
                  </a:lnTo>
                  <a:lnTo>
                    <a:pt x="94407" y="20824"/>
                  </a:lnTo>
                  <a:lnTo>
                    <a:pt x="94209" y="19308"/>
                  </a:lnTo>
                  <a:lnTo>
                    <a:pt x="93194" y="17145"/>
                  </a:lnTo>
                  <a:lnTo>
                    <a:pt x="93290" y="16793"/>
                  </a:lnTo>
                  <a:lnTo>
                    <a:pt x="96182" y="19759"/>
                  </a:lnTo>
                  <a:lnTo>
                    <a:pt x="99507" y="18597"/>
                  </a:lnTo>
                  <a:lnTo>
                    <a:pt x="100869" y="19719"/>
                  </a:lnTo>
                  <a:lnTo>
                    <a:pt x="101469" y="21962"/>
                  </a:lnTo>
                  <a:lnTo>
                    <a:pt x="106796" y="19238"/>
                  </a:lnTo>
                  <a:lnTo>
                    <a:pt x="107878" y="20920"/>
                  </a:lnTo>
                  <a:lnTo>
                    <a:pt x="114166" y="21521"/>
                  </a:lnTo>
                  <a:lnTo>
                    <a:pt x="127197" y="30520"/>
                  </a:lnTo>
                  <a:lnTo>
                    <a:pt x="130401" y="28197"/>
                  </a:lnTo>
                  <a:lnTo>
                    <a:pt x="134807" y="16181"/>
                  </a:lnTo>
                  <a:lnTo>
                    <a:pt x="130881" y="10894"/>
                  </a:lnTo>
                  <a:lnTo>
                    <a:pt x="135367" y="4886"/>
                  </a:lnTo>
                  <a:lnTo>
                    <a:pt x="137290" y="7690"/>
                  </a:lnTo>
                  <a:lnTo>
                    <a:pt x="141135" y="23631"/>
                  </a:lnTo>
                  <a:lnTo>
                    <a:pt x="147704" y="19705"/>
                  </a:lnTo>
                  <a:lnTo>
                    <a:pt x="144019" y="6328"/>
                  </a:lnTo>
                  <a:lnTo>
                    <a:pt x="159079" y="0"/>
                  </a:lnTo>
                  <a:lnTo>
                    <a:pt x="163164" y="8491"/>
                  </a:lnTo>
                  <a:lnTo>
                    <a:pt x="154673" y="119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3218292" y="2287014"/>
              <a:ext cx="106306" cy="79217"/>
            </a:xfrm>
            <a:custGeom>
              <a:avLst/>
              <a:pathLst>
                <a:path w="106306" h="79217">
                  <a:moveTo>
                    <a:pt x="99531" y="11692"/>
                  </a:moveTo>
                  <a:lnTo>
                    <a:pt x="106306" y="14756"/>
                  </a:lnTo>
                  <a:lnTo>
                    <a:pt x="105880" y="15743"/>
                  </a:lnTo>
                  <a:lnTo>
                    <a:pt x="102809" y="23278"/>
                  </a:lnTo>
                  <a:lnTo>
                    <a:pt x="103103" y="23393"/>
                  </a:lnTo>
                  <a:lnTo>
                    <a:pt x="101620" y="26760"/>
                  </a:lnTo>
                  <a:lnTo>
                    <a:pt x="100680" y="28894"/>
                  </a:lnTo>
                  <a:lnTo>
                    <a:pt x="99837" y="30874"/>
                  </a:lnTo>
                  <a:lnTo>
                    <a:pt x="99705" y="31185"/>
                  </a:lnTo>
                  <a:lnTo>
                    <a:pt x="98177" y="35132"/>
                  </a:lnTo>
                  <a:lnTo>
                    <a:pt x="96344" y="39869"/>
                  </a:lnTo>
                  <a:lnTo>
                    <a:pt x="96197" y="40261"/>
                  </a:lnTo>
                  <a:lnTo>
                    <a:pt x="94435" y="39406"/>
                  </a:lnTo>
                  <a:lnTo>
                    <a:pt x="92288" y="40987"/>
                  </a:lnTo>
                  <a:lnTo>
                    <a:pt x="92126" y="41050"/>
                  </a:lnTo>
                  <a:lnTo>
                    <a:pt x="91564" y="41266"/>
                  </a:lnTo>
                  <a:lnTo>
                    <a:pt x="90952" y="41502"/>
                  </a:lnTo>
                  <a:lnTo>
                    <a:pt x="88389" y="36108"/>
                  </a:lnTo>
                  <a:lnTo>
                    <a:pt x="87321" y="37176"/>
                  </a:lnTo>
                  <a:lnTo>
                    <a:pt x="86894" y="39686"/>
                  </a:lnTo>
                  <a:lnTo>
                    <a:pt x="82942" y="42409"/>
                  </a:lnTo>
                  <a:lnTo>
                    <a:pt x="80966" y="38618"/>
                  </a:lnTo>
                  <a:lnTo>
                    <a:pt x="79257" y="40006"/>
                  </a:lnTo>
                  <a:lnTo>
                    <a:pt x="76266" y="37229"/>
                  </a:lnTo>
                  <a:lnTo>
                    <a:pt x="75358" y="38297"/>
                  </a:lnTo>
                  <a:lnTo>
                    <a:pt x="71620" y="35787"/>
                  </a:lnTo>
                  <a:lnTo>
                    <a:pt x="70606" y="33331"/>
                  </a:lnTo>
                  <a:lnTo>
                    <a:pt x="64251" y="34613"/>
                  </a:lnTo>
                  <a:lnTo>
                    <a:pt x="59658" y="32850"/>
                  </a:lnTo>
                  <a:lnTo>
                    <a:pt x="52395" y="35574"/>
                  </a:lnTo>
                  <a:lnTo>
                    <a:pt x="52822" y="40434"/>
                  </a:lnTo>
                  <a:lnTo>
                    <a:pt x="53677" y="40380"/>
                  </a:lnTo>
                  <a:lnTo>
                    <a:pt x="54745" y="47536"/>
                  </a:lnTo>
                  <a:lnTo>
                    <a:pt x="50152" y="48551"/>
                  </a:lnTo>
                  <a:lnTo>
                    <a:pt x="52021" y="50794"/>
                  </a:lnTo>
                  <a:lnTo>
                    <a:pt x="43690" y="56401"/>
                  </a:lnTo>
                  <a:lnTo>
                    <a:pt x="43916" y="57273"/>
                  </a:lnTo>
                  <a:lnTo>
                    <a:pt x="45395" y="59072"/>
                  </a:lnTo>
                  <a:lnTo>
                    <a:pt x="45538" y="59684"/>
                  </a:lnTo>
                  <a:lnTo>
                    <a:pt x="45457" y="60052"/>
                  </a:lnTo>
                  <a:lnTo>
                    <a:pt x="45204" y="60360"/>
                  </a:lnTo>
                  <a:lnTo>
                    <a:pt x="44096" y="60901"/>
                  </a:lnTo>
                  <a:lnTo>
                    <a:pt x="42910" y="61735"/>
                  </a:lnTo>
                  <a:lnTo>
                    <a:pt x="42119" y="62695"/>
                  </a:lnTo>
                  <a:lnTo>
                    <a:pt x="41745" y="63150"/>
                  </a:lnTo>
                  <a:lnTo>
                    <a:pt x="41166" y="64642"/>
                  </a:lnTo>
                  <a:lnTo>
                    <a:pt x="40792" y="65844"/>
                  </a:lnTo>
                  <a:lnTo>
                    <a:pt x="39217" y="68114"/>
                  </a:lnTo>
                  <a:lnTo>
                    <a:pt x="38950" y="68888"/>
                  </a:lnTo>
                  <a:lnTo>
                    <a:pt x="38950" y="69689"/>
                  </a:lnTo>
                  <a:lnTo>
                    <a:pt x="38083" y="73163"/>
                  </a:lnTo>
                  <a:lnTo>
                    <a:pt x="35559" y="73764"/>
                  </a:lnTo>
                  <a:lnTo>
                    <a:pt x="33036" y="74365"/>
                  </a:lnTo>
                  <a:lnTo>
                    <a:pt x="25662" y="79217"/>
                  </a:lnTo>
                  <a:lnTo>
                    <a:pt x="22386" y="77440"/>
                  </a:lnTo>
                  <a:lnTo>
                    <a:pt x="23594" y="76501"/>
                  </a:lnTo>
                  <a:lnTo>
                    <a:pt x="24422" y="74659"/>
                  </a:lnTo>
                  <a:lnTo>
                    <a:pt x="18996" y="74122"/>
                  </a:lnTo>
                  <a:lnTo>
                    <a:pt x="18428" y="75029"/>
                  </a:lnTo>
                  <a:lnTo>
                    <a:pt x="18182" y="75423"/>
                  </a:lnTo>
                  <a:lnTo>
                    <a:pt x="17149" y="77074"/>
                  </a:lnTo>
                  <a:lnTo>
                    <a:pt x="14951" y="75780"/>
                  </a:lnTo>
                  <a:lnTo>
                    <a:pt x="12618" y="74440"/>
                  </a:lnTo>
                  <a:lnTo>
                    <a:pt x="12538" y="74707"/>
                  </a:lnTo>
                  <a:lnTo>
                    <a:pt x="9918" y="72993"/>
                  </a:lnTo>
                  <a:lnTo>
                    <a:pt x="6673" y="70871"/>
                  </a:lnTo>
                  <a:lnTo>
                    <a:pt x="5492" y="70098"/>
                  </a:lnTo>
                  <a:lnTo>
                    <a:pt x="3145" y="68563"/>
                  </a:lnTo>
                  <a:lnTo>
                    <a:pt x="0" y="66505"/>
                  </a:lnTo>
                  <a:lnTo>
                    <a:pt x="2161" y="63193"/>
                  </a:lnTo>
                  <a:lnTo>
                    <a:pt x="7146" y="55559"/>
                  </a:lnTo>
                  <a:lnTo>
                    <a:pt x="7781" y="54587"/>
                  </a:lnTo>
                  <a:lnTo>
                    <a:pt x="10722" y="50082"/>
                  </a:lnTo>
                  <a:lnTo>
                    <a:pt x="11334" y="49486"/>
                  </a:lnTo>
                  <a:lnTo>
                    <a:pt x="12516" y="48236"/>
                  </a:lnTo>
                  <a:lnTo>
                    <a:pt x="12783" y="47954"/>
                  </a:lnTo>
                  <a:lnTo>
                    <a:pt x="16360" y="42290"/>
                  </a:lnTo>
                  <a:lnTo>
                    <a:pt x="17855" y="39921"/>
                  </a:lnTo>
                  <a:lnTo>
                    <a:pt x="20510" y="35717"/>
                  </a:lnTo>
                  <a:lnTo>
                    <a:pt x="24047" y="30116"/>
                  </a:lnTo>
                  <a:lnTo>
                    <a:pt x="23797" y="29957"/>
                  </a:lnTo>
                  <a:lnTo>
                    <a:pt x="22114" y="28842"/>
                  </a:lnTo>
                  <a:lnTo>
                    <a:pt x="22841" y="27774"/>
                  </a:lnTo>
                  <a:lnTo>
                    <a:pt x="25431" y="23963"/>
                  </a:lnTo>
                  <a:lnTo>
                    <a:pt x="28600" y="19301"/>
                  </a:lnTo>
                  <a:lnTo>
                    <a:pt x="30737" y="16157"/>
                  </a:lnTo>
                  <a:lnTo>
                    <a:pt x="33099" y="12681"/>
                  </a:lnTo>
                  <a:lnTo>
                    <a:pt x="34456" y="10685"/>
                  </a:lnTo>
                  <a:lnTo>
                    <a:pt x="35004" y="9878"/>
                  </a:lnTo>
                  <a:lnTo>
                    <a:pt x="37764" y="8207"/>
                  </a:lnTo>
                  <a:lnTo>
                    <a:pt x="40109" y="6788"/>
                  </a:lnTo>
                  <a:lnTo>
                    <a:pt x="41298" y="4846"/>
                  </a:lnTo>
                  <a:lnTo>
                    <a:pt x="42154" y="5054"/>
                  </a:lnTo>
                  <a:lnTo>
                    <a:pt x="42345" y="5100"/>
                  </a:lnTo>
                  <a:lnTo>
                    <a:pt x="42694" y="5184"/>
                  </a:lnTo>
                  <a:lnTo>
                    <a:pt x="44431" y="5896"/>
                  </a:lnTo>
                  <a:lnTo>
                    <a:pt x="43763" y="7567"/>
                  </a:lnTo>
                  <a:lnTo>
                    <a:pt x="45228" y="8821"/>
                  </a:lnTo>
                  <a:lnTo>
                    <a:pt x="46525" y="9853"/>
                  </a:lnTo>
                  <a:lnTo>
                    <a:pt x="48571" y="11480"/>
                  </a:lnTo>
                  <a:lnTo>
                    <a:pt x="48990" y="11978"/>
                  </a:lnTo>
                  <a:lnTo>
                    <a:pt x="52628" y="10548"/>
                  </a:lnTo>
                  <a:lnTo>
                    <a:pt x="53017" y="10395"/>
                  </a:lnTo>
                  <a:lnTo>
                    <a:pt x="54615" y="9548"/>
                  </a:lnTo>
                  <a:lnTo>
                    <a:pt x="55354" y="9157"/>
                  </a:lnTo>
                  <a:lnTo>
                    <a:pt x="56253" y="8849"/>
                  </a:lnTo>
                  <a:lnTo>
                    <a:pt x="57812" y="8507"/>
                  </a:lnTo>
                  <a:lnTo>
                    <a:pt x="58773" y="8333"/>
                  </a:lnTo>
                  <a:lnTo>
                    <a:pt x="59596" y="8091"/>
                  </a:lnTo>
                  <a:lnTo>
                    <a:pt x="60987" y="7238"/>
                  </a:lnTo>
                  <a:lnTo>
                    <a:pt x="64351" y="1314"/>
                  </a:lnTo>
                  <a:lnTo>
                    <a:pt x="64896" y="0"/>
                  </a:lnTo>
                  <a:lnTo>
                    <a:pt x="66961" y="6"/>
                  </a:lnTo>
                  <a:lnTo>
                    <a:pt x="71872" y="415"/>
                  </a:lnTo>
                  <a:lnTo>
                    <a:pt x="72725" y="742"/>
                  </a:lnTo>
                  <a:lnTo>
                    <a:pt x="73616" y="1084"/>
                  </a:lnTo>
                  <a:lnTo>
                    <a:pt x="78673" y="3249"/>
                  </a:lnTo>
                  <a:lnTo>
                    <a:pt x="79456" y="3562"/>
                  </a:lnTo>
                  <a:lnTo>
                    <a:pt x="85848" y="6124"/>
                  </a:lnTo>
                  <a:lnTo>
                    <a:pt x="92832" y="8996"/>
                  </a:lnTo>
                  <a:lnTo>
                    <a:pt x="98135" y="111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2882033" y="2156018"/>
              <a:ext cx="314642" cy="119766"/>
            </a:xfrm>
            <a:custGeom>
              <a:avLst/>
              <a:pathLst>
                <a:path w="314642" h="119766">
                  <a:moveTo>
                    <a:pt x="57112" y="25829"/>
                  </a:moveTo>
                  <a:lnTo>
                    <a:pt x="58745" y="29013"/>
                  </a:lnTo>
                  <a:lnTo>
                    <a:pt x="59146" y="29794"/>
                  </a:lnTo>
                  <a:lnTo>
                    <a:pt x="59365" y="29791"/>
                  </a:lnTo>
                  <a:lnTo>
                    <a:pt x="61396" y="29764"/>
                  </a:lnTo>
                  <a:lnTo>
                    <a:pt x="61351" y="29449"/>
                  </a:lnTo>
                  <a:lnTo>
                    <a:pt x="60521" y="23664"/>
                  </a:lnTo>
                  <a:lnTo>
                    <a:pt x="65654" y="23079"/>
                  </a:lnTo>
                  <a:lnTo>
                    <a:pt x="70835" y="22563"/>
                  </a:lnTo>
                  <a:lnTo>
                    <a:pt x="76008" y="22088"/>
                  </a:lnTo>
                  <a:lnTo>
                    <a:pt x="81088" y="21572"/>
                  </a:lnTo>
                  <a:lnTo>
                    <a:pt x="83368" y="21353"/>
                  </a:lnTo>
                  <a:lnTo>
                    <a:pt x="85595" y="21433"/>
                  </a:lnTo>
                  <a:lnTo>
                    <a:pt x="86049" y="21449"/>
                  </a:lnTo>
                  <a:lnTo>
                    <a:pt x="86273" y="21457"/>
                  </a:lnTo>
                  <a:lnTo>
                    <a:pt x="86384" y="24517"/>
                  </a:lnTo>
                  <a:lnTo>
                    <a:pt x="86498" y="27670"/>
                  </a:lnTo>
                  <a:lnTo>
                    <a:pt x="91357" y="27743"/>
                  </a:lnTo>
                  <a:lnTo>
                    <a:pt x="91441" y="28663"/>
                  </a:lnTo>
                  <a:lnTo>
                    <a:pt x="91666" y="31129"/>
                  </a:lnTo>
                  <a:lnTo>
                    <a:pt x="91899" y="34573"/>
                  </a:lnTo>
                  <a:lnTo>
                    <a:pt x="91908" y="34705"/>
                  </a:lnTo>
                  <a:lnTo>
                    <a:pt x="93765" y="34666"/>
                  </a:lnTo>
                  <a:lnTo>
                    <a:pt x="93848" y="35309"/>
                  </a:lnTo>
                  <a:lnTo>
                    <a:pt x="94566" y="40876"/>
                  </a:lnTo>
                  <a:lnTo>
                    <a:pt x="94641" y="41459"/>
                  </a:lnTo>
                  <a:lnTo>
                    <a:pt x="96424" y="40379"/>
                  </a:lnTo>
                  <a:lnTo>
                    <a:pt x="99989" y="39417"/>
                  </a:lnTo>
                  <a:lnTo>
                    <a:pt x="102005" y="39421"/>
                  </a:lnTo>
                  <a:lnTo>
                    <a:pt x="103351" y="39424"/>
                  </a:lnTo>
                  <a:lnTo>
                    <a:pt x="103605" y="39425"/>
                  </a:lnTo>
                  <a:lnTo>
                    <a:pt x="104978" y="39744"/>
                  </a:lnTo>
                  <a:lnTo>
                    <a:pt x="109591" y="40816"/>
                  </a:lnTo>
                  <a:lnTo>
                    <a:pt x="110726" y="41080"/>
                  </a:lnTo>
                  <a:lnTo>
                    <a:pt x="112566" y="41507"/>
                  </a:lnTo>
                  <a:lnTo>
                    <a:pt x="112901" y="41794"/>
                  </a:lnTo>
                  <a:lnTo>
                    <a:pt x="114077" y="42800"/>
                  </a:lnTo>
                  <a:lnTo>
                    <a:pt x="121095" y="43862"/>
                  </a:lnTo>
                  <a:lnTo>
                    <a:pt x="122727" y="44109"/>
                  </a:lnTo>
                  <a:lnTo>
                    <a:pt x="124555" y="44386"/>
                  </a:lnTo>
                  <a:lnTo>
                    <a:pt x="128560" y="44767"/>
                  </a:lnTo>
                  <a:lnTo>
                    <a:pt x="129805" y="44885"/>
                  </a:lnTo>
                  <a:lnTo>
                    <a:pt x="132469" y="45139"/>
                  </a:lnTo>
                  <a:lnTo>
                    <a:pt x="141329" y="46324"/>
                  </a:lnTo>
                  <a:lnTo>
                    <a:pt x="141526" y="46200"/>
                  </a:lnTo>
                  <a:lnTo>
                    <a:pt x="143306" y="45072"/>
                  </a:lnTo>
                  <a:lnTo>
                    <a:pt x="144474" y="44333"/>
                  </a:lnTo>
                  <a:lnTo>
                    <a:pt x="149350" y="41244"/>
                  </a:lnTo>
                  <a:lnTo>
                    <a:pt x="151531" y="39863"/>
                  </a:lnTo>
                  <a:lnTo>
                    <a:pt x="152638" y="39162"/>
                  </a:lnTo>
                  <a:lnTo>
                    <a:pt x="150793" y="37901"/>
                  </a:lnTo>
                  <a:lnTo>
                    <a:pt x="141871" y="31804"/>
                  </a:lnTo>
                  <a:lnTo>
                    <a:pt x="140903" y="31143"/>
                  </a:lnTo>
                  <a:lnTo>
                    <a:pt x="142564" y="28159"/>
                  </a:lnTo>
                  <a:lnTo>
                    <a:pt x="143218" y="28057"/>
                  </a:lnTo>
                  <a:lnTo>
                    <a:pt x="143655" y="27819"/>
                  </a:lnTo>
                  <a:lnTo>
                    <a:pt x="143810" y="27734"/>
                  </a:lnTo>
                  <a:lnTo>
                    <a:pt x="143874" y="27511"/>
                  </a:lnTo>
                  <a:lnTo>
                    <a:pt x="144787" y="24306"/>
                  </a:lnTo>
                  <a:lnTo>
                    <a:pt x="145893" y="19627"/>
                  </a:lnTo>
                  <a:lnTo>
                    <a:pt x="148217" y="16084"/>
                  </a:lnTo>
                  <a:lnTo>
                    <a:pt x="151420" y="11200"/>
                  </a:lnTo>
                  <a:lnTo>
                    <a:pt x="156841" y="3256"/>
                  </a:lnTo>
                  <a:lnTo>
                    <a:pt x="176035" y="16229"/>
                  </a:lnTo>
                  <a:lnTo>
                    <a:pt x="186318" y="23245"/>
                  </a:lnTo>
                  <a:lnTo>
                    <a:pt x="204987" y="35680"/>
                  </a:lnTo>
                  <a:lnTo>
                    <a:pt x="213280" y="23793"/>
                  </a:lnTo>
                  <a:lnTo>
                    <a:pt x="217227" y="18135"/>
                  </a:lnTo>
                  <a:lnTo>
                    <a:pt x="219512" y="15239"/>
                  </a:lnTo>
                  <a:lnTo>
                    <a:pt x="224286" y="18589"/>
                  </a:lnTo>
                  <a:lnTo>
                    <a:pt x="224735" y="19230"/>
                  </a:lnTo>
                  <a:lnTo>
                    <a:pt x="224559" y="24132"/>
                  </a:lnTo>
                  <a:lnTo>
                    <a:pt x="224706" y="26705"/>
                  </a:lnTo>
                  <a:lnTo>
                    <a:pt x="225023" y="32255"/>
                  </a:lnTo>
                  <a:lnTo>
                    <a:pt x="237190" y="37084"/>
                  </a:lnTo>
                  <a:lnTo>
                    <a:pt x="242049" y="35589"/>
                  </a:lnTo>
                  <a:lnTo>
                    <a:pt x="243509" y="32677"/>
                  </a:lnTo>
                  <a:lnTo>
                    <a:pt x="244342" y="30477"/>
                  </a:lnTo>
                  <a:lnTo>
                    <a:pt x="245965" y="30947"/>
                  </a:lnTo>
                  <a:lnTo>
                    <a:pt x="245822" y="32236"/>
                  </a:lnTo>
                  <a:lnTo>
                    <a:pt x="246155" y="33344"/>
                  </a:lnTo>
                  <a:lnTo>
                    <a:pt x="246930" y="34092"/>
                  </a:lnTo>
                  <a:lnTo>
                    <a:pt x="248131" y="34506"/>
                  </a:lnTo>
                  <a:lnTo>
                    <a:pt x="251629" y="34599"/>
                  </a:lnTo>
                  <a:lnTo>
                    <a:pt x="253378" y="33985"/>
                  </a:lnTo>
                  <a:lnTo>
                    <a:pt x="254353" y="33064"/>
                  </a:lnTo>
                  <a:lnTo>
                    <a:pt x="255381" y="32757"/>
                  </a:lnTo>
                  <a:lnTo>
                    <a:pt x="256302" y="33064"/>
                  </a:lnTo>
                  <a:lnTo>
                    <a:pt x="256513" y="33187"/>
                  </a:lnTo>
                  <a:lnTo>
                    <a:pt x="257690" y="33878"/>
                  </a:lnTo>
                  <a:lnTo>
                    <a:pt x="258825" y="34439"/>
                  </a:lnTo>
                  <a:lnTo>
                    <a:pt x="260334" y="34626"/>
                  </a:lnTo>
                  <a:lnTo>
                    <a:pt x="261642" y="34532"/>
                  </a:lnTo>
                  <a:lnTo>
                    <a:pt x="263431" y="34439"/>
                  </a:lnTo>
                  <a:lnTo>
                    <a:pt x="264580" y="34919"/>
                  </a:lnTo>
                  <a:lnTo>
                    <a:pt x="265981" y="35534"/>
                  </a:lnTo>
                  <a:lnTo>
                    <a:pt x="267450" y="35747"/>
                  </a:lnTo>
                  <a:lnTo>
                    <a:pt x="269186" y="35720"/>
                  </a:lnTo>
                  <a:lnTo>
                    <a:pt x="271642" y="35427"/>
                  </a:lnTo>
                  <a:lnTo>
                    <a:pt x="272709" y="35711"/>
                  </a:lnTo>
                  <a:lnTo>
                    <a:pt x="273244" y="35854"/>
                  </a:lnTo>
                  <a:lnTo>
                    <a:pt x="274192" y="36815"/>
                  </a:lnTo>
                  <a:lnTo>
                    <a:pt x="275447" y="37670"/>
                  </a:lnTo>
                  <a:lnTo>
                    <a:pt x="276956" y="38457"/>
                  </a:lnTo>
                  <a:lnTo>
                    <a:pt x="278411" y="39112"/>
                  </a:lnTo>
                  <a:lnTo>
                    <a:pt x="279826" y="39218"/>
                  </a:lnTo>
                  <a:lnTo>
                    <a:pt x="283511" y="39045"/>
                  </a:lnTo>
                  <a:lnTo>
                    <a:pt x="285273" y="38991"/>
                  </a:lnTo>
                  <a:lnTo>
                    <a:pt x="286223" y="38863"/>
                  </a:lnTo>
                  <a:lnTo>
                    <a:pt x="286555" y="38818"/>
                  </a:lnTo>
                  <a:lnTo>
                    <a:pt x="286890" y="38245"/>
                  </a:lnTo>
                  <a:lnTo>
                    <a:pt x="287114" y="37861"/>
                  </a:lnTo>
                  <a:lnTo>
                    <a:pt x="287434" y="36659"/>
                  </a:lnTo>
                  <a:lnTo>
                    <a:pt x="288075" y="35751"/>
                  </a:lnTo>
                  <a:lnTo>
                    <a:pt x="288529" y="34817"/>
                  </a:lnTo>
                  <a:lnTo>
                    <a:pt x="288502" y="33882"/>
                  </a:lnTo>
                  <a:lnTo>
                    <a:pt x="288636" y="33321"/>
                  </a:lnTo>
                  <a:lnTo>
                    <a:pt x="289463" y="32467"/>
                  </a:lnTo>
                  <a:lnTo>
                    <a:pt x="289704" y="32013"/>
                  </a:lnTo>
                  <a:lnTo>
                    <a:pt x="289704" y="31773"/>
                  </a:lnTo>
                  <a:lnTo>
                    <a:pt x="289303" y="31239"/>
                  </a:lnTo>
                  <a:lnTo>
                    <a:pt x="289064" y="30500"/>
                  </a:lnTo>
                  <a:lnTo>
                    <a:pt x="289009" y="30331"/>
                  </a:lnTo>
                  <a:lnTo>
                    <a:pt x="289009" y="29743"/>
                  </a:lnTo>
                  <a:lnTo>
                    <a:pt x="289570" y="29316"/>
                  </a:lnTo>
                  <a:lnTo>
                    <a:pt x="290478" y="28809"/>
                  </a:lnTo>
                  <a:lnTo>
                    <a:pt x="290451" y="28115"/>
                  </a:lnTo>
                  <a:lnTo>
                    <a:pt x="290558" y="27127"/>
                  </a:lnTo>
                  <a:lnTo>
                    <a:pt x="290558" y="25806"/>
                  </a:lnTo>
                  <a:lnTo>
                    <a:pt x="290857" y="24353"/>
                  </a:lnTo>
                  <a:lnTo>
                    <a:pt x="290515" y="23456"/>
                  </a:lnTo>
                  <a:lnTo>
                    <a:pt x="290034" y="22676"/>
                  </a:lnTo>
                  <a:lnTo>
                    <a:pt x="289618" y="22003"/>
                  </a:lnTo>
                  <a:lnTo>
                    <a:pt x="289618" y="21149"/>
                  </a:lnTo>
                  <a:lnTo>
                    <a:pt x="290088" y="20764"/>
                  </a:lnTo>
                  <a:lnTo>
                    <a:pt x="291327" y="20337"/>
                  </a:lnTo>
                  <a:lnTo>
                    <a:pt x="292609" y="19654"/>
                  </a:lnTo>
                  <a:lnTo>
                    <a:pt x="292989" y="18812"/>
                  </a:lnTo>
                  <a:lnTo>
                    <a:pt x="292724" y="17638"/>
                  </a:lnTo>
                  <a:lnTo>
                    <a:pt x="292540" y="16825"/>
                  </a:lnTo>
                  <a:lnTo>
                    <a:pt x="293151" y="15899"/>
                  </a:lnTo>
                  <a:lnTo>
                    <a:pt x="294295" y="14161"/>
                  </a:lnTo>
                  <a:lnTo>
                    <a:pt x="296085" y="19671"/>
                  </a:lnTo>
                  <a:lnTo>
                    <a:pt x="293714" y="23004"/>
                  </a:lnTo>
                  <a:lnTo>
                    <a:pt x="295868" y="32560"/>
                  </a:lnTo>
                  <a:lnTo>
                    <a:pt x="297585" y="33100"/>
                  </a:lnTo>
                  <a:lnTo>
                    <a:pt x="300556" y="33434"/>
                  </a:lnTo>
                  <a:lnTo>
                    <a:pt x="302358" y="36238"/>
                  </a:lnTo>
                  <a:lnTo>
                    <a:pt x="306831" y="38274"/>
                  </a:lnTo>
                  <a:lnTo>
                    <a:pt x="312665" y="42849"/>
                  </a:lnTo>
                  <a:lnTo>
                    <a:pt x="311009" y="44718"/>
                  </a:lnTo>
                  <a:lnTo>
                    <a:pt x="314453" y="48981"/>
                  </a:lnTo>
                  <a:lnTo>
                    <a:pt x="314642" y="49213"/>
                  </a:lnTo>
                  <a:lnTo>
                    <a:pt x="314465" y="49686"/>
                  </a:lnTo>
                  <a:lnTo>
                    <a:pt x="314090" y="50692"/>
                  </a:lnTo>
                  <a:lnTo>
                    <a:pt x="313796" y="51479"/>
                  </a:lnTo>
                  <a:lnTo>
                    <a:pt x="313673" y="51808"/>
                  </a:lnTo>
                  <a:lnTo>
                    <a:pt x="313099" y="53033"/>
                  </a:lnTo>
                  <a:lnTo>
                    <a:pt x="312688" y="53135"/>
                  </a:lnTo>
                  <a:lnTo>
                    <a:pt x="311306" y="53166"/>
                  </a:lnTo>
                  <a:lnTo>
                    <a:pt x="310766" y="53178"/>
                  </a:lnTo>
                  <a:lnTo>
                    <a:pt x="310013" y="53207"/>
                  </a:lnTo>
                  <a:lnTo>
                    <a:pt x="308587" y="53263"/>
                  </a:lnTo>
                  <a:lnTo>
                    <a:pt x="308134" y="54134"/>
                  </a:lnTo>
                  <a:lnTo>
                    <a:pt x="307823" y="54732"/>
                  </a:lnTo>
                  <a:lnTo>
                    <a:pt x="307494" y="55365"/>
                  </a:lnTo>
                  <a:lnTo>
                    <a:pt x="307381" y="55581"/>
                  </a:lnTo>
                  <a:lnTo>
                    <a:pt x="307220" y="55891"/>
                  </a:lnTo>
                  <a:lnTo>
                    <a:pt x="307019" y="56002"/>
                  </a:lnTo>
                  <a:lnTo>
                    <a:pt x="306408" y="56339"/>
                  </a:lnTo>
                  <a:lnTo>
                    <a:pt x="304937" y="55916"/>
                  </a:lnTo>
                  <a:lnTo>
                    <a:pt x="304472" y="55782"/>
                  </a:lnTo>
                  <a:lnTo>
                    <a:pt x="304150" y="55581"/>
                  </a:lnTo>
                  <a:lnTo>
                    <a:pt x="303803" y="55365"/>
                  </a:lnTo>
                  <a:lnTo>
                    <a:pt x="302382" y="54478"/>
                  </a:lnTo>
                  <a:lnTo>
                    <a:pt x="301922" y="53890"/>
                  </a:lnTo>
                  <a:lnTo>
                    <a:pt x="301079" y="52812"/>
                  </a:lnTo>
                  <a:lnTo>
                    <a:pt x="300320" y="52508"/>
                  </a:lnTo>
                  <a:lnTo>
                    <a:pt x="300118" y="52427"/>
                  </a:lnTo>
                  <a:lnTo>
                    <a:pt x="299828" y="52404"/>
                  </a:lnTo>
                  <a:lnTo>
                    <a:pt x="298473" y="52299"/>
                  </a:lnTo>
                  <a:lnTo>
                    <a:pt x="297619" y="52726"/>
                  </a:lnTo>
                  <a:lnTo>
                    <a:pt x="297227" y="53509"/>
                  </a:lnTo>
                  <a:lnTo>
                    <a:pt x="297357" y="54033"/>
                  </a:lnTo>
                  <a:lnTo>
                    <a:pt x="298111" y="57070"/>
                  </a:lnTo>
                  <a:lnTo>
                    <a:pt x="299634" y="63207"/>
                  </a:lnTo>
                  <a:lnTo>
                    <a:pt x="297784" y="66037"/>
                  </a:lnTo>
                  <a:lnTo>
                    <a:pt x="296932" y="67340"/>
                  </a:lnTo>
                  <a:lnTo>
                    <a:pt x="295075" y="66326"/>
                  </a:lnTo>
                  <a:lnTo>
                    <a:pt x="292489" y="64913"/>
                  </a:lnTo>
                  <a:lnTo>
                    <a:pt x="287638" y="67359"/>
                  </a:lnTo>
                  <a:lnTo>
                    <a:pt x="287429" y="72272"/>
                  </a:lnTo>
                  <a:lnTo>
                    <a:pt x="286321" y="74042"/>
                  </a:lnTo>
                  <a:lnTo>
                    <a:pt x="284019" y="77719"/>
                  </a:lnTo>
                  <a:lnTo>
                    <a:pt x="283136" y="79129"/>
                  </a:lnTo>
                  <a:lnTo>
                    <a:pt x="272690" y="80923"/>
                  </a:lnTo>
                  <a:lnTo>
                    <a:pt x="268243" y="81261"/>
                  </a:lnTo>
                  <a:lnTo>
                    <a:pt x="257502" y="82077"/>
                  </a:lnTo>
                  <a:lnTo>
                    <a:pt x="245262" y="82910"/>
                  </a:lnTo>
                  <a:lnTo>
                    <a:pt x="242697" y="85676"/>
                  </a:lnTo>
                  <a:lnTo>
                    <a:pt x="241203" y="86100"/>
                  </a:lnTo>
                  <a:lnTo>
                    <a:pt x="240853" y="86200"/>
                  </a:lnTo>
                  <a:lnTo>
                    <a:pt x="237478" y="87482"/>
                  </a:lnTo>
                  <a:lnTo>
                    <a:pt x="230601" y="92094"/>
                  </a:lnTo>
                  <a:lnTo>
                    <a:pt x="230102" y="92428"/>
                  </a:lnTo>
                  <a:lnTo>
                    <a:pt x="229698" y="92865"/>
                  </a:lnTo>
                  <a:lnTo>
                    <a:pt x="229075" y="95081"/>
                  </a:lnTo>
                  <a:lnTo>
                    <a:pt x="228766" y="96180"/>
                  </a:lnTo>
                  <a:lnTo>
                    <a:pt x="228477" y="97205"/>
                  </a:lnTo>
                  <a:lnTo>
                    <a:pt x="228429" y="97376"/>
                  </a:lnTo>
                  <a:lnTo>
                    <a:pt x="226978" y="100492"/>
                  </a:lnTo>
                  <a:lnTo>
                    <a:pt x="225912" y="101097"/>
                  </a:lnTo>
                  <a:lnTo>
                    <a:pt x="222528" y="100081"/>
                  </a:lnTo>
                  <a:lnTo>
                    <a:pt x="221290" y="99709"/>
                  </a:lnTo>
                  <a:lnTo>
                    <a:pt x="220179" y="99334"/>
                  </a:lnTo>
                  <a:lnTo>
                    <a:pt x="218790" y="98709"/>
                  </a:lnTo>
                  <a:lnTo>
                    <a:pt x="217585" y="98167"/>
                  </a:lnTo>
                  <a:lnTo>
                    <a:pt x="215007" y="96685"/>
                  </a:lnTo>
                  <a:lnTo>
                    <a:pt x="214124" y="96177"/>
                  </a:lnTo>
                  <a:lnTo>
                    <a:pt x="211526" y="95386"/>
                  </a:lnTo>
                  <a:lnTo>
                    <a:pt x="210013" y="95033"/>
                  </a:lnTo>
                  <a:lnTo>
                    <a:pt x="209884" y="95031"/>
                  </a:lnTo>
                  <a:lnTo>
                    <a:pt x="209110" y="95022"/>
                  </a:lnTo>
                  <a:lnTo>
                    <a:pt x="208712" y="95123"/>
                  </a:lnTo>
                  <a:lnTo>
                    <a:pt x="208755" y="94966"/>
                  </a:lnTo>
                  <a:lnTo>
                    <a:pt x="208829" y="94703"/>
                  </a:lnTo>
                  <a:lnTo>
                    <a:pt x="210060" y="90287"/>
                  </a:lnTo>
                  <a:lnTo>
                    <a:pt x="211444" y="85238"/>
                  </a:lnTo>
                  <a:lnTo>
                    <a:pt x="206599" y="84873"/>
                  </a:lnTo>
                  <a:lnTo>
                    <a:pt x="203122" y="84612"/>
                  </a:lnTo>
                  <a:lnTo>
                    <a:pt x="202284" y="84404"/>
                  </a:lnTo>
                  <a:lnTo>
                    <a:pt x="194470" y="80780"/>
                  </a:lnTo>
                  <a:lnTo>
                    <a:pt x="190696" y="79030"/>
                  </a:lnTo>
                  <a:lnTo>
                    <a:pt x="187766" y="77140"/>
                  </a:lnTo>
                  <a:lnTo>
                    <a:pt x="186875" y="76565"/>
                  </a:lnTo>
                  <a:lnTo>
                    <a:pt x="184605" y="75101"/>
                  </a:lnTo>
                  <a:lnTo>
                    <a:pt x="182545" y="73773"/>
                  </a:lnTo>
                  <a:lnTo>
                    <a:pt x="180680" y="72570"/>
                  </a:lnTo>
                  <a:lnTo>
                    <a:pt x="180158" y="72233"/>
                  </a:lnTo>
                  <a:lnTo>
                    <a:pt x="179827" y="72720"/>
                  </a:lnTo>
                  <a:lnTo>
                    <a:pt x="176536" y="77559"/>
                  </a:lnTo>
                  <a:lnTo>
                    <a:pt x="174587" y="80425"/>
                  </a:lnTo>
                  <a:lnTo>
                    <a:pt x="173951" y="81359"/>
                  </a:lnTo>
                  <a:lnTo>
                    <a:pt x="173258" y="82378"/>
                  </a:lnTo>
                  <a:lnTo>
                    <a:pt x="171790" y="84537"/>
                  </a:lnTo>
                  <a:lnTo>
                    <a:pt x="169864" y="87368"/>
                  </a:lnTo>
                  <a:lnTo>
                    <a:pt x="168948" y="88715"/>
                  </a:lnTo>
                  <a:lnTo>
                    <a:pt x="167304" y="91133"/>
                  </a:lnTo>
                  <a:lnTo>
                    <a:pt x="166443" y="92398"/>
                  </a:lnTo>
                  <a:lnTo>
                    <a:pt x="165887" y="93215"/>
                  </a:lnTo>
                  <a:lnTo>
                    <a:pt x="157259" y="105901"/>
                  </a:lnTo>
                  <a:lnTo>
                    <a:pt x="154993" y="109232"/>
                  </a:lnTo>
                  <a:lnTo>
                    <a:pt x="145309" y="102537"/>
                  </a:lnTo>
                  <a:lnTo>
                    <a:pt x="136063" y="96145"/>
                  </a:lnTo>
                  <a:lnTo>
                    <a:pt x="135936" y="96327"/>
                  </a:lnTo>
                  <a:lnTo>
                    <a:pt x="128988" y="106314"/>
                  </a:lnTo>
                  <a:lnTo>
                    <a:pt x="123612" y="113996"/>
                  </a:lnTo>
                  <a:lnTo>
                    <a:pt x="114006" y="107442"/>
                  </a:lnTo>
                  <a:lnTo>
                    <a:pt x="113922" y="107569"/>
                  </a:lnTo>
                  <a:lnTo>
                    <a:pt x="111901" y="110493"/>
                  </a:lnTo>
                  <a:lnTo>
                    <a:pt x="107083" y="107565"/>
                  </a:lnTo>
                  <a:lnTo>
                    <a:pt x="106520" y="107222"/>
                  </a:lnTo>
                  <a:lnTo>
                    <a:pt x="105223" y="106434"/>
                  </a:lnTo>
                  <a:lnTo>
                    <a:pt x="103726" y="106598"/>
                  </a:lnTo>
                  <a:lnTo>
                    <a:pt x="101559" y="106832"/>
                  </a:lnTo>
                  <a:lnTo>
                    <a:pt x="99009" y="106384"/>
                  </a:lnTo>
                  <a:lnTo>
                    <a:pt x="98328" y="106264"/>
                  </a:lnTo>
                  <a:lnTo>
                    <a:pt x="95955" y="105846"/>
                  </a:lnTo>
                  <a:lnTo>
                    <a:pt x="95413" y="105751"/>
                  </a:lnTo>
                  <a:lnTo>
                    <a:pt x="94104" y="105521"/>
                  </a:lnTo>
                  <a:lnTo>
                    <a:pt x="85164" y="105735"/>
                  </a:lnTo>
                  <a:lnTo>
                    <a:pt x="83702" y="106142"/>
                  </a:lnTo>
                  <a:lnTo>
                    <a:pt x="83689" y="109464"/>
                  </a:lnTo>
                  <a:lnTo>
                    <a:pt x="83885" y="112087"/>
                  </a:lnTo>
                  <a:lnTo>
                    <a:pt x="83897" y="112243"/>
                  </a:lnTo>
                  <a:lnTo>
                    <a:pt x="84226" y="112290"/>
                  </a:lnTo>
                  <a:lnTo>
                    <a:pt x="84541" y="118868"/>
                  </a:lnTo>
                  <a:lnTo>
                    <a:pt x="84155" y="118900"/>
                  </a:lnTo>
                  <a:lnTo>
                    <a:pt x="82786" y="119014"/>
                  </a:lnTo>
                  <a:lnTo>
                    <a:pt x="79790" y="119264"/>
                  </a:lnTo>
                  <a:lnTo>
                    <a:pt x="78910" y="119332"/>
                  </a:lnTo>
                  <a:lnTo>
                    <a:pt x="75561" y="119589"/>
                  </a:lnTo>
                  <a:lnTo>
                    <a:pt x="73258" y="119766"/>
                  </a:lnTo>
                  <a:lnTo>
                    <a:pt x="73201" y="118993"/>
                  </a:lnTo>
                  <a:lnTo>
                    <a:pt x="72742" y="114785"/>
                  </a:lnTo>
                  <a:lnTo>
                    <a:pt x="59095" y="112552"/>
                  </a:lnTo>
                  <a:lnTo>
                    <a:pt x="52055" y="108887"/>
                  </a:lnTo>
                  <a:lnTo>
                    <a:pt x="47664" y="106601"/>
                  </a:lnTo>
                  <a:lnTo>
                    <a:pt x="45557" y="97274"/>
                  </a:lnTo>
                  <a:lnTo>
                    <a:pt x="28724" y="105476"/>
                  </a:lnTo>
                  <a:lnTo>
                    <a:pt x="19410" y="105818"/>
                  </a:lnTo>
                  <a:lnTo>
                    <a:pt x="19961" y="115132"/>
                  </a:lnTo>
                  <a:lnTo>
                    <a:pt x="4192" y="115998"/>
                  </a:lnTo>
                  <a:lnTo>
                    <a:pt x="0" y="73625"/>
                  </a:lnTo>
                  <a:lnTo>
                    <a:pt x="2672" y="70080"/>
                  </a:lnTo>
                  <a:lnTo>
                    <a:pt x="26844" y="84542"/>
                  </a:lnTo>
                  <a:lnTo>
                    <a:pt x="33167" y="81979"/>
                  </a:lnTo>
                  <a:lnTo>
                    <a:pt x="35389" y="76596"/>
                  </a:lnTo>
                  <a:lnTo>
                    <a:pt x="44873" y="75656"/>
                  </a:lnTo>
                  <a:lnTo>
                    <a:pt x="46497" y="65829"/>
                  </a:lnTo>
                  <a:lnTo>
                    <a:pt x="43421" y="61386"/>
                  </a:lnTo>
                  <a:lnTo>
                    <a:pt x="45642" y="59079"/>
                  </a:lnTo>
                  <a:lnTo>
                    <a:pt x="42395" y="53525"/>
                  </a:lnTo>
                  <a:lnTo>
                    <a:pt x="31031" y="51816"/>
                  </a:lnTo>
                  <a:lnTo>
                    <a:pt x="23536" y="48962"/>
                  </a:lnTo>
                  <a:lnTo>
                    <a:pt x="23960" y="48132"/>
                  </a:lnTo>
                  <a:lnTo>
                    <a:pt x="26277" y="44397"/>
                  </a:lnTo>
                  <a:lnTo>
                    <a:pt x="28671" y="45589"/>
                  </a:lnTo>
                  <a:lnTo>
                    <a:pt x="29174" y="45839"/>
                  </a:lnTo>
                  <a:lnTo>
                    <a:pt x="26370" y="38710"/>
                  </a:lnTo>
                  <a:lnTo>
                    <a:pt x="26821" y="38806"/>
                  </a:lnTo>
                  <a:lnTo>
                    <a:pt x="29924" y="39455"/>
                  </a:lnTo>
                  <a:lnTo>
                    <a:pt x="29902" y="39248"/>
                  </a:lnTo>
                  <a:lnTo>
                    <a:pt x="29552" y="35994"/>
                  </a:lnTo>
                  <a:lnTo>
                    <a:pt x="29498" y="26701"/>
                  </a:lnTo>
                  <a:lnTo>
                    <a:pt x="29777" y="26702"/>
                  </a:lnTo>
                  <a:lnTo>
                    <a:pt x="29197" y="20450"/>
                  </a:lnTo>
                  <a:lnTo>
                    <a:pt x="28998" y="18305"/>
                  </a:lnTo>
                  <a:lnTo>
                    <a:pt x="28968" y="17801"/>
                  </a:lnTo>
                  <a:lnTo>
                    <a:pt x="28766" y="14409"/>
                  </a:lnTo>
                  <a:lnTo>
                    <a:pt x="28703" y="13348"/>
                  </a:lnTo>
                  <a:lnTo>
                    <a:pt x="30876" y="11832"/>
                  </a:lnTo>
                  <a:lnTo>
                    <a:pt x="31106" y="11671"/>
                  </a:lnTo>
                  <a:lnTo>
                    <a:pt x="31240" y="11454"/>
                  </a:lnTo>
                  <a:lnTo>
                    <a:pt x="32756" y="8974"/>
                  </a:lnTo>
                  <a:lnTo>
                    <a:pt x="32970" y="7890"/>
                  </a:lnTo>
                  <a:lnTo>
                    <a:pt x="34106" y="2773"/>
                  </a:lnTo>
                  <a:lnTo>
                    <a:pt x="34243" y="2628"/>
                  </a:lnTo>
                  <a:lnTo>
                    <a:pt x="35608" y="1170"/>
                  </a:lnTo>
                  <a:lnTo>
                    <a:pt x="37851" y="152"/>
                  </a:lnTo>
                  <a:lnTo>
                    <a:pt x="39012" y="58"/>
                  </a:lnTo>
                  <a:lnTo>
                    <a:pt x="39738" y="0"/>
                  </a:lnTo>
                  <a:lnTo>
                    <a:pt x="40648" y="557"/>
                  </a:lnTo>
                  <a:lnTo>
                    <a:pt x="41447" y="1046"/>
                  </a:lnTo>
                  <a:lnTo>
                    <a:pt x="46550" y="17257"/>
                  </a:lnTo>
                  <a:lnTo>
                    <a:pt x="46639" y="17514"/>
                  </a:lnTo>
                  <a:lnTo>
                    <a:pt x="46807" y="17995"/>
                  </a:lnTo>
                  <a:lnTo>
                    <a:pt x="46907" y="18286"/>
                  </a:lnTo>
                  <a:lnTo>
                    <a:pt x="53773" y="22643"/>
                  </a:lnTo>
                  <a:lnTo>
                    <a:pt x="56073" y="24584"/>
                  </a:lnTo>
                  <a:lnTo>
                    <a:pt x="56342" y="24811"/>
                  </a:lnTo>
                  <a:lnTo>
                    <a:pt x="56518" y="24960"/>
                  </a:lnTo>
                  <a:lnTo>
                    <a:pt x="56662" y="250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2998044" y="2042036"/>
              <a:ext cx="180271" cy="153201"/>
            </a:xfrm>
            <a:custGeom>
              <a:avLst/>
              <a:pathLst>
                <a:path w="180271" h="153201">
                  <a:moveTo>
                    <a:pt x="32606" y="19291"/>
                  </a:moveTo>
                  <a:lnTo>
                    <a:pt x="34596" y="22715"/>
                  </a:lnTo>
                  <a:lnTo>
                    <a:pt x="37777" y="19400"/>
                  </a:lnTo>
                  <a:lnTo>
                    <a:pt x="39520" y="21849"/>
                  </a:lnTo>
                  <a:lnTo>
                    <a:pt x="41789" y="23953"/>
                  </a:lnTo>
                  <a:lnTo>
                    <a:pt x="46661" y="25587"/>
                  </a:lnTo>
                  <a:lnTo>
                    <a:pt x="48238" y="26116"/>
                  </a:lnTo>
                  <a:lnTo>
                    <a:pt x="50294" y="23896"/>
                  </a:lnTo>
                  <a:lnTo>
                    <a:pt x="57089" y="20989"/>
                  </a:lnTo>
                  <a:lnTo>
                    <a:pt x="59427" y="23457"/>
                  </a:lnTo>
                  <a:lnTo>
                    <a:pt x="62631" y="28385"/>
                  </a:lnTo>
                  <a:lnTo>
                    <a:pt x="62033" y="28812"/>
                  </a:lnTo>
                  <a:lnTo>
                    <a:pt x="64502" y="32722"/>
                  </a:lnTo>
                  <a:lnTo>
                    <a:pt x="65878" y="35067"/>
                  </a:lnTo>
                  <a:lnTo>
                    <a:pt x="67685" y="37660"/>
                  </a:lnTo>
                  <a:lnTo>
                    <a:pt x="68502" y="43283"/>
                  </a:lnTo>
                  <a:lnTo>
                    <a:pt x="67155" y="43385"/>
                  </a:lnTo>
                  <a:lnTo>
                    <a:pt x="66553" y="43431"/>
                  </a:lnTo>
                  <a:lnTo>
                    <a:pt x="63149" y="45191"/>
                  </a:lnTo>
                  <a:lnTo>
                    <a:pt x="61173" y="46213"/>
                  </a:lnTo>
                  <a:lnTo>
                    <a:pt x="63027" y="47139"/>
                  </a:lnTo>
                  <a:lnTo>
                    <a:pt x="66193" y="48722"/>
                  </a:lnTo>
                  <a:lnTo>
                    <a:pt x="70519" y="52167"/>
                  </a:lnTo>
                  <a:lnTo>
                    <a:pt x="72668" y="54036"/>
                  </a:lnTo>
                  <a:lnTo>
                    <a:pt x="74484" y="56052"/>
                  </a:lnTo>
                  <a:lnTo>
                    <a:pt x="76273" y="61753"/>
                  </a:lnTo>
                  <a:lnTo>
                    <a:pt x="77410" y="62619"/>
                  </a:lnTo>
                  <a:lnTo>
                    <a:pt x="77928" y="62971"/>
                  </a:lnTo>
                  <a:lnTo>
                    <a:pt x="81175" y="64912"/>
                  </a:lnTo>
                  <a:lnTo>
                    <a:pt x="85880" y="57314"/>
                  </a:lnTo>
                  <a:lnTo>
                    <a:pt x="86238" y="56737"/>
                  </a:lnTo>
                  <a:lnTo>
                    <a:pt x="86523" y="56893"/>
                  </a:lnTo>
                  <a:lnTo>
                    <a:pt x="89280" y="58444"/>
                  </a:lnTo>
                  <a:lnTo>
                    <a:pt x="94796" y="48479"/>
                  </a:lnTo>
                  <a:lnTo>
                    <a:pt x="95103" y="48021"/>
                  </a:lnTo>
                  <a:lnTo>
                    <a:pt x="96157" y="48707"/>
                  </a:lnTo>
                  <a:lnTo>
                    <a:pt x="97817" y="49786"/>
                  </a:lnTo>
                  <a:lnTo>
                    <a:pt x="98520" y="50243"/>
                  </a:lnTo>
                  <a:lnTo>
                    <a:pt x="109710" y="57882"/>
                  </a:lnTo>
                  <a:lnTo>
                    <a:pt x="119758" y="64755"/>
                  </a:lnTo>
                  <a:lnTo>
                    <a:pt x="129504" y="71244"/>
                  </a:lnTo>
                  <a:lnTo>
                    <a:pt x="132878" y="73349"/>
                  </a:lnTo>
                  <a:lnTo>
                    <a:pt x="133141" y="73523"/>
                  </a:lnTo>
                  <a:lnTo>
                    <a:pt x="135906" y="75352"/>
                  </a:lnTo>
                  <a:lnTo>
                    <a:pt x="139066" y="77671"/>
                  </a:lnTo>
                  <a:lnTo>
                    <a:pt x="142827" y="79982"/>
                  </a:lnTo>
                  <a:lnTo>
                    <a:pt x="145967" y="82161"/>
                  </a:lnTo>
                  <a:lnTo>
                    <a:pt x="148915" y="84292"/>
                  </a:lnTo>
                  <a:lnTo>
                    <a:pt x="149348" y="84516"/>
                  </a:lnTo>
                  <a:lnTo>
                    <a:pt x="152167" y="86615"/>
                  </a:lnTo>
                  <a:lnTo>
                    <a:pt x="150095" y="90066"/>
                  </a:lnTo>
                  <a:lnTo>
                    <a:pt x="154112" y="92751"/>
                  </a:lnTo>
                  <a:lnTo>
                    <a:pt x="158790" y="95879"/>
                  </a:lnTo>
                  <a:lnTo>
                    <a:pt x="159152" y="96121"/>
                  </a:lnTo>
                  <a:lnTo>
                    <a:pt x="168780" y="101884"/>
                  </a:lnTo>
                  <a:lnTo>
                    <a:pt x="169374" y="102240"/>
                  </a:lnTo>
                  <a:lnTo>
                    <a:pt x="171212" y="99195"/>
                  </a:lnTo>
                  <a:lnTo>
                    <a:pt x="174201" y="101100"/>
                  </a:lnTo>
                  <a:lnTo>
                    <a:pt x="176619" y="102642"/>
                  </a:lnTo>
                  <a:lnTo>
                    <a:pt x="177019" y="102897"/>
                  </a:lnTo>
                  <a:lnTo>
                    <a:pt x="179819" y="104017"/>
                  </a:lnTo>
                  <a:lnTo>
                    <a:pt x="175130" y="112341"/>
                  </a:lnTo>
                  <a:lnTo>
                    <a:pt x="176264" y="112982"/>
                  </a:lnTo>
                  <a:lnTo>
                    <a:pt x="179842" y="115008"/>
                  </a:lnTo>
                  <a:lnTo>
                    <a:pt x="180271" y="115251"/>
                  </a:lnTo>
                  <a:lnTo>
                    <a:pt x="176721" y="119144"/>
                  </a:lnTo>
                  <a:lnTo>
                    <a:pt x="173133" y="120426"/>
                  </a:lnTo>
                  <a:lnTo>
                    <a:pt x="173137" y="123443"/>
                  </a:lnTo>
                  <a:lnTo>
                    <a:pt x="177811" y="124527"/>
                  </a:lnTo>
                  <a:lnTo>
                    <a:pt x="177984" y="125857"/>
                  </a:lnTo>
                  <a:lnTo>
                    <a:pt x="178283" y="128144"/>
                  </a:lnTo>
                  <a:lnTo>
                    <a:pt x="177139" y="129881"/>
                  </a:lnTo>
                  <a:lnTo>
                    <a:pt x="176529" y="130808"/>
                  </a:lnTo>
                  <a:lnTo>
                    <a:pt x="176712" y="131620"/>
                  </a:lnTo>
                  <a:lnTo>
                    <a:pt x="176978" y="132794"/>
                  </a:lnTo>
                  <a:lnTo>
                    <a:pt x="176597" y="133636"/>
                  </a:lnTo>
                  <a:lnTo>
                    <a:pt x="175316" y="134319"/>
                  </a:lnTo>
                  <a:lnTo>
                    <a:pt x="174077" y="134747"/>
                  </a:lnTo>
                  <a:lnTo>
                    <a:pt x="173607" y="135131"/>
                  </a:lnTo>
                  <a:lnTo>
                    <a:pt x="173607" y="135986"/>
                  </a:lnTo>
                  <a:lnTo>
                    <a:pt x="174022" y="136658"/>
                  </a:lnTo>
                  <a:lnTo>
                    <a:pt x="174504" y="137438"/>
                  </a:lnTo>
                  <a:lnTo>
                    <a:pt x="174846" y="138335"/>
                  </a:lnTo>
                  <a:lnTo>
                    <a:pt x="174547" y="139788"/>
                  </a:lnTo>
                  <a:lnTo>
                    <a:pt x="174547" y="141109"/>
                  </a:lnTo>
                  <a:lnTo>
                    <a:pt x="174440" y="142097"/>
                  </a:lnTo>
                  <a:lnTo>
                    <a:pt x="174467" y="142791"/>
                  </a:lnTo>
                  <a:lnTo>
                    <a:pt x="173559" y="143298"/>
                  </a:lnTo>
                  <a:lnTo>
                    <a:pt x="172998" y="143726"/>
                  </a:lnTo>
                  <a:lnTo>
                    <a:pt x="172998" y="144313"/>
                  </a:lnTo>
                  <a:lnTo>
                    <a:pt x="173053" y="144482"/>
                  </a:lnTo>
                  <a:lnTo>
                    <a:pt x="173292" y="145221"/>
                  </a:lnTo>
                  <a:lnTo>
                    <a:pt x="173692" y="145755"/>
                  </a:lnTo>
                  <a:lnTo>
                    <a:pt x="173692" y="145995"/>
                  </a:lnTo>
                  <a:lnTo>
                    <a:pt x="173452" y="146449"/>
                  </a:lnTo>
                  <a:lnTo>
                    <a:pt x="172624" y="147304"/>
                  </a:lnTo>
                  <a:lnTo>
                    <a:pt x="172491" y="147864"/>
                  </a:lnTo>
                  <a:lnTo>
                    <a:pt x="172517" y="148799"/>
                  </a:lnTo>
                  <a:lnTo>
                    <a:pt x="172063" y="149733"/>
                  </a:lnTo>
                  <a:lnTo>
                    <a:pt x="171423" y="150641"/>
                  </a:lnTo>
                  <a:lnTo>
                    <a:pt x="171102" y="151843"/>
                  </a:lnTo>
                  <a:lnTo>
                    <a:pt x="170878" y="152227"/>
                  </a:lnTo>
                  <a:lnTo>
                    <a:pt x="170544" y="152800"/>
                  </a:lnTo>
                  <a:lnTo>
                    <a:pt x="170212" y="152845"/>
                  </a:lnTo>
                  <a:lnTo>
                    <a:pt x="169262" y="152974"/>
                  </a:lnTo>
                  <a:lnTo>
                    <a:pt x="167500" y="153027"/>
                  </a:lnTo>
                  <a:lnTo>
                    <a:pt x="163815" y="153201"/>
                  </a:lnTo>
                  <a:lnTo>
                    <a:pt x="162400" y="153094"/>
                  </a:lnTo>
                  <a:lnTo>
                    <a:pt x="160849" y="152390"/>
                  </a:lnTo>
                  <a:lnTo>
                    <a:pt x="159436" y="151652"/>
                  </a:lnTo>
                  <a:lnTo>
                    <a:pt x="158181" y="150797"/>
                  </a:lnTo>
                  <a:lnTo>
                    <a:pt x="157233" y="149836"/>
                  </a:lnTo>
                  <a:lnTo>
                    <a:pt x="156697" y="149693"/>
                  </a:lnTo>
                  <a:lnTo>
                    <a:pt x="155631" y="149409"/>
                  </a:lnTo>
                  <a:lnTo>
                    <a:pt x="153174" y="149703"/>
                  </a:lnTo>
                  <a:lnTo>
                    <a:pt x="151439" y="149729"/>
                  </a:lnTo>
                  <a:lnTo>
                    <a:pt x="149970" y="149516"/>
                  </a:lnTo>
                  <a:lnTo>
                    <a:pt x="148568" y="148902"/>
                  </a:lnTo>
                  <a:lnTo>
                    <a:pt x="147420" y="148421"/>
                  </a:lnTo>
                  <a:lnTo>
                    <a:pt x="145631" y="148514"/>
                  </a:lnTo>
                  <a:lnTo>
                    <a:pt x="144323" y="148608"/>
                  </a:lnTo>
                  <a:lnTo>
                    <a:pt x="142814" y="148421"/>
                  </a:lnTo>
                  <a:lnTo>
                    <a:pt x="141679" y="147860"/>
                  </a:lnTo>
                  <a:lnTo>
                    <a:pt x="140502" y="147170"/>
                  </a:lnTo>
                  <a:lnTo>
                    <a:pt x="140291" y="147046"/>
                  </a:lnTo>
                  <a:lnTo>
                    <a:pt x="139369" y="146739"/>
                  </a:lnTo>
                  <a:lnTo>
                    <a:pt x="138341" y="147046"/>
                  </a:lnTo>
                  <a:lnTo>
                    <a:pt x="137367" y="147967"/>
                  </a:lnTo>
                  <a:lnTo>
                    <a:pt x="135618" y="148581"/>
                  </a:lnTo>
                  <a:lnTo>
                    <a:pt x="132120" y="148488"/>
                  </a:lnTo>
                  <a:lnTo>
                    <a:pt x="130918" y="148074"/>
                  </a:lnTo>
                  <a:lnTo>
                    <a:pt x="130144" y="147326"/>
                  </a:lnTo>
                  <a:lnTo>
                    <a:pt x="129810" y="146218"/>
                  </a:lnTo>
                  <a:lnTo>
                    <a:pt x="129954" y="144929"/>
                  </a:lnTo>
                  <a:lnTo>
                    <a:pt x="128330" y="144459"/>
                  </a:lnTo>
                  <a:lnTo>
                    <a:pt x="127497" y="146659"/>
                  </a:lnTo>
                  <a:lnTo>
                    <a:pt x="126038" y="149571"/>
                  </a:lnTo>
                  <a:lnTo>
                    <a:pt x="121178" y="151066"/>
                  </a:lnTo>
                  <a:lnTo>
                    <a:pt x="109012" y="146237"/>
                  </a:lnTo>
                  <a:lnTo>
                    <a:pt x="108694" y="140688"/>
                  </a:lnTo>
                  <a:lnTo>
                    <a:pt x="108547" y="138114"/>
                  </a:lnTo>
                  <a:lnTo>
                    <a:pt x="108723" y="133212"/>
                  </a:lnTo>
                  <a:lnTo>
                    <a:pt x="108275" y="132571"/>
                  </a:lnTo>
                  <a:lnTo>
                    <a:pt x="103501" y="129222"/>
                  </a:lnTo>
                  <a:lnTo>
                    <a:pt x="101216" y="132118"/>
                  </a:lnTo>
                  <a:lnTo>
                    <a:pt x="97268" y="137775"/>
                  </a:lnTo>
                  <a:lnTo>
                    <a:pt x="88975" y="149662"/>
                  </a:lnTo>
                  <a:lnTo>
                    <a:pt x="70307" y="137227"/>
                  </a:lnTo>
                  <a:lnTo>
                    <a:pt x="60023" y="130211"/>
                  </a:lnTo>
                  <a:lnTo>
                    <a:pt x="40829" y="117239"/>
                  </a:lnTo>
                  <a:lnTo>
                    <a:pt x="35328" y="125122"/>
                  </a:lnTo>
                  <a:lnTo>
                    <a:pt x="31882" y="122552"/>
                  </a:lnTo>
                  <a:lnTo>
                    <a:pt x="28362" y="120256"/>
                  </a:lnTo>
                  <a:lnTo>
                    <a:pt x="25041" y="118138"/>
                  </a:lnTo>
                  <a:lnTo>
                    <a:pt x="24772" y="117967"/>
                  </a:lnTo>
                  <a:lnTo>
                    <a:pt x="21700" y="116007"/>
                  </a:lnTo>
                  <a:lnTo>
                    <a:pt x="17347" y="115954"/>
                  </a:lnTo>
                  <a:lnTo>
                    <a:pt x="10351" y="113576"/>
                  </a:lnTo>
                  <a:lnTo>
                    <a:pt x="8967" y="113105"/>
                  </a:lnTo>
                  <a:lnTo>
                    <a:pt x="8224" y="114669"/>
                  </a:lnTo>
                  <a:lnTo>
                    <a:pt x="8792" y="116677"/>
                  </a:lnTo>
                  <a:lnTo>
                    <a:pt x="8905" y="117077"/>
                  </a:lnTo>
                  <a:lnTo>
                    <a:pt x="9158" y="117973"/>
                  </a:lnTo>
                  <a:lnTo>
                    <a:pt x="827" y="119041"/>
                  </a:lnTo>
                  <a:lnTo>
                    <a:pt x="0" y="113674"/>
                  </a:lnTo>
                  <a:lnTo>
                    <a:pt x="465" y="112430"/>
                  </a:lnTo>
                  <a:lnTo>
                    <a:pt x="3080" y="105445"/>
                  </a:lnTo>
                  <a:lnTo>
                    <a:pt x="4178" y="102513"/>
                  </a:lnTo>
                  <a:lnTo>
                    <a:pt x="9065" y="99228"/>
                  </a:lnTo>
                  <a:lnTo>
                    <a:pt x="6103" y="91390"/>
                  </a:lnTo>
                  <a:lnTo>
                    <a:pt x="9191" y="83706"/>
                  </a:lnTo>
                  <a:lnTo>
                    <a:pt x="10570" y="82910"/>
                  </a:lnTo>
                  <a:lnTo>
                    <a:pt x="14306" y="80752"/>
                  </a:lnTo>
                  <a:lnTo>
                    <a:pt x="18317" y="75570"/>
                  </a:lnTo>
                  <a:lnTo>
                    <a:pt x="16065" y="73938"/>
                  </a:lnTo>
                  <a:lnTo>
                    <a:pt x="11497" y="70625"/>
                  </a:lnTo>
                  <a:lnTo>
                    <a:pt x="10852" y="70157"/>
                  </a:lnTo>
                  <a:lnTo>
                    <a:pt x="13177" y="67136"/>
                  </a:lnTo>
                  <a:lnTo>
                    <a:pt x="13276" y="66995"/>
                  </a:lnTo>
                  <a:lnTo>
                    <a:pt x="15552" y="63786"/>
                  </a:lnTo>
                  <a:lnTo>
                    <a:pt x="15676" y="63611"/>
                  </a:lnTo>
                  <a:lnTo>
                    <a:pt x="17960" y="60490"/>
                  </a:lnTo>
                  <a:lnTo>
                    <a:pt x="20573" y="57130"/>
                  </a:lnTo>
                  <a:lnTo>
                    <a:pt x="20690" y="56979"/>
                  </a:lnTo>
                  <a:lnTo>
                    <a:pt x="21081" y="56638"/>
                  </a:lnTo>
                  <a:lnTo>
                    <a:pt x="23882" y="54198"/>
                  </a:lnTo>
                  <a:lnTo>
                    <a:pt x="24055" y="54047"/>
                  </a:lnTo>
                  <a:lnTo>
                    <a:pt x="26907" y="51451"/>
                  </a:lnTo>
                  <a:lnTo>
                    <a:pt x="29116" y="49556"/>
                  </a:lnTo>
                  <a:lnTo>
                    <a:pt x="30604" y="48280"/>
                  </a:lnTo>
                  <a:lnTo>
                    <a:pt x="34506" y="50851"/>
                  </a:lnTo>
                  <a:lnTo>
                    <a:pt x="35542" y="51533"/>
                  </a:lnTo>
                  <a:lnTo>
                    <a:pt x="36364" y="52166"/>
                  </a:lnTo>
                  <a:lnTo>
                    <a:pt x="36502" y="52271"/>
                  </a:lnTo>
                  <a:lnTo>
                    <a:pt x="36753" y="52464"/>
                  </a:lnTo>
                  <a:lnTo>
                    <a:pt x="37208" y="52814"/>
                  </a:lnTo>
                  <a:lnTo>
                    <a:pt x="37571" y="52409"/>
                  </a:lnTo>
                  <a:lnTo>
                    <a:pt x="37996" y="51869"/>
                  </a:lnTo>
                  <a:lnTo>
                    <a:pt x="38361" y="51405"/>
                  </a:lnTo>
                  <a:lnTo>
                    <a:pt x="38901" y="50720"/>
                  </a:lnTo>
                  <a:lnTo>
                    <a:pt x="39379" y="50113"/>
                  </a:lnTo>
                  <a:lnTo>
                    <a:pt x="39519" y="49935"/>
                  </a:lnTo>
                  <a:lnTo>
                    <a:pt x="40063" y="49257"/>
                  </a:lnTo>
                  <a:lnTo>
                    <a:pt x="40310" y="48949"/>
                  </a:lnTo>
                  <a:lnTo>
                    <a:pt x="40055" y="48730"/>
                  </a:lnTo>
                  <a:lnTo>
                    <a:pt x="39036" y="48086"/>
                  </a:lnTo>
                  <a:lnTo>
                    <a:pt x="35079" y="45587"/>
                  </a:lnTo>
                  <a:lnTo>
                    <a:pt x="30846" y="42906"/>
                  </a:lnTo>
                  <a:lnTo>
                    <a:pt x="30993" y="42698"/>
                  </a:lnTo>
                  <a:lnTo>
                    <a:pt x="31168" y="42449"/>
                  </a:lnTo>
                  <a:lnTo>
                    <a:pt x="31411" y="42103"/>
                  </a:lnTo>
                  <a:lnTo>
                    <a:pt x="31872" y="41449"/>
                  </a:lnTo>
                  <a:lnTo>
                    <a:pt x="32258" y="40902"/>
                  </a:lnTo>
                  <a:lnTo>
                    <a:pt x="32736" y="40224"/>
                  </a:lnTo>
                  <a:lnTo>
                    <a:pt x="32926" y="39954"/>
                  </a:lnTo>
                  <a:lnTo>
                    <a:pt x="33072" y="39690"/>
                  </a:lnTo>
                  <a:lnTo>
                    <a:pt x="33119" y="39402"/>
                  </a:lnTo>
                  <a:lnTo>
                    <a:pt x="32924" y="39212"/>
                  </a:lnTo>
                  <a:lnTo>
                    <a:pt x="32477" y="38779"/>
                  </a:lnTo>
                  <a:lnTo>
                    <a:pt x="32030" y="38441"/>
                  </a:lnTo>
                  <a:lnTo>
                    <a:pt x="30811" y="37509"/>
                  </a:lnTo>
                  <a:lnTo>
                    <a:pt x="29122" y="36059"/>
                  </a:lnTo>
                  <a:lnTo>
                    <a:pt x="28397" y="35436"/>
                  </a:lnTo>
                  <a:lnTo>
                    <a:pt x="28099" y="34982"/>
                  </a:lnTo>
                  <a:lnTo>
                    <a:pt x="27807" y="34538"/>
                  </a:lnTo>
                  <a:lnTo>
                    <a:pt x="27470" y="34025"/>
                  </a:lnTo>
                  <a:lnTo>
                    <a:pt x="27170" y="33569"/>
                  </a:lnTo>
                  <a:lnTo>
                    <a:pt x="26656" y="32787"/>
                  </a:lnTo>
                  <a:lnTo>
                    <a:pt x="25837" y="31181"/>
                  </a:lnTo>
                  <a:lnTo>
                    <a:pt x="25405" y="30335"/>
                  </a:lnTo>
                  <a:lnTo>
                    <a:pt x="24487" y="28322"/>
                  </a:lnTo>
                  <a:lnTo>
                    <a:pt x="24058" y="27761"/>
                  </a:lnTo>
                  <a:lnTo>
                    <a:pt x="23565" y="27115"/>
                  </a:lnTo>
                  <a:lnTo>
                    <a:pt x="23215" y="26657"/>
                  </a:lnTo>
                  <a:lnTo>
                    <a:pt x="22957" y="26319"/>
                  </a:lnTo>
                  <a:lnTo>
                    <a:pt x="22074" y="25164"/>
                  </a:lnTo>
                  <a:lnTo>
                    <a:pt x="21470" y="24374"/>
                  </a:lnTo>
                  <a:lnTo>
                    <a:pt x="21003" y="23890"/>
                  </a:lnTo>
                  <a:lnTo>
                    <a:pt x="19726" y="22567"/>
                  </a:lnTo>
                  <a:lnTo>
                    <a:pt x="19418" y="22248"/>
                  </a:lnTo>
                  <a:lnTo>
                    <a:pt x="18945" y="21758"/>
                  </a:lnTo>
                  <a:lnTo>
                    <a:pt x="18397" y="21190"/>
                  </a:lnTo>
                  <a:lnTo>
                    <a:pt x="18044" y="20825"/>
                  </a:lnTo>
                  <a:lnTo>
                    <a:pt x="17732" y="20502"/>
                  </a:lnTo>
                  <a:lnTo>
                    <a:pt x="17568" y="20301"/>
                  </a:lnTo>
                  <a:lnTo>
                    <a:pt x="17364" y="20053"/>
                  </a:lnTo>
                  <a:lnTo>
                    <a:pt x="17145" y="19786"/>
                  </a:lnTo>
                  <a:lnTo>
                    <a:pt x="16579" y="19097"/>
                  </a:lnTo>
                  <a:lnTo>
                    <a:pt x="16129" y="18548"/>
                  </a:lnTo>
                  <a:lnTo>
                    <a:pt x="15285" y="17520"/>
                  </a:lnTo>
                  <a:lnTo>
                    <a:pt x="15054" y="17239"/>
                  </a:lnTo>
                  <a:lnTo>
                    <a:pt x="14828" y="16964"/>
                  </a:lnTo>
                  <a:lnTo>
                    <a:pt x="14714" y="16775"/>
                  </a:lnTo>
                  <a:lnTo>
                    <a:pt x="14090" y="15746"/>
                  </a:lnTo>
                  <a:lnTo>
                    <a:pt x="13723" y="15141"/>
                  </a:lnTo>
                  <a:lnTo>
                    <a:pt x="13635" y="14995"/>
                  </a:lnTo>
                  <a:lnTo>
                    <a:pt x="13298" y="14440"/>
                  </a:lnTo>
                  <a:lnTo>
                    <a:pt x="13030" y="13998"/>
                  </a:lnTo>
                  <a:lnTo>
                    <a:pt x="12722" y="13490"/>
                  </a:lnTo>
                  <a:lnTo>
                    <a:pt x="12657" y="13345"/>
                  </a:lnTo>
                  <a:lnTo>
                    <a:pt x="12400" y="12763"/>
                  </a:lnTo>
                  <a:lnTo>
                    <a:pt x="12049" y="11936"/>
                  </a:lnTo>
                  <a:lnTo>
                    <a:pt x="11928" y="11653"/>
                  </a:lnTo>
                  <a:lnTo>
                    <a:pt x="11763" y="11264"/>
                  </a:lnTo>
                  <a:lnTo>
                    <a:pt x="11661" y="11021"/>
                  </a:lnTo>
                  <a:lnTo>
                    <a:pt x="11543" y="10744"/>
                  </a:lnTo>
                  <a:lnTo>
                    <a:pt x="11236" y="10163"/>
                  </a:lnTo>
                  <a:lnTo>
                    <a:pt x="10815" y="9689"/>
                  </a:lnTo>
                  <a:lnTo>
                    <a:pt x="10585" y="9431"/>
                  </a:lnTo>
                  <a:lnTo>
                    <a:pt x="10340" y="9155"/>
                  </a:lnTo>
                  <a:lnTo>
                    <a:pt x="9786" y="8349"/>
                  </a:lnTo>
                  <a:lnTo>
                    <a:pt x="10199" y="7993"/>
                  </a:lnTo>
                  <a:lnTo>
                    <a:pt x="10833" y="7480"/>
                  </a:lnTo>
                  <a:lnTo>
                    <a:pt x="11277" y="7121"/>
                  </a:lnTo>
                  <a:lnTo>
                    <a:pt x="16002" y="3298"/>
                  </a:lnTo>
                  <a:lnTo>
                    <a:pt x="16351" y="3095"/>
                  </a:lnTo>
                  <a:lnTo>
                    <a:pt x="16659" y="2903"/>
                  </a:lnTo>
                  <a:lnTo>
                    <a:pt x="16816" y="2797"/>
                  </a:lnTo>
                  <a:lnTo>
                    <a:pt x="17405" y="2396"/>
                  </a:lnTo>
                  <a:lnTo>
                    <a:pt x="17637" y="2239"/>
                  </a:lnTo>
                  <a:lnTo>
                    <a:pt x="18154" y="1887"/>
                  </a:lnTo>
                  <a:lnTo>
                    <a:pt x="18447" y="1687"/>
                  </a:lnTo>
                  <a:lnTo>
                    <a:pt x="18924" y="1363"/>
                  </a:lnTo>
                  <a:lnTo>
                    <a:pt x="19103" y="1241"/>
                  </a:lnTo>
                  <a:lnTo>
                    <a:pt x="19635" y="880"/>
                  </a:lnTo>
                  <a:lnTo>
                    <a:pt x="19849" y="734"/>
                  </a:lnTo>
                  <a:lnTo>
                    <a:pt x="20141" y="537"/>
                  </a:lnTo>
                  <a:lnTo>
                    <a:pt x="20400" y="368"/>
                  </a:lnTo>
                  <a:lnTo>
                    <a:pt x="20919" y="28"/>
                  </a:lnTo>
                  <a:lnTo>
                    <a:pt x="22283" y="0"/>
                  </a:lnTo>
                  <a:lnTo>
                    <a:pt x="23464" y="178"/>
                  </a:lnTo>
                  <a:lnTo>
                    <a:pt x="25120" y="2222"/>
                  </a:lnTo>
                  <a:lnTo>
                    <a:pt x="25429" y="3040"/>
                  </a:lnTo>
                  <a:lnTo>
                    <a:pt x="25287" y="3102"/>
                  </a:lnTo>
                  <a:lnTo>
                    <a:pt x="25117" y="3177"/>
                  </a:lnTo>
                  <a:lnTo>
                    <a:pt x="23720" y="3788"/>
                  </a:lnTo>
                  <a:lnTo>
                    <a:pt x="25540" y="4889"/>
                  </a:lnTo>
                  <a:lnTo>
                    <a:pt x="26196" y="5285"/>
                  </a:lnTo>
                  <a:lnTo>
                    <a:pt x="29124" y="7056"/>
                  </a:lnTo>
                  <a:lnTo>
                    <a:pt x="28418" y="7362"/>
                  </a:lnTo>
                  <a:lnTo>
                    <a:pt x="26330" y="8267"/>
                  </a:lnTo>
                  <a:lnTo>
                    <a:pt x="25912" y="8448"/>
                  </a:lnTo>
                  <a:lnTo>
                    <a:pt x="26481" y="9386"/>
                  </a:lnTo>
                  <a:lnTo>
                    <a:pt x="27691" y="11379"/>
                  </a:lnTo>
                  <a:lnTo>
                    <a:pt x="30425" y="15884"/>
                  </a:lnTo>
                  <a:lnTo>
                    <a:pt x="31072" y="168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3139687" y="2093461"/>
              <a:ext cx="80270" cy="96173"/>
            </a:xfrm>
            <a:custGeom>
              <a:avLst/>
              <a:pathLst>
                <a:path w="80270" h="96173">
                  <a:moveTo>
                    <a:pt x="22803" y="1975"/>
                  </a:moveTo>
                  <a:lnTo>
                    <a:pt x="17136" y="12482"/>
                  </a:lnTo>
                  <a:lnTo>
                    <a:pt x="26594" y="14846"/>
                  </a:lnTo>
                  <a:lnTo>
                    <a:pt x="31557" y="4291"/>
                  </a:lnTo>
                  <a:lnTo>
                    <a:pt x="31928" y="3503"/>
                  </a:lnTo>
                  <a:lnTo>
                    <a:pt x="43197" y="11541"/>
                  </a:lnTo>
                  <a:lnTo>
                    <a:pt x="59619" y="28028"/>
                  </a:lnTo>
                  <a:lnTo>
                    <a:pt x="60319" y="28731"/>
                  </a:lnTo>
                  <a:lnTo>
                    <a:pt x="64108" y="30551"/>
                  </a:lnTo>
                  <a:lnTo>
                    <a:pt x="66683" y="31409"/>
                  </a:lnTo>
                  <a:lnTo>
                    <a:pt x="69107" y="32217"/>
                  </a:lnTo>
                  <a:lnTo>
                    <a:pt x="74938" y="33050"/>
                  </a:lnTo>
                  <a:lnTo>
                    <a:pt x="80270" y="44603"/>
                  </a:lnTo>
                  <a:lnTo>
                    <a:pt x="77282" y="47434"/>
                  </a:lnTo>
                  <a:lnTo>
                    <a:pt x="79204" y="51546"/>
                  </a:lnTo>
                  <a:lnTo>
                    <a:pt x="76891" y="54233"/>
                  </a:lnTo>
                  <a:lnTo>
                    <a:pt x="75675" y="55645"/>
                  </a:lnTo>
                  <a:lnTo>
                    <a:pt x="73721" y="57915"/>
                  </a:lnTo>
                  <a:lnTo>
                    <a:pt x="76669" y="64964"/>
                  </a:lnTo>
                  <a:lnTo>
                    <a:pt x="76348" y="73551"/>
                  </a:lnTo>
                  <a:lnTo>
                    <a:pt x="75259" y="78101"/>
                  </a:lnTo>
                  <a:lnTo>
                    <a:pt x="73016" y="80409"/>
                  </a:lnTo>
                  <a:lnTo>
                    <a:pt x="71542" y="79191"/>
                  </a:lnTo>
                  <a:lnTo>
                    <a:pt x="69248" y="81055"/>
                  </a:lnTo>
                  <a:lnTo>
                    <a:pt x="68466" y="81690"/>
                  </a:lnTo>
                  <a:lnTo>
                    <a:pt x="66384" y="88207"/>
                  </a:lnTo>
                  <a:lnTo>
                    <a:pt x="65005" y="92520"/>
                  </a:lnTo>
                  <a:lnTo>
                    <a:pt x="58212" y="96173"/>
                  </a:lnTo>
                  <a:lnTo>
                    <a:pt x="52060" y="94123"/>
                  </a:lnTo>
                  <a:lnTo>
                    <a:pt x="47999" y="83226"/>
                  </a:lnTo>
                  <a:lnTo>
                    <a:pt x="45916" y="79434"/>
                  </a:lnTo>
                  <a:lnTo>
                    <a:pt x="45863" y="73293"/>
                  </a:lnTo>
                  <a:lnTo>
                    <a:pt x="47198" y="70729"/>
                  </a:lnTo>
                  <a:lnTo>
                    <a:pt x="47079" y="68611"/>
                  </a:lnTo>
                  <a:lnTo>
                    <a:pt x="46572" y="68324"/>
                  </a:lnTo>
                  <a:lnTo>
                    <a:pt x="43772" y="66739"/>
                  </a:lnTo>
                  <a:lnTo>
                    <a:pt x="41243" y="65307"/>
                  </a:lnTo>
                  <a:lnTo>
                    <a:pt x="38628" y="63827"/>
                  </a:lnTo>
                  <a:lnTo>
                    <a:pt x="38199" y="63584"/>
                  </a:lnTo>
                  <a:lnTo>
                    <a:pt x="34621" y="61558"/>
                  </a:lnTo>
                  <a:lnTo>
                    <a:pt x="33487" y="60916"/>
                  </a:lnTo>
                  <a:lnTo>
                    <a:pt x="38176" y="52592"/>
                  </a:lnTo>
                  <a:lnTo>
                    <a:pt x="35376" y="51472"/>
                  </a:lnTo>
                  <a:lnTo>
                    <a:pt x="42075" y="41746"/>
                  </a:lnTo>
                  <a:lnTo>
                    <a:pt x="49988" y="46273"/>
                  </a:lnTo>
                  <a:lnTo>
                    <a:pt x="52422" y="41645"/>
                  </a:lnTo>
                  <a:lnTo>
                    <a:pt x="46345" y="38290"/>
                  </a:lnTo>
                  <a:lnTo>
                    <a:pt x="44401" y="37217"/>
                  </a:lnTo>
                  <a:lnTo>
                    <a:pt x="42669" y="36261"/>
                  </a:lnTo>
                  <a:lnTo>
                    <a:pt x="25999" y="27658"/>
                  </a:lnTo>
                  <a:lnTo>
                    <a:pt x="20934" y="22696"/>
                  </a:lnTo>
                  <a:lnTo>
                    <a:pt x="16768" y="22162"/>
                  </a:lnTo>
                  <a:lnTo>
                    <a:pt x="0" y="11161"/>
                  </a:lnTo>
                  <a:lnTo>
                    <a:pt x="907" y="6515"/>
                  </a:lnTo>
                  <a:lnTo>
                    <a:pt x="4272" y="3631"/>
                  </a:lnTo>
                  <a:lnTo>
                    <a:pt x="15647" y="7743"/>
                  </a:lnTo>
                  <a:lnTo>
                    <a:pt x="19332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3062348" y="1950593"/>
              <a:ext cx="80814" cy="122888"/>
            </a:xfrm>
            <a:custGeom>
              <a:avLst/>
              <a:pathLst>
                <a:path w="80814" h="122888">
                  <a:moveTo>
                    <a:pt x="24463" y="0"/>
                  </a:moveTo>
                  <a:lnTo>
                    <a:pt x="30330" y="6188"/>
                  </a:lnTo>
                  <a:lnTo>
                    <a:pt x="33132" y="3457"/>
                  </a:lnTo>
                  <a:lnTo>
                    <a:pt x="34268" y="2349"/>
                  </a:lnTo>
                  <a:lnTo>
                    <a:pt x="35059" y="3246"/>
                  </a:lnTo>
                  <a:lnTo>
                    <a:pt x="38344" y="392"/>
                  </a:lnTo>
                  <a:lnTo>
                    <a:pt x="47419" y="11269"/>
                  </a:lnTo>
                  <a:lnTo>
                    <a:pt x="46073" y="12294"/>
                  </a:lnTo>
                  <a:lnTo>
                    <a:pt x="51954" y="19342"/>
                  </a:lnTo>
                  <a:lnTo>
                    <a:pt x="54526" y="22425"/>
                  </a:lnTo>
                  <a:lnTo>
                    <a:pt x="59849" y="28806"/>
                  </a:lnTo>
                  <a:lnTo>
                    <a:pt x="68855" y="39598"/>
                  </a:lnTo>
                  <a:lnTo>
                    <a:pt x="73116" y="44676"/>
                  </a:lnTo>
                  <a:lnTo>
                    <a:pt x="75182" y="47138"/>
                  </a:lnTo>
                  <a:lnTo>
                    <a:pt x="72969" y="49131"/>
                  </a:lnTo>
                  <a:lnTo>
                    <a:pt x="76643" y="53916"/>
                  </a:lnTo>
                  <a:lnTo>
                    <a:pt x="74075" y="57407"/>
                  </a:lnTo>
                  <a:lnTo>
                    <a:pt x="74401" y="57512"/>
                  </a:lnTo>
                  <a:lnTo>
                    <a:pt x="80814" y="59569"/>
                  </a:lnTo>
                  <a:lnTo>
                    <a:pt x="79611" y="64017"/>
                  </a:lnTo>
                  <a:lnTo>
                    <a:pt x="79398" y="63950"/>
                  </a:lnTo>
                  <a:lnTo>
                    <a:pt x="75640" y="62780"/>
                  </a:lnTo>
                  <a:lnTo>
                    <a:pt x="75163" y="63404"/>
                  </a:lnTo>
                  <a:lnTo>
                    <a:pt x="71891" y="67683"/>
                  </a:lnTo>
                  <a:lnTo>
                    <a:pt x="69536" y="70935"/>
                  </a:lnTo>
                  <a:lnTo>
                    <a:pt x="69406" y="71108"/>
                  </a:lnTo>
                  <a:lnTo>
                    <a:pt x="67149" y="74107"/>
                  </a:lnTo>
                  <a:lnTo>
                    <a:pt x="61606" y="79282"/>
                  </a:lnTo>
                  <a:lnTo>
                    <a:pt x="60308" y="79811"/>
                  </a:lnTo>
                  <a:lnTo>
                    <a:pt x="60022" y="80234"/>
                  </a:lnTo>
                  <a:lnTo>
                    <a:pt x="51797" y="92408"/>
                  </a:lnTo>
                  <a:lnTo>
                    <a:pt x="51047" y="93287"/>
                  </a:lnTo>
                  <a:lnTo>
                    <a:pt x="47503" y="91049"/>
                  </a:lnTo>
                  <a:lnTo>
                    <a:pt x="47222" y="91462"/>
                  </a:lnTo>
                  <a:lnTo>
                    <a:pt x="45753" y="93623"/>
                  </a:lnTo>
                  <a:lnTo>
                    <a:pt x="40341" y="101760"/>
                  </a:lnTo>
                  <a:lnTo>
                    <a:pt x="43882" y="103973"/>
                  </a:lnTo>
                  <a:lnTo>
                    <a:pt x="40819" y="108773"/>
                  </a:lnTo>
                  <a:lnTo>
                    <a:pt x="38699" y="112096"/>
                  </a:lnTo>
                  <a:lnTo>
                    <a:pt x="38680" y="112348"/>
                  </a:lnTo>
                  <a:lnTo>
                    <a:pt x="38242" y="118312"/>
                  </a:lnTo>
                  <a:lnTo>
                    <a:pt x="38234" y="119714"/>
                  </a:lnTo>
                  <a:lnTo>
                    <a:pt x="37898" y="119608"/>
                  </a:lnTo>
                  <a:lnTo>
                    <a:pt x="37438" y="119462"/>
                  </a:lnTo>
                  <a:lnTo>
                    <a:pt x="34316" y="118473"/>
                  </a:lnTo>
                  <a:lnTo>
                    <a:pt x="34204" y="118858"/>
                  </a:lnTo>
                  <a:lnTo>
                    <a:pt x="32913" y="120688"/>
                  </a:lnTo>
                  <a:lnTo>
                    <a:pt x="32763" y="120825"/>
                  </a:lnTo>
                  <a:lnTo>
                    <a:pt x="30504" y="122888"/>
                  </a:lnTo>
                  <a:lnTo>
                    <a:pt x="27798" y="120176"/>
                  </a:lnTo>
                  <a:lnTo>
                    <a:pt x="22159" y="115370"/>
                  </a:lnTo>
                  <a:lnTo>
                    <a:pt x="14447" y="108385"/>
                  </a:lnTo>
                  <a:lnTo>
                    <a:pt x="13529" y="107674"/>
                  </a:lnTo>
                  <a:lnTo>
                    <a:pt x="11422" y="106042"/>
                  </a:lnTo>
                  <a:lnTo>
                    <a:pt x="14669" y="102243"/>
                  </a:lnTo>
                  <a:lnTo>
                    <a:pt x="14894" y="101979"/>
                  </a:lnTo>
                  <a:lnTo>
                    <a:pt x="8250" y="95965"/>
                  </a:lnTo>
                  <a:lnTo>
                    <a:pt x="0" y="88425"/>
                  </a:lnTo>
                  <a:lnTo>
                    <a:pt x="2870" y="85205"/>
                  </a:lnTo>
                  <a:lnTo>
                    <a:pt x="5894" y="82148"/>
                  </a:lnTo>
                  <a:lnTo>
                    <a:pt x="9280" y="78727"/>
                  </a:lnTo>
                  <a:lnTo>
                    <a:pt x="9706" y="79093"/>
                  </a:lnTo>
                  <a:lnTo>
                    <a:pt x="11144" y="80327"/>
                  </a:lnTo>
                  <a:lnTo>
                    <a:pt x="12932" y="81861"/>
                  </a:lnTo>
                  <a:lnTo>
                    <a:pt x="17200" y="85522"/>
                  </a:lnTo>
                  <a:lnTo>
                    <a:pt x="20584" y="88648"/>
                  </a:lnTo>
                  <a:lnTo>
                    <a:pt x="20988" y="89001"/>
                  </a:lnTo>
                  <a:lnTo>
                    <a:pt x="30083" y="96962"/>
                  </a:lnTo>
                  <a:lnTo>
                    <a:pt x="31702" y="98379"/>
                  </a:lnTo>
                  <a:lnTo>
                    <a:pt x="31855" y="98199"/>
                  </a:lnTo>
                  <a:lnTo>
                    <a:pt x="33409" y="96373"/>
                  </a:lnTo>
                  <a:lnTo>
                    <a:pt x="34153" y="95500"/>
                  </a:lnTo>
                  <a:lnTo>
                    <a:pt x="35220" y="94246"/>
                  </a:lnTo>
                  <a:lnTo>
                    <a:pt x="36869" y="92308"/>
                  </a:lnTo>
                  <a:lnTo>
                    <a:pt x="37724" y="91304"/>
                  </a:lnTo>
                  <a:lnTo>
                    <a:pt x="39274" y="89483"/>
                  </a:lnTo>
                  <a:lnTo>
                    <a:pt x="40086" y="88529"/>
                  </a:lnTo>
                  <a:lnTo>
                    <a:pt x="41862" y="87626"/>
                  </a:lnTo>
                  <a:lnTo>
                    <a:pt x="41473" y="86773"/>
                  </a:lnTo>
                  <a:lnTo>
                    <a:pt x="41980" y="86633"/>
                  </a:lnTo>
                  <a:lnTo>
                    <a:pt x="43122" y="84877"/>
                  </a:lnTo>
                  <a:lnTo>
                    <a:pt x="42711" y="84366"/>
                  </a:lnTo>
                  <a:lnTo>
                    <a:pt x="42555" y="84172"/>
                  </a:lnTo>
                  <a:lnTo>
                    <a:pt x="45893" y="78126"/>
                  </a:lnTo>
                  <a:lnTo>
                    <a:pt x="45050" y="74830"/>
                  </a:lnTo>
                  <a:lnTo>
                    <a:pt x="44638" y="73218"/>
                  </a:lnTo>
                  <a:lnTo>
                    <a:pt x="45096" y="72793"/>
                  </a:lnTo>
                  <a:lnTo>
                    <a:pt x="47730" y="70350"/>
                  </a:lnTo>
                  <a:lnTo>
                    <a:pt x="46641" y="69969"/>
                  </a:lnTo>
                  <a:lnTo>
                    <a:pt x="46267" y="69838"/>
                  </a:lnTo>
                  <a:lnTo>
                    <a:pt x="45807" y="69677"/>
                  </a:lnTo>
                  <a:lnTo>
                    <a:pt x="46360" y="66618"/>
                  </a:lnTo>
                  <a:lnTo>
                    <a:pt x="49724" y="66682"/>
                  </a:lnTo>
                  <a:lnTo>
                    <a:pt x="50055" y="67812"/>
                  </a:lnTo>
                  <a:lnTo>
                    <a:pt x="50815" y="70413"/>
                  </a:lnTo>
                  <a:lnTo>
                    <a:pt x="53017" y="71670"/>
                  </a:lnTo>
                  <a:lnTo>
                    <a:pt x="52997" y="72540"/>
                  </a:lnTo>
                  <a:lnTo>
                    <a:pt x="55160" y="74703"/>
                  </a:lnTo>
                  <a:lnTo>
                    <a:pt x="55374" y="74348"/>
                  </a:lnTo>
                  <a:lnTo>
                    <a:pt x="56874" y="71864"/>
                  </a:lnTo>
                  <a:lnTo>
                    <a:pt x="57803" y="67603"/>
                  </a:lnTo>
                  <a:lnTo>
                    <a:pt x="58524" y="62876"/>
                  </a:lnTo>
                  <a:lnTo>
                    <a:pt x="57178" y="61835"/>
                  </a:lnTo>
                  <a:lnTo>
                    <a:pt x="59479" y="58788"/>
                  </a:lnTo>
                  <a:lnTo>
                    <a:pt x="50992" y="52545"/>
                  </a:lnTo>
                  <a:lnTo>
                    <a:pt x="49900" y="51742"/>
                  </a:lnTo>
                  <a:lnTo>
                    <a:pt x="50033" y="49547"/>
                  </a:lnTo>
                  <a:lnTo>
                    <a:pt x="53258" y="46044"/>
                  </a:lnTo>
                  <a:lnTo>
                    <a:pt x="45850" y="38585"/>
                  </a:lnTo>
                  <a:lnTo>
                    <a:pt x="39529" y="31571"/>
                  </a:lnTo>
                  <a:lnTo>
                    <a:pt x="35920" y="33090"/>
                  </a:lnTo>
                  <a:lnTo>
                    <a:pt x="34978" y="32601"/>
                  </a:lnTo>
                  <a:lnTo>
                    <a:pt x="33846" y="28879"/>
                  </a:lnTo>
                  <a:lnTo>
                    <a:pt x="32842" y="24846"/>
                  </a:lnTo>
                  <a:lnTo>
                    <a:pt x="32354" y="24978"/>
                  </a:lnTo>
                  <a:lnTo>
                    <a:pt x="25760" y="26754"/>
                  </a:lnTo>
                  <a:lnTo>
                    <a:pt x="25441" y="25685"/>
                  </a:lnTo>
                  <a:lnTo>
                    <a:pt x="25016" y="24262"/>
                  </a:lnTo>
                  <a:lnTo>
                    <a:pt x="23894" y="23091"/>
                  </a:lnTo>
                  <a:lnTo>
                    <a:pt x="19650" y="18658"/>
                  </a:lnTo>
                  <a:lnTo>
                    <a:pt x="18313" y="17262"/>
                  </a:lnTo>
                  <a:lnTo>
                    <a:pt x="15427" y="14248"/>
                  </a:lnTo>
                  <a:lnTo>
                    <a:pt x="24020" y="6540"/>
                  </a:lnTo>
                  <a:lnTo>
                    <a:pt x="23255" y="5768"/>
                  </a:lnTo>
                  <a:lnTo>
                    <a:pt x="21328" y="3827"/>
                  </a:lnTo>
                  <a:lnTo>
                    <a:pt x="21497" y="36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3055134" y="1952339"/>
              <a:ext cx="174796" cy="192594"/>
            </a:xfrm>
            <a:custGeom>
              <a:avLst/>
              <a:pathLst>
                <a:path w="174796" h="192594">
                  <a:moveTo>
                    <a:pt x="150787" y="3791"/>
                  </a:moveTo>
                  <a:lnTo>
                    <a:pt x="154098" y="10734"/>
                  </a:lnTo>
                  <a:lnTo>
                    <a:pt x="124406" y="27502"/>
                  </a:lnTo>
                  <a:lnTo>
                    <a:pt x="122047" y="23693"/>
                  </a:lnTo>
                  <a:lnTo>
                    <a:pt x="121629" y="23016"/>
                  </a:lnTo>
                  <a:lnTo>
                    <a:pt x="112432" y="26096"/>
                  </a:lnTo>
                  <a:lnTo>
                    <a:pt x="111682" y="26347"/>
                  </a:lnTo>
                  <a:lnTo>
                    <a:pt x="111508" y="25257"/>
                  </a:lnTo>
                  <a:lnTo>
                    <a:pt x="111315" y="24044"/>
                  </a:lnTo>
                  <a:lnTo>
                    <a:pt x="109546" y="23911"/>
                  </a:lnTo>
                  <a:lnTo>
                    <a:pt x="109107" y="26423"/>
                  </a:lnTo>
                  <a:lnTo>
                    <a:pt x="108722" y="28621"/>
                  </a:lnTo>
                  <a:lnTo>
                    <a:pt x="108378" y="30586"/>
                  </a:lnTo>
                  <a:lnTo>
                    <a:pt x="111175" y="31366"/>
                  </a:lnTo>
                  <a:lnTo>
                    <a:pt x="111849" y="31554"/>
                  </a:lnTo>
                  <a:lnTo>
                    <a:pt x="110681" y="38463"/>
                  </a:lnTo>
                  <a:lnTo>
                    <a:pt x="109546" y="45172"/>
                  </a:lnTo>
                  <a:lnTo>
                    <a:pt x="106175" y="44438"/>
                  </a:lnTo>
                  <a:lnTo>
                    <a:pt x="104273" y="49979"/>
                  </a:lnTo>
                  <a:lnTo>
                    <a:pt x="105759" y="49895"/>
                  </a:lnTo>
                  <a:lnTo>
                    <a:pt x="107429" y="49802"/>
                  </a:lnTo>
                  <a:lnTo>
                    <a:pt x="112016" y="49545"/>
                  </a:lnTo>
                  <a:lnTo>
                    <a:pt x="112111" y="49088"/>
                  </a:lnTo>
                  <a:lnTo>
                    <a:pt x="112383" y="47776"/>
                  </a:lnTo>
                  <a:lnTo>
                    <a:pt x="114204" y="47620"/>
                  </a:lnTo>
                  <a:lnTo>
                    <a:pt x="116517" y="47422"/>
                  </a:lnTo>
                  <a:lnTo>
                    <a:pt x="119793" y="47141"/>
                  </a:lnTo>
                  <a:lnTo>
                    <a:pt x="133978" y="48944"/>
                  </a:lnTo>
                  <a:lnTo>
                    <a:pt x="134879" y="50079"/>
                  </a:lnTo>
                  <a:lnTo>
                    <a:pt x="143024" y="51147"/>
                  </a:lnTo>
                  <a:lnTo>
                    <a:pt x="155284" y="52257"/>
                  </a:lnTo>
                  <a:lnTo>
                    <a:pt x="165498" y="46916"/>
                  </a:lnTo>
                  <a:lnTo>
                    <a:pt x="170995" y="49573"/>
                  </a:lnTo>
                  <a:lnTo>
                    <a:pt x="159716" y="57519"/>
                  </a:lnTo>
                  <a:lnTo>
                    <a:pt x="152197" y="57519"/>
                  </a:lnTo>
                  <a:lnTo>
                    <a:pt x="151001" y="65124"/>
                  </a:lnTo>
                  <a:lnTo>
                    <a:pt x="146231" y="64732"/>
                  </a:lnTo>
                  <a:lnTo>
                    <a:pt x="146387" y="59912"/>
                  </a:lnTo>
                  <a:lnTo>
                    <a:pt x="140543" y="60054"/>
                  </a:lnTo>
                  <a:lnTo>
                    <a:pt x="139922" y="62476"/>
                  </a:lnTo>
                  <a:lnTo>
                    <a:pt x="138929" y="71882"/>
                  </a:lnTo>
                  <a:lnTo>
                    <a:pt x="133989" y="71282"/>
                  </a:lnTo>
                  <a:lnTo>
                    <a:pt x="132721" y="71148"/>
                  </a:lnTo>
                  <a:lnTo>
                    <a:pt x="133055" y="73084"/>
                  </a:lnTo>
                  <a:lnTo>
                    <a:pt x="141132" y="84899"/>
                  </a:lnTo>
                  <a:lnTo>
                    <a:pt x="143602" y="83898"/>
                  </a:lnTo>
                  <a:lnTo>
                    <a:pt x="151212" y="95580"/>
                  </a:lnTo>
                  <a:lnTo>
                    <a:pt x="149810" y="96849"/>
                  </a:lnTo>
                  <a:lnTo>
                    <a:pt x="154750" y="99919"/>
                  </a:lnTo>
                  <a:lnTo>
                    <a:pt x="156552" y="98651"/>
                  </a:lnTo>
                  <a:lnTo>
                    <a:pt x="174316" y="113605"/>
                  </a:lnTo>
                  <a:lnTo>
                    <a:pt x="174796" y="123645"/>
                  </a:lnTo>
                  <a:lnTo>
                    <a:pt x="168762" y="123859"/>
                  </a:lnTo>
                  <a:lnTo>
                    <a:pt x="161980" y="121883"/>
                  </a:lnTo>
                  <a:lnTo>
                    <a:pt x="152954" y="114994"/>
                  </a:lnTo>
                  <a:lnTo>
                    <a:pt x="154396" y="112751"/>
                  </a:lnTo>
                  <a:lnTo>
                    <a:pt x="135865" y="101910"/>
                  </a:lnTo>
                  <a:lnTo>
                    <a:pt x="127160" y="100842"/>
                  </a:lnTo>
                  <a:lnTo>
                    <a:pt x="108950" y="95288"/>
                  </a:lnTo>
                  <a:lnTo>
                    <a:pt x="113222" y="101322"/>
                  </a:lnTo>
                  <a:lnTo>
                    <a:pt x="108576" y="111095"/>
                  </a:lnTo>
                  <a:lnTo>
                    <a:pt x="110995" y="111803"/>
                  </a:lnTo>
                  <a:lnTo>
                    <a:pt x="117784" y="113791"/>
                  </a:lnTo>
                  <a:lnTo>
                    <a:pt x="133569" y="118411"/>
                  </a:lnTo>
                  <a:lnTo>
                    <a:pt x="130953" y="125763"/>
                  </a:lnTo>
                  <a:lnTo>
                    <a:pt x="125659" y="124771"/>
                  </a:lnTo>
                  <a:lnTo>
                    <a:pt x="123790" y="129177"/>
                  </a:lnTo>
                  <a:lnTo>
                    <a:pt x="118610" y="129150"/>
                  </a:lnTo>
                  <a:lnTo>
                    <a:pt x="119544" y="130859"/>
                  </a:lnTo>
                  <a:lnTo>
                    <a:pt x="124644" y="133850"/>
                  </a:lnTo>
                  <a:lnTo>
                    <a:pt x="127174" y="131110"/>
                  </a:lnTo>
                  <a:lnTo>
                    <a:pt x="138258" y="137232"/>
                  </a:lnTo>
                  <a:lnTo>
                    <a:pt x="136933" y="141321"/>
                  </a:lnTo>
                  <a:lnTo>
                    <a:pt x="145958" y="141482"/>
                  </a:lnTo>
                  <a:lnTo>
                    <a:pt x="145798" y="143511"/>
                  </a:lnTo>
                  <a:lnTo>
                    <a:pt x="156291" y="140463"/>
                  </a:lnTo>
                  <a:lnTo>
                    <a:pt x="156852" y="141906"/>
                  </a:lnTo>
                  <a:lnTo>
                    <a:pt x="161446" y="153711"/>
                  </a:lnTo>
                  <a:lnTo>
                    <a:pt x="157761" y="156274"/>
                  </a:lnTo>
                  <a:lnTo>
                    <a:pt x="158252" y="159574"/>
                  </a:lnTo>
                  <a:lnTo>
                    <a:pt x="160822" y="160442"/>
                  </a:lnTo>
                  <a:lnTo>
                    <a:pt x="160088" y="165282"/>
                  </a:lnTo>
                  <a:lnTo>
                    <a:pt x="159373" y="165117"/>
                  </a:lnTo>
                  <a:lnTo>
                    <a:pt x="151377" y="163279"/>
                  </a:lnTo>
                  <a:lnTo>
                    <a:pt x="151555" y="163691"/>
                  </a:lnTo>
                  <a:lnTo>
                    <a:pt x="152678" y="166283"/>
                  </a:lnTo>
                  <a:lnTo>
                    <a:pt x="149671" y="168456"/>
                  </a:lnTo>
                  <a:lnTo>
                    <a:pt x="148311" y="167669"/>
                  </a:lnTo>
                  <a:lnTo>
                    <a:pt x="144768" y="169748"/>
                  </a:lnTo>
                  <a:lnTo>
                    <a:pt x="144173" y="169150"/>
                  </a:lnTo>
                  <a:lnTo>
                    <a:pt x="127750" y="152662"/>
                  </a:lnTo>
                  <a:lnTo>
                    <a:pt x="116482" y="144625"/>
                  </a:lnTo>
                  <a:lnTo>
                    <a:pt x="116111" y="145413"/>
                  </a:lnTo>
                  <a:lnTo>
                    <a:pt x="111148" y="155967"/>
                  </a:lnTo>
                  <a:lnTo>
                    <a:pt x="101690" y="153604"/>
                  </a:lnTo>
                  <a:lnTo>
                    <a:pt x="107356" y="143097"/>
                  </a:lnTo>
                  <a:lnTo>
                    <a:pt x="103885" y="141121"/>
                  </a:lnTo>
                  <a:lnTo>
                    <a:pt x="100200" y="148865"/>
                  </a:lnTo>
                  <a:lnTo>
                    <a:pt x="88825" y="144753"/>
                  </a:lnTo>
                  <a:lnTo>
                    <a:pt x="85461" y="147636"/>
                  </a:lnTo>
                  <a:lnTo>
                    <a:pt x="84553" y="152283"/>
                  </a:lnTo>
                  <a:lnTo>
                    <a:pt x="101322" y="163284"/>
                  </a:lnTo>
                  <a:lnTo>
                    <a:pt x="105487" y="163818"/>
                  </a:lnTo>
                  <a:lnTo>
                    <a:pt x="110552" y="168780"/>
                  </a:lnTo>
                  <a:lnTo>
                    <a:pt x="127222" y="177382"/>
                  </a:lnTo>
                  <a:lnTo>
                    <a:pt x="128955" y="178339"/>
                  </a:lnTo>
                  <a:lnTo>
                    <a:pt x="130899" y="179412"/>
                  </a:lnTo>
                  <a:lnTo>
                    <a:pt x="136975" y="182767"/>
                  </a:lnTo>
                  <a:lnTo>
                    <a:pt x="134542" y="187394"/>
                  </a:lnTo>
                  <a:lnTo>
                    <a:pt x="126628" y="182867"/>
                  </a:lnTo>
                  <a:lnTo>
                    <a:pt x="119930" y="192594"/>
                  </a:lnTo>
                  <a:lnTo>
                    <a:pt x="119530" y="192339"/>
                  </a:lnTo>
                  <a:lnTo>
                    <a:pt x="117111" y="190798"/>
                  </a:lnTo>
                  <a:lnTo>
                    <a:pt x="114122" y="188892"/>
                  </a:lnTo>
                  <a:lnTo>
                    <a:pt x="112284" y="191937"/>
                  </a:lnTo>
                  <a:lnTo>
                    <a:pt x="111690" y="191581"/>
                  </a:lnTo>
                  <a:lnTo>
                    <a:pt x="102062" y="185818"/>
                  </a:lnTo>
                  <a:lnTo>
                    <a:pt x="101700" y="185576"/>
                  </a:lnTo>
                  <a:lnTo>
                    <a:pt x="97022" y="182448"/>
                  </a:lnTo>
                  <a:lnTo>
                    <a:pt x="93005" y="179763"/>
                  </a:lnTo>
                  <a:lnTo>
                    <a:pt x="95078" y="176312"/>
                  </a:lnTo>
                  <a:lnTo>
                    <a:pt x="92258" y="174213"/>
                  </a:lnTo>
                  <a:lnTo>
                    <a:pt x="91825" y="173989"/>
                  </a:lnTo>
                  <a:lnTo>
                    <a:pt x="88877" y="171858"/>
                  </a:lnTo>
                  <a:lnTo>
                    <a:pt x="85737" y="169679"/>
                  </a:lnTo>
                  <a:lnTo>
                    <a:pt x="81976" y="167368"/>
                  </a:lnTo>
                  <a:lnTo>
                    <a:pt x="78816" y="165049"/>
                  </a:lnTo>
                  <a:lnTo>
                    <a:pt x="76051" y="163220"/>
                  </a:lnTo>
                  <a:lnTo>
                    <a:pt x="75788" y="163046"/>
                  </a:lnTo>
                  <a:lnTo>
                    <a:pt x="72414" y="160941"/>
                  </a:lnTo>
                  <a:lnTo>
                    <a:pt x="62668" y="154452"/>
                  </a:lnTo>
                  <a:lnTo>
                    <a:pt x="52620" y="147579"/>
                  </a:lnTo>
                  <a:lnTo>
                    <a:pt x="41431" y="139940"/>
                  </a:lnTo>
                  <a:lnTo>
                    <a:pt x="40727" y="139483"/>
                  </a:lnTo>
                  <a:lnTo>
                    <a:pt x="39068" y="138404"/>
                  </a:lnTo>
                  <a:lnTo>
                    <a:pt x="38013" y="137719"/>
                  </a:lnTo>
                  <a:lnTo>
                    <a:pt x="37707" y="138176"/>
                  </a:lnTo>
                  <a:lnTo>
                    <a:pt x="32190" y="148141"/>
                  </a:lnTo>
                  <a:lnTo>
                    <a:pt x="29433" y="146590"/>
                  </a:lnTo>
                  <a:lnTo>
                    <a:pt x="29148" y="146434"/>
                  </a:lnTo>
                  <a:lnTo>
                    <a:pt x="28791" y="147011"/>
                  </a:lnTo>
                  <a:lnTo>
                    <a:pt x="24044" y="154670"/>
                  </a:lnTo>
                  <a:lnTo>
                    <a:pt x="20839" y="152668"/>
                  </a:lnTo>
                  <a:lnTo>
                    <a:pt x="20321" y="152316"/>
                  </a:lnTo>
                  <a:lnTo>
                    <a:pt x="19183" y="151450"/>
                  </a:lnTo>
                  <a:lnTo>
                    <a:pt x="17394" y="145749"/>
                  </a:lnTo>
                  <a:lnTo>
                    <a:pt x="15578" y="143733"/>
                  </a:lnTo>
                  <a:lnTo>
                    <a:pt x="13429" y="141864"/>
                  </a:lnTo>
                  <a:lnTo>
                    <a:pt x="9103" y="138420"/>
                  </a:lnTo>
                  <a:lnTo>
                    <a:pt x="5937" y="136837"/>
                  </a:lnTo>
                  <a:lnTo>
                    <a:pt x="4083" y="135910"/>
                  </a:lnTo>
                  <a:lnTo>
                    <a:pt x="6059" y="134888"/>
                  </a:lnTo>
                  <a:lnTo>
                    <a:pt x="9463" y="133128"/>
                  </a:lnTo>
                  <a:lnTo>
                    <a:pt x="10065" y="133082"/>
                  </a:lnTo>
                  <a:lnTo>
                    <a:pt x="11412" y="132980"/>
                  </a:lnTo>
                  <a:lnTo>
                    <a:pt x="10595" y="127357"/>
                  </a:lnTo>
                  <a:lnTo>
                    <a:pt x="8788" y="124764"/>
                  </a:lnTo>
                  <a:lnTo>
                    <a:pt x="7412" y="122420"/>
                  </a:lnTo>
                  <a:lnTo>
                    <a:pt x="4944" y="118510"/>
                  </a:lnTo>
                  <a:lnTo>
                    <a:pt x="5542" y="118083"/>
                  </a:lnTo>
                  <a:lnTo>
                    <a:pt x="2337" y="113155"/>
                  </a:lnTo>
                  <a:lnTo>
                    <a:pt x="0" y="110687"/>
                  </a:lnTo>
                  <a:lnTo>
                    <a:pt x="3457" y="99180"/>
                  </a:lnTo>
                  <a:lnTo>
                    <a:pt x="3508" y="99011"/>
                  </a:lnTo>
                  <a:lnTo>
                    <a:pt x="7214" y="86678"/>
                  </a:lnTo>
                  <a:lnTo>
                    <a:pt x="15465" y="94219"/>
                  </a:lnTo>
                  <a:lnTo>
                    <a:pt x="22109" y="100233"/>
                  </a:lnTo>
                  <a:lnTo>
                    <a:pt x="21884" y="100497"/>
                  </a:lnTo>
                  <a:lnTo>
                    <a:pt x="18636" y="104296"/>
                  </a:lnTo>
                  <a:lnTo>
                    <a:pt x="20743" y="105928"/>
                  </a:lnTo>
                  <a:lnTo>
                    <a:pt x="21662" y="106639"/>
                  </a:lnTo>
                  <a:lnTo>
                    <a:pt x="29373" y="113624"/>
                  </a:lnTo>
                  <a:lnTo>
                    <a:pt x="35012" y="118430"/>
                  </a:lnTo>
                  <a:lnTo>
                    <a:pt x="37718" y="121141"/>
                  </a:lnTo>
                  <a:lnTo>
                    <a:pt x="39977" y="119079"/>
                  </a:lnTo>
                  <a:lnTo>
                    <a:pt x="40128" y="118942"/>
                  </a:lnTo>
                  <a:lnTo>
                    <a:pt x="41418" y="117112"/>
                  </a:lnTo>
                  <a:lnTo>
                    <a:pt x="41530" y="116727"/>
                  </a:lnTo>
                  <a:lnTo>
                    <a:pt x="44652" y="117716"/>
                  </a:lnTo>
                  <a:lnTo>
                    <a:pt x="45112" y="117861"/>
                  </a:lnTo>
                  <a:lnTo>
                    <a:pt x="45449" y="117968"/>
                  </a:lnTo>
                  <a:lnTo>
                    <a:pt x="45457" y="116566"/>
                  </a:lnTo>
                  <a:lnTo>
                    <a:pt x="45895" y="110602"/>
                  </a:lnTo>
                  <a:lnTo>
                    <a:pt x="45913" y="110350"/>
                  </a:lnTo>
                  <a:lnTo>
                    <a:pt x="48034" y="107027"/>
                  </a:lnTo>
                  <a:lnTo>
                    <a:pt x="51096" y="102227"/>
                  </a:lnTo>
                  <a:lnTo>
                    <a:pt x="47470" y="99961"/>
                  </a:lnTo>
                  <a:lnTo>
                    <a:pt x="52967" y="91877"/>
                  </a:lnTo>
                  <a:lnTo>
                    <a:pt x="54437" y="89716"/>
                  </a:lnTo>
                  <a:lnTo>
                    <a:pt x="54717" y="89303"/>
                  </a:lnTo>
                  <a:lnTo>
                    <a:pt x="58370" y="91610"/>
                  </a:lnTo>
                  <a:lnTo>
                    <a:pt x="59011" y="90662"/>
                  </a:lnTo>
                  <a:lnTo>
                    <a:pt x="67236" y="78488"/>
                  </a:lnTo>
                  <a:lnTo>
                    <a:pt x="67522" y="78064"/>
                  </a:lnTo>
                  <a:lnTo>
                    <a:pt x="68820" y="77536"/>
                  </a:lnTo>
                  <a:lnTo>
                    <a:pt x="74363" y="72361"/>
                  </a:lnTo>
                  <a:lnTo>
                    <a:pt x="76620" y="69362"/>
                  </a:lnTo>
                  <a:lnTo>
                    <a:pt x="76814" y="69101"/>
                  </a:lnTo>
                  <a:lnTo>
                    <a:pt x="79106" y="65936"/>
                  </a:lnTo>
                  <a:lnTo>
                    <a:pt x="82377" y="61658"/>
                  </a:lnTo>
                  <a:lnTo>
                    <a:pt x="82855" y="61034"/>
                  </a:lnTo>
                  <a:lnTo>
                    <a:pt x="86612" y="62204"/>
                  </a:lnTo>
                  <a:lnTo>
                    <a:pt x="86826" y="62271"/>
                  </a:lnTo>
                  <a:lnTo>
                    <a:pt x="88029" y="57823"/>
                  </a:lnTo>
                  <a:lnTo>
                    <a:pt x="90368" y="49173"/>
                  </a:lnTo>
                  <a:lnTo>
                    <a:pt x="91548" y="44097"/>
                  </a:lnTo>
                  <a:lnTo>
                    <a:pt x="93378" y="36090"/>
                  </a:lnTo>
                  <a:lnTo>
                    <a:pt x="89578" y="35182"/>
                  </a:lnTo>
                  <a:lnTo>
                    <a:pt x="92736" y="22279"/>
                  </a:lnTo>
                  <a:lnTo>
                    <a:pt x="93998" y="15219"/>
                  </a:lnTo>
                  <a:lnTo>
                    <a:pt x="94041" y="15043"/>
                  </a:lnTo>
                  <a:lnTo>
                    <a:pt x="105844" y="17813"/>
                  </a:lnTo>
                  <a:lnTo>
                    <a:pt x="106376" y="17938"/>
                  </a:lnTo>
                  <a:lnTo>
                    <a:pt x="108005" y="10782"/>
                  </a:lnTo>
                  <a:lnTo>
                    <a:pt x="109767" y="3519"/>
                  </a:lnTo>
                  <a:lnTo>
                    <a:pt x="111936" y="4095"/>
                  </a:lnTo>
                  <a:lnTo>
                    <a:pt x="114023" y="4650"/>
                  </a:lnTo>
                  <a:lnTo>
                    <a:pt x="115108" y="4923"/>
                  </a:lnTo>
                  <a:lnTo>
                    <a:pt x="113950" y="10510"/>
                  </a:lnTo>
                  <a:lnTo>
                    <a:pt x="113063" y="14787"/>
                  </a:lnTo>
                  <a:lnTo>
                    <a:pt x="118510" y="13986"/>
                  </a:lnTo>
                  <a:lnTo>
                    <a:pt x="120032" y="12063"/>
                  </a:lnTo>
                  <a:lnTo>
                    <a:pt x="119952" y="8859"/>
                  </a:lnTo>
                  <a:lnTo>
                    <a:pt x="123685" y="6790"/>
                  </a:lnTo>
                  <a:lnTo>
                    <a:pt x="125527" y="10146"/>
                  </a:lnTo>
                  <a:lnTo>
                    <a:pt x="136688" y="4582"/>
                  </a:lnTo>
                  <a:lnTo>
                    <a:pt x="144165" y="854"/>
                  </a:lnTo>
                  <a:lnTo>
                    <a:pt x="15089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3015623" y="1981004"/>
              <a:ext cx="106205" cy="87149"/>
            </a:xfrm>
            <a:custGeom>
              <a:avLst/>
              <a:pathLst>
                <a:path w="106205" h="87149">
                  <a:moveTo>
                    <a:pt x="15889" y="3526"/>
                  </a:moveTo>
                  <a:lnTo>
                    <a:pt x="16405" y="10190"/>
                  </a:lnTo>
                  <a:lnTo>
                    <a:pt x="21019" y="9677"/>
                  </a:lnTo>
                  <a:lnTo>
                    <a:pt x="24352" y="6858"/>
                  </a:lnTo>
                  <a:lnTo>
                    <a:pt x="28581" y="8908"/>
                  </a:lnTo>
                  <a:lnTo>
                    <a:pt x="34861" y="14163"/>
                  </a:lnTo>
                  <a:lnTo>
                    <a:pt x="37425" y="11215"/>
                  </a:lnTo>
                  <a:lnTo>
                    <a:pt x="41656" y="10960"/>
                  </a:lnTo>
                  <a:lnTo>
                    <a:pt x="48575" y="16086"/>
                  </a:lnTo>
                  <a:lnTo>
                    <a:pt x="49729" y="15189"/>
                  </a:lnTo>
                  <a:lnTo>
                    <a:pt x="55368" y="19290"/>
                  </a:lnTo>
                  <a:lnTo>
                    <a:pt x="54995" y="19770"/>
                  </a:lnTo>
                  <a:lnTo>
                    <a:pt x="53574" y="21597"/>
                  </a:lnTo>
                  <a:lnTo>
                    <a:pt x="62182" y="27832"/>
                  </a:lnTo>
                  <a:lnTo>
                    <a:pt x="58997" y="32160"/>
                  </a:lnTo>
                  <a:lnTo>
                    <a:pt x="69665" y="41723"/>
                  </a:lnTo>
                  <a:lnTo>
                    <a:pt x="70212" y="42213"/>
                  </a:lnTo>
                  <a:lnTo>
                    <a:pt x="67227" y="46348"/>
                  </a:lnTo>
                  <a:lnTo>
                    <a:pt x="69331" y="47981"/>
                  </a:lnTo>
                  <a:lnTo>
                    <a:pt x="67608" y="51545"/>
                  </a:lnTo>
                  <a:lnTo>
                    <a:pt x="79464" y="59356"/>
                  </a:lnTo>
                  <a:lnTo>
                    <a:pt x="81106" y="57313"/>
                  </a:lnTo>
                  <a:lnTo>
                    <a:pt x="73536" y="52947"/>
                  </a:lnTo>
                  <a:lnTo>
                    <a:pt x="78182" y="48381"/>
                  </a:lnTo>
                  <a:lnTo>
                    <a:pt x="77806" y="44860"/>
                  </a:lnTo>
                  <a:lnTo>
                    <a:pt x="77468" y="41696"/>
                  </a:lnTo>
                  <a:lnTo>
                    <a:pt x="82194" y="34300"/>
                  </a:lnTo>
                  <a:lnTo>
                    <a:pt x="84270" y="35210"/>
                  </a:lnTo>
                  <a:lnTo>
                    <a:pt x="87855" y="36783"/>
                  </a:lnTo>
                  <a:lnTo>
                    <a:pt x="96453" y="31469"/>
                  </a:lnTo>
                  <a:lnTo>
                    <a:pt x="93312" y="28943"/>
                  </a:lnTo>
                  <a:lnTo>
                    <a:pt x="89217" y="25648"/>
                  </a:lnTo>
                  <a:lnTo>
                    <a:pt x="72871" y="7452"/>
                  </a:lnTo>
                  <a:lnTo>
                    <a:pt x="82645" y="2679"/>
                  </a:lnTo>
                  <a:lnTo>
                    <a:pt x="86254" y="1160"/>
                  </a:lnTo>
                  <a:lnTo>
                    <a:pt x="92575" y="8174"/>
                  </a:lnTo>
                  <a:lnTo>
                    <a:pt x="100027" y="15681"/>
                  </a:lnTo>
                  <a:lnTo>
                    <a:pt x="96758" y="19136"/>
                  </a:lnTo>
                  <a:lnTo>
                    <a:pt x="96659" y="21357"/>
                  </a:lnTo>
                  <a:lnTo>
                    <a:pt x="97717" y="22134"/>
                  </a:lnTo>
                  <a:lnTo>
                    <a:pt x="106205" y="28377"/>
                  </a:lnTo>
                  <a:lnTo>
                    <a:pt x="103903" y="31424"/>
                  </a:lnTo>
                  <a:lnTo>
                    <a:pt x="105249" y="32466"/>
                  </a:lnTo>
                  <a:lnTo>
                    <a:pt x="104528" y="37192"/>
                  </a:lnTo>
                  <a:lnTo>
                    <a:pt x="103599" y="41453"/>
                  </a:lnTo>
                  <a:lnTo>
                    <a:pt x="102099" y="43937"/>
                  </a:lnTo>
                  <a:lnTo>
                    <a:pt x="101885" y="44292"/>
                  </a:lnTo>
                  <a:lnTo>
                    <a:pt x="99722" y="42129"/>
                  </a:lnTo>
                  <a:lnTo>
                    <a:pt x="99743" y="41260"/>
                  </a:lnTo>
                  <a:lnTo>
                    <a:pt x="97540" y="40002"/>
                  </a:lnTo>
                  <a:lnTo>
                    <a:pt x="96780" y="37401"/>
                  </a:lnTo>
                  <a:lnTo>
                    <a:pt x="96450" y="36271"/>
                  </a:lnTo>
                  <a:lnTo>
                    <a:pt x="93085" y="36207"/>
                  </a:lnTo>
                  <a:lnTo>
                    <a:pt x="92532" y="39266"/>
                  </a:lnTo>
                  <a:lnTo>
                    <a:pt x="92992" y="39427"/>
                  </a:lnTo>
                  <a:lnTo>
                    <a:pt x="93366" y="39558"/>
                  </a:lnTo>
                  <a:lnTo>
                    <a:pt x="94455" y="39939"/>
                  </a:lnTo>
                  <a:lnTo>
                    <a:pt x="91821" y="42382"/>
                  </a:lnTo>
                  <a:lnTo>
                    <a:pt x="91363" y="42807"/>
                  </a:lnTo>
                  <a:lnTo>
                    <a:pt x="91775" y="44419"/>
                  </a:lnTo>
                  <a:lnTo>
                    <a:pt x="92618" y="47715"/>
                  </a:lnTo>
                  <a:lnTo>
                    <a:pt x="89280" y="53761"/>
                  </a:lnTo>
                  <a:lnTo>
                    <a:pt x="89478" y="54008"/>
                  </a:lnTo>
                  <a:lnTo>
                    <a:pt x="89847" y="54466"/>
                  </a:lnTo>
                  <a:lnTo>
                    <a:pt x="88705" y="56222"/>
                  </a:lnTo>
                  <a:lnTo>
                    <a:pt x="88198" y="56362"/>
                  </a:lnTo>
                  <a:lnTo>
                    <a:pt x="88587" y="57215"/>
                  </a:lnTo>
                  <a:lnTo>
                    <a:pt x="86811" y="58118"/>
                  </a:lnTo>
                  <a:lnTo>
                    <a:pt x="85999" y="59072"/>
                  </a:lnTo>
                  <a:lnTo>
                    <a:pt x="84449" y="60893"/>
                  </a:lnTo>
                  <a:lnTo>
                    <a:pt x="83594" y="61898"/>
                  </a:lnTo>
                  <a:lnTo>
                    <a:pt x="81945" y="63835"/>
                  </a:lnTo>
                  <a:lnTo>
                    <a:pt x="80878" y="65089"/>
                  </a:lnTo>
                  <a:lnTo>
                    <a:pt x="80135" y="65962"/>
                  </a:lnTo>
                  <a:lnTo>
                    <a:pt x="78580" y="67788"/>
                  </a:lnTo>
                  <a:lnTo>
                    <a:pt x="78427" y="67968"/>
                  </a:lnTo>
                  <a:lnTo>
                    <a:pt x="76808" y="66551"/>
                  </a:lnTo>
                  <a:lnTo>
                    <a:pt x="67713" y="58590"/>
                  </a:lnTo>
                  <a:lnTo>
                    <a:pt x="67309" y="58237"/>
                  </a:lnTo>
                  <a:lnTo>
                    <a:pt x="63925" y="55111"/>
                  </a:lnTo>
                  <a:lnTo>
                    <a:pt x="59658" y="51450"/>
                  </a:lnTo>
                  <a:lnTo>
                    <a:pt x="57869" y="49916"/>
                  </a:lnTo>
                  <a:lnTo>
                    <a:pt x="56432" y="48682"/>
                  </a:lnTo>
                  <a:lnTo>
                    <a:pt x="56005" y="48316"/>
                  </a:lnTo>
                  <a:lnTo>
                    <a:pt x="52620" y="51737"/>
                  </a:lnTo>
                  <a:lnTo>
                    <a:pt x="49595" y="54794"/>
                  </a:lnTo>
                  <a:lnTo>
                    <a:pt x="46725" y="58014"/>
                  </a:lnTo>
                  <a:lnTo>
                    <a:pt x="43019" y="70347"/>
                  </a:lnTo>
                  <a:lnTo>
                    <a:pt x="42968" y="70515"/>
                  </a:lnTo>
                  <a:lnTo>
                    <a:pt x="39510" y="82022"/>
                  </a:lnTo>
                  <a:lnTo>
                    <a:pt x="32715" y="84929"/>
                  </a:lnTo>
                  <a:lnTo>
                    <a:pt x="30659" y="87149"/>
                  </a:lnTo>
                  <a:lnTo>
                    <a:pt x="29082" y="86620"/>
                  </a:lnTo>
                  <a:lnTo>
                    <a:pt x="24210" y="84986"/>
                  </a:lnTo>
                  <a:lnTo>
                    <a:pt x="21941" y="82881"/>
                  </a:lnTo>
                  <a:lnTo>
                    <a:pt x="20198" y="80432"/>
                  </a:lnTo>
                  <a:lnTo>
                    <a:pt x="17017" y="83747"/>
                  </a:lnTo>
                  <a:lnTo>
                    <a:pt x="15027" y="80324"/>
                  </a:lnTo>
                  <a:lnTo>
                    <a:pt x="13493" y="77928"/>
                  </a:lnTo>
                  <a:lnTo>
                    <a:pt x="12846" y="76917"/>
                  </a:lnTo>
                  <a:lnTo>
                    <a:pt x="10112" y="72412"/>
                  </a:lnTo>
                  <a:lnTo>
                    <a:pt x="8902" y="70418"/>
                  </a:lnTo>
                  <a:lnTo>
                    <a:pt x="8333" y="69480"/>
                  </a:lnTo>
                  <a:lnTo>
                    <a:pt x="8751" y="69299"/>
                  </a:lnTo>
                  <a:lnTo>
                    <a:pt x="10839" y="68395"/>
                  </a:lnTo>
                  <a:lnTo>
                    <a:pt x="11545" y="68089"/>
                  </a:lnTo>
                  <a:lnTo>
                    <a:pt x="8617" y="66318"/>
                  </a:lnTo>
                  <a:lnTo>
                    <a:pt x="7961" y="65921"/>
                  </a:lnTo>
                  <a:lnTo>
                    <a:pt x="6141" y="64821"/>
                  </a:lnTo>
                  <a:lnTo>
                    <a:pt x="7538" y="64209"/>
                  </a:lnTo>
                  <a:lnTo>
                    <a:pt x="7708" y="64135"/>
                  </a:lnTo>
                  <a:lnTo>
                    <a:pt x="7850" y="64073"/>
                  </a:lnTo>
                  <a:lnTo>
                    <a:pt x="7541" y="63254"/>
                  </a:lnTo>
                  <a:lnTo>
                    <a:pt x="5885" y="61211"/>
                  </a:lnTo>
                  <a:lnTo>
                    <a:pt x="4704" y="61032"/>
                  </a:lnTo>
                  <a:lnTo>
                    <a:pt x="3341" y="61060"/>
                  </a:lnTo>
                  <a:lnTo>
                    <a:pt x="3532" y="60855"/>
                  </a:lnTo>
                  <a:lnTo>
                    <a:pt x="3387" y="60696"/>
                  </a:lnTo>
                  <a:lnTo>
                    <a:pt x="3006" y="60278"/>
                  </a:lnTo>
                  <a:lnTo>
                    <a:pt x="2079" y="59261"/>
                  </a:lnTo>
                  <a:lnTo>
                    <a:pt x="1956" y="59127"/>
                  </a:lnTo>
                  <a:lnTo>
                    <a:pt x="1780" y="58922"/>
                  </a:lnTo>
                  <a:lnTo>
                    <a:pt x="2033" y="53491"/>
                  </a:lnTo>
                  <a:lnTo>
                    <a:pt x="11500" y="52647"/>
                  </a:lnTo>
                  <a:lnTo>
                    <a:pt x="12194" y="57828"/>
                  </a:lnTo>
                  <a:lnTo>
                    <a:pt x="12509" y="57890"/>
                  </a:lnTo>
                  <a:lnTo>
                    <a:pt x="16893" y="58762"/>
                  </a:lnTo>
                  <a:lnTo>
                    <a:pt x="25038" y="50912"/>
                  </a:lnTo>
                  <a:lnTo>
                    <a:pt x="25715" y="50372"/>
                  </a:lnTo>
                  <a:lnTo>
                    <a:pt x="28722" y="47975"/>
                  </a:lnTo>
                  <a:lnTo>
                    <a:pt x="28215" y="40365"/>
                  </a:lnTo>
                  <a:lnTo>
                    <a:pt x="25351" y="40727"/>
                  </a:lnTo>
                  <a:lnTo>
                    <a:pt x="21532" y="34798"/>
                  </a:lnTo>
                  <a:lnTo>
                    <a:pt x="9288" y="35309"/>
                  </a:lnTo>
                  <a:lnTo>
                    <a:pt x="640" y="19290"/>
                  </a:lnTo>
                  <a:lnTo>
                    <a:pt x="0" y="4935"/>
                  </a:lnTo>
                  <a:lnTo>
                    <a:pt x="5254" y="5063"/>
                  </a:lnTo>
                  <a:lnTo>
                    <a:pt x="5370" y="329"/>
                  </a:lnTo>
                  <a:lnTo>
                    <a:pt x="10381" y="168"/>
                  </a:lnTo>
                  <a:lnTo>
                    <a:pt x="15615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3039883" y="1906714"/>
              <a:ext cx="75835" cy="90532"/>
            </a:xfrm>
            <a:custGeom>
              <a:avLst/>
              <a:pathLst>
                <a:path w="75835" h="90532">
                  <a:moveTo>
                    <a:pt x="65773" y="300"/>
                  </a:moveTo>
                  <a:lnTo>
                    <a:pt x="68425" y="2202"/>
                  </a:lnTo>
                  <a:lnTo>
                    <a:pt x="71461" y="1945"/>
                  </a:lnTo>
                  <a:lnTo>
                    <a:pt x="72364" y="1869"/>
                  </a:lnTo>
                  <a:lnTo>
                    <a:pt x="72297" y="11481"/>
                  </a:lnTo>
                  <a:lnTo>
                    <a:pt x="75835" y="20173"/>
                  </a:lnTo>
                  <a:lnTo>
                    <a:pt x="74292" y="20530"/>
                  </a:lnTo>
                  <a:lnTo>
                    <a:pt x="73217" y="20241"/>
                  </a:lnTo>
                  <a:lnTo>
                    <a:pt x="71299" y="20826"/>
                  </a:lnTo>
                  <a:lnTo>
                    <a:pt x="69434" y="21394"/>
                  </a:lnTo>
                  <a:lnTo>
                    <a:pt x="70411" y="26298"/>
                  </a:lnTo>
                  <a:lnTo>
                    <a:pt x="71445" y="31347"/>
                  </a:lnTo>
                  <a:lnTo>
                    <a:pt x="67238" y="32396"/>
                  </a:lnTo>
                  <a:lnTo>
                    <a:pt x="63832" y="34269"/>
                  </a:lnTo>
                  <a:lnTo>
                    <a:pt x="66397" y="38689"/>
                  </a:lnTo>
                  <a:lnTo>
                    <a:pt x="66848" y="39467"/>
                  </a:lnTo>
                  <a:lnTo>
                    <a:pt x="65852" y="40348"/>
                  </a:lnTo>
                  <a:lnTo>
                    <a:pt x="64017" y="41710"/>
                  </a:lnTo>
                  <a:lnTo>
                    <a:pt x="62989" y="42511"/>
                  </a:lnTo>
                  <a:lnTo>
                    <a:pt x="62656" y="42769"/>
                  </a:lnTo>
                  <a:lnTo>
                    <a:pt x="60800" y="44260"/>
                  </a:lnTo>
                  <a:lnTo>
                    <a:pt x="57524" y="47125"/>
                  </a:lnTo>
                  <a:lnTo>
                    <a:pt x="56733" y="46228"/>
                  </a:lnTo>
                  <a:lnTo>
                    <a:pt x="55597" y="47336"/>
                  </a:lnTo>
                  <a:lnTo>
                    <a:pt x="52795" y="50067"/>
                  </a:lnTo>
                  <a:lnTo>
                    <a:pt x="46889" y="43926"/>
                  </a:lnTo>
                  <a:lnTo>
                    <a:pt x="43962" y="47499"/>
                  </a:lnTo>
                  <a:lnTo>
                    <a:pt x="43793" y="47706"/>
                  </a:lnTo>
                  <a:lnTo>
                    <a:pt x="45720" y="49647"/>
                  </a:lnTo>
                  <a:lnTo>
                    <a:pt x="46485" y="50418"/>
                  </a:lnTo>
                  <a:lnTo>
                    <a:pt x="37892" y="58126"/>
                  </a:lnTo>
                  <a:lnTo>
                    <a:pt x="40778" y="61141"/>
                  </a:lnTo>
                  <a:lnTo>
                    <a:pt x="42115" y="62537"/>
                  </a:lnTo>
                  <a:lnTo>
                    <a:pt x="46359" y="66970"/>
                  </a:lnTo>
                  <a:lnTo>
                    <a:pt x="47481" y="68141"/>
                  </a:lnTo>
                  <a:lnTo>
                    <a:pt x="47906" y="69564"/>
                  </a:lnTo>
                  <a:lnTo>
                    <a:pt x="48225" y="70633"/>
                  </a:lnTo>
                  <a:lnTo>
                    <a:pt x="54819" y="68857"/>
                  </a:lnTo>
                  <a:lnTo>
                    <a:pt x="55307" y="68725"/>
                  </a:lnTo>
                  <a:lnTo>
                    <a:pt x="56311" y="72758"/>
                  </a:lnTo>
                  <a:lnTo>
                    <a:pt x="57443" y="76479"/>
                  </a:lnTo>
                  <a:lnTo>
                    <a:pt x="58385" y="76969"/>
                  </a:lnTo>
                  <a:lnTo>
                    <a:pt x="48611" y="81742"/>
                  </a:lnTo>
                  <a:lnTo>
                    <a:pt x="45253" y="84284"/>
                  </a:lnTo>
                  <a:lnTo>
                    <a:pt x="37985" y="89784"/>
                  </a:lnTo>
                  <a:lnTo>
                    <a:pt x="35177" y="90109"/>
                  </a:lnTo>
                  <a:lnTo>
                    <a:pt x="31523" y="90532"/>
                  </a:lnTo>
                  <a:lnTo>
                    <a:pt x="31838" y="89571"/>
                  </a:lnTo>
                  <a:lnTo>
                    <a:pt x="36276" y="76006"/>
                  </a:lnTo>
                  <a:lnTo>
                    <a:pt x="40388" y="76327"/>
                  </a:lnTo>
                  <a:lnTo>
                    <a:pt x="35689" y="70452"/>
                  </a:lnTo>
                  <a:lnTo>
                    <a:pt x="35084" y="70987"/>
                  </a:lnTo>
                  <a:lnTo>
                    <a:pt x="32988" y="72843"/>
                  </a:lnTo>
                  <a:lnTo>
                    <a:pt x="27785" y="77448"/>
                  </a:lnTo>
                  <a:lnTo>
                    <a:pt x="23893" y="73630"/>
                  </a:lnTo>
                  <a:lnTo>
                    <a:pt x="22178" y="71947"/>
                  </a:lnTo>
                  <a:lnTo>
                    <a:pt x="22651" y="74167"/>
                  </a:lnTo>
                  <a:lnTo>
                    <a:pt x="22872" y="75205"/>
                  </a:lnTo>
                  <a:lnTo>
                    <a:pt x="18193" y="76092"/>
                  </a:lnTo>
                  <a:lnTo>
                    <a:pt x="14952" y="76706"/>
                  </a:lnTo>
                  <a:lnTo>
                    <a:pt x="14701" y="76754"/>
                  </a:lnTo>
                  <a:lnTo>
                    <a:pt x="11201" y="73714"/>
                  </a:lnTo>
                  <a:lnTo>
                    <a:pt x="9332" y="67172"/>
                  </a:lnTo>
                  <a:lnTo>
                    <a:pt x="0" y="54440"/>
                  </a:lnTo>
                  <a:lnTo>
                    <a:pt x="1495" y="49206"/>
                  </a:lnTo>
                  <a:lnTo>
                    <a:pt x="5233" y="42798"/>
                  </a:lnTo>
                  <a:lnTo>
                    <a:pt x="13137" y="42264"/>
                  </a:lnTo>
                  <a:lnTo>
                    <a:pt x="20943" y="24667"/>
                  </a:lnTo>
                  <a:lnTo>
                    <a:pt x="24307" y="22664"/>
                  </a:lnTo>
                  <a:lnTo>
                    <a:pt x="35442" y="22584"/>
                  </a:lnTo>
                  <a:lnTo>
                    <a:pt x="47217" y="18659"/>
                  </a:lnTo>
                  <a:lnTo>
                    <a:pt x="49682" y="17261"/>
                  </a:lnTo>
                  <a:lnTo>
                    <a:pt x="53241" y="15223"/>
                  </a:lnTo>
                  <a:lnTo>
                    <a:pt x="50933" y="9955"/>
                  </a:lnTo>
                  <a:lnTo>
                    <a:pt x="58330" y="6217"/>
                  </a:lnTo>
                  <a:lnTo>
                    <a:pt x="64814" y="478"/>
                  </a:lnTo>
                  <a:lnTo>
                    <a:pt x="65354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3100683" y="1926956"/>
              <a:ext cx="47828" cy="83206"/>
            </a:xfrm>
            <a:custGeom>
              <a:avLst/>
              <a:pathLst>
                <a:path w="47828" h="83206">
                  <a:moveTo>
                    <a:pt x="23624" y="36988"/>
                  </a:moveTo>
                  <a:lnTo>
                    <a:pt x="30310" y="44593"/>
                  </a:lnTo>
                  <a:lnTo>
                    <a:pt x="32574" y="43055"/>
                  </a:lnTo>
                  <a:lnTo>
                    <a:pt x="39217" y="52069"/>
                  </a:lnTo>
                  <a:lnTo>
                    <a:pt x="42492" y="46683"/>
                  </a:lnTo>
                  <a:lnTo>
                    <a:pt x="43042" y="46795"/>
                  </a:lnTo>
                  <a:lnTo>
                    <a:pt x="46747" y="47547"/>
                  </a:lnTo>
                  <a:lnTo>
                    <a:pt x="47186" y="47662"/>
                  </a:lnTo>
                  <a:lnTo>
                    <a:pt x="44028" y="60566"/>
                  </a:lnTo>
                  <a:lnTo>
                    <a:pt x="47828" y="61474"/>
                  </a:lnTo>
                  <a:lnTo>
                    <a:pt x="45998" y="69481"/>
                  </a:lnTo>
                  <a:lnTo>
                    <a:pt x="44818" y="74557"/>
                  </a:lnTo>
                  <a:lnTo>
                    <a:pt x="42479" y="83206"/>
                  </a:lnTo>
                  <a:lnTo>
                    <a:pt x="36066" y="81149"/>
                  </a:lnTo>
                  <a:lnTo>
                    <a:pt x="35740" y="81044"/>
                  </a:lnTo>
                  <a:lnTo>
                    <a:pt x="38308" y="77553"/>
                  </a:lnTo>
                  <a:lnTo>
                    <a:pt x="34634" y="72768"/>
                  </a:lnTo>
                  <a:lnTo>
                    <a:pt x="36847" y="70775"/>
                  </a:lnTo>
                  <a:lnTo>
                    <a:pt x="34781" y="68313"/>
                  </a:lnTo>
                  <a:lnTo>
                    <a:pt x="30520" y="63236"/>
                  </a:lnTo>
                  <a:lnTo>
                    <a:pt x="21515" y="52443"/>
                  </a:lnTo>
                  <a:lnTo>
                    <a:pt x="16190" y="46062"/>
                  </a:lnTo>
                  <a:lnTo>
                    <a:pt x="13618" y="42979"/>
                  </a:lnTo>
                  <a:lnTo>
                    <a:pt x="7738" y="35931"/>
                  </a:lnTo>
                  <a:lnTo>
                    <a:pt x="9083" y="34906"/>
                  </a:lnTo>
                  <a:lnTo>
                    <a:pt x="0" y="24018"/>
                  </a:lnTo>
                  <a:lnTo>
                    <a:pt x="1856" y="22528"/>
                  </a:lnTo>
                  <a:lnTo>
                    <a:pt x="2188" y="22269"/>
                  </a:lnTo>
                  <a:lnTo>
                    <a:pt x="3217" y="21468"/>
                  </a:lnTo>
                  <a:lnTo>
                    <a:pt x="5051" y="20107"/>
                  </a:lnTo>
                  <a:lnTo>
                    <a:pt x="6047" y="19225"/>
                  </a:lnTo>
                  <a:lnTo>
                    <a:pt x="5533" y="18339"/>
                  </a:lnTo>
                  <a:lnTo>
                    <a:pt x="3032" y="14027"/>
                  </a:lnTo>
                  <a:lnTo>
                    <a:pt x="6437" y="12155"/>
                  </a:lnTo>
                  <a:lnTo>
                    <a:pt x="10645" y="11106"/>
                  </a:lnTo>
                  <a:lnTo>
                    <a:pt x="9610" y="6057"/>
                  </a:lnTo>
                  <a:lnTo>
                    <a:pt x="8634" y="1153"/>
                  </a:lnTo>
                  <a:lnTo>
                    <a:pt x="10499" y="584"/>
                  </a:lnTo>
                  <a:lnTo>
                    <a:pt x="12417" y="0"/>
                  </a:lnTo>
                  <a:lnTo>
                    <a:pt x="13492" y="288"/>
                  </a:lnTo>
                  <a:lnTo>
                    <a:pt x="15486" y="9141"/>
                  </a:lnTo>
                  <a:lnTo>
                    <a:pt x="14075" y="9261"/>
                  </a:lnTo>
                  <a:lnTo>
                    <a:pt x="15100" y="15050"/>
                  </a:lnTo>
                  <a:lnTo>
                    <a:pt x="25058" y="27768"/>
                  </a:lnTo>
                  <a:lnTo>
                    <a:pt x="25268" y="28038"/>
                  </a:lnTo>
                  <a:lnTo>
                    <a:pt x="23837" y="29448"/>
                  </a:lnTo>
                  <a:lnTo>
                    <a:pt x="23325" y="33463"/>
                  </a:lnTo>
                  <a:lnTo>
                    <a:pt x="24863" y="357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3123452" y="1805611"/>
              <a:ext cx="213825" cy="169007"/>
            </a:xfrm>
            <a:custGeom>
              <a:avLst/>
              <a:pathLst>
                <a:path w="213825" h="169007">
                  <a:moveTo>
                    <a:pt x="76677" y="2766"/>
                  </a:moveTo>
                  <a:lnTo>
                    <a:pt x="73628" y="12706"/>
                  </a:lnTo>
                  <a:lnTo>
                    <a:pt x="77511" y="13593"/>
                  </a:lnTo>
                  <a:lnTo>
                    <a:pt x="78936" y="17802"/>
                  </a:lnTo>
                  <a:lnTo>
                    <a:pt x="85379" y="17944"/>
                  </a:lnTo>
                  <a:lnTo>
                    <a:pt x="85684" y="14582"/>
                  </a:lnTo>
                  <a:lnTo>
                    <a:pt x="91666" y="15049"/>
                  </a:lnTo>
                  <a:lnTo>
                    <a:pt x="91532" y="16130"/>
                  </a:lnTo>
                  <a:lnTo>
                    <a:pt x="93412" y="20459"/>
                  </a:lnTo>
                  <a:lnTo>
                    <a:pt x="95153" y="22061"/>
                  </a:lnTo>
                  <a:lnTo>
                    <a:pt x="96381" y="22413"/>
                  </a:lnTo>
                  <a:lnTo>
                    <a:pt x="101663" y="24951"/>
                  </a:lnTo>
                  <a:lnTo>
                    <a:pt x="101428" y="27707"/>
                  </a:lnTo>
                  <a:lnTo>
                    <a:pt x="101301" y="29196"/>
                  </a:lnTo>
                  <a:lnTo>
                    <a:pt x="103368" y="29712"/>
                  </a:lnTo>
                  <a:lnTo>
                    <a:pt x="104185" y="29917"/>
                  </a:lnTo>
                  <a:lnTo>
                    <a:pt x="104746" y="33228"/>
                  </a:lnTo>
                  <a:lnTo>
                    <a:pt x="104959" y="34023"/>
                  </a:lnTo>
                  <a:lnTo>
                    <a:pt x="105485" y="35991"/>
                  </a:lnTo>
                  <a:lnTo>
                    <a:pt x="116663" y="34105"/>
                  </a:lnTo>
                  <a:lnTo>
                    <a:pt x="127277" y="32436"/>
                  </a:lnTo>
                  <a:lnTo>
                    <a:pt x="134520" y="31134"/>
                  </a:lnTo>
                  <a:lnTo>
                    <a:pt x="144065" y="30066"/>
                  </a:lnTo>
                  <a:lnTo>
                    <a:pt x="153162" y="30692"/>
                  </a:lnTo>
                  <a:lnTo>
                    <a:pt x="157804" y="31381"/>
                  </a:lnTo>
                  <a:lnTo>
                    <a:pt x="158659" y="31508"/>
                  </a:lnTo>
                  <a:lnTo>
                    <a:pt x="157957" y="39624"/>
                  </a:lnTo>
                  <a:lnTo>
                    <a:pt x="156469" y="44586"/>
                  </a:lnTo>
                  <a:lnTo>
                    <a:pt x="162824" y="43731"/>
                  </a:lnTo>
                  <a:lnTo>
                    <a:pt x="170301" y="46989"/>
                  </a:lnTo>
                  <a:lnTo>
                    <a:pt x="168539" y="54305"/>
                  </a:lnTo>
                  <a:lnTo>
                    <a:pt x="163999" y="52863"/>
                  </a:lnTo>
                  <a:lnTo>
                    <a:pt x="158018" y="60821"/>
                  </a:lnTo>
                  <a:lnTo>
                    <a:pt x="165281" y="70807"/>
                  </a:lnTo>
                  <a:lnTo>
                    <a:pt x="169500" y="70273"/>
                  </a:lnTo>
                  <a:lnTo>
                    <a:pt x="174573" y="67496"/>
                  </a:lnTo>
                  <a:lnTo>
                    <a:pt x="174093" y="66375"/>
                  </a:lnTo>
                  <a:lnTo>
                    <a:pt x="185361" y="56068"/>
                  </a:lnTo>
                  <a:lnTo>
                    <a:pt x="187292" y="56848"/>
                  </a:lnTo>
                  <a:lnTo>
                    <a:pt x="191559" y="48812"/>
                  </a:lnTo>
                  <a:lnTo>
                    <a:pt x="193158" y="47523"/>
                  </a:lnTo>
                  <a:lnTo>
                    <a:pt x="212703" y="45921"/>
                  </a:lnTo>
                  <a:lnTo>
                    <a:pt x="213825" y="54466"/>
                  </a:lnTo>
                  <a:lnTo>
                    <a:pt x="196575" y="57029"/>
                  </a:lnTo>
                  <a:lnTo>
                    <a:pt x="195240" y="59005"/>
                  </a:lnTo>
                  <a:lnTo>
                    <a:pt x="198338" y="72730"/>
                  </a:lnTo>
                  <a:lnTo>
                    <a:pt x="202503" y="75186"/>
                  </a:lnTo>
                  <a:lnTo>
                    <a:pt x="195668" y="81167"/>
                  </a:lnTo>
                  <a:lnTo>
                    <a:pt x="198284" y="86401"/>
                  </a:lnTo>
                  <a:lnTo>
                    <a:pt x="191716" y="90032"/>
                  </a:lnTo>
                  <a:lnTo>
                    <a:pt x="186108" y="82983"/>
                  </a:lnTo>
                  <a:lnTo>
                    <a:pt x="177991" y="89926"/>
                  </a:lnTo>
                  <a:lnTo>
                    <a:pt x="153959" y="91367"/>
                  </a:lnTo>
                  <a:lnTo>
                    <a:pt x="151930" y="94038"/>
                  </a:lnTo>
                  <a:lnTo>
                    <a:pt x="156202" y="98844"/>
                  </a:lnTo>
                  <a:lnTo>
                    <a:pt x="156256" y="106961"/>
                  </a:lnTo>
                  <a:lnTo>
                    <a:pt x="161190" y="110039"/>
                  </a:lnTo>
                  <a:lnTo>
                    <a:pt x="165751" y="112884"/>
                  </a:lnTo>
                  <a:lnTo>
                    <a:pt x="163444" y="117434"/>
                  </a:lnTo>
                  <a:lnTo>
                    <a:pt x="154280" y="114422"/>
                  </a:lnTo>
                  <a:lnTo>
                    <a:pt x="138194" y="105257"/>
                  </a:lnTo>
                  <a:lnTo>
                    <a:pt x="138447" y="106876"/>
                  </a:lnTo>
                  <a:lnTo>
                    <a:pt x="138835" y="109359"/>
                  </a:lnTo>
                  <a:lnTo>
                    <a:pt x="138338" y="109526"/>
                  </a:lnTo>
                  <a:lnTo>
                    <a:pt x="136149" y="110262"/>
                  </a:lnTo>
                  <a:lnTo>
                    <a:pt x="132358" y="111537"/>
                  </a:lnTo>
                  <a:lnTo>
                    <a:pt x="131401" y="111858"/>
                  </a:lnTo>
                  <a:lnTo>
                    <a:pt x="121037" y="114618"/>
                  </a:lnTo>
                  <a:lnTo>
                    <a:pt x="119835" y="114938"/>
                  </a:lnTo>
                  <a:lnTo>
                    <a:pt x="119610" y="114998"/>
                  </a:lnTo>
                  <a:lnTo>
                    <a:pt x="119994" y="116472"/>
                  </a:lnTo>
                  <a:lnTo>
                    <a:pt x="138327" y="129205"/>
                  </a:lnTo>
                  <a:lnTo>
                    <a:pt x="139925" y="130314"/>
                  </a:lnTo>
                  <a:lnTo>
                    <a:pt x="141527" y="130635"/>
                  </a:lnTo>
                  <a:lnTo>
                    <a:pt x="143182" y="134585"/>
                  </a:lnTo>
                  <a:lnTo>
                    <a:pt x="145980" y="141265"/>
                  </a:lnTo>
                  <a:lnTo>
                    <a:pt x="145880" y="147224"/>
                  </a:lnTo>
                  <a:lnTo>
                    <a:pt x="140501" y="148258"/>
                  </a:lnTo>
                  <a:lnTo>
                    <a:pt x="134734" y="144221"/>
                  </a:lnTo>
                  <a:lnTo>
                    <a:pt x="133450" y="145355"/>
                  </a:lnTo>
                  <a:lnTo>
                    <a:pt x="126403" y="146912"/>
                  </a:lnTo>
                  <a:lnTo>
                    <a:pt x="119866" y="142426"/>
                  </a:lnTo>
                  <a:lnTo>
                    <a:pt x="115637" y="135954"/>
                  </a:lnTo>
                  <a:lnTo>
                    <a:pt x="110171" y="131276"/>
                  </a:lnTo>
                  <a:lnTo>
                    <a:pt x="114868" y="124547"/>
                  </a:lnTo>
                  <a:lnTo>
                    <a:pt x="112945" y="123329"/>
                  </a:lnTo>
                  <a:lnTo>
                    <a:pt x="104206" y="124584"/>
                  </a:lnTo>
                  <a:lnTo>
                    <a:pt x="103295" y="124715"/>
                  </a:lnTo>
                  <a:lnTo>
                    <a:pt x="98847" y="131634"/>
                  </a:lnTo>
                  <a:lnTo>
                    <a:pt x="94468" y="129231"/>
                  </a:lnTo>
                  <a:lnTo>
                    <a:pt x="86885" y="137455"/>
                  </a:lnTo>
                  <a:lnTo>
                    <a:pt x="82238" y="131794"/>
                  </a:lnTo>
                  <a:lnTo>
                    <a:pt x="83413" y="130299"/>
                  </a:lnTo>
                  <a:lnTo>
                    <a:pt x="74441" y="130833"/>
                  </a:lnTo>
                  <a:lnTo>
                    <a:pt x="74228" y="133930"/>
                  </a:lnTo>
                  <a:lnTo>
                    <a:pt x="69795" y="134197"/>
                  </a:lnTo>
                  <a:lnTo>
                    <a:pt x="69582" y="138042"/>
                  </a:lnTo>
                  <a:lnTo>
                    <a:pt x="68622" y="138028"/>
                  </a:lnTo>
                  <a:lnTo>
                    <a:pt x="55323" y="137829"/>
                  </a:lnTo>
                  <a:lnTo>
                    <a:pt x="54469" y="142475"/>
                  </a:lnTo>
                  <a:lnTo>
                    <a:pt x="50997" y="141407"/>
                  </a:lnTo>
                  <a:lnTo>
                    <a:pt x="46790" y="151651"/>
                  </a:lnTo>
                  <a:lnTo>
                    <a:pt x="45634" y="151359"/>
                  </a:lnTo>
                  <a:lnTo>
                    <a:pt x="43617" y="150823"/>
                  </a:lnTo>
                  <a:lnTo>
                    <a:pt x="41424" y="150349"/>
                  </a:lnTo>
                  <a:lnTo>
                    <a:pt x="39687" y="157510"/>
                  </a:lnTo>
                  <a:lnTo>
                    <a:pt x="38058" y="164666"/>
                  </a:lnTo>
                  <a:lnTo>
                    <a:pt x="37526" y="164541"/>
                  </a:lnTo>
                  <a:lnTo>
                    <a:pt x="25723" y="161771"/>
                  </a:lnTo>
                  <a:lnTo>
                    <a:pt x="25679" y="161946"/>
                  </a:lnTo>
                  <a:lnTo>
                    <a:pt x="24417" y="169007"/>
                  </a:lnTo>
                  <a:lnTo>
                    <a:pt x="23979" y="168891"/>
                  </a:lnTo>
                  <a:lnTo>
                    <a:pt x="20274" y="168139"/>
                  </a:lnTo>
                  <a:lnTo>
                    <a:pt x="19724" y="168028"/>
                  </a:lnTo>
                  <a:lnTo>
                    <a:pt x="18677" y="167767"/>
                  </a:lnTo>
                  <a:lnTo>
                    <a:pt x="23150" y="148508"/>
                  </a:lnTo>
                  <a:lnTo>
                    <a:pt x="17234" y="145214"/>
                  </a:lnTo>
                  <a:lnTo>
                    <a:pt x="14590" y="141369"/>
                  </a:lnTo>
                  <a:lnTo>
                    <a:pt x="9223" y="126870"/>
                  </a:lnTo>
                  <a:lnTo>
                    <a:pt x="11060" y="121215"/>
                  </a:lnTo>
                  <a:lnTo>
                    <a:pt x="16561" y="118918"/>
                  </a:lnTo>
                  <a:lnTo>
                    <a:pt x="18464" y="119073"/>
                  </a:lnTo>
                  <a:lnTo>
                    <a:pt x="22714" y="107879"/>
                  </a:lnTo>
                  <a:lnTo>
                    <a:pt x="26368" y="99901"/>
                  </a:lnTo>
                  <a:lnTo>
                    <a:pt x="25353" y="96857"/>
                  </a:lnTo>
                  <a:lnTo>
                    <a:pt x="27489" y="94988"/>
                  </a:lnTo>
                  <a:lnTo>
                    <a:pt x="33257" y="93813"/>
                  </a:lnTo>
                  <a:lnTo>
                    <a:pt x="33043" y="91089"/>
                  </a:lnTo>
                  <a:lnTo>
                    <a:pt x="31194" y="86860"/>
                  </a:lnTo>
                  <a:lnTo>
                    <a:pt x="27956" y="81920"/>
                  </a:lnTo>
                  <a:lnTo>
                    <a:pt x="24819" y="83055"/>
                  </a:lnTo>
                  <a:lnTo>
                    <a:pt x="20012" y="72942"/>
                  </a:lnTo>
                  <a:lnTo>
                    <a:pt x="22049" y="67702"/>
                  </a:lnTo>
                  <a:lnTo>
                    <a:pt x="27422" y="66901"/>
                  </a:lnTo>
                  <a:lnTo>
                    <a:pt x="27489" y="70873"/>
                  </a:lnTo>
                  <a:lnTo>
                    <a:pt x="24819" y="71707"/>
                  </a:lnTo>
                  <a:lnTo>
                    <a:pt x="26354" y="73409"/>
                  </a:lnTo>
                  <a:lnTo>
                    <a:pt x="30226" y="73676"/>
                  </a:lnTo>
                  <a:lnTo>
                    <a:pt x="32696" y="72241"/>
                  </a:lnTo>
                  <a:lnTo>
                    <a:pt x="29492" y="66700"/>
                  </a:lnTo>
                  <a:lnTo>
                    <a:pt x="29825" y="62395"/>
                  </a:lnTo>
                  <a:lnTo>
                    <a:pt x="28724" y="55486"/>
                  </a:lnTo>
                  <a:lnTo>
                    <a:pt x="39152" y="53931"/>
                  </a:lnTo>
                  <a:lnTo>
                    <a:pt x="39177" y="52665"/>
                  </a:lnTo>
                  <a:lnTo>
                    <a:pt x="38386" y="50216"/>
                  </a:lnTo>
                  <a:lnTo>
                    <a:pt x="29478" y="51127"/>
                  </a:lnTo>
                  <a:lnTo>
                    <a:pt x="29211" y="44611"/>
                  </a:lnTo>
                  <a:lnTo>
                    <a:pt x="0" y="39111"/>
                  </a:lnTo>
                  <a:lnTo>
                    <a:pt x="694" y="31848"/>
                  </a:lnTo>
                  <a:lnTo>
                    <a:pt x="6835" y="30726"/>
                  </a:lnTo>
                  <a:lnTo>
                    <a:pt x="11535" y="18550"/>
                  </a:lnTo>
                  <a:lnTo>
                    <a:pt x="19332" y="19618"/>
                  </a:lnTo>
                  <a:lnTo>
                    <a:pt x="19866" y="16414"/>
                  </a:lnTo>
                  <a:lnTo>
                    <a:pt x="48543" y="19351"/>
                  </a:lnTo>
                  <a:lnTo>
                    <a:pt x="48223" y="23036"/>
                  </a:lnTo>
                  <a:lnTo>
                    <a:pt x="50359" y="23196"/>
                  </a:lnTo>
                  <a:lnTo>
                    <a:pt x="50947" y="19672"/>
                  </a:lnTo>
                  <a:lnTo>
                    <a:pt x="54097" y="19939"/>
                  </a:lnTo>
                  <a:lnTo>
                    <a:pt x="55005" y="14011"/>
                  </a:lnTo>
                  <a:lnTo>
                    <a:pt x="56982" y="5856"/>
                  </a:lnTo>
                  <a:lnTo>
                    <a:pt x="64252" y="7676"/>
                  </a:lnTo>
                  <a:lnTo>
                    <a:pt x="66043" y="1922"/>
                  </a:lnTo>
                  <a:lnTo>
                    <a:pt x="66642" y="0"/>
                  </a:lnTo>
                  <a:lnTo>
                    <a:pt x="70252" y="6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3171214" y="1746339"/>
              <a:ext cx="79641" cy="81686"/>
            </a:xfrm>
            <a:custGeom>
              <a:avLst/>
              <a:pathLst>
                <a:path w="79641" h="81686">
                  <a:moveTo>
                    <a:pt x="75006" y="24964"/>
                  </a:moveTo>
                  <a:lnTo>
                    <a:pt x="71568" y="38880"/>
                  </a:lnTo>
                  <a:lnTo>
                    <a:pt x="71223" y="39924"/>
                  </a:lnTo>
                  <a:lnTo>
                    <a:pt x="70630" y="41719"/>
                  </a:lnTo>
                  <a:lnTo>
                    <a:pt x="72072" y="43610"/>
                  </a:lnTo>
                  <a:lnTo>
                    <a:pt x="72777" y="43866"/>
                  </a:lnTo>
                  <a:lnTo>
                    <a:pt x="73748" y="44068"/>
                  </a:lnTo>
                  <a:lnTo>
                    <a:pt x="74467" y="45688"/>
                  </a:lnTo>
                  <a:lnTo>
                    <a:pt x="77730" y="53043"/>
                  </a:lnTo>
                  <a:lnTo>
                    <a:pt x="77966" y="53305"/>
                  </a:lnTo>
                  <a:lnTo>
                    <a:pt x="79482" y="54987"/>
                  </a:lnTo>
                  <a:lnTo>
                    <a:pt x="79531" y="56985"/>
                  </a:lnTo>
                  <a:lnTo>
                    <a:pt x="79641" y="61434"/>
                  </a:lnTo>
                  <a:lnTo>
                    <a:pt x="77880" y="66384"/>
                  </a:lnTo>
                  <a:lnTo>
                    <a:pt x="72027" y="72900"/>
                  </a:lnTo>
                  <a:lnTo>
                    <a:pt x="69527" y="73605"/>
                  </a:lnTo>
                  <a:lnTo>
                    <a:pt x="67905" y="71947"/>
                  </a:lnTo>
                  <a:lnTo>
                    <a:pt x="67583" y="71618"/>
                  </a:lnTo>
                  <a:lnTo>
                    <a:pt x="65853" y="72836"/>
                  </a:lnTo>
                  <a:lnTo>
                    <a:pt x="65447" y="74886"/>
                  </a:lnTo>
                  <a:lnTo>
                    <a:pt x="63866" y="75249"/>
                  </a:lnTo>
                  <a:lnTo>
                    <a:pt x="62841" y="74096"/>
                  </a:lnTo>
                  <a:lnTo>
                    <a:pt x="61410" y="73540"/>
                  </a:lnTo>
                  <a:lnTo>
                    <a:pt x="56860" y="75741"/>
                  </a:lnTo>
                  <a:lnTo>
                    <a:pt x="55835" y="77428"/>
                  </a:lnTo>
                  <a:lnTo>
                    <a:pt x="54282" y="75368"/>
                  </a:lnTo>
                  <a:lnTo>
                    <a:pt x="53421" y="74224"/>
                  </a:lnTo>
                  <a:lnTo>
                    <a:pt x="49234" y="76275"/>
                  </a:lnTo>
                  <a:lnTo>
                    <a:pt x="47589" y="79394"/>
                  </a:lnTo>
                  <a:lnTo>
                    <a:pt x="47824" y="80590"/>
                  </a:lnTo>
                  <a:lnTo>
                    <a:pt x="48620" y="81686"/>
                  </a:lnTo>
                  <a:lnTo>
                    <a:pt x="47391" y="81333"/>
                  </a:lnTo>
                  <a:lnTo>
                    <a:pt x="45650" y="79731"/>
                  </a:lnTo>
                  <a:lnTo>
                    <a:pt x="43771" y="75403"/>
                  </a:lnTo>
                  <a:lnTo>
                    <a:pt x="43904" y="74322"/>
                  </a:lnTo>
                  <a:lnTo>
                    <a:pt x="37922" y="73855"/>
                  </a:lnTo>
                  <a:lnTo>
                    <a:pt x="37617" y="77217"/>
                  </a:lnTo>
                  <a:lnTo>
                    <a:pt x="31174" y="77074"/>
                  </a:lnTo>
                  <a:lnTo>
                    <a:pt x="29749" y="72865"/>
                  </a:lnTo>
                  <a:lnTo>
                    <a:pt x="25867" y="71978"/>
                  </a:lnTo>
                  <a:lnTo>
                    <a:pt x="28915" y="62038"/>
                  </a:lnTo>
                  <a:lnTo>
                    <a:pt x="22491" y="59907"/>
                  </a:lnTo>
                  <a:lnTo>
                    <a:pt x="18880" y="59272"/>
                  </a:lnTo>
                  <a:lnTo>
                    <a:pt x="18282" y="61195"/>
                  </a:lnTo>
                  <a:lnTo>
                    <a:pt x="16491" y="66949"/>
                  </a:lnTo>
                  <a:lnTo>
                    <a:pt x="9220" y="65129"/>
                  </a:lnTo>
                  <a:lnTo>
                    <a:pt x="1055" y="62823"/>
                  </a:lnTo>
                  <a:lnTo>
                    <a:pt x="519" y="62671"/>
                  </a:lnTo>
                  <a:lnTo>
                    <a:pt x="0" y="54142"/>
                  </a:lnTo>
                  <a:lnTo>
                    <a:pt x="7113" y="43055"/>
                  </a:lnTo>
                  <a:lnTo>
                    <a:pt x="3342" y="40667"/>
                  </a:lnTo>
                  <a:lnTo>
                    <a:pt x="7113" y="34660"/>
                  </a:lnTo>
                  <a:lnTo>
                    <a:pt x="11278" y="34660"/>
                  </a:lnTo>
                  <a:lnTo>
                    <a:pt x="13714" y="33571"/>
                  </a:lnTo>
                  <a:lnTo>
                    <a:pt x="14803" y="31008"/>
                  </a:lnTo>
                  <a:lnTo>
                    <a:pt x="14547" y="27739"/>
                  </a:lnTo>
                  <a:lnTo>
                    <a:pt x="21852" y="25496"/>
                  </a:lnTo>
                  <a:lnTo>
                    <a:pt x="32042" y="27355"/>
                  </a:lnTo>
                  <a:lnTo>
                    <a:pt x="29606" y="37480"/>
                  </a:lnTo>
                  <a:lnTo>
                    <a:pt x="30632" y="38313"/>
                  </a:lnTo>
                  <a:lnTo>
                    <a:pt x="36848" y="31841"/>
                  </a:lnTo>
                  <a:lnTo>
                    <a:pt x="50626" y="19665"/>
                  </a:lnTo>
                  <a:lnTo>
                    <a:pt x="55496" y="11334"/>
                  </a:lnTo>
                  <a:lnTo>
                    <a:pt x="59470" y="4028"/>
                  </a:lnTo>
                  <a:lnTo>
                    <a:pt x="67829" y="0"/>
                  </a:lnTo>
                  <a:lnTo>
                    <a:pt x="74391" y="4980"/>
                  </a:lnTo>
                  <a:lnTo>
                    <a:pt x="69339" y="13577"/>
                  </a:lnTo>
                  <a:lnTo>
                    <a:pt x="72671" y="15948"/>
                  </a:lnTo>
                  <a:lnTo>
                    <a:pt x="70620" y="198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3218803" y="1780188"/>
              <a:ext cx="80081" cy="61415"/>
            </a:xfrm>
            <a:custGeom>
              <a:avLst/>
              <a:pathLst>
                <a:path w="80081" h="61415">
                  <a:moveTo>
                    <a:pt x="43921" y="8013"/>
                  </a:moveTo>
                  <a:lnTo>
                    <a:pt x="43281" y="15743"/>
                  </a:lnTo>
                  <a:lnTo>
                    <a:pt x="52609" y="15682"/>
                  </a:lnTo>
                  <a:lnTo>
                    <a:pt x="52958" y="21126"/>
                  </a:lnTo>
                  <a:lnTo>
                    <a:pt x="56249" y="22256"/>
                  </a:lnTo>
                  <a:lnTo>
                    <a:pt x="57252" y="22600"/>
                  </a:lnTo>
                  <a:lnTo>
                    <a:pt x="56104" y="24867"/>
                  </a:lnTo>
                  <a:lnTo>
                    <a:pt x="52125" y="32726"/>
                  </a:lnTo>
                  <a:lnTo>
                    <a:pt x="61994" y="38750"/>
                  </a:lnTo>
                  <a:lnTo>
                    <a:pt x="64378" y="36561"/>
                  </a:lnTo>
                  <a:lnTo>
                    <a:pt x="73787" y="35544"/>
                  </a:lnTo>
                  <a:lnTo>
                    <a:pt x="75916" y="42144"/>
                  </a:lnTo>
                  <a:lnTo>
                    <a:pt x="78580" y="41636"/>
                  </a:lnTo>
                  <a:lnTo>
                    <a:pt x="79449" y="41470"/>
                  </a:lnTo>
                  <a:lnTo>
                    <a:pt x="80081" y="45645"/>
                  </a:lnTo>
                  <a:lnTo>
                    <a:pt x="67954" y="48298"/>
                  </a:lnTo>
                  <a:lnTo>
                    <a:pt x="64173" y="51695"/>
                  </a:lnTo>
                  <a:lnTo>
                    <a:pt x="64301" y="52528"/>
                  </a:lnTo>
                  <a:lnTo>
                    <a:pt x="73351" y="53762"/>
                  </a:lnTo>
                  <a:lnTo>
                    <a:pt x="72590" y="58465"/>
                  </a:lnTo>
                  <a:lnTo>
                    <a:pt x="70676" y="58026"/>
                  </a:lnTo>
                  <a:lnTo>
                    <a:pt x="63308" y="56932"/>
                  </a:lnTo>
                  <a:lnTo>
                    <a:pt x="62452" y="56805"/>
                  </a:lnTo>
                  <a:lnTo>
                    <a:pt x="57810" y="56115"/>
                  </a:lnTo>
                  <a:lnTo>
                    <a:pt x="48714" y="55490"/>
                  </a:lnTo>
                  <a:lnTo>
                    <a:pt x="39168" y="56558"/>
                  </a:lnTo>
                  <a:lnTo>
                    <a:pt x="31925" y="57860"/>
                  </a:lnTo>
                  <a:lnTo>
                    <a:pt x="21312" y="59528"/>
                  </a:lnTo>
                  <a:lnTo>
                    <a:pt x="10133" y="61415"/>
                  </a:lnTo>
                  <a:lnTo>
                    <a:pt x="9607" y="59447"/>
                  </a:lnTo>
                  <a:lnTo>
                    <a:pt x="9395" y="58651"/>
                  </a:lnTo>
                  <a:lnTo>
                    <a:pt x="8834" y="55340"/>
                  </a:lnTo>
                  <a:lnTo>
                    <a:pt x="8017" y="55136"/>
                  </a:lnTo>
                  <a:lnTo>
                    <a:pt x="5950" y="54619"/>
                  </a:lnTo>
                  <a:lnTo>
                    <a:pt x="6077" y="53131"/>
                  </a:lnTo>
                  <a:lnTo>
                    <a:pt x="6312" y="50375"/>
                  </a:lnTo>
                  <a:lnTo>
                    <a:pt x="1030" y="47837"/>
                  </a:lnTo>
                  <a:lnTo>
                    <a:pt x="234" y="46741"/>
                  </a:lnTo>
                  <a:lnTo>
                    <a:pt x="0" y="45545"/>
                  </a:lnTo>
                  <a:lnTo>
                    <a:pt x="1644" y="42426"/>
                  </a:lnTo>
                  <a:lnTo>
                    <a:pt x="5831" y="40375"/>
                  </a:lnTo>
                  <a:lnTo>
                    <a:pt x="6693" y="41519"/>
                  </a:lnTo>
                  <a:lnTo>
                    <a:pt x="8245" y="43579"/>
                  </a:lnTo>
                  <a:lnTo>
                    <a:pt x="9270" y="41892"/>
                  </a:lnTo>
                  <a:lnTo>
                    <a:pt x="13820" y="39692"/>
                  </a:lnTo>
                  <a:lnTo>
                    <a:pt x="15252" y="40247"/>
                  </a:lnTo>
                  <a:lnTo>
                    <a:pt x="16277" y="41401"/>
                  </a:lnTo>
                  <a:lnTo>
                    <a:pt x="17858" y="41037"/>
                  </a:lnTo>
                  <a:lnTo>
                    <a:pt x="18264" y="38987"/>
                  </a:lnTo>
                  <a:lnTo>
                    <a:pt x="19994" y="37769"/>
                  </a:lnTo>
                  <a:lnTo>
                    <a:pt x="20316" y="38098"/>
                  </a:lnTo>
                  <a:lnTo>
                    <a:pt x="21938" y="39756"/>
                  </a:lnTo>
                  <a:lnTo>
                    <a:pt x="24437" y="39051"/>
                  </a:lnTo>
                  <a:lnTo>
                    <a:pt x="30290" y="32536"/>
                  </a:lnTo>
                  <a:lnTo>
                    <a:pt x="32051" y="27585"/>
                  </a:lnTo>
                  <a:lnTo>
                    <a:pt x="31941" y="23136"/>
                  </a:lnTo>
                  <a:lnTo>
                    <a:pt x="31892" y="21138"/>
                  </a:lnTo>
                  <a:lnTo>
                    <a:pt x="30377" y="19456"/>
                  </a:lnTo>
                  <a:lnTo>
                    <a:pt x="30140" y="19194"/>
                  </a:lnTo>
                  <a:lnTo>
                    <a:pt x="26877" y="11840"/>
                  </a:lnTo>
                  <a:lnTo>
                    <a:pt x="26158" y="10220"/>
                  </a:lnTo>
                  <a:lnTo>
                    <a:pt x="25187" y="10017"/>
                  </a:lnTo>
                  <a:lnTo>
                    <a:pt x="24482" y="9761"/>
                  </a:lnTo>
                  <a:lnTo>
                    <a:pt x="23040" y="7870"/>
                  </a:lnTo>
                  <a:lnTo>
                    <a:pt x="23634" y="6075"/>
                  </a:lnTo>
                  <a:lnTo>
                    <a:pt x="28863" y="4528"/>
                  </a:lnTo>
                  <a:lnTo>
                    <a:pt x="33989" y="2350"/>
                  </a:lnTo>
                  <a:lnTo>
                    <a:pt x="37169" y="0"/>
                  </a:lnTo>
                  <a:lnTo>
                    <a:pt x="41118" y="3701"/>
                  </a:lnTo>
                  <a:lnTo>
                    <a:pt x="44050" y="6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2498824" y="2542743"/>
              <a:ext cx="51905" cy="34564"/>
            </a:xfrm>
            <a:custGeom>
              <a:avLst/>
              <a:pathLst>
                <a:path w="51905" h="34564">
                  <a:moveTo>
                    <a:pt x="19011" y="0"/>
                  </a:moveTo>
                  <a:lnTo>
                    <a:pt x="29451" y="3818"/>
                  </a:lnTo>
                  <a:lnTo>
                    <a:pt x="32105" y="5056"/>
                  </a:lnTo>
                  <a:lnTo>
                    <a:pt x="33455" y="5686"/>
                  </a:lnTo>
                  <a:lnTo>
                    <a:pt x="34711" y="7142"/>
                  </a:lnTo>
                  <a:lnTo>
                    <a:pt x="37823" y="9133"/>
                  </a:lnTo>
                  <a:lnTo>
                    <a:pt x="39208" y="10020"/>
                  </a:lnTo>
                  <a:lnTo>
                    <a:pt x="39341" y="10086"/>
                  </a:lnTo>
                  <a:lnTo>
                    <a:pt x="40041" y="10480"/>
                  </a:lnTo>
                  <a:lnTo>
                    <a:pt x="41884" y="11515"/>
                  </a:lnTo>
                  <a:lnTo>
                    <a:pt x="42580" y="11906"/>
                  </a:lnTo>
                  <a:lnTo>
                    <a:pt x="45436" y="14160"/>
                  </a:lnTo>
                  <a:lnTo>
                    <a:pt x="45722" y="14799"/>
                  </a:lnTo>
                  <a:lnTo>
                    <a:pt x="46991" y="17403"/>
                  </a:lnTo>
                  <a:lnTo>
                    <a:pt x="49527" y="19005"/>
                  </a:lnTo>
                  <a:lnTo>
                    <a:pt x="50310" y="19742"/>
                  </a:lnTo>
                  <a:lnTo>
                    <a:pt x="50519" y="19979"/>
                  </a:lnTo>
                  <a:lnTo>
                    <a:pt x="51412" y="20990"/>
                  </a:lnTo>
                  <a:lnTo>
                    <a:pt x="51905" y="21818"/>
                  </a:lnTo>
                  <a:lnTo>
                    <a:pt x="50447" y="22432"/>
                  </a:lnTo>
                  <a:lnTo>
                    <a:pt x="50761" y="23109"/>
                  </a:lnTo>
                  <a:lnTo>
                    <a:pt x="51116" y="23874"/>
                  </a:lnTo>
                  <a:lnTo>
                    <a:pt x="50818" y="24305"/>
                  </a:lnTo>
                  <a:lnTo>
                    <a:pt x="50367" y="24636"/>
                  </a:lnTo>
                  <a:lnTo>
                    <a:pt x="47867" y="24706"/>
                  </a:lnTo>
                  <a:lnTo>
                    <a:pt x="45589" y="24066"/>
                  </a:lnTo>
                  <a:lnTo>
                    <a:pt x="44901" y="25152"/>
                  </a:lnTo>
                  <a:lnTo>
                    <a:pt x="43862" y="26790"/>
                  </a:lnTo>
                  <a:lnTo>
                    <a:pt x="43448" y="27443"/>
                  </a:lnTo>
                  <a:lnTo>
                    <a:pt x="42204" y="29690"/>
                  </a:lnTo>
                  <a:lnTo>
                    <a:pt x="40955" y="29238"/>
                  </a:lnTo>
                  <a:lnTo>
                    <a:pt x="37478" y="27981"/>
                  </a:lnTo>
                  <a:lnTo>
                    <a:pt x="37215" y="29693"/>
                  </a:lnTo>
                  <a:lnTo>
                    <a:pt x="37082" y="30554"/>
                  </a:lnTo>
                  <a:lnTo>
                    <a:pt x="36971" y="31278"/>
                  </a:lnTo>
                  <a:lnTo>
                    <a:pt x="36842" y="31981"/>
                  </a:lnTo>
                  <a:lnTo>
                    <a:pt x="36122" y="32782"/>
                  </a:lnTo>
                  <a:lnTo>
                    <a:pt x="34700" y="34346"/>
                  </a:lnTo>
                  <a:lnTo>
                    <a:pt x="34563" y="34564"/>
                  </a:lnTo>
                  <a:lnTo>
                    <a:pt x="31406" y="32224"/>
                  </a:lnTo>
                  <a:lnTo>
                    <a:pt x="31016" y="31935"/>
                  </a:lnTo>
                  <a:lnTo>
                    <a:pt x="30497" y="31570"/>
                  </a:lnTo>
                  <a:lnTo>
                    <a:pt x="30343" y="31462"/>
                  </a:lnTo>
                  <a:lnTo>
                    <a:pt x="28652" y="30504"/>
                  </a:lnTo>
                  <a:lnTo>
                    <a:pt x="27836" y="30042"/>
                  </a:lnTo>
                  <a:lnTo>
                    <a:pt x="27457" y="29827"/>
                  </a:lnTo>
                  <a:lnTo>
                    <a:pt x="27308" y="29743"/>
                  </a:lnTo>
                  <a:lnTo>
                    <a:pt x="26905" y="29515"/>
                  </a:lnTo>
                  <a:lnTo>
                    <a:pt x="26084" y="29050"/>
                  </a:lnTo>
                  <a:lnTo>
                    <a:pt x="25613" y="28783"/>
                  </a:lnTo>
                  <a:lnTo>
                    <a:pt x="25723" y="28220"/>
                  </a:lnTo>
                  <a:lnTo>
                    <a:pt x="26176" y="27240"/>
                  </a:lnTo>
                  <a:lnTo>
                    <a:pt x="26538" y="27193"/>
                  </a:lnTo>
                  <a:lnTo>
                    <a:pt x="26675" y="26954"/>
                  </a:lnTo>
                  <a:lnTo>
                    <a:pt x="27104" y="26208"/>
                  </a:lnTo>
                  <a:lnTo>
                    <a:pt x="26111" y="25606"/>
                  </a:lnTo>
                  <a:lnTo>
                    <a:pt x="25948" y="25507"/>
                  </a:lnTo>
                  <a:lnTo>
                    <a:pt x="25256" y="25087"/>
                  </a:lnTo>
                  <a:lnTo>
                    <a:pt x="23915" y="24099"/>
                  </a:lnTo>
                  <a:lnTo>
                    <a:pt x="23632" y="23890"/>
                  </a:lnTo>
                  <a:lnTo>
                    <a:pt x="23281" y="23601"/>
                  </a:lnTo>
                  <a:lnTo>
                    <a:pt x="23019" y="23384"/>
                  </a:lnTo>
                  <a:lnTo>
                    <a:pt x="22277" y="22773"/>
                  </a:lnTo>
                  <a:lnTo>
                    <a:pt x="21879" y="22378"/>
                  </a:lnTo>
                  <a:lnTo>
                    <a:pt x="21293" y="21595"/>
                  </a:lnTo>
                  <a:lnTo>
                    <a:pt x="21125" y="21372"/>
                  </a:lnTo>
                  <a:lnTo>
                    <a:pt x="20779" y="20991"/>
                  </a:lnTo>
                  <a:lnTo>
                    <a:pt x="20317" y="20482"/>
                  </a:lnTo>
                  <a:lnTo>
                    <a:pt x="19677" y="19928"/>
                  </a:lnTo>
                  <a:lnTo>
                    <a:pt x="19411" y="19727"/>
                  </a:lnTo>
                  <a:lnTo>
                    <a:pt x="18880" y="19326"/>
                  </a:lnTo>
                  <a:lnTo>
                    <a:pt x="17232" y="17942"/>
                  </a:lnTo>
                  <a:lnTo>
                    <a:pt x="16811" y="17589"/>
                  </a:lnTo>
                  <a:lnTo>
                    <a:pt x="17017" y="17373"/>
                  </a:lnTo>
                  <a:lnTo>
                    <a:pt x="17210" y="17170"/>
                  </a:lnTo>
                  <a:lnTo>
                    <a:pt x="17418" y="16952"/>
                  </a:lnTo>
                  <a:lnTo>
                    <a:pt x="17715" y="16584"/>
                  </a:lnTo>
                  <a:lnTo>
                    <a:pt x="18181" y="16055"/>
                  </a:lnTo>
                  <a:lnTo>
                    <a:pt x="18794" y="15047"/>
                  </a:lnTo>
                  <a:lnTo>
                    <a:pt x="18544" y="14231"/>
                  </a:lnTo>
                  <a:lnTo>
                    <a:pt x="18315" y="14115"/>
                  </a:lnTo>
                  <a:lnTo>
                    <a:pt x="18019" y="14023"/>
                  </a:lnTo>
                  <a:lnTo>
                    <a:pt x="13157" y="12513"/>
                  </a:lnTo>
                  <a:lnTo>
                    <a:pt x="10107" y="11742"/>
                  </a:lnTo>
                  <a:lnTo>
                    <a:pt x="9072" y="11481"/>
                  </a:lnTo>
                  <a:lnTo>
                    <a:pt x="7197" y="11007"/>
                  </a:lnTo>
                  <a:lnTo>
                    <a:pt x="404" y="11840"/>
                  </a:lnTo>
                  <a:lnTo>
                    <a:pt x="0" y="6710"/>
                  </a:lnTo>
                  <a:lnTo>
                    <a:pt x="2424" y="6700"/>
                  </a:lnTo>
                  <a:lnTo>
                    <a:pt x="2456" y="4090"/>
                  </a:lnTo>
                  <a:lnTo>
                    <a:pt x="2488" y="3754"/>
                  </a:lnTo>
                  <a:lnTo>
                    <a:pt x="8352" y="3683"/>
                  </a:lnTo>
                  <a:lnTo>
                    <a:pt x="10082" y="3690"/>
                  </a:lnTo>
                  <a:lnTo>
                    <a:pt x="10803" y="1863"/>
                  </a:lnTo>
                  <a:lnTo>
                    <a:pt x="17408" y="37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2631632" y="2526239"/>
              <a:ext cx="35794" cy="19995"/>
            </a:xfrm>
            <a:custGeom>
              <a:avLst/>
              <a:pathLst>
                <a:path w="35794" h="19995">
                  <a:moveTo>
                    <a:pt x="22439" y="2878"/>
                  </a:moveTo>
                  <a:lnTo>
                    <a:pt x="23139" y="3211"/>
                  </a:lnTo>
                  <a:lnTo>
                    <a:pt x="24020" y="2611"/>
                  </a:lnTo>
                  <a:lnTo>
                    <a:pt x="26991" y="4721"/>
                  </a:lnTo>
                  <a:lnTo>
                    <a:pt x="28490" y="6579"/>
                  </a:lnTo>
                  <a:lnTo>
                    <a:pt x="32114" y="6589"/>
                  </a:lnTo>
                  <a:lnTo>
                    <a:pt x="34606" y="6595"/>
                  </a:lnTo>
                  <a:lnTo>
                    <a:pt x="35794" y="6598"/>
                  </a:lnTo>
                  <a:lnTo>
                    <a:pt x="35766" y="10127"/>
                  </a:lnTo>
                  <a:lnTo>
                    <a:pt x="35759" y="11066"/>
                  </a:lnTo>
                  <a:lnTo>
                    <a:pt x="35752" y="11921"/>
                  </a:lnTo>
                  <a:lnTo>
                    <a:pt x="35725" y="15360"/>
                  </a:lnTo>
                  <a:lnTo>
                    <a:pt x="35711" y="17262"/>
                  </a:lnTo>
                  <a:lnTo>
                    <a:pt x="35709" y="17394"/>
                  </a:lnTo>
                  <a:lnTo>
                    <a:pt x="35635" y="18996"/>
                  </a:lnTo>
                  <a:lnTo>
                    <a:pt x="35436" y="19995"/>
                  </a:lnTo>
                  <a:lnTo>
                    <a:pt x="33804" y="19856"/>
                  </a:lnTo>
                  <a:lnTo>
                    <a:pt x="32994" y="19786"/>
                  </a:lnTo>
                  <a:lnTo>
                    <a:pt x="32548" y="19748"/>
                  </a:lnTo>
                  <a:lnTo>
                    <a:pt x="32107" y="19334"/>
                  </a:lnTo>
                  <a:lnTo>
                    <a:pt x="31413" y="18680"/>
                  </a:lnTo>
                  <a:lnTo>
                    <a:pt x="27708" y="18146"/>
                  </a:lnTo>
                  <a:lnTo>
                    <a:pt x="23227" y="17427"/>
                  </a:lnTo>
                  <a:lnTo>
                    <a:pt x="20919" y="17056"/>
                  </a:lnTo>
                  <a:lnTo>
                    <a:pt x="20659" y="17446"/>
                  </a:lnTo>
                  <a:lnTo>
                    <a:pt x="20251" y="18057"/>
                  </a:lnTo>
                  <a:lnTo>
                    <a:pt x="20120" y="18253"/>
                  </a:lnTo>
                  <a:lnTo>
                    <a:pt x="20016" y="18410"/>
                  </a:lnTo>
                  <a:lnTo>
                    <a:pt x="19410" y="18080"/>
                  </a:lnTo>
                  <a:lnTo>
                    <a:pt x="18477" y="17252"/>
                  </a:lnTo>
                  <a:lnTo>
                    <a:pt x="18043" y="17066"/>
                  </a:lnTo>
                  <a:lnTo>
                    <a:pt x="17227" y="16726"/>
                  </a:lnTo>
                  <a:lnTo>
                    <a:pt x="16914" y="16614"/>
                  </a:lnTo>
                  <a:lnTo>
                    <a:pt x="15548" y="16127"/>
                  </a:lnTo>
                  <a:lnTo>
                    <a:pt x="15260" y="16024"/>
                  </a:lnTo>
                  <a:lnTo>
                    <a:pt x="15001" y="15878"/>
                  </a:lnTo>
                  <a:lnTo>
                    <a:pt x="14538" y="15586"/>
                  </a:lnTo>
                  <a:lnTo>
                    <a:pt x="14298" y="15383"/>
                  </a:lnTo>
                  <a:lnTo>
                    <a:pt x="12523" y="14902"/>
                  </a:lnTo>
                  <a:lnTo>
                    <a:pt x="12338" y="14899"/>
                  </a:lnTo>
                  <a:lnTo>
                    <a:pt x="11582" y="14887"/>
                  </a:lnTo>
                  <a:lnTo>
                    <a:pt x="10934" y="14876"/>
                  </a:lnTo>
                  <a:lnTo>
                    <a:pt x="10388" y="14906"/>
                  </a:lnTo>
                  <a:lnTo>
                    <a:pt x="9633" y="14949"/>
                  </a:lnTo>
                  <a:lnTo>
                    <a:pt x="9025" y="14983"/>
                  </a:lnTo>
                  <a:lnTo>
                    <a:pt x="8573" y="14902"/>
                  </a:lnTo>
                  <a:lnTo>
                    <a:pt x="8050" y="14809"/>
                  </a:lnTo>
                  <a:lnTo>
                    <a:pt x="7887" y="14695"/>
                  </a:lnTo>
                  <a:lnTo>
                    <a:pt x="7633" y="14366"/>
                  </a:lnTo>
                  <a:lnTo>
                    <a:pt x="6944" y="13470"/>
                  </a:lnTo>
                  <a:lnTo>
                    <a:pt x="5978" y="12216"/>
                  </a:lnTo>
                  <a:lnTo>
                    <a:pt x="4952" y="10883"/>
                  </a:lnTo>
                  <a:lnTo>
                    <a:pt x="4469" y="10074"/>
                  </a:lnTo>
                  <a:lnTo>
                    <a:pt x="4321" y="9761"/>
                  </a:lnTo>
                  <a:lnTo>
                    <a:pt x="4246" y="9580"/>
                  </a:lnTo>
                  <a:lnTo>
                    <a:pt x="4010" y="9005"/>
                  </a:lnTo>
                  <a:lnTo>
                    <a:pt x="3914" y="8772"/>
                  </a:lnTo>
                  <a:lnTo>
                    <a:pt x="3654" y="8140"/>
                  </a:lnTo>
                  <a:lnTo>
                    <a:pt x="3586" y="7977"/>
                  </a:lnTo>
                  <a:lnTo>
                    <a:pt x="3512" y="7799"/>
                  </a:lnTo>
                  <a:lnTo>
                    <a:pt x="3350" y="7474"/>
                  </a:lnTo>
                  <a:lnTo>
                    <a:pt x="3045" y="7235"/>
                  </a:lnTo>
                  <a:lnTo>
                    <a:pt x="1488" y="6374"/>
                  </a:lnTo>
                  <a:lnTo>
                    <a:pt x="1002" y="6182"/>
                  </a:lnTo>
                  <a:lnTo>
                    <a:pt x="734" y="6204"/>
                  </a:lnTo>
                  <a:lnTo>
                    <a:pt x="94" y="6257"/>
                  </a:lnTo>
                  <a:lnTo>
                    <a:pt x="0" y="6011"/>
                  </a:lnTo>
                  <a:lnTo>
                    <a:pt x="1116" y="4873"/>
                  </a:lnTo>
                  <a:lnTo>
                    <a:pt x="1458" y="4612"/>
                  </a:lnTo>
                  <a:lnTo>
                    <a:pt x="2098" y="4124"/>
                  </a:lnTo>
                  <a:lnTo>
                    <a:pt x="2278" y="3986"/>
                  </a:lnTo>
                  <a:lnTo>
                    <a:pt x="2646" y="3706"/>
                  </a:lnTo>
                  <a:lnTo>
                    <a:pt x="4091" y="2603"/>
                  </a:lnTo>
                  <a:lnTo>
                    <a:pt x="4530" y="2269"/>
                  </a:lnTo>
                  <a:lnTo>
                    <a:pt x="5292" y="1696"/>
                  </a:lnTo>
                  <a:lnTo>
                    <a:pt x="6362" y="2505"/>
                  </a:lnTo>
                  <a:lnTo>
                    <a:pt x="7334" y="1118"/>
                  </a:lnTo>
                  <a:lnTo>
                    <a:pt x="9230" y="2747"/>
                  </a:lnTo>
                  <a:lnTo>
                    <a:pt x="13236" y="3868"/>
                  </a:lnTo>
                  <a:lnTo>
                    <a:pt x="14862" y="0"/>
                  </a:lnTo>
                  <a:lnTo>
                    <a:pt x="20774" y="208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2600707" y="2456263"/>
              <a:ext cx="47191" cy="54861"/>
            </a:xfrm>
            <a:custGeom>
              <a:avLst/>
              <a:pathLst>
                <a:path w="47191" h="54861">
                  <a:moveTo>
                    <a:pt x="30779" y="13723"/>
                  </a:moveTo>
                  <a:lnTo>
                    <a:pt x="31212" y="14278"/>
                  </a:lnTo>
                  <a:lnTo>
                    <a:pt x="33154" y="15185"/>
                  </a:lnTo>
                  <a:lnTo>
                    <a:pt x="33892" y="16118"/>
                  </a:lnTo>
                  <a:lnTo>
                    <a:pt x="34427" y="17159"/>
                  </a:lnTo>
                  <a:lnTo>
                    <a:pt x="35309" y="18254"/>
                  </a:lnTo>
                  <a:lnTo>
                    <a:pt x="36657" y="19228"/>
                  </a:lnTo>
                  <a:lnTo>
                    <a:pt x="37979" y="20550"/>
                  </a:lnTo>
                  <a:lnTo>
                    <a:pt x="39981" y="24635"/>
                  </a:lnTo>
                  <a:lnTo>
                    <a:pt x="41023" y="25797"/>
                  </a:lnTo>
                  <a:lnTo>
                    <a:pt x="43947" y="28521"/>
                  </a:lnTo>
                  <a:lnTo>
                    <a:pt x="47191" y="36691"/>
                  </a:lnTo>
                  <a:lnTo>
                    <a:pt x="46583" y="36947"/>
                  </a:lnTo>
                  <a:lnTo>
                    <a:pt x="39631" y="38840"/>
                  </a:lnTo>
                  <a:lnTo>
                    <a:pt x="39934" y="39964"/>
                  </a:lnTo>
                  <a:lnTo>
                    <a:pt x="36543" y="49043"/>
                  </a:lnTo>
                  <a:lnTo>
                    <a:pt x="35873" y="48694"/>
                  </a:lnTo>
                  <a:lnTo>
                    <a:pt x="33015" y="47149"/>
                  </a:lnTo>
                  <a:lnTo>
                    <a:pt x="35527" y="41744"/>
                  </a:lnTo>
                  <a:lnTo>
                    <a:pt x="35603" y="40816"/>
                  </a:lnTo>
                  <a:lnTo>
                    <a:pt x="35286" y="40710"/>
                  </a:lnTo>
                  <a:lnTo>
                    <a:pt x="35079" y="40703"/>
                  </a:lnTo>
                  <a:lnTo>
                    <a:pt x="34623" y="40689"/>
                  </a:lnTo>
                  <a:lnTo>
                    <a:pt x="34321" y="40779"/>
                  </a:lnTo>
                  <a:lnTo>
                    <a:pt x="33983" y="40881"/>
                  </a:lnTo>
                  <a:lnTo>
                    <a:pt x="33384" y="41223"/>
                  </a:lnTo>
                  <a:lnTo>
                    <a:pt x="32573" y="41906"/>
                  </a:lnTo>
                  <a:lnTo>
                    <a:pt x="32356" y="42163"/>
                  </a:lnTo>
                  <a:lnTo>
                    <a:pt x="31996" y="42590"/>
                  </a:lnTo>
                  <a:lnTo>
                    <a:pt x="31184" y="43209"/>
                  </a:lnTo>
                  <a:lnTo>
                    <a:pt x="30437" y="43722"/>
                  </a:lnTo>
                  <a:lnTo>
                    <a:pt x="29370" y="44120"/>
                  </a:lnTo>
                  <a:lnTo>
                    <a:pt x="28834" y="44320"/>
                  </a:lnTo>
                  <a:lnTo>
                    <a:pt x="28372" y="44420"/>
                  </a:lnTo>
                  <a:lnTo>
                    <a:pt x="27803" y="44544"/>
                  </a:lnTo>
                  <a:lnTo>
                    <a:pt x="27553" y="44598"/>
                  </a:lnTo>
                  <a:lnTo>
                    <a:pt x="27365" y="44586"/>
                  </a:lnTo>
                  <a:lnTo>
                    <a:pt x="26308" y="44523"/>
                  </a:lnTo>
                  <a:lnTo>
                    <a:pt x="26252" y="44646"/>
                  </a:lnTo>
                  <a:lnTo>
                    <a:pt x="26772" y="45282"/>
                  </a:lnTo>
                  <a:lnTo>
                    <a:pt x="27174" y="45931"/>
                  </a:lnTo>
                  <a:lnTo>
                    <a:pt x="28188" y="47661"/>
                  </a:lnTo>
                  <a:lnTo>
                    <a:pt x="26882" y="48340"/>
                  </a:lnTo>
                  <a:lnTo>
                    <a:pt x="26498" y="48259"/>
                  </a:lnTo>
                  <a:lnTo>
                    <a:pt x="22447" y="47400"/>
                  </a:lnTo>
                  <a:lnTo>
                    <a:pt x="20994" y="47092"/>
                  </a:lnTo>
                  <a:lnTo>
                    <a:pt x="19581" y="46792"/>
                  </a:lnTo>
                  <a:lnTo>
                    <a:pt x="17762" y="47524"/>
                  </a:lnTo>
                  <a:lnTo>
                    <a:pt x="16907" y="47868"/>
                  </a:lnTo>
                  <a:lnTo>
                    <a:pt x="14813" y="46629"/>
                  </a:lnTo>
                  <a:lnTo>
                    <a:pt x="14001" y="46971"/>
                  </a:lnTo>
                  <a:lnTo>
                    <a:pt x="13695" y="47499"/>
                  </a:lnTo>
                  <a:lnTo>
                    <a:pt x="13079" y="52959"/>
                  </a:lnTo>
                  <a:lnTo>
                    <a:pt x="3333" y="54861"/>
                  </a:lnTo>
                  <a:lnTo>
                    <a:pt x="0" y="51703"/>
                  </a:lnTo>
                  <a:lnTo>
                    <a:pt x="2245" y="48482"/>
                  </a:lnTo>
                  <a:lnTo>
                    <a:pt x="3034" y="47747"/>
                  </a:lnTo>
                  <a:lnTo>
                    <a:pt x="3633" y="47869"/>
                  </a:lnTo>
                  <a:lnTo>
                    <a:pt x="5918" y="48335"/>
                  </a:lnTo>
                  <a:lnTo>
                    <a:pt x="6532" y="45985"/>
                  </a:lnTo>
                  <a:lnTo>
                    <a:pt x="6503" y="44743"/>
                  </a:lnTo>
                  <a:lnTo>
                    <a:pt x="6425" y="41472"/>
                  </a:lnTo>
                  <a:lnTo>
                    <a:pt x="7039" y="39176"/>
                  </a:lnTo>
                  <a:lnTo>
                    <a:pt x="7680" y="37574"/>
                  </a:lnTo>
                  <a:lnTo>
                    <a:pt x="7947" y="34770"/>
                  </a:lnTo>
                  <a:lnTo>
                    <a:pt x="8642" y="34049"/>
                  </a:lnTo>
                  <a:lnTo>
                    <a:pt x="12834" y="32180"/>
                  </a:lnTo>
                  <a:lnTo>
                    <a:pt x="17453" y="29670"/>
                  </a:lnTo>
                  <a:lnTo>
                    <a:pt x="20349" y="27497"/>
                  </a:lnTo>
                  <a:lnTo>
                    <a:pt x="20716" y="26874"/>
                  </a:lnTo>
                  <a:lnTo>
                    <a:pt x="21191" y="24383"/>
                  </a:lnTo>
                  <a:lnTo>
                    <a:pt x="21458" y="20912"/>
                  </a:lnTo>
                  <a:lnTo>
                    <a:pt x="21031" y="18669"/>
                  </a:lnTo>
                  <a:lnTo>
                    <a:pt x="19339" y="18997"/>
                  </a:lnTo>
                  <a:lnTo>
                    <a:pt x="19069" y="17726"/>
                  </a:lnTo>
                  <a:lnTo>
                    <a:pt x="18934" y="15095"/>
                  </a:lnTo>
                  <a:lnTo>
                    <a:pt x="18883" y="14106"/>
                  </a:lnTo>
                  <a:lnTo>
                    <a:pt x="16812" y="14079"/>
                  </a:lnTo>
                  <a:lnTo>
                    <a:pt x="12166" y="14397"/>
                  </a:lnTo>
                  <a:lnTo>
                    <a:pt x="10155" y="14100"/>
                  </a:lnTo>
                  <a:lnTo>
                    <a:pt x="8355" y="13148"/>
                  </a:lnTo>
                  <a:lnTo>
                    <a:pt x="5464" y="11620"/>
                  </a:lnTo>
                  <a:lnTo>
                    <a:pt x="8288" y="3192"/>
                  </a:lnTo>
                  <a:lnTo>
                    <a:pt x="8808" y="1521"/>
                  </a:lnTo>
                  <a:lnTo>
                    <a:pt x="9448" y="0"/>
                  </a:lnTo>
                  <a:lnTo>
                    <a:pt x="14098" y="900"/>
                  </a:lnTo>
                  <a:lnTo>
                    <a:pt x="15315" y="1116"/>
                  </a:lnTo>
                  <a:lnTo>
                    <a:pt x="27653" y="3082"/>
                  </a:lnTo>
                  <a:lnTo>
                    <a:pt x="27887" y="3649"/>
                  </a:lnTo>
                  <a:lnTo>
                    <a:pt x="29322" y="8455"/>
                  </a:lnTo>
                  <a:lnTo>
                    <a:pt x="30437" y="129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2692640" y="2526696"/>
              <a:ext cx="48567" cy="19105"/>
            </a:xfrm>
            <a:custGeom>
              <a:avLst/>
              <a:pathLst>
                <a:path w="48567" h="19105">
                  <a:moveTo>
                    <a:pt x="23324" y="6565"/>
                  </a:moveTo>
                  <a:lnTo>
                    <a:pt x="23549" y="6799"/>
                  </a:lnTo>
                  <a:lnTo>
                    <a:pt x="23698" y="6697"/>
                  </a:lnTo>
                  <a:lnTo>
                    <a:pt x="23930" y="6538"/>
                  </a:lnTo>
                  <a:lnTo>
                    <a:pt x="24689" y="6019"/>
                  </a:lnTo>
                  <a:lnTo>
                    <a:pt x="25560" y="5618"/>
                  </a:lnTo>
                  <a:lnTo>
                    <a:pt x="25758" y="5527"/>
                  </a:lnTo>
                  <a:lnTo>
                    <a:pt x="26365" y="5247"/>
                  </a:lnTo>
                  <a:lnTo>
                    <a:pt x="26670" y="5120"/>
                  </a:lnTo>
                  <a:lnTo>
                    <a:pt x="27353" y="4858"/>
                  </a:lnTo>
                  <a:lnTo>
                    <a:pt x="28029" y="4875"/>
                  </a:lnTo>
                  <a:lnTo>
                    <a:pt x="28305" y="4882"/>
                  </a:lnTo>
                  <a:lnTo>
                    <a:pt x="28464" y="4940"/>
                  </a:lnTo>
                  <a:lnTo>
                    <a:pt x="29087" y="5169"/>
                  </a:lnTo>
                  <a:lnTo>
                    <a:pt x="29707" y="5396"/>
                  </a:lnTo>
                  <a:lnTo>
                    <a:pt x="29993" y="5504"/>
                  </a:lnTo>
                  <a:lnTo>
                    <a:pt x="30581" y="5726"/>
                  </a:lnTo>
                  <a:lnTo>
                    <a:pt x="31059" y="5165"/>
                  </a:lnTo>
                  <a:lnTo>
                    <a:pt x="32510" y="5685"/>
                  </a:lnTo>
                  <a:lnTo>
                    <a:pt x="33170" y="5922"/>
                  </a:lnTo>
                  <a:lnTo>
                    <a:pt x="35129" y="6625"/>
                  </a:lnTo>
                  <a:lnTo>
                    <a:pt x="35773" y="6856"/>
                  </a:lnTo>
                  <a:lnTo>
                    <a:pt x="37785" y="7578"/>
                  </a:lnTo>
                  <a:lnTo>
                    <a:pt x="38770" y="7932"/>
                  </a:lnTo>
                  <a:lnTo>
                    <a:pt x="39038" y="7418"/>
                  </a:lnTo>
                  <a:lnTo>
                    <a:pt x="39592" y="7631"/>
                  </a:lnTo>
                  <a:lnTo>
                    <a:pt x="40706" y="8061"/>
                  </a:lnTo>
                  <a:lnTo>
                    <a:pt x="40960" y="8158"/>
                  </a:lnTo>
                  <a:lnTo>
                    <a:pt x="43016" y="8756"/>
                  </a:lnTo>
                  <a:lnTo>
                    <a:pt x="43629" y="8950"/>
                  </a:lnTo>
                  <a:lnTo>
                    <a:pt x="44972" y="9375"/>
                  </a:lnTo>
                  <a:lnTo>
                    <a:pt x="46170" y="9754"/>
                  </a:lnTo>
                  <a:lnTo>
                    <a:pt x="46318" y="9809"/>
                  </a:lnTo>
                  <a:lnTo>
                    <a:pt x="46677" y="9942"/>
                  </a:lnTo>
                  <a:lnTo>
                    <a:pt x="47093" y="10096"/>
                  </a:lnTo>
                  <a:lnTo>
                    <a:pt x="47700" y="10320"/>
                  </a:lnTo>
                  <a:lnTo>
                    <a:pt x="47978" y="10583"/>
                  </a:lnTo>
                  <a:lnTo>
                    <a:pt x="48567" y="11129"/>
                  </a:lnTo>
                  <a:lnTo>
                    <a:pt x="47158" y="12439"/>
                  </a:lnTo>
                  <a:lnTo>
                    <a:pt x="46677" y="12887"/>
                  </a:lnTo>
                  <a:lnTo>
                    <a:pt x="45576" y="13911"/>
                  </a:lnTo>
                  <a:lnTo>
                    <a:pt x="44649" y="15267"/>
                  </a:lnTo>
                  <a:lnTo>
                    <a:pt x="44422" y="15598"/>
                  </a:lnTo>
                  <a:lnTo>
                    <a:pt x="43183" y="14637"/>
                  </a:lnTo>
                  <a:lnTo>
                    <a:pt x="41835" y="15268"/>
                  </a:lnTo>
                  <a:lnTo>
                    <a:pt x="41499" y="15861"/>
                  </a:lnTo>
                  <a:lnTo>
                    <a:pt x="40419" y="17764"/>
                  </a:lnTo>
                  <a:lnTo>
                    <a:pt x="40326" y="17980"/>
                  </a:lnTo>
                  <a:lnTo>
                    <a:pt x="40179" y="18321"/>
                  </a:lnTo>
                  <a:lnTo>
                    <a:pt x="39578" y="19105"/>
                  </a:lnTo>
                  <a:lnTo>
                    <a:pt x="37000" y="18866"/>
                  </a:lnTo>
                  <a:lnTo>
                    <a:pt x="36786" y="18847"/>
                  </a:lnTo>
                  <a:lnTo>
                    <a:pt x="35957" y="18770"/>
                  </a:lnTo>
                  <a:lnTo>
                    <a:pt x="35356" y="18693"/>
                  </a:lnTo>
                  <a:lnTo>
                    <a:pt x="34323" y="18562"/>
                  </a:lnTo>
                  <a:lnTo>
                    <a:pt x="33716" y="18384"/>
                  </a:lnTo>
                  <a:lnTo>
                    <a:pt x="33249" y="18247"/>
                  </a:lnTo>
                  <a:lnTo>
                    <a:pt x="32693" y="18085"/>
                  </a:lnTo>
                  <a:lnTo>
                    <a:pt x="31311" y="17680"/>
                  </a:lnTo>
                  <a:lnTo>
                    <a:pt x="31180" y="17617"/>
                  </a:lnTo>
                  <a:lnTo>
                    <a:pt x="30501" y="17291"/>
                  </a:lnTo>
                  <a:lnTo>
                    <a:pt x="30329" y="17208"/>
                  </a:lnTo>
                  <a:lnTo>
                    <a:pt x="30167" y="17130"/>
                  </a:lnTo>
                  <a:lnTo>
                    <a:pt x="29998" y="17070"/>
                  </a:lnTo>
                  <a:lnTo>
                    <a:pt x="29838" y="17014"/>
                  </a:lnTo>
                  <a:lnTo>
                    <a:pt x="29278" y="16815"/>
                  </a:lnTo>
                  <a:lnTo>
                    <a:pt x="27520" y="16193"/>
                  </a:lnTo>
                  <a:lnTo>
                    <a:pt x="27090" y="16054"/>
                  </a:lnTo>
                  <a:lnTo>
                    <a:pt x="26370" y="15822"/>
                  </a:lnTo>
                  <a:lnTo>
                    <a:pt x="25141" y="15436"/>
                  </a:lnTo>
                  <a:lnTo>
                    <a:pt x="24956" y="15418"/>
                  </a:lnTo>
                  <a:lnTo>
                    <a:pt x="24745" y="15398"/>
                  </a:lnTo>
                  <a:lnTo>
                    <a:pt x="24192" y="15345"/>
                  </a:lnTo>
                  <a:lnTo>
                    <a:pt x="23726" y="15298"/>
                  </a:lnTo>
                  <a:lnTo>
                    <a:pt x="23463" y="15254"/>
                  </a:lnTo>
                  <a:lnTo>
                    <a:pt x="21534" y="14931"/>
                  </a:lnTo>
                  <a:lnTo>
                    <a:pt x="20139" y="14612"/>
                  </a:lnTo>
                  <a:lnTo>
                    <a:pt x="19900" y="14558"/>
                  </a:lnTo>
                  <a:lnTo>
                    <a:pt x="17977" y="14252"/>
                  </a:lnTo>
                  <a:lnTo>
                    <a:pt x="17352" y="14153"/>
                  </a:lnTo>
                  <a:lnTo>
                    <a:pt x="16962" y="15460"/>
                  </a:lnTo>
                  <a:lnTo>
                    <a:pt x="16860" y="15853"/>
                  </a:lnTo>
                  <a:lnTo>
                    <a:pt x="16716" y="16405"/>
                  </a:lnTo>
                  <a:lnTo>
                    <a:pt x="16489" y="16326"/>
                  </a:lnTo>
                  <a:lnTo>
                    <a:pt x="15137" y="15859"/>
                  </a:lnTo>
                  <a:lnTo>
                    <a:pt x="15001" y="15809"/>
                  </a:lnTo>
                  <a:lnTo>
                    <a:pt x="14972" y="17529"/>
                  </a:lnTo>
                  <a:lnTo>
                    <a:pt x="13005" y="17300"/>
                  </a:lnTo>
                  <a:lnTo>
                    <a:pt x="11756" y="17155"/>
                  </a:lnTo>
                  <a:lnTo>
                    <a:pt x="11495" y="17125"/>
                  </a:lnTo>
                  <a:lnTo>
                    <a:pt x="11445" y="16284"/>
                  </a:lnTo>
                  <a:lnTo>
                    <a:pt x="11382" y="15540"/>
                  </a:lnTo>
                  <a:lnTo>
                    <a:pt x="11186" y="15537"/>
                  </a:lnTo>
                  <a:lnTo>
                    <a:pt x="10501" y="15527"/>
                  </a:lnTo>
                  <a:lnTo>
                    <a:pt x="9106" y="15506"/>
                  </a:lnTo>
                  <a:lnTo>
                    <a:pt x="8507" y="15497"/>
                  </a:lnTo>
                  <a:lnTo>
                    <a:pt x="8346" y="15882"/>
                  </a:lnTo>
                  <a:lnTo>
                    <a:pt x="7627" y="15895"/>
                  </a:lnTo>
                  <a:lnTo>
                    <a:pt x="6522" y="15915"/>
                  </a:lnTo>
                  <a:lnTo>
                    <a:pt x="6502" y="14546"/>
                  </a:lnTo>
                  <a:lnTo>
                    <a:pt x="6489" y="13707"/>
                  </a:lnTo>
                  <a:lnTo>
                    <a:pt x="6476" y="12784"/>
                  </a:lnTo>
                  <a:lnTo>
                    <a:pt x="6464" y="12023"/>
                  </a:lnTo>
                  <a:lnTo>
                    <a:pt x="4991" y="11743"/>
                  </a:lnTo>
                  <a:lnTo>
                    <a:pt x="4806" y="11716"/>
                  </a:lnTo>
                  <a:lnTo>
                    <a:pt x="4292" y="11641"/>
                  </a:lnTo>
                  <a:lnTo>
                    <a:pt x="4705" y="10087"/>
                  </a:lnTo>
                  <a:lnTo>
                    <a:pt x="3036" y="9573"/>
                  </a:lnTo>
                  <a:lnTo>
                    <a:pt x="2704" y="8743"/>
                  </a:lnTo>
                  <a:lnTo>
                    <a:pt x="428" y="7029"/>
                  </a:lnTo>
                  <a:lnTo>
                    <a:pt x="0" y="6707"/>
                  </a:lnTo>
                  <a:lnTo>
                    <a:pt x="518" y="4852"/>
                  </a:lnTo>
                  <a:lnTo>
                    <a:pt x="934" y="3363"/>
                  </a:lnTo>
                  <a:lnTo>
                    <a:pt x="985" y="3180"/>
                  </a:lnTo>
                  <a:lnTo>
                    <a:pt x="1001" y="1858"/>
                  </a:lnTo>
                  <a:lnTo>
                    <a:pt x="1024" y="0"/>
                  </a:lnTo>
                  <a:lnTo>
                    <a:pt x="4618" y="314"/>
                  </a:lnTo>
                  <a:lnTo>
                    <a:pt x="4919" y="341"/>
                  </a:lnTo>
                  <a:lnTo>
                    <a:pt x="5182" y="749"/>
                  </a:lnTo>
                  <a:lnTo>
                    <a:pt x="5563" y="820"/>
                  </a:lnTo>
                  <a:lnTo>
                    <a:pt x="6710" y="1032"/>
                  </a:lnTo>
                  <a:lnTo>
                    <a:pt x="8186" y="1306"/>
                  </a:lnTo>
                  <a:lnTo>
                    <a:pt x="9548" y="1558"/>
                  </a:lnTo>
                  <a:lnTo>
                    <a:pt x="11497" y="1919"/>
                  </a:lnTo>
                  <a:lnTo>
                    <a:pt x="14660" y="2505"/>
                  </a:lnTo>
                  <a:lnTo>
                    <a:pt x="14868" y="2544"/>
                  </a:lnTo>
                  <a:lnTo>
                    <a:pt x="15168" y="2600"/>
                  </a:lnTo>
                  <a:lnTo>
                    <a:pt x="15331" y="2630"/>
                  </a:lnTo>
                  <a:lnTo>
                    <a:pt x="18369" y="3193"/>
                  </a:lnTo>
                  <a:lnTo>
                    <a:pt x="18839" y="3280"/>
                  </a:lnTo>
                  <a:lnTo>
                    <a:pt x="19086" y="3326"/>
                  </a:lnTo>
                  <a:lnTo>
                    <a:pt x="21255" y="3728"/>
                  </a:lnTo>
                  <a:lnTo>
                    <a:pt x="22028" y="3871"/>
                  </a:lnTo>
                  <a:lnTo>
                    <a:pt x="22524" y="3963"/>
                  </a:lnTo>
                  <a:lnTo>
                    <a:pt x="23495" y="4143"/>
                  </a:lnTo>
                  <a:lnTo>
                    <a:pt x="23330" y="5262"/>
                  </a:lnTo>
                  <a:lnTo>
                    <a:pt x="23163" y="63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2430733" y="2926755"/>
              <a:ext cx="55499" cy="42607"/>
            </a:xfrm>
            <a:custGeom>
              <a:avLst/>
              <a:pathLst>
                <a:path w="55499" h="42607">
                  <a:moveTo>
                    <a:pt x="44596" y="149"/>
                  </a:moveTo>
                  <a:lnTo>
                    <a:pt x="45716" y="1403"/>
                  </a:lnTo>
                  <a:lnTo>
                    <a:pt x="47864" y="1110"/>
                  </a:lnTo>
                  <a:lnTo>
                    <a:pt x="50812" y="1922"/>
                  </a:lnTo>
                  <a:lnTo>
                    <a:pt x="53173" y="368"/>
                  </a:lnTo>
                  <a:lnTo>
                    <a:pt x="55362" y="2280"/>
                  </a:lnTo>
                  <a:lnTo>
                    <a:pt x="55499" y="3049"/>
                  </a:lnTo>
                  <a:lnTo>
                    <a:pt x="54725" y="9108"/>
                  </a:lnTo>
                  <a:lnTo>
                    <a:pt x="54140" y="9476"/>
                  </a:lnTo>
                  <a:lnTo>
                    <a:pt x="52106" y="10758"/>
                  </a:lnTo>
                  <a:lnTo>
                    <a:pt x="51420" y="11101"/>
                  </a:lnTo>
                  <a:lnTo>
                    <a:pt x="50487" y="11567"/>
                  </a:lnTo>
                  <a:lnTo>
                    <a:pt x="49198" y="11238"/>
                  </a:lnTo>
                  <a:lnTo>
                    <a:pt x="48671" y="11053"/>
                  </a:lnTo>
                  <a:lnTo>
                    <a:pt x="48333" y="10934"/>
                  </a:lnTo>
                  <a:lnTo>
                    <a:pt x="45819" y="10854"/>
                  </a:lnTo>
                  <a:lnTo>
                    <a:pt x="42869" y="10788"/>
                  </a:lnTo>
                  <a:lnTo>
                    <a:pt x="41239" y="10751"/>
                  </a:lnTo>
                  <a:lnTo>
                    <a:pt x="40090" y="10726"/>
                  </a:lnTo>
                  <a:lnTo>
                    <a:pt x="39951" y="10717"/>
                  </a:lnTo>
                  <a:lnTo>
                    <a:pt x="37081" y="10529"/>
                  </a:lnTo>
                  <a:lnTo>
                    <a:pt x="34587" y="10365"/>
                  </a:lnTo>
                  <a:lnTo>
                    <a:pt x="33741" y="10388"/>
                  </a:lnTo>
                  <a:lnTo>
                    <a:pt x="33558" y="10392"/>
                  </a:lnTo>
                  <a:lnTo>
                    <a:pt x="33288" y="10348"/>
                  </a:lnTo>
                  <a:lnTo>
                    <a:pt x="31876" y="10114"/>
                  </a:lnTo>
                  <a:lnTo>
                    <a:pt x="31593" y="10085"/>
                  </a:lnTo>
                  <a:lnTo>
                    <a:pt x="31181" y="10042"/>
                  </a:lnTo>
                  <a:lnTo>
                    <a:pt x="27110" y="9620"/>
                  </a:lnTo>
                  <a:lnTo>
                    <a:pt x="27524" y="7251"/>
                  </a:lnTo>
                  <a:lnTo>
                    <a:pt x="27831" y="5495"/>
                  </a:lnTo>
                  <a:lnTo>
                    <a:pt x="26710" y="5308"/>
                  </a:lnTo>
                  <a:lnTo>
                    <a:pt x="26362" y="6981"/>
                  </a:lnTo>
                  <a:lnTo>
                    <a:pt x="25855" y="9427"/>
                  </a:lnTo>
                  <a:lnTo>
                    <a:pt x="22500" y="9237"/>
                  </a:lnTo>
                  <a:lnTo>
                    <a:pt x="16448" y="8894"/>
                  </a:lnTo>
                  <a:lnTo>
                    <a:pt x="15782" y="9219"/>
                  </a:lnTo>
                  <a:lnTo>
                    <a:pt x="15538" y="9123"/>
                  </a:lnTo>
                  <a:lnTo>
                    <a:pt x="10240" y="7031"/>
                  </a:lnTo>
                  <a:lnTo>
                    <a:pt x="7805" y="6064"/>
                  </a:lnTo>
                  <a:lnTo>
                    <a:pt x="7651" y="6274"/>
                  </a:lnTo>
                  <a:lnTo>
                    <a:pt x="6448" y="7911"/>
                  </a:lnTo>
                  <a:lnTo>
                    <a:pt x="6184" y="8273"/>
                  </a:lnTo>
                  <a:lnTo>
                    <a:pt x="6187" y="9583"/>
                  </a:lnTo>
                  <a:lnTo>
                    <a:pt x="6188" y="9723"/>
                  </a:lnTo>
                  <a:lnTo>
                    <a:pt x="6188" y="10095"/>
                  </a:lnTo>
                  <a:lnTo>
                    <a:pt x="6833" y="10355"/>
                  </a:lnTo>
                  <a:lnTo>
                    <a:pt x="10802" y="11949"/>
                  </a:lnTo>
                  <a:lnTo>
                    <a:pt x="14526" y="13445"/>
                  </a:lnTo>
                  <a:lnTo>
                    <a:pt x="14698" y="13456"/>
                  </a:lnTo>
                  <a:lnTo>
                    <a:pt x="15463" y="13503"/>
                  </a:lnTo>
                  <a:lnTo>
                    <a:pt x="21873" y="13899"/>
                  </a:lnTo>
                  <a:lnTo>
                    <a:pt x="23171" y="14310"/>
                  </a:lnTo>
                  <a:lnTo>
                    <a:pt x="24231" y="14899"/>
                  </a:lnTo>
                  <a:lnTo>
                    <a:pt x="24745" y="15357"/>
                  </a:lnTo>
                  <a:lnTo>
                    <a:pt x="25160" y="14942"/>
                  </a:lnTo>
                  <a:lnTo>
                    <a:pt x="27345" y="16410"/>
                  </a:lnTo>
                  <a:lnTo>
                    <a:pt x="27153" y="16896"/>
                  </a:lnTo>
                  <a:lnTo>
                    <a:pt x="29865" y="18651"/>
                  </a:lnTo>
                  <a:lnTo>
                    <a:pt x="30500" y="17709"/>
                  </a:lnTo>
                  <a:lnTo>
                    <a:pt x="30639" y="17503"/>
                  </a:lnTo>
                  <a:lnTo>
                    <a:pt x="31910" y="18090"/>
                  </a:lnTo>
                  <a:lnTo>
                    <a:pt x="33855" y="19383"/>
                  </a:lnTo>
                  <a:lnTo>
                    <a:pt x="34616" y="19599"/>
                  </a:lnTo>
                  <a:lnTo>
                    <a:pt x="35006" y="19709"/>
                  </a:lnTo>
                  <a:lnTo>
                    <a:pt x="35274" y="19785"/>
                  </a:lnTo>
                  <a:lnTo>
                    <a:pt x="35493" y="19940"/>
                  </a:lnTo>
                  <a:lnTo>
                    <a:pt x="36050" y="20335"/>
                  </a:lnTo>
                  <a:lnTo>
                    <a:pt x="36743" y="21001"/>
                  </a:lnTo>
                  <a:lnTo>
                    <a:pt x="36883" y="21136"/>
                  </a:lnTo>
                  <a:lnTo>
                    <a:pt x="38609" y="21638"/>
                  </a:lnTo>
                  <a:lnTo>
                    <a:pt x="39799" y="21985"/>
                  </a:lnTo>
                  <a:lnTo>
                    <a:pt x="40179" y="22074"/>
                  </a:lnTo>
                  <a:lnTo>
                    <a:pt x="41203" y="22313"/>
                  </a:lnTo>
                  <a:lnTo>
                    <a:pt x="41836" y="22461"/>
                  </a:lnTo>
                  <a:lnTo>
                    <a:pt x="41994" y="22498"/>
                  </a:lnTo>
                  <a:lnTo>
                    <a:pt x="42358" y="22615"/>
                  </a:lnTo>
                  <a:lnTo>
                    <a:pt x="42633" y="22945"/>
                  </a:lnTo>
                  <a:lnTo>
                    <a:pt x="43728" y="24264"/>
                  </a:lnTo>
                  <a:lnTo>
                    <a:pt x="44129" y="24746"/>
                  </a:lnTo>
                  <a:lnTo>
                    <a:pt x="44333" y="24753"/>
                  </a:lnTo>
                  <a:lnTo>
                    <a:pt x="44886" y="24771"/>
                  </a:lnTo>
                  <a:lnTo>
                    <a:pt x="45639" y="24795"/>
                  </a:lnTo>
                  <a:lnTo>
                    <a:pt x="48992" y="24904"/>
                  </a:lnTo>
                  <a:lnTo>
                    <a:pt x="49511" y="24807"/>
                  </a:lnTo>
                  <a:lnTo>
                    <a:pt x="50319" y="24824"/>
                  </a:lnTo>
                  <a:lnTo>
                    <a:pt x="51075" y="25237"/>
                  </a:lnTo>
                  <a:lnTo>
                    <a:pt x="51171" y="25369"/>
                  </a:lnTo>
                  <a:lnTo>
                    <a:pt x="51502" y="25825"/>
                  </a:lnTo>
                  <a:lnTo>
                    <a:pt x="51416" y="26357"/>
                  </a:lnTo>
                  <a:lnTo>
                    <a:pt x="51245" y="26503"/>
                  </a:lnTo>
                  <a:lnTo>
                    <a:pt x="51031" y="26686"/>
                  </a:lnTo>
                  <a:lnTo>
                    <a:pt x="50653" y="27008"/>
                  </a:lnTo>
                  <a:lnTo>
                    <a:pt x="50520" y="27122"/>
                  </a:lnTo>
                  <a:lnTo>
                    <a:pt x="50278" y="27328"/>
                  </a:lnTo>
                  <a:lnTo>
                    <a:pt x="49130" y="27470"/>
                  </a:lnTo>
                  <a:lnTo>
                    <a:pt x="48465" y="27390"/>
                  </a:lnTo>
                  <a:lnTo>
                    <a:pt x="47917" y="27463"/>
                  </a:lnTo>
                  <a:lnTo>
                    <a:pt x="47624" y="27502"/>
                  </a:lnTo>
                  <a:lnTo>
                    <a:pt x="46065" y="28315"/>
                  </a:lnTo>
                  <a:lnTo>
                    <a:pt x="45406" y="28668"/>
                  </a:lnTo>
                  <a:lnTo>
                    <a:pt x="45108" y="28827"/>
                  </a:lnTo>
                  <a:lnTo>
                    <a:pt x="42843" y="29819"/>
                  </a:lnTo>
                  <a:lnTo>
                    <a:pt x="42149" y="30064"/>
                  </a:lnTo>
                  <a:lnTo>
                    <a:pt x="41618" y="30252"/>
                  </a:lnTo>
                  <a:lnTo>
                    <a:pt x="41696" y="30435"/>
                  </a:lnTo>
                  <a:lnTo>
                    <a:pt x="41429" y="31117"/>
                  </a:lnTo>
                  <a:lnTo>
                    <a:pt x="41158" y="31239"/>
                  </a:lnTo>
                  <a:lnTo>
                    <a:pt x="40811" y="31394"/>
                  </a:lnTo>
                  <a:lnTo>
                    <a:pt x="40567" y="31504"/>
                  </a:lnTo>
                  <a:lnTo>
                    <a:pt x="38904" y="32251"/>
                  </a:lnTo>
                  <a:lnTo>
                    <a:pt x="38237" y="32682"/>
                  </a:lnTo>
                  <a:lnTo>
                    <a:pt x="37774" y="33104"/>
                  </a:lnTo>
                  <a:lnTo>
                    <a:pt x="37434" y="33007"/>
                  </a:lnTo>
                  <a:lnTo>
                    <a:pt x="36207" y="32656"/>
                  </a:lnTo>
                  <a:lnTo>
                    <a:pt x="35407" y="32461"/>
                  </a:lnTo>
                  <a:lnTo>
                    <a:pt x="34616" y="32267"/>
                  </a:lnTo>
                  <a:lnTo>
                    <a:pt x="34315" y="32194"/>
                  </a:lnTo>
                  <a:lnTo>
                    <a:pt x="34087" y="32116"/>
                  </a:lnTo>
                  <a:lnTo>
                    <a:pt x="33189" y="31807"/>
                  </a:lnTo>
                  <a:lnTo>
                    <a:pt x="32665" y="31626"/>
                  </a:lnTo>
                  <a:lnTo>
                    <a:pt x="31551" y="30818"/>
                  </a:lnTo>
                  <a:lnTo>
                    <a:pt x="31168" y="30540"/>
                  </a:lnTo>
                  <a:lnTo>
                    <a:pt x="30737" y="31025"/>
                  </a:lnTo>
                  <a:lnTo>
                    <a:pt x="30079" y="31766"/>
                  </a:lnTo>
                  <a:lnTo>
                    <a:pt x="29771" y="32113"/>
                  </a:lnTo>
                  <a:lnTo>
                    <a:pt x="28875" y="33402"/>
                  </a:lnTo>
                  <a:lnTo>
                    <a:pt x="28210" y="34358"/>
                  </a:lnTo>
                  <a:lnTo>
                    <a:pt x="27938" y="34748"/>
                  </a:lnTo>
                  <a:lnTo>
                    <a:pt x="27766" y="34961"/>
                  </a:lnTo>
                  <a:lnTo>
                    <a:pt x="27368" y="34703"/>
                  </a:lnTo>
                  <a:lnTo>
                    <a:pt x="26556" y="34175"/>
                  </a:lnTo>
                  <a:lnTo>
                    <a:pt x="26040" y="33818"/>
                  </a:lnTo>
                  <a:lnTo>
                    <a:pt x="24260" y="32583"/>
                  </a:lnTo>
                  <a:lnTo>
                    <a:pt x="24206" y="32819"/>
                  </a:lnTo>
                  <a:lnTo>
                    <a:pt x="24113" y="33227"/>
                  </a:lnTo>
                  <a:lnTo>
                    <a:pt x="24022" y="33675"/>
                  </a:lnTo>
                  <a:lnTo>
                    <a:pt x="23963" y="35217"/>
                  </a:lnTo>
                  <a:lnTo>
                    <a:pt x="23956" y="35378"/>
                  </a:lnTo>
                  <a:lnTo>
                    <a:pt x="23930" y="36069"/>
                  </a:lnTo>
                  <a:lnTo>
                    <a:pt x="23291" y="37074"/>
                  </a:lnTo>
                  <a:lnTo>
                    <a:pt x="23151" y="37295"/>
                  </a:lnTo>
                  <a:lnTo>
                    <a:pt x="22708" y="38083"/>
                  </a:lnTo>
                  <a:lnTo>
                    <a:pt x="22461" y="38521"/>
                  </a:lnTo>
                  <a:lnTo>
                    <a:pt x="21979" y="39376"/>
                  </a:lnTo>
                  <a:lnTo>
                    <a:pt x="21739" y="39871"/>
                  </a:lnTo>
                  <a:lnTo>
                    <a:pt x="21368" y="40639"/>
                  </a:lnTo>
                  <a:lnTo>
                    <a:pt x="21281" y="40818"/>
                  </a:lnTo>
                  <a:lnTo>
                    <a:pt x="21158" y="41018"/>
                  </a:lnTo>
                  <a:lnTo>
                    <a:pt x="20698" y="41766"/>
                  </a:lnTo>
                  <a:lnTo>
                    <a:pt x="20249" y="42350"/>
                  </a:lnTo>
                  <a:lnTo>
                    <a:pt x="20006" y="42607"/>
                  </a:lnTo>
                  <a:lnTo>
                    <a:pt x="19903" y="42445"/>
                  </a:lnTo>
                  <a:lnTo>
                    <a:pt x="18586" y="40379"/>
                  </a:lnTo>
                  <a:lnTo>
                    <a:pt x="18380" y="40055"/>
                  </a:lnTo>
                  <a:lnTo>
                    <a:pt x="18078" y="39842"/>
                  </a:lnTo>
                  <a:lnTo>
                    <a:pt x="17719" y="39587"/>
                  </a:lnTo>
                  <a:lnTo>
                    <a:pt x="17098" y="40549"/>
                  </a:lnTo>
                  <a:lnTo>
                    <a:pt x="16905" y="40847"/>
                  </a:lnTo>
                  <a:lnTo>
                    <a:pt x="16184" y="41738"/>
                  </a:lnTo>
                  <a:lnTo>
                    <a:pt x="13999" y="40354"/>
                  </a:lnTo>
                  <a:lnTo>
                    <a:pt x="13739" y="40135"/>
                  </a:lnTo>
                  <a:lnTo>
                    <a:pt x="13517" y="39949"/>
                  </a:lnTo>
                  <a:lnTo>
                    <a:pt x="14598" y="38621"/>
                  </a:lnTo>
                  <a:lnTo>
                    <a:pt x="14761" y="38442"/>
                  </a:lnTo>
                  <a:lnTo>
                    <a:pt x="14885" y="38206"/>
                  </a:lnTo>
                  <a:lnTo>
                    <a:pt x="14981" y="38021"/>
                  </a:lnTo>
                  <a:lnTo>
                    <a:pt x="15082" y="37669"/>
                  </a:lnTo>
                  <a:lnTo>
                    <a:pt x="15474" y="36302"/>
                  </a:lnTo>
                  <a:lnTo>
                    <a:pt x="15523" y="36133"/>
                  </a:lnTo>
                  <a:lnTo>
                    <a:pt x="15268" y="36005"/>
                  </a:lnTo>
                  <a:lnTo>
                    <a:pt x="17671" y="31174"/>
                  </a:lnTo>
                  <a:lnTo>
                    <a:pt x="17353" y="31015"/>
                  </a:lnTo>
                  <a:lnTo>
                    <a:pt x="15607" y="30146"/>
                  </a:lnTo>
                  <a:lnTo>
                    <a:pt x="16500" y="28281"/>
                  </a:lnTo>
                  <a:lnTo>
                    <a:pt x="17248" y="26717"/>
                  </a:lnTo>
                  <a:lnTo>
                    <a:pt x="17016" y="26391"/>
                  </a:lnTo>
                  <a:lnTo>
                    <a:pt x="16418" y="25572"/>
                  </a:lnTo>
                  <a:lnTo>
                    <a:pt x="14613" y="24104"/>
                  </a:lnTo>
                  <a:lnTo>
                    <a:pt x="10693" y="21329"/>
                  </a:lnTo>
                  <a:lnTo>
                    <a:pt x="6449" y="18675"/>
                  </a:lnTo>
                  <a:lnTo>
                    <a:pt x="5767" y="16683"/>
                  </a:lnTo>
                  <a:lnTo>
                    <a:pt x="4332" y="12774"/>
                  </a:lnTo>
                  <a:lnTo>
                    <a:pt x="3605" y="10103"/>
                  </a:lnTo>
                  <a:lnTo>
                    <a:pt x="3752" y="8434"/>
                  </a:lnTo>
                  <a:lnTo>
                    <a:pt x="2985" y="6398"/>
                  </a:lnTo>
                  <a:lnTo>
                    <a:pt x="207" y="5071"/>
                  </a:lnTo>
                  <a:lnTo>
                    <a:pt x="0" y="4573"/>
                  </a:lnTo>
                  <a:lnTo>
                    <a:pt x="200" y="3452"/>
                  </a:lnTo>
                  <a:lnTo>
                    <a:pt x="807" y="2908"/>
                  </a:lnTo>
                  <a:lnTo>
                    <a:pt x="1305" y="3004"/>
                  </a:lnTo>
                  <a:lnTo>
                    <a:pt x="2946" y="3321"/>
                  </a:lnTo>
                  <a:lnTo>
                    <a:pt x="3291" y="3388"/>
                  </a:lnTo>
                  <a:lnTo>
                    <a:pt x="4365" y="3595"/>
                  </a:lnTo>
                  <a:lnTo>
                    <a:pt x="4853" y="3689"/>
                  </a:lnTo>
                  <a:lnTo>
                    <a:pt x="7890" y="2905"/>
                  </a:lnTo>
                  <a:lnTo>
                    <a:pt x="14186" y="4220"/>
                  </a:lnTo>
                  <a:lnTo>
                    <a:pt x="15940" y="4587"/>
                  </a:lnTo>
                  <a:lnTo>
                    <a:pt x="28481" y="2167"/>
                  </a:lnTo>
                  <a:lnTo>
                    <a:pt x="30436" y="1120"/>
                  </a:lnTo>
                  <a:lnTo>
                    <a:pt x="30521" y="127"/>
                  </a:lnTo>
                  <a:lnTo>
                    <a:pt x="37077" y="0"/>
                  </a:lnTo>
                  <a:lnTo>
                    <a:pt x="39720" y="52"/>
                  </a:lnTo>
                  <a:lnTo>
                    <a:pt x="43173" y="12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3107797" y="2558305"/>
              <a:ext cx="59047" cy="56386"/>
            </a:xfrm>
            <a:custGeom>
              <a:avLst/>
              <a:pathLst>
                <a:path w="59047" h="56386">
                  <a:moveTo>
                    <a:pt x="14881" y="10546"/>
                  </a:moveTo>
                  <a:lnTo>
                    <a:pt x="15253" y="10825"/>
                  </a:lnTo>
                  <a:lnTo>
                    <a:pt x="15468" y="10521"/>
                  </a:lnTo>
                  <a:lnTo>
                    <a:pt x="15642" y="10297"/>
                  </a:lnTo>
                  <a:lnTo>
                    <a:pt x="16593" y="10916"/>
                  </a:lnTo>
                  <a:lnTo>
                    <a:pt x="16968" y="11161"/>
                  </a:lnTo>
                  <a:lnTo>
                    <a:pt x="18203" y="11965"/>
                  </a:lnTo>
                  <a:lnTo>
                    <a:pt x="20154" y="13236"/>
                  </a:lnTo>
                  <a:lnTo>
                    <a:pt x="20741" y="13618"/>
                  </a:lnTo>
                  <a:lnTo>
                    <a:pt x="22781" y="14947"/>
                  </a:lnTo>
                  <a:lnTo>
                    <a:pt x="22995" y="15086"/>
                  </a:lnTo>
                  <a:lnTo>
                    <a:pt x="23678" y="15893"/>
                  </a:lnTo>
                  <a:lnTo>
                    <a:pt x="24523" y="16891"/>
                  </a:lnTo>
                  <a:lnTo>
                    <a:pt x="25455" y="17821"/>
                  </a:lnTo>
                  <a:lnTo>
                    <a:pt x="26920" y="19712"/>
                  </a:lnTo>
                  <a:lnTo>
                    <a:pt x="29338" y="22831"/>
                  </a:lnTo>
                  <a:lnTo>
                    <a:pt x="30392" y="24191"/>
                  </a:lnTo>
                  <a:lnTo>
                    <a:pt x="30607" y="24321"/>
                  </a:lnTo>
                  <a:lnTo>
                    <a:pt x="32767" y="25631"/>
                  </a:lnTo>
                  <a:lnTo>
                    <a:pt x="32965" y="25751"/>
                  </a:lnTo>
                  <a:lnTo>
                    <a:pt x="33243" y="25928"/>
                  </a:lnTo>
                  <a:lnTo>
                    <a:pt x="33395" y="26040"/>
                  </a:lnTo>
                  <a:lnTo>
                    <a:pt x="33944" y="26450"/>
                  </a:lnTo>
                  <a:lnTo>
                    <a:pt x="35760" y="27804"/>
                  </a:lnTo>
                  <a:lnTo>
                    <a:pt x="36780" y="28564"/>
                  </a:lnTo>
                  <a:lnTo>
                    <a:pt x="38772" y="30049"/>
                  </a:lnTo>
                  <a:lnTo>
                    <a:pt x="39033" y="30243"/>
                  </a:lnTo>
                  <a:lnTo>
                    <a:pt x="41804" y="32309"/>
                  </a:lnTo>
                  <a:lnTo>
                    <a:pt x="42691" y="32837"/>
                  </a:lnTo>
                  <a:lnTo>
                    <a:pt x="45145" y="34298"/>
                  </a:lnTo>
                  <a:lnTo>
                    <a:pt x="47496" y="35698"/>
                  </a:lnTo>
                  <a:lnTo>
                    <a:pt x="50000" y="37189"/>
                  </a:lnTo>
                  <a:lnTo>
                    <a:pt x="51143" y="38024"/>
                  </a:lnTo>
                  <a:lnTo>
                    <a:pt x="51962" y="38622"/>
                  </a:lnTo>
                  <a:lnTo>
                    <a:pt x="54874" y="40750"/>
                  </a:lnTo>
                  <a:lnTo>
                    <a:pt x="59047" y="43798"/>
                  </a:lnTo>
                  <a:lnTo>
                    <a:pt x="56676" y="49352"/>
                  </a:lnTo>
                  <a:lnTo>
                    <a:pt x="54472" y="52464"/>
                  </a:lnTo>
                  <a:lnTo>
                    <a:pt x="51056" y="56386"/>
                  </a:lnTo>
                  <a:lnTo>
                    <a:pt x="44077" y="55662"/>
                  </a:lnTo>
                  <a:lnTo>
                    <a:pt x="42184" y="55306"/>
                  </a:lnTo>
                  <a:lnTo>
                    <a:pt x="41241" y="55251"/>
                  </a:lnTo>
                  <a:lnTo>
                    <a:pt x="41865" y="51454"/>
                  </a:lnTo>
                  <a:lnTo>
                    <a:pt x="39345" y="51497"/>
                  </a:lnTo>
                  <a:lnTo>
                    <a:pt x="37337" y="50728"/>
                  </a:lnTo>
                  <a:lnTo>
                    <a:pt x="34560" y="49104"/>
                  </a:lnTo>
                  <a:lnTo>
                    <a:pt x="31379" y="45382"/>
                  </a:lnTo>
                  <a:lnTo>
                    <a:pt x="35115" y="40773"/>
                  </a:lnTo>
                  <a:lnTo>
                    <a:pt x="33962" y="39748"/>
                  </a:lnTo>
                  <a:lnTo>
                    <a:pt x="32894" y="40688"/>
                  </a:lnTo>
                  <a:lnTo>
                    <a:pt x="31940" y="40159"/>
                  </a:lnTo>
                  <a:lnTo>
                    <a:pt x="23810" y="35352"/>
                  </a:lnTo>
                  <a:lnTo>
                    <a:pt x="21068" y="34989"/>
                  </a:lnTo>
                  <a:lnTo>
                    <a:pt x="20319" y="34691"/>
                  </a:lnTo>
                  <a:lnTo>
                    <a:pt x="18468" y="33953"/>
                  </a:lnTo>
                  <a:lnTo>
                    <a:pt x="10095" y="27987"/>
                  </a:lnTo>
                  <a:lnTo>
                    <a:pt x="10255" y="26926"/>
                  </a:lnTo>
                  <a:lnTo>
                    <a:pt x="10437" y="25722"/>
                  </a:lnTo>
                  <a:lnTo>
                    <a:pt x="5762" y="23132"/>
                  </a:lnTo>
                  <a:lnTo>
                    <a:pt x="1563" y="20778"/>
                  </a:lnTo>
                  <a:lnTo>
                    <a:pt x="611" y="15438"/>
                  </a:lnTo>
                  <a:lnTo>
                    <a:pt x="0" y="12007"/>
                  </a:lnTo>
                  <a:lnTo>
                    <a:pt x="691" y="11636"/>
                  </a:lnTo>
                  <a:lnTo>
                    <a:pt x="1789" y="5339"/>
                  </a:lnTo>
                  <a:lnTo>
                    <a:pt x="1991" y="4923"/>
                  </a:lnTo>
                  <a:lnTo>
                    <a:pt x="2201" y="4490"/>
                  </a:lnTo>
                  <a:lnTo>
                    <a:pt x="2326" y="4233"/>
                  </a:lnTo>
                  <a:lnTo>
                    <a:pt x="3164" y="2508"/>
                  </a:lnTo>
                  <a:lnTo>
                    <a:pt x="5304" y="0"/>
                  </a:lnTo>
                  <a:lnTo>
                    <a:pt x="6559" y="1248"/>
                  </a:lnTo>
                  <a:lnTo>
                    <a:pt x="7000" y="1721"/>
                  </a:lnTo>
                  <a:lnTo>
                    <a:pt x="7143" y="1925"/>
                  </a:lnTo>
                  <a:lnTo>
                    <a:pt x="7789" y="2845"/>
                  </a:lnTo>
                  <a:lnTo>
                    <a:pt x="8804" y="4290"/>
                  </a:lnTo>
                  <a:lnTo>
                    <a:pt x="8993" y="4499"/>
                  </a:lnTo>
                  <a:lnTo>
                    <a:pt x="9295" y="4835"/>
                  </a:lnTo>
                  <a:lnTo>
                    <a:pt x="11581" y="7368"/>
                  </a:lnTo>
                  <a:lnTo>
                    <a:pt x="11859" y="7808"/>
                  </a:lnTo>
                  <a:lnTo>
                    <a:pt x="12090" y="8172"/>
                  </a:lnTo>
                  <a:lnTo>
                    <a:pt x="12208" y="8360"/>
                  </a:lnTo>
                  <a:lnTo>
                    <a:pt x="12425" y="87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3073695" y="2653475"/>
              <a:ext cx="57260" cy="41454"/>
            </a:xfrm>
            <a:custGeom>
              <a:avLst/>
              <a:pathLst>
                <a:path w="57260" h="41454">
                  <a:moveTo>
                    <a:pt x="16468" y="626"/>
                  </a:moveTo>
                  <a:lnTo>
                    <a:pt x="18596" y="929"/>
                  </a:lnTo>
                  <a:lnTo>
                    <a:pt x="19162" y="1017"/>
                  </a:lnTo>
                  <a:lnTo>
                    <a:pt x="19587" y="1084"/>
                  </a:lnTo>
                  <a:lnTo>
                    <a:pt x="20253" y="1003"/>
                  </a:lnTo>
                  <a:lnTo>
                    <a:pt x="25715" y="344"/>
                  </a:lnTo>
                  <a:lnTo>
                    <a:pt x="25885" y="464"/>
                  </a:lnTo>
                  <a:lnTo>
                    <a:pt x="26281" y="746"/>
                  </a:lnTo>
                  <a:lnTo>
                    <a:pt x="26879" y="1172"/>
                  </a:lnTo>
                  <a:lnTo>
                    <a:pt x="27567" y="1345"/>
                  </a:lnTo>
                  <a:lnTo>
                    <a:pt x="28409" y="1556"/>
                  </a:lnTo>
                  <a:lnTo>
                    <a:pt x="29255" y="2718"/>
                  </a:lnTo>
                  <a:lnTo>
                    <a:pt x="30538" y="3623"/>
                  </a:lnTo>
                  <a:lnTo>
                    <a:pt x="30666" y="3713"/>
                  </a:lnTo>
                  <a:lnTo>
                    <a:pt x="30919" y="3891"/>
                  </a:lnTo>
                  <a:lnTo>
                    <a:pt x="31944" y="4818"/>
                  </a:lnTo>
                  <a:lnTo>
                    <a:pt x="32255" y="5099"/>
                  </a:lnTo>
                  <a:lnTo>
                    <a:pt x="33307" y="6050"/>
                  </a:lnTo>
                  <a:lnTo>
                    <a:pt x="35578" y="8103"/>
                  </a:lnTo>
                  <a:lnTo>
                    <a:pt x="40213" y="11137"/>
                  </a:lnTo>
                  <a:lnTo>
                    <a:pt x="43425" y="12245"/>
                  </a:lnTo>
                  <a:lnTo>
                    <a:pt x="47030" y="14167"/>
                  </a:lnTo>
                  <a:lnTo>
                    <a:pt x="51066" y="15352"/>
                  </a:lnTo>
                  <a:lnTo>
                    <a:pt x="53843" y="16420"/>
                  </a:lnTo>
                  <a:lnTo>
                    <a:pt x="55658" y="17755"/>
                  </a:lnTo>
                  <a:lnTo>
                    <a:pt x="57260" y="21493"/>
                  </a:lnTo>
                  <a:lnTo>
                    <a:pt x="56316" y="27302"/>
                  </a:lnTo>
                  <a:lnTo>
                    <a:pt x="54447" y="30373"/>
                  </a:lnTo>
                  <a:lnTo>
                    <a:pt x="51643" y="33577"/>
                  </a:lnTo>
                  <a:lnTo>
                    <a:pt x="50842" y="36247"/>
                  </a:lnTo>
                  <a:lnTo>
                    <a:pt x="50041" y="39852"/>
                  </a:lnTo>
                  <a:lnTo>
                    <a:pt x="46170" y="41454"/>
                  </a:lnTo>
                  <a:lnTo>
                    <a:pt x="42832" y="41054"/>
                  </a:lnTo>
                  <a:lnTo>
                    <a:pt x="38426" y="37983"/>
                  </a:lnTo>
                  <a:lnTo>
                    <a:pt x="35355" y="36514"/>
                  </a:lnTo>
                  <a:lnTo>
                    <a:pt x="29748" y="38117"/>
                  </a:lnTo>
                  <a:lnTo>
                    <a:pt x="23607" y="38117"/>
                  </a:lnTo>
                  <a:lnTo>
                    <a:pt x="19468" y="36381"/>
                  </a:lnTo>
                  <a:lnTo>
                    <a:pt x="14394" y="32509"/>
                  </a:lnTo>
                  <a:lnTo>
                    <a:pt x="11057" y="31308"/>
                  </a:lnTo>
                  <a:lnTo>
                    <a:pt x="8387" y="29172"/>
                  </a:lnTo>
                  <a:lnTo>
                    <a:pt x="4381" y="24899"/>
                  </a:lnTo>
                  <a:lnTo>
                    <a:pt x="2112" y="19826"/>
                  </a:lnTo>
                  <a:lnTo>
                    <a:pt x="0" y="15787"/>
                  </a:lnTo>
                  <a:lnTo>
                    <a:pt x="5473" y="16589"/>
                  </a:lnTo>
                  <a:lnTo>
                    <a:pt x="5340" y="13785"/>
                  </a:lnTo>
                  <a:lnTo>
                    <a:pt x="5874" y="10714"/>
                  </a:lnTo>
                  <a:lnTo>
                    <a:pt x="6264" y="8106"/>
                  </a:lnTo>
                  <a:lnTo>
                    <a:pt x="6391" y="7726"/>
                  </a:lnTo>
                  <a:lnTo>
                    <a:pt x="6743" y="6677"/>
                  </a:lnTo>
                  <a:lnTo>
                    <a:pt x="7212" y="5428"/>
                  </a:lnTo>
                  <a:lnTo>
                    <a:pt x="7445" y="4806"/>
                  </a:lnTo>
                  <a:lnTo>
                    <a:pt x="7503" y="4545"/>
                  </a:lnTo>
                  <a:lnTo>
                    <a:pt x="7744" y="3460"/>
                  </a:lnTo>
                  <a:lnTo>
                    <a:pt x="8123" y="2841"/>
                  </a:lnTo>
                  <a:lnTo>
                    <a:pt x="8445" y="2315"/>
                  </a:lnTo>
                  <a:lnTo>
                    <a:pt x="9230" y="1033"/>
                  </a:lnTo>
                  <a:lnTo>
                    <a:pt x="9407" y="777"/>
                  </a:lnTo>
                  <a:lnTo>
                    <a:pt x="9835" y="239"/>
                  </a:lnTo>
                  <a:lnTo>
                    <a:pt x="10961" y="775"/>
                  </a:lnTo>
                  <a:lnTo>
                    <a:pt x="11128" y="762"/>
                  </a:lnTo>
                  <a:lnTo>
                    <a:pt x="13408" y="588"/>
                  </a:lnTo>
                  <a:lnTo>
                    <a:pt x="13861" y="547"/>
                  </a:lnTo>
                  <a:lnTo>
                    <a:pt x="14480" y="0"/>
                  </a:lnTo>
                  <a:lnTo>
                    <a:pt x="16329" y="5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3021963" y="2752494"/>
              <a:ext cx="51510" cy="36033"/>
            </a:xfrm>
            <a:custGeom>
              <a:avLst/>
              <a:pathLst>
                <a:path w="51510" h="36033">
                  <a:moveTo>
                    <a:pt x="39654" y="3588"/>
                  </a:moveTo>
                  <a:lnTo>
                    <a:pt x="40992" y="5032"/>
                  </a:lnTo>
                  <a:lnTo>
                    <a:pt x="40880" y="7187"/>
                  </a:lnTo>
                  <a:lnTo>
                    <a:pt x="33792" y="11290"/>
                  </a:lnTo>
                  <a:lnTo>
                    <a:pt x="35110" y="12223"/>
                  </a:lnTo>
                  <a:lnTo>
                    <a:pt x="37762" y="14099"/>
                  </a:lnTo>
                  <a:lnTo>
                    <a:pt x="38211" y="12642"/>
                  </a:lnTo>
                  <a:lnTo>
                    <a:pt x="38304" y="12342"/>
                  </a:lnTo>
                  <a:lnTo>
                    <a:pt x="41091" y="14884"/>
                  </a:lnTo>
                  <a:lnTo>
                    <a:pt x="40979" y="15230"/>
                  </a:lnTo>
                  <a:lnTo>
                    <a:pt x="40662" y="16215"/>
                  </a:lnTo>
                  <a:lnTo>
                    <a:pt x="43346" y="19440"/>
                  </a:lnTo>
                  <a:lnTo>
                    <a:pt x="42668" y="20811"/>
                  </a:lnTo>
                  <a:lnTo>
                    <a:pt x="45960" y="22370"/>
                  </a:lnTo>
                  <a:lnTo>
                    <a:pt x="47606" y="23149"/>
                  </a:lnTo>
                  <a:lnTo>
                    <a:pt x="45837" y="27088"/>
                  </a:lnTo>
                  <a:lnTo>
                    <a:pt x="47938" y="28171"/>
                  </a:lnTo>
                  <a:lnTo>
                    <a:pt x="50659" y="29573"/>
                  </a:lnTo>
                  <a:lnTo>
                    <a:pt x="50598" y="29761"/>
                  </a:lnTo>
                  <a:lnTo>
                    <a:pt x="50171" y="31066"/>
                  </a:lnTo>
                  <a:lnTo>
                    <a:pt x="51345" y="31439"/>
                  </a:lnTo>
                  <a:lnTo>
                    <a:pt x="51510" y="31492"/>
                  </a:lnTo>
                  <a:lnTo>
                    <a:pt x="50205" y="34331"/>
                  </a:lnTo>
                  <a:lnTo>
                    <a:pt x="48409" y="33812"/>
                  </a:lnTo>
                  <a:lnTo>
                    <a:pt x="46414" y="33236"/>
                  </a:lnTo>
                  <a:lnTo>
                    <a:pt x="45916" y="33153"/>
                  </a:lnTo>
                  <a:lnTo>
                    <a:pt x="43617" y="32767"/>
                  </a:lnTo>
                  <a:lnTo>
                    <a:pt x="44426" y="35660"/>
                  </a:lnTo>
                  <a:lnTo>
                    <a:pt x="41302" y="36033"/>
                  </a:lnTo>
                  <a:lnTo>
                    <a:pt x="40154" y="35019"/>
                  </a:lnTo>
                  <a:lnTo>
                    <a:pt x="36789" y="33871"/>
                  </a:lnTo>
                  <a:lnTo>
                    <a:pt x="35017" y="33416"/>
                  </a:lnTo>
                  <a:lnTo>
                    <a:pt x="34706" y="33337"/>
                  </a:lnTo>
                  <a:lnTo>
                    <a:pt x="33719" y="33443"/>
                  </a:lnTo>
                  <a:lnTo>
                    <a:pt x="33438" y="34253"/>
                  </a:lnTo>
                  <a:lnTo>
                    <a:pt x="33238" y="34832"/>
                  </a:lnTo>
                  <a:lnTo>
                    <a:pt x="31182" y="34752"/>
                  </a:lnTo>
                  <a:lnTo>
                    <a:pt x="31081" y="33822"/>
                  </a:lnTo>
                  <a:lnTo>
                    <a:pt x="30968" y="32776"/>
                  </a:lnTo>
                  <a:lnTo>
                    <a:pt x="29553" y="32322"/>
                  </a:lnTo>
                  <a:lnTo>
                    <a:pt x="28381" y="32758"/>
                  </a:lnTo>
                  <a:lnTo>
                    <a:pt x="27470" y="33096"/>
                  </a:lnTo>
                  <a:lnTo>
                    <a:pt x="25948" y="31387"/>
                  </a:lnTo>
                  <a:lnTo>
                    <a:pt x="25361" y="30560"/>
                  </a:lnTo>
                  <a:lnTo>
                    <a:pt x="26669" y="30346"/>
                  </a:lnTo>
                  <a:lnTo>
                    <a:pt x="25815" y="27649"/>
                  </a:lnTo>
                  <a:lnTo>
                    <a:pt x="24683" y="22512"/>
                  </a:lnTo>
                  <a:lnTo>
                    <a:pt x="21607" y="22191"/>
                  </a:lnTo>
                  <a:lnTo>
                    <a:pt x="20197" y="21935"/>
                  </a:lnTo>
                  <a:lnTo>
                    <a:pt x="18723" y="22255"/>
                  </a:lnTo>
                  <a:lnTo>
                    <a:pt x="17762" y="21038"/>
                  </a:lnTo>
                  <a:lnTo>
                    <a:pt x="16159" y="21486"/>
                  </a:lnTo>
                  <a:lnTo>
                    <a:pt x="18018" y="25972"/>
                  </a:lnTo>
                  <a:lnTo>
                    <a:pt x="18146" y="29048"/>
                  </a:lnTo>
                  <a:lnTo>
                    <a:pt x="16572" y="32197"/>
                  </a:lnTo>
                  <a:lnTo>
                    <a:pt x="15246" y="32989"/>
                  </a:lnTo>
                  <a:lnTo>
                    <a:pt x="10760" y="31628"/>
                  </a:lnTo>
                  <a:lnTo>
                    <a:pt x="2189" y="28584"/>
                  </a:lnTo>
                  <a:lnTo>
                    <a:pt x="0" y="26474"/>
                  </a:lnTo>
                  <a:lnTo>
                    <a:pt x="1509" y="24249"/>
                  </a:lnTo>
                  <a:lnTo>
                    <a:pt x="2849" y="25063"/>
                  </a:lnTo>
                  <a:lnTo>
                    <a:pt x="3944" y="25304"/>
                  </a:lnTo>
                  <a:lnTo>
                    <a:pt x="4425" y="22233"/>
                  </a:lnTo>
                  <a:lnTo>
                    <a:pt x="1869" y="21540"/>
                  </a:lnTo>
                  <a:lnTo>
                    <a:pt x="1563" y="21457"/>
                  </a:lnTo>
                  <a:lnTo>
                    <a:pt x="3255" y="17092"/>
                  </a:lnTo>
                  <a:lnTo>
                    <a:pt x="5092" y="17346"/>
                  </a:lnTo>
                  <a:lnTo>
                    <a:pt x="5626" y="15851"/>
                  </a:lnTo>
                  <a:lnTo>
                    <a:pt x="3917" y="15104"/>
                  </a:lnTo>
                  <a:lnTo>
                    <a:pt x="5033" y="11657"/>
                  </a:lnTo>
                  <a:lnTo>
                    <a:pt x="5339" y="11785"/>
                  </a:lnTo>
                  <a:lnTo>
                    <a:pt x="5610" y="11898"/>
                  </a:lnTo>
                  <a:lnTo>
                    <a:pt x="10539" y="13955"/>
                  </a:lnTo>
                  <a:lnTo>
                    <a:pt x="12104" y="15032"/>
                  </a:lnTo>
                  <a:lnTo>
                    <a:pt x="13231" y="14715"/>
                  </a:lnTo>
                  <a:lnTo>
                    <a:pt x="16050" y="13922"/>
                  </a:lnTo>
                  <a:lnTo>
                    <a:pt x="16941" y="13672"/>
                  </a:lnTo>
                  <a:lnTo>
                    <a:pt x="20833" y="13329"/>
                  </a:lnTo>
                  <a:lnTo>
                    <a:pt x="21222" y="13357"/>
                  </a:lnTo>
                  <a:lnTo>
                    <a:pt x="24069" y="13564"/>
                  </a:lnTo>
                  <a:lnTo>
                    <a:pt x="25597" y="15320"/>
                  </a:lnTo>
                  <a:lnTo>
                    <a:pt x="27603" y="14442"/>
                  </a:lnTo>
                  <a:lnTo>
                    <a:pt x="27161" y="13922"/>
                  </a:lnTo>
                  <a:lnTo>
                    <a:pt x="26468" y="12910"/>
                  </a:lnTo>
                  <a:lnTo>
                    <a:pt x="25384" y="11326"/>
                  </a:lnTo>
                  <a:lnTo>
                    <a:pt x="25141" y="10970"/>
                  </a:lnTo>
                  <a:lnTo>
                    <a:pt x="24825" y="10138"/>
                  </a:lnTo>
                  <a:lnTo>
                    <a:pt x="24664" y="9713"/>
                  </a:lnTo>
                  <a:lnTo>
                    <a:pt x="24404" y="7536"/>
                  </a:lnTo>
                  <a:lnTo>
                    <a:pt x="23996" y="6021"/>
                  </a:lnTo>
                  <a:lnTo>
                    <a:pt x="24351" y="5826"/>
                  </a:lnTo>
                  <a:lnTo>
                    <a:pt x="25966" y="4964"/>
                  </a:lnTo>
                  <a:lnTo>
                    <a:pt x="25925" y="4806"/>
                  </a:lnTo>
                  <a:lnTo>
                    <a:pt x="25528" y="3274"/>
                  </a:lnTo>
                  <a:lnTo>
                    <a:pt x="25400" y="2676"/>
                  </a:lnTo>
                  <a:lnTo>
                    <a:pt x="26535" y="2556"/>
                  </a:lnTo>
                  <a:lnTo>
                    <a:pt x="28032" y="2398"/>
                  </a:lnTo>
                  <a:lnTo>
                    <a:pt x="28658" y="2332"/>
                  </a:lnTo>
                  <a:lnTo>
                    <a:pt x="29034" y="2320"/>
                  </a:lnTo>
                  <a:lnTo>
                    <a:pt x="29305" y="4073"/>
                  </a:lnTo>
                  <a:lnTo>
                    <a:pt x="29372" y="4504"/>
                  </a:lnTo>
                  <a:lnTo>
                    <a:pt x="30272" y="4976"/>
                  </a:lnTo>
                  <a:lnTo>
                    <a:pt x="31166" y="5444"/>
                  </a:lnTo>
                  <a:lnTo>
                    <a:pt x="31315" y="5522"/>
                  </a:lnTo>
                  <a:lnTo>
                    <a:pt x="32755" y="5318"/>
                  </a:lnTo>
                  <a:lnTo>
                    <a:pt x="33569" y="4656"/>
                  </a:lnTo>
                  <a:lnTo>
                    <a:pt x="34026" y="4919"/>
                  </a:lnTo>
                  <a:lnTo>
                    <a:pt x="35227" y="4870"/>
                  </a:lnTo>
                  <a:lnTo>
                    <a:pt x="35368" y="4776"/>
                  </a:lnTo>
                  <a:lnTo>
                    <a:pt x="35301" y="3602"/>
                  </a:lnTo>
                  <a:lnTo>
                    <a:pt x="35176" y="2523"/>
                  </a:lnTo>
                  <a:lnTo>
                    <a:pt x="35099" y="2240"/>
                  </a:lnTo>
                  <a:lnTo>
                    <a:pt x="35009" y="1909"/>
                  </a:lnTo>
                  <a:lnTo>
                    <a:pt x="35803" y="999"/>
                  </a:lnTo>
                  <a:lnTo>
                    <a:pt x="36675" y="0"/>
                  </a:lnTo>
                  <a:lnTo>
                    <a:pt x="37176" y="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3004417" y="2689968"/>
              <a:ext cx="69429" cy="48928"/>
            </a:xfrm>
            <a:custGeom>
              <a:avLst/>
              <a:pathLst>
                <a:path w="69429" h="48928">
                  <a:moveTo>
                    <a:pt x="65510" y="13835"/>
                  </a:moveTo>
                  <a:lnTo>
                    <a:pt x="66928" y="23995"/>
                  </a:lnTo>
                  <a:lnTo>
                    <a:pt x="66202" y="28396"/>
                  </a:lnTo>
                  <a:lnTo>
                    <a:pt x="66815" y="31005"/>
                  </a:lnTo>
                  <a:lnTo>
                    <a:pt x="69429" y="34838"/>
                  </a:lnTo>
                  <a:lnTo>
                    <a:pt x="65646" y="34942"/>
                  </a:lnTo>
                  <a:lnTo>
                    <a:pt x="63296" y="34728"/>
                  </a:lnTo>
                  <a:lnTo>
                    <a:pt x="60295" y="33281"/>
                  </a:lnTo>
                  <a:lnTo>
                    <a:pt x="58958" y="33264"/>
                  </a:lnTo>
                  <a:lnTo>
                    <a:pt x="56963" y="33239"/>
                  </a:lnTo>
                  <a:lnTo>
                    <a:pt x="56958" y="34750"/>
                  </a:lnTo>
                  <a:lnTo>
                    <a:pt x="56952" y="36686"/>
                  </a:lnTo>
                  <a:lnTo>
                    <a:pt x="56946" y="38344"/>
                  </a:lnTo>
                  <a:lnTo>
                    <a:pt x="54166" y="38632"/>
                  </a:lnTo>
                  <a:lnTo>
                    <a:pt x="53144" y="38738"/>
                  </a:lnTo>
                  <a:lnTo>
                    <a:pt x="53030" y="39148"/>
                  </a:lnTo>
                  <a:lnTo>
                    <a:pt x="52919" y="39550"/>
                  </a:lnTo>
                  <a:lnTo>
                    <a:pt x="52778" y="40060"/>
                  </a:lnTo>
                  <a:lnTo>
                    <a:pt x="52593" y="40727"/>
                  </a:lnTo>
                  <a:lnTo>
                    <a:pt x="52445" y="41262"/>
                  </a:lnTo>
                  <a:lnTo>
                    <a:pt x="52336" y="41659"/>
                  </a:lnTo>
                  <a:lnTo>
                    <a:pt x="52203" y="42138"/>
                  </a:lnTo>
                  <a:lnTo>
                    <a:pt x="52084" y="42568"/>
                  </a:lnTo>
                  <a:lnTo>
                    <a:pt x="51930" y="43123"/>
                  </a:lnTo>
                  <a:lnTo>
                    <a:pt x="51814" y="43543"/>
                  </a:lnTo>
                  <a:lnTo>
                    <a:pt x="51671" y="44005"/>
                  </a:lnTo>
                  <a:lnTo>
                    <a:pt x="51218" y="45299"/>
                  </a:lnTo>
                  <a:lnTo>
                    <a:pt x="50330" y="47841"/>
                  </a:lnTo>
                  <a:lnTo>
                    <a:pt x="48023" y="47371"/>
                  </a:lnTo>
                  <a:lnTo>
                    <a:pt x="44313" y="45630"/>
                  </a:lnTo>
                  <a:lnTo>
                    <a:pt x="38402" y="47120"/>
                  </a:lnTo>
                  <a:lnTo>
                    <a:pt x="33787" y="48078"/>
                  </a:lnTo>
                  <a:lnTo>
                    <a:pt x="30234" y="48816"/>
                  </a:lnTo>
                  <a:lnTo>
                    <a:pt x="29694" y="48928"/>
                  </a:lnTo>
                  <a:lnTo>
                    <a:pt x="28480" y="46271"/>
                  </a:lnTo>
                  <a:lnTo>
                    <a:pt x="28282" y="46291"/>
                  </a:lnTo>
                  <a:lnTo>
                    <a:pt x="25751" y="46544"/>
                  </a:lnTo>
                  <a:lnTo>
                    <a:pt x="24588" y="46816"/>
                  </a:lnTo>
                  <a:lnTo>
                    <a:pt x="24067" y="46938"/>
                  </a:lnTo>
                  <a:lnTo>
                    <a:pt x="19066" y="48111"/>
                  </a:lnTo>
                  <a:lnTo>
                    <a:pt x="18899" y="47959"/>
                  </a:lnTo>
                  <a:lnTo>
                    <a:pt x="18944" y="46308"/>
                  </a:lnTo>
                  <a:lnTo>
                    <a:pt x="19030" y="43127"/>
                  </a:lnTo>
                  <a:lnTo>
                    <a:pt x="14793" y="42949"/>
                  </a:lnTo>
                  <a:lnTo>
                    <a:pt x="14930" y="47983"/>
                  </a:lnTo>
                  <a:lnTo>
                    <a:pt x="11445" y="47993"/>
                  </a:lnTo>
                  <a:lnTo>
                    <a:pt x="10827" y="47995"/>
                  </a:lnTo>
                  <a:lnTo>
                    <a:pt x="9603" y="47998"/>
                  </a:lnTo>
                  <a:lnTo>
                    <a:pt x="7848" y="48003"/>
                  </a:lnTo>
                  <a:lnTo>
                    <a:pt x="7699" y="48004"/>
                  </a:lnTo>
                  <a:lnTo>
                    <a:pt x="4110" y="47922"/>
                  </a:lnTo>
                  <a:lnTo>
                    <a:pt x="3950" y="47918"/>
                  </a:lnTo>
                  <a:lnTo>
                    <a:pt x="903" y="47879"/>
                  </a:lnTo>
                  <a:lnTo>
                    <a:pt x="0" y="43104"/>
                  </a:lnTo>
                  <a:lnTo>
                    <a:pt x="3612" y="42972"/>
                  </a:lnTo>
                  <a:lnTo>
                    <a:pt x="2276" y="38967"/>
                  </a:lnTo>
                  <a:lnTo>
                    <a:pt x="3907" y="37252"/>
                  </a:lnTo>
                  <a:lnTo>
                    <a:pt x="4338" y="35994"/>
                  </a:lnTo>
                  <a:lnTo>
                    <a:pt x="7864" y="36748"/>
                  </a:lnTo>
                  <a:lnTo>
                    <a:pt x="8153" y="35754"/>
                  </a:lnTo>
                  <a:lnTo>
                    <a:pt x="6181" y="34797"/>
                  </a:lnTo>
                  <a:lnTo>
                    <a:pt x="5689" y="32047"/>
                  </a:lnTo>
                  <a:lnTo>
                    <a:pt x="5909" y="31404"/>
                  </a:lnTo>
                  <a:lnTo>
                    <a:pt x="6500" y="30166"/>
                  </a:lnTo>
                  <a:lnTo>
                    <a:pt x="8665" y="31012"/>
                  </a:lnTo>
                  <a:lnTo>
                    <a:pt x="8954" y="30435"/>
                  </a:lnTo>
                  <a:lnTo>
                    <a:pt x="6869" y="29393"/>
                  </a:lnTo>
                  <a:lnTo>
                    <a:pt x="7080" y="28952"/>
                  </a:lnTo>
                  <a:lnTo>
                    <a:pt x="7592" y="27880"/>
                  </a:lnTo>
                  <a:lnTo>
                    <a:pt x="7818" y="27363"/>
                  </a:lnTo>
                  <a:lnTo>
                    <a:pt x="9947" y="27968"/>
                  </a:lnTo>
                  <a:lnTo>
                    <a:pt x="11581" y="23899"/>
                  </a:lnTo>
                  <a:lnTo>
                    <a:pt x="11763" y="23442"/>
                  </a:lnTo>
                  <a:lnTo>
                    <a:pt x="10328" y="22614"/>
                  </a:lnTo>
                  <a:lnTo>
                    <a:pt x="9985" y="22416"/>
                  </a:lnTo>
                  <a:lnTo>
                    <a:pt x="10642" y="20264"/>
                  </a:lnTo>
                  <a:lnTo>
                    <a:pt x="11123" y="18716"/>
                  </a:lnTo>
                  <a:lnTo>
                    <a:pt x="12244" y="17167"/>
                  </a:lnTo>
                  <a:lnTo>
                    <a:pt x="14434" y="15859"/>
                  </a:lnTo>
                  <a:lnTo>
                    <a:pt x="17533" y="14100"/>
                  </a:lnTo>
                  <a:lnTo>
                    <a:pt x="18910" y="13796"/>
                  </a:lnTo>
                  <a:lnTo>
                    <a:pt x="19178" y="13543"/>
                  </a:lnTo>
                  <a:lnTo>
                    <a:pt x="20784" y="12023"/>
                  </a:lnTo>
                  <a:lnTo>
                    <a:pt x="21093" y="11730"/>
                  </a:lnTo>
                  <a:lnTo>
                    <a:pt x="21161" y="11501"/>
                  </a:lnTo>
                  <a:lnTo>
                    <a:pt x="21268" y="11141"/>
                  </a:lnTo>
                  <a:lnTo>
                    <a:pt x="21570" y="10131"/>
                  </a:lnTo>
                  <a:lnTo>
                    <a:pt x="21852" y="8933"/>
                  </a:lnTo>
                  <a:lnTo>
                    <a:pt x="21905" y="8705"/>
                  </a:lnTo>
                  <a:lnTo>
                    <a:pt x="22128" y="8752"/>
                  </a:lnTo>
                  <a:lnTo>
                    <a:pt x="22965" y="8928"/>
                  </a:lnTo>
                  <a:lnTo>
                    <a:pt x="24262" y="9078"/>
                  </a:lnTo>
                  <a:lnTo>
                    <a:pt x="25032" y="9167"/>
                  </a:lnTo>
                  <a:lnTo>
                    <a:pt x="26750" y="9167"/>
                  </a:lnTo>
                  <a:lnTo>
                    <a:pt x="28194" y="9167"/>
                  </a:lnTo>
                  <a:lnTo>
                    <a:pt x="28949" y="9200"/>
                  </a:lnTo>
                  <a:lnTo>
                    <a:pt x="30286" y="9260"/>
                  </a:lnTo>
                  <a:lnTo>
                    <a:pt x="30552" y="9352"/>
                  </a:lnTo>
                  <a:lnTo>
                    <a:pt x="31675" y="9740"/>
                  </a:lnTo>
                  <a:lnTo>
                    <a:pt x="32680" y="10450"/>
                  </a:lnTo>
                  <a:lnTo>
                    <a:pt x="33714" y="11150"/>
                  </a:lnTo>
                  <a:lnTo>
                    <a:pt x="35081" y="12466"/>
                  </a:lnTo>
                  <a:lnTo>
                    <a:pt x="35308" y="12691"/>
                  </a:lnTo>
                  <a:lnTo>
                    <a:pt x="38379" y="14720"/>
                  </a:lnTo>
                  <a:lnTo>
                    <a:pt x="39487" y="12064"/>
                  </a:lnTo>
                  <a:lnTo>
                    <a:pt x="40466" y="9717"/>
                  </a:lnTo>
                  <a:lnTo>
                    <a:pt x="43451" y="3292"/>
                  </a:lnTo>
                  <a:lnTo>
                    <a:pt x="45032" y="763"/>
                  </a:lnTo>
                  <a:lnTo>
                    <a:pt x="48620" y="0"/>
                  </a:lnTo>
                  <a:lnTo>
                    <a:pt x="50286" y="1708"/>
                  </a:lnTo>
                  <a:lnTo>
                    <a:pt x="54166" y="3206"/>
                  </a:lnTo>
                  <a:lnTo>
                    <a:pt x="58147" y="4742"/>
                  </a:lnTo>
                  <a:lnTo>
                    <a:pt x="59856" y="7262"/>
                  </a:lnTo>
                  <a:lnTo>
                    <a:pt x="61779" y="105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3008958" y="2934807"/>
              <a:ext cx="57600" cy="68023"/>
            </a:xfrm>
            <a:custGeom>
              <a:avLst/>
              <a:pathLst>
                <a:path w="57600" h="68023">
                  <a:moveTo>
                    <a:pt x="3925" y="34523"/>
                  </a:moveTo>
                  <a:lnTo>
                    <a:pt x="1760" y="30421"/>
                  </a:lnTo>
                  <a:lnTo>
                    <a:pt x="1140" y="27767"/>
                  </a:lnTo>
                  <a:lnTo>
                    <a:pt x="3203" y="27653"/>
                  </a:lnTo>
                  <a:lnTo>
                    <a:pt x="4004" y="25410"/>
                  </a:lnTo>
                  <a:lnTo>
                    <a:pt x="5125" y="23768"/>
                  </a:lnTo>
                  <a:lnTo>
                    <a:pt x="4044" y="21525"/>
                  </a:lnTo>
                  <a:lnTo>
                    <a:pt x="6167" y="17560"/>
                  </a:lnTo>
                  <a:lnTo>
                    <a:pt x="6046" y="16238"/>
                  </a:lnTo>
                  <a:lnTo>
                    <a:pt x="6813" y="15516"/>
                  </a:lnTo>
                  <a:lnTo>
                    <a:pt x="4753" y="10288"/>
                  </a:lnTo>
                  <a:lnTo>
                    <a:pt x="3853" y="9773"/>
                  </a:lnTo>
                  <a:lnTo>
                    <a:pt x="1083" y="4872"/>
                  </a:lnTo>
                  <a:lnTo>
                    <a:pt x="0" y="316"/>
                  </a:lnTo>
                  <a:lnTo>
                    <a:pt x="1520" y="17"/>
                  </a:lnTo>
                  <a:lnTo>
                    <a:pt x="3679" y="0"/>
                  </a:lnTo>
                  <a:lnTo>
                    <a:pt x="4186" y="128"/>
                  </a:lnTo>
                  <a:lnTo>
                    <a:pt x="4613" y="3060"/>
                  </a:lnTo>
                  <a:lnTo>
                    <a:pt x="4901" y="4084"/>
                  </a:lnTo>
                  <a:lnTo>
                    <a:pt x="7181" y="7405"/>
                  </a:lnTo>
                  <a:lnTo>
                    <a:pt x="8578" y="9749"/>
                  </a:lnTo>
                  <a:lnTo>
                    <a:pt x="10902" y="16288"/>
                  </a:lnTo>
                  <a:lnTo>
                    <a:pt x="11736" y="16901"/>
                  </a:lnTo>
                  <a:lnTo>
                    <a:pt x="13563" y="14735"/>
                  </a:lnTo>
                  <a:lnTo>
                    <a:pt x="15878" y="16870"/>
                  </a:lnTo>
                  <a:lnTo>
                    <a:pt x="16030" y="16724"/>
                  </a:lnTo>
                  <a:lnTo>
                    <a:pt x="16200" y="16560"/>
                  </a:lnTo>
                  <a:lnTo>
                    <a:pt x="16455" y="16315"/>
                  </a:lnTo>
                  <a:lnTo>
                    <a:pt x="18122" y="18641"/>
                  </a:lnTo>
                  <a:lnTo>
                    <a:pt x="18122" y="19202"/>
                  </a:lnTo>
                  <a:lnTo>
                    <a:pt x="19524" y="22286"/>
                  </a:lnTo>
                  <a:lnTo>
                    <a:pt x="19123" y="23047"/>
                  </a:lnTo>
                  <a:lnTo>
                    <a:pt x="20285" y="25970"/>
                  </a:lnTo>
                  <a:lnTo>
                    <a:pt x="23232" y="25667"/>
                  </a:lnTo>
                  <a:lnTo>
                    <a:pt x="23878" y="29920"/>
                  </a:lnTo>
                  <a:lnTo>
                    <a:pt x="24665" y="29864"/>
                  </a:lnTo>
                  <a:lnTo>
                    <a:pt x="29304" y="29535"/>
                  </a:lnTo>
                  <a:lnTo>
                    <a:pt x="29731" y="31970"/>
                  </a:lnTo>
                  <a:lnTo>
                    <a:pt x="29904" y="33084"/>
                  </a:lnTo>
                  <a:lnTo>
                    <a:pt x="30687" y="34390"/>
                  </a:lnTo>
                  <a:lnTo>
                    <a:pt x="32369" y="35564"/>
                  </a:lnTo>
                  <a:lnTo>
                    <a:pt x="33855" y="36540"/>
                  </a:lnTo>
                  <a:lnTo>
                    <a:pt x="35547" y="39009"/>
                  </a:lnTo>
                  <a:lnTo>
                    <a:pt x="36695" y="40691"/>
                  </a:lnTo>
                  <a:lnTo>
                    <a:pt x="37469" y="41359"/>
                  </a:lnTo>
                  <a:lnTo>
                    <a:pt x="38857" y="42308"/>
                  </a:lnTo>
                  <a:lnTo>
                    <a:pt x="44847" y="50227"/>
                  </a:lnTo>
                  <a:lnTo>
                    <a:pt x="46218" y="51966"/>
                  </a:lnTo>
                  <a:lnTo>
                    <a:pt x="47494" y="53364"/>
                  </a:lnTo>
                  <a:lnTo>
                    <a:pt x="49271" y="56766"/>
                  </a:lnTo>
                  <a:lnTo>
                    <a:pt x="51541" y="62106"/>
                  </a:lnTo>
                  <a:lnTo>
                    <a:pt x="55947" y="64349"/>
                  </a:lnTo>
                  <a:lnTo>
                    <a:pt x="57600" y="66108"/>
                  </a:lnTo>
                  <a:lnTo>
                    <a:pt x="55837" y="68023"/>
                  </a:lnTo>
                  <a:lnTo>
                    <a:pt x="53597" y="66645"/>
                  </a:lnTo>
                  <a:lnTo>
                    <a:pt x="47509" y="62426"/>
                  </a:lnTo>
                  <a:lnTo>
                    <a:pt x="45132" y="60023"/>
                  </a:lnTo>
                  <a:lnTo>
                    <a:pt x="46468" y="59062"/>
                  </a:lnTo>
                  <a:lnTo>
                    <a:pt x="44839" y="57433"/>
                  </a:lnTo>
                  <a:lnTo>
                    <a:pt x="43797" y="56552"/>
                  </a:lnTo>
                  <a:lnTo>
                    <a:pt x="43504" y="56338"/>
                  </a:lnTo>
                  <a:lnTo>
                    <a:pt x="42916" y="55991"/>
                  </a:lnTo>
                  <a:lnTo>
                    <a:pt x="41202" y="57657"/>
                  </a:lnTo>
                  <a:lnTo>
                    <a:pt x="40970" y="57451"/>
                  </a:lnTo>
                  <a:lnTo>
                    <a:pt x="31636" y="49630"/>
                  </a:lnTo>
                  <a:lnTo>
                    <a:pt x="30822" y="48513"/>
                  </a:lnTo>
                  <a:lnTo>
                    <a:pt x="26248" y="45525"/>
                  </a:lnTo>
                  <a:lnTo>
                    <a:pt x="22667" y="41918"/>
                  </a:lnTo>
                  <a:lnTo>
                    <a:pt x="18097" y="40208"/>
                  </a:lnTo>
                  <a:lnTo>
                    <a:pt x="17266" y="38921"/>
                  </a:lnTo>
                  <a:lnTo>
                    <a:pt x="16605" y="35505"/>
                  </a:lnTo>
                  <a:lnTo>
                    <a:pt x="14393" y="37054"/>
                  </a:lnTo>
                  <a:lnTo>
                    <a:pt x="12932" y="354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3069829" y="2934094"/>
              <a:ext cx="70831" cy="62629"/>
            </a:xfrm>
            <a:custGeom>
              <a:avLst/>
              <a:pathLst>
                <a:path w="70831" h="62629">
                  <a:moveTo>
                    <a:pt x="47131" y="8828"/>
                  </a:moveTo>
                  <a:lnTo>
                    <a:pt x="48210" y="8905"/>
                  </a:lnTo>
                  <a:lnTo>
                    <a:pt x="50037" y="1958"/>
                  </a:lnTo>
                  <a:lnTo>
                    <a:pt x="52654" y="2118"/>
                  </a:lnTo>
                  <a:lnTo>
                    <a:pt x="59383" y="3827"/>
                  </a:lnTo>
                  <a:lnTo>
                    <a:pt x="63548" y="6444"/>
                  </a:lnTo>
                  <a:lnTo>
                    <a:pt x="60977" y="10763"/>
                  </a:lnTo>
                  <a:lnTo>
                    <a:pt x="61115" y="10845"/>
                  </a:lnTo>
                  <a:lnTo>
                    <a:pt x="63228" y="12084"/>
                  </a:lnTo>
                  <a:lnTo>
                    <a:pt x="67560" y="13814"/>
                  </a:lnTo>
                  <a:lnTo>
                    <a:pt x="67963" y="19257"/>
                  </a:lnTo>
                  <a:lnTo>
                    <a:pt x="69095" y="21529"/>
                  </a:lnTo>
                  <a:lnTo>
                    <a:pt x="70831" y="25462"/>
                  </a:lnTo>
                  <a:lnTo>
                    <a:pt x="68722" y="29117"/>
                  </a:lnTo>
                  <a:lnTo>
                    <a:pt x="65416" y="27689"/>
                  </a:lnTo>
                  <a:lnTo>
                    <a:pt x="64971" y="27497"/>
                  </a:lnTo>
                  <a:lnTo>
                    <a:pt x="62694" y="30635"/>
                  </a:lnTo>
                  <a:lnTo>
                    <a:pt x="61105" y="29368"/>
                  </a:lnTo>
                  <a:lnTo>
                    <a:pt x="57315" y="27039"/>
                  </a:lnTo>
                  <a:lnTo>
                    <a:pt x="46820" y="20590"/>
                  </a:lnTo>
                  <a:lnTo>
                    <a:pt x="42781" y="19922"/>
                  </a:lnTo>
                  <a:lnTo>
                    <a:pt x="40696" y="19621"/>
                  </a:lnTo>
                  <a:lnTo>
                    <a:pt x="40574" y="21342"/>
                  </a:lnTo>
                  <a:lnTo>
                    <a:pt x="34864" y="20678"/>
                  </a:lnTo>
                  <a:lnTo>
                    <a:pt x="33190" y="20472"/>
                  </a:lnTo>
                  <a:lnTo>
                    <a:pt x="28084" y="19813"/>
                  </a:lnTo>
                  <a:lnTo>
                    <a:pt x="26700" y="19634"/>
                  </a:lnTo>
                  <a:lnTo>
                    <a:pt x="26865" y="17864"/>
                  </a:lnTo>
                  <a:lnTo>
                    <a:pt x="27046" y="15936"/>
                  </a:lnTo>
                  <a:lnTo>
                    <a:pt x="25347" y="15775"/>
                  </a:lnTo>
                  <a:lnTo>
                    <a:pt x="22912" y="15743"/>
                  </a:lnTo>
                  <a:lnTo>
                    <a:pt x="20285" y="15968"/>
                  </a:lnTo>
                  <a:lnTo>
                    <a:pt x="17625" y="15968"/>
                  </a:lnTo>
                  <a:lnTo>
                    <a:pt x="17648" y="19676"/>
                  </a:lnTo>
                  <a:lnTo>
                    <a:pt x="16568" y="19556"/>
                  </a:lnTo>
                  <a:lnTo>
                    <a:pt x="14934" y="19236"/>
                  </a:lnTo>
                  <a:lnTo>
                    <a:pt x="14453" y="22921"/>
                  </a:lnTo>
                  <a:lnTo>
                    <a:pt x="13876" y="26446"/>
                  </a:lnTo>
                  <a:lnTo>
                    <a:pt x="11089" y="30835"/>
                  </a:lnTo>
                  <a:lnTo>
                    <a:pt x="10549" y="31274"/>
                  </a:lnTo>
                  <a:lnTo>
                    <a:pt x="7019" y="30771"/>
                  </a:lnTo>
                  <a:lnTo>
                    <a:pt x="5016" y="37703"/>
                  </a:lnTo>
                  <a:lnTo>
                    <a:pt x="5054" y="39291"/>
                  </a:lnTo>
                  <a:lnTo>
                    <a:pt x="12049" y="50987"/>
                  </a:lnTo>
                  <a:lnTo>
                    <a:pt x="13224" y="55846"/>
                  </a:lnTo>
                  <a:lnTo>
                    <a:pt x="13758" y="57288"/>
                  </a:lnTo>
                  <a:lnTo>
                    <a:pt x="18885" y="59745"/>
                  </a:lnTo>
                  <a:lnTo>
                    <a:pt x="15200" y="62629"/>
                  </a:lnTo>
                  <a:lnTo>
                    <a:pt x="10234" y="58463"/>
                  </a:lnTo>
                  <a:lnTo>
                    <a:pt x="1742" y="39345"/>
                  </a:lnTo>
                  <a:lnTo>
                    <a:pt x="2102" y="36834"/>
                  </a:lnTo>
                  <a:lnTo>
                    <a:pt x="2966" y="33783"/>
                  </a:lnTo>
                  <a:lnTo>
                    <a:pt x="4153" y="29593"/>
                  </a:lnTo>
                  <a:lnTo>
                    <a:pt x="5050" y="27125"/>
                  </a:lnTo>
                  <a:lnTo>
                    <a:pt x="4986" y="22511"/>
                  </a:lnTo>
                  <a:lnTo>
                    <a:pt x="5050" y="21262"/>
                  </a:lnTo>
                  <a:lnTo>
                    <a:pt x="5197" y="19481"/>
                  </a:lnTo>
                  <a:lnTo>
                    <a:pt x="1636" y="18784"/>
                  </a:lnTo>
                  <a:lnTo>
                    <a:pt x="1742" y="12910"/>
                  </a:lnTo>
                  <a:lnTo>
                    <a:pt x="6228" y="14138"/>
                  </a:lnTo>
                  <a:lnTo>
                    <a:pt x="6616" y="12471"/>
                  </a:lnTo>
                  <a:lnTo>
                    <a:pt x="4870" y="11082"/>
                  </a:lnTo>
                  <a:lnTo>
                    <a:pt x="2074" y="8688"/>
                  </a:lnTo>
                  <a:lnTo>
                    <a:pt x="2797" y="7838"/>
                  </a:lnTo>
                  <a:lnTo>
                    <a:pt x="0" y="5248"/>
                  </a:lnTo>
                  <a:lnTo>
                    <a:pt x="1882" y="3166"/>
                  </a:lnTo>
                  <a:lnTo>
                    <a:pt x="4963" y="5290"/>
                  </a:lnTo>
                  <a:lnTo>
                    <a:pt x="9459" y="0"/>
                  </a:lnTo>
                  <a:lnTo>
                    <a:pt x="15296" y="3788"/>
                  </a:lnTo>
                  <a:lnTo>
                    <a:pt x="16355" y="4476"/>
                  </a:lnTo>
                  <a:lnTo>
                    <a:pt x="16683" y="4689"/>
                  </a:lnTo>
                  <a:lnTo>
                    <a:pt x="16829" y="1949"/>
                  </a:lnTo>
                  <a:lnTo>
                    <a:pt x="19419" y="2029"/>
                  </a:lnTo>
                  <a:lnTo>
                    <a:pt x="19347" y="5352"/>
                  </a:lnTo>
                  <a:lnTo>
                    <a:pt x="19661" y="5431"/>
                  </a:lnTo>
                  <a:lnTo>
                    <a:pt x="23156" y="5729"/>
                  </a:lnTo>
                  <a:lnTo>
                    <a:pt x="30943" y="6402"/>
                  </a:lnTo>
                  <a:lnTo>
                    <a:pt x="36069" y="7011"/>
                  </a:lnTo>
                  <a:lnTo>
                    <a:pt x="36331" y="5655"/>
                  </a:lnTo>
                  <a:lnTo>
                    <a:pt x="44209" y="82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3124730" y="2189623"/>
              <a:ext cx="97971" cy="105969"/>
            </a:xfrm>
            <a:custGeom>
              <a:avLst/>
              <a:pathLst>
                <a:path w="97971" h="105969">
                  <a:moveTo>
                    <a:pt x="87346" y="11800"/>
                  </a:moveTo>
                  <a:lnTo>
                    <a:pt x="87257" y="12545"/>
                  </a:lnTo>
                  <a:lnTo>
                    <a:pt x="87233" y="12742"/>
                  </a:lnTo>
                  <a:lnTo>
                    <a:pt x="87181" y="13176"/>
                  </a:lnTo>
                  <a:lnTo>
                    <a:pt x="83708" y="12324"/>
                  </a:lnTo>
                  <a:lnTo>
                    <a:pt x="83268" y="13677"/>
                  </a:lnTo>
                  <a:lnTo>
                    <a:pt x="81978" y="17643"/>
                  </a:lnTo>
                  <a:lnTo>
                    <a:pt x="80910" y="20438"/>
                  </a:lnTo>
                  <a:lnTo>
                    <a:pt x="80632" y="21168"/>
                  </a:lnTo>
                  <a:lnTo>
                    <a:pt x="80299" y="21977"/>
                  </a:lnTo>
                  <a:lnTo>
                    <a:pt x="80183" y="22257"/>
                  </a:lnTo>
                  <a:lnTo>
                    <a:pt x="80440" y="23795"/>
                  </a:lnTo>
                  <a:lnTo>
                    <a:pt x="81016" y="25013"/>
                  </a:lnTo>
                  <a:lnTo>
                    <a:pt x="81638" y="26049"/>
                  </a:lnTo>
                  <a:lnTo>
                    <a:pt x="81785" y="26295"/>
                  </a:lnTo>
                  <a:lnTo>
                    <a:pt x="82266" y="26923"/>
                  </a:lnTo>
                  <a:lnTo>
                    <a:pt x="87939" y="21624"/>
                  </a:lnTo>
                  <a:lnTo>
                    <a:pt x="88322" y="21187"/>
                  </a:lnTo>
                  <a:lnTo>
                    <a:pt x="89796" y="23207"/>
                  </a:lnTo>
                  <a:lnTo>
                    <a:pt x="90917" y="24744"/>
                  </a:lnTo>
                  <a:lnTo>
                    <a:pt x="90658" y="25203"/>
                  </a:lnTo>
                  <a:lnTo>
                    <a:pt x="89091" y="27980"/>
                  </a:lnTo>
                  <a:lnTo>
                    <a:pt x="90259" y="28699"/>
                  </a:lnTo>
                  <a:lnTo>
                    <a:pt x="92409" y="30021"/>
                  </a:lnTo>
                  <a:lnTo>
                    <a:pt x="94970" y="31596"/>
                  </a:lnTo>
                  <a:lnTo>
                    <a:pt x="96880" y="32770"/>
                  </a:lnTo>
                  <a:lnTo>
                    <a:pt x="97448" y="33463"/>
                  </a:lnTo>
                  <a:lnTo>
                    <a:pt x="97971" y="34098"/>
                  </a:lnTo>
                  <a:lnTo>
                    <a:pt x="92869" y="40927"/>
                  </a:lnTo>
                  <a:lnTo>
                    <a:pt x="89693" y="38582"/>
                  </a:lnTo>
                  <a:lnTo>
                    <a:pt x="89178" y="38203"/>
                  </a:lnTo>
                  <a:lnTo>
                    <a:pt x="87526" y="37291"/>
                  </a:lnTo>
                  <a:lnTo>
                    <a:pt x="84937" y="35863"/>
                  </a:lnTo>
                  <a:lnTo>
                    <a:pt x="83951" y="35802"/>
                  </a:lnTo>
                  <a:lnTo>
                    <a:pt x="82939" y="35740"/>
                  </a:lnTo>
                  <a:lnTo>
                    <a:pt x="81890" y="35675"/>
                  </a:lnTo>
                  <a:lnTo>
                    <a:pt x="81482" y="35910"/>
                  </a:lnTo>
                  <a:lnTo>
                    <a:pt x="78971" y="37353"/>
                  </a:lnTo>
                  <a:lnTo>
                    <a:pt x="78431" y="37386"/>
                  </a:lnTo>
                  <a:lnTo>
                    <a:pt x="77464" y="38253"/>
                  </a:lnTo>
                  <a:lnTo>
                    <a:pt x="76874" y="38782"/>
                  </a:lnTo>
                  <a:lnTo>
                    <a:pt x="76554" y="42521"/>
                  </a:lnTo>
                  <a:lnTo>
                    <a:pt x="80839" y="47507"/>
                  </a:lnTo>
                  <a:lnTo>
                    <a:pt x="81587" y="51673"/>
                  </a:lnTo>
                  <a:lnTo>
                    <a:pt x="82975" y="56159"/>
                  </a:lnTo>
                  <a:lnTo>
                    <a:pt x="83936" y="60111"/>
                  </a:lnTo>
                  <a:lnTo>
                    <a:pt x="85325" y="65344"/>
                  </a:lnTo>
                  <a:lnTo>
                    <a:pt x="84577" y="67587"/>
                  </a:lnTo>
                  <a:lnTo>
                    <a:pt x="83189" y="68548"/>
                  </a:lnTo>
                  <a:lnTo>
                    <a:pt x="82995" y="70669"/>
                  </a:lnTo>
                  <a:lnTo>
                    <a:pt x="80558" y="71904"/>
                  </a:lnTo>
                  <a:lnTo>
                    <a:pt x="78289" y="77645"/>
                  </a:lnTo>
                  <a:lnTo>
                    <a:pt x="79186" y="83405"/>
                  </a:lnTo>
                  <a:lnTo>
                    <a:pt x="76729" y="84420"/>
                  </a:lnTo>
                  <a:lnTo>
                    <a:pt x="74660" y="87170"/>
                  </a:lnTo>
                  <a:lnTo>
                    <a:pt x="76008" y="88532"/>
                  </a:lnTo>
                  <a:lnTo>
                    <a:pt x="73645" y="90562"/>
                  </a:lnTo>
                  <a:lnTo>
                    <a:pt x="71573" y="91412"/>
                  </a:lnTo>
                  <a:lnTo>
                    <a:pt x="71707" y="91582"/>
                  </a:lnTo>
                  <a:lnTo>
                    <a:pt x="71887" y="91811"/>
                  </a:lnTo>
                  <a:lnTo>
                    <a:pt x="74064" y="94730"/>
                  </a:lnTo>
                  <a:lnTo>
                    <a:pt x="79905" y="99277"/>
                  </a:lnTo>
                  <a:lnTo>
                    <a:pt x="79747" y="99826"/>
                  </a:lnTo>
                  <a:lnTo>
                    <a:pt x="78514" y="101365"/>
                  </a:lnTo>
                  <a:lnTo>
                    <a:pt x="77539" y="102522"/>
                  </a:lnTo>
                  <a:lnTo>
                    <a:pt x="77382" y="102766"/>
                  </a:lnTo>
                  <a:lnTo>
                    <a:pt x="71016" y="99036"/>
                  </a:lnTo>
                  <a:lnTo>
                    <a:pt x="70200" y="100168"/>
                  </a:lnTo>
                  <a:lnTo>
                    <a:pt x="69969" y="100489"/>
                  </a:lnTo>
                  <a:lnTo>
                    <a:pt x="64988" y="94307"/>
                  </a:lnTo>
                  <a:lnTo>
                    <a:pt x="61741" y="96614"/>
                  </a:lnTo>
                  <a:lnTo>
                    <a:pt x="60737" y="95226"/>
                  </a:lnTo>
                  <a:lnTo>
                    <a:pt x="63172" y="93431"/>
                  </a:lnTo>
                  <a:lnTo>
                    <a:pt x="59733" y="88689"/>
                  </a:lnTo>
                  <a:lnTo>
                    <a:pt x="56626" y="90855"/>
                  </a:lnTo>
                  <a:lnTo>
                    <a:pt x="55894" y="89688"/>
                  </a:lnTo>
                  <a:lnTo>
                    <a:pt x="55055" y="90215"/>
                  </a:lnTo>
                  <a:lnTo>
                    <a:pt x="52729" y="91713"/>
                  </a:lnTo>
                  <a:lnTo>
                    <a:pt x="49569" y="93747"/>
                  </a:lnTo>
                  <a:lnTo>
                    <a:pt x="46157" y="95944"/>
                  </a:lnTo>
                  <a:lnTo>
                    <a:pt x="45558" y="95620"/>
                  </a:lnTo>
                  <a:lnTo>
                    <a:pt x="45000" y="95318"/>
                  </a:lnTo>
                  <a:lnTo>
                    <a:pt x="43666" y="94596"/>
                  </a:lnTo>
                  <a:lnTo>
                    <a:pt x="42092" y="93745"/>
                  </a:lnTo>
                  <a:lnTo>
                    <a:pt x="41344" y="93340"/>
                  </a:lnTo>
                  <a:lnTo>
                    <a:pt x="40920" y="92648"/>
                  </a:lnTo>
                  <a:lnTo>
                    <a:pt x="38602" y="91672"/>
                  </a:lnTo>
                  <a:lnTo>
                    <a:pt x="36781" y="90906"/>
                  </a:lnTo>
                  <a:lnTo>
                    <a:pt x="33303" y="89443"/>
                  </a:lnTo>
                  <a:lnTo>
                    <a:pt x="33183" y="89698"/>
                  </a:lnTo>
                  <a:lnTo>
                    <a:pt x="31608" y="93032"/>
                  </a:lnTo>
                  <a:lnTo>
                    <a:pt x="30131" y="96158"/>
                  </a:lnTo>
                  <a:lnTo>
                    <a:pt x="29395" y="97717"/>
                  </a:lnTo>
                  <a:lnTo>
                    <a:pt x="29031" y="98515"/>
                  </a:lnTo>
                  <a:lnTo>
                    <a:pt x="29014" y="99071"/>
                  </a:lnTo>
                  <a:lnTo>
                    <a:pt x="29004" y="99408"/>
                  </a:lnTo>
                  <a:lnTo>
                    <a:pt x="28971" y="100544"/>
                  </a:lnTo>
                  <a:lnTo>
                    <a:pt x="28960" y="100911"/>
                  </a:lnTo>
                  <a:lnTo>
                    <a:pt x="29029" y="101084"/>
                  </a:lnTo>
                  <a:lnTo>
                    <a:pt x="29730" y="102822"/>
                  </a:lnTo>
                  <a:lnTo>
                    <a:pt x="30091" y="103718"/>
                  </a:lnTo>
                  <a:lnTo>
                    <a:pt x="30629" y="104601"/>
                  </a:lnTo>
                  <a:lnTo>
                    <a:pt x="30969" y="105969"/>
                  </a:lnTo>
                  <a:lnTo>
                    <a:pt x="30828" y="105952"/>
                  </a:lnTo>
                  <a:lnTo>
                    <a:pt x="26426" y="105429"/>
                  </a:lnTo>
                  <a:lnTo>
                    <a:pt x="23958" y="105195"/>
                  </a:lnTo>
                  <a:lnTo>
                    <a:pt x="23724" y="105154"/>
                  </a:lnTo>
                  <a:lnTo>
                    <a:pt x="23402" y="104074"/>
                  </a:lnTo>
                  <a:lnTo>
                    <a:pt x="23211" y="103433"/>
                  </a:lnTo>
                  <a:lnTo>
                    <a:pt x="22025" y="100268"/>
                  </a:lnTo>
                  <a:lnTo>
                    <a:pt x="22016" y="99746"/>
                  </a:lnTo>
                  <a:lnTo>
                    <a:pt x="21978" y="97521"/>
                  </a:lnTo>
                  <a:lnTo>
                    <a:pt x="22315" y="96657"/>
                  </a:lnTo>
                  <a:lnTo>
                    <a:pt x="22456" y="96297"/>
                  </a:lnTo>
                  <a:lnTo>
                    <a:pt x="23037" y="94805"/>
                  </a:lnTo>
                  <a:lnTo>
                    <a:pt x="23130" y="94277"/>
                  </a:lnTo>
                  <a:lnTo>
                    <a:pt x="23362" y="92969"/>
                  </a:lnTo>
                  <a:lnTo>
                    <a:pt x="23391" y="92808"/>
                  </a:lnTo>
                  <a:lnTo>
                    <a:pt x="23436" y="92555"/>
                  </a:lnTo>
                  <a:lnTo>
                    <a:pt x="23555" y="89143"/>
                  </a:lnTo>
                  <a:lnTo>
                    <a:pt x="23596" y="87956"/>
                  </a:lnTo>
                  <a:lnTo>
                    <a:pt x="23359" y="87346"/>
                  </a:lnTo>
                  <a:lnTo>
                    <a:pt x="23217" y="85830"/>
                  </a:lnTo>
                  <a:lnTo>
                    <a:pt x="22522" y="85521"/>
                  </a:lnTo>
                  <a:lnTo>
                    <a:pt x="22340" y="85440"/>
                  </a:lnTo>
                  <a:lnTo>
                    <a:pt x="21799" y="85200"/>
                  </a:lnTo>
                  <a:lnTo>
                    <a:pt x="21399" y="85022"/>
                  </a:lnTo>
                  <a:lnTo>
                    <a:pt x="21173" y="84497"/>
                  </a:lnTo>
                  <a:lnTo>
                    <a:pt x="21022" y="84146"/>
                  </a:lnTo>
                  <a:lnTo>
                    <a:pt x="21408" y="81882"/>
                  </a:lnTo>
                  <a:lnTo>
                    <a:pt x="21316" y="81100"/>
                  </a:lnTo>
                  <a:lnTo>
                    <a:pt x="21270" y="80704"/>
                  </a:lnTo>
                  <a:lnTo>
                    <a:pt x="17278" y="75469"/>
                  </a:lnTo>
                  <a:lnTo>
                    <a:pt x="17278" y="72441"/>
                  </a:lnTo>
                  <a:lnTo>
                    <a:pt x="22629" y="68259"/>
                  </a:lnTo>
                  <a:lnTo>
                    <a:pt x="24444" y="64644"/>
                  </a:lnTo>
                  <a:lnTo>
                    <a:pt x="26073" y="61840"/>
                  </a:lnTo>
                  <a:lnTo>
                    <a:pt x="25352" y="59784"/>
                  </a:lnTo>
                  <a:lnTo>
                    <a:pt x="23617" y="58342"/>
                  </a:lnTo>
                  <a:lnTo>
                    <a:pt x="21160" y="57728"/>
                  </a:lnTo>
                  <a:lnTo>
                    <a:pt x="16888" y="58022"/>
                  </a:lnTo>
                  <a:lnTo>
                    <a:pt x="13951" y="59277"/>
                  </a:lnTo>
                  <a:lnTo>
                    <a:pt x="13106" y="58230"/>
                  </a:lnTo>
                  <a:lnTo>
                    <a:pt x="3724" y="52468"/>
                  </a:lnTo>
                  <a:lnTo>
                    <a:pt x="0" y="52071"/>
                  </a:lnTo>
                  <a:lnTo>
                    <a:pt x="2564" y="49305"/>
                  </a:lnTo>
                  <a:lnTo>
                    <a:pt x="14804" y="48472"/>
                  </a:lnTo>
                  <a:lnTo>
                    <a:pt x="25545" y="47656"/>
                  </a:lnTo>
                  <a:lnTo>
                    <a:pt x="29992" y="47318"/>
                  </a:lnTo>
                  <a:lnTo>
                    <a:pt x="40438" y="45524"/>
                  </a:lnTo>
                  <a:lnTo>
                    <a:pt x="41321" y="44114"/>
                  </a:lnTo>
                  <a:lnTo>
                    <a:pt x="43623" y="40437"/>
                  </a:lnTo>
                  <a:lnTo>
                    <a:pt x="44732" y="38667"/>
                  </a:lnTo>
                  <a:lnTo>
                    <a:pt x="44940" y="33754"/>
                  </a:lnTo>
                  <a:lnTo>
                    <a:pt x="49791" y="31308"/>
                  </a:lnTo>
                  <a:lnTo>
                    <a:pt x="52377" y="32721"/>
                  </a:lnTo>
                  <a:lnTo>
                    <a:pt x="54234" y="33735"/>
                  </a:lnTo>
                  <a:lnTo>
                    <a:pt x="55086" y="32432"/>
                  </a:lnTo>
                  <a:lnTo>
                    <a:pt x="56937" y="29602"/>
                  </a:lnTo>
                  <a:lnTo>
                    <a:pt x="55413" y="23465"/>
                  </a:lnTo>
                  <a:lnTo>
                    <a:pt x="54629" y="20307"/>
                  </a:lnTo>
                  <a:lnTo>
                    <a:pt x="54529" y="19904"/>
                  </a:lnTo>
                  <a:lnTo>
                    <a:pt x="54921" y="19121"/>
                  </a:lnTo>
                  <a:lnTo>
                    <a:pt x="55775" y="18694"/>
                  </a:lnTo>
                  <a:lnTo>
                    <a:pt x="57130" y="18800"/>
                  </a:lnTo>
                  <a:lnTo>
                    <a:pt x="57435" y="18828"/>
                  </a:lnTo>
                  <a:lnTo>
                    <a:pt x="57622" y="18903"/>
                  </a:lnTo>
                  <a:lnTo>
                    <a:pt x="58382" y="19207"/>
                  </a:lnTo>
                  <a:lnTo>
                    <a:pt x="59225" y="20285"/>
                  </a:lnTo>
                  <a:lnTo>
                    <a:pt x="59685" y="20873"/>
                  </a:lnTo>
                  <a:lnTo>
                    <a:pt x="61105" y="21760"/>
                  </a:lnTo>
                  <a:lnTo>
                    <a:pt x="61453" y="21977"/>
                  </a:lnTo>
                  <a:lnTo>
                    <a:pt x="61774" y="22177"/>
                  </a:lnTo>
                  <a:lnTo>
                    <a:pt x="62239" y="22311"/>
                  </a:lnTo>
                  <a:lnTo>
                    <a:pt x="63710" y="22735"/>
                  </a:lnTo>
                  <a:lnTo>
                    <a:pt x="64321" y="22397"/>
                  </a:lnTo>
                  <a:lnTo>
                    <a:pt x="64522" y="22286"/>
                  </a:lnTo>
                  <a:lnTo>
                    <a:pt x="64683" y="21977"/>
                  </a:lnTo>
                  <a:lnTo>
                    <a:pt x="64796" y="21760"/>
                  </a:lnTo>
                  <a:lnTo>
                    <a:pt x="65125" y="21127"/>
                  </a:lnTo>
                  <a:lnTo>
                    <a:pt x="65436" y="20529"/>
                  </a:lnTo>
                  <a:lnTo>
                    <a:pt x="65889" y="19658"/>
                  </a:lnTo>
                  <a:lnTo>
                    <a:pt x="67315" y="19603"/>
                  </a:lnTo>
                  <a:lnTo>
                    <a:pt x="68068" y="19573"/>
                  </a:lnTo>
                  <a:lnTo>
                    <a:pt x="68684" y="19559"/>
                  </a:lnTo>
                  <a:lnTo>
                    <a:pt x="69990" y="19530"/>
                  </a:lnTo>
                  <a:lnTo>
                    <a:pt x="70401" y="19428"/>
                  </a:lnTo>
                  <a:lnTo>
                    <a:pt x="70976" y="18203"/>
                  </a:lnTo>
                  <a:lnTo>
                    <a:pt x="71098" y="17874"/>
                  </a:lnTo>
                  <a:lnTo>
                    <a:pt x="71392" y="17087"/>
                  </a:lnTo>
                  <a:lnTo>
                    <a:pt x="71767" y="16081"/>
                  </a:lnTo>
                  <a:lnTo>
                    <a:pt x="71944" y="15608"/>
                  </a:lnTo>
                  <a:lnTo>
                    <a:pt x="71756" y="15376"/>
                  </a:lnTo>
                  <a:lnTo>
                    <a:pt x="72668" y="13677"/>
                  </a:lnTo>
                  <a:lnTo>
                    <a:pt x="74128" y="10956"/>
                  </a:lnTo>
                  <a:lnTo>
                    <a:pt x="74290" y="10612"/>
                  </a:lnTo>
                  <a:lnTo>
                    <a:pt x="74677" y="9787"/>
                  </a:lnTo>
                  <a:lnTo>
                    <a:pt x="75938" y="7841"/>
                  </a:lnTo>
                  <a:lnTo>
                    <a:pt x="76349" y="7207"/>
                  </a:lnTo>
                  <a:lnTo>
                    <a:pt x="76840" y="6449"/>
                  </a:lnTo>
                  <a:lnTo>
                    <a:pt x="77173" y="5800"/>
                  </a:lnTo>
                  <a:lnTo>
                    <a:pt x="77651" y="4868"/>
                  </a:lnTo>
                  <a:lnTo>
                    <a:pt x="78819" y="2588"/>
                  </a:lnTo>
                  <a:lnTo>
                    <a:pt x="79593" y="1079"/>
                  </a:lnTo>
                  <a:lnTo>
                    <a:pt x="80146" y="0"/>
                  </a:lnTo>
                  <a:lnTo>
                    <a:pt x="82228" y="1079"/>
                  </a:lnTo>
                  <a:lnTo>
                    <a:pt x="82869" y="1412"/>
                  </a:lnTo>
                  <a:lnTo>
                    <a:pt x="84528" y="1664"/>
                  </a:lnTo>
                  <a:lnTo>
                    <a:pt x="90351" y="2551"/>
                  </a:lnTo>
                  <a:lnTo>
                    <a:pt x="90122" y="3257"/>
                  </a:lnTo>
                  <a:lnTo>
                    <a:pt x="89296" y="5800"/>
                  </a:lnTo>
                  <a:lnTo>
                    <a:pt x="88838" y="7207"/>
                  </a:lnTo>
                  <a:lnTo>
                    <a:pt x="87732" y="106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2864442" y="2105208"/>
              <a:ext cx="59360" cy="96650"/>
            </a:xfrm>
            <a:custGeom>
              <a:avLst/>
              <a:pathLst>
                <a:path w="59360" h="96650">
                  <a:moveTo>
                    <a:pt x="52213" y="23203"/>
                  </a:moveTo>
                  <a:lnTo>
                    <a:pt x="53559" y="26180"/>
                  </a:lnTo>
                  <a:lnTo>
                    <a:pt x="54494" y="28247"/>
                  </a:lnTo>
                  <a:lnTo>
                    <a:pt x="59360" y="39523"/>
                  </a:lnTo>
                  <a:lnTo>
                    <a:pt x="58832" y="39812"/>
                  </a:lnTo>
                  <a:lnTo>
                    <a:pt x="58534" y="39976"/>
                  </a:lnTo>
                  <a:lnTo>
                    <a:pt x="58215" y="40151"/>
                  </a:lnTo>
                  <a:lnTo>
                    <a:pt x="57973" y="40283"/>
                  </a:lnTo>
                  <a:lnTo>
                    <a:pt x="57704" y="40431"/>
                  </a:lnTo>
                  <a:lnTo>
                    <a:pt x="57348" y="40717"/>
                  </a:lnTo>
                  <a:lnTo>
                    <a:pt x="57136" y="41063"/>
                  </a:lnTo>
                  <a:lnTo>
                    <a:pt x="56991" y="41301"/>
                  </a:lnTo>
                  <a:lnTo>
                    <a:pt x="56858" y="41519"/>
                  </a:lnTo>
                  <a:lnTo>
                    <a:pt x="56703" y="41772"/>
                  </a:lnTo>
                  <a:lnTo>
                    <a:pt x="56470" y="42154"/>
                  </a:lnTo>
                  <a:lnTo>
                    <a:pt x="56253" y="42508"/>
                  </a:lnTo>
                  <a:lnTo>
                    <a:pt x="56010" y="42906"/>
                  </a:lnTo>
                  <a:lnTo>
                    <a:pt x="55860" y="43151"/>
                  </a:lnTo>
                  <a:lnTo>
                    <a:pt x="55704" y="43406"/>
                  </a:lnTo>
                  <a:lnTo>
                    <a:pt x="55381" y="43935"/>
                  </a:lnTo>
                  <a:lnTo>
                    <a:pt x="55176" y="44458"/>
                  </a:lnTo>
                  <a:lnTo>
                    <a:pt x="55013" y="44876"/>
                  </a:lnTo>
                  <a:lnTo>
                    <a:pt x="54881" y="45211"/>
                  </a:lnTo>
                  <a:lnTo>
                    <a:pt x="54788" y="45448"/>
                  </a:lnTo>
                  <a:lnTo>
                    <a:pt x="54734" y="45586"/>
                  </a:lnTo>
                  <a:lnTo>
                    <a:pt x="54484" y="46225"/>
                  </a:lnTo>
                  <a:lnTo>
                    <a:pt x="54404" y="46413"/>
                  </a:lnTo>
                  <a:lnTo>
                    <a:pt x="54265" y="46737"/>
                  </a:lnTo>
                  <a:lnTo>
                    <a:pt x="53674" y="48117"/>
                  </a:lnTo>
                  <a:lnTo>
                    <a:pt x="53614" y="48259"/>
                  </a:lnTo>
                  <a:lnTo>
                    <a:pt x="53557" y="48392"/>
                  </a:lnTo>
                  <a:lnTo>
                    <a:pt x="53374" y="48820"/>
                  </a:lnTo>
                  <a:lnTo>
                    <a:pt x="53052" y="49530"/>
                  </a:lnTo>
                  <a:lnTo>
                    <a:pt x="52887" y="49871"/>
                  </a:lnTo>
                  <a:lnTo>
                    <a:pt x="52721" y="50214"/>
                  </a:lnTo>
                  <a:lnTo>
                    <a:pt x="52588" y="50489"/>
                  </a:lnTo>
                  <a:lnTo>
                    <a:pt x="52491" y="50690"/>
                  </a:lnTo>
                  <a:lnTo>
                    <a:pt x="52365" y="50949"/>
                  </a:lnTo>
                  <a:lnTo>
                    <a:pt x="52131" y="51395"/>
                  </a:lnTo>
                  <a:lnTo>
                    <a:pt x="51766" y="52411"/>
                  </a:lnTo>
                  <a:lnTo>
                    <a:pt x="51749" y="52786"/>
                  </a:lnTo>
                  <a:lnTo>
                    <a:pt x="51737" y="52955"/>
                  </a:lnTo>
                  <a:lnTo>
                    <a:pt x="51727" y="53112"/>
                  </a:lnTo>
                  <a:lnTo>
                    <a:pt x="51531" y="53798"/>
                  </a:lnTo>
                  <a:lnTo>
                    <a:pt x="50561" y="58700"/>
                  </a:lnTo>
                  <a:lnTo>
                    <a:pt x="50346" y="59784"/>
                  </a:lnTo>
                  <a:lnTo>
                    <a:pt x="48830" y="62264"/>
                  </a:lnTo>
                  <a:lnTo>
                    <a:pt x="48697" y="62482"/>
                  </a:lnTo>
                  <a:lnTo>
                    <a:pt x="48466" y="62642"/>
                  </a:lnTo>
                  <a:lnTo>
                    <a:pt x="46294" y="64180"/>
                  </a:lnTo>
                  <a:lnTo>
                    <a:pt x="46356" y="65220"/>
                  </a:lnTo>
                  <a:lnTo>
                    <a:pt x="46558" y="68611"/>
                  </a:lnTo>
                  <a:lnTo>
                    <a:pt x="46588" y="69115"/>
                  </a:lnTo>
                  <a:lnTo>
                    <a:pt x="46787" y="71260"/>
                  </a:lnTo>
                  <a:lnTo>
                    <a:pt x="47367" y="77512"/>
                  </a:lnTo>
                  <a:lnTo>
                    <a:pt x="47088" y="77519"/>
                  </a:lnTo>
                  <a:lnTo>
                    <a:pt x="47142" y="86804"/>
                  </a:lnTo>
                  <a:lnTo>
                    <a:pt x="47492" y="90059"/>
                  </a:lnTo>
                  <a:lnTo>
                    <a:pt x="47438" y="90263"/>
                  </a:lnTo>
                  <a:lnTo>
                    <a:pt x="44411" y="89616"/>
                  </a:lnTo>
                  <a:lnTo>
                    <a:pt x="43960" y="89520"/>
                  </a:lnTo>
                  <a:lnTo>
                    <a:pt x="46764" y="96650"/>
                  </a:lnTo>
                  <a:lnTo>
                    <a:pt x="46262" y="96400"/>
                  </a:lnTo>
                  <a:lnTo>
                    <a:pt x="43815" y="95292"/>
                  </a:lnTo>
                  <a:lnTo>
                    <a:pt x="40307" y="92763"/>
                  </a:lnTo>
                  <a:lnTo>
                    <a:pt x="38811" y="91748"/>
                  </a:lnTo>
                  <a:lnTo>
                    <a:pt x="35981" y="93083"/>
                  </a:lnTo>
                  <a:lnTo>
                    <a:pt x="32136" y="95753"/>
                  </a:lnTo>
                  <a:lnTo>
                    <a:pt x="24900" y="92789"/>
                  </a:lnTo>
                  <a:lnTo>
                    <a:pt x="13979" y="88170"/>
                  </a:lnTo>
                  <a:lnTo>
                    <a:pt x="10975" y="86622"/>
                  </a:lnTo>
                  <a:lnTo>
                    <a:pt x="9573" y="85900"/>
                  </a:lnTo>
                  <a:lnTo>
                    <a:pt x="8435" y="85334"/>
                  </a:lnTo>
                  <a:lnTo>
                    <a:pt x="8811" y="76360"/>
                  </a:lnTo>
                  <a:lnTo>
                    <a:pt x="8860" y="75227"/>
                  </a:lnTo>
                  <a:lnTo>
                    <a:pt x="9233" y="65453"/>
                  </a:lnTo>
                  <a:lnTo>
                    <a:pt x="0" y="64825"/>
                  </a:lnTo>
                  <a:lnTo>
                    <a:pt x="234" y="58694"/>
                  </a:lnTo>
                  <a:lnTo>
                    <a:pt x="273" y="58115"/>
                  </a:lnTo>
                  <a:lnTo>
                    <a:pt x="491" y="54827"/>
                  </a:lnTo>
                  <a:lnTo>
                    <a:pt x="576" y="53427"/>
                  </a:lnTo>
                  <a:lnTo>
                    <a:pt x="528" y="52888"/>
                  </a:lnTo>
                  <a:lnTo>
                    <a:pt x="428" y="51758"/>
                  </a:lnTo>
                  <a:lnTo>
                    <a:pt x="396" y="51398"/>
                  </a:lnTo>
                  <a:lnTo>
                    <a:pt x="922" y="47922"/>
                  </a:lnTo>
                  <a:lnTo>
                    <a:pt x="1118" y="46762"/>
                  </a:lnTo>
                  <a:lnTo>
                    <a:pt x="2441" y="43297"/>
                  </a:lnTo>
                  <a:lnTo>
                    <a:pt x="3551" y="42699"/>
                  </a:lnTo>
                  <a:lnTo>
                    <a:pt x="5089" y="42443"/>
                  </a:lnTo>
                  <a:lnTo>
                    <a:pt x="6115" y="42571"/>
                  </a:lnTo>
                  <a:lnTo>
                    <a:pt x="12395" y="44066"/>
                  </a:lnTo>
                  <a:lnTo>
                    <a:pt x="16026" y="44665"/>
                  </a:lnTo>
                  <a:lnTo>
                    <a:pt x="18167" y="44251"/>
                  </a:lnTo>
                  <a:lnTo>
                    <a:pt x="17866" y="43358"/>
                  </a:lnTo>
                  <a:lnTo>
                    <a:pt x="17562" y="42332"/>
                  </a:lnTo>
                  <a:lnTo>
                    <a:pt x="17450" y="41323"/>
                  </a:lnTo>
                  <a:lnTo>
                    <a:pt x="17017" y="39753"/>
                  </a:lnTo>
                  <a:lnTo>
                    <a:pt x="16681" y="38311"/>
                  </a:lnTo>
                  <a:lnTo>
                    <a:pt x="16328" y="37382"/>
                  </a:lnTo>
                  <a:lnTo>
                    <a:pt x="15960" y="36725"/>
                  </a:lnTo>
                  <a:lnTo>
                    <a:pt x="15127" y="36020"/>
                  </a:lnTo>
                  <a:lnTo>
                    <a:pt x="12440" y="33384"/>
                  </a:lnTo>
                  <a:lnTo>
                    <a:pt x="11362" y="32326"/>
                  </a:lnTo>
                  <a:lnTo>
                    <a:pt x="7863" y="29342"/>
                  </a:lnTo>
                  <a:lnTo>
                    <a:pt x="6815" y="27879"/>
                  </a:lnTo>
                  <a:lnTo>
                    <a:pt x="12057" y="21740"/>
                  </a:lnTo>
                  <a:lnTo>
                    <a:pt x="16536" y="18175"/>
                  </a:lnTo>
                  <a:lnTo>
                    <a:pt x="16960" y="17896"/>
                  </a:lnTo>
                  <a:lnTo>
                    <a:pt x="23375" y="23987"/>
                  </a:lnTo>
                  <a:lnTo>
                    <a:pt x="26280" y="21338"/>
                  </a:lnTo>
                  <a:lnTo>
                    <a:pt x="30040" y="20227"/>
                  </a:lnTo>
                  <a:lnTo>
                    <a:pt x="31492" y="15015"/>
                  </a:lnTo>
                  <a:lnTo>
                    <a:pt x="33799" y="13990"/>
                  </a:lnTo>
                  <a:lnTo>
                    <a:pt x="35166" y="12451"/>
                  </a:lnTo>
                  <a:lnTo>
                    <a:pt x="35275" y="10638"/>
                  </a:lnTo>
                  <a:lnTo>
                    <a:pt x="35423" y="8179"/>
                  </a:lnTo>
                  <a:lnTo>
                    <a:pt x="36206" y="8049"/>
                  </a:lnTo>
                  <a:lnTo>
                    <a:pt x="40549" y="7325"/>
                  </a:lnTo>
                  <a:lnTo>
                    <a:pt x="41419" y="0"/>
                  </a:lnTo>
                  <a:lnTo>
                    <a:pt x="42615" y="1108"/>
                  </a:lnTo>
                  <a:lnTo>
                    <a:pt x="42769" y="1716"/>
                  </a:lnTo>
                  <a:lnTo>
                    <a:pt x="43376" y="4095"/>
                  </a:lnTo>
                  <a:lnTo>
                    <a:pt x="43880" y="5153"/>
                  </a:lnTo>
                  <a:lnTo>
                    <a:pt x="46367" y="10375"/>
                  </a:lnTo>
                  <a:lnTo>
                    <a:pt x="47221" y="121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2788811" y="2119312"/>
              <a:ext cx="93837" cy="95182"/>
            </a:xfrm>
            <a:custGeom>
              <a:avLst/>
              <a:pathLst>
                <a:path w="93837" h="95182">
                  <a:moveTo>
                    <a:pt x="68142" y="5447"/>
                  </a:moveTo>
                  <a:lnTo>
                    <a:pt x="73803" y="10253"/>
                  </a:lnTo>
                  <a:lnTo>
                    <a:pt x="75085" y="10253"/>
                  </a:lnTo>
                  <a:lnTo>
                    <a:pt x="77188" y="8199"/>
                  </a:lnTo>
                  <a:lnTo>
                    <a:pt x="77381" y="8010"/>
                  </a:lnTo>
                  <a:lnTo>
                    <a:pt x="80097" y="11101"/>
                  </a:lnTo>
                  <a:lnTo>
                    <a:pt x="82447" y="13775"/>
                  </a:lnTo>
                  <a:lnTo>
                    <a:pt x="83495" y="15238"/>
                  </a:lnTo>
                  <a:lnTo>
                    <a:pt x="86993" y="18222"/>
                  </a:lnTo>
                  <a:lnTo>
                    <a:pt x="88071" y="19280"/>
                  </a:lnTo>
                  <a:lnTo>
                    <a:pt x="90758" y="21916"/>
                  </a:lnTo>
                  <a:lnTo>
                    <a:pt x="91591" y="22621"/>
                  </a:lnTo>
                  <a:lnTo>
                    <a:pt x="91959" y="23278"/>
                  </a:lnTo>
                  <a:lnTo>
                    <a:pt x="92312" y="24207"/>
                  </a:lnTo>
                  <a:lnTo>
                    <a:pt x="92648" y="25649"/>
                  </a:lnTo>
                  <a:lnTo>
                    <a:pt x="93081" y="27219"/>
                  </a:lnTo>
                  <a:lnTo>
                    <a:pt x="93193" y="28228"/>
                  </a:lnTo>
                  <a:lnTo>
                    <a:pt x="93497" y="29254"/>
                  </a:lnTo>
                  <a:lnTo>
                    <a:pt x="93837" y="30262"/>
                  </a:lnTo>
                  <a:lnTo>
                    <a:pt x="91658" y="30561"/>
                  </a:lnTo>
                  <a:lnTo>
                    <a:pt x="88026" y="29962"/>
                  </a:lnTo>
                  <a:lnTo>
                    <a:pt x="81746" y="28467"/>
                  </a:lnTo>
                  <a:lnTo>
                    <a:pt x="80721" y="28339"/>
                  </a:lnTo>
                  <a:lnTo>
                    <a:pt x="79183" y="28595"/>
                  </a:lnTo>
                  <a:lnTo>
                    <a:pt x="78072" y="29193"/>
                  </a:lnTo>
                  <a:lnTo>
                    <a:pt x="76715" y="32747"/>
                  </a:lnTo>
                  <a:lnTo>
                    <a:pt x="76553" y="33818"/>
                  </a:lnTo>
                  <a:lnTo>
                    <a:pt x="76027" y="37294"/>
                  </a:lnTo>
                  <a:lnTo>
                    <a:pt x="76059" y="37654"/>
                  </a:lnTo>
                  <a:lnTo>
                    <a:pt x="76160" y="38784"/>
                  </a:lnTo>
                  <a:lnTo>
                    <a:pt x="76208" y="39323"/>
                  </a:lnTo>
                  <a:lnTo>
                    <a:pt x="76122" y="40723"/>
                  </a:lnTo>
                  <a:lnTo>
                    <a:pt x="75904" y="44011"/>
                  </a:lnTo>
                  <a:lnTo>
                    <a:pt x="75866" y="44590"/>
                  </a:lnTo>
                  <a:lnTo>
                    <a:pt x="75631" y="50721"/>
                  </a:lnTo>
                  <a:lnTo>
                    <a:pt x="84864" y="51349"/>
                  </a:lnTo>
                  <a:lnTo>
                    <a:pt x="84491" y="61123"/>
                  </a:lnTo>
                  <a:lnTo>
                    <a:pt x="84442" y="62256"/>
                  </a:lnTo>
                  <a:lnTo>
                    <a:pt x="84067" y="71230"/>
                  </a:lnTo>
                  <a:lnTo>
                    <a:pt x="70150" y="66131"/>
                  </a:lnTo>
                  <a:lnTo>
                    <a:pt x="64737" y="67161"/>
                  </a:lnTo>
                  <a:lnTo>
                    <a:pt x="50840" y="69805"/>
                  </a:lnTo>
                  <a:lnTo>
                    <a:pt x="44602" y="75615"/>
                  </a:lnTo>
                  <a:lnTo>
                    <a:pt x="43873" y="79593"/>
                  </a:lnTo>
                  <a:lnTo>
                    <a:pt x="43565" y="81275"/>
                  </a:lnTo>
                  <a:lnTo>
                    <a:pt x="43114" y="83730"/>
                  </a:lnTo>
                  <a:lnTo>
                    <a:pt x="42722" y="85869"/>
                  </a:lnTo>
                  <a:lnTo>
                    <a:pt x="34861" y="93815"/>
                  </a:lnTo>
                  <a:lnTo>
                    <a:pt x="23070" y="95182"/>
                  </a:lnTo>
                  <a:lnTo>
                    <a:pt x="18883" y="90910"/>
                  </a:lnTo>
                  <a:lnTo>
                    <a:pt x="18731" y="88367"/>
                  </a:lnTo>
                  <a:lnTo>
                    <a:pt x="18694" y="87743"/>
                  </a:lnTo>
                  <a:lnTo>
                    <a:pt x="18674" y="87417"/>
                  </a:lnTo>
                  <a:lnTo>
                    <a:pt x="18644" y="86915"/>
                  </a:lnTo>
                  <a:lnTo>
                    <a:pt x="18469" y="83971"/>
                  </a:lnTo>
                  <a:lnTo>
                    <a:pt x="17973" y="75663"/>
                  </a:lnTo>
                  <a:lnTo>
                    <a:pt x="17858" y="73736"/>
                  </a:lnTo>
                  <a:lnTo>
                    <a:pt x="16793" y="73158"/>
                  </a:lnTo>
                  <a:lnTo>
                    <a:pt x="14380" y="71850"/>
                  </a:lnTo>
                  <a:lnTo>
                    <a:pt x="5537" y="67055"/>
                  </a:lnTo>
                  <a:lnTo>
                    <a:pt x="4781" y="66646"/>
                  </a:lnTo>
                  <a:lnTo>
                    <a:pt x="3674" y="66045"/>
                  </a:lnTo>
                  <a:lnTo>
                    <a:pt x="5283" y="57498"/>
                  </a:lnTo>
                  <a:lnTo>
                    <a:pt x="1708" y="56646"/>
                  </a:lnTo>
                  <a:lnTo>
                    <a:pt x="1847" y="55929"/>
                  </a:lnTo>
                  <a:lnTo>
                    <a:pt x="1981" y="55238"/>
                  </a:lnTo>
                  <a:lnTo>
                    <a:pt x="2734" y="51349"/>
                  </a:lnTo>
                  <a:lnTo>
                    <a:pt x="814" y="50869"/>
                  </a:lnTo>
                  <a:lnTo>
                    <a:pt x="0" y="50665"/>
                  </a:lnTo>
                  <a:lnTo>
                    <a:pt x="97" y="49400"/>
                  </a:lnTo>
                  <a:lnTo>
                    <a:pt x="598" y="42890"/>
                  </a:lnTo>
                  <a:lnTo>
                    <a:pt x="3790" y="42862"/>
                  </a:lnTo>
                  <a:lnTo>
                    <a:pt x="4359" y="42857"/>
                  </a:lnTo>
                  <a:lnTo>
                    <a:pt x="20250" y="42719"/>
                  </a:lnTo>
                  <a:lnTo>
                    <a:pt x="19908" y="39899"/>
                  </a:lnTo>
                  <a:lnTo>
                    <a:pt x="20490" y="36475"/>
                  </a:lnTo>
                  <a:lnTo>
                    <a:pt x="20677" y="35370"/>
                  </a:lnTo>
                  <a:lnTo>
                    <a:pt x="27428" y="31696"/>
                  </a:lnTo>
                  <a:lnTo>
                    <a:pt x="30845" y="28278"/>
                  </a:lnTo>
                  <a:lnTo>
                    <a:pt x="29591" y="24892"/>
                  </a:lnTo>
                  <a:lnTo>
                    <a:pt x="29136" y="23664"/>
                  </a:lnTo>
                  <a:lnTo>
                    <a:pt x="33409" y="21785"/>
                  </a:lnTo>
                  <a:lnTo>
                    <a:pt x="39624" y="21891"/>
                  </a:lnTo>
                  <a:lnTo>
                    <a:pt x="55432" y="21997"/>
                  </a:lnTo>
                  <a:lnTo>
                    <a:pt x="55547" y="17956"/>
                  </a:lnTo>
                  <a:lnTo>
                    <a:pt x="57195" y="11855"/>
                  </a:lnTo>
                  <a:lnTo>
                    <a:pt x="60527" y="10025"/>
                  </a:lnTo>
                  <a:lnTo>
                    <a:pt x="60986" y="9772"/>
                  </a:lnTo>
                  <a:lnTo>
                    <a:pt x="60555" y="9108"/>
                  </a:lnTo>
                  <a:lnTo>
                    <a:pt x="55440" y="1235"/>
                  </a:lnTo>
                  <a:lnTo>
                    <a:pt x="56928" y="0"/>
                  </a:lnTo>
                  <a:lnTo>
                    <a:pt x="62078" y="1096"/>
                  </a:lnTo>
                  <a:lnTo>
                    <a:pt x="65205" y="176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2904315" y="2083414"/>
              <a:ext cx="130355" cy="118929"/>
            </a:xfrm>
            <a:custGeom>
              <a:avLst/>
              <a:pathLst>
                <a:path w="130355" h="118929">
                  <a:moveTo>
                    <a:pt x="6707" y="11706"/>
                  </a:moveTo>
                  <a:lnTo>
                    <a:pt x="7598" y="11940"/>
                  </a:lnTo>
                  <a:lnTo>
                    <a:pt x="9313" y="10851"/>
                  </a:lnTo>
                  <a:lnTo>
                    <a:pt x="12346" y="11791"/>
                  </a:lnTo>
                  <a:lnTo>
                    <a:pt x="13030" y="16149"/>
                  </a:lnTo>
                  <a:lnTo>
                    <a:pt x="13809" y="16219"/>
                  </a:lnTo>
                  <a:lnTo>
                    <a:pt x="25518" y="17268"/>
                  </a:lnTo>
                  <a:lnTo>
                    <a:pt x="25625" y="19191"/>
                  </a:lnTo>
                  <a:lnTo>
                    <a:pt x="30066" y="20049"/>
                  </a:lnTo>
                  <a:lnTo>
                    <a:pt x="33326" y="22483"/>
                  </a:lnTo>
                  <a:lnTo>
                    <a:pt x="32213" y="28068"/>
                  </a:lnTo>
                  <a:lnTo>
                    <a:pt x="35647" y="28333"/>
                  </a:lnTo>
                  <a:lnTo>
                    <a:pt x="37766" y="28496"/>
                  </a:lnTo>
                  <a:lnTo>
                    <a:pt x="39194" y="34323"/>
                  </a:lnTo>
                  <a:lnTo>
                    <a:pt x="40857" y="34747"/>
                  </a:lnTo>
                  <a:lnTo>
                    <a:pt x="40818" y="36596"/>
                  </a:lnTo>
                  <a:lnTo>
                    <a:pt x="40688" y="42822"/>
                  </a:lnTo>
                  <a:lnTo>
                    <a:pt x="45598" y="49951"/>
                  </a:lnTo>
                  <a:lnTo>
                    <a:pt x="52911" y="44409"/>
                  </a:lnTo>
                  <a:lnTo>
                    <a:pt x="61936" y="40511"/>
                  </a:lnTo>
                  <a:lnTo>
                    <a:pt x="65407" y="44356"/>
                  </a:lnTo>
                  <a:lnTo>
                    <a:pt x="72456" y="41632"/>
                  </a:lnTo>
                  <a:lnTo>
                    <a:pt x="74523" y="45001"/>
                  </a:lnTo>
                  <a:lnTo>
                    <a:pt x="69234" y="48044"/>
                  </a:lnTo>
                  <a:lnTo>
                    <a:pt x="69982" y="49967"/>
                  </a:lnTo>
                  <a:lnTo>
                    <a:pt x="68433" y="57070"/>
                  </a:lnTo>
                  <a:lnTo>
                    <a:pt x="71958" y="64279"/>
                  </a:lnTo>
                  <a:lnTo>
                    <a:pt x="77618" y="65507"/>
                  </a:lnTo>
                  <a:lnTo>
                    <a:pt x="80425" y="63862"/>
                  </a:lnTo>
                  <a:lnTo>
                    <a:pt x="80716" y="63692"/>
                  </a:lnTo>
                  <a:lnTo>
                    <a:pt x="88299" y="72664"/>
                  </a:lnTo>
                  <a:lnTo>
                    <a:pt x="92465" y="86442"/>
                  </a:lnTo>
                  <a:lnTo>
                    <a:pt x="95109" y="86452"/>
                  </a:lnTo>
                  <a:lnTo>
                    <a:pt x="97086" y="83213"/>
                  </a:lnTo>
                  <a:lnTo>
                    <a:pt x="100610" y="84601"/>
                  </a:lnTo>
                  <a:lnTo>
                    <a:pt x="104665" y="84161"/>
                  </a:lnTo>
                  <a:lnTo>
                    <a:pt x="105388" y="79125"/>
                  </a:lnTo>
                  <a:lnTo>
                    <a:pt x="102887" y="76596"/>
                  </a:lnTo>
                  <a:lnTo>
                    <a:pt x="102632" y="75694"/>
                  </a:lnTo>
                  <a:lnTo>
                    <a:pt x="102520" y="75299"/>
                  </a:lnTo>
                  <a:lnTo>
                    <a:pt x="101953" y="73291"/>
                  </a:lnTo>
                  <a:lnTo>
                    <a:pt x="102696" y="71728"/>
                  </a:lnTo>
                  <a:lnTo>
                    <a:pt x="104080" y="72198"/>
                  </a:lnTo>
                  <a:lnTo>
                    <a:pt x="111107" y="74577"/>
                  </a:lnTo>
                  <a:lnTo>
                    <a:pt x="115428" y="74630"/>
                  </a:lnTo>
                  <a:lnTo>
                    <a:pt x="118501" y="76589"/>
                  </a:lnTo>
                  <a:lnTo>
                    <a:pt x="118769" y="76760"/>
                  </a:lnTo>
                  <a:lnTo>
                    <a:pt x="122210" y="78955"/>
                  </a:lnTo>
                  <a:lnTo>
                    <a:pt x="125708" y="81238"/>
                  </a:lnTo>
                  <a:lnTo>
                    <a:pt x="129137" y="83805"/>
                  </a:lnTo>
                  <a:lnTo>
                    <a:pt x="125934" y="88689"/>
                  </a:lnTo>
                  <a:lnTo>
                    <a:pt x="123610" y="92232"/>
                  </a:lnTo>
                  <a:lnTo>
                    <a:pt x="122505" y="96910"/>
                  </a:lnTo>
                  <a:lnTo>
                    <a:pt x="121591" y="100116"/>
                  </a:lnTo>
                  <a:lnTo>
                    <a:pt x="121527" y="100339"/>
                  </a:lnTo>
                  <a:lnTo>
                    <a:pt x="121372" y="100424"/>
                  </a:lnTo>
                  <a:lnTo>
                    <a:pt x="120935" y="100661"/>
                  </a:lnTo>
                  <a:lnTo>
                    <a:pt x="120281" y="100764"/>
                  </a:lnTo>
                  <a:lnTo>
                    <a:pt x="118620" y="103748"/>
                  </a:lnTo>
                  <a:lnTo>
                    <a:pt x="119588" y="104409"/>
                  </a:lnTo>
                  <a:lnTo>
                    <a:pt x="128510" y="110506"/>
                  </a:lnTo>
                  <a:lnTo>
                    <a:pt x="130355" y="111767"/>
                  </a:lnTo>
                  <a:lnTo>
                    <a:pt x="129248" y="112468"/>
                  </a:lnTo>
                  <a:lnTo>
                    <a:pt x="127067" y="113849"/>
                  </a:lnTo>
                  <a:lnTo>
                    <a:pt x="122191" y="116938"/>
                  </a:lnTo>
                  <a:lnTo>
                    <a:pt x="121023" y="117677"/>
                  </a:lnTo>
                  <a:lnTo>
                    <a:pt x="119243" y="118805"/>
                  </a:lnTo>
                  <a:lnTo>
                    <a:pt x="119046" y="118929"/>
                  </a:lnTo>
                  <a:lnTo>
                    <a:pt x="110186" y="117744"/>
                  </a:lnTo>
                  <a:lnTo>
                    <a:pt x="107522" y="117490"/>
                  </a:lnTo>
                  <a:lnTo>
                    <a:pt x="106278" y="117372"/>
                  </a:lnTo>
                  <a:lnTo>
                    <a:pt x="102272" y="116991"/>
                  </a:lnTo>
                  <a:lnTo>
                    <a:pt x="100444" y="116714"/>
                  </a:lnTo>
                  <a:lnTo>
                    <a:pt x="98812" y="116467"/>
                  </a:lnTo>
                  <a:lnTo>
                    <a:pt x="91794" y="115404"/>
                  </a:lnTo>
                  <a:lnTo>
                    <a:pt x="90618" y="114399"/>
                  </a:lnTo>
                  <a:lnTo>
                    <a:pt x="90283" y="114112"/>
                  </a:lnTo>
                  <a:lnTo>
                    <a:pt x="88443" y="113684"/>
                  </a:lnTo>
                  <a:lnTo>
                    <a:pt x="87308" y="113421"/>
                  </a:lnTo>
                  <a:lnTo>
                    <a:pt x="82695" y="112348"/>
                  </a:lnTo>
                  <a:lnTo>
                    <a:pt x="81322" y="112029"/>
                  </a:lnTo>
                  <a:lnTo>
                    <a:pt x="81068" y="112029"/>
                  </a:lnTo>
                  <a:lnTo>
                    <a:pt x="79722" y="112026"/>
                  </a:lnTo>
                  <a:lnTo>
                    <a:pt x="77706" y="112022"/>
                  </a:lnTo>
                  <a:lnTo>
                    <a:pt x="74142" y="112983"/>
                  </a:lnTo>
                  <a:lnTo>
                    <a:pt x="72358" y="114064"/>
                  </a:lnTo>
                  <a:lnTo>
                    <a:pt x="72283" y="113481"/>
                  </a:lnTo>
                  <a:lnTo>
                    <a:pt x="71565" y="107914"/>
                  </a:lnTo>
                  <a:lnTo>
                    <a:pt x="71483" y="107270"/>
                  </a:lnTo>
                  <a:lnTo>
                    <a:pt x="69625" y="107310"/>
                  </a:lnTo>
                  <a:lnTo>
                    <a:pt x="69616" y="107178"/>
                  </a:lnTo>
                  <a:lnTo>
                    <a:pt x="69383" y="103734"/>
                  </a:lnTo>
                  <a:lnTo>
                    <a:pt x="69158" y="101268"/>
                  </a:lnTo>
                  <a:lnTo>
                    <a:pt x="69074" y="100348"/>
                  </a:lnTo>
                  <a:lnTo>
                    <a:pt x="64215" y="100275"/>
                  </a:lnTo>
                  <a:lnTo>
                    <a:pt x="64101" y="97122"/>
                  </a:lnTo>
                  <a:lnTo>
                    <a:pt x="63991" y="94062"/>
                  </a:lnTo>
                  <a:lnTo>
                    <a:pt x="63767" y="94054"/>
                  </a:lnTo>
                  <a:lnTo>
                    <a:pt x="63312" y="94038"/>
                  </a:lnTo>
                  <a:lnTo>
                    <a:pt x="61085" y="93958"/>
                  </a:lnTo>
                  <a:lnTo>
                    <a:pt x="58704" y="94187"/>
                  </a:lnTo>
                  <a:lnTo>
                    <a:pt x="53725" y="94693"/>
                  </a:lnTo>
                  <a:lnTo>
                    <a:pt x="48553" y="95168"/>
                  </a:lnTo>
                  <a:lnTo>
                    <a:pt x="43371" y="95684"/>
                  </a:lnTo>
                  <a:lnTo>
                    <a:pt x="38238" y="96269"/>
                  </a:lnTo>
                  <a:lnTo>
                    <a:pt x="39068" y="102054"/>
                  </a:lnTo>
                  <a:lnTo>
                    <a:pt x="39113" y="102369"/>
                  </a:lnTo>
                  <a:lnTo>
                    <a:pt x="37082" y="102396"/>
                  </a:lnTo>
                  <a:lnTo>
                    <a:pt x="36863" y="102399"/>
                  </a:lnTo>
                  <a:lnTo>
                    <a:pt x="36462" y="101618"/>
                  </a:lnTo>
                  <a:lnTo>
                    <a:pt x="34829" y="98434"/>
                  </a:lnTo>
                  <a:lnTo>
                    <a:pt x="34380" y="97686"/>
                  </a:lnTo>
                  <a:lnTo>
                    <a:pt x="34235" y="97564"/>
                  </a:lnTo>
                  <a:lnTo>
                    <a:pt x="34059" y="97416"/>
                  </a:lnTo>
                  <a:lnTo>
                    <a:pt x="33790" y="97188"/>
                  </a:lnTo>
                  <a:lnTo>
                    <a:pt x="31490" y="95248"/>
                  </a:lnTo>
                  <a:lnTo>
                    <a:pt x="24624" y="90890"/>
                  </a:lnTo>
                  <a:lnTo>
                    <a:pt x="24524" y="90600"/>
                  </a:lnTo>
                  <a:lnTo>
                    <a:pt x="24356" y="90118"/>
                  </a:lnTo>
                  <a:lnTo>
                    <a:pt x="24267" y="89862"/>
                  </a:lnTo>
                  <a:lnTo>
                    <a:pt x="19164" y="73651"/>
                  </a:lnTo>
                  <a:lnTo>
                    <a:pt x="18365" y="73162"/>
                  </a:lnTo>
                  <a:lnTo>
                    <a:pt x="17455" y="72604"/>
                  </a:lnTo>
                  <a:lnTo>
                    <a:pt x="16729" y="72663"/>
                  </a:lnTo>
                  <a:lnTo>
                    <a:pt x="15568" y="72757"/>
                  </a:lnTo>
                  <a:lnTo>
                    <a:pt x="13325" y="73774"/>
                  </a:lnTo>
                  <a:lnTo>
                    <a:pt x="11960" y="75232"/>
                  </a:lnTo>
                  <a:lnTo>
                    <a:pt x="11843" y="75080"/>
                  </a:lnTo>
                  <a:lnTo>
                    <a:pt x="11856" y="74882"/>
                  </a:lnTo>
                  <a:lnTo>
                    <a:pt x="11866" y="74729"/>
                  </a:lnTo>
                  <a:lnTo>
                    <a:pt x="11888" y="74345"/>
                  </a:lnTo>
                  <a:lnTo>
                    <a:pt x="12154" y="73355"/>
                  </a:lnTo>
                  <a:lnTo>
                    <a:pt x="12410" y="72913"/>
                  </a:lnTo>
                  <a:lnTo>
                    <a:pt x="12525" y="72675"/>
                  </a:lnTo>
                  <a:lnTo>
                    <a:pt x="12638" y="72442"/>
                  </a:lnTo>
                  <a:lnTo>
                    <a:pt x="12771" y="72168"/>
                  </a:lnTo>
                  <a:lnTo>
                    <a:pt x="12902" y="71896"/>
                  </a:lnTo>
                  <a:lnTo>
                    <a:pt x="13108" y="71471"/>
                  </a:lnTo>
                  <a:lnTo>
                    <a:pt x="13371" y="70918"/>
                  </a:lnTo>
                  <a:lnTo>
                    <a:pt x="13566" y="70462"/>
                  </a:lnTo>
                  <a:lnTo>
                    <a:pt x="13684" y="70187"/>
                  </a:lnTo>
                  <a:lnTo>
                    <a:pt x="13744" y="70046"/>
                  </a:lnTo>
                  <a:lnTo>
                    <a:pt x="13801" y="69912"/>
                  </a:lnTo>
                  <a:lnTo>
                    <a:pt x="14395" y="68524"/>
                  </a:lnTo>
                  <a:lnTo>
                    <a:pt x="14534" y="68199"/>
                  </a:lnTo>
                  <a:lnTo>
                    <a:pt x="14686" y="67827"/>
                  </a:lnTo>
                  <a:lnTo>
                    <a:pt x="14861" y="67380"/>
                  </a:lnTo>
                  <a:lnTo>
                    <a:pt x="14915" y="67242"/>
                  </a:lnTo>
                  <a:lnTo>
                    <a:pt x="15039" y="66927"/>
                  </a:lnTo>
                  <a:lnTo>
                    <a:pt x="15177" y="66575"/>
                  </a:lnTo>
                  <a:lnTo>
                    <a:pt x="15303" y="66253"/>
                  </a:lnTo>
                  <a:lnTo>
                    <a:pt x="15728" y="65368"/>
                  </a:lnTo>
                  <a:lnTo>
                    <a:pt x="15831" y="65201"/>
                  </a:lnTo>
                  <a:lnTo>
                    <a:pt x="16022" y="64887"/>
                  </a:lnTo>
                  <a:lnTo>
                    <a:pt x="16262" y="64496"/>
                  </a:lnTo>
                  <a:lnTo>
                    <a:pt x="16513" y="64085"/>
                  </a:lnTo>
                  <a:lnTo>
                    <a:pt x="16658" y="63848"/>
                  </a:lnTo>
                  <a:lnTo>
                    <a:pt x="16830" y="63566"/>
                  </a:lnTo>
                  <a:lnTo>
                    <a:pt x="17039" y="63225"/>
                  </a:lnTo>
                  <a:lnTo>
                    <a:pt x="17118" y="63095"/>
                  </a:lnTo>
                  <a:lnTo>
                    <a:pt x="17263" y="62858"/>
                  </a:lnTo>
                  <a:lnTo>
                    <a:pt x="17559" y="62375"/>
                  </a:lnTo>
                  <a:lnTo>
                    <a:pt x="17948" y="62161"/>
                  </a:lnTo>
                  <a:lnTo>
                    <a:pt x="18100" y="62078"/>
                  </a:lnTo>
                  <a:lnTo>
                    <a:pt x="18341" y="61945"/>
                  </a:lnTo>
                  <a:lnTo>
                    <a:pt x="18661" y="61770"/>
                  </a:lnTo>
                  <a:lnTo>
                    <a:pt x="19019" y="61574"/>
                  </a:lnTo>
                  <a:lnTo>
                    <a:pt x="19630" y="61112"/>
                  </a:lnTo>
                  <a:lnTo>
                    <a:pt x="14621" y="50042"/>
                  </a:lnTo>
                  <a:lnTo>
                    <a:pt x="13686" y="47974"/>
                  </a:lnTo>
                  <a:lnTo>
                    <a:pt x="12340" y="44998"/>
                  </a:lnTo>
                  <a:lnTo>
                    <a:pt x="7348" y="33964"/>
                  </a:lnTo>
                  <a:lnTo>
                    <a:pt x="6493" y="32170"/>
                  </a:lnTo>
                  <a:lnTo>
                    <a:pt x="4007" y="26947"/>
                  </a:lnTo>
                  <a:lnTo>
                    <a:pt x="3503" y="25890"/>
                  </a:lnTo>
                  <a:lnTo>
                    <a:pt x="2896" y="23510"/>
                  </a:lnTo>
                  <a:lnTo>
                    <a:pt x="4699" y="22002"/>
                  </a:lnTo>
                  <a:lnTo>
                    <a:pt x="4792" y="20148"/>
                  </a:lnTo>
                  <a:lnTo>
                    <a:pt x="5041" y="15209"/>
                  </a:lnTo>
                  <a:lnTo>
                    <a:pt x="1538" y="13884"/>
                  </a:lnTo>
                  <a:lnTo>
                    <a:pt x="614" y="5878"/>
                  </a:lnTo>
                  <a:lnTo>
                    <a:pt x="533" y="5180"/>
                  </a:lnTo>
                  <a:lnTo>
                    <a:pt x="0" y="555"/>
                  </a:lnTo>
                  <a:lnTo>
                    <a:pt x="4784" y="0"/>
                  </a:lnTo>
                  <a:lnTo>
                    <a:pt x="4514" y="1297"/>
                  </a:lnTo>
                  <a:lnTo>
                    <a:pt x="4357" y="2050"/>
                  </a:lnTo>
                  <a:lnTo>
                    <a:pt x="7193" y="96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2974684" y="2015956"/>
              <a:ext cx="63608" cy="80278"/>
            </a:xfrm>
            <a:custGeom>
              <a:avLst/>
              <a:pathLst>
                <a:path w="63608" h="80278">
                  <a:moveTo>
                    <a:pt x="13835" y="12217"/>
                  </a:moveTo>
                  <a:lnTo>
                    <a:pt x="15300" y="13118"/>
                  </a:lnTo>
                  <a:lnTo>
                    <a:pt x="15591" y="12390"/>
                  </a:lnTo>
                  <a:lnTo>
                    <a:pt x="16411" y="10341"/>
                  </a:lnTo>
                  <a:lnTo>
                    <a:pt x="17713" y="10627"/>
                  </a:lnTo>
                  <a:lnTo>
                    <a:pt x="22264" y="11623"/>
                  </a:lnTo>
                  <a:lnTo>
                    <a:pt x="24785" y="13247"/>
                  </a:lnTo>
                  <a:lnTo>
                    <a:pt x="26066" y="19228"/>
                  </a:lnTo>
                  <a:lnTo>
                    <a:pt x="31962" y="12905"/>
                  </a:lnTo>
                  <a:lnTo>
                    <a:pt x="33073" y="14272"/>
                  </a:lnTo>
                  <a:lnTo>
                    <a:pt x="34739" y="10598"/>
                  </a:lnTo>
                  <a:lnTo>
                    <a:pt x="42087" y="16220"/>
                  </a:lnTo>
                  <a:lnTo>
                    <a:pt x="39681" y="20708"/>
                  </a:lnTo>
                  <a:lnTo>
                    <a:pt x="39870" y="20904"/>
                  </a:lnTo>
                  <a:lnTo>
                    <a:pt x="40650" y="21711"/>
                  </a:lnTo>
                  <a:lnTo>
                    <a:pt x="40931" y="22020"/>
                  </a:lnTo>
                  <a:lnTo>
                    <a:pt x="41143" y="22253"/>
                  </a:lnTo>
                  <a:lnTo>
                    <a:pt x="41946" y="23133"/>
                  </a:lnTo>
                  <a:lnTo>
                    <a:pt x="42073" y="23273"/>
                  </a:lnTo>
                  <a:lnTo>
                    <a:pt x="42741" y="24005"/>
                  </a:lnTo>
                  <a:lnTo>
                    <a:pt x="42895" y="24175"/>
                  </a:lnTo>
                  <a:lnTo>
                    <a:pt x="43122" y="24424"/>
                  </a:lnTo>
                  <a:lnTo>
                    <a:pt x="43945" y="25326"/>
                  </a:lnTo>
                  <a:lnTo>
                    <a:pt x="44326" y="25744"/>
                  </a:lnTo>
                  <a:lnTo>
                    <a:pt x="44505" y="25941"/>
                  </a:lnTo>
                  <a:lnTo>
                    <a:pt x="44279" y="26108"/>
                  </a:lnTo>
                  <a:lnTo>
                    <a:pt x="43760" y="26448"/>
                  </a:lnTo>
                  <a:lnTo>
                    <a:pt x="43421" y="26670"/>
                  </a:lnTo>
                  <a:lnTo>
                    <a:pt x="43209" y="26814"/>
                  </a:lnTo>
                  <a:lnTo>
                    <a:pt x="42994" y="26960"/>
                  </a:lnTo>
                  <a:lnTo>
                    <a:pt x="42463" y="27322"/>
                  </a:lnTo>
                  <a:lnTo>
                    <a:pt x="42284" y="27443"/>
                  </a:lnTo>
                  <a:lnTo>
                    <a:pt x="41807" y="27768"/>
                  </a:lnTo>
                  <a:lnTo>
                    <a:pt x="41514" y="27967"/>
                  </a:lnTo>
                  <a:lnTo>
                    <a:pt x="40997" y="28319"/>
                  </a:lnTo>
                  <a:lnTo>
                    <a:pt x="40765" y="28476"/>
                  </a:lnTo>
                  <a:lnTo>
                    <a:pt x="40176" y="28877"/>
                  </a:lnTo>
                  <a:lnTo>
                    <a:pt x="39899" y="29066"/>
                  </a:lnTo>
                  <a:lnTo>
                    <a:pt x="39711" y="29175"/>
                  </a:lnTo>
                  <a:lnTo>
                    <a:pt x="39136" y="29561"/>
                  </a:lnTo>
                  <a:lnTo>
                    <a:pt x="34637" y="33201"/>
                  </a:lnTo>
                  <a:lnTo>
                    <a:pt x="34099" y="33636"/>
                  </a:lnTo>
                  <a:lnTo>
                    <a:pt x="33378" y="34220"/>
                  </a:lnTo>
                  <a:lnTo>
                    <a:pt x="33055" y="34511"/>
                  </a:lnTo>
                  <a:lnTo>
                    <a:pt x="33700" y="35235"/>
                  </a:lnTo>
                  <a:lnTo>
                    <a:pt x="33980" y="35550"/>
                  </a:lnTo>
                  <a:lnTo>
                    <a:pt x="34174" y="35769"/>
                  </a:lnTo>
                  <a:lnTo>
                    <a:pt x="34711" y="36373"/>
                  </a:lnTo>
                  <a:lnTo>
                    <a:pt x="34930" y="36889"/>
                  </a:lnTo>
                  <a:lnTo>
                    <a:pt x="35021" y="37102"/>
                  </a:lnTo>
                  <a:lnTo>
                    <a:pt x="35172" y="37458"/>
                  </a:lnTo>
                  <a:lnTo>
                    <a:pt x="35288" y="37733"/>
                  </a:lnTo>
                  <a:lnTo>
                    <a:pt x="35409" y="38016"/>
                  </a:lnTo>
                  <a:lnTo>
                    <a:pt x="35857" y="39070"/>
                  </a:lnTo>
                  <a:lnTo>
                    <a:pt x="36017" y="39426"/>
                  </a:lnTo>
                  <a:lnTo>
                    <a:pt x="36082" y="39571"/>
                  </a:lnTo>
                  <a:lnTo>
                    <a:pt x="36390" y="40078"/>
                  </a:lnTo>
                  <a:lnTo>
                    <a:pt x="36712" y="40610"/>
                  </a:lnTo>
                  <a:lnTo>
                    <a:pt x="36995" y="41076"/>
                  </a:lnTo>
                  <a:lnTo>
                    <a:pt x="37083" y="41221"/>
                  </a:lnTo>
                  <a:lnTo>
                    <a:pt x="37450" y="41827"/>
                  </a:lnTo>
                  <a:lnTo>
                    <a:pt x="38074" y="42856"/>
                  </a:lnTo>
                  <a:lnTo>
                    <a:pt x="38188" y="43044"/>
                  </a:lnTo>
                  <a:lnTo>
                    <a:pt x="38414" y="43319"/>
                  </a:lnTo>
                  <a:lnTo>
                    <a:pt x="38645" y="43600"/>
                  </a:lnTo>
                  <a:lnTo>
                    <a:pt x="39489" y="44629"/>
                  </a:lnTo>
                  <a:lnTo>
                    <a:pt x="39939" y="45178"/>
                  </a:lnTo>
                  <a:lnTo>
                    <a:pt x="40505" y="45866"/>
                  </a:lnTo>
                  <a:lnTo>
                    <a:pt x="40724" y="46133"/>
                  </a:lnTo>
                  <a:lnTo>
                    <a:pt x="40928" y="46382"/>
                  </a:lnTo>
                  <a:lnTo>
                    <a:pt x="41121" y="46612"/>
                  </a:lnTo>
                  <a:lnTo>
                    <a:pt x="41417" y="46918"/>
                  </a:lnTo>
                  <a:lnTo>
                    <a:pt x="41757" y="47271"/>
                  </a:lnTo>
                  <a:lnTo>
                    <a:pt x="42304" y="47838"/>
                  </a:lnTo>
                  <a:lnTo>
                    <a:pt x="42778" y="48328"/>
                  </a:lnTo>
                  <a:lnTo>
                    <a:pt x="43134" y="48697"/>
                  </a:lnTo>
                  <a:lnTo>
                    <a:pt x="44363" y="49970"/>
                  </a:lnTo>
                  <a:lnTo>
                    <a:pt x="44870" y="50506"/>
                  </a:lnTo>
                  <a:lnTo>
                    <a:pt x="45434" y="51244"/>
                  </a:lnTo>
                  <a:lnTo>
                    <a:pt x="46317" y="52399"/>
                  </a:lnTo>
                  <a:lnTo>
                    <a:pt x="46575" y="52738"/>
                  </a:lnTo>
                  <a:lnTo>
                    <a:pt x="46925" y="53196"/>
                  </a:lnTo>
                  <a:lnTo>
                    <a:pt x="47418" y="53841"/>
                  </a:lnTo>
                  <a:lnTo>
                    <a:pt x="47847" y="54402"/>
                  </a:lnTo>
                  <a:lnTo>
                    <a:pt x="48765" y="56415"/>
                  </a:lnTo>
                  <a:lnTo>
                    <a:pt x="49197" y="57261"/>
                  </a:lnTo>
                  <a:lnTo>
                    <a:pt x="50016" y="58867"/>
                  </a:lnTo>
                  <a:lnTo>
                    <a:pt x="50530" y="59649"/>
                  </a:lnTo>
                  <a:lnTo>
                    <a:pt x="50830" y="60105"/>
                  </a:lnTo>
                  <a:lnTo>
                    <a:pt x="51167" y="60618"/>
                  </a:lnTo>
                  <a:lnTo>
                    <a:pt x="51459" y="61062"/>
                  </a:lnTo>
                  <a:lnTo>
                    <a:pt x="51757" y="61516"/>
                  </a:lnTo>
                  <a:lnTo>
                    <a:pt x="52482" y="62139"/>
                  </a:lnTo>
                  <a:lnTo>
                    <a:pt x="54356" y="63739"/>
                  </a:lnTo>
                  <a:lnTo>
                    <a:pt x="55390" y="64521"/>
                  </a:lnTo>
                  <a:lnTo>
                    <a:pt x="55902" y="64922"/>
                  </a:lnTo>
                  <a:lnTo>
                    <a:pt x="56284" y="65292"/>
                  </a:lnTo>
                  <a:lnTo>
                    <a:pt x="56517" y="65618"/>
                  </a:lnTo>
                  <a:lnTo>
                    <a:pt x="56432" y="65771"/>
                  </a:lnTo>
                  <a:lnTo>
                    <a:pt x="56286" y="66034"/>
                  </a:lnTo>
                  <a:lnTo>
                    <a:pt x="56070" y="66340"/>
                  </a:lnTo>
                  <a:lnTo>
                    <a:pt x="55554" y="67073"/>
                  </a:lnTo>
                  <a:lnTo>
                    <a:pt x="55143" y="67656"/>
                  </a:lnTo>
                  <a:lnTo>
                    <a:pt x="54682" y="68310"/>
                  </a:lnTo>
                  <a:lnTo>
                    <a:pt x="54528" y="68530"/>
                  </a:lnTo>
                  <a:lnTo>
                    <a:pt x="54324" y="68819"/>
                  </a:lnTo>
                  <a:lnTo>
                    <a:pt x="54202" y="68991"/>
                  </a:lnTo>
                  <a:lnTo>
                    <a:pt x="58439" y="71667"/>
                  </a:lnTo>
                  <a:lnTo>
                    <a:pt x="62396" y="74166"/>
                  </a:lnTo>
                  <a:lnTo>
                    <a:pt x="63415" y="74810"/>
                  </a:lnTo>
                  <a:lnTo>
                    <a:pt x="63608" y="75107"/>
                  </a:lnTo>
                  <a:lnTo>
                    <a:pt x="63423" y="75338"/>
                  </a:lnTo>
                  <a:lnTo>
                    <a:pt x="62879" y="76015"/>
                  </a:lnTo>
                  <a:lnTo>
                    <a:pt x="62739" y="76193"/>
                  </a:lnTo>
                  <a:lnTo>
                    <a:pt x="62212" y="76863"/>
                  </a:lnTo>
                  <a:lnTo>
                    <a:pt x="61689" y="77526"/>
                  </a:lnTo>
                  <a:lnTo>
                    <a:pt x="61291" y="78032"/>
                  </a:lnTo>
                  <a:lnTo>
                    <a:pt x="60789" y="78647"/>
                  </a:lnTo>
                  <a:lnTo>
                    <a:pt x="60568" y="78895"/>
                  </a:lnTo>
                  <a:lnTo>
                    <a:pt x="60113" y="78545"/>
                  </a:lnTo>
                  <a:lnTo>
                    <a:pt x="59861" y="78351"/>
                  </a:lnTo>
                  <a:lnTo>
                    <a:pt x="59670" y="78204"/>
                  </a:lnTo>
                  <a:lnTo>
                    <a:pt x="58902" y="77613"/>
                  </a:lnTo>
                  <a:lnTo>
                    <a:pt x="57866" y="76931"/>
                  </a:lnTo>
                  <a:lnTo>
                    <a:pt x="53964" y="74360"/>
                  </a:lnTo>
                  <a:lnTo>
                    <a:pt x="52476" y="75637"/>
                  </a:lnTo>
                  <a:lnTo>
                    <a:pt x="50267" y="77532"/>
                  </a:lnTo>
                  <a:lnTo>
                    <a:pt x="47415" y="80127"/>
                  </a:lnTo>
                  <a:lnTo>
                    <a:pt x="47241" y="80278"/>
                  </a:lnTo>
                  <a:lnTo>
                    <a:pt x="46964" y="79969"/>
                  </a:lnTo>
                  <a:lnTo>
                    <a:pt x="46677" y="79650"/>
                  </a:lnTo>
                  <a:lnTo>
                    <a:pt x="45338" y="78158"/>
                  </a:lnTo>
                  <a:lnTo>
                    <a:pt x="44844" y="77608"/>
                  </a:lnTo>
                  <a:lnTo>
                    <a:pt x="43439" y="76044"/>
                  </a:lnTo>
                  <a:lnTo>
                    <a:pt x="41722" y="75069"/>
                  </a:lnTo>
                  <a:lnTo>
                    <a:pt x="41180" y="74763"/>
                  </a:lnTo>
                  <a:lnTo>
                    <a:pt x="38635" y="73319"/>
                  </a:lnTo>
                  <a:lnTo>
                    <a:pt x="37478" y="72663"/>
                  </a:lnTo>
                  <a:lnTo>
                    <a:pt x="36777" y="72265"/>
                  </a:lnTo>
                  <a:lnTo>
                    <a:pt x="36364" y="72074"/>
                  </a:lnTo>
                  <a:lnTo>
                    <a:pt x="35885" y="71853"/>
                  </a:lnTo>
                  <a:lnTo>
                    <a:pt x="36192" y="71266"/>
                  </a:lnTo>
                  <a:lnTo>
                    <a:pt x="37596" y="68951"/>
                  </a:lnTo>
                  <a:lnTo>
                    <a:pt x="37996" y="68261"/>
                  </a:lnTo>
                  <a:lnTo>
                    <a:pt x="37764" y="68143"/>
                  </a:lnTo>
                  <a:lnTo>
                    <a:pt x="35697" y="67094"/>
                  </a:lnTo>
                  <a:lnTo>
                    <a:pt x="34677" y="66577"/>
                  </a:lnTo>
                  <a:lnTo>
                    <a:pt x="33853" y="66151"/>
                  </a:lnTo>
                  <a:lnTo>
                    <a:pt x="30475" y="64406"/>
                  </a:lnTo>
                  <a:lnTo>
                    <a:pt x="29580" y="63944"/>
                  </a:lnTo>
                  <a:lnTo>
                    <a:pt x="28566" y="63419"/>
                  </a:lnTo>
                  <a:lnTo>
                    <a:pt x="28688" y="61850"/>
                  </a:lnTo>
                  <a:lnTo>
                    <a:pt x="29027" y="61111"/>
                  </a:lnTo>
                  <a:lnTo>
                    <a:pt x="29392" y="60252"/>
                  </a:lnTo>
                  <a:lnTo>
                    <a:pt x="29462" y="59907"/>
                  </a:lnTo>
                  <a:lnTo>
                    <a:pt x="29571" y="59446"/>
                  </a:lnTo>
                  <a:lnTo>
                    <a:pt x="29616" y="59260"/>
                  </a:lnTo>
                  <a:lnTo>
                    <a:pt x="29727" y="58932"/>
                  </a:lnTo>
                  <a:lnTo>
                    <a:pt x="29816" y="58672"/>
                  </a:lnTo>
                  <a:lnTo>
                    <a:pt x="29960" y="58164"/>
                  </a:lnTo>
                  <a:lnTo>
                    <a:pt x="30287" y="57008"/>
                  </a:lnTo>
                  <a:lnTo>
                    <a:pt x="30488" y="56298"/>
                  </a:lnTo>
                  <a:lnTo>
                    <a:pt x="30617" y="55728"/>
                  </a:lnTo>
                  <a:lnTo>
                    <a:pt x="30800" y="54920"/>
                  </a:lnTo>
                  <a:lnTo>
                    <a:pt x="31029" y="53913"/>
                  </a:lnTo>
                  <a:lnTo>
                    <a:pt x="31228" y="52814"/>
                  </a:lnTo>
                  <a:lnTo>
                    <a:pt x="30500" y="51628"/>
                  </a:lnTo>
                  <a:lnTo>
                    <a:pt x="30090" y="50959"/>
                  </a:lnTo>
                  <a:lnTo>
                    <a:pt x="29531" y="50048"/>
                  </a:lnTo>
                  <a:lnTo>
                    <a:pt x="29388" y="49802"/>
                  </a:lnTo>
                  <a:lnTo>
                    <a:pt x="28670" y="48568"/>
                  </a:lnTo>
                  <a:lnTo>
                    <a:pt x="28466" y="48217"/>
                  </a:lnTo>
                  <a:lnTo>
                    <a:pt x="27861" y="47285"/>
                  </a:lnTo>
                  <a:lnTo>
                    <a:pt x="26370" y="44987"/>
                  </a:lnTo>
                  <a:lnTo>
                    <a:pt x="25339" y="43400"/>
                  </a:lnTo>
                  <a:lnTo>
                    <a:pt x="25080" y="43037"/>
                  </a:lnTo>
                  <a:lnTo>
                    <a:pt x="24503" y="42230"/>
                  </a:lnTo>
                  <a:lnTo>
                    <a:pt x="23873" y="41558"/>
                  </a:lnTo>
                  <a:lnTo>
                    <a:pt x="23725" y="41518"/>
                  </a:lnTo>
                  <a:lnTo>
                    <a:pt x="23431" y="41440"/>
                  </a:lnTo>
                  <a:lnTo>
                    <a:pt x="22792" y="41269"/>
                  </a:lnTo>
                  <a:lnTo>
                    <a:pt x="21301" y="41246"/>
                  </a:lnTo>
                  <a:lnTo>
                    <a:pt x="18757" y="41205"/>
                  </a:lnTo>
                  <a:lnTo>
                    <a:pt x="17891" y="41192"/>
                  </a:lnTo>
                  <a:lnTo>
                    <a:pt x="17251" y="41182"/>
                  </a:lnTo>
                  <a:lnTo>
                    <a:pt x="17007" y="41337"/>
                  </a:lnTo>
                  <a:lnTo>
                    <a:pt x="16676" y="41547"/>
                  </a:lnTo>
                  <a:lnTo>
                    <a:pt x="14729" y="42784"/>
                  </a:lnTo>
                  <a:lnTo>
                    <a:pt x="13668" y="43305"/>
                  </a:lnTo>
                  <a:lnTo>
                    <a:pt x="11882" y="43924"/>
                  </a:lnTo>
                  <a:lnTo>
                    <a:pt x="11679" y="41724"/>
                  </a:lnTo>
                  <a:lnTo>
                    <a:pt x="11648" y="41387"/>
                  </a:lnTo>
                  <a:lnTo>
                    <a:pt x="10680" y="39752"/>
                  </a:lnTo>
                  <a:lnTo>
                    <a:pt x="7877" y="38183"/>
                  </a:lnTo>
                  <a:lnTo>
                    <a:pt x="5707" y="37716"/>
                  </a:lnTo>
                  <a:lnTo>
                    <a:pt x="2678" y="38269"/>
                  </a:lnTo>
                  <a:lnTo>
                    <a:pt x="66" y="27669"/>
                  </a:lnTo>
                  <a:lnTo>
                    <a:pt x="0" y="23263"/>
                  </a:lnTo>
                  <a:lnTo>
                    <a:pt x="1101" y="8711"/>
                  </a:lnTo>
                  <a:lnTo>
                    <a:pt x="2503" y="801"/>
                  </a:lnTo>
                  <a:lnTo>
                    <a:pt x="2503" y="0"/>
                  </a:lnTo>
                  <a:lnTo>
                    <a:pt x="9063" y="3933"/>
                  </a:lnTo>
                  <a:lnTo>
                    <a:pt x="11824" y="1097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2958857" y="2057138"/>
              <a:ext cx="62946" cy="74870"/>
            </a:xfrm>
            <a:custGeom>
              <a:avLst/>
              <a:pathLst>
                <a:path w="62946" h="74870">
                  <a:moveTo>
                    <a:pt x="41167" y="2218"/>
                  </a:moveTo>
                  <a:lnTo>
                    <a:pt x="42284" y="3939"/>
                  </a:lnTo>
                  <a:lnTo>
                    <a:pt x="43750" y="6198"/>
                  </a:lnTo>
                  <a:lnTo>
                    <a:pt x="44294" y="7035"/>
                  </a:lnTo>
                  <a:lnTo>
                    <a:pt x="44498" y="7386"/>
                  </a:lnTo>
                  <a:lnTo>
                    <a:pt x="45237" y="8657"/>
                  </a:lnTo>
                  <a:lnTo>
                    <a:pt x="45358" y="8865"/>
                  </a:lnTo>
                  <a:lnTo>
                    <a:pt x="45918" y="9777"/>
                  </a:lnTo>
                  <a:lnTo>
                    <a:pt x="46328" y="10446"/>
                  </a:lnTo>
                  <a:lnTo>
                    <a:pt x="47092" y="11692"/>
                  </a:lnTo>
                  <a:lnTo>
                    <a:pt x="46856" y="12730"/>
                  </a:lnTo>
                  <a:lnTo>
                    <a:pt x="46628" y="13738"/>
                  </a:lnTo>
                  <a:lnTo>
                    <a:pt x="46445" y="14545"/>
                  </a:lnTo>
                  <a:lnTo>
                    <a:pt x="46315" y="15116"/>
                  </a:lnTo>
                  <a:lnTo>
                    <a:pt x="46115" y="15825"/>
                  </a:lnTo>
                  <a:lnTo>
                    <a:pt x="45787" y="16982"/>
                  </a:lnTo>
                  <a:lnTo>
                    <a:pt x="45643" y="17490"/>
                  </a:lnTo>
                  <a:lnTo>
                    <a:pt x="45555" y="17750"/>
                  </a:lnTo>
                  <a:lnTo>
                    <a:pt x="45443" y="18077"/>
                  </a:lnTo>
                  <a:lnTo>
                    <a:pt x="45399" y="18264"/>
                  </a:lnTo>
                  <a:lnTo>
                    <a:pt x="45290" y="18725"/>
                  </a:lnTo>
                  <a:lnTo>
                    <a:pt x="45196" y="19186"/>
                  </a:lnTo>
                  <a:lnTo>
                    <a:pt x="44855" y="19928"/>
                  </a:lnTo>
                  <a:lnTo>
                    <a:pt x="43777" y="21919"/>
                  </a:lnTo>
                  <a:lnTo>
                    <a:pt x="44393" y="22237"/>
                  </a:lnTo>
                  <a:lnTo>
                    <a:pt x="45408" y="22761"/>
                  </a:lnTo>
                  <a:lnTo>
                    <a:pt x="46303" y="23224"/>
                  </a:lnTo>
                  <a:lnTo>
                    <a:pt x="49681" y="24969"/>
                  </a:lnTo>
                  <a:lnTo>
                    <a:pt x="50504" y="25394"/>
                  </a:lnTo>
                  <a:lnTo>
                    <a:pt x="51525" y="25912"/>
                  </a:lnTo>
                  <a:lnTo>
                    <a:pt x="53694" y="27013"/>
                  </a:lnTo>
                  <a:lnTo>
                    <a:pt x="53908" y="27122"/>
                  </a:lnTo>
                  <a:lnTo>
                    <a:pt x="53424" y="27769"/>
                  </a:lnTo>
                  <a:lnTo>
                    <a:pt x="52019" y="30084"/>
                  </a:lnTo>
                  <a:lnTo>
                    <a:pt x="51882" y="30749"/>
                  </a:lnTo>
                  <a:lnTo>
                    <a:pt x="52306" y="30945"/>
                  </a:lnTo>
                  <a:lnTo>
                    <a:pt x="52605" y="31083"/>
                  </a:lnTo>
                  <a:lnTo>
                    <a:pt x="53305" y="31481"/>
                  </a:lnTo>
                  <a:lnTo>
                    <a:pt x="54462" y="32137"/>
                  </a:lnTo>
                  <a:lnTo>
                    <a:pt x="57008" y="33580"/>
                  </a:lnTo>
                  <a:lnTo>
                    <a:pt x="57562" y="33895"/>
                  </a:lnTo>
                  <a:lnTo>
                    <a:pt x="59267" y="34862"/>
                  </a:lnTo>
                  <a:lnTo>
                    <a:pt x="60671" y="36426"/>
                  </a:lnTo>
                  <a:lnTo>
                    <a:pt x="61165" y="36976"/>
                  </a:lnTo>
                  <a:lnTo>
                    <a:pt x="62505" y="38468"/>
                  </a:lnTo>
                  <a:lnTo>
                    <a:pt x="62791" y="38787"/>
                  </a:lnTo>
                  <a:lnTo>
                    <a:pt x="62946" y="39203"/>
                  </a:lnTo>
                  <a:lnTo>
                    <a:pt x="60269" y="41536"/>
                  </a:lnTo>
                  <a:lnTo>
                    <a:pt x="59878" y="41877"/>
                  </a:lnTo>
                  <a:lnTo>
                    <a:pt x="59760" y="42028"/>
                  </a:lnTo>
                  <a:lnTo>
                    <a:pt x="57074" y="45482"/>
                  </a:lnTo>
                  <a:lnTo>
                    <a:pt x="54863" y="48509"/>
                  </a:lnTo>
                  <a:lnTo>
                    <a:pt x="54740" y="48684"/>
                  </a:lnTo>
                  <a:lnTo>
                    <a:pt x="52464" y="51893"/>
                  </a:lnTo>
                  <a:lnTo>
                    <a:pt x="52364" y="52034"/>
                  </a:lnTo>
                  <a:lnTo>
                    <a:pt x="50040" y="55055"/>
                  </a:lnTo>
                  <a:lnTo>
                    <a:pt x="50684" y="55523"/>
                  </a:lnTo>
                  <a:lnTo>
                    <a:pt x="55253" y="58836"/>
                  </a:lnTo>
                  <a:lnTo>
                    <a:pt x="57504" y="60468"/>
                  </a:lnTo>
                  <a:lnTo>
                    <a:pt x="53493" y="65650"/>
                  </a:lnTo>
                  <a:lnTo>
                    <a:pt x="49757" y="67808"/>
                  </a:lnTo>
                  <a:lnTo>
                    <a:pt x="48378" y="68605"/>
                  </a:lnTo>
                  <a:lnTo>
                    <a:pt x="42677" y="71876"/>
                  </a:lnTo>
                  <a:lnTo>
                    <a:pt x="33466" y="72990"/>
                  </a:lnTo>
                  <a:lnTo>
                    <a:pt x="32831" y="74633"/>
                  </a:lnTo>
                  <a:lnTo>
                    <a:pt x="32740" y="74870"/>
                  </a:lnTo>
                  <a:lnTo>
                    <a:pt x="30007" y="74265"/>
                  </a:lnTo>
                  <a:lnTo>
                    <a:pt x="30518" y="71111"/>
                  </a:lnTo>
                  <a:lnTo>
                    <a:pt x="29658" y="71243"/>
                  </a:lnTo>
                  <a:lnTo>
                    <a:pt x="26631" y="71709"/>
                  </a:lnTo>
                  <a:lnTo>
                    <a:pt x="26075" y="71794"/>
                  </a:lnTo>
                  <a:lnTo>
                    <a:pt x="25392" y="68889"/>
                  </a:lnTo>
                  <a:lnTo>
                    <a:pt x="28339" y="67266"/>
                  </a:lnTo>
                  <a:lnTo>
                    <a:pt x="35004" y="66625"/>
                  </a:lnTo>
                  <a:lnTo>
                    <a:pt x="43591" y="56158"/>
                  </a:lnTo>
                  <a:lnTo>
                    <a:pt x="36799" y="50945"/>
                  </a:lnTo>
                  <a:lnTo>
                    <a:pt x="34022" y="50347"/>
                  </a:lnTo>
                  <a:lnTo>
                    <a:pt x="34215" y="49274"/>
                  </a:lnTo>
                  <a:lnTo>
                    <a:pt x="34406" y="48211"/>
                  </a:lnTo>
                  <a:lnTo>
                    <a:pt x="33816" y="47882"/>
                  </a:lnTo>
                  <a:lnTo>
                    <a:pt x="32633" y="47224"/>
                  </a:lnTo>
                  <a:lnTo>
                    <a:pt x="31031" y="46331"/>
                  </a:lnTo>
                  <a:lnTo>
                    <a:pt x="31581" y="45860"/>
                  </a:lnTo>
                  <a:lnTo>
                    <a:pt x="32880" y="44744"/>
                  </a:lnTo>
                  <a:lnTo>
                    <a:pt x="34539" y="43321"/>
                  </a:lnTo>
                  <a:lnTo>
                    <a:pt x="36470" y="41663"/>
                  </a:lnTo>
                  <a:lnTo>
                    <a:pt x="36756" y="41418"/>
                  </a:lnTo>
                  <a:lnTo>
                    <a:pt x="34366" y="39932"/>
                  </a:lnTo>
                  <a:lnTo>
                    <a:pt x="30854" y="37748"/>
                  </a:lnTo>
                  <a:lnTo>
                    <a:pt x="30139" y="37303"/>
                  </a:lnTo>
                  <a:lnTo>
                    <a:pt x="29749" y="37060"/>
                  </a:lnTo>
                  <a:lnTo>
                    <a:pt x="29920" y="35548"/>
                  </a:lnTo>
                  <a:lnTo>
                    <a:pt x="30488" y="30531"/>
                  </a:lnTo>
                  <a:lnTo>
                    <a:pt x="30518" y="30268"/>
                  </a:lnTo>
                  <a:lnTo>
                    <a:pt x="29322" y="28858"/>
                  </a:lnTo>
                  <a:lnTo>
                    <a:pt x="26630" y="28858"/>
                  </a:lnTo>
                  <a:lnTo>
                    <a:pt x="26246" y="30780"/>
                  </a:lnTo>
                  <a:lnTo>
                    <a:pt x="24708" y="30994"/>
                  </a:lnTo>
                  <a:lnTo>
                    <a:pt x="22444" y="34985"/>
                  </a:lnTo>
                  <a:lnTo>
                    <a:pt x="20068" y="34691"/>
                  </a:lnTo>
                  <a:lnTo>
                    <a:pt x="18513" y="31378"/>
                  </a:lnTo>
                  <a:lnTo>
                    <a:pt x="18685" y="30618"/>
                  </a:lnTo>
                  <a:lnTo>
                    <a:pt x="18893" y="29696"/>
                  </a:lnTo>
                  <a:lnTo>
                    <a:pt x="19111" y="28729"/>
                  </a:lnTo>
                  <a:lnTo>
                    <a:pt x="11208" y="25696"/>
                  </a:lnTo>
                  <a:lnTo>
                    <a:pt x="8943" y="23774"/>
                  </a:lnTo>
                  <a:lnTo>
                    <a:pt x="5867" y="23517"/>
                  </a:lnTo>
                  <a:lnTo>
                    <a:pt x="5064" y="24235"/>
                  </a:lnTo>
                  <a:lnTo>
                    <a:pt x="3859" y="25312"/>
                  </a:lnTo>
                  <a:lnTo>
                    <a:pt x="2364" y="23731"/>
                  </a:lnTo>
                  <a:lnTo>
                    <a:pt x="662" y="22343"/>
                  </a:lnTo>
                  <a:lnTo>
                    <a:pt x="0" y="20499"/>
                  </a:lnTo>
                  <a:lnTo>
                    <a:pt x="1969" y="16860"/>
                  </a:lnTo>
                  <a:lnTo>
                    <a:pt x="7635" y="18172"/>
                  </a:lnTo>
                  <a:lnTo>
                    <a:pt x="11694" y="16302"/>
                  </a:lnTo>
                  <a:lnTo>
                    <a:pt x="11254" y="14050"/>
                  </a:lnTo>
                  <a:lnTo>
                    <a:pt x="9184" y="3432"/>
                  </a:lnTo>
                  <a:lnTo>
                    <a:pt x="9859" y="3326"/>
                  </a:lnTo>
                  <a:lnTo>
                    <a:pt x="10422" y="3237"/>
                  </a:lnTo>
                  <a:lnTo>
                    <a:pt x="13203" y="2798"/>
                  </a:lnTo>
                  <a:lnTo>
                    <a:pt x="27507" y="542"/>
                  </a:lnTo>
                  <a:lnTo>
                    <a:pt x="27709" y="2742"/>
                  </a:lnTo>
                  <a:lnTo>
                    <a:pt x="29496" y="2123"/>
                  </a:lnTo>
                  <a:lnTo>
                    <a:pt x="30557" y="1602"/>
                  </a:lnTo>
                  <a:lnTo>
                    <a:pt x="32503" y="365"/>
                  </a:lnTo>
                  <a:lnTo>
                    <a:pt x="32835" y="154"/>
                  </a:lnTo>
                  <a:lnTo>
                    <a:pt x="33079" y="0"/>
                  </a:lnTo>
                  <a:lnTo>
                    <a:pt x="33719" y="10"/>
                  </a:lnTo>
                  <a:lnTo>
                    <a:pt x="34585" y="23"/>
                  </a:lnTo>
                  <a:lnTo>
                    <a:pt x="37129" y="63"/>
                  </a:lnTo>
                  <a:lnTo>
                    <a:pt x="38619" y="87"/>
                  </a:lnTo>
                  <a:lnTo>
                    <a:pt x="39259" y="258"/>
                  </a:lnTo>
                  <a:lnTo>
                    <a:pt x="39553" y="336"/>
                  </a:lnTo>
                  <a:lnTo>
                    <a:pt x="39701" y="376"/>
                  </a:lnTo>
                  <a:lnTo>
                    <a:pt x="40331" y="1048"/>
                  </a:lnTo>
                  <a:lnTo>
                    <a:pt x="40907" y="18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3292963" y="2240751"/>
              <a:ext cx="76003" cy="36563"/>
            </a:xfrm>
            <a:custGeom>
              <a:avLst/>
              <a:pathLst>
                <a:path w="76003" h="36563">
                  <a:moveTo>
                    <a:pt x="25312" y="7069"/>
                  </a:moveTo>
                  <a:lnTo>
                    <a:pt x="26209" y="12004"/>
                  </a:lnTo>
                  <a:lnTo>
                    <a:pt x="27491" y="11651"/>
                  </a:lnTo>
                  <a:lnTo>
                    <a:pt x="27876" y="10209"/>
                  </a:lnTo>
                  <a:lnTo>
                    <a:pt x="29983" y="5042"/>
                  </a:lnTo>
                  <a:lnTo>
                    <a:pt x="31710" y="3584"/>
                  </a:lnTo>
                  <a:lnTo>
                    <a:pt x="33483" y="2327"/>
                  </a:lnTo>
                  <a:lnTo>
                    <a:pt x="34092" y="3035"/>
                  </a:lnTo>
                  <a:lnTo>
                    <a:pt x="35214" y="4342"/>
                  </a:lnTo>
                  <a:lnTo>
                    <a:pt x="34343" y="5372"/>
                  </a:lnTo>
                  <a:lnTo>
                    <a:pt x="35283" y="6184"/>
                  </a:lnTo>
                  <a:lnTo>
                    <a:pt x="35796" y="7166"/>
                  </a:lnTo>
                  <a:lnTo>
                    <a:pt x="37547" y="7508"/>
                  </a:lnTo>
                  <a:lnTo>
                    <a:pt x="38866" y="6845"/>
                  </a:lnTo>
                  <a:lnTo>
                    <a:pt x="40308" y="6204"/>
                  </a:lnTo>
                  <a:lnTo>
                    <a:pt x="41141" y="5916"/>
                  </a:lnTo>
                  <a:lnTo>
                    <a:pt x="42359" y="5435"/>
                  </a:lnTo>
                  <a:lnTo>
                    <a:pt x="42807" y="7069"/>
                  </a:lnTo>
                  <a:lnTo>
                    <a:pt x="41092" y="9202"/>
                  </a:lnTo>
                  <a:lnTo>
                    <a:pt x="45029" y="7374"/>
                  </a:lnTo>
                  <a:lnTo>
                    <a:pt x="49902" y="15251"/>
                  </a:lnTo>
                  <a:lnTo>
                    <a:pt x="56430" y="13096"/>
                  </a:lnTo>
                  <a:lnTo>
                    <a:pt x="55954" y="10989"/>
                  </a:lnTo>
                  <a:lnTo>
                    <a:pt x="56715" y="10852"/>
                  </a:lnTo>
                  <a:lnTo>
                    <a:pt x="61851" y="9927"/>
                  </a:lnTo>
                  <a:lnTo>
                    <a:pt x="61636" y="8725"/>
                  </a:lnTo>
                  <a:lnTo>
                    <a:pt x="64713" y="7577"/>
                  </a:lnTo>
                  <a:lnTo>
                    <a:pt x="69194" y="5905"/>
                  </a:lnTo>
                  <a:lnTo>
                    <a:pt x="76003" y="8041"/>
                  </a:lnTo>
                  <a:lnTo>
                    <a:pt x="73079" y="15588"/>
                  </a:lnTo>
                  <a:lnTo>
                    <a:pt x="66908" y="25283"/>
                  </a:lnTo>
                  <a:lnTo>
                    <a:pt x="65920" y="26485"/>
                  </a:lnTo>
                  <a:lnTo>
                    <a:pt x="65048" y="27802"/>
                  </a:lnTo>
                  <a:lnTo>
                    <a:pt x="64834" y="27215"/>
                  </a:lnTo>
                  <a:lnTo>
                    <a:pt x="65182" y="26093"/>
                  </a:lnTo>
                  <a:lnTo>
                    <a:pt x="65983" y="24091"/>
                  </a:lnTo>
                  <a:lnTo>
                    <a:pt x="66276" y="22862"/>
                  </a:lnTo>
                  <a:lnTo>
                    <a:pt x="66303" y="21794"/>
                  </a:lnTo>
                  <a:lnTo>
                    <a:pt x="65796" y="20806"/>
                  </a:lnTo>
                  <a:lnTo>
                    <a:pt x="65069" y="20178"/>
                  </a:lnTo>
                  <a:lnTo>
                    <a:pt x="60795" y="24048"/>
                  </a:lnTo>
                  <a:lnTo>
                    <a:pt x="59165" y="25641"/>
                  </a:lnTo>
                  <a:lnTo>
                    <a:pt x="58424" y="26364"/>
                  </a:lnTo>
                  <a:lnTo>
                    <a:pt x="57537" y="27231"/>
                  </a:lnTo>
                  <a:lnTo>
                    <a:pt x="57236" y="26997"/>
                  </a:lnTo>
                  <a:lnTo>
                    <a:pt x="57034" y="26841"/>
                  </a:lnTo>
                  <a:lnTo>
                    <a:pt x="53846" y="24718"/>
                  </a:lnTo>
                  <a:lnTo>
                    <a:pt x="51918" y="25693"/>
                  </a:lnTo>
                  <a:lnTo>
                    <a:pt x="49675" y="26034"/>
                  </a:lnTo>
                  <a:lnTo>
                    <a:pt x="48723" y="26060"/>
                  </a:lnTo>
                  <a:lnTo>
                    <a:pt x="48094" y="26077"/>
                  </a:lnTo>
                  <a:lnTo>
                    <a:pt x="46589" y="25283"/>
                  </a:lnTo>
                  <a:lnTo>
                    <a:pt x="45424" y="24667"/>
                  </a:lnTo>
                  <a:lnTo>
                    <a:pt x="44039" y="23976"/>
                  </a:lnTo>
                  <a:lnTo>
                    <a:pt x="43568" y="23986"/>
                  </a:lnTo>
                  <a:lnTo>
                    <a:pt x="42300" y="24014"/>
                  </a:lnTo>
                  <a:lnTo>
                    <a:pt x="40668" y="24128"/>
                  </a:lnTo>
                  <a:lnTo>
                    <a:pt x="39620" y="24151"/>
                  </a:lnTo>
                  <a:lnTo>
                    <a:pt x="39019" y="24319"/>
                  </a:lnTo>
                  <a:lnTo>
                    <a:pt x="37580" y="24217"/>
                  </a:lnTo>
                  <a:lnTo>
                    <a:pt x="37255" y="24194"/>
                  </a:lnTo>
                  <a:lnTo>
                    <a:pt x="37008" y="24177"/>
                  </a:lnTo>
                  <a:lnTo>
                    <a:pt x="36649" y="24164"/>
                  </a:lnTo>
                  <a:lnTo>
                    <a:pt x="36408" y="24170"/>
                  </a:lnTo>
                  <a:lnTo>
                    <a:pt x="34157" y="24612"/>
                  </a:lnTo>
                  <a:lnTo>
                    <a:pt x="33584" y="24724"/>
                  </a:lnTo>
                  <a:lnTo>
                    <a:pt x="32797" y="24878"/>
                  </a:lnTo>
                  <a:lnTo>
                    <a:pt x="31188" y="25439"/>
                  </a:lnTo>
                  <a:lnTo>
                    <a:pt x="30533" y="25668"/>
                  </a:lnTo>
                  <a:lnTo>
                    <a:pt x="27511" y="26721"/>
                  </a:lnTo>
                  <a:lnTo>
                    <a:pt x="26097" y="27323"/>
                  </a:lnTo>
                  <a:lnTo>
                    <a:pt x="25330" y="27650"/>
                  </a:lnTo>
                  <a:lnTo>
                    <a:pt x="22618" y="28961"/>
                  </a:lnTo>
                  <a:lnTo>
                    <a:pt x="21136" y="29868"/>
                  </a:lnTo>
                  <a:lnTo>
                    <a:pt x="20693" y="30345"/>
                  </a:lnTo>
                  <a:lnTo>
                    <a:pt x="18624" y="34918"/>
                  </a:lnTo>
                  <a:lnTo>
                    <a:pt x="18543" y="35099"/>
                  </a:lnTo>
                  <a:lnTo>
                    <a:pt x="15084" y="33710"/>
                  </a:lnTo>
                  <a:lnTo>
                    <a:pt x="14727" y="33567"/>
                  </a:lnTo>
                  <a:lnTo>
                    <a:pt x="11603" y="32398"/>
                  </a:lnTo>
                  <a:lnTo>
                    <a:pt x="11426" y="32745"/>
                  </a:lnTo>
                  <a:lnTo>
                    <a:pt x="9952" y="36121"/>
                  </a:lnTo>
                  <a:lnTo>
                    <a:pt x="9759" y="36563"/>
                  </a:lnTo>
                  <a:lnTo>
                    <a:pt x="9236" y="36206"/>
                  </a:lnTo>
                  <a:lnTo>
                    <a:pt x="7991" y="35414"/>
                  </a:lnTo>
                  <a:lnTo>
                    <a:pt x="2801" y="32114"/>
                  </a:lnTo>
                  <a:lnTo>
                    <a:pt x="2146" y="31747"/>
                  </a:lnTo>
                  <a:lnTo>
                    <a:pt x="2263" y="31575"/>
                  </a:lnTo>
                  <a:lnTo>
                    <a:pt x="2405" y="31346"/>
                  </a:lnTo>
                  <a:lnTo>
                    <a:pt x="2950" y="30468"/>
                  </a:lnTo>
                  <a:lnTo>
                    <a:pt x="3990" y="28792"/>
                  </a:lnTo>
                  <a:lnTo>
                    <a:pt x="7227" y="23576"/>
                  </a:lnTo>
                  <a:lnTo>
                    <a:pt x="9269" y="20285"/>
                  </a:lnTo>
                  <a:lnTo>
                    <a:pt x="10282" y="18652"/>
                  </a:lnTo>
                  <a:lnTo>
                    <a:pt x="9725" y="18346"/>
                  </a:lnTo>
                  <a:lnTo>
                    <a:pt x="8482" y="17591"/>
                  </a:lnTo>
                  <a:lnTo>
                    <a:pt x="8204" y="17423"/>
                  </a:lnTo>
                  <a:lnTo>
                    <a:pt x="6898" y="16630"/>
                  </a:lnTo>
                  <a:lnTo>
                    <a:pt x="6446" y="16350"/>
                  </a:lnTo>
                  <a:lnTo>
                    <a:pt x="6030" y="16111"/>
                  </a:lnTo>
                  <a:lnTo>
                    <a:pt x="5831" y="15995"/>
                  </a:lnTo>
                  <a:lnTo>
                    <a:pt x="4816" y="15410"/>
                  </a:lnTo>
                  <a:lnTo>
                    <a:pt x="4364" y="15149"/>
                  </a:lnTo>
                  <a:lnTo>
                    <a:pt x="3119" y="14426"/>
                  </a:lnTo>
                  <a:lnTo>
                    <a:pt x="2776" y="14203"/>
                  </a:lnTo>
                  <a:lnTo>
                    <a:pt x="2583" y="14078"/>
                  </a:lnTo>
                  <a:lnTo>
                    <a:pt x="1909" y="13639"/>
                  </a:lnTo>
                  <a:lnTo>
                    <a:pt x="1362" y="12905"/>
                  </a:lnTo>
                  <a:lnTo>
                    <a:pt x="785" y="12125"/>
                  </a:lnTo>
                  <a:lnTo>
                    <a:pt x="659" y="11994"/>
                  </a:lnTo>
                  <a:lnTo>
                    <a:pt x="0" y="11308"/>
                  </a:lnTo>
                  <a:lnTo>
                    <a:pt x="1071" y="10937"/>
                  </a:lnTo>
                  <a:lnTo>
                    <a:pt x="1443" y="10807"/>
                  </a:lnTo>
                  <a:lnTo>
                    <a:pt x="2333" y="10379"/>
                  </a:lnTo>
                  <a:lnTo>
                    <a:pt x="2725" y="10191"/>
                  </a:lnTo>
                  <a:lnTo>
                    <a:pt x="3604" y="9513"/>
                  </a:lnTo>
                  <a:lnTo>
                    <a:pt x="4013" y="9279"/>
                  </a:lnTo>
                  <a:lnTo>
                    <a:pt x="5143" y="8635"/>
                  </a:lnTo>
                  <a:lnTo>
                    <a:pt x="5912" y="8197"/>
                  </a:lnTo>
                  <a:lnTo>
                    <a:pt x="7012" y="7674"/>
                  </a:lnTo>
                  <a:lnTo>
                    <a:pt x="7762" y="6996"/>
                  </a:lnTo>
                  <a:lnTo>
                    <a:pt x="8386" y="6210"/>
                  </a:lnTo>
                  <a:lnTo>
                    <a:pt x="9370" y="4972"/>
                  </a:lnTo>
                  <a:lnTo>
                    <a:pt x="11957" y="2515"/>
                  </a:lnTo>
                  <a:lnTo>
                    <a:pt x="15285" y="0"/>
                  </a:lnTo>
                  <a:lnTo>
                    <a:pt x="16697" y="468"/>
                  </a:lnTo>
                  <a:lnTo>
                    <a:pt x="19164" y="1704"/>
                  </a:lnTo>
                  <a:lnTo>
                    <a:pt x="22185" y="3217"/>
                  </a:lnTo>
                  <a:lnTo>
                    <a:pt x="22530" y="3385"/>
                  </a:lnTo>
                  <a:lnTo>
                    <a:pt x="24607" y="46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958392" y="2261540"/>
              <a:ext cx="35618" cy="39529"/>
            </a:xfrm>
            <a:custGeom>
              <a:avLst/>
              <a:pathLst>
                <a:path w="35618" h="39529">
                  <a:moveTo>
                    <a:pt x="25210" y="1313"/>
                  </a:moveTo>
                  <a:lnTo>
                    <a:pt x="27367" y="1077"/>
                  </a:lnTo>
                  <a:lnTo>
                    <a:pt x="28863" y="913"/>
                  </a:lnTo>
                  <a:lnTo>
                    <a:pt x="30161" y="1701"/>
                  </a:lnTo>
                  <a:lnTo>
                    <a:pt x="30737" y="2051"/>
                  </a:lnTo>
                  <a:lnTo>
                    <a:pt x="35618" y="5018"/>
                  </a:lnTo>
                  <a:lnTo>
                    <a:pt x="34687" y="6250"/>
                  </a:lnTo>
                  <a:lnTo>
                    <a:pt x="34262" y="6885"/>
                  </a:lnTo>
                  <a:lnTo>
                    <a:pt x="34151" y="7624"/>
                  </a:lnTo>
                  <a:lnTo>
                    <a:pt x="33686" y="10709"/>
                  </a:lnTo>
                  <a:lnTo>
                    <a:pt x="32608" y="17870"/>
                  </a:lnTo>
                  <a:lnTo>
                    <a:pt x="32181" y="20704"/>
                  </a:lnTo>
                  <a:lnTo>
                    <a:pt x="32013" y="21825"/>
                  </a:lnTo>
                  <a:lnTo>
                    <a:pt x="31790" y="23301"/>
                  </a:lnTo>
                  <a:lnTo>
                    <a:pt x="30927" y="23785"/>
                  </a:lnTo>
                  <a:lnTo>
                    <a:pt x="30102" y="24247"/>
                  </a:lnTo>
                  <a:lnTo>
                    <a:pt x="29669" y="31073"/>
                  </a:lnTo>
                  <a:lnTo>
                    <a:pt x="29634" y="31619"/>
                  </a:lnTo>
                  <a:lnTo>
                    <a:pt x="29612" y="31962"/>
                  </a:lnTo>
                  <a:lnTo>
                    <a:pt x="29562" y="32638"/>
                  </a:lnTo>
                  <a:lnTo>
                    <a:pt x="29278" y="36448"/>
                  </a:lnTo>
                  <a:lnTo>
                    <a:pt x="29240" y="37352"/>
                  </a:lnTo>
                  <a:lnTo>
                    <a:pt x="29149" y="39529"/>
                  </a:lnTo>
                  <a:lnTo>
                    <a:pt x="23802" y="39204"/>
                  </a:lnTo>
                  <a:lnTo>
                    <a:pt x="20684" y="37710"/>
                  </a:lnTo>
                  <a:lnTo>
                    <a:pt x="19723" y="38244"/>
                  </a:lnTo>
                  <a:lnTo>
                    <a:pt x="19109" y="38111"/>
                  </a:lnTo>
                  <a:lnTo>
                    <a:pt x="17640" y="36001"/>
                  </a:lnTo>
                  <a:lnTo>
                    <a:pt x="16679" y="34933"/>
                  </a:lnTo>
                  <a:lnTo>
                    <a:pt x="15718" y="34613"/>
                  </a:lnTo>
                  <a:lnTo>
                    <a:pt x="14329" y="36509"/>
                  </a:lnTo>
                  <a:lnTo>
                    <a:pt x="13650" y="37720"/>
                  </a:lnTo>
                  <a:lnTo>
                    <a:pt x="13385" y="38194"/>
                  </a:lnTo>
                  <a:lnTo>
                    <a:pt x="12569" y="37921"/>
                  </a:lnTo>
                  <a:lnTo>
                    <a:pt x="10700" y="37294"/>
                  </a:lnTo>
                  <a:lnTo>
                    <a:pt x="8986" y="36381"/>
                  </a:lnTo>
                  <a:lnTo>
                    <a:pt x="7408" y="35264"/>
                  </a:lnTo>
                  <a:lnTo>
                    <a:pt x="6018" y="34538"/>
                  </a:lnTo>
                  <a:lnTo>
                    <a:pt x="5411" y="34521"/>
                  </a:lnTo>
                  <a:lnTo>
                    <a:pt x="5241" y="34516"/>
                  </a:lnTo>
                  <a:lnTo>
                    <a:pt x="4649" y="34720"/>
                  </a:lnTo>
                  <a:lnTo>
                    <a:pt x="3748" y="32587"/>
                  </a:lnTo>
                  <a:lnTo>
                    <a:pt x="0" y="28614"/>
                  </a:lnTo>
                  <a:lnTo>
                    <a:pt x="748" y="28295"/>
                  </a:lnTo>
                  <a:lnTo>
                    <a:pt x="1091" y="28150"/>
                  </a:lnTo>
                  <a:lnTo>
                    <a:pt x="2082" y="27728"/>
                  </a:lnTo>
                  <a:lnTo>
                    <a:pt x="2991" y="27349"/>
                  </a:lnTo>
                  <a:lnTo>
                    <a:pt x="3351" y="27199"/>
                  </a:lnTo>
                  <a:lnTo>
                    <a:pt x="4094" y="26992"/>
                  </a:lnTo>
                  <a:lnTo>
                    <a:pt x="4794" y="26796"/>
                  </a:lnTo>
                  <a:lnTo>
                    <a:pt x="5133" y="26782"/>
                  </a:lnTo>
                  <a:lnTo>
                    <a:pt x="6707" y="26713"/>
                  </a:lnTo>
                  <a:lnTo>
                    <a:pt x="6998" y="26905"/>
                  </a:lnTo>
                  <a:lnTo>
                    <a:pt x="9698" y="28689"/>
                  </a:lnTo>
                  <a:lnTo>
                    <a:pt x="10157" y="27087"/>
                  </a:lnTo>
                  <a:lnTo>
                    <a:pt x="10502" y="25040"/>
                  </a:lnTo>
                  <a:lnTo>
                    <a:pt x="10989" y="22155"/>
                  </a:lnTo>
                  <a:lnTo>
                    <a:pt x="11632" y="18338"/>
                  </a:lnTo>
                  <a:lnTo>
                    <a:pt x="11674" y="18094"/>
                  </a:lnTo>
                  <a:lnTo>
                    <a:pt x="11951" y="15925"/>
                  </a:lnTo>
                  <a:lnTo>
                    <a:pt x="7978" y="15402"/>
                  </a:lnTo>
                  <a:lnTo>
                    <a:pt x="7796" y="13379"/>
                  </a:lnTo>
                  <a:lnTo>
                    <a:pt x="8182" y="13347"/>
                  </a:lnTo>
                  <a:lnTo>
                    <a:pt x="7867" y="6769"/>
                  </a:lnTo>
                  <a:lnTo>
                    <a:pt x="7537" y="6722"/>
                  </a:lnTo>
                  <a:lnTo>
                    <a:pt x="7526" y="6566"/>
                  </a:lnTo>
                  <a:lnTo>
                    <a:pt x="7329" y="3943"/>
                  </a:lnTo>
                  <a:lnTo>
                    <a:pt x="7343" y="621"/>
                  </a:lnTo>
                  <a:lnTo>
                    <a:pt x="8805" y="214"/>
                  </a:lnTo>
                  <a:lnTo>
                    <a:pt x="17745" y="0"/>
                  </a:lnTo>
                  <a:lnTo>
                    <a:pt x="19054" y="230"/>
                  </a:lnTo>
                  <a:lnTo>
                    <a:pt x="19596" y="325"/>
                  </a:lnTo>
                  <a:lnTo>
                    <a:pt x="21968" y="743"/>
                  </a:lnTo>
                  <a:lnTo>
                    <a:pt x="22650" y="8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3084982" y="4598425"/>
              <a:ext cx="88867" cy="143970"/>
            </a:xfrm>
            <a:custGeom>
              <a:avLst/>
              <a:pathLst>
                <a:path w="88867" h="143970">
                  <a:moveTo>
                    <a:pt x="75413" y="16346"/>
                  </a:moveTo>
                  <a:lnTo>
                    <a:pt x="75581" y="16740"/>
                  </a:lnTo>
                  <a:lnTo>
                    <a:pt x="75653" y="16936"/>
                  </a:lnTo>
                  <a:lnTo>
                    <a:pt x="75730" y="17145"/>
                  </a:lnTo>
                  <a:lnTo>
                    <a:pt x="75855" y="17552"/>
                  </a:lnTo>
                  <a:lnTo>
                    <a:pt x="75960" y="17967"/>
                  </a:lnTo>
                  <a:lnTo>
                    <a:pt x="76044" y="18386"/>
                  </a:lnTo>
                  <a:lnTo>
                    <a:pt x="77593" y="20789"/>
                  </a:lnTo>
                  <a:lnTo>
                    <a:pt x="77743" y="21399"/>
                  </a:lnTo>
                  <a:lnTo>
                    <a:pt x="77936" y="21997"/>
                  </a:lnTo>
                  <a:lnTo>
                    <a:pt x="78169" y="22578"/>
                  </a:lnTo>
                  <a:lnTo>
                    <a:pt x="78442" y="23141"/>
                  </a:lnTo>
                  <a:lnTo>
                    <a:pt x="78775" y="23720"/>
                  </a:lnTo>
                  <a:lnTo>
                    <a:pt x="79151" y="24273"/>
                  </a:lnTo>
                  <a:lnTo>
                    <a:pt x="79542" y="24768"/>
                  </a:lnTo>
                  <a:lnTo>
                    <a:pt x="79787" y="24962"/>
                  </a:lnTo>
                  <a:lnTo>
                    <a:pt x="80002" y="25189"/>
                  </a:lnTo>
                  <a:lnTo>
                    <a:pt x="80171" y="25425"/>
                  </a:lnTo>
                  <a:lnTo>
                    <a:pt x="80308" y="25681"/>
                  </a:lnTo>
                  <a:lnTo>
                    <a:pt x="80396" y="25907"/>
                  </a:lnTo>
                  <a:lnTo>
                    <a:pt x="80458" y="26141"/>
                  </a:lnTo>
                  <a:lnTo>
                    <a:pt x="80495" y="26381"/>
                  </a:lnTo>
                  <a:lnTo>
                    <a:pt x="80503" y="26690"/>
                  </a:lnTo>
                  <a:lnTo>
                    <a:pt x="80380" y="27264"/>
                  </a:lnTo>
                  <a:lnTo>
                    <a:pt x="80284" y="27841"/>
                  </a:lnTo>
                  <a:lnTo>
                    <a:pt x="80218" y="28377"/>
                  </a:lnTo>
                  <a:lnTo>
                    <a:pt x="80175" y="28919"/>
                  </a:lnTo>
                  <a:lnTo>
                    <a:pt x="80154" y="29475"/>
                  </a:lnTo>
                  <a:lnTo>
                    <a:pt x="80157" y="30035"/>
                  </a:lnTo>
                  <a:lnTo>
                    <a:pt x="80185" y="30593"/>
                  </a:lnTo>
                  <a:lnTo>
                    <a:pt x="80276" y="31258"/>
                  </a:lnTo>
                  <a:lnTo>
                    <a:pt x="80583" y="32085"/>
                  </a:lnTo>
                  <a:lnTo>
                    <a:pt x="81003" y="33069"/>
                  </a:lnTo>
                  <a:lnTo>
                    <a:pt x="81081" y="33235"/>
                  </a:lnTo>
                  <a:lnTo>
                    <a:pt x="81646" y="34594"/>
                  </a:lnTo>
                  <a:lnTo>
                    <a:pt x="82073" y="35342"/>
                  </a:lnTo>
                  <a:lnTo>
                    <a:pt x="82864" y="35961"/>
                  </a:lnTo>
                  <a:lnTo>
                    <a:pt x="83675" y="36495"/>
                  </a:lnTo>
                  <a:lnTo>
                    <a:pt x="84103" y="36623"/>
                  </a:lnTo>
                  <a:lnTo>
                    <a:pt x="84059" y="37414"/>
                  </a:lnTo>
                  <a:lnTo>
                    <a:pt x="83932" y="39742"/>
                  </a:lnTo>
                  <a:lnTo>
                    <a:pt x="83953" y="40874"/>
                  </a:lnTo>
                  <a:lnTo>
                    <a:pt x="84487" y="42882"/>
                  </a:lnTo>
                  <a:lnTo>
                    <a:pt x="85031" y="43788"/>
                  </a:lnTo>
                  <a:lnTo>
                    <a:pt x="85485" y="44545"/>
                  </a:lnTo>
                  <a:lnTo>
                    <a:pt x="85636" y="44779"/>
                  </a:lnTo>
                  <a:lnTo>
                    <a:pt x="85886" y="45169"/>
                  </a:lnTo>
                  <a:lnTo>
                    <a:pt x="86212" y="45674"/>
                  </a:lnTo>
                  <a:lnTo>
                    <a:pt x="87976" y="48414"/>
                  </a:lnTo>
                  <a:lnTo>
                    <a:pt x="88273" y="48764"/>
                  </a:lnTo>
                  <a:lnTo>
                    <a:pt x="88485" y="49015"/>
                  </a:lnTo>
                  <a:lnTo>
                    <a:pt x="88719" y="49292"/>
                  </a:lnTo>
                  <a:lnTo>
                    <a:pt x="88787" y="49498"/>
                  </a:lnTo>
                  <a:lnTo>
                    <a:pt x="88834" y="49710"/>
                  </a:lnTo>
                  <a:lnTo>
                    <a:pt x="88861" y="49924"/>
                  </a:lnTo>
                  <a:lnTo>
                    <a:pt x="88867" y="50140"/>
                  </a:lnTo>
                  <a:lnTo>
                    <a:pt x="88852" y="50357"/>
                  </a:lnTo>
                  <a:lnTo>
                    <a:pt x="88817" y="50570"/>
                  </a:lnTo>
                  <a:lnTo>
                    <a:pt x="88762" y="50779"/>
                  </a:lnTo>
                  <a:lnTo>
                    <a:pt x="88688" y="50982"/>
                  </a:lnTo>
                  <a:lnTo>
                    <a:pt x="88304" y="51547"/>
                  </a:lnTo>
                  <a:lnTo>
                    <a:pt x="87899" y="52094"/>
                  </a:lnTo>
                  <a:lnTo>
                    <a:pt x="87473" y="52624"/>
                  </a:lnTo>
                  <a:lnTo>
                    <a:pt x="87024" y="53136"/>
                  </a:lnTo>
                  <a:lnTo>
                    <a:pt x="86667" y="53515"/>
                  </a:lnTo>
                  <a:lnTo>
                    <a:pt x="86300" y="53882"/>
                  </a:lnTo>
                  <a:lnTo>
                    <a:pt x="86179" y="54174"/>
                  </a:lnTo>
                  <a:lnTo>
                    <a:pt x="86060" y="54463"/>
                  </a:lnTo>
                  <a:lnTo>
                    <a:pt x="85652" y="55455"/>
                  </a:lnTo>
                  <a:lnTo>
                    <a:pt x="84521" y="58202"/>
                  </a:lnTo>
                  <a:lnTo>
                    <a:pt x="84239" y="58970"/>
                  </a:lnTo>
                  <a:lnTo>
                    <a:pt x="83816" y="60125"/>
                  </a:lnTo>
                  <a:lnTo>
                    <a:pt x="82967" y="62492"/>
                  </a:lnTo>
                  <a:lnTo>
                    <a:pt x="82902" y="62672"/>
                  </a:lnTo>
                  <a:lnTo>
                    <a:pt x="82856" y="62810"/>
                  </a:lnTo>
                  <a:lnTo>
                    <a:pt x="82271" y="64554"/>
                  </a:lnTo>
                  <a:lnTo>
                    <a:pt x="82085" y="65107"/>
                  </a:lnTo>
                  <a:lnTo>
                    <a:pt x="82021" y="65476"/>
                  </a:lnTo>
                  <a:lnTo>
                    <a:pt x="81909" y="66165"/>
                  </a:lnTo>
                  <a:lnTo>
                    <a:pt x="82165" y="67607"/>
                  </a:lnTo>
                  <a:lnTo>
                    <a:pt x="82278" y="68648"/>
                  </a:lnTo>
                  <a:lnTo>
                    <a:pt x="82134" y="68990"/>
                  </a:lnTo>
                  <a:lnTo>
                    <a:pt x="81726" y="69956"/>
                  </a:lnTo>
                  <a:lnTo>
                    <a:pt x="81012" y="71564"/>
                  </a:lnTo>
                  <a:lnTo>
                    <a:pt x="80868" y="72333"/>
                  </a:lnTo>
                  <a:lnTo>
                    <a:pt x="80804" y="73646"/>
                  </a:lnTo>
                  <a:lnTo>
                    <a:pt x="80355" y="75313"/>
                  </a:lnTo>
                  <a:lnTo>
                    <a:pt x="79527" y="76830"/>
                  </a:lnTo>
                  <a:lnTo>
                    <a:pt x="78774" y="78201"/>
                  </a:lnTo>
                  <a:lnTo>
                    <a:pt x="78336" y="78998"/>
                  </a:lnTo>
                  <a:lnTo>
                    <a:pt x="78249" y="79155"/>
                  </a:lnTo>
                  <a:lnTo>
                    <a:pt x="77886" y="79809"/>
                  </a:lnTo>
                  <a:lnTo>
                    <a:pt x="76957" y="81480"/>
                  </a:lnTo>
                  <a:lnTo>
                    <a:pt x="76787" y="81787"/>
                  </a:lnTo>
                  <a:lnTo>
                    <a:pt x="76638" y="81715"/>
                  </a:lnTo>
                  <a:lnTo>
                    <a:pt x="74996" y="80923"/>
                  </a:lnTo>
                  <a:lnTo>
                    <a:pt x="74169" y="82671"/>
                  </a:lnTo>
                  <a:lnTo>
                    <a:pt x="73193" y="84732"/>
                  </a:lnTo>
                  <a:lnTo>
                    <a:pt x="71443" y="88430"/>
                  </a:lnTo>
                  <a:lnTo>
                    <a:pt x="71367" y="88590"/>
                  </a:lnTo>
                  <a:lnTo>
                    <a:pt x="70886" y="89608"/>
                  </a:lnTo>
                  <a:lnTo>
                    <a:pt x="70654" y="90270"/>
                  </a:lnTo>
                  <a:lnTo>
                    <a:pt x="70454" y="90841"/>
                  </a:lnTo>
                  <a:lnTo>
                    <a:pt x="69969" y="94291"/>
                  </a:lnTo>
                  <a:lnTo>
                    <a:pt x="69280" y="94231"/>
                  </a:lnTo>
                  <a:lnTo>
                    <a:pt x="68159" y="99015"/>
                  </a:lnTo>
                  <a:lnTo>
                    <a:pt x="68193" y="99178"/>
                  </a:lnTo>
                  <a:lnTo>
                    <a:pt x="69139" y="103784"/>
                  </a:lnTo>
                  <a:lnTo>
                    <a:pt x="69308" y="104609"/>
                  </a:lnTo>
                  <a:lnTo>
                    <a:pt x="69590" y="105979"/>
                  </a:lnTo>
                  <a:lnTo>
                    <a:pt x="69475" y="106295"/>
                  </a:lnTo>
                  <a:lnTo>
                    <a:pt x="68847" y="108030"/>
                  </a:lnTo>
                  <a:lnTo>
                    <a:pt x="68078" y="109968"/>
                  </a:lnTo>
                  <a:lnTo>
                    <a:pt x="67911" y="110332"/>
                  </a:lnTo>
                  <a:lnTo>
                    <a:pt x="67819" y="110658"/>
                  </a:lnTo>
                  <a:lnTo>
                    <a:pt x="67774" y="110993"/>
                  </a:lnTo>
                  <a:lnTo>
                    <a:pt x="68787" y="114007"/>
                  </a:lnTo>
                  <a:lnTo>
                    <a:pt x="69565" y="116322"/>
                  </a:lnTo>
                  <a:lnTo>
                    <a:pt x="69713" y="116761"/>
                  </a:lnTo>
                  <a:lnTo>
                    <a:pt x="69845" y="117425"/>
                  </a:lnTo>
                  <a:lnTo>
                    <a:pt x="69999" y="118079"/>
                  </a:lnTo>
                  <a:lnTo>
                    <a:pt x="70174" y="118730"/>
                  </a:lnTo>
                  <a:lnTo>
                    <a:pt x="70369" y="119372"/>
                  </a:lnTo>
                  <a:lnTo>
                    <a:pt x="70658" y="119759"/>
                  </a:lnTo>
                  <a:lnTo>
                    <a:pt x="70835" y="119943"/>
                  </a:lnTo>
                  <a:lnTo>
                    <a:pt x="71101" y="120200"/>
                  </a:lnTo>
                  <a:lnTo>
                    <a:pt x="71161" y="120328"/>
                  </a:lnTo>
                  <a:lnTo>
                    <a:pt x="71240" y="120631"/>
                  </a:lnTo>
                  <a:lnTo>
                    <a:pt x="71047" y="120752"/>
                  </a:lnTo>
                  <a:lnTo>
                    <a:pt x="70053" y="121349"/>
                  </a:lnTo>
                  <a:lnTo>
                    <a:pt x="68377" y="122354"/>
                  </a:lnTo>
                  <a:lnTo>
                    <a:pt x="63095" y="124510"/>
                  </a:lnTo>
                  <a:lnTo>
                    <a:pt x="63166" y="124678"/>
                  </a:lnTo>
                  <a:lnTo>
                    <a:pt x="63422" y="125281"/>
                  </a:lnTo>
                  <a:lnTo>
                    <a:pt x="63828" y="126237"/>
                  </a:lnTo>
                  <a:lnTo>
                    <a:pt x="64109" y="126900"/>
                  </a:lnTo>
                  <a:lnTo>
                    <a:pt x="64171" y="127045"/>
                  </a:lnTo>
                  <a:lnTo>
                    <a:pt x="64461" y="127715"/>
                  </a:lnTo>
                  <a:lnTo>
                    <a:pt x="64647" y="128144"/>
                  </a:lnTo>
                  <a:lnTo>
                    <a:pt x="64938" y="128814"/>
                  </a:lnTo>
                  <a:lnTo>
                    <a:pt x="65361" y="130705"/>
                  </a:lnTo>
                  <a:lnTo>
                    <a:pt x="65556" y="131578"/>
                  </a:lnTo>
                  <a:lnTo>
                    <a:pt x="66000" y="133295"/>
                  </a:lnTo>
                  <a:lnTo>
                    <a:pt x="66299" y="134451"/>
                  </a:lnTo>
                  <a:lnTo>
                    <a:pt x="66443" y="135007"/>
                  </a:lnTo>
                  <a:lnTo>
                    <a:pt x="66595" y="135317"/>
                  </a:lnTo>
                  <a:lnTo>
                    <a:pt x="66772" y="135612"/>
                  </a:lnTo>
                  <a:lnTo>
                    <a:pt x="66973" y="135892"/>
                  </a:lnTo>
                  <a:lnTo>
                    <a:pt x="67198" y="136153"/>
                  </a:lnTo>
                  <a:lnTo>
                    <a:pt x="70312" y="139212"/>
                  </a:lnTo>
                  <a:lnTo>
                    <a:pt x="69543" y="140038"/>
                  </a:lnTo>
                  <a:lnTo>
                    <a:pt x="69164" y="140445"/>
                  </a:lnTo>
                  <a:lnTo>
                    <a:pt x="68843" y="140790"/>
                  </a:lnTo>
                  <a:lnTo>
                    <a:pt x="68446" y="141216"/>
                  </a:lnTo>
                  <a:lnTo>
                    <a:pt x="66827" y="142954"/>
                  </a:lnTo>
                  <a:lnTo>
                    <a:pt x="65710" y="143970"/>
                  </a:lnTo>
                  <a:lnTo>
                    <a:pt x="61082" y="139223"/>
                  </a:lnTo>
                  <a:lnTo>
                    <a:pt x="60889" y="139025"/>
                  </a:lnTo>
                  <a:lnTo>
                    <a:pt x="58989" y="137076"/>
                  </a:lnTo>
                  <a:lnTo>
                    <a:pt x="57469" y="135518"/>
                  </a:lnTo>
                  <a:lnTo>
                    <a:pt x="56656" y="134683"/>
                  </a:lnTo>
                  <a:lnTo>
                    <a:pt x="53162" y="131101"/>
                  </a:lnTo>
                  <a:lnTo>
                    <a:pt x="49288" y="127119"/>
                  </a:lnTo>
                  <a:lnTo>
                    <a:pt x="48400" y="126123"/>
                  </a:lnTo>
                  <a:lnTo>
                    <a:pt x="43980" y="121162"/>
                  </a:lnTo>
                  <a:lnTo>
                    <a:pt x="40770" y="117559"/>
                  </a:lnTo>
                  <a:lnTo>
                    <a:pt x="41107" y="117283"/>
                  </a:lnTo>
                  <a:lnTo>
                    <a:pt x="43084" y="115661"/>
                  </a:lnTo>
                  <a:lnTo>
                    <a:pt x="43178" y="115297"/>
                  </a:lnTo>
                  <a:lnTo>
                    <a:pt x="43267" y="114952"/>
                  </a:lnTo>
                  <a:lnTo>
                    <a:pt x="43283" y="113728"/>
                  </a:lnTo>
                  <a:lnTo>
                    <a:pt x="43300" y="112522"/>
                  </a:lnTo>
                  <a:lnTo>
                    <a:pt x="43340" y="109566"/>
                  </a:lnTo>
                  <a:lnTo>
                    <a:pt x="43331" y="104768"/>
                  </a:lnTo>
                  <a:lnTo>
                    <a:pt x="43282" y="104051"/>
                  </a:lnTo>
                  <a:lnTo>
                    <a:pt x="43254" y="103632"/>
                  </a:lnTo>
                  <a:lnTo>
                    <a:pt x="40543" y="100841"/>
                  </a:lnTo>
                  <a:lnTo>
                    <a:pt x="37753" y="97813"/>
                  </a:lnTo>
                  <a:lnTo>
                    <a:pt x="33009" y="92664"/>
                  </a:lnTo>
                  <a:lnTo>
                    <a:pt x="31973" y="91539"/>
                  </a:lnTo>
                  <a:lnTo>
                    <a:pt x="33217" y="85054"/>
                  </a:lnTo>
                  <a:lnTo>
                    <a:pt x="32637" y="84380"/>
                  </a:lnTo>
                  <a:lnTo>
                    <a:pt x="31933" y="83561"/>
                  </a:lnTo>
                  <a:lnTo>
                    <a:pt x="28582" y="79664"/>
                  </a:lnTo>
                  <a:lnTo>
                    <a:pt x="25613" y="76211"/>
                  </a:lnTo>
                  <a:lnTo>
                    <a:pt x="19157" y="69142"/>
                  </a:lnTo>
                  <a:lnTo>
                    <a:pt x="17058" y="66636"/>
                  </a:lnTo>
                  <a:lnTo>
                    <a:pt x="16407" y="65858"/>
                  </a:lnTo>
                  <a:lnTo>
                    <a:pt x="15272" y="64501"/>
                  </a:lnTo>
                  <a:lnTo>
                    <a:pt x="14747" y="63850"/>
                  </a:lnTo>
                  <a:lnTo>
                    <a:pt x="14263" y="63250"/>
                  </a:lnTo>
                  <a:lnTo>
                    <a:pt x="12523" y="62031"/>
                  </a:lnTo>
                  <a:lnTo>
                    <a:pt x="11341" y="61454"/>
                  </a:lnTo>
                  <a:lnTo>
                    <a:pt x="10150" y="60779"/>
                  </a:lnTo>
                  <a:lnTo>
                    <a:pt x="8830" y="60059"/>
                  </a:lnTo>
                  <a:lnTo>
                    <a:pt x="8353" y="59800"/>
                  </a:lnTo>
                  <a:lnTo>
                    <a:pt x="6407" y="58805"/>
                  </a:lnTo>
                  <a:lnTo>
                    <a:pt x="3993" y="57630"/>
                  </a:lnTo>
                  <a:lnTo>
                    <a:pt x="758" y="56422"/>
                  </a:lnTo>
                  <a:lnTo>
                    <a:pt x="0" y="55817"/>
                  </a:lnTo>
                  <a:lnTo>
                    <a:pt x="641" y="55127"/>
                  </a:lnTo>
                  <a:lnTo>
                    <a:pt x="1676" y="53453"/>
                  </a:lnTo>
                  <a:lnTo>
                    <a:pt x="2250" y="50776"/>
                  </a:lnTo>
                  <a:lnTo>
                    <a:pt x="2587" y="45116"/>
                  </a:lnTo>
                  <a:lnTo>
                    <a:pt x="6741" y="38132"/>
                  </a:lnTo>
                  <a:lnTo>
                    <a:pt x="7682" y="35475"/>
                  </a:lnTo>
                  <a:lnTo>
                    <a:pt x="9287" y="32248"/>
                  </a:lnTo>
                  <a:lnTo>
                    <a:pt x="10706" y="29112"/>
                  </a:lnTo>
                  <a:lnTo>
                    <a:pt x="11606" y="27274"/>
                  </a:lnTo>
                  <a:lnTo>
                    <a:pt x="12650" y="25142"/>
                  </a:lnTo>
                  <a:lnTo>
                    <a:pt x="14793" y="20779"/>
                  </a:lnTo>
                  <a:lnTo>
                    <a:pt x="17104" y="16659"/>
                  </a:lnTo>
                  <a:lnTo>
                    <a:pt x="19935" y="12105"/>
                  </a:lnTo>
                  <a:lnTo>
                    <a:pt x="22659" y="9532"/>
                  </a:lnTo>
                  <a:lnTo>
                    <a:pt x="25316" y="7045"/>
                  </a:lnTo>
                  <a:lnTo>
                    <a:pt x="26158" y="6281"/>
                  </a:lnTo>
                  <a:lnTo>
                    <a:pt x="29136" y="5252"/>
                  </a:lnTo>
                  <a:lnTo>
                    <a:pt x="34199" y="3704"/>
                  </a:lnTo>
                  <a:lnTo>
                    <a:pt x="36303" y="3095"/>
                  </a:lnTo>
                  <a:lnTo>
                    <a:pt x="38701" y="2401"/>
                  </a:lnTo>
                  <a:lnTo>
                    <a:pt x="40590" y="2608"/>
                  </a:lnTo>
                  <a:lnTo>
                    <a:pt x="43838" y="4000"/>
                  </a:lnTo>
                  <a:lnTo>
                    <a:pt x="43786" y="4365"/>
                  </a:lnTo>
                  <a:lnTo>
                    <a:pt x="43761" y="4752"/>
                  </a:lnTo>
                  <a:lnTo>
                    <a:pt x="47579" y="6184"/>
                  </a:lnTo>
                  <a:lnTo>
                    <a:pt x="48939" y="6693"/>
                  </a:lnTo>
                  <a:lnTo>
                    <a:pt x="48735" y="7297"/>
                  </a:lnTo>
                  <a:lnTo>
                    <a:pt x="48667" y="7501"/>
                  </a:lnTo>
                  <a:lnTo>
                    <a:pt x="49864" y="8030"/>
                  </a:lnTo>
                  <a:lnTo>
                    <a:pt x="51002" y="8576"/>
                  </a:lnTo>
                  <a:lnTo>
                    <a:pt x="51592" y="8833"/>
                  </a:lnTo>
                  <a:lnTo>
                    <a:pt x="51852" y="8947"/>
                  </a:lnTo>
                  <a:lnTo>
                    <a:pt x="52253" y="8385"/>
                  </a:lnTo>
                  <a:lnTo>
                    <a:pt x="53952" y="8857"/>
                  </a:lnTo>
                  <a:lnTo>
                    <a:pt x="56855" y="9663"/>
                  </a:lnTo>
                  <a:lnTo>
                    <a:pt x="58264" y="10072"/>
                  </a:lnTo>
                  <a:lnTo>
                    <a:pt x="59136" y="10300"/>
                  </a:lnTo>
                  <a:lnTo>
                    <a:pt x="60162" y="10569"/>
                  </a:lnTo>
                  <a:lnTo>
                    <a:pt x="60318" y="10579"/>
                  </a:lnTo>
                  <a:lnTo>
                    <a:pt x="60340" y="12404"/>
                  </a:lnTo>
                  <a:lnTo>
                    <a:pt x="60346" y="12909"/>
                  </a:lnTo>
                  <a:lnTo>
                    <a:pt x="60313" y="13182"/>
                  </a:lnTo>
                  <a:lnTo>
                    <a:pt x="60006" y="15730"/>
                  </a:lnTo>
                  <a:lnTo>
                    <a:pt x="60792" y="15852"/>
                  </a:lnTo>
                  <a:lnTo>
                    <a:pt x="62172" y="16068"/>
                  </a:lnTo>
                  <a:lnTo>
                    <a:pt x="64415" y="16260"/>
                  </a:lnTo>
                  <a:lnTo>
                    <a:pt x="67688" y="16578"/>
                  </a:lnTo>
                  <a:lnTo>
                    <a:pt x="67668" y="13981"/>
                  </a:lnTo>
                  <a:lnTo>
                    <a:pt x="67667" y="13761"/>
                  </a:lnTo>
                  <a:lnTo>
                    <a:pt x="67652" y="11799"/>
                  </a:lnTo>
                  <a:lnTo>
                    <a:pt x="67646" y="11074"/>
                  </a:lnTo>
                  <a:lnTo>
                    <a:pt x="67643" y="10660"/>
                  </a:lnTo>
                  <a:lnTo>
                    <a:pt x="67763" y="8355"/>
                  </a:lnTo>
                  <a:lnTo>
                    <a:pt x="67776" y="8092"/>
                  </a:lnTo>
                  <a:lnTo>
                    <a:pt x="67787" y="7873"/>
                  </a:lnTo>
                  <a:lnTo>
                    <a:pt x="67907" y="6016"/>
                  </a:lnTo>
                  <a:lnTo>
                    <a:pt x="68141" y="2380"/>
                  </a:lnTo>
                  <a:lnTo>
                    <a:pt x="68295" y="0"/>
                  </a:lnTo>
                  <a:lnTo>
                    <a:pt x="70663" y="229"/>
                  </a:lnTo>
                  <a:lnTo>
                    <a:pt x="70844" y="1242"/>
                  </a:lnTo>
                  <a:lnTo>
                    <a:pt x="70848" y="2470"/>
                  </a:lnTo>
                  <a:lnTo>
                    <a:pt x="70843" y="3597"/>
                  </a:lnTo>
                  <a:lnTo>
                    <a:pt x="70832" y="5882"/>
                  </a:lnTo>
                  <a:lnTo>
                    <a:pt x="70848" y="6016"/>
                  </a:lnTo>
                  <a:lnTo>
                    <a:pt x="71057" y="7813"/>
                  </a:lnTo>
                  <a:lnTo>
                    <a:pt x="71177" y="8835"/>
                  </a:lnTo>
                  <a:lnTo>
                    <a:pt x="71279" y="9711"/>
                  </a:lnTo>
                  <a:lnTo>
                    <a:pt x="71636" y="11110"/>
                  </a:lnTo>
                  <a:lnTo>
                    <a:pt x="71951" y="12345"/>
                  </a:lnTo>
                  <a:lnTo>
                    <a:pt x="72113" y="12982"/>
                  </a:lnTo>
                  <a:lnTo>
                    <a:pt x="72176" y="13392"/>
                  </a:lnTo>
                  <a:lnTo>
                    <a:pt x="72576" y="13485"/>
                  </a:lnTo>
                  <a:lnTo>
                    <a:pt x="72963" y="13620"/>
                  </a:lnTo>
                  <a:lnTo>
                    <a:pt x="73333" y="13797"/>
                  </a:lnTo>
                  <a:lnTo>
                    <a:pt x="73681" y="14014"/>
                  </a:lnTo>
                  <a:lnTo>
                    <a:pt x="74001" y="14265"/>
                  </a:lnTo>
                  <a:lnTo>
                    <a:pt x="74292" y="14549"/>
                  </a:lnTo>
                  <a:lnTo>
                    <a:pt x="74542" y="14869"/>
                  </a:lnTo>
                  <a:lnTo>
                    <a:pt x="74789" y="15223"/>
                  </a:lnTo>
                  <a:lnTo>
                    <a:pt x="75017" y="15586"/>
                  </a:lnTo>
                  <a:lnTo>
                    <a:pt x="75224" y="159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3128744" y="4556338"/>
              <a:ext cx="66012" cy="153265"/>
            </a:xfrm>
            <a:custGeom>
              <a:avLst/>
              <a:pathLst>
                <a:path w="66012" h="153265">
                  <a:moveTo>
                    <a:pt x="58029" y="24387"/>
                  </a:moveTo>
                  <a:lnTo>
                    <a:pt x="59097" y="30796"/>
                  </a:lnTo>
                  <a:lnTo>
                    <a:pt x="59364" y="42277"/>
                  </a:lnTo>
                  <a:lnTo>
                    <a:pt x="60049" y="51764"/>
                  </a:lnTo>
                  <a:lnTo>
                    <a:pt x="61010" y="54622"/>
                  </a:lnTo>
                  <a:lnTo>
                    <a:pt x="63265" y="57445"/>
                  </a:lnTo>
                  <a:lnTo>
                    <a:pt x="60847" y="60728"/>
                  </a:lnTo>
                  <a:lnTo>
                    <a:pt x="61124" y="61178"/>
                  </a:lnTo>
                  <a:lnTo>
                    <a:pt x="61908" y="62452"/>
                  </a:lnTo>
                  <a:lnTo>
                    <a:pt x="63010" y="64245"/>
                  </a:lnTo>
                  <a:lnTo>
                    <a:pt x="63743" y="65435"/>
                  </a:lnTo>
                  <a:lnTo>
                    <a:pt x="64149" y="66213"/>
                  </a:lnTo>
                  <a:lnTo>
                    <a:pt x="64544" y="66971"/>
                  </a:lnTo>
                  <a:lnTo>
                    <a:pt x="65111" y="68306"/>
                  </a:lnTo>
                  <a:lnTo>
                    <a:pt x="65378" y="69374"/>
                  </a:lnTo>
                  <a:lnTo>
                    <a:pt x="65445" y="70442"/>
                  </a:lnTo>
                  <a:lnTo>
                    <a:pt x="65604" y="71397"/>
                  </a:lnTo>
                  <a:lnTo>
                    <a:pt x="66012" y="73846"/>
                  </a:lnTo>
                  <a:lnTo>
                    <a:pt x="65612" y="75582"/>
                  </a:lnTo>
                  <a:lnTo>
                    <a:pt x="64577" y="77585"/>
                  </a:lnTo>
                  <a:lnTo>
                    <a:pt x="64249" y="79005"/>
                  </a:lnTo>
                  <a:lnTo>
                    <a:pt x="64076" y="79754"/>
                  </a:lnTo>
                  <a:lnTo>
                    <a:pt x="63961" y="80592"/>
                  </a:lnTo>
                  <a:lnTo>
                    <a:pt x="63843" y="81456"/>
                  </a:lnTo>
                  <a:lnTo>
                    <a:pt x="63843" y="83459"/>
                  </a:lnTo>
                  <a:lnTo>
                    <a:pt x="63674" y="84422"/>
                  </a:lnTo>
                  <a:lnTo>
                    <a:pt x="63588" y="84915"/>
                  </a:lnTo>
                  <a:lnTo>
                    <a:pt x="63455" y="85673"/>
                  </a:lnTo>
                  <a:lnTo>
                    <a:pt x="63318" y="86458"/>
                  </a:lnTo>
                  <a:lnTo>
                    <a:pt x="63086" y="87783"/>
                  </a:lnTo>
                  <a:lnTo>
                    <a:pt x="62793" y="88308"/>
                  </a:lnTo>
                  <a:lnTo>
                    <a:pt x="62560" y="88863"/>
                  </a:lnTo>
                  <a:lnTo>
                    <a:pt x="62390" y="89440"/>
                  </a:lnTo>
                  <a:lnTo>
                    <a:pt x="62287" y="90033"/>
                  </a:lnTo>
                  <a:lnTo>
                    <a:pt x="62256" y="90409"/>
                  </a:lnTo>
                  <a:lnTo>
                    <a:pt x="62252" y="90786"/>
                  </a:lnTo>
                  <a:lnTo>
                    <a:pt x="62429" y="92834"/>
                  </a:lnTo>
                  <a:lnTo>
                    <a:pt x="62488" y="93400"/>
                  </a:lnTo>
                  <a:lnTo>
                    <a:pt x="62729" y="95697"/>
                  </a:lnTo>
                  <a:lnTo>
                    <a:pt x="62816" y="96390"/>
                  </a:lnTo>
                  <a:lnTo>
                    <a:pt x="63086" y="98530"/>
                  </a:lnTo>
                  <a:lnTo>
                    <a:pt x="63088" y="99109"/>
                  </a:lnTo>
                  <a:lnTo>
                    <a:pt x="63048" y="99686"/>
                  </a:lnTo>
                  <a:lnTo>
                    <a:pt x="62964" y="100257"/>
                  </a:lnTo>
                  <a:lnTo>
                    <a:pt x="62838" y="100822"/>
                  </a:lnTo>
                  <a:lnTo>
                    <a:pt x="62675" y="101363"/>
                  </a:lnTo>
                  <a:lnTo>
                    <a:pt x="62471" y="101893"/>
                  </a:lnTo>
                  <a:lnTo>
                    <a:pt x="62230" y="102406"/>
                  </a:lnTo>
                  <a:lnTo>
                    <a:pt x="61953" y="102900"/>
                  </a:lnTo>
                  <a:lnTo>
                    <a:pt x="60015" y="105439"/>
                  </a:lnTo>
                  <a:lnTo>
                    <a:pt x="59103" y="106514"/>
                  </a:lnTo>
                  <a:lnTo>
                    <a:pt x="57579" y="108310"/>
                  </a:lnTo>
                  <a:lnTo>
                    <a:pt x="55793" y="110472"/>
                  </a:lnTo>
                  <a:lnTo>
                    <a:pt x="51895" y="113899"/>
                  </a:lnTo>
                  <a:lnTo>
                    <a:pt x="51040" y="115207"/>
                  </a:lnTo>
                  <a:lnTo>
                    <a:pt x="50264" y="116623"/>
                  </a:lnTo>
                  <a:lnTo>
                    <a:pt x="50592" y="117664"/>
                  </a:lnTo>
                  <a:lnTo>
                    <a:pt x="50772" y="117666"/>
                  </a:lnTo>
                  <a:lnTo>
                    <a:pt x="51333" y="118253"/>
                  </a:lnTo>
                  <a:lnTo>
                    <a:pt x="51331" y="118634"/>
                  </a:lnTo>
                  <a:lnTo>
                    <a:pt x="50450" y="119820"/>
                  </a:lnTo>
                  <a:lnTo>
                    <a:pt x="49120" y="121214"/>
                  </a:lnTo>
                  <a:lnTo>
                    <a:pt x="48119" y="123200"/>
                  </a:lnTo>
                  <a:lnTo>
                    <a:pt x="47513" y="124403"/>
                  </a:lnTo>
                  <a:lnTo>
                    <a:pt x="47270" y="124885"/>
                  </a:lnTo>
                  <a:lnTo>
                    <a:pt x="45815" y="126219"/>
                  </a:lnTo>
                  <a:lnTo>
                    <a:pt x="41662" y="126673"/>
                  </a:lnTo>
                  <a:lnTo>
                    <a:pt x="38603" y="126092"/>
                  </a:lnTo>
                  <a:lnTo>
                    <a:pt x="38241" y="126024"/>
                  </a:lnTo>
                  <a:lnTo>
                    <a:pt x="37509" y="127285"/>
                  </a:lnTo>
                  <a:lnTo>
                    <a:pt x="36846" y="128427"/>
                  </a:lnTo>
                  <a:lnTo>
                    <a:pt x="36631" y="129163"/>
                  </a:lnTo>
                  <a:lnTo>
                    <a:pt x="36116" y="130927"/>
                  </a:lnTo>
                  <a:lnTo>
                    <a:pt x="36095" y="131075"/>
                  </a:lnTo>
                  <a:lnTo>
                    <a:pt x="35901" y="132451"/>
                  </a:lnTo>
                  <a:lnTo>
                    <a:pt x="35751" y="133524"/>
                  </a:lnTo>
                  <a:lnTo>
                    <a:pt x="35803" y="133824"/>
                  </a:lnTo>
                  <a:lnTo>
                    <a:pt x="35852" y="134106"/>
                  </a:lnTo>
                  <a:lnTo>
                    <a:pt x="36146" y="135791"/>
                  </a:lnTo>
                  <a:lnTo>
                    <a:pt x="36216" y="136187"/>
                  </a:lnTo>
                  <a:lnTo>
                    <a:pt x="36329" y="136335"/>
                  </a:lnTo>
                  <a:lnTo>
                    <a:pt x="37627" y="138033"/>
                  </a:lnTo>
                  <a:lnTo>
                    <a:pt x="37308" y="138647"/>
                  </a:lnTo>
                  <a:lnTo>
                    <a:pt x="36984" y="139273"/>
                  </a:lnTo>
                  <a:lnTo>
                    <a:pt x="36711" y="139799"/>
                  </a:lnTo>
                  <a:lnTo>
                    <a:pt x="36128" y="140923"/>
                  </a:lnTo>
                  <a:lnTo>
                    <a:pt x="35592" y="141958"/>
                  </a:lnTo>
                  <a:lnTo>
                    <a:pt x="35415" y="142254"/>
                  </a:lnTo>
                  <a:lnTo>
                    <a:pt x="34967" y="143000"/>
                  </a:lnTo>
                  <a:lnTo>
                    <a:pt x="34742" y="143374"/>
                  </a:lnTo>
                  <a:lnTo>
                    <a:pt x="34452" y="143857"/>
                  </a:lnTo>
                  <a:lnTo>
                    <a:pt x="34128" y="144398"/>
                  </a:lnTo>
                  <a:lnTo>
                    <a:pt x="34042" y="144541"/>
                  </a:lnTo>
                  <a:lnTo>
                    <a:pt x="33508" y="145498"/>
                  </a:lnTo>
                  <a:lnTo>
                    <a:pt x="32861" y="146657"/>
                  </a:lnTo>
                  <a:lnTo>
                    <a:pt x="32248" y="147756"/>
                  </a:lnTo>
                  <a:lnTo>
                    <a:pt x="31950" y="148095"/>
                  </a:lnTo>
                  <a:lnTo>
                    <a:pt x="31489" y="148621"/>
                  </a:lnTo>
                  <a:lnTo>
                    <a:pt x="29823" y="150223"/>
                  </a:lnTo>
                  <a:lnTo>
                    <a:pt x="29547" y="150900"/>
                  </a:lnTo>
                  <a:lnTo>
                    <a:pt x="28845" y="152624"/>
                  </a:lnTo>
                  <a:lnTo>
                    <a:pt x="28557" y="153118"/>
                  </a:lnTo>
                  <a:lnTo>
                    <a:pt x="28383" y="153265"/>
                  </a:lnTo>
                  <a:lnTo>
                    <a:pt x="26512" y="153178"/>
                  </a:lnTo>
                  <a:lnTo>
                    <a:pt x="24015" y="153062"/>
                  </a:lnTo>
                  <a:lnTo>
                    <a:pt x="24057" y="152744"/>
                  </a:lnTo>
                  <a:lnTo>
                    <a:pt x="24149" y="152418"/>
                  </a:lnTo>
                  <a:lnTo>
                    <a:pt x="24317" y="152055"/>
                  </a:lnTo>
                  <a:lnTo>
                    <a:pt x="25086" y="150116"/>
                  </a:lnTo>
                  <a:lnTo>
                    <a:pt x="25713" y="148382"/>
                  </a:lnTo>
                  <a:lnTo>
                    <a:pt x="25828" y="148066"/>
                  </a:lnTo>
                  <a:lnTo>
                    <a:pt x="25547" y="146696"/>
                  </a:lnTo>
                  <a:lnTo>
                    <a:pt x="25377" y="145871"/>
                  </a:lnTo>
                  <a:lnTo>
                    <a:pt x="24431" y="141265"/>
                  </a:lnTo>
                  <a:lnTo>
                    <a:pt x="24397" y="141102"/>
                  </a:lnTo>
                  <a:lnTo>
                    <a:pt x="25518" y="136317"/>
                  </a:lnTo>
                  <a:lnTo>
                    <a:pt x="26207" y="136378"/>
                  </a:lnTo>
                  <a:lnTo>
                    <a:pt x="26692" y="132928"/>
                  </a:lnTo>
                  <a:lnTo>
                    <a:pt x="26927" y="132258"/>
                  </a:lnTo>
                  <a:lnTo>
                    <a:pt x="27124" y="131695"/>
                  </a:lnTo>
                  <a:lnTo>
                    <a:pt x="27605" y="130677"/>
                  </a:lnTo>
                  <a:lnTo>
                    <a:pt x="27681" y="130517"/>
                  </a:lnTo>
                  <a:lnTo>
                    <a:pt x="29431" y="126819"/>
                  </a:lnTo>
                  <a:lnTo>
                    <a:pt x="30407" y="124758"/>
                  </a:lnTo>
                  <a:lnTo>
                    <a:pt x="31234" y="123010"/>
                  </a:lnTo>
                  <a:lnTo>
                    <a:pt x="32876" y="123802"/>
                  </a:lnTo>
                  <a:lnTo>
                    <a:pt x="33025" y="123874"/>
                  </a:lnTo>
                  <a:lnTo>
                    <a:pt x="33195" y="123567"/>
                  </a:lnTo>
                  <a:lnTo>
                    <a:pt x="34130" y="121884"/>
                  </a:lnTo>
                  <a:lnTo>
                    <a:pt x="34487" y="121242"/>
                  </a:lnTo>
                  <a:lnTo>
                    <a:pt x="34574" y="121084"/>
                  </a:lnTo>
                  <a:lnTo>
                    <a:pt x="35012" y="120288"/>
                  </a:lnTo>
                  <a:lnTo>
                    <a:pt x="35824" y="118809"/>
                  </a:lnTo>
                  <a:lnTo>
                    <a:pt x="36593" y="117400"/>
                  </a:lnTo>
                  <a:lnTo>
                    <a:pt x="37042" y="115733"/>
                  </a:lnTo>
                  <a:lnTo>
                    <a:pt x="37106" y="114420"/>
                  </a:lnTo>
                  <a:lnTo>
                    <a:pt x="37250" y="113651"/>
                  </a:lnTo>
                  <a:lnTo>
                    <a:pt x="38005" y="111952"/>
                  </a:lnTo>
                  <a:lnTo>
                    <a:pt x="38372" y="111077"/>
                  </a:lnTo>
                  <a:lnTo>
                    <a:pt x="38516" y="110735"/>
                  </a:lnTo>
                  <a:lnTo>
                    <a:pt x="38404" y="109693"/>
                  </a:lnTo>
                  <a:lnTo>
                    <a:pt x="38147" y="108252"/>
                  </a:lnTo>
                  <a:lnTo>
                    <a:pt x="38259" y="107563"/>
                  </a:lnTo>
                  <a:lnTo>
                    <a:pt x="38323" y="107194"/>
                  </a:lnTo>
                  <a:lnTo>
                    <a:pt x="38509" y="106641"/>
                  </a:lnTo>
                  <a:lnTo>
                    <a:pt x="39094" y="104897"/>
                  </a:lnTo>
                  <a:lnTo>
                    <a:pt x="39140" y="104759"/>
                  </a:lnTo>
                  <a:lnTo>
                    <a:pt x="39247" y="104463"/>
                  </a:lnTo>
                  <a:lnTo>
                    <a:pt x="40054" y="102212"/>
                  </a:lnTo>
                  <a:lnTo>
                    <a:pt x="40477" y="101057"/>
                  </a:lnTo>
                  <a:lnTo>
                    <a:pt x="40759" y="100289"/>
                  </a:lnTo>
                  <a:lnTo>
                    <a:pt x="41890" y="97542"/>
                  </a:lnTo>
                  <a:lnTo>
                    <a:pt x="42298" y="96550"/>
                  </a:lnTo>
                  <a:lnTo>
                    <a:pt x="42417" y="96261"/>
                  </a:lnTo>
                  <a:lnTo>
                    <a:pt x="42538" y="95969"/>
                  </a:lnTo>
                  <a:lnTo>
                    <a:pt x="42907" y="95600"/>
                  </a:lnTo>
                  <a:lnTo>
                    <a:pt x="43265" y="95221"/>
                  </a:lnTo>
                  <a:lnTo>
                    <a:pt x="43713" y="94709"/>
                  </a:lnTo>
                  <a:lnTo>
                    <a:pt x="44139" y="94179"/>
                  </a:lnTo>
                  <a:lnTo>
                    <a:pt x="44544" y="93632"/>
                  </a:lnTo>
                  <a:lnTo>
                    <a:pt x="44926" y="93069"/>
                  </a:lnTo>
                  <a:lnTo>
                    <a:pt x="45000" y="92866"/>
                  </a:lnTo>
                  <a:lnTo>
                    <a:pt x="45056" y="92656"/>
                  </a:lnTo>
                  <a:lnTo>
                    <a:pt x="45091" y="92443"/>
                  </a:lnTo>
                  <a:lnTo>
                    <a:pt x="45105" y="92227"/>
                  </a:lnTo>
                  <a:lnTo>
                    <a:pt x="45099" y="92010"/>
                  </a:lnTo>
                  <a:lnTo>
                    <a:pt x="45072" y="91796"/>
                  </a:lnTo>
                  <a:lnTo>
                    <a:pt x="45024" y="91584"/>
                  </a:lnTo>
                  <a:lnTo>
                    <a:pt x="44957" y="91379"/>
                  </a:lnTo>
                  <a:lnTo>
                    <a:pt x="44723" y="91102"/>
                  </a:lnTo>
                  <a:lnTo>
                    <a:pt x="44511" y="90851"/>
                  </a:lnTo>
                  <a:lnTo>
                    <a:pt x="44214" y="90501"/>
                  </a:lnTo>
                  <a:lnTo>
                    <a:pt x="42450" y="87761"/>
                  </a:lnTo>
                  <a:lnTo>
                    <a:pt x="42124" y="87256"/>
                  </a:lnTo>
                  <a:lnTo>
                    <a:pt x="41813" y="86773"/>
                  </a:lnTo>
                  <a:lnTo>
                    <a:pt x="41714" y="86619"/>
                  </a:lnTo>
                  <a:lnTo>
                    <a:pt x="41269" y="85875"/>
                  </a:lnTo>
                  <a:lnTo>
                    <a:pt x="40725" y="84969"/>
                  </a:lnTo>
                  <a:lnTo>
                    <a:pt x="40191" y="82961"/>
                  </a:lnTo>
                  <a:lnTo>
                    <a:pt x="40170" y="81829"/>
                  </a:lnTo>
                  <a:lnTo>
                    <a:pt x="40297" y="79501"/>
                  </a:lnTo>
                  <a:lnTo>
                    <a:pt x="40341" y="78710"/>
                  </a:lnTo>
                  <a:lnTo>
                    <a:pt x="39914" y="78582"/>
                  </a:lnTo>
                  <a:lnTo>
                    <a:pt x="39102" y="78048"/>
                  </a:lnTo>
                  <a:lnTo>
                    <a:pt x="38311" y="77429"/>
                  </a:lnTo>
                  <a:lnTo>
                    <a:pt x="37884" y="76681"/>
                  </a:lnTo>
                  <a:lnTo>
                    <a:pt x="37319" y="75321"/>
                  </a:lnTo>
                  <a:lnTo>
                    <a:pt x="37149" y="74948"/>
                  </a:lnTo>
                  <a:lnTo>
                    <a:pt x="36821" y="74170"/>
                  </a:lnTo>
                  <a:lnTo>
                    <a:pt x="36474" y="73236"/>
                  </a:lnTo>
                  <a:lnTo>
                    <a:pt x="36423" y="72679"/>
                  </a:lnTo>
                  <a:lnTo>
                    <a:pt x="36395" y="72120"/>
                  </a:lnTo>
                  <a:lnTo>
                    <a:pt x="36392" y="71560"/>
                  </a:lnTo>
                  <a:lnTo>
                    <a:pt x="36413" y="71001"/>
                  </a:lnTo>
                  <a:lnTo>
                    <a:pt x="36456" y="70462"/>
                  </a:lnTo>
                  <a:lnTo>
                    <a:pt x="36522" y="69926"/>
                  </a:lnTo>
                  <a:lnTo>
                    <a:pt x="36644" y="69230"/>
                  </a:lnTo>
                  <a:lnTo>
                    <a:pt x="36743" y="68709"/>
                  </a:lnTo>
                  <a:lnTo>
                    <a:pt x="36733" y="68467"/>
                  </a:lnTo>
                  <a:lnTo>
                    <a:pt x="36696" y="68228"/>
                  </a:lnTo>
                  <a:lnTo>
                    <a:pt x="36633" y="67992"/>
                  </a:lnTo>
                  <a:lnTo>
                    <a:pt x="36546" y="67768"/>
                  </a:lnTo>
                  <a:lnTo>
                    <a:pt x="36409" y="67511"/>
                  </a:lnTo>
                  <a:lnTo>
                    <a:pt x="36240" y="67276"/>
                  </a:lnTo>
                  <a:lnTo>
                    <a:pt x="36025" y="67049"/>
                  </a:lnTo>
                  <a:lnTo>
                    <a:pt x="35780" y="66854"/>
                  </a:lnTo>
                  <a:lnTo>
                    <a:pt x="35388" y="66359"/>
                  </a:lnTo>
                  <a:lnTo>
                    <a:pt x="35013" y="65807"/>
                  </a:lnTo>
                  <a:lnTo>
                    <a:pt x="34679" y="65228"/>
                  </a:lnTo>
                  <a:lnTo>
                    <a:pt x="34406" y="64663"/>
                  </a:lnTo>
                  <a:lnTo>
                    <a:pt x="34173" y="64081"/>
                  </a:lnTo>
                  <a:lnTo>
                    <a:pt x="33981" y="63485"/>
                  </a:lnTo>
                  <a:lnTo>
                    <a:pt x="33831" y="62876"/>
                  </a:lnTo>
                  <a:lnTo>
                    <a:pt x="32282" y="60473"/>
                  </a:lnTo>
                  <a:lnTo>
                    <a:pt x="32198" y="60052"/>
                  </a:lnTo>
                  <a:lnTo>
                    <a:pt x="32093" y="59637"/>
                  </a:lnTo>
                  <a:lnTo>
                    <a:pt x="31966" y="59228"/>
                  </a:lnTo>
                  <a:lnTo>
                    <a:pt x="31891" y="59023"/>
                  </a:lnTo>
                  <a:lnTo>
                    <a:pt x="31818" y="58825"/>
                  </a:lnTo>
                  <a:lnTo>
                    <a:pt x="31650" y="58431"/>
                  </a:lnTo>
                  <a:lnTo>
                    <a:pt x="31462" y="58046"/>
                  </a:lnTo>
                  <a:lnTo>
                    <a:pt x="31254" y="57672"/>
                  </a:lnTo>
                  <a:lnTo>
                    <a:pt x="31027" y="57308"/>
                  </a:lnTo>
                  <a:lnTo>
                    <a:pt x="30779" y="56954"/>
                  </a:lnTo>
                  <a:lnTo>
                    <a:pt x="30529" y="56636"/>
                  </a:lnTo>
                  <a:lnTo>
                    <a:pt x="30238" y="56351"/>
                  </a:lnTo>
                  <a:lnTo>
                    <a:pt x="29918" y="56100"/>
                  </a:lnTo>
                  <a:lnTo>
                    <a:pt x="29570" y="55884"/>
                  </a:lnTo>
                  <a:lnTo>
                    <a:pt x="29201" y="55707"/>
                  </a:lnTo>
                  <a:lnTo>
                    <a:pt x="28814" y="55572"/>
                  </a:lnTo>
                  <a:lnTo>
                    <a:pt x="28414" y="55479"/>
                  </a:lnTo>
                  <a:lnTo>
                    <a:pt x="28352" y="55069"/>
                  </a:lnTo>
                  <a:lnTo>
                    <a:pt x="28189" y="54432"/>
                  </a:lnTo>
                  <a:lnTo>
                    <a:pt x="27874" y="53197"/>
                  </a:lnTo>
                  <a:lnTo>
                    <a:pt x="27517" y="51798"/>
                  </a:lnTo>
                  <a:lnTo>
                    <a:pt x="27415" y="50922"/>
                  </a:lnTo>
                  <a:lnTo>
                    <a:pt x="27295" y="49900"/>
                  </a:lnTo>
                  <a:lnTo>
                    <a:pt x="27086" y="48102"/>
                  </a:lnTo>
                  <a:lnTo>
                    <a:pt x="27070" y="47969"/>
                  </a:lnTo>
                  <a:lnTo>
                    <a:pt x="27081" y="45684"/>
                  </a:lnTo>
                  <a:lnTo>
                    <a:pt x="27086" y="44557"/>
                  </a:lnTo>
                  <a:lnTo>
                    <a:pt x="27082" y="43329"/>
                  </a:lnTo>
                  <a:lnTo>
                    <a:pt x="26901" y="42316"/>
                  </a:lnTo>
                  <a:lnTo>
                    <a:pt x="24533" y="42086"/>
                  </a:lnTo>
                  <a:lnTo>
                    <a:pt x="24379" y="44467"/>
                  </a:lnTo>
                  <a:lnTo>
                    <a:pt x="24145" y="48102"/>
                  </a:lnTo>
                  <a:lnTo>
                    <a:pt x="24025" y="49960"/>
                  </a:lnTo>
                  <a:lnTo>
                    <a:pt x="24014" y="50179"/>
                  </a:lnTo>
                  <a:lnTo>
                    <a:pt x="24001" y="50442"/>
                  </a:lnTo>
                  <a:lnTo>
                    <a:pt x="23881" y="52747"/>
                  </a:lnTo>
                  <a:lnTo>
                    <a:pt x="23884" y="53161"/>
                  </a:lnTo>
                  <a:lnTo>
                    <a:pt x="23890" y="53886"/>
                  </a:lnTo>
                  <a:lnTo>
                    <a:pt x="23905" y="55848"/>
                  </a:lnTo>
                  <a:lnTo>
                    <a:pt x="23906" y="56068"/>
                  </a:lnTo>
                  <a:lnTo>
                    <a:pt x="23926" y="58665"/>
                  </a:lnTo>
                  <a:lnTo>
                    <a:pt x="20653" y="58347"/>
                  </a:lnTo>
                  <a:lnTo>
                    <a:pt x="18410" y="58155"/>
                  </a:lnTo>
                  <a:lnTo>
                    <a:pt x="17030" y="57939"/>
                  </a:lnTo>
                  <a:lnTo>
                    <a:pt x="16245" y="57817"/>
                  </a:lnTo>
                  <a:lnTo>
                    <a:pt x="16551" y="55269"/>
                  </a:lnTo>
                  <a:lnTo>
                    <a:pt x="16584" y="54996"/>
                  </a:lnTo>
                  <a:lnTo>
                    <a:pt x="16578" y="54491"/>
                  </a:lnTo>
                  <a:lnTo>
                    <a:pt x="16556" y="52666"/>
                  </a:lnTo>
                  <a:lnTo>
                    <a:pt x="16400" y="52656"/>
                  </a:lnTo>
                  <a:lnTo>
                    <a:pt x="15374" y="52387"/>
                  </a:lnTo>
                  <a:lnTo>
                    <a:pt x="14502" y="52159"/>
                  </a:lnTo>
                  <a:lnTo>
                    <a:pt x="13084" y="51747"/>
                  </a:lnTo>
                  <a:lnTo>
                    <a:pt x="10190" y="50943"/>
                  </a:lnTo>
                  <a:lnTo>
                    <a:pt x="8491" y="50472"/>
                  </a:lnTo>
                  <a:lnTo>
                    <a:pt x="8090" y="51034"/>
                  </a:lnTo>
                  <a:lnTo>
                    <a:pt x="7830" y="50920"/>
                  </a:lnTo>
                  <a:lnTo>
                    <a:pt x="7240" y="50663"/>
                  </a:lnTo>
                  <a:lnTo>
                    <a:pt x="6102" y="50117"/>
                  </a:lnTo>
                  <a:lnTo>
                    <a:pt x="4905" y="49588"/>
                  </a:lnTo>
                  <a:lnTo>
                    <a:pt x="4973" y="49384"/>
                  </a:lnTo>
                  <a:lnTo>
                    <a:pt x="5177" y="48780"/>
                  </a:lnTo>
                  <a:lnTo>
                    <a:pt x="3817" y="48270"/>
                  </a:lnTo>
                  <a:lnTo>
                    <a:pt x="0" y="46839"/>
                  </a:lnTo>
                  <a:lnTo>
                    <a:pt x="24" y="46452"/>
                  </a:lnTo>
                  <a:lnTo>
                    <a:pt x="95" y="45979"/>
                  </a:lnTo>
                  <a:lnTo>
                    <a:pt x="741" y="42483"/>
                  </a:lnTo>
                  <a:lnTo>
                    <a:pt x="2028" y="39106"/>
                  </a:lnTo>
                  <a:lnTo>
                    <a:pt x="3190" y="36466"/>
                  </a:lnTo>
                  <a:lnTo>
                    <a:pt x="3296" y="36225"/>
                  </a:lnTo>
                  <a:lnTo>
                    <a:pt x="4570" y="31593"/>
                  </a:lnTo>
                  <a:lnTo>
                    <a:pt x="5037" y="29896"/>
                  </a:lnTo>
                  <a:lnTo>
                    <a:pt x="6249" y="25498"/>
                  </a:lnTo>
                  <a:lnTo>
                    <a:pt x="6553" y="24488"/>
                  </a:lnTo>
                  <a:lnTo>
                    <a:pt x="7943" y="19865"/>
                  </a:lnTo>
                  <a:lnTo>
                    <a:pt x="10047" y="19105"/>
                  </a:lnTo>
                  <a:lnTo>
                    <a:pt x="16587" y="16741"/>
                  </a:lnTo>
                  <a:lnTo>
                    <a:pt x="21307" y="20175"/>
                  </a:lnTo>
                  <a:lnTo>
                    <a:pt x="21785" y="25218"/>
                  </a:lnTo>
                  <a:lnTo>
                    <a:pt x="23475" y="28165"/>
                  </a:lnTo>
                  <a:lnTo>
                    <a:pt x="24386" y="27516"/>
                  </a:lnTo>
                  <a:lnTo>
                    <a:pt x="25156" y="26966"/>
                  </a:lnTo>
                  <a:lnTo>
                    <a:pt x="25567" y="26673"/>
                  </a:lnTo>
                  <a:lnTo>
                    <a:pt x="25762" y="26546"/>
                  </a:lnTo>
                  <a:lnTo>
                    <a:pt x="27477" y="25429"/>
                  </a:lnTo>
                  <a:lnTo>
                    <a:pt x="29536" y="24733"/>
                  </a:lnTo>
                  <a:lnTo>
                    <a:pt x="32007" y="24075"/>
                  </a:lnTo>
                  <a:lnTo>
                    <a:pt x="33616" y="23929"/>
                  </a:lnTo>
                  <a:lnTo>
                    <a:pt x="34403" y="24405"/>
                  </a:lnTo>
                  <a:lnTo>
                    <a:pt x="41687" y="0"/>
                  </a:lnTo>
                  <a:lnTo>
                    <a:pt x="53383" y="8491"/>
                  </a:lnTo>
                  <a:lnTo>
                    <a:pt x="57762" y="14507"/>
                  </a:lnTo>
                  <a:lnTo>
                    <a:pt x="60165" y="204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3119426" y="4731844"/>
              <a:ext cx="82384" cy="83095"/>
            </a:xfrm>
            <a:custGeom>
              <a:avLst/>
              <a:pathLst>
                <a:path w="82384" h="83095">
                  <a:moveTo>
                    <a:pt x="60612" y="45467"/>
                  </a:moveTo>
                  <a:lnTo>
                    <a:pt x="61016" y="45469"/>
                  </a:lnTo>
                  <a:lnTo>
                    <a:pt x="61148" y="45465"/>
                  </a:lnTo>
                  <a:lnTo>
                    <a:pt x="61450" y="45456"/>
                  </a:lnTo>
                  <a:lnTo>
                    <a:pt x="61740" y="45447"/>
                  </a:lnTo>
                  <a:lnTo>
                    <a:pt x="65886" y="45319"/>
                  </a:lnTo>
                  <a:lnTo>
                    <a:pt x="66155" y="45272"/>
                  </a:lnTo>
                  <a:lnTo>
                    <a:pt x="66661" y="45180"/>
                  </a:lnTo>
                  <a:lnTo>
                    <a:pt x="68502" y="44851"/>
                  </a:lnTo>
                  <a:lnTo>
                    <a:pt x="69464" y="44678"/>
                  </a:lnTo>
                  <a:lnTo>
                    <a:pt x="70612" y="43713"/>
                  </a:lnTo>
                  <a:lnTo>
                    <a:pt x="71047" y="42668"/>
                  </a:lnTo>
                  <a:lnTo>
                    <a:pt x="70994" y="41749"/>
                  </a:lnTo>
                  <a:lnTo>
                    <a:pt x="70288" y="40067"/>
                  </a:lnTo>
                  <a:lnTo>
                    <a:pt x="70072" y="39737"/>
                  </a:lnTo>
                  <a:lnTo>
                    <a:pt x="69727" y="39309"/>
                  </a:lnTo>
                  <a:lnTo>
                    <a:pt x="69343" y="38917"/>
                  </a:lnTo>
                  <a:lnTo>
                    <a:pt x="68936" y="38574"/>
                  </a:lnTo>
                  <a:lnTo>
                    <a:pt x="69301" y="38486"/>
                  </a:lnTo>
                  <a:lnTo>
                    <a:pt x="69675" y="38439"/>
                  </a:lnTo>
                  <a:lnTo>
                    <a:pt x="70051" y="38434"/>
                  </a:lnTo>
                  <a:lnTo>
                    <a:pt x="70430" y="38472"/>
                  </a:lnTo>
                  <a:lnTo>
                    <a:pt x="70801" y="38552"/>
                  </a:lnTo>
                  <a:lnTo>
                    <a:pt x="71160" y="38673"/>
                  </a:lnTo>
                  <a:lnTo>
                    <a:pt x="71503" y="38834"/>
                  </a:lnTo>
                  <a:lnTo>
                    <a:pt x="71827" y="39032"/>
                  </a:lnTo>
                  <a:lnTo>
                    <a:pt x="72229" y="39359"/>
                  </a:lnTo>
                  <a:lnTo>
                    <a:pt x="72387" y="39502"/>
                  </a:lnTo>
                  <a:lnTo>
                    <a:pt x="72654" y="39746"/>
                  </a:lnTo>
                  <a:lnTo>
                    <a:pt x="72936" y="40048"/>
                  </a:lnTo>
                  <a:lnTo>
                    <a:pt x="73263" y="40480"/>
                  </a:lnTo>
                  <a:lnTo>
                    <a:pt x="73413" y="40709"/>
                  </a:lnTo>
                  <a:lnTo>
                    <a:pt x="73605" y="41060"/>
                  </a:lnTo>
                  <a:lnTo>
                    <a:pt x="73774" y="41437"/>
                  </a:lnTo>
                  <a:lnTo>
                    <a:pt x="74048" y="41744"/>
                  </a:lnTo>
                  <a:lnTo>
                    <a:pt x="76758" y="39708"/>
                  </a:lnTo>
                  <a:lnTo>
                    <a:pt x="78181" y="38638"/>
                  </a:lnTo>
                  <a:lnTo>
                    <a:pt x="78604" y="38443"/>
                  </a:lnTo>
                  <a:lnTo>
                    <a:pt x="78791" y="38321"/>
                  </a:lnTo>
                  <a:lnTo>
                    <a:pt x="79253" y="38020"/>
                  </a:lnTo>
                  <a:lnTo>
                    <a:pt x="79719" y="37716"/>
                  </a:lnTo>
                  <a:lnTo>
                    <a:pt x="81106" y="36890"/>
                  </a:lnTo>
                  <a:lnTo>
                    <a:pt x="81313" y="37265"/>
                  </a:lnTo>
                  <a:lnTo>
                    <a:pt x="81383" y="37429"/>
                  </a:lnTo>
                  <a:lnTo>
                    <a:pt x="82059" y="40278"/>
                  </a:lnTo>
                  <a:lnTo>
                    <a:pt x="82142" y="40630"/>
                  </a:lnTo>
                  <a:lnTo>
                    <a:pt x="82384" y="41677"/>
                  </a:lnTo>
                  <a:lnTo>
                    <a:pt x="82335" y="42063"/>
                  </a:lnTo>
                  <a:lnTo>
                    <a:pt x="82228" y="42436"/>
                  </a:lnTo>
                  <a:lnTo>
                    <a:pt x="82066" y="42788"/>
                  </a:lnTo>
                  <a:lnTo>
                    <a:pt x="81850" y="43115"/>
                  </a:lnTo>
                  <a:lnTo>
                    <a:pt x="78852" y="46210"/>
                  </a:lnTo>
                  <a:lnTo>
                    <a:pt x="77065" y="47499"/>
                  </a:lnTo>
                  <a:lnTo>
                    <a:pt x="76343" y="48451"/>
                  </a:lnTo>
                  <a:lnTo>
                    <a:pt x="75610" y="49418"/>
                  </a:lnTo>
                  <a:lnTo>
                    <a:pt x="74808" y="50364"/>
                  </a:lnTo>
                  <a:lnTo>
                    <a:pt x="73815" y="51325"/>
                  </a:lnTo>
                  <a:lnTo>
                    <a:pt x="71664" y="50911"/>
                  </a:lnTo>
                  <a:lnTo>
                    <a:pt x="68772" y="51369"/>
                  </a:lnTo>
                  <a:lnTo>
                    <a:pt x="67243" y="51971"/>
                  </a:lnTo>
                  <a:lnTo>
                    <a:pt x="66837" y="52131"/>
                  </a:lnTo>
                  <a:lnTo>
                    <a:pt x="65165" y="52789"/>
                  </a:lnTo>
                  <a:lnTo>
                    <a:pt x="64359" y="53303"/>
                  </a:lnTo>
                  <a:lnTo>
                    <a:pt x="63634" y="53764"/>
                  </a:lnTo>
                  <a:lnTo>
                    <a:pt x="62123" y="55711"/>
                  </a:lnTo>
                  <a:lnTo>
                    <a:pt x="62010" y="56014"/>
                  </a:lnTo>
                  <a:lnTo>
                    <a:pt x="61168" y="59221"/>
                  </a:lnTo>
                  <a:lnTo>
                    <a:pt x="60870" y="60204"/>
                  </a:lnTo>
                  <a:lnTo>
                    <a:pt x="60585" y="61500"/>
                  </a:lnTo>
                  <a:lnTo>
                    <a:pt x="60675" y="62955"/>
                  </a:lnTo>
                  <a:lnTo>
                    <a:pt x="60435" y="64288"/>
                  </a:lnTo>
                  <a:lnTo>
                    <a:pt x="60689" y="65730"/>
                  </a:lnTo>
                  <a:lnTo>
                    <a:pt x="60543" y="66394"/>
                  </a:lnTo>
                  <a:lnTo>
                    <a:pt x="60306" y="67446"/>
                  </a:lnTo>
                  <a:lnTo>
                    <a:pt x="58894" y="68854"/>
                  </a:lnTo>
                  <a:lnTo>
                    <a:pt x="58427" y="69749"/>
                  </a:lnTo>
                  <a:lnTo>
                    <a:pt x="58278" y="70599"/>
                  </a:lnTo>
                  <a:lnTo>
                    <a:pt x="57840" y="72526"/>
                  </a:lnTo>
                  <a:lnTo>
                    <a:pt x="56813" y="74017"/>
                  </a:lnTo>
                  <a:lnTo>
                    <a:pt x="55744" y="74982"/>
                  </a:lnTo>
                  <a:lnTo>
                    <a:pt x="55210" y="76450"/>
                  </a:lnTo>
                  <a:lnTo>
                    <a:pt x="55160" y="76580"/>
                  </a:lnTo>
                  <a:lnTo>
                    <a:pt x="54272" y="78173"/>
                  </a:lnTo>
                  <a:lnTo>
                    <a:pt x="53881" y="78876"/>
                  </a:lnTo>
                  <a:lnTo>
                    <a:pt x="53432" y="79681"/>
                  </a:lnTo>
                  <a:lnTo>
                    <a:pt x="50734" y="83095"/>
                  </a:lnTo>
                  <a:lnTo>
                    <a:pt x="50291" y="82330"/>
                  </a:lnTo>
                  <a:lnTo>
                    <a:pt x="49915" y="81683"/>
                  </a:lnTo>
                  <a:lnTo>
                    <a:pt x="49363" y="80732"/>
                  </a:lnTo>
                  <a:lnTo>
                    <a:pt x="48434" y="79129"/>
                  </a:lnTo>
                  <a:lnTo>
                    <a:pt x="48152" y="78646"/>
                  </a:lnTo>
                  <a:lnTo>
                    <a:pt x="48002" y="78390"/>
                  </a:lnTo>
                  <a:lnTo>
                    <a:pt x="47820" y="78078"/>
                  </a:lnTo>
                  <a:lnTo>
                    <a:pt x="47686" y="77849"/>
                  </a:lnTo>
                  <a:lnTo>
                    <a:pt x="47521" y="77842"/>
                  </a:lnTo>
                  <a:lnTo>
                    <a:pt x="46836" y="77815"/>
                  </a:lnTo>
                  <a:lnTo>
                    <a:pt x="46420" y="77810"/>
                  </a:lnTo>
                  <a:lnTo>
                    <a:pt x="45372" y="77816"/>
                  </a:lnTo>
                  <a:lnTo>
                    <a:pt x="44767" y="77522"/>
                  </a:lnTo>
                  <a:lnTo>
                    <a:pt x="44601" y="77441"/>
                  </a:lnTo>
                  <a:lnTo>
                    <a:pt x="43875" y="77036"/>
                  </a:lnTo>
                  <a:lnTo>
                    <a:pt x="43317" y="76383"/>
                  </a:lnTo>
                  <a:lnTo>
                    <a:pt x="42899" y="75894"/>
                  </a:lnTo>
                  <a:lnTo>
                    <a:pt x="42538" y="74685"/>
                  </a:lnTo>
                  <a:lnTo>
                    <a:pt x="42302" y="74317"/>
                  </a:lnTo>
                  <a:lnTo>
                    <a:pt x="41615" y="74147"/>
                  </a:lnTo>
                  <a:lnTo>
                    <a:pt x="41164" y="74967"/>
                  </a:lnTo>
                  <a:lnTo>
                    <a:pt x="40550" y="75190"/>
                  </a:lnTo>
                  <a:lnTo>
                    <a:pt x="39741" y="75484"/>
                  </a:lnTo>
                  <a:lnTo>
                    <a:pt x="40521" y="76564"/>
                  </a:lnTo>
                  <a:lnTo>
                    <a:pt x="41089" y="77658"/>
                  </a:lnTo>
                  <a:lnTo>
                    <a:pt x="41162" y="77798"/>
                  </a:lnTo>
                  <a:lnTo>
                    <a:pt x="41355" y="79544"/>
                  </a:lnTo>
                  <a:lnTo>
                    <a:pt x="40672" y="79406"/>
                  </a:lnTo>
                  <a:lnTo>
                    <a:pt x="40495" y="79332"/>
                  </a:lnTo>
                  <a:lnTo>
                    <a:pt x="40127" y="79170"/>
                  </a:lnTo>
                  <a:lnTo>
                    <a:pt x="38970" y="78662"/>
                  </a:lnTo>
                  <a:lnTo>
                    <a:pt x="38598" y="78498"/>
                  </a:lnTo>
                  <a:lnTo>
                    <a:pt x="38064" y="78264"/>
                  </a:lnTo>
                  <a:lnTo>
                    <a:pt x="37503" y="78159"/>
                  </a:lnTo>
                  <a:lnTo>
                    <a:pt x="36836" y="78035"/>
                  </a:lnTo>
                  <a:lnTo>
                    <a:pt x="36662" y="78010"/>
                  </a:lnTo>
                  <a:lnTo>
                    <a:pt x="36429" y="77804"/>
                  </a:lnTo>
                  <a:lnTo>
                    <a:pt x="35963" y="77391"/>
                  </a:lnTo>
                  <a:lnTo>
                    <a:pt x="35812" y="77258"/>
                  </a:lnTo>
                  <a:lnTo>
                    <a:pt x="35442" y="76956"/>
                  </a:lnTo>
                  <a:lnTo>
                    <a:pt x="34954" y="76558"/>
                  </a:lnTo>
                  <a:lnTo>
                    <a:pt x="33959" y="75747"/>
                  </a:lnTo>
                  <a:lnTo>
                    <a:pt x="33417" y="75305"/>
                  </a:lnTo>
                  <a:lnTo>
                    <a:pt x="33147" y="75084"/>
                  </a:lnTo>
                  <a:lnTo>
                    <a:pt x="32932" y="74909"/>
                  </a:lnTo>
                  <a:lnTo>
                    <a:pt x="32559" y="74604"/>
                  </a:lnTo>
                  <a:lnTo>
                    <a:pt x="31187" y="73482"/>
                  </a:lnTo>
                  <a:lnTo>
                    <a:pt x="30694" y="73079"/>
                  </a:lnTo>
                  <a:lnTo>
                    <a:pt x="29542" y="72137"/>
                  </a:lnTo>
                  <a:lnTo>
                    <a:pt x="29021" y="71711"/>
                  </a:lnTo>
                  <a:lnTo>
                    <a:pt x="28855" y="71575"/>
                  </a:lnTo>
                  <a:lnTo>
                    <a:pt x="28645" y="71389"/>
                  </a:lnTo>
                  <a:lnTo>
                    <a:pt x="27786" y="70647"/>
                  </a:lnTo>
                  <a:lnTo>
                    <a:pt x="27629" y="70511"/>
                  </a:lnTo>
                  <a:lnTo>
                    <a:pt x="26971" y="69942"/>
                  </a:lnTo>
                  <a:lnTo>
                    <a:pt x="26658" y="69671"/>
                  </a:lnTo>
                  <a:lnTo>
                    <a:pt x="25998" y="69100"/>
                  </a:lnTo>
                  <a:lnTo>
                    <a:pt x="25210" y="68419"/>
                  </a:lnTo>
                  <a:lnTo>
                    <a:pt x="24919" y="68168"/>
                  </a:lnTo>
                  <a:lnTo>
                    <a:pt x="23994" y="67423"/>
                  </a:lnTo>
                  <a:lnTo>
                    <a:pt x="22780" y="66446"/>
                  </a:lnTo>
                  <a:lnTo>
                    <a:pt x="22348" y="66099"/>
                  </a:lnTo>
                  <a:lnTo>
                    <a:pt x="21861" y="65707"/>
                  </a:lnTo>
                  <a:lnTo>
                    <a:pt x="21658" y="65585"/>
                  </a:lnTo>
                  <a:lnTo>
                    <a:pt x="21111" y="65256"/>
                  </a:lnTo>
                  <a:lnTo>
                    <a:pt x="19257" y="63907"/>
                  </a:lnTo>
                  <a:lnTo>
                    <a:pt x="16564" y="61925"/>
                  </a:lnTo>
                  <a:lnTo>
                    <a:pt x="16037" y="61537"/>
                  </a:lnTo>
                  <a:lnTo>
                    <a:pt x="16046" y="60617"/>
                  </a:lnTo>
                  <a:lnTo>
                    <a:pt x="15317" y="60102"/>
                  </a:lnTo>
                  <a:lnTo>
                    <a:pt x="13306" y="58683"/>
                  </a:lnTo>
                  <a:lnTo>
                    <a:pt x="13106" y="58514"/>
                  </a:lnTo>
                  <a:lnTo>
                    <a:pt x="11853" y="57456"/>
                  </a:lnTo>
                  <a:lnTo>
                    <a:pt x="10854" y="56613"/>
                  </a:lnTo>
                  <a:lnTo>
                    <a:pt x="10589" y="56389"/>
                  </a:lnTo>
                  <a:lnTo>
                    <a:pt x="11873" y="55103"/>
                  </a:lnTo>
                  <a:lnTo>
                    <a:pt x="11327" y="54697"/>
                  </a:lnTo>
                  <a:lnTo>
                    <a:pt x="8817" y="52832"/>
                  </a:lnTo>
                  <a:lnTo>
                    <a:pt x="6536" y="51145"/>
                  </a:lnTo>
                  <a:lnTo>
                    <a:pt x="6359" y="51013"/>
                  </a:lnTo>
                  <a:lnTo>
                    <a:pt x="5587" y="51961"/>
                  </a:lnTo>
                  <a:lnTo>
                    <a:pt x="5318" y="52292"/>
                  </a:lnTo>
                  <a:lnTo>
                    <a:pt x="3596" y="51255"/>
                  </a:lnTo>
                  <a:lnTo>
                    <a:pt x="1084" y="49641"/>
                  </a:lnTo>
                  <a:lnTo>
                    <a:pt x="669" y="49385"/>
                  </a:lnTo>
                  <a:lnTo>
                    <a:pt x="0" y="48973"/>
                  </a:lnTo>
                  <a:lnTo>
                    <a:pt x="221" y="48698"/>
                  </a:lnTo>
                  <a:lnTo>
                    <a:pt x="329" y="48563"/>
                  </a:lnTo>
                  <a:lnTo>
                    <a:pt x="6961" y="40324"/>
                  </a:lnTo>
                  <a:lnTo>
                    <a:pt x="7244" y="39904"/>
                  </a:lnTo>
                  <a:lnTo>
                    <a:pt x="7532" y="39491"/>
                  </a:lnTo>
                  <a:lnTo>
                    <a:pt x="14023" y="31615"/>
                  </a:lnTo>
                  <a:lnTo>
                    <a:pt x="16052" y="29153"/>
                  </a:lnTo>
                  <a:lnTo>
                    <a:pt x="16269" y="28847"/>
                  </a:lnTo>
                  <a:lnTo>
                    <a:pt x="16380" y="28691"/>
                  </a:lnTo>
                  <a:lnTo>
                    <a:pt x="16540" y="28466"/>
                  </a:lnTo>
                  <a:lnTo>
                    <a:pt x="16943" y="27899"/>
                  </a:lnTo>
                  <a:lnTo>
                    <a:pt x="17314" y="27446"/>
                  </a:lnTo>
                  <a:lnTo>
                    <a:pt x="19599" y="24655"/>
                  </a:lnTo>
                  <a:lnTo>
                    <a:pt x="23210" y="20246"/>
                  </a:lnTo>
                  <a:lnTo>
                    <a:pt x="25846" y="17027"/>
                  </a:lnTo>
                  <a:lnTo>
                    <a:pt x="25987" y="16854"/>
                  </a:lnTo>
                  <a:lnTo>
                    <a:pt x="26186" y="16612"/>
                  </a:lnTo>
                  <a:lnTo>
                    <a:pt x="26573" y="16141"/>
                  </a:lnTo>
                  <a:lnTo>
                    <a:pt x="27297" y="15260"/>
                  </a:lnTo>
                  <a:lnTo>
                    <a:pt x="29131" y="13025"/>
                  </a:lnTo>
                  <a:lnTo>
                    <a:pt x="30983" y="11038"/>
                  </a:lnTo>
                  <a:lnTo>
                    <a:pt x="31353" y="10640"/>
                  </a:lnTo>
                  <a:lnTo>
                    <a:pt x="32383" y="9535"/>
                  </a:lnTo>
                  <a:lnTo>
                    <a:pt x="34002" y="7797"/>
                  </a:lnTo>
                  <a:lnTo>
                    <a:pt x="34399" y="7371"/>
                  </a:lnTo>
                  <a:lnTo>
                    <a:pt x="34720" y="7027"/>
                  </a:lnTo>
                  <a:lnTo>
                    <a:pt x="35099" y="6619"/>
                  </a:lnTo>
                  <a:lnTo>
                    <a:pt x="35900" y="5772"/>
                  </a:lnTo>
                  <a:lnTo>
                    <a:pt x="36060" y="5663"/>
                  </a:lnTo>
                  <a:lnTo>
                    <a:pt x="38356" y="4100"/>
                  </a:lnTo>
                  <a:lnTo>
                    <a:pt x="40601" y="2440"/>
                  </a:lnTo>
                  <a:lnTo>
                    <a:pt x="41529" y="1956"/>
                  </a:lnTo>
                  <a:lnTo>
                    <a:pt x="41883" y="1772"/>
                  </a:lnTo>
                  <a:lnTo>
                    <a:pt x="42941" y="1221"/>
                  </a:lnTo>
                  <a:lnTo>
                    <a:pt x="44727" y="413"/>
                  </a:lnTo>
                  <a:lnTo>
                    <a:pt x="44884" y="342"/>
                  </a:lnTo>
                  <a:lnTo>
                    <a:pt x="46289" y="6"/>
                  </a:lnTo>
                  <a:lnTo>
                    <a:pt x="46796" y="0"/>
                  </a:lnTo>
                  <a:lnTo>
                    <a:pt x="47301" y="60"/>
                  </a:lnTo>
                  <a:lnTo>
                    <a:pt x="47793" y="187"/>
                  </a:lnTo>
                  <a:lnTo>
                    <a:pt x="48069" y="299"/>
                  </a:lnTo>
                  <a:lnTo>
                    <a:pt x="48263" y="379"/>
                  </a:lnTo>
                  <a:lnTo>
                    <a:pt x="48704" y="630"/>
                  </a:lnTo>
                  <a:lnTo>
                    <a:pt x="49107" y="939"/>
                  </a:lnTo>
                  <a:lnTo>
                    <a:pt x="49466" y="1297"/>
                  </a:lnTo>
                  <a:lnTo>
                    <a:pt x="49774" y="1702"/>
                  </a:lnTo>
                  <a:lnTo>
                    <a:pt x="49061" y="4114"/>
                  </a:lnTo>
                  <a:lnTo>
                    <a:pt x="48650" y="5953"/>
                  </a:lnTo>
                  <a:lnTo>
                    <a:pt x="48283" y="7810"/>
                  </a:lnTo>
                  <a:lnTo>
                    <a:pt x="48141" y="8534"/>
                  </a:lnTo>
                  <a:lnTo>
                    <a:pt x="47735" y="10589"/>
                  </a:lnTo>
                  <a:lnTo>
                    <a:pt x="47494" y="12050"/>
                  </a:lnTo>
                  <a:lnTo>
                    <a:pt x="47368" y="12814"/>
                  </a:lnTo>
                  <a:lnTo>
                    <a:pt x="47162" y="13796"/>
                  </a:lnTo>
                  <a:lnTo>
                    <a:pt x="47076" y="14307"/>
                  </a:lnTo>
                  <a:lnTo>
                    <a:pt x="46997" y="14785"/>
                  </a:lnTo>
                  <a:lnTo>
                    <a:pt x="46932" y="15264"/>
                  </a:lnTo>
                  <a:lnTo>
                    <a:pt x="46899" y="15535"/>
                  </a:lnTo>
                  <a:lnTo>
                    <a:pt x="46825" y="16290"/>
                  </a:lnTo>
                  <a:lnTo>
                    <a:pt x="46774" y="17045"/>
                  </a:lnTo>
                  <a:lnTo>
                    <a:pt x="46748" y="17812"/>
                  </a:lnTo>
                  <a:lnTo>
                    <a:pt x="46744" y="18561"/>
                  </a:lnTo>
                  <a:lnTo>
                    <a:pt x="46765" y="19318"/>
                  </a:lnTo>
                  <a:lnTo>
                    <a:pt x="46809" y="20073"/>
                  </a:lnTo>
                  <a:lnTo>
                    <a:pt x="46877" y="20826"/>
                  </a:lnTo>
                  <a:lnTo>
                    <a:pt x="46726" y="21755"/>
                  </a:lnTo>
                  <a:lnTo>
                    <a:pt x="46484" y="23239"/>
                  </a:lnTo>
                  <a:lnTo>
                    <a:pt x="46306" y="24335"/>
                  </a:lnTo>
                  <a:lnTo>
                    <a:pt x="46156" y="25258"/>
                  </a:lnTo>
                  <a:lnTo>
                    <a:pt x="45813" y="28472"/>
                  </a:lnTo>
                  <a:lnTo>
                    <a:pt x="45770" y="28876"/>
                  </a:lnTo>
                  <a:lnTo>
                    <a:pt x="45675" y="29771"/>
                  </a:lnTo>
                  <a:lnTo>
                    <a:pt x="45760" y="30181"/>
                  </a:lnTo>
                  <a:lnTo>
                    <a:pt x="45882" y="30580"/>
                  </a:lnTo>
                  <a:lnTo>
                    <a:pt x="46040" y="30967"/>
                  </a:lnTo>
                  <a:lnTo>
                    <a:pt x="46232" y="31338"/>
                  </a:lnTo>
                  <a:lnTo>
                    <a:pt x="46482" y="31725"/>
                  </a:lnTo>
                  <a:lnTo>
                    <a:pt x="46889" y="32211"/>
                  </a:lnTo>
                  <a:lnTo>
                    <a:pt x="47122" y="32381"/>
                  </a:lnTo>
                  <a:lnTo>
                    <a:pt x="47338" y="32575"/>
                  </a:lnTo>
                  <a:lnTo>
                    <a:pt x="47536" y="32794"/>
                  </a:lnTo>
                  <a:lnTo>
                    <a:pt x="47675" y="32976"/>
                  </a:lnTo>
                  <a:lnTo>
                    <a:pt x="47830" y="33226"/>
                  </a:lnTo>
                  <a:lnTo>
                    <a:pt x="47958" y="33490"/>
                  </a:lnTo>
                  <a:lnTo>
                    <a:pt x="48058" y="33764"/>
                  </a:lnTo>
                  <a:lnTo>
                    <a:pt x="48157" y="34204"/>
                  </a:lnTo>
                  <a:lnTo>
                    <a:pt x="48074" y="35977"/>
                  </a:lnTo>
                  <a:lnTo>
                    <a:pt x="48015" y="37233"/>
                  </a:lnTo>
                  <a:lnTo>
                    <a:pt x="47970" y="38182"/>
                  </a:lnTo>
                  <a:lnTo>
                    <a:pt x="48081" y="38841"/>
                  </a:lnTo>
                  <a:lnTo>
                    <a:pt x="48161" y="39233"/>
                  </a:lnTo>
                  <a:lnTo>
                    <a:pt x="48424" y="40265"/>
                  </a:lnTo>
                  <a:lnTo>
                    <a:pt x="48575" y="41547"/>
                  </a:lnTo>
                  <a:lnTo>
                    <a:pt x="48613" y="41872"/>
                  </a:lnTo>
                  <a:lnTo>
                    <a:pt x="48728" y="42840"/>
                  </a:lnTo>
                  <a:lnTo>
                    <a:pt x="49710" y="43069"/>
                  </a:lnTo>
                  <a:lnTo>
                    <a:pt x="59229" y="45289"/>
                  </a:lnTo>
                  <a:lnTo>
                    <a:pt x="59718" y="45382"/>
                  </a:lnTo>
                  <a:lnTo>
                    <a:pt x="60206" y="454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3207672" y="4593570"/>
              <a:ext cx="111522" cy="81581"/>
            </a:xfrm>
            <a:custGeom>
              <a:avLst/>
              <a:pathLst>
                <a:path w="111522" h="81581">
                  <a:moveTo>
                    <a:pt x="107461" y="24206"/>
                  </a:moveTo>
                  <a:lnTo>
                    <a:pt x="110240" y="27112"/>
                  </a:lnTo>
                  <a:lnTo>
                    <a:pt x="111071" y="29710"/>
                  </a:lnTo>
                  <a:lnTo>
                    <a:pt x="111522" y="31118"/>
                  </a:lnTo>
                  <a:lnTo>
                    <a:pt x="105195" y="34428"/>
                  </a:lnTo>
                  <a:lnTo>
                    <a:pt x="95394" y="39556"/>
                  </a:lnTo>
                  <a:lnTo>
                    <a:pt x="93385" y="40345"/>
                  </a:lnTo>
                  <a:lnTo>
                    <a:pt x="88830" y="42135"/>
                  </a:lnTo>
                  <a:lnTo>
                    <a:pt x="84024" y="44024"/>
                  </a:lnTo>
                  <a:lnTo>
                    <a:pt x="83690" y="44169"/>
                  </a:lnTo>
                  <a:lnTo>
                    <a:pt x="77281" y="46961"/>
                  </a:lnTo>
                  <a:lnTo>
                    <a:pt x="70539" y="48630"/>
                  </a:lnTo>
                  <a:lnTo>
                    <a:pt x="69776" y="51565"/>
                  </a:lnTo>
                  <a:lnTo>
                    <a:pt x="69671" y="51967"/>
                  </a:lnTo>
                  <a:lnTo>
                    <a:pt x="68803" y="58042"/>
                  </a:lnTo>
                  <a:lnTo>
                    <a:pt x="68673" y="59015"/>
                  </a:lnTo>
                  <a:lnTo>
                    <a:pt x="68633" y="59309"/>
                  </a:lnTo>
                  <a:lnTo>
                    <a:pt x="68458" y="60615"/>
                  </a:lnTo>
                  <a:lnTo>
                    <a:pt x="68203" y="62515"/>
                  </a:lnTo>
                  <a:lnTo>
                    <a:pt x="65738" y="67158"/>
                  </a:lnTo>
                  <a:lnTo>
                    <a:pt x="64151" y="70149"/>
                  </a:lnTo>
                  <a:lnTo>
                    <a:pt x="63324" y="72542"/>
                  </a:lnTo>
                  <a:lnTo>
                    <a:pt x="62697" y="74357"/>
                  </a:lnTo>
                  <a:lnTo>
                    <a:pt x="62512" y="77509"/>
                  </a:lnTo>
                  <a:lnTo>
                    <a:pt x="59845" y="78972"/>
                  </a:lnTo>
                  <a:lnTo>
                    <a:pt x="54736" y="79200"/>
                  </a:lnTo>
                  <a:lnTo>
                    <a:pt x="43786" y="81581"/>
                  </a:lnTo>
                  <a:lnTo>
                    <a:pt x="43159" y="78411"/>
                  </a:lnTo>
                  <a:lnTo>
                    <a:pt x="42068" y="77600"/>
                  </a:lnTo>
                  <a:lnTo>
                    <a:pt x="38822" y="77108"/>
                  </a:lnTo>
                  <a:lnTo>
                    <a:pt x="38031" y="76980"/>
                  </a:lnTo>
                  <a:lnTo>
                    <a:pt x="37168" y="76538"/>
                  </a:lnTo>
                  <a:lnTo>
                    <a:pt x="36687" y="76098"/>
                  </a:lnTo>
                  <a:lnTo>
                    <a:pt x="36664" y="75630"/>
                  </a:lnTo>
                  <a:lnTo>
                    <a:pt x="36718" y="74322"/>
                  </a:lnTo>
                  <a:lnTo>
                    <a:pt x="36771" y="72827"/>
                  </a:lnTo>
                  <a:lnTo>
                    <a:pt x="37038" y="70450"/>
                  </a:lnTo>
                  <a:lnTo>
                    <a:pt x="36771" y="68180"/>
                  </a:lnTo>
                  <a:lnTo>
                    <a:pt x="36931" y="66418"/>
                  </a:lnTo>
                  <a:lnTo>
                    <a:pt x="38213" y="63454"/>
                  </a:lnTo>
                  <a:lnTo>
                    <a:pt x="36332" y="62235"/>
                  </a:lnTo>
                  <a:lnTo>
                    <a:pt x="35526" y="62029"/>
                  </a:lnTo>
                  <a:lnTo>
                    <a:pt x="34664" y="61732"/>
                  </a:lnTo>
                  <a:lnTo>
                    <a:pt x="33987" y="61498"/>
                  </a:lnTo>
                  <a:lnTo>
                    <a:pt x="33243" y="61242"/>
                  </a:lnTo>
                  <a:lnTo>
                    <a:pt x="32851" y="61118"/>
                  </a:lnTo>
                  <a:lnTo>
                    <a:pt x="29738" y="60138"/>
                  </a:lnTo>
                  <a:lnTo>
                    <a:pt x="29959" y="59880"/>
                  </a:lnTo>
                  <a:lnTo>
                    <a:pt x="30359" y="59441"/>
                  </a:lnTo>
                  <a:lnTo>
                    <a:pt x="31885" y="57128"/>
                  </a:lnTo>
                  <a:lnTo>
                    <a:pt x="31983" y="56924"/>
                  </a:lnTo>
                  <a:lnTo>
                    <a:pt x="32058" y="56709"/>
                  </a:lnTo>
                  <a:lnTo>
                    <a:pt x="32107" y="56487"/>
                  </a:lnTo>
                  <a:lnTo>
                    <a:pt x="32129" y="56261"/>
                  </a:lnTo>
                  <a:lnTo>
                    <a:pt x="32123" y="56109"/>
                  </a:lnTo>
                  <a:lnTo>
                    <a:pt x="32092" y="55383"/>
                  </a:lnTo>
                  <a:lnTo>
                    <a:pt x="32074" y="54959"/>
                  </a:lnTo>
                  <a:lnTo>
                    <a:pt x="31865" y="52844"/>
                  </a:lnTo>
                  <a:lnTo>
                    <a:pt x="31609" y="51995"/>
                  </a:lnTo>
                  <a:lnTo>
                    <a:pt x="30840" y="50970"/>
                  </a:lnTo>
                  <a:lnTo>
                    <a:pt x="29919" y="50276"/>
                  </a:lnTo>
                  <a:lnTo>
                    <a:pt x="29625" y="50069"/>
                  </a:lnTo>
                  <a:lnTo>
                    <a:pt x="29314" y="49923"/>
                  </a:lnTo>
                  <a:lnTo>
                    <a:pt x="28205" y="49403"/>
                  </a:lnTo>
                  <a:lnTo>
                    <a:pt x="27757" y="49423"/>
                  </a:lnTo>
                  <a:lnTo>
                    <a:pt x="27310" y="49390"/>
                  </a:lnTo>
                  <a:lnTo>
                    <a:pt x="26871" y="49307"/>
                  </a:lnTo>
                  <a:lnTo>
                    <a:pt x="26444" y="49173"/>
                  </a:lnTo>
                  <a:lnTo>
                    <a:pt x="26315" y="49114"/>
                  </a:lnTo>
                  <a:lnTo>
                    <a:pt x="23740" y="47928"/>
                  </a:lnTo>
                  <a:lnTo>
                    <a:pt x="23056" y="47597"/>
                  </a:lnTo>
                  <a:lnTo>
                    <a:pt x="22602" y="47378"/>
                  </a:lnTo>
                  <a:lnTo>
                    <a:pt x="21774" y="46977"/>
                  </a:lnTo>
                  <a:lnTo>
                    <a:pt x="20236" y="45952"/>
                  </a:lnTo>
                  <a:lnTo>
                    <a:pt x="19711" y="45541"/>
                  </a:lnTo>
                  <a:lnTo>
                    <a:pt x="19032" y="45009"/>
                  </a:lnTo>
                  <a:lnTo>
                    <a:pt x="18762" y="44798"/>
                  </a:lnTo>
                  <a:lnTo>
                    <a:pt x="16725" y="43328"/>
                  </a:lnTo>
                  <a:lnTo>
                    <a:pt x="15955" y="42771"/>
                  </a:lnTo>
                  <a:lnTo>
                    <a:pt x="15781" y="42589"/>
                  </a:lnTo>
                  <a:lnTo>
                    <a:pt x="14832" y="41594"/>
                  </a:lnTo>
                  <a:lnTo>
                    <a:pt x="14679" y="41476"/>
                  </a:lnTo>
                  <a:lnTo>
                    <a:pt x="13988" y="40942"/>
                  </a:lnTo>
                  <a:lnTo>
                    <a:pt x="12697" y="40316"/>
                  </a:lnTo>
                  <a:lnTo>
                    <a:pt x="11083" y="39789"/>
                  </a:lnTo>
                  <a:lnTo>
                    <a:pt x="9289" y="39234"/>
                  </a:lnTo>
                  <a:lnTo>
                    <a:pt x="8794" y="39066"/>
                  </a:lnTo>
                  <a:lnTo>
                    <a:pt x="8626" y="39009"/>
                  </a:lnTo>
                  <a:lnTo>
                    <a:pt x="8242" y="38909"/>
                  </a:lnTo>
                  <a:lnTo>
                    <a:pt x="7889" y="38817"/>
                  </a:lnTo>
                  <a:lnTo>
                    <a:pt x="1022" y="37375"/>
                  </a:lnTo>
                  <a:lnTo>
                    <a:pt x="750" y="37383"/>
                  </a:lnTo>
                  <a:lnTo>
                    <a:pt x="182" y="30450"/>
                  </a:lnTo>
                  <a:lnTo>
                    <a:pt x="178" y="30274"/>
                  </a:lnTo>
                  <a:lnTo>
                    <a:pt x="138" y="30133"/>
                  </a:lnTo>
                  <a:lnTo>
                    <a:pt x="91" y="29320"/>
                  </a:lnTo>
                  <a:lnTo>
                    <a:pt x="0" y="27728"/>
                  </a:lnTo>
                  <a:lnTo>
                    <a:pt x="68" y="27549"/>
                  </a:lnTo>
                  <a:lnTo>
                    <a:pt x="101" y="27407"/>
                  </a:lnTo>
                  <a:lnTo>
                    <a:pt x="974" y="25579"/>
                  </a:lnTo>
                  <a:lnTo>
                    <a:pt x="1628" y="23480"/>
                  </a:lnTo>
                  <a:lnTo>
                    <a:pt x="1590" y="20141"/>
                  </a:lnTo>
                  <a:lnTo>
                    <a:pt x="1073" y="18087"/>
                  </a:lnTo>
                  <a:lnTo>
                    <a:pt x="1305" y="17979"/>
                  </a:lnTo>
                  <a:lnTo>
                    <a:pt x="1541" y="17889"/>
                  </a:lnTo>
                  <a:lnTo>
                    <a:pt x="1784" y="17815"/>
                  </a:lnTo>
                  <a:lnTo>
                    <a:pt x="2032" y="17759"/>
                  </a:lnTo>
                  <a:lnTo>
                    <a:pt x="2283" y="17720"/>
                  </a:lnTo>
                  <a:lnTo>
                    <a:pt x="2536" y="17698"/>
                  </a:lnTo>
                  <a:lnTo>
                    <a:pt x="2790" y="17695"/>
                  </a:lnTo>
                  <a:lnTo>
                    <a:pt x="3044" y="17709"/>
                  </a:lnTo>
                  <a:lnTo>
                    <a:pt x="3269" y="17737"/>
                  </a:lnTo>
                  <a:lnTo>
                    <a:pt x="3609" y="17803"/>
                  </a:lnTo>
                  <a:lnTo>
                    <a:pt x="4006" y="17893"/>
                  </a:lnTo>
                  <a:lnTo>
                    <a:pt x="4399" y="17993"/>
                  </a:lnTo>
                  <a:lnTo>
                    <a:pt x="4785" y="18103"/>
                  </a:lnTo>
                  <a:lnTo>
                    <a:pt x="5167" y="18224"/>
                  </a:lnTo>
                  <a:lnTo>
                    <a:pt x="5509" y="18342"/>
                  </a:lnTo>
                  <a:lnTo>
                    <a:pt x="5738" y="18427"/>
                  </a:lnTo>
                  <a:lnTo>
                    <a:pt x="6006" y="18526"/>
                  </a:lnTo>
                  <a:lnTo>
                    <a:pt x="6345" y="18619"/>
                  </a:lnTo>
                  <a:lnTo>
                    <a:pt x="6688" y="18692"/>
                  </a:lnTo>
                  <a:lnTo>
                    <a:pt x="7074" y="18750"/>
                  </a:lnTo>
                  <a:lnTo>
                    <a:pt x="7464" y="18784"/>
                  </a:lnTo>
                  <a:lnTo>
                    <a:pt x="7792" y="18792"/>
                  </a:lnTo>
                  <a:lnTo>
                    <a:pt x="8119" y="18783"/>
                  </a:lnTo>
                  <a:lnTo>
                    <a:pt x="8613" y="18810"/>
                  </a:lnTo>
                  <a:lnTo>
                    <a:pt x="9102" y="18821"/>
                  </a:lnTo>
                  <a:lnTo>
                    <a:pt x="9543" y="18818"/>
                  </a:lnTo>
                  <a:lnTo>
                    <a:pt x="9984" y="18802"/>
                  </a:lnTo>
                  <a:lnTo>
                    <a:pt x="10423" y="18775"/>
                  </a:lnTo>
                  <a:lnTo>
                    <a:pt x="10862" y="18735"/>
                  </a:lnTo>
                  <a:lnTo>
                    <a:pt x="11262" y="18687"/>
                  </a:lnTo>
                  <a:lnTo>
                    <a:pt x="11662" y="18630"/>
                  </a:lnTo>
                  <a:lnTo>
                    <a:pt x="12059" y="18562"/>
                  </a:lnTo>
                  <a:lnTo>
                    <a:pt x="12455" y="18484"/>
                  </a:lnTo>
                  <a:lnTo>
                    <a:pt x="12750" y="18452"/>
                  </a:lnTo>
                  <a:lnTo>
                    <a:pt x="13232" y="18398"/>
                  </a:lnTo>
                  <a:lnTo>
                    <a:pt x="13956" y="18317"/>
                  </a:lnTo>
                  <a:lnTo>
                    <a:pt x="14612" y="18245"/>
                  </a:lnTo>
                  <a:lnTo>
                    <a:pt x="15146" y="18185"/>
                  </a:lnTo>
                  <a:lnTo>
                    <a:pt x="16150" y="18313"/>
                  </a:lnTo>
                  <a:lnTo>
                    <a:pt x="17231" y="18685"/>
                  </a:lnTo>
                  <a:lnTo>
                    <a:pt x="17453" y="18762"/>
                  </a:lnTo>
                  <a:lnTo>
                    <a:pt x="17692" y="18838"/>
                  </a:lnTo>
                  <a:lnTo>
                    <a:pt x="17913" y="18909"/>
                  </a:lnTo>
                  <a:lnTo>
                    <a:pt x="18085" y="18965"/>
                  </a:lnTo>
                  <a:lnTo>
                    <a:pt x="18434" y="19091"/>
                  </a:lnTo>
                  <a:lnTo>
                    <a:pt x="18774" y="19225"/>
                  </a:lnTo>
                  <a:lnTo>
                    <a:pt x="19070" y="19351"/>
                  </a:lnTo>
                  <a:lnTo>
                    <a:pt x="19460" y="19528"/>
                  </a:lnTo>
                  <a:lnTo>
                    <a:pt x="19775" y="19683"/>
                  </a:lnTo>
                  <a:lnTo>
                    <a:pt x="20070" y="19837"/>
                  </a:lnTo>
                  <a:lnTo>
                    <a:pt x="20386" y="20013"/>
                  </a:lnTo>
                  <a:lnTo>
                    <a:pt x="20785" y="20251"/>
                  </a:lnTo>
                  <a:lnTo>
                    <a:pt x="21001" y="20387"/>
                  </a:lnTo>
                  <a:lnTo>
                    <a:pt x="21320" y="20599"/>
                  </a:lnTo>
                  <a:lnTo>
                    <a:pt x="23407" y="18828"/>
                  </a:lnTo>
                  <a:lnTo>
                    <a:pt x="24539" y="18252"/>
                  </a:lnTo>
                  <a:lnTo>
                    <a:pt x="29751" y="16073"/>
                  </a:lnTo>
                  <a:lnTo>
                    <a:pt x="30605" y="15923"/>
                  </a:lnTo>
                  <a:lnTo>
                    <a:pt x="31396" y="16137"/>
                  </a:lnTo>
                  <a:lnTo>
                    <a:pt x="31807" y="16463"/>
                  </a:lnTo>
                  <a:lnTo>
                    <a:pt x="32448" y="17290"/>
                  </a:lnTo>
                  <a:lnTo>
                    <a:pt x="32589" y="17826"/>
                  </a:lnTo>
                  <a:lnTo>
                    <a:pt x="33236" y="19797"/>
                  </a:lnTo>
                  <a:lnTo>
                    <a:pt x="32870" y="20858"/>
                  </a:lnTo>
                  <a:lnTo>
                    <a:pt x="33784" y="21470"/>
                  </a:lnTo>
                  <a:lnTo>
                    <a:pt x="35174" y="22401"/>
                  </a:lnTo>
                  <a:lnTo>
                    <a:pt x="33460" y="25527"/>
                  </a:lnTo>
                  <a:lnTo>
                    <a:pt x="35286" y="26050"/>
                  </a:lnTo>
                  <a:lnTo>
                    <a:pt x="36115" y="26133"/>
                  </a:lnTo>
                  <a:lnTo>
                    <a:pt x="38491" y="26326"/>
                  </a:lnTo>
                  <a:lnTo>
                    <a:pt x="42464" y="26614"/>
                  </a:lnTo>
                  <a:lnTo>
                    <a:pt x="43935" y="26679"/>
                  </a:lnTo>
                  <a:lnTo>
                    <a:pt x="45708" y="26757"/>
                  </a:lnTo>
                  <a:lnTo>
                    <a:pt x="49984" y="25747"/>
                  </a:lnTo>
                  <a:lnTo>
                    <a:pt x="53747" y="24071"/>
                  </a:lnTo>
                  <a:lnTo>
                    <a:pt x="54588" y="22830"/>
                  </a:lnTo>
                  <a:lnTo>
                    <a:pt x="55220" y="21657"/>
                  </a:lnTo>
                  <a:lnTo>
                    <a:pt x="55536" y="21071"/>
                  </a:lnTo>
                  <a:lnTo>
                    <a:pt x="56750" y="18816"/>
                  </a:lnTo>
                  <a:lnTo>
                    <a:pt x="60672" y="11535"/>
                  </a:lnTo>
                  <a:lnTo>
                    <a:pt x="61414" y="10157"/>
                  </a:lnTo>
                  <a:lnTo>
                    <a:pt x="61515" y="9969"/>
                  </a:lnTo>
                  <a:lnTo>
                    <a:pt x="62334" y="8448"/>
                  </a:lnTo>
                  <a:lnTo>
                    <a:pt x="63300" y="6655"/>
                  </a:lnTo>
                  <a:lnTo>
                    <a:pt x="66885" y="0"/>
                  </a:lnTo>
                  <a:lnTo>
                    <a:pt x="68245" y="629"/>
                  </a:lnTo>
                  <a:lnTo>
                    <a:pt x="76626" y="4507"/>
                  </a:lnTo>
                  <a:lnTo>
                    <a:pt x="77209" y="4879"/>
                  </a:lnTo>
                  <a:lnTo>
                    <a:pt x="82097" y="7994"/>
                  </a:lnTo>
                  <a:lnTo>
                    <a:pt x="85503" y="11211"/>
                  </a:lnTo>
                  <a:lnTo>
                    <a:pt x="87864" y="13441"/>
                  </a:lnTo>
                  <a:lnTo>
                    <a:pt x="93738" y="17233"/>
                  </a:lnTo>
                  <a:lnTo>
                    <a:pt x="94549" y="17574"/>
                  </a:lnTo>
                  <a:lnTo>
                    <a:pt x="98812" y="19369"/>
                  </a:lnTo>
                  <a:lnTo>
                    <a:pt x="104419" y="21024"/>
                  </a:lnTo>
                  <a:lnTo>
                    <a:pt x="105446" y="2209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3179069" y="4587264"/>
              <a:ext cx="58229" cy="91520"/>
            </a:xfrm>
            <a:custGeom>
              <a:avLst/>
              <a:pathLst>
                <a:path w="58229" h="91520">
                  <a:moveTo>
                    <a:pt x="33094" y="18599"/>
                  </a:moveTo>
                  <a:lnTo>
                    <a:pt x="33058" y="20075"/>
                  </a:lnTo>
                  <a:lnTo>
                    <a:pt x="43565" y="16848"/>
                  </a:lnTo>
                  <a:lnTo>
                    <a:pt x="51042" y="18744"/>
                  </a:lnTo>
                  <a:lnTo>
                    <a:pt x="49923" y="26905"/>
                  </a:lnTo>
                  <a:lnTo>
                    <a:pt x="49601" y="26691"/>
                  </a:lnTo>
                  <a:lnTo>
                    <a:pt x="49296" y="26500"/>
                  </a:lnTo>
                  <a:lnTo>
                    <a:pt x="48986" y="26317"/>
                  </a:lnTo>
                  <a:lnTo>
                    <a:pt x="48669" y="26141"/>
                  </a:lnTo>
                  <a:lnTo>
                    <a:pt x="48370" y="25985"/>
                  </a:lnTo>
                  <a:lnTo>
                    <a:pt x="48063" y="25834"/>
                  </a:lnTo>
                  <a:lnTo>
                    <a:pt x="47673" y="25656"/>
                  </a:lnTo>
                  <a:lnTo>
                    <a:pt x="47375" y="25530"/>
                  </a:lnTo>
                  <a:lnTo>
                    <a:pt x="47032" y="25395"/>
                  </a:lnTo>
                  <a:lnTo>
                    <a:pt x="46685" y="25269"/>
                  </a:lnTo>
                  <a:lnTo>
                    <a:pt x="46516" y="25215"/>
                  </a:lnTo>
                  <a:lnTo>
                    <a:pt x="46295" y="25144"/>
                  </a:lnTo>
                  <a:lnTo>
                    <a:pt x="46057" y="25068"/>
                  </a:lnTo>
                  <a:lnTo>
                    <a:pt x="45834" y="24991"/>
                  </a:lnTo>
                  <a:lnTo>
                    <a:pt x="44753" y="24619"/>
                  </a:lnTo>
                  <a:lnTo>
                    <a:pt x="43749" y="24491"/>
                  </a:lnTo>
                  <a:lnTo>
                    <a:pt x="43215" y="24550"/>
                  </a:lnTo>
                  <a:lnTo>
                    <a:pt x="42559" y="24623"/>
                  </a:lnTo>
                  <a:lnTo>
                    <a:pt x="41835" y="24704"/>
                  </a:lnTo>
                  <a:lnTo>
                    <a:pt x="41353" y="24757"/>
                  </a:lnTo>
                  <a:lnTo>
                    <a:pt x="41058" y="24790"/>
                  </a:lnTo>
                  <a:lnTo>
                    <a:pt x="40660" y="24868"/>
                  </a:lnTo>
                  <a:lnTo>
                    <a:pt x="40261" y="24936"/>
                  </a:lnTo>
                  <a:lnTo>
                    <a:pt x="39862" y="24993"/>
                  </a:lnTo>
                  <a:lnTo>
                    <a:pt x="39463" y="25041"/>
                  </a:lnTo>
                  <a:lnTo>
                    <a:pt x="39024" y="25080"/>
                  </a:lnTo>
                  <a:lnTo>
                    <a:pt x="38584" y="25108"/>
                  </a:lnTo>
                  <a:lnTo>
                    <a:pt x="38143" y="25123"/>
                  </a:lnTo>
                  <a:lnTo>
                    <a:pt x="37705" y="25127"/>
                  </a:lnTo>
                  <a:lnTo>
                    <a:pt x="37213" y="25115"/>
                  </a:lnTo>
                  <a:lnTo>
                    <a:pt x="36722" y="25089"/>
                  </a:lnTo>
                  <a:lnTo>
                    <a:pt x="36394" y="25098"/>
                  </a:lnTo>
                  <a:lnTo>
                    <a:pt x="36066" y="25089"/>
                  </a:lnTo>
                  <a:lnTo>
                    <a:pt x="35676" y="25056"/>
                  </a:lnTo>
                  <a:lnTo>
                    <a:pt x="35290" y="24998"/>
                  </a:lnTo>
                  <a:lnTo>
                    <a:pt x="34946" y="24924"/>
                  </a:lnTo>
                  <a:lnTo>
                    <a:pt x="34608" y="24832"/>
                  </a:lnTo>
                  <a:lnTo>
                    <a:pt x="34341" y="24733"/>
                  </a:lnTo>
                  <a:lnTo>
                    <a:pt x="34108" y="24647"/>
                  </a:lnTo>
                  <a:lnTo>
                    <a:pt x="33767" y="24529"/>
                  </a:lnTo>
                  <a:lnTo>
                    <a:pt x="33384" y="24408"/>
                  </a:lnTo>
                  <a:lnTo>
                    <a:pt x="32998" y="24297"/>
                  </a:lnTo>
                  <a:lnTo>
                    <a:pt x="32606" y="24197"/>
                  </a:lnTo>
                  <a:lnTo>
                    <a:pt x="32210" y="24109"/>
                  </a:lnTo>
                  <a:lnTo>
                    <a:pt x="31873" y="24042"/>
                  </a:lnTo>
                  <a:lnTo>
                    <a:pt x="31646" y="24014"/>
                  </a:lnTo>
                  <a:lnTo>
                    <a:pt x="31392" y="24000"/>
                  </a:lnTo>
                  <a:lnTo>
                    <a:pt x="31138" y="24004"/>
                  </a:lnTo>
                  <a:lnTo>
                    <a:pt x="30886" y="24025"/>
                  </a:lnTo>
                  <a:lnTo>
                    <a:pt x="30634" y="24065"/>
                  </a:lnTo>
                  <a:lnTo>
                    <a:pt x="30386" y="24121"/>
                  </a:lnTo>
                  <a:lnTo>
                    <a:pt x="30143" y="24195"/>
                  </a:lnTo>
                  <a:lnTo>
                    <a:pt x="29906" y="24286"/>
                  </a:lnTo>
                  <a:lnTo>
                    <a:pt x="29676" y="24393"/>
                  </a:lnTo>
                  <a:lnTo>
                    <a:pt x="30193" y="26447"/>
                  </a:lnTo>
                  <a:lnTo>
                    <a:pt x="30231" y="29786"/>
                  </a:lnTo>
                  <a:lnTo>
                    <a:pt x="29577" y="31885"/>
                  </a:lnTo>
                  <a:lnTo>
                    <a:pt x="28704" y="33712"/>
                  </a:lnTo>
                  <a:lnTo>
                    <a:pt x="28671" y="33855"/>
                  </a:lnTo>
                  <a:lnTo>
                    <a:pt x="28603" y="34033"/>
                  </a:lnTo>
                  <a:lnTo>
                    <a:pt x="28694" y="35625"/>
                  </a:lnTo>
                  <a:lnTo>
                    <a:pt x="28741" y="36439"/>
                  </a:lnTo>
                  <a:lnTo>
                    <a:pt x="28781" y="36580"/>
                  </a:lnTo>
                  <a:lnTo>
                    <a:pt x="28786" y="36755"/>
                  </a:lnTo>
                  <a:lnTo>
                    <a:pt x="29353" y="43688"/>
                  </a:lnTo>
                  <a:lnTo>
                    <a:pt x="29625" y="43681"/>
                  </a:lnTo>
                  <a:lnTo>
                    <a:pt x="36492" y="45123"/>
                  </a:lnTo>
                  <a:lnTo>
                    <a:pt x="36845" y="45215"/>
                  </a:lnTo>
                  <a:lnTo>
                    <a:pt x="37229" y="45315"/>
                  </a:lnTo>
                  <a:lnTo>
                    <a:pt x="37447" y="45389"/>
                  </a:lnTo>
                  <a:lnTo>
                    <a:pt x="37892" y="45539"/>
                  </a:lnTo>
                  <a:lnTo>
                    <a:pt x="39686" y="46095"/>
                  </a:lnTo>
                  <a:lnTo>
                    <a:pt x="41320" y="46629"/>
                  </a:lnTo>
                  <a:lnTo>
                    <a:pt x="42591" y="47248"/>
                  </a:lnTo>
                  <a:lnTo>
                    <a:pt x="43282" y="47781"/>
                  </a:lnTo>
                  <a:lnTo>
                    <a:pt x="43435" y="47900"/>
                  </a:lnTo>
                  <a:lnTo>
                    <a:pt x="44430" y="48943"/>
                  </a:lnTo>
                  <a:lnTo>
                    <a:pt x="44558" y="49077"/>
                  </a:lnTo>
                  <a:lnTo>
                    <a:pt x="45328" y="49633"/>
                  </a:lnTo>
                  <a:lnTo>
                    <a:pt x="47365" y="51104"/>
                  </a:lnTo>
                  <a:lnTo>
                    <a:pt x="47635" y="51315"/>
                  </a:lnTo>
                  <a:lnTo>
                    <a:pt x="48314" y="51846"/>
                  </a:lnTo>
                  <a:lnTo>
                    <a:pt x="48839" y="52257"/>
                  </a:lnTo>
                  <a:lnTo>
                    <a:pt x="50377" y="53283"/>
                  </a:lnTo>
                  <a:lnTo>
                    <a:pt x="51206" y="53683"/>
                  </a:lnTo>
                  <a:lnTo>
                    <a:pt x="51659" y="53903"/>
                  </a:lnTo>
                  <a:lnTo>
                    <a:pt x="52343" y="54233"/>
                  </a:lnTo>
                  <a:lnTo>
                    <a:pt x="54918" y="55419"/>
                  </a:lnTo>
                  <a:lnTo>
                    <a:pt x="55047" y="55479"/>
                  </a:lnTo>
                  <a:lnTo>
                    <a:pt x="55475" y="55613"/>
                  </a:lnTo>
                  <a:lnTo>
                    <a:pt x="55914" y="55696"/>
                  </a:lnTo>
                  <a:lnTo>
                    <a:pt x="56360" y="55728"/>
                  </a:lnTo>
                  <a:lnTo>
                    <a:pt x="56808" y="55709"/>
                  </a:lnTo>
                  <a:lnTo>
                    <a:pt x="57917" y="56228"/>
                  </a:lnTo>
                  <a:lnTo>
                    <a:pt x="58229" y="56374"/>
                  </a:lnTo>
                  <a:lnTo>
                    <a:pt x="58035" y="57867"/>
                  </a:lnTo>
                  <a:lnTo>
                    <a:pt x="57959" y="58935"/>
                  </a:lnTo>
                  <a:lnTo>
                    <a:pt x="57906" y="60004"/>
                  </a:lnTo>
                  <a:lnTo>
                    <a:pt x="57742" y="60579"/>
                  </a:lnTo>
                  <a:lnTo>
                    <a:pt x="57504" y="61127"/>
                  </a:lnTo>
                  <a:lnTo>
                    <a:pt x="57193" y="61646"/>
                  </a:lnTo>
                  <a:lnTo>
                    <a:pt x="56817" y="62118"/>
                  </a:lnTo>
                  <a:lnTo>
                    <a:pt x="56358" y="62348"/>
                  </a:lnTo>
                  <a:lnTo>
                    <a:pt x="56112" y="62471"/>
                  </a:lnTo>
                  <a:lnTo>
                    <a:pt x="55194" y="62930"/>
                  </a:lnTo>
                  <a:lnTo>
                    <a:pt x="54054" y="63559"/>
                  </a:lnTo>
                  <a:lnTo>
                    <a:pt x="53051" y="64113"/>
                  </a:lnTo>
                  <a:lnTo>
                    <a:pt x="52867" y="64234"/>
                  </a:lnTo>
                  <a:lnTo>
                    <a:pt x="52697" y="64373"/>
                  </a:lnTo>
                  <a:lnTo>
                    <a:pt x="52483" y="64599"/>
                  </a:lnTo>
                  <a:lnTo>
                    <a:pt x="50801" y="63930"/>
                  </a:lnTo>
                  <a:lnTo>
                    <a:pt x="49928" y="63583"/>
                  </a:lnTo>
                  <a:lnTo>
                    <a:pt x="48700" y="63236"/>
                  </a:lnTo>
                  <a:lnTo>
                    <a:pt x="46537" y="61821"/>
                  </a:lnTo>
                  <a:lnTo>
                    <a:pt x="44881" y="60780"/>
                  </a:lnTo>
                  <a:lnTo>
                    <a:pt x="42371" y="59258"/>
                  </a:lnTo>
                  <a:lnTo>
                    <a:pt x="40173" y="58121"/>
                  </a:lnTo>
                  <a:lnTo>
                    <a:pt x="39953" y="58196"/>
                  </a:lnTo>
                  <a:lnTo>
                    <a:pt x="39744" y="58299"/>
                  </a:lnTo>
                  <a:lnTo>
                    <a:pt x="39556" y="58424"/>
                  </a:lnTo>
                  <a:lnTo>
                    <a:pt x="39385" y="58571"/>
                  </a:lnTo>
                  <a:lnTo>
                    <a:pt x="39232" y="58741"/>
                  </a:lnTo>
                  <a:lnTo>
                    <a:pt x="39101" y="58930"/>
                  </a:lnTo>
                  <a:lnTo>
                    <a:pt x="38996" y="59134"/>
                  </a:lnTo>
                  <a:lnTo>
                    <a:pt x="38918" y="59349"/>
                  </a:lnTo>
                  <a:lnTo>
                    <a:pt x="38916" y="60126"/>
                  </a:lnTo>
                  <a:lnTo>
                    <a:pt x="38947" y="60902"/>
                  </a:lnTo>
                  <a:lnTo>
                    <a:pt x="39010" y="61676"/>
                  </a:lnTo>
                  <a:lnTo>
                    <a:pt x="39105" y="62447"/>
                  </a:lnTo>
                  <a:lnTo>
                    <a:pt x="39266" y="63172"/>
                  </a:lnTo>
                  <a:lnTo>
                    <a:pt x="39455" y="63890"/>
                  </a:lnTo>
                  <a:lnTo>
                    <a:pt x="39637" y="64500"/>
                  </a:lnTo>
                  <a:lnTo>
                    <a:pt x="39839" y="65103"/>
                  </a:lnTo>
                  <a:lnTo>
                    <a:pt x="40194" y="66306"/>
                  </a:lnTo>
                  <a:lnTo>
                    <a:pt x="40240" y="66520"/>
                  </a:lnTo>
                  <a:lnTo>
                    <a:pt x="40311" y="66846"/>
                  </a:lnTo>
                  <a:lnTo>
                    <a:pt x="40453" y="67380"/>
                  </a:lnTo>
                  <a:lnTo>
                    <a:pt x="40617" y="67906"/>
                  </a:lnTo>
                  <a:lnTo>
                    <a:pt x="40805" y="68425"/>
                  </a:lnTo>
                  <a:lnTo>
                    <a:pt x="40969" y="68827"/>
                  </a:lnTo>
                  <a:lnTo>
                    <a:pt x="41497" y="69740"/>
                  </a:lnTo>
                  <a:lnTo>
                    <a:pt x="41765" y="70268"/>
                  </a:lnTo>
                  <a:lnTo>
                    <a:pt x="42011" y="70803"/>
                  </a:lnTo>
                  <a:lnTo>
                    <a:pt x="42153" y="71034"/>
                  </a:lnTo>
                  <a:lnTo>
                    <a:pt x="42272" y="71273"/>
                  </a:lnTo>
                  <a:lnTo>
                    <a:pt x="42368" y="71521"/>
                  </a:lnTo>
                  <a:lnTo>
                    <a:pt x="42441" y="71777"/>
                  </a:lnTo>
                  <a:lnTo>
                    <a:pt x="42490" y="72038"/>
                  </a:lnTo>
                  <a:lnTo>
                    <a:pt x="42516" y="72303"/>
                  </a:lnTo>
                  <a:lnTo>
                    <a:pt x="42510" y="72683"/>
                  </a:lnTo>
                  <a:lnTo>
                    <a:pt x="42454" y="73059"/>
                  </a:lnTo>
                  <a:lnTo>
                    <a:pt x="42331" y="73501"/>
                  </a:lnTo>
                  <a:lnTo>
                    <a:pt x="42119" y="74147"/>
                  </a:lnTo>
                  <a:lnTo>
                    <a:pt x="41849" y="74879"/>
                  </a:lnTo>
                  <a:lnTo>
                    <a:pt x="41548" y="75599"/>
                  </a:lnTo>
                  <a:lnTo>
                    <a:pt x="41220" y="76305"/>
                  </a:lnTo>
                  <a:lnTo>
                    <a:pt x="40862" y="76998"/>
                  </a:lnTo>
                  <a:lnTo>
                    <a:pt x="40823" y="77202"/>
                  </a:lnTo>
                  <a:lnTo>
                    <a:pt x="40748" y="77395"/>
                  </a:lnTo>
                  <a:lnTo>
                    <a:pt x="40607" y="77613"/>
                  </a:lnTo>
                  <a:lnTo>
                    <a:pt x="40422" y="77794"/>
                  </a:lnTo>
                  <a:lnTo>
                    <a:pt x="40200" y="77930"/>
                  </a:lnTo>
                  <a:lnTo>
                    <a:pt x="39955" y="78013"/>
                  </a:lnTo>
                  <a:lnTo>
                    <a:pt x="38944" y="77866"/>
                  </a:lnTo>
                  <a:lnTo>
                    <a:pt x="37940" y="77679"/>
                  </a:lnTo>
                  <a:lnTo>
                    <a:pt x="36948" y="77452"/>
                  </a:lnTo>
                  <a:lnTo>
                    <a:pt x="36205" y="77251"/>
                  </a:lnTo>
                  <a:lnTo>
                    <a:pt x="35952" y="77182"/>
                  </a:lnTo>
                  <a:lnTo>
                    <a:pt x="35666" y="77158"/>
                  </a:lnTo>
                  <a:lnTo>
                    <a:pt x="35380" y="77189"/>
                  </a:lnTo>
                  <a:lnTo>
                    <a:pt x="35140" y="77258"/>
                  </a:lnTo>
                  <a:lnTo>
                    <a:pt x="34916" y="77366"/>
                  </a:lnTo>
                  <a:lnTo>
                    <a:pt x="34711" y="77510"/>
                  </a:lnTo>
                  <a:lnTo>
                    <a:pt x="34533" y="77684"/>
                  </a:lnTo>
                  <a:lnTo>
                    <a:pt x="34380" y="77901"/>
                  </a:lnTo>
                  <a:lnTo>
                    <a:pt x="34202" y="78327"/>
                  </a:lnTo>
                  <a:lnTo>
                    <a:pt x="34019" y="78761"/>
                  </a:lnTo>
                  <a:lnTo>
                    <a:pt x="33880" y="78979"/>
                  </a:lnTo>
                  <a:lnTo>
                    <a:pt x="33722" y="79189"/>
                  </a:lnTo>
                  <a:lnTo>
                    <a:pt x="33564" y="79399"/>
                  </a:lnTo>
                  <a:lnTo>
                    <a:pt x="32423" y="80914"/>
                  </a:lnTo>
                  <a:lnTo>
                    <a:pt x="31197" y="82541"/>
                  </a:lnTo>
                  <a:lnTo>
                    <a:pt x="29828" y="84359"/>
                  </a:lnTo>
                  <a:lnTo>
                    <a:pt x="29207" y="85183"/>
                  </a:lnTo>
                  <a:lnTo>
                    <a:pt x="28226" y="86485"/>
                  </a:lnTo>
                  <a:lnTo>
                    <a:pt x="27846" y="86990"/>
                  </a:lnTo>
                  <a:lnTo>
                    <a:pt x="27053" y="88471"/>
                  </a:lnTo>
                  <a:lnTo>
                    <a:pt x="26628" y="89267"/>
                  </a:lnTo>
                  <a:lnTo>
                    <a:pt x="26194" y="90079"/>
                  </a:lnTo>
                  <a:lnTo>
                    <a:pt x="25907" y="90646"/>
                  </a:lnTo>
                  <a:lnTo>
                    <a:pt x="25810" y="90838"/>
                  </a:lnTo>
                  <a:lnTo>
                    <a:pt x="25431" y="91520"/>
                  </a:lnTo>
                  <a:lnTo>
                    <a:pt x="21891" y="89413"/>
                  </a:lnTo>
                  <a:lnTo>
                    <a:pt x="20588" y="88430"/>
                  </a:lnTo>
                  <a:lnTo>
                    <a:pt x="18974" y="87505"/>
                  </a:lnTo>
                  <a:lnTo>
                    <a:pt x="19232" y="87288"/>
                  </a:lnTo>
                  <a:lnTo>
                    <a:pt x="15528" y="83841"/>
                  </a:lnTo>
                  <a:lnTo>
                    <a:pt x="13104" y="86000"/>
                  </a:lnTo>
                  <a:lnTo>
                    <a:pt x="9001" y="82244"/>
                  </a:lnTo>
                  <a:lnTo>
                    <a:pt x="8287" y="82562"/>
                  </a:lnTo>
                  <a:lnTo>
                    <a:pt x="7862" y="82773"/>
                  </a:lnTo>
                  <a:lnTo>
                    <a:pt x="6566" y="83418"/>
                  </a:lnTo>
                  <a:lnTo>
                    <a:pt x="6408" y="83496"/>
                  </a:lnTo>
                  <a:lnTo>
                    <a:pt x="6247" y="83576"/>
                  </a:lnTo>
                  <a:lnTo>
                    <a:pt x="5827" y="83873"/>
                  </a:lnTo>
                  <a:lnTo>
                    <a:pt x="5518" y="84148"/>
                  </a:lnTo>
                  <a:lnTo>
                    <a:pt x="5309" y="84376"/>
                  </a:lnTo>
                  <a:lnTo>
                    <a:pt x="5119" y="84620"/>
                  </a:lnTo>
                  <a:lnTo>
                    <a:pt x="4950" y="84879"/>
                  </a:lnTo>
                  <a:lnTo>
                    <a:pt x="4803" y="85151"/>
                  </a:lnTo>
                  <a:lnTo>
                    <a:pt x="4681" y="85427"/>
                  </a:lnTo>
                  <a:lnTo>
                    <a:pt x="4581" y="85712"/>
                  </a:lnTo>
                  <a:lnTo>
                    <a:pt x="4194" y="86501"/>
                  </a:lnTo>
                  <a:lnTo>
                    <a:pt x="3973" y="87002"/>
                  </a:lnTo>
                  <a:lnTo>
                    <a:pt x="3839" y="87305"/>
                  </a:lnTo>
                  <a:lnTo>
                    <a:pt x="3715" y="87609"/>
                  </a:lnTo>
                  <a:lnTo>
                    <a:pt x="3330" y="87434"/>
                  </a:lnTo>
                  <a:lnTo>
                    <a:pt x="1942" y="86926"/>
                  </a:lnTo>
                  <a:lnTo>
                    <a:pt x="447" y="86739"/>
                  </a:lnTo>
                  <a:lnTo>
                    <a:pt x="267" y="86737"/>
                  </a:lnTo>
                  <a:lnTo>
                    <a:pt x="0" y="85655"/>
                  </a:lnTo>
                  <a:lnTo>
                    <a:pt x="715" y="84281"/>
                  </a:lnTo>
                  <a:lnTo>
                    <a:pt x="1569" y="82973"/>
                  </a:lnTo>
                  <a:lnTo>
                    <a:pt x="5467" y="79546"/>
                  </a:lnTo>
                  <a:lnTo>
                    <a:pt x="7254" y="77383"/>
                  </a:lnTo>
                  <a:lnTo>
                    <a:pt x="8777" y="75588"/>
                  </a:lnTo>
                  <a:lnTo>
                    <a:pt x="9690" y="74513"/>
                  </a:lnTo>
                  <a:lnTo>
                    <a:pt x="11628" y="71973"/>
                  </a:lnTo>
                  <a:lnTo>
                    <a:pt x="11906" y="71479"/>
                  </a:lnTo>
                  <a:lnTo>
                    <a:pt x="12147" y="70966"/>
                  </a:lnTo>
                  <a:lnTo>
                    <a:pt x="12350" y="70437"/>
                  </a:lnTo>
                  <a:lnTo>
                    <a:pt x="12513" y="69894"/>
                  </a:lnTo>
                  <a:lnTo>
                    <a:pt x="12639" y="69330"/>
                  </a:lnTo>
                  <a:lnTo>
                    <a:pt x="12722" y="68758"/>
                  </a:lnTo>
                  <a:lnTo>
                    <a:pt x="12763" y="68182"/>
                  </a:lnTo>
                  <a:lnTo>
                    <a:pt x="12761" y="67604"/>
                  </a:lnTo>
                  <a:lnTo>
                    <a:pt x="12491" y="65463"/>
                  </a:lnTo>
                  <a:lnTo>
                    <a:pt x="12402" y="64757"/>
                  </a:lnTo>
                  <a:lnTo>
                    <a:pt x="12163" y="62473"/>
                  </a:lnTo>
                  <a:lnTo>
                    <a:pt x="12103" y="61904"/>
                  </a:lnTo>
                  <a:lnTo>
                    <a:pt x="11926" y="59860"/>
                  </a:lnTo>
                  <a:lnTo>
                    <a:pt x="11931" y="59482"/>
                  </a:lnTo>
                  <a:lnTo>
                    <a:pt x="11962" y="59105"/>
                  </a:lnTo>
                  <a:lnTo>
                    <a:pt x="12065" y="58513"/>
                  </a:lnTo>
                  <a:lnTo>
                    <a:pt x="12235" y="57936"/>
                  </a:lnTo>
                  <a:lnTo>
                    <a:pt x="12468" y="57381"/>
                  </a:lnTo>
                  <a:lnTo>
                    <a:pt x="12761" y="56856"/>
                  </a:lnTo>
                  <a:lnTo>
                    <a:pt x="12993" y="55532"/>
                  </a:lnTo>
                  <a:lnTo>
                    <a:pt x="13130" y="54747"/>
                  </a:lnTo>
                  <a:lnTo>
                    <a:pt x="13263" y="53988"/>
                  </a:lnTo>
                  <a:lnTo>
                    <a:pt x="13349" y="53496"/>
                  </a:lnTo>
                  <a:lnTo>
                    <a:pt x="13517" y="52533"/>
                  </a:lnTo>
                  <a:lnTo>
                    <a:pt x="13517" y="50530"/>
                  </a:lnTo>
                  <a:lnTo>
                    <a:pt x="13636" y="49666"/>
                  </a:lnTo>
                  <a:lnTo>
                    <a:pt x="13751" y="48828"/>
                  </a:lnTo>
                  <a:lnTo>
                    <a:pt x="13924" y="48079"/>
                  </a:lnTo>
                  <a:lnTo>
                    <a:pt x="14252" y="46658"/>
                  </a:lnTo>
                  <a:lnTo>
                    <a:pt x="15286" y="44656"/>
                  </a:lnTo>
                  <a:lnTo>
                    <a:pt x="15687" y="42920"/>
                  </a:lnTo>
                  <a:lnTo>
                    <a:pt x="15279" y="40471"/>
                  </a:lnTo>
                  <a:lnTo>
                    <a:pt x="15120" y="39516"/>
                  </a:lnTo>
                  <a:lnTo>
                    <a:pt x="15053" y="38448"/>
                  </a:lnTo>
                  <a:lnTo>
                    <a:pt x="14786" y="37380"/>
                  </a:lnTo>
                  <a:lnTo>
                    <a:pt x="14218" y="36044"/>
                  </a:lnTo>
                  <a:lnTo>
                    <a:pt x="13823" y="35287"/>
                  </a:lnTo>
                  <a:lnTo>
                    <a:pt x="13417" y="34509"/>
                  </a:lnTo>
                  <a:lnTo>
                    <a:pt x="12685" y="33319"/>
                  </a:lnTo>
                  <a:lnTo>
                    <a:pt x="11583" y="31526"/>
                  </a:lnTo>
                  <a:lnTo>
                    <a:pt x="10799" y="30252"/>
                  </a:lnTo>
                  <a:lnTo>
                    <a:pt x="10522" y="29802"/>
                  </a:lnTo>
                  <a:lnTo>
                    <a:pt x="12945" y="26512"/>
                  </a:lnTo>
                  <a:lnTo>
                    <a:pt x="13103" y="26284"/>
                  </a:lnTo>
                  <a:lnTo>
                    <a:pt x="13303" y="25949"/>
                  </a:lnTo>
                  <a:lnTo>
                    <a:pt x="13476" y="25600"/>
                  </a:lnTo>
                  <a:lnTo>
                    <a:pt x="13622" y="25238"/>
                  </a:lnTo>
                  <a:lnTo>
                    <a:pt x="13738" y="24866"/>
                  </a:lnTo>
                  <a:lnTo>
                    <a:pt x="13830" y="24465"/>
                  </a:lnTo>
                  <a:lnTo>
                    <a:pt x="13888" y="24058"/>
                  </a:lnTo>
                  <a:lnTo>
                    <a:pt x="13910" y="23753"/>
                  </a:lnTo>
                  <a:lnTo>
                    <a:pt x="13932" y="22954"/>
                  </a:lnTo>
                  <a:lnTo>
                    <a:pt x="13865" y="22634"/>
                  </a:lnTo>
                  <a:lnTo>
                    <a:pt x="13260" y="19726"/>
                  </a:lnTo>
                  <a:lnTo>
                    <a:pt x="15295" y="19632"/>
                  </a:lnTo>
                  <a:lnTo>
                    <a:pt x="16838" y="19561"/>
                  </a:lnTo>
                  <a:lnTo>
                    <a:pt x="19192" y="19453"/>
                  </a:lnTo>
                  <a:lnTo>
                    <a:pt x="22528" y="11841"/>
                  </a:lnTo>
                  <a:lnTo>
                    <a:pt x="20023" y="10121"/>
                  </a:lnTo>
                  <a:lnTo>
                    <a:pt x="24527" y="0"/>
                  </a:lnTo>
                  <a:lnTo>
                    <a:pt x="32083" y="560"/>
                  </a:lnTo>
                  <a:lnTo>
                    <a:pt x="32991" y="4031"/>
                  </a:lnTo>
                  <a:lnTo>
                    <a:pt x="33285" y="6221"/>
                  </a:lnTo>
                  <a:lnTo>
                    <a:pt x="32965" y="9265"/>
                  </a:lnTo>
                  <a:lnTo>
                    <a:pt x="31736" y="13083"/>
                  </a:lnTo>
                  <a:lnTo>
                    <a:pt x="33094" y="15528"/>
                  </a:lnTo>
                  <a:lnTo>
                    <a:pt x="33281" y="172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3148077" y="4669509"/>
              <a:ext cx="56426" cy="71890"/>
            </a:xfrm>
            <a:custGeom>
              <a:avLst/>
              <a:pathLst>
                <a:path w="56426" h="71890">
                  <a:moveTo>
                    <a:pt x="44173" y="3803"/>
                  </a:moveTo>
                  <a:lnTo>
                    <a:pt x="46521" y="1595"/>
                  </a:lnTo>
                  <a:lnTo>
                    <a:pt x="50224" y="5043"/>
                  </a:lnTo>
                  <a:lnTo>
                    <a:pt x="49966" y="5261"/>
                  </a:lnTo>
                  <a:lnTo>
                    <a:pt x="51580" y="6185"/>
                  </a:lnTo>
                  <a:lnTo>
                    <a:pt x="52883" y="7168"/>
                  </a:lnTo>
                  <a:lnTo>
                    <a:pt x="56426" y="9334"/>
                  </a:lnTo>
                  <a:lnTo>
                    <a:pt x="55448" y="11265"/>
                  </a:lnTo>
                  <a:lnTo>
                    <a:pt x="53066" y="15964"/>
                  </a:lnTo>
                  <a:lnTo>
                    <a:pt x="51982" y="18103"/>
                  </a:lnTo>
                  <a:lnTo>
                    <a:pt x="51778" y="18506"/>
                  </a:lnTo>
                  <a:lnTo>
                    <a:pt x="50890" y="20259"/>
                  </a:lnTo>
                  <a:lnTo>
                    <a:pt x="50684" y="20648"/>
                  </a:lnTo>
                  <a:lnTo>
                    <a:pt x="49957" y="22022"/>
                  </a:lnTo>
                  <a:lnTo>
                    <a:pt x="46777" y="27755"/>
                  </a:lnTo>
                  <a:lnTo>
                    <a:pt x="45885" y="29365"/>
                  </a:lnTo>
                  <a:lnTo>
                    <a:pt x="42115" y="34216"/>
                  </a:lnTo>
                  <a:lnTo>
                    <a:pt x="41893" y="34501"/>
                  </a:lnTo>
                  <a:lnTo>
                    <a:pt x="41579" y="34906"/>
                  </a:lnTo>
                  <a:lnTo>
                    <a:pt x="41002" y="35650"/>
                  </a:lnTo>
                  <a:lnTo>
                    <a:pt x="39042" y="38177"/>
                  </a:lnTo>
                  <a:lnTo>
                    <a:pt x="38226" y="39564"/>
                  </a:lnTo>
                  <a:lnTo>
                    <a:pt x="36935" y="41757"/>
                  </a:lnTo>
                  <a:lnTo>
                    <a:pt x="36183" y="43296"/>
                  </a:lnTo>
                  <a:lnTo>
                    <a:pt x="34673" y="46387"/>
                  </a:lnTo>
                  <a:lnTo>
                    <a:pt x="32922" y="49970"/>
                  </a:lnTo>
                  <a:lnTo>
                    <a:pt x="32706" y="50412"/>
                  </a:lnTo>
                  <a:lnTo>
                    <a:pt x="32634" y="50560"/>
                  </a:lnTo>
                  <a:lnTo>
                    <a:pt x="27611" y="56267"/>
                  </a:lnTo>
                  <a:lnTo>
                    <a:pt x="26993" y="56968"/>
                  </a:lnTo>
                  <a:lnTo>
                    <a:pt x="26584" y="57420"/>
                  </a:lnTo>
                  <a:lnTo>
                    <a:pt x="27920" y="58389"/>
                  </a:lnTo>
                  <a:lnTo>
                    <a:pt x="28812" y="59069"/>
                  </a:lnTo>
                  <a:lnTo>
                    <a:pt x="31028" y="60298"/>
                  </a:lnTo>
                  <a:lnTo>
                    <a:pt x="31618" y="60612"/>
                  </a:lnTo>
                  <a:lnTo>
                    <a:pt x="33084" y="61393"/>
                  </a:lnTo>
                  <a:lnTo>
                    <a:pt x="35193" y="62594"/>
                  </a:lnTo>
                  <a:lnTo>
                    <a:pt x="37500" y="64167"/>
                  </a:lnTo>
                  <a:lnTo>
                    <a:pt x="41602" y="66813"/>
                  </a:lnTo>
                  <a:lnTo>
                    <a:pt x="45362" y="69305"/>
                  </a:lnTo>
                  <a:lnTo>
                    <a:pt x="45916" y="69673"/>
                  </a:lnTo>
                  <a:lnTo>
                    <a:pt x="46477" y="70221"/>
                  </a:lnTo>
                  <a:lnTo>
                    <a:pt x="46148" y="70914"/>
                  </a:lnTo>
                  <a:lnTo>
                    <a:pt x="45684" y="71890"/>
                  </a:lnTo>
                  <a:lnTo>
                    <a:pt x="44634" y="71426"/>
                  </a:lnTo>
                  <a:lnTo>
                    <a:pt x="43267" y="70822"/>
                  </a:lnTo>
                  <a:lnTo>
                    <a:pt x="40287" y="69506"/>
                  </a:lnTo>
                  <a:lnTo>
                    <a:pt x="39087" y="68976"/>
                  </a:lnTo>
                  <a:lnTo>
                    <a:pt x="33717" y="66605"/>
                  </a:lnTo>
                  <a:lnTo>
                    <a:pt x="32170" y="70145"/>
                  </a:lnTo>
                  <a:lnTo>
                    <a:pt x="32074" y="70362"/>
                  </a:lnTo>
                  <a:lnTo>
                    <a:pt x="30640" y="69606"/>
                  </a:lnTo>
                  <a:lnTo>
                    <a:pt x="26850" y="67610"/>
                  </a:lnTo>
                  <a:lnTo>
                    <a:pt x="26356" y="67350"/>
                  </a:lnTo>
                  <a:lnTo>
                    <a:pt x="21262" y="64123"/>
                  </a:lnTo>
                  <a:lnTo>
                    <a:pt x="21123" y="64036"/>
                  </a:lnTo>
                  <a:lnTo>
                    <a:pt x="20815" y="63632"/>
                  </a:lnTo>
                  <a:lnTo>
                    <a:pt x="20456" y="63273"/>
                  </a:lnTo>
                  <a:lnTo>
                    <a:pt x="20052" y="62965"/>
                  </a:lnTo>
                  <a:lnTo>
                    <a:pt x="19611" y="62713"/>
                  </a:lnTo>
                  <a:lnTo>
                    <a:pt x="19418" y="62634"/>
                  </a:lnTo>
                  <a:lnTo>
                    <a:pt x="19141" y="62522"/>
                  </a:lnTo>
                  <a:lnTo>
                    <a:pt x="18649" y="62395"/>
                  </a:lnTo>
                  <a:lnTo>
                    <a:pt x="18145" y="62334"/>
                  </a:lnTo>
                  <a:lnTo>
                    <a:pt x="17637" y="62341"/>
                  </a:lnTo>
                  <a:lnTo>
                    <a:pt x="16232" y="62677"/>
                  </a:lnTo>
                  <a:lnTo>
                    <a:pt x="16076" y="62748"/>
                  </a:lnTo>
                  <a:lnTo>
                    <a:pt x="14290" y="63556"/>
                  </a:lnTo>
                  <a:lnTo>
                    <a:pt x="13232" y="64106"/>
                  </a:lnTo>
                  <a:lnTo>
                    <a:pt x="12878" y="64291"/>
                  </a:lnTo>
                  <a:lnTo>
                    <a:pt x="11950" y="64774"/>
                  </a:lnTo>
                  <a:lnTo>
                    <a:pt x="9705" y="66435"/>
                  </a:lnTo>
                  <a:lnTo>
                    <a:pt x="7409" y="67998"/>
                  </a:lnTo>
                  <a:lnTo>
                    <a:pt x="7249" y="68107"/>
                  </a:lnTo>
                  <a:lnTo>
                    <a:pt x="4102" y="65069"/>
                  </a:lnTo>
                  <a:lnTo>
                    <a:pt x="3877" y="64807"/>
                  </a:lnTo>
                  <a:lnTo>
                    <a:pt x="3676" y="64528"/>
                  </a:lnTo>
                  <a:lnTo>
                    <a:pt x="3499" y="64232"/>
                  </a:lnTo>
                  <a:lnTo>
                    <a:pt x="3347" y="63923"/>
                  </a:lnTo>
                  <a:lnTo>
                    <a:pt x="3204" y="63367"/>
                  </a:lnTo>
                  <a:lnTo>
                    <a:pt x="2879" y="62110"/>
                  </a:lnTo>
                  <a:lnTo>
                    <a:pt x="2461" y="60494"/>
                  </a:lnTo>
                  <a:lnTo>
                    <a:pt x="2266" y="59621"/>
                  </a:lnTo>
                  <a:lnTo>
                    <a:pt x="1843" y="57730"/>
                  </a:lnTo>
                  <a:lnTo>
                    <a:pt x="1552" y="57060"/>
                  </a:lnTo>
                  <a:lnTo>
                    <a:pt x="1366" y="56631"/>
                  </a:lnTo>
                  <a:lnTo>
                    <a:pt x="1075" y="55961"/>
                  </a:lnTo>
                  <a:lnTo>
                    <a:pt x="1014" y="55816"/>
                  </a:lnTo>
                  <a:lnTo>
                    <a:pt x="732" y="55153"/>
                  </a:lnTo>
                  <a:lnTo>
                    <a:pt x="327" y="54197"/>
                  </a:lnTo>
                  <a:lnTo>
                    <a:pt x="71" y="53594"/>
                  </a:lnTo>
                  <a:lnTo>
                    <a:pt x="0" y="53426"/>
                  </a:lnTo>
                  <a:lnTo>
                    <a:pt x="5282" y="51270"/>
                  </a:lnTo>
                  <a:lnTo>
                    <a:pt x="6958" y="50265"/>
                  </a:lnTo>
                  <a:lnTo>
                    <a:pt x="7952" y="49668"/>
                  </a:lnTo>
                  <a:lnTo>
                    <a:pt x="8091" y="49394"/>
                  </a:lnTo>
                  <a:lnTo>
                    <a:pt x="8066" y="49244"/>
                  </a:lnTo>
                  <a:lnTo>
                    <a:pt x="7927" y="49022"/>
                  </a:lnTo>
                  <a:lnTo>
                    <a:pt x="7739" y="48858"/>
                  </a:lnTo>
                  <a:lnTo>
                    <a:pt x="7562" y="48675"/>
                  </a:lnTo>
                  <a:lnTo>
                    <a:pt x="7274" y="48288"/>
                  </a:lnTo>
                  <a:lnTo>
                    <a:pt x="7078" y="47644"/>
                  </a:lnTo>
                  <a:lnTo>
                    <a:pt x="6903" y="46993"/>
                  </a:lnTo>
                  <a:lnTo>
                    <a:pt x="6749" y="46338"/>
                  </a:lnTo>
                  <a:lnTo>
                    <a:pt x="6617" y="45677"/>
                  </a:lnTo>
                  <a:lnTo>
                    <a:pt x="6470" y="45238"/>
                  </a:lnTo>
                  <a:lnTo>
                    <a:pt x="5692" y="42923"/>
                  </a:lnTo>
                  <a:lnTo>
                    <a:pt x="4697" y="39892"/>
                  </a:lnTo>
                  <a:lnTo>
                    <a:pt x="7179" y="40007"/>
                  </a:lnTo>
                  <a:lnTo>
                    <a:pt x="9050" y="40094"/>
                  </a:lnTo>
                  <a:lnTo>
                    <a:pt x="9310" y="39947"/>
                  </a:lnTo>
                  <a:lnTo>
                    <a:pt x="9511" y="39453"/>
                  </a:lnTo>
                  <a:lnTo>
                    <a:pt x="10214" y="37729"/>
                  </a:lnTo>
                  <a:lnTo>
                    <a:pt x="10490" y="37052"/>
                  </a:lnTo>
                  <a:lnTo>
                    <a:pt x="12156" y="35450"/>
                  </a:lnTo>
                  <a:lnTo>
                    <a:pt x="12699" y="34831"/>
                  </a:lnTo>
                  <a:lnTo>
                    <a:pt x="12915" y="34585"/>
                  </a:lnTo>
                  <a:lnTo>
                    <a:pt x="13528" y="33486"/>
                  </a:lnTo>
                  <a:lnTo>
                    <a:pt x="14175" y="32327"/>
                  </a:lnTo>
                  <a:lnTo>
                    <a:pt x="14709" y="31370"/>
                  </a:lnTo>
                  <a:lnTo>
                    <a:pt x="14794" y="31227"/>
                  </a:lnTo>
                  <a:lnTo>
                    <a:pt x="15119" y="30687"/>
                  </a:lnTo>
                  <a:lnTo>
                    <a:pt x="15409" y="30203"/>
                  </a:lnTo>
                  <a:lnTo>
                    <a:pt x="15633" y="29829"/>
                  </a:lnTo>
                  <a:lnTo>
                    <a:pt x="16081" y="29083"/>
                  </a:lnTo>
                  <a:lnTo>
                    <a:pt x="16259" y="28787"/>
                  </a:lnTo>
                  <a:lnTo>
                    <a:pt x="16795" y="27753"/>
                  </a:lnTo>
                  <a:lnTo>
                    <a:pt x="17378" y="26628"/>
                  </a:lnTo>
                  <a:lnTo>
                    <a:pt x="17651" y="26102"/>
                  </a:lnTo>
                  <a:lnTo>
                    <a:pt x="17975" y="25476"/>
                  </a:lnTo>
                  <a:lnTo>
                    <a:pt x="18293" y="24862"/>
                  </a:lnTo>
                  <a:lnTo>
                    <a:pt x="16996" y="23164"/>
                  </a:lnTo>
                  <a:lnTo>
                    <a:pt x="16882" y="23016"/>
                  </a:lnTo>
                  <a:lnTo>
                    <a:pt x="16813" y="22620"/>
                  </a:lnTo>
                  <a:lnTo>
                    <a:pt x="16519" y="20935"/>
                  </a:lnTo>
                  <a:lnTo>
                    <a:pt x="16467" y="20636"/>
                  </a:lnTo>
                  <a:lnTo>
                    <a:pt x="16417" y="20353"/>
                  </a:lnTo>
                  <a:lnTo>
                    <a:pt x="16568" y="19280"/>
                  </a:lnTo>
                  <a:lnTo>
                    <a:pt x="16762" y="17904"/>
                  </a:lnTo>
                  <a:lnTo>
                    <a:pt x="16783" y="17756"/>
                  </a:lnTo>
                  <a:lnTo>
                    <a:pt x="17298" y="15992"/>
                  </a:lnTo>
                  <a:lnTo>
                    <a:pt x="17513" y="15256"/>
                  </a:lnTo>
                  <a:lnTo>
                    <a:pt x="18176" y="14114"/>
                  </a:lnTo>
                  <a:lnTo>
                    <a:pt x="18908" y="12853"/>
                  </a:lnTo>
                  <a:lnTo>
                    <a:pt x="19269" y="12921"/>
                  </a:lnTo>
                  <a:lnTo>
                    <a:pt x="22328" y="13502"/>
                  </a:lnTo>
                  <a:lnTo>
                    <a:pt x="26481" y="13049"/>
                  </a:lnTo>
                  <a:lnTo>
                    <a:pt x="27937" y="11714"/>
                  </a:lnTo>
                  <a:lnTo>
                    <a:pt x="28180" y="11232"/>
                  </a:lnTo>
                  <a:lnTo>
                    <a:pt x="28786" y="10029"/>
                  </a:lnTo>
                  <a:lnTo>
                    <a:pt x="29787" y="8043"/>
                  </a:lnTo>
                  <a:lnTo>
                    <a:pt x="31117" y="6649"/>
                  </a:lnTo>
                  <a:lnTo>
                    <a:pt x="31998" y="5463"/>
                  </a:lnTo>
                  <a:lnTo>
                    <a:pt x="31999" y="5082"/>
                  </a:lnTo>
                  <a:lnTo>
                    <a:pt x="31439" y="4495"/>
                  </a:lnTo>
                  <a:lnTo>
                    <a:pt x="32934" y="4682"/>
                  </a:lnTo>
                  <a:lnTo>
                    <a:pt x="34322" y="5189"/>
                  </a:lnTo>
                  <a:lnTo>
                    <a:pt x="34711" y="5364"/>
                  </a:lnTo>
                  <a:lnTo>
                    <a:pt x="34832" y="5058"/>
                  </a:lnTo>
                  <a:lnTo>
                    <a:pt x="34965" y="4757"/>
                  </a:lnTo>
                  <a:lnTo>
                    <a:pt x="35186" y="4255"/>
                  </a:lnTo>
                  <a:lnTo>
                    <a:pt x="35573" y="3468"/>
                  </a:lnTo>
                  <a:lnTo>
                    <a:pt x="35673" y="3182"/>
                  </a:lnTo>
                  <a:lnTo>
                    <a:pt x="35795" y="2905"/>
                  </a:lnTo>
                  <a:lnTo>
                    <a:pt x="35943" y="2633"/>
                  </a:lnTo>
                  <a:lnTo>
                    <a:pt x="36112" y="2374"/>
                  </a:lnTo>
                  <a:lnTo>
                    <a:pt x="36301" y="2130"/>
                  </a:lnTo>
                  <a:lnTo>
                    <a:pt x="36510" y="1903"/>
                  </a:lnTo>
                  <a:lnTo>
                    <a:pt x="36857" y="1595"/>
                  </a:lnTo>
                  <a:lnTo>
                    <a:pt x="37239" y="1331"/>
                  </a:lnTo>
                  <a:lnTo>
                    <a:pt x="37400" y="1252"/>
                  </a:lnTo>
                  <a:lnTo>
                    <a:pt x="37558" y="1173"/>
                  </a:lnTo>
                  <a:lnTo>
                    <a:pt x="38854" y="529"/>
                  </a:lnTo>
                  <a:lnTo>
                    <a:pt x="39279" y="317"/>
                  </a:lnTo>
                  <a:lnTo>
                    <a:pt x="39993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3199855" y="4643662"/>
              <a:ext cx="46030" cy="48201"/>
            </a:xfrm>
            <a:custGeom>
              <a:avLst/>
              <a:pathLst>
                <a:path w="46030" h="48201">
                  <a:moveTo>
                    <a:pt x="39701" y="7037"/>
                  </a:moveTo>
                  <a:lnTo>
                    <a:pt x="38176" y="9350"/>
                  </a:lnTo>
                  <a:lnTo>
                    <a:pt x="37775" y="9788"/>
                  </a:lnTo>
                  <a:lnTo>
                    <a:pt x="37555" y="10047"/>
                  </a:lnTo>
                  <a:lnTo>
                    <a:pt x="40668" y="11027"/>
                  </a:lnTo>
                  <a:lnTo>
                    <a:pt x="41060" y="11150"/>
                  </a:lnTo>
                  <a:lnTo>
                    <a:pt x="41804" y="11407"/>
                  </a:lnTo>
                  <a:lnTo>
                    <a:pt x="42480" y="11640"/>
                  </a:lnTo>
                  <a:lnTo>
                    <a:pt x="43343" y="11938"/>
                  </a:lnTo>
                  <a:lnTo>
                    <a:pt x="44149" y="12143"/>
                  </a:lnTo>
                  <a:lnTo>
                    <a:pt x="46030" y="13363"/>
                  </a:lnTo>
                  <a:lnTo>
                    <a:pt x="44748" y="16327"/>
                  </a:lnTo>
                  <a:lnTo>
                    <a:pt x="44600" y="18196"/>
                  </a:lnTo>
                  <a:lnTo>
                    <a:pt x="44855" y="20359"/>
                  </a:lnTo>
                  <a:lnTo>
                    <a:pt x="44588" y="22735"/>
                  </a:lnTo>
                  <a:lnTo>
                    <a:pt x="44534" y="24230"/>
                  </a:lnTo>
                  <a:lnTo>
                    <a:pt x="44481" y="25539"/>
                  </a:lnTo>
                  <a:lnTo>
                    <a:pt x="44504" y="26006"/>
                  </a:lnTo>
                  <a:lnTo>
                    <a:pt x="43609" y="25966"/>
                  </a:lnTo>
                  <a:lnTo>
                    <a:pt x="42221" y="26313"/>
                  </a:lnTo>
                  <a:lnTo>
                    <a:pt x="40342" y="27533"/>
                  </a:lnTo>
                  <a:lnTo>
                    <a:pt x="39589" y="28217"/>
                  </a:lnTo>
                  <a:lnTo>
                    <a:pt x="39098" y="29493"/>
                  </a:lnTo>
                  <a:lnTo>
                    <a:pt x="37800" y="32106"/>
                  </a:lnTo>
                  <a:lnTo>
                    <a:pt x="37146" y="32453"/>
                  </a:lnTo>
                  <a:lnTo>
                    <a:pt x="36224" y="32600"/>
                  </a:lnTo>
                  <a:lnTo>
                    <a:pt x="35076" y="32760"/>
                  </a:lnTo>
                  <a:lnTo>
                    <a:pt x="33608" y="33254"/>
                  </a:lnTo>
                  <a:lnTo>
                    <a:pt x="32593" y="33828"/>
                  </a:lnTo>
                  <a:lnTo>
                    <a:pt x="32809" y="34290"/>
                  </a:lnTo>
                  <a:lnTo>
                    <a:pt x="32887" y="34473"/>
                  </a:lnTo>
                  <a:lnTo>
                    <a:pt x="33872" y="34570"/>
                  </a:lnTo>
                  <a:lnTo>
                    <a:pt x="34595" y="34761"/>
                  </a:lnTo>
                  <a:lnTo>
                    <a:pt x="35267" y="34845"/>
                  </a:lnTo>
                  <a:lnTo>
                    <a:pt x="36161" y="35964"/>
                  </a:lnTo>
                  <a:lnTo>
                    <a:pt x="37229" y="38220"/>
                  </a:lnTo>
                  <a:lnTo>
                    <a:pt x="34291" y="38914"/>
                  </a:lnTo>
                  <a:lnTo>
                    <a:pt x="32289" y="38847"/>
                  </a:lnTo>
                  <a:lnTo>
                    <a:pt x="31354" y="38874"/>
                  </a:lnTo>
                  <a:lnTo>
                    <a:pt x="30086" y="39195"/>
                  </a:lnTo>
                  <a:lnTo>
                    <a:pt x="29498" y="39261"/>
                  </a:lnTo>
                  <a:lnTo>
                    <a:pt x="28310" y="39021"/>
                  </a:lnTo>
                  <a:lnTo>
                    <a:pt x="27388" y="38497"/>
                  </a:lnTo>
                  <a:lnTo>
                    <a:pt x="25055" y="36442"/>
                  </a:lnTo>
                  <a:lnTo>
                    <a:pt x="23101" y="34663"/>
                  </a:lnTo>
                  <a:lnTo>
                    <a:pt x="18111" y="30970"/>
                  </a:lnTo>
                  <a:lnTo>
                    <a:pt x="16732" y="33509"/>
                  </a:lnTo>
                  <a:lnTo>
                    <a:pt x="16658" y="33645"/>
                  </a:lnTo>
                  <a:lnTo>
                    <a:pt x="10550" y="42338"/>
                  </a:lnTo>
                  <a:lnTo>
                    <a:pt x="9411" y="43958"/>
                  </a:lnTo>
                  <a:lnTo>
                    <a:pt x="7746" y="46329"/>
                  </a:lnTo>
                  <a:lnTo>
                    <a:pt x="7117" y="48201"/>
                  </a:lnTo>
                  <a:lnTo>
                    <a:pt x="4620" y="46851"/>
                  </a:lnTo>
                  <a:lnTo>
                    <a:pt x="3846" y="46433"/>
                  </a:lnTo>
                  <a:lnTo>
                    <a:pt x="3417" y="46201"/>
                  </a:lnTo>
                  <a:lnTo>
                    <a:pt x="2759" y="45845"/>
                  </a:lnTo>
                  <a:lnTo>
                    <a:pt x="0" y="44354"/>
                  </a:lnTo>
                  <a:lnTo>
                    <a:pt x="204" y="43950"/>
                  </a:lnTo>
                  <a:lnTo>
                    <a:pt x="1288" y="41811"/>
                  </a:lnTo>
                  <a:lnTo>
                    <a:pt x="3669" y="37112"/>
                  </a:lnTo>
                  <a:lnTo>
                    <a:pt x="4670" y="35137"/>
                  </a:lnTo>
                  <a:lnTo>
                    <a:pt x="5045" y="34397"/>
                  </a:lnTo>
                  <a:lnTo>
                    <a:pt x="5120" y="34249"/>
                  </a:lnTo>
                  <a:lnTo>
                    <a:pt x="5424" y="33650"/>
                  </a:lnTo>
                  <a:lnTo>
                    <a:pt x="5841" y="32869"/>
                  </a:lnTo>
                  <a:lnTo>
                    <a:pt x="6267" y="32074"/>
                  </a:lnTo>
                  <a:lnTo>
                    <a:pt x="7120" y="30512"/>
                  </a:lnTo>
                  <a:lnTo>
                    <a:pt x="7439" y="30088"/>
                  </a:lnTo>
                  <a:lnTo>
                    <a:pt x="8420" y="28786"/>
                  </a:lnTo>
                  <a:lnTo>
                    <a:pt x="9041" y="27961"/>
                  </a:lnTo>
                  <a:lnTo>
                    <a:pt x="10411" y="26144"/>
                  </a:lnTo>
                  <a:lnTo>
                    <a:pt x="11636" y="24517"/>
                  </a:lnTo>
                  <a:lnTo>
                    <a:pt x="12777" y="23002"/>
                  </a:lnTo>
                  <a:lnTo>
                    <a:pt x="12935" y="22792"/>
                  </a:lnTo>
                  <a:lnTo>
                    <a:pt x="13103" y="22567"/>
                  </a:lnTo>
                  <a:lnTo>
                    <a:pt x="13233" y="22364"/>
                  </a:lnTo>
                  <a:lnTo>
                    <a:pt x="13415" y="21929"/>
                  </a:lnTo>
                  <a:lnTo>
                    <a:pt x="13602" y="21483"/>
                  </a:lnTo>
                  <a:lnTo>
                    <a:pt x="13747" y="21286"/>
                  </a:lnTo>
                  <a:lnTo>
                    <a:pt x="13925" y="21112"/>
                  </a:lnTo>
                  <a:lnTo>
                    <a:pt x="14129" y="20969"/>
                  </a:lnTo>
                  <a:lnTo>
                    <a:pt x="14354" y="20861"/>
                  </a:lnTo>
                  <a:lnTo>
                    <a:pt x="14594" y="20791"/>
                  </a:lnTo>
                  <a:lnTo>
                    <a:pt x="14880" y="20761"/>
                  </a:lnTo>
                  <a:lnTo>
                    <a:pt x="15166" y="20785"/>
                  </a:lnTo>
                  <a:lnTo>
                    <a:pt x="15419" y="20854"/>
                  </a:lnTo>
                  <a:lnTo>
                    <a:pt x="16164" y="21056"/>
                  </a:lnTo>
                  <a:lnTo>
                    <a:pt x="17156" y="21282"/>
                  </a:lnTo>
                  <a:lnTo>
                    <a:pt x="18159" y="21469"/>
                  </a:lnTo>
                  <a:lnTo>
                    <a:pt x="19168" y="21616"/>
                  </a:lnTo>
                  <a:lnTo>
                    <a:pt x="19414" y="21533"/>
                  </a:lnTo>
                  <a:lnTo>
                    <a:pt x="19635" y="21397"/>
                  </a:lnTo>
                  <a:lnTo>
                    <a:pt x="19821" y="21216"/>
                  </a:lnTo>
                  <a:lnTo>
                    <a:pt x="19961" y="20998"/>
                  </a:lnTo>
                  <a:lnTo>
                    <a:pt x="20036" y="20804"/>
                  </a:lnTo>
                  <a:lnTo>
                    <a:pt x="20076" y="20601"/>
                  </a:lnTo>
                  <a:lnTo>
                    <a:pt x="20434" y="19907"/>
                  </a:lnTo>
                  <a:lnTo>
                    <a:pt x="20763" y="19199"/>
                  </a:lnTo>
                  <a:lnTo>
                    <a:pt x="21064" y="18478"/>
                  </a:lnTo>
                  <a:lnTo>
                    <a:pt x="21334" y="17745"/>
                  </a:lnTo>
                  <a:lnTo>
                    <a:pt x="21545" y="17102"/>
                  </a:lnTo>
                  <a:lnTo>
                    <a:pt x="21668" y="16661"/>
                  </a:lnTo>
                  <a:lnTo>
                    <a:pt x="21723" y="16285"/>
                  </a:lnTo>
                  <a:lnTo>
                    <a:pt x="21729" y="15905"/>
                  </a:lnTo>
                  <a:lnTo>
                    <a:pt x="21704" y="15640"/>
                  </a:lnTo>
                  <a:lnTo>
                    <a:pt x="21654" y="15379"/>
                  </a:lnTo>
                  <a:lnTo>
                    <a:pt x="21581" y="15123"/>
                  </a:lnTo>
                  <a:lnTo>
                    <a:pt x="21485" y="14875"/>
                  </a:lnTo>
                  <a:lnTo>
                    <a:pt x="21365" y="14635"/>
                  </a:lnTo>
                  <a:lnTo>
                    <a:pt x="21224" y="14406"/>
                  </a:lnTo>
                  <a:lnTo>
                    <a:pt x="20978" y="13868"/>
                  </a:lnTo>
                  <a:lnTo>
                    <a:pt x="20710" y="13341"/>
                  </a:lnTo>
                  <a:lnTo>
                    <a:pt x="20183" y="12430"/>
                  </a:lnTo>
                  <a:lnTo>
                    <a:pt x="20018" y="12026"/>
                  </a:lnTo>
                  <a:lnTo>
                    <a:pt x="19830" y="11507"/>
                  </a:lnTo>
                  <a:lnTo>
                    <a:pt x="19666" y="10981"/>
                  </a:lnTo>
                  <a:lnTo>
                    <a:pt x="19525" y="10448"/>
                  </a:lnTo>
                  <a:lnTo>
                    <a:pt x="19454" y="10122"/>
                  </a:lnTo>
                  <a:lnTo>
                    <a:pt x="19407" y="9909"/>
                  </a:lnTo>
                  <a:lnTo>
                    <a:pt x="19052" y="8706"/>
                  </a:lnTo>
                  <a:lnTo>
                    <a:pt x="18851" y="8102"/>
                  </a:lnTo>
                  <a:lnTo>
                    <a:pt x="18668" y="7493"/>
                  </a:lnTo>
                  <a:lnTo>
                    <a:pt x="18480" y="6775"/>
                  </a:lnTo>
                  <a:lnTo>
                    <a:pt x="18318" y="6050"/>
                  </a:lnTo>
                  <a:lnTo>
                    <a:pt x="18223" y="5279"/>
                  </a:lnTo>
                  <a:lnTo>
                    <a:pt x="18160" y="4505"/>
                  </a:lnTo>
                  <a:lnTo>
                    <a:pt x="18130" y="3729"/>
                  </a:lnTo>
                  <a:lnTo>
                    <a:pt x="18131" y="2952"/>
                  </a:lnTo>
                  <a:lnTo>
                    <a:pt x="18210" y="2737"/>
                  </a:lnTo>
                  <a:lnTo>
                    <a:pt x="18315" y="2533"/>
                  </a:lnTo>
                  <a:lnTo>
                    <a:pt x="18445" y="2344"/>
                  </a:lnTo>
                  <a:lnTo>
                    <a:pt x="18599" y="2174"/>
                  </a:lnTo>
                  <a:lnTo>
                    <a:pt x="18769" y="2026"/>
                  </a:lnTo>
                  <a:lnTo>
                    <a:pt x="18957" y="1902"/>
                  </a:lnTo>
                  <a:lnTo>
                    <a:pt x="19166" y="1799"/>
                  </a:lnTo>
                  <a:lnTo>
                    <a:pt x="19386" y="1724"/>
                  </a:lnTo>
                  <a:lnTo>
                    <a:pt x="21585" y="2860"/>
                  </a:lnTo>
                  <a:lnTo>
                    <a:pt x="24095" y="4382"/>
                  </a:lnTo>
                  <a:lnTo>
                    <a:pt x="25750" y="5424"/>
                  </a:lnTo>
                  <a:lnTo>
                    <a:pt x="27913" y="6839"/>
                  </a:lnTo>
                  <a:lnTo>
                    <a:pt x="29141" y="7186"/>
                  </a:lnTo>
                  <a:lnTo>
                    <a:pt x="30015" y="7533"/>
                  </a:lnTo>
                  <a:lnTo>
                    <a:pt x="31756" y="8132"/>
                  </a:lnTo>
                  <a:lnTo>
                    <a:pt x="31913" y="7974"/>
                  </a:lnTo>
                  <a:lnTo>
                    <a:pt x="32081" y="7837"/>
                  </a:lnTo>
                  <a:lnTo>
                    <a:pt x="32356" y="7665"/>
                  </a:lnTo>
                  <a:lnTo>
                    <a:pt x="33268" y="7162"/>
                  </a:lnTo>
                  <a:lnTo>
                    <a:pt x="34407" y="6533"/>
                  </a:lnTo>
                  <a:lnTo>
                    <a:pt x="35325" y="6074"/>
                  </a:lnTo>
                  <a:lnTo>
                    <a:pt x="35571" y="5951"/>
                  </a:lnTo>
                  <a:lnTo>
                    <a:pt x="36030" y="5721"/>
                  </a:lnTo>
                  <a:lnTo>
                    <a:pt x="36407" y="5248"/>
                  </a:lnTo>
                  <a:lnTo>
                    <a:pt x="36718" y="4729"/>
                  </a:lnTo>
                  <a:lnTo>
                    <a:pt x="36956" y="4181"/>
                  </a:lnTo>
                  <a:lnTo>
                    <a:pt x="37120" y="3606"/>
                  </a:lnTo>
                  <a:lnTo>
                    <a:pt x="37173" y="2538"/>
                  </a:lnTo>
                  <a:lnTo>
                    <a:pt x="37248" y="1470"/>
                  </a:lnTo>
                  <a:lnTo>
                    <a:pt x="37490" y="0"/>
                  </a:lnTo>
                  <a:lnTo>
                    <a:pt x="37735" y="184"/>
                  </a:lnTo>
                  <a:lnTo>
                    <a:pt x="38657" y="878"/>
                  </a:lnTo>
                  <a:lnTo>
                    <a:pt x="39426" y="1903"/>
                  </a:lnTo>
                  <a:lnTo>
                    <a:pt x="39682" y="2752"/>
                  </a:lnTo>
                  <a:lnTo>
                    <a:pt x="39890" y="4867"/>
                  </a:lnTo>
                  <a:lnTo>
                    <a:pt x="39908" y="5291"/>
                  </a:lnTo>
                  <a:lnTo>
                    <a:pt x="39939" y="6017"/>
                  </a:lnTo>
                  <a:lnTo>
                    <a:pt x="39946" y="6169"/>
                  </a:lnTo>
                  <a:lnTo>
                    <a:pt x="39923" y="6396"/>
                  </a:lnTo>
                  <a:lnTo>
                    <a:pt x="39874" y="6618"/>
                  </a:lnTo>
                  <a:lnTo>
                    <a:pt x="39799" y="68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3174661" y="4687620"/>
              <a:ext cx="85182" cy="51193"/>
            </a:xfrm>
            <a:custGeom>
              <a:avLst/>
              <a:pathLst>
                <a:path w="85182" h="51193">
                  <a:moveTo>
                    <a:pt x="38060" y="2445"/>
                  </a:moveTo>
                  <a:lnTo>
                    <a:pt x="41371" y="4635"/>
                  </a:lnTo>
                  <a:lnTo>
                    <a:pt x="38188" y="7384"/>
                  </a:lnTo>
                  <a:lnTo>
                    <a:pt x="39245" y="8178"/>
                  </a:lnTo>
                  <a:lnTo>
                    <a:pt x="41679" y="10006"/>
                  </a:lnTo>
                  <a:lnTo>
                    <a:pt x="42037" y="9986"/>
                  </a:lnTo>
                  <a:lnTo>
                    <a:pt x="43903" y="9831"/>
                  </a:lnTo>
                  <a:lnTo>
                    <a:pt x="43293" y="11935"/>
                  </a:lnTo>
                  <a:lnTo>
                    <a:pt x="43228" y="12325"/>
                  </a:lnTo>
                  <a:lnTo>
                    <a:pt x="42894" y="14329"/>
                  </a:lnTo>
                  <a:lnTo>
                    <a:pt x="42762" y="15119"/>
                  </a:lnTo>
                  <a:lnTo>
                    <a:pt x="42604" y="16069"/>
                  </a:lnTo>
                  <a:lnTo>
                    <a:pt x="42668" y="16375"/>
                  </a:lnTo>
                  <a:lnTo>
                    <a:pt x="42829" y="17140"/>
                  </a:lnTo>
                  <a:lnTo>
                    <a:pt x="42922" y="17578"/>
                  </a:lnTo>
                  <a:lnTo>
                    <a:pt x="42988" y="17895"/>
                  </a:lnTo>
                  <a:lnTo>
                    <a:pt x="43044" y="18117"/>
                  </a:lnTo>
                  <a:lnTo>
                    <a:pt x="43187" y="18686"/>
                  </a:lnTo>
                  <a:lnTo>
                    <a:pt x="46259" y="18597"/>
                  </a:lnTo>
                  <a:lnTo>
                    <a:pt x="46685" y="18587"/>
                  </a:lnTo>
                  <a:lnTo>
                    <a:pt x="48921" y="18533"/>
                  </a:lnTo>
                  <a:lnTo>
                    <a:pt x="48699" y="18032"/>
                  </a:lnTo>
                  <a:lnTo>
                    <a:pt x="52063" y="17713"/>
                  </a:lnTo>
                  <a:lnTo>
                    <a:pt x="53847" y="17544"/>
                  </a:lnTo>
                  <a:lnTo>
                    <a:pt x="55893" y="17350"/>
                  </a:lnTo>
                  <a:lnTo>
                    <a:pt x="56075" y="17638"/>
                  </a:lnTo>
                  <a:lnTo>
                    <a:pt x="57013" y="17498"/>
                  </a:lnTo>
                  <a:lnTo>
                    <a:pt x="59381" y="17144"/>
                  </a:lnTo>
                  <a:lnTo>
                    <a:pt x="59447" y="17981"/>
                  </a:lnTo>
                  <a:lnTo>
                    <a:pt x="59575" y="19585"/>
                  </a:lnTo>
                  <a:lnTo>
                    <a:pt x="59646" y="20490"/>
                  </a:lnTo>
                  <a:lnTo>
                    <a:pt x="59804" y="20769"/>
                  </a:lnTo>
                  <a:lnTo>
                    <a:pt x="60214" y="21491"/>
                  </a:lnTo>
                  <a:lnTo>
                    <a:pt x="60976" y="22464"/>
                  </a:lnTo>
                  <a:lnTo>
                    <a:pt x="61743" y="23442"/>
                  </a:lnTo>
                  <a:lnTo>
                    <a:pt x="62150" y="23961"/>
                  </a:lnTo>
                  <a:lnTo>
                    <a:pt x="62351" y="24169"/>
                  </a:lnTo>
                  <a:lnTo>
                    <a:pt x="63284" y="25129"/>
                  </a:lnTo>
                  <a:lnTo>
                    <a:pt x="63446" y="25241"/>
                  </a:lnTo>
                  <a:lnTo>
                    <a:pt x="65334" y="26540"/>
                  </a:lnTo>
                  <a:lnTo>
                    <a:pt x="67457" y="28000"/>
                  </a:lnTo>
                  <a:lnTo>
                    <a:pt x="69206" y="29258"/>
                  </a:lnTo>
                  <a:lnTo>
                    <a:pt x="69417" y="29411"/>
                  </a:lnTo>
                  <a:lnTo>
                    <a:pt x="70193" y="29969"/>
                  </a:lnTo>
                  <a:lnTo>
                    <a:pt x="71283" y="30623"/>
                  </a:lnTo>
                  <a:lnTo>
                    <a:pt x="72363" y="31271"/>
                  </a:lnTo>
                  <a:lnTo>
                    <a:pt x="72750" y="31452"/>
                  </a:lnTo>
                  <a:lnTo>
                    <a:pt x="73281" y="31699"/>
                  </a:lnTo>
                  <a:lnTo>
                    <a:pt x="74168" y="32113"/>
                  </a:lnTo>
                  <a:lnTo>
                    <a:pt x="74366" y="32205"/>
                  </a:lnTo>
                  <a:lnTo>
                    <a:pt x="77136" y="31738"/>
                  </a:lnTo>
                  <a:lnTo>
                    <a:pt x="79940" y="30804"/>
                  </a:lnTo>
                  <a:lnTo>
                    <a:pt x="82313" y="29804"/>
                  </a:lnTo>
                  <a:lnTo>
                    <a:pt x="82971" y="29549"/>
                  </a:lnTo>
                  <a:lnTo>
                    <a:pt x="85182" y="32706"/>
                  </a:lnTo>
                  <a:lnTo>
                    <a:pt x="84268" y="33314"/>
                  </a:lnTo>
                  <a:lnTo>
                    <a:pt x="82915" y="34471"/>
                  </a:lnTo>
                  <a:lnTo>
                    <a:pt x="82296" y="35196"/>
                  </a:lnTo>
                  <a:lnTo>
                    <a:pt x="81885" y="36310"/>
                  </a:lnTo>
                  <a:lnTo>
                    <a:pt x="80788" y="39279"/>
                  </a:lnTo>
                  <a:lnTo>
                    <a:pt x="80633" y="39681"/>
                  </a:lnTo>
                  <a:lnTo>
                    <a:pt x="80292" y="39730"/>
                  </a:lnTo>
                  <a:lnTo>
                    <a:pt x="75005" y="40764"/>
                  </a:lnTo>
                  <a:lnTo>
                    <a:pt x="74488" y="39515"/>
                  </a:lnTo>
                  <a:lnTo>
                    <a:pt x="74280" y="39010"/>
                  </a:lnTo>
                  <a:lnTo>
                    <a:pt x="73794" y="37836"/>
                  </a:lnTo>
                  <a:lnTo>
                    <a:pt x="72763" y="37915"/>
                  </a:lnTo>
                  <a:lnTo>
                    <a:pt x="72549" y="38014"/>
                  </a:lnTo>
                  <a:lnTo>
                    <a:pt x="70626" y="39392"/>
                  </a:lnTo>
                  <a:lnTo>
                    <a:pt x="69877" y="39959"/>
                  </a:lnTo>
                  <a:lnTo>
                    <a:pt x="68916" y="40686"/>
                  </a:lnTo>
                  <a:lnTo>
                    <a:pt x="68645" y="40891"/>
                  </a:lnTo>
                  <a:lnTo>
                    <a:pt x="68191" y="41235"/>
                  </a:lnTo>
                  <a:lnTo>
                    <a:pt x="67579" y="42044"/>
                  </a:lnTo>
                  <a:lnTo>
                    <a:pt x="66706" y="43198"/>
                  </a:lnTo>
                  <a:lnTo>
                    <a:pt x="66490" y="43483"/>
                  </a:lnTo>
                  <a:lnTo>
                    <a:pt x="66300" y="43734"/>
                  </a:lnTo>
                  <a:lnTo>
                    <a:pt x="65064" y="45320"/>
                  </a:lnTo>
                  <a:lnTo>
                    <a:pt x="64825" y="45624"/>
                  </a:lnTo>
                  <a:lnTo>
                    <a:pt x="63640" y="45320"/>
                  </a:lnTo>
                  <a:lnTo>
                    <a:pt x="62375" y="45240"/>
                  </a:lnTo>
                  <a:lnTo>
                    <a:pt x="61926" y="45374"/>
                  </a:lnTo>
                  <a:lnTo>
                    <a:pt x="61462" y="45512"/>
                  </a:lnTo>
                  <a:lnTo>
                    <a:pt x="60373" y="46201"/>
                  </a:lnTo>
                  <a:lnTo>
                    <a:pt x="59815" y="46679"/>
                  </a:lnTo>
                  <a:lnTo>
                    <a:pt x="59139" y="47259"/>
                  </a:lnTo>
                  <a:lnTo>
                    <a:pt x="58594" y="47643"/>
                  </a:lnTo>
                  <a:lnTo>
                    <a:pt x="57520" y="47947"/>
                  </a:lnTo>
                  <a:lnTo>
                    <a:pt x="57152" y="47958"/>
                  </a:lnTo>
                  <a:lnTo>
                    <a:pt x="56108" y="47990"/>
                  </a:lnTo>
                  <a:lnTo>
                    <a:pt x="55918" y="47995"/>
                  </a:lnTo>
                  <a:lnTo>
                    <a:pt x="54791" y="48011"/>
                  </a:lnTo>
                  <a:lnTo>
                    <a:pt x="52093" y="48049"/>
                  </a:lnTo>
                  <a:lnTo>
                    <a:pt x="51669" y="48079"/>
                  </a:lnTo>
                  <a:lnTo>
                    <a:pt x="51456" y="48057"/>
                  </a:lnTo>
                  <a:lnTo>
                    <a:pt x="50666" y="47972"/>
                  </a:lnTo>
                  <a:lnTo>
                    <a:pt x="50402" y="47944"/>
                  </a:lnTo>
                  <a:lnTo>
                    <a:pt x="50089" y="47711"/>
                  </a:lnTo>
                  <a:lnTo>
                    <a:pt x="49754" y="47511"/>
                  </a:lnTo>
                  <a:lnTo>
                    <a:pt x="49400" y="47347"/>
                  </a:lnTo>
                  <a:lnTo>
                    <a:pt x="49031" y="47219"/>
                  </a:lnTo>
                  <a:lnTo>
                    <a:pt x="48651" y="47130"/>
                  </a:lnTo>
                  <a:lnTo>
                    <a:pt x="48263" y="47079"/>
                  </a:lnTo>
                  <a:lnTo>
                    <a:pt x="47873" y="47069"/>
                  </a:lnTo>
                  <a:lnTo>
                    <a:pt x="47484" y="47098"/>
                  </a:lnTo>
                  <a:lnTo>
                    <a:pt x="47147" y="47157"/>
                  </a:lnTo>
                  <a:lnTo>
                    <a:pt x="46815" y="47245"/>
                  </a:lnTo>
                  <a:lnTo>
                    <a:pt x="44434" y="48082"/>
                  </a:lnTo>
                  <a:lnTo>
                    <a:pt x="42038" y="48892"/>
                  </a:lnTo>
                  <a:lnTo>
                    <a:pt x="39640" y="49669"/>
                  </a:lnTo>
                  <a:lnTo>
                    <a:pt x="37234" y="50416"/>
                  </a:lnTo>
                  <a:lnTo>
                    <a:pt x="34724" y="50589"/>
                  </a:lnTo>
                  <a:lnTo>
                    <a:pt x="32210" y="50725"/>
                  </a:lnTo>
                  <a:lnTo>
                    <a:pt x="31162" y="50766"/>
                  </a:lnTo>
                  <a:lnTo>
                    <a:pt x="29700" y="50823"/>
                  </a:lnTo>
                  <a:lnTo>
                    <a:pt x="27656" y="50872"/>
                  </a:lnTo>
                  <a:lnTo>
                    <a:pt x="27189" y="50883"/>
                  </a:lnTo>
                  <a:lnTo>
                    <a:pt x="26467" y="50547"/>
                  </a:lnTo>
                  <a:lnTo>
                    <a:pt x="25773" y="50172"/>
                  </a:lnTo>
                  <a:lnTo>
                    <a:pt x="25100" y="49754"/>
                  </a:lnTo>
                  <a:lnTo>
                    <a:pt x="24450" y="49294"/>
                  </a:lnTo>
                  <a:lnTo>
                    <a:pt x="23901" y="48856"/>
                  </a:lnTo>
                  <a:lnTo>
                    <a:pt x="23372" y="48386"/>
                  </a:lnTo>
                  <a:lnTo>
                    <a:pt x="22912" y="47932"/>
                  </a:lnTo>
                  <a:lnTo>
                    <a:pt x="22473" y="47455"/>
                  </a:lnTo>
                  <a:lnTo>
                    <a:pt x="21858" y="46864"/>
                  </a:lnTo>
                  <a:lnTo>
                    <a:pt x="20890" y="48225"/>
                  </a:lnTo>
                  <a:lnTo>
                    <a:pt x="20048" y="49408"/>
                  </a:lnTo>
                  <a:lnTo>
                    <a:pt x="19693" y="49907"/>
                  </a:lnTo>
                  <a:lnTo>
                    <a:pt x="18776" y="51193"/>
                  </a:lnTo>
                  <a:lnTo>
                    <a:pt x="15018" y="48702"/>
                  </a:lnTo>
                  <a:lnTo>
                    <a:pt x="10916" y="46055"/>
                  </a:lnTo>
                  <a:lnTo>
                    <a:pt x="8596" y="44475"/>
                  </a:lnTo>
                  <a:lnTo>
                    <a:pt x="6500" y="43281"/>
                  </a:lnTo>
                  <a:lnTo>
                    <a:pt x="5034" y="42501"/>
                  </a:lnTo>
                  <a:lnTo>
                    <a:pt x="4444" y="42186"/>
                  </a:lnTo>
                  <a:lnTo>
                    <a:pt x="2227" y="40958"/>
                  </a:lnTo>
                  <a:lnTo>
                    <a:pt x="1213" y="40184"/>
                  </a:lnTo>
                  <a:lnTo>
                    <a:pt x="0" y="39309"/>
                  </a:lnTo>
                  <a:lnTo>
                    <a:pt x="409" y="38857"/>
                  </a:lnTo>
                  <a:lnTo>
                    <a:pt x="1126" y="38043"/>
                  </a:lnTo>
                  <a:lnTo>
                    <a:pt x="6050" y="32448"/>
                  </a:lnTo>
                  <a:lnTo>
                    <a:pt x="6122" y="32300"/>
                  </a:lnTo>
                  <a:lnTo>
                    <a:pt x="6338" y="31859"/>
                  </a:lnTo>
                  <a:lnTo>
                    <a:pt x="8089" y="28276"/>
                  </a:lnTo>
                  <a:lnTo>
                    <a:pt x="9599" y="25184"/>
                  </a:lnTo>
                  <a:lnTo>
                    <a:pt x="10355" y="23637"/>
                  </a:lnTo>
                  <a:lnTo>
                    <a:pt x="11642" y="21453"/>
                  </a:lnTo>
                  <a:lnTo>
                    <a:pt x="12458" y="20066"/>
                  </a:lnTo>
                  <a:lnTo>
                    <a:pt x="14421" y="17534"/>
                  </a:lnTo>
                  <a:lnTo>
                    <a:pt x="14995" y="16795"/>
                  </a:lnTo>
                  <a:lnTo>
                    <a:pt x="15309" y="16390"/>
                  </a:lnTo>
                  <a:lnTo>
                    <a:pt x="15531" y="16105"/>
                  </a:lnTo>
                  <a:lnTo>
                    <a:pt x="19301" y="11254"/>
                  </a:lnTo>
                  <a:lnTo>
                    <a:pt x="20193" y="9644"/>
                  </a:lnTo>
                  <a:lnTo>
                    <a:pt x="23428" y="3807"/>
                  </a:lnTo>
                  <a:lnTo>
                    <a:pt x="24100" y="2536"/>
                  </a:lnTo>
                  <a:lnTo>
                    <a:pt x="24306" y="2147"/>
                  </a:lnTo>
                  <a:lnTo>
                    <a:pt x="25194" y="395"/>
                  </a:lnTo>
                  <a:lnTo>
                    <a:pt x="27953" y="1886"/>
                  </a:lnTo>
                  <a:lnTo>
                    <a:pt x="28612" y="2242"/>
                  </a:lnTo>
                  <a:lnTo>
                    <a:pt x="29041" y="2474"/>
                  </a:lnTo>
                  <a:lnTo>
                    <a:pt x="29871" y="2923"/>
                  </a:lnTo>
                  <a:lnTo>
                    <a:pt x="32311" y="4242"/>
                  </a:lnTo>
                  <a:lnTo>
                    <a:pt x="33004" y="2279"/>
                  </a:lnTo>
                  <a:lnTo>
                    <a:pt x="3460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3165101" y="4725457"/>
              <a:ext cx="100512" cy="54838"/>
            </a:xfrm>
            <a:custGeom>
              <a:avLst/>
              <a:pathLst>
                <a:path w="100512" h="54838">
                  <a:moveTo>
                    <a:pt x="86890" y="7620"/>
                  </a:moveTo>
                  <a:lnTo>
                    <a:pt x="87185" y="8610"/>
                  </a:lnTo>
                  <a:lnTo>
                    <a:pt x="87226" y="8836"/>
                  </a:lnTo>
                  <a:lnTo>
                    <a:pt x="87320" y="9352"/>
                  </a:lnTo>
                  <a:lnTo>
                    <a:pt x="87406" y="9822"/>
                  </a:lnTo>
                  <a:lnTo>
                    <a:pt x="87484" y="10256"/>
                  </a:lnTo>
                  <a:lnTo>
                    <a:pt x="87540" y="10564"/>
                  </a:lnTo>
                  <a:lnTo>
                    <a:pt x="87438" y="10802"/>
                  </a:lnTo>
                  <a:lnTo>
                    <a:pt x="87292" y="11029"/>
                  </a:lnTo>
                  <a:lnTo>
                    <a:pt x="87159" y="11180"/>
                  </a:lnTo>
                  <a:lnTo>
                    <a:pt x="88078" y="11682"/>
                  </a:lnTo>
                  <a:lnTo>
                    <a:pt x="89227" y="12323"/>
                  </a:lnTo>
                  <a:lnTo>
                    <a:pt x="91603" y="13124"/>
                  </a:lnTo>
                  <a:lnTo>
                    <a:pt x="94155" y="13743"/>
                  </a:lnTo>
                  <a:lnTo>
                    <a:pt x="98602" y="15005"/>
                  </a:lnTo>
                  <a:lnTo>
                    <a:pt x="99519" y="15265"/>
                  </a:lnTo>
                  <a:lnTo>
                    <a:pt x="99925" y="15380"/>
                  </a:lnTo>
                  <a:lnTo>
                    <a:pt x="100314" y="15491"/>
                  </a:lnTo>
                  <a:lnTo>
                    <a:pt x="100512" y="15696"/>
                  </a:lnTo>
                  <a:lnTo>
                    <a:pt x="100407" y="15825"/>
                  </a:lnTo>
                  <a:lnTo>
                    <a:pt x="98367" y="17936"/>
                  </a:lnTo>
                  <a:lnTo>
                    <a:pt x="97828" y="18494"/>
                  </a:lnTo>
                  <a:lnTo>
                    <a:pt x="96043" y="20064"/>
                  </a:lnTo>
                  <a:lnTo>
                    <a:pt x="95389" y="20264"/>
                  </a:lnTo>
                  <a:lnTo>
                    <a:pt x="93435" y="20681"/>
                  </a:lnTo>
                  <a:lnTo>
                    <a:pt x="92998" y="20649"/>
                  </a:lnTo>
                  <a:lnTo>
                    <a:pt x="91711" y="20577"/>
                  </a:lnTo>
                  <a:lnTo>
                    <a:pt x="91349" y="20505"/>
                  </a:lnTo>
                  <a:lnTo>
                    <a:pt x="90350" y="20307"/>
                  </a:lnTo>
                  <a:lnTo>
                    <a:pt x="89342" y="20012"/>
                  </a:lnTo>
                  <a:lnTo>
                    <a:pt x="88762" y="20184"/>
                  </a:lnTo>
                  <a:lnTo>
                    <a:pt x="88616" y="20681"/>
                  </a:lnTo>
                  <a:lnTo>
                    <a:pt x="88435" y="21293"/>
                  </a:lnTo>
                  <a:lnTo>
                    <a:pt x="88084" y="22494"/>
                  </a:lnTo>
                  <a:lnTo>
                    <a:pt x="87996" y="22711"/>
                  </a:lnTo>
                  <a:lnTo>
                    <a:pt x="87511" y="23909"/>
                  </a:lnTo>
                  <a:lnTo>
                    <a:pt x="87035" y="24703"/>
                  </a:lnTo>
                  <a:lnTo>
                    <a:pt x="86912" y="24909"/>
                  </a:lnTo>
                  <a:lnTo>
                    <a:pt x="85739" y="25495"/>
                  </a:lnTo>
                  <a:lnTo>
                    <a:pt x="85461" y="25537"/>
                  </a:lnTo>
                  <a:lnTo>
                    <a:pt x="84340" y="25705"/>
                  </a:lnTo>
                  <a:lnTo>
                    <a:pt x="83940" y="25764"/>
                  </a:lnTo>
                  <a:lnTo>
                    <a:pt x="83212" y="25816"/>
                  </a:lnTo>
                  <a:lnTo>
                    <a:pt x="82257" y="25883"/>
                  </a:lnTo>
                  <a:lnTo>
                    <a:pt x="81951" y="25904"/>
                  </a:lnTo>
                  <a:lnTo>
                    <a:pt x="81144" y="25961"/>
                  </a:lnTo>
                  <a:lnTo>
                    <a:pt x="80340" y="26006"/>
                  </a:lnTo>
                  <a:lnTo>
                    <a:pt x="78497" y="26108"/>
                  </a:lnTo>
                  <a:lnTo>
                    <a:pt x="77333" y="26543"/>
                  </a:lnTo>
                  <a:lnTo>
                    <a:pt x="77123" y="26622"/>
                  </a:lnTo>
                  <a:lnTo>
                    <a:pt x="76520" y="26908"/>
                  </a:lnTo>
                  <a:lnTo>
                    <a:pt x="75900" y="27186"/>
                  </a:lnTo>
                  <a:lnTo>
                    <a:pt x="75616" y="27278"/>
                  </a:lnTo>
                  <a:lnTo>
                    <a:pt x="75238" y="27399"/>
                  </a:lnTo>
                  <a:lnTo>
                    <a:pt x="74202" y="27924"/>
                  </a:lnTo>
                  <a:lnTo>
                    <a:pt x="73498" y="28469"/>
                  </a:lnTo>
                  <a:lnTo>
                    <a:pt x="72659" y="29107"/>
                  </a:lnTo>
                  <a:lnTo>
                    <a:pt x="72442" y="29273"/>
                  </a:lnTo>
                  <a:lnTo>
                    <a:pt x="71566" y="29890"/>
                  </a:lnTo>
                  <a:lnTo>
                    <a:pt x="70159" y="28646"/>
                  </a:lnTo>
                  <a:lnTo>
                    <a:pt x="68981" y="27929"/>
                  </a:lnTo>
                  <a:lnTo>
                    <a:pt x="68511" y="27888"/>
                  </a:lnTo>
                  <a:lnTo>
                    <a:pt x="67659" y="27823"/>
                  </a:lnTo>
                  <a:lnTo>
                    <a:pt x="66976" y="27823"/>
                  </a:lnTo>
                  <a:lnTo>
                    <a:pt x="66324" y="27972"/>
                  </a:lnTo>
                  <a:lnTo>
                    <a:pt x="64743" y="28720"/>
                  </a:lnTo>
                  <a:lnTo>
                    <a:pt x="63831" y="29807"/>
                  </a:lnTo>
                  <a:lnTo>
                    <a:pt x="63361" y="30646"/>
                  </a:lnTo>
                  <a:lnTo>
                    <a:pt x="62644" y="31766"/>
                  </a:lnTo>
                  <a:lnTo>
                    <a:pt x="62277" y="31800"/>
                  </a:lnTo>
                  <a:lnTo>
                    <a:pt x="60703" y="31946"/>
                  </a:lnTo>
                  <a:lnTo>
                    <a:pt x="58883" y="32306"/>
                  </a:lnTo>
                  <a:lnTo>
                    <a:pt x="58678" y="32356"/>
                  </a:lnTo>
                  <a:lnTo>
                    <a:pt x="58409" y="32421"/>
                  </a:lnTo>
                  <a:lnTo>
                    <a:pt x="58094" y="32497"/>
                  </a:lnTo>
                  <a:lnTo>
                    <a:pt x="57162" y="32755"/>
                  </a:lnTo>
                  <a:lnTo>
                    <a:pt x="56882" y="33124"/>
                  </a:lnTo>
                  <a:lnTo>
                    <a:pt x="56748" y="33300"/>
                  </a:lnTo>
                  <a:lnTo>
                    <a:pt x="56598" y="33497"/>
                  </a:lnTo>
                  <a:lnTo>
                    <a:pt x="56443" y="33762"/>
                  </a:lnTo>
                  <a:lnTo>
                    <a:pt x="55942" y="34614"/>
                  </a:lnTo>
                  <a:lnTo>
                    <a:pt x="55576" y="35641"/>
                  </a:lnTo>
                  <a:lnTo>
                    <a:pt x="54948" y="36344"/>
                  </a:lnTo>
                  <a:lnTo>
                    <a:pt x="53986" y="36929"/>
                  </a:lnTo>
                  <a:lnTo>
                    <a:pt x="52642" y="37961"/>
                  </a:lnTo>
                  <a:lnTo>
                    <a:pt x="52360" y="38220"/>
                  </a:lnTo>
                  <a:lnTo>
                    <a:pt x="51857" y="38682"/>
                  </a:lnTo>
                  <a:lnTo>
                    <a:pt x="50800" y="39267"/>
                  </a:lnTo>
                  <a:lnTo>
                    <a:pt x="49593" y="40641"/>
                  </a:lnTo>
                  <a:lnTo>
                    <a:pt x="49195" y="41094"/>
                  </a:lnTo>
                  <a:lnTo>
                    <a:pt x="48549" y="41670"/>
                  </a:lnTo>
                  <a:lnTo>
                    <a:pt x="45216" y="44089"/>
                  </a:lnTo>
                  <a:lnTo>
                    <a:pt x="45099" y="44270"/>
                  </a:lnTo>
                  <a:lnTo>
                    <a:pt x="44087" y="45828"/>
                  </a:lnTo>
                  <a:lnTo>
                    <a:pt x="44401" y="47476"/>
                  </a:lnTo>
                  <a:lnTo>
                    <a:pt x="44466" y="47818"/>
                  </a:lnTo>
                  <a:lnTo>
                    <a:pt x="44608" y="48559"/>
                  </a:lnTo>
                  <a:lnTo>
                    <a:pt x="43517" y="49345"/>
                  </a:lnTo>
                  <a:lnTo>
                    <a:pt x="43172" y="49526"/>
                  </a:lnTo>
                  <a:lnTo>
                    <a:pt x="41374" y="50469"/>
                  </a:lnTo>
                  <a:lnTo>
                    <a:pt x="41242" y="50584"/>
                  </a:lnTo>
                  <a:lnTo>
                    <a:pt x="40169" y="51517"/>
                  </a:lnTo>
                  <a:lnTo>
                    <a:pt x="39121" y="52110"/>
                  </a:lnTo>
                  <a:lnTo>
                    <a:pt x="38896" y="52238"/>
                  </a:lnTo>
                  <a:lnTo>
                    <a:pt x="37680" y="52699"/>
                  </a:lnTo>
                  <a:lnTo>
                    <a:pt x="36819" y="53025"/>
                  </a:lnTo>
                  <a:lnTo>
                    <a:pt x="33934" y="54038"/>
                  </a:lnTo>
                  <a:lnTo>
                    <a:pt x="30667" y="54838"/>
                  </a:lnTo>
                  <a:lnTo>
                    <a:pt x="31389" y="53886"/>
                  </a:lnTo>
                  <a:lnTo>
                    <a:pt x="33177" y="52597"/>
                  </a:lnTo>
                  <a:lnTo>
                    <a:pt x="36195" y="49475"/>
                  </a:lnTo>
                  <a:lnTo>
                    <a:pt x="36406" y="49146"/>
                  </a:lnTo>
                  <a:lnTo>
                    <a:pt x="36564" y="48790"/>
                  </a:lnTo>
                  <a:lnTo>
                    <a:pt x="36666" y="48414"/>
                  </a:lnTo>
                  <a:lnTo>
                    <a:pt x="36711" y="48045"/>
                  </a:lnTo>
                  <a:lnTo>
                    <a:pt x="36467" y="47017"/>
                  </a:lnTo>
                  <a:lnTo>
                    <a:pt x="36383" y="46665"/>
                  </a:lnTo>
                  <a:lnTo>
                    <a:pt x="35692" y="43781"/>
                  </a:lnTo>
                  <a:lnTo>
                    <a:pt x="35614" y="43602"/>
                  </a:lnTo>
                  <a:lnTo>
                    <a:pt x="35392" y="43224"/>
                  </a:lnTo>
                  <a:lnTo>
                    <a:pt x="34043" y="44103"/>
                  </a:lnTo>
                  <a:lnTo>
                    <a:pt x="33577" y="44407"/>
                  </a:lnTo>
                  <a:lnTo>
                    <a:pt x="33115" y="44707"/>
                  </a:lnTo>
                  <a:lnTo>
                    <a:pt x="32929" y="44829"/>
                  </a:lnTo>
                  <a:lnTo>
                    <a:pt x="32506" y="45025"/>
                  </a:lnTo>
                  <a:lnTo>
                    <a:pt x="31083" y="46094"/>
                  </a:lnTo>
                  <a:lnTo>
                    <a:pt x="28186" y="48020"/>
                  </a:lnTo>
                  <a:lnTo>
                    <a:pt x="28086" y="47797"/>
                  </a:lnTo>
                  <a:lnTo>
                    <a:pt x="27903" y="47393"/>
                  </a:lnTo>
                  <a:lnTo>
                    <a:pt x="27707" y="47045"/>
                  </a:lnTo>
                  <a:lnTo>
                    <a:pt x="27483" y="46714"/>
                  </a:lnTo>
                  <a:lnTo>
                    <a:pt x="27226" y="46395"/>
                  </a:lnTo>
                  <a:lnTo>
                    <a:pt x="26942" y="46097"/>
                  </a:lnTo>
                  <a:lnTo>
                    <a:pt x="26693" y="45872"/>
                  </a:lnTo>
                  <a:lnTo>
                    <a:pt x="26409" y="45617"/>
                  </a:lnTo>
                  <a:lnTo>
                    <a:pt x="26126" y="45402"/>
                  </a:lnTo>
                  <a:lnTo>
                    <a:pt x="25806" y="45209"/>
                  </a:lnTo>
                  <a:lnTo>
                    <a:pt x="25466" y="45053"/>
                  </a:lnTo>
                  <a:lnTo>
                    <a:pt x="25112" y="44935"/>
                  </a:lnTo>
                  <a:lnTo>
                    <a:pt x="24746" y="44857"/>
                  </a:lnTo>
                  <a:lnTo>
                    <a:pt x="24373" y="44821"/>
                  </a:lnTo>
                  <a:lnTo>
                    <a:pt x="23997" y="44826"/>
                  </a:lnTo>
                  <a:lnTo>
                    <a:pt x="23625" y="44873"/>
                  </a:lnTo>
                  <a:lnTo>
                    <a:pt x="23273" y="44972"/>
                  </a:lnTo>
                  <a:lnTo>
                    <a:pt x="23696" y="45330"/>
                  </a:lnTo>
                  <a:lnTo>
                    <a:pt x="24080" y="45728"/>
                  </a:lnTo>
                  <a:lnTo>
                    <a:pt x="24424" y="46161"/>
                  </a:lnTo>
                  <a:lnTo>
                    <a:pt x="24622" y="46456"/>
                  </a:lnTo>
                  <a:lnTo>
                    <a:pt x="25318" y="48135"/>
                  </a:lnTo>
                  <a:lnTo>
                    <a:pt x="25371" y="49054"/>
                  </a:lnTo>
                  <a:lnTo>
                    <a:pt x="24937" y="50099"/>
                  </a:lnTo>
                  <a:lnTo>
                    <a:pt x="23788" y="51065"/>
                  </a:lnTo>
                  <a:lnTo>
                    <a:pt x="22826" y="51237"/>
                  </a:lnTo>
                  <a:lnTo>
                    <a:pt x="20985" y="51567"/>
                  </a:lnTo>
                  <a:lnTo>
                    <a:pt x="20478" y="51658"/>
                  </a:lnTo>
                  <a:lnTo>
                    <a:pt x="20209" y="51706"/>
                  </a:lnTo>
                  <a:lnTo>
                    <a:pt x="16065" y="51834"/>
                  </a:lnTo>
                  <a:lnTo>
                    <a:pt x="15774" y="51842"/>
                  </a:lnTo>
                  <a:lnTo>
                    <a:pt x="15471" y="51852"/>
                  </a:lnTo>
                  <a:lnTo>
                    <a:pt x="15339" y="51856"/>
                  </a:lnTo>
                  <a:lnTo>
                    <a:pt x="14934" y="51853"/>
                  </a:lnTo>
                  <a:lnTo>
                    <a:pt x="14527" y="51829"/>
                  </a:lnTo>
                  <a:lnTo>
                    <a:pt x="14039" y="51769"/>
                  </a:lnTo>
                  <a:lnTo>
                    <a:pt x="13428" y="51646"/>
                  </a:lnTo>
                  <a:lnTo>
                    <a:pt x="4035" y="49456"/>
                  </a:lnTo>
                  <a:lnTo>
                    <a:pt x="3052" y="49226"/>
                  </a:lnTo>
                  <a:lnTo>
                    <a:pt x="2938" y="48259"/>
                  </a:lnTo>
                  <a:lnTo>
                    <a:pt x="2899" y="47933"/>
                  </a:lnTo>
                  <a:lnTo>
                    <a:pt x="2748" y="46651"/>
                  </a:lnTo>
                  <a:lnTo>
                    <a:pt x="2486" y="45619"/>
                  </a:lnTo>
                  <a:lnTo>
                    <a:pt x="2406" y="45228"/>
                  </a:lnTo>
                  <a:lnTo>
                    <a:pt x="2295" y="44569"/>
                  </a:lnTo>
                  <a:lnTo>
                    <a:pt x="2339" y="43619"/>
                  </a:lnTo>
                  <a:lnTo>
                    <a:pt x="2398" y="42364"/>
                  </a:lnTo>
                  <a:lnTo>
                    <a:pt x="2443" y="40380"/>
                  </a:lnTo>
                  <a:lnTo>
                    <a:pt x="2366" y="40100"/>
                  </a:lnTo>
                  <a:lnTo>
                    <a:pt x="2261" y="39828"/>
                  </a:lnTo>
                  <a:lnTo>
                    <a:pt x="2130" y="39569"/>
                  </a:lnTo>
                  <a:lnTo>
                    <a:pt x="1969" y="39321"/>
                  </a:lnTo>
                  <a:lnTo>
                    <a:pt x="1809" y="39118"/>
                  </a:lnTo>
                  <a:lnTo>
                    <a:pt x="1632" y="38931"/>
                  </a:lnTo>
                  <a:lnTo>
                    <a:pt x="1418" y="38745"/>
                  </a:lnTo>
                  <a:lnTo>
                    <a:pt x="1093" y="38471"/>
                  </a:lnTo>
                  <a:lnTo>
                    <a:pt x="806" y="38111"/>
                  </a:lnTo>
                  <a:lnTo>
                    <a:pt x="556" y="37724"/>
                  </a:lnTo>
                  <a:lnTo>
                    <a:pt x="364" y="37353"/>
                  </a:lnTo>
                  <a:lnTo>
                    <a:pt x="206" y="36966"/>
                  </a:lnTo>
                  <a:lnTo>
                    <a:pt x="84" y="36567"/>
                  </a:lnTo>
                  <a:lnTo>
                    <a:pt x="0" y="36158"/>
                  </a:lnTo>
                  <a:lnTo>
                    <a:pt x="95" y="35263"/>
                  </a:lnTo>
                  <a:lnTo>
                    <a:pt x="138" y="34859"/>
                  </a:lnTo>
                  <a:lnTo>
                    <a:pt x="480" y="31645"/>
                  </a:lnTo>
                  <a:lnTo>
                    <a:pt x="630" y="30722"/>
                  </a:lnTo>
                  <a:lnTo>
                    <a:pt x="809" y="29626"/>
                  </a:lnTo>
                  <a:lnTo>
                    <a:pt x="1050" y="28142"/>
                  </a:lnTo>
                  <a:lnTo>
                    <a:pt x="1201" y="27213"/>
                  </a:lnTo>
                  <a:lnTo>
                    <a:pt x="1133" y="26458"/>
                  </a:lnTo>
                  <a:lnTo>
                    <a:pt x="1089" y="25702"/>
                  </a:lnTo>
                  <a:lnTo>
                    <a:pt x="1069" y="24944"/>
                  </a:lnTo>
                  <a:lnTo>
                    <a:pt x="1072" y="24187"/>
                  </a:lnTo>
                  <a:lnTo>
                    <a:pt x="1099" y="23429"/>
                  </a:lnTo>
                  <a:lnTo>
                    <a:pt x="1149" y="22674"/>
                  </a:lnTo>
                  <a:lnTo>
                    <a:pt x="1224" y="21920"/>
                  </a:lnTo>
                  <a:lnTo>
                    <a:pt x="1275" y="21521"/>
                  </a:lnTo>
                  <a:lnTo>
                    <a:pt x="1321" y="21168"/>
                  </a:lnTo>
                  <a:lnTo>
                    <a:pt x="1401" y="20694"/>
                  </a:lnTo>
                  <a:lnTo>
                    <a:pt x="1486" y="20181"/>
                  </a:lnTo>
                  <a:lnTo>
                    <a:pt x="1692" y="19201"/>
                  </a:lnTo>
                  <a:lnTo>
                    <a:pt x="1818" y="18436"/>
                  </a:lnTo>
                  <a:lnTo>
                    <a:pt x="2060" y="16976"/>
                  </a:lnTo>
                  <a:lnTo>
                    <a:pt x="2465" y="14921"/>
                  </a:lnTo>
                  <a:lnTo>
                    <a:pt x="2608" y="14197"/>
                  </a:lnTo>
                  <a:lnTo>
                    <a:pt x="2974" y="12339"/>
                  </a:lnTo>
                  <a:lnTo>
                    <a:pt x="3386" y="10500"/>
                  </a:lnTo>
                  <a:lnTo>
                    <a:pt x="4107" y="8093"/>
                  </a:lnTo>
                  <a:lnTo>
                    <a:pt x="4237" y="8175"/>
                  </a:lnTo>
                  <a:lnTo>
                    <a:pt x="9332" y="11402"/>
                  </a:lnTo>
                  <a:lnTo>
                    <a:pt x="9825" y="11662"/>
                  </a:lnTo>
                  <a:lnTo>
                    <a:pt x="13615" y="13658"/>
                  </a:lnTo>
                  <a:lnTo>
                    <a:pt x="15051" y="14414"/>
                  </a:lnTo>
                  <a:lnTo>
                    <a:pt x="15146" y="14197"/>
                  </a:lnTo>
                  <a:lnTo>
                    <a:pt x="16693" y="10656"/>
                  </a:lnTo>
                  <a:lnTo>
                    <a:pt x="22063" y="13028"/>
                  </a:lnTo>
                  <a:lnTo>
                    <a:pt x="23263" y="13558"/>
                  </a:lnTo>
                  <a:lnTo>
                    <a:pt x="26242" y="14874"/>
                  </a:lnTo>
                  <a:lnTo>
                    <a:pt x="27610" y="15478"/>
                  </a:lnTo>
                  <a:lnTo>
                    <a:pt x="28660" y="15942"/>
                  </a:lnTo>
                  <a:lnTo>
                    <a:pt x="29124" y="14966"/>
                  </a:lnTo>
                  <a:lnTo>
                    <a:pt x="29453" y="14273"/>
                  </a:lnTo>
                  <a:lnTo>
                    <a:pt x="28892" y="13725"/>
                  </a:lnTo>
                  <a:lnTo>
                    <a:pt x="28337" y="13357"/>
                  </a:lnTo>
                  <a:lnTo>
                    <a:pt x="29253" y="12070"/>
                  </a:lnTo>
                  <a:lnTo>
                    <a:pt x="29608" y="11571"/>
                  </a:lnTo>
                  <a:lnTo>
                    <a:pt x="30450" y="10388"/>
                  </a:lnTo>
                  <a:lnTo>
                    <a:pt x="31418" y="9027"/>
                  </a:lnTo>
                  <a:lnTo>
                    <a:pt x="32033" y="9619"/>
                  </a:lnTo>
                  <a:lnTo>
                    <a:pt x="32472" y="10096"/>
                  </a:lnTo>
                  <a:lnTo>
                    <a:pt x="32934" y="10551"/>
                  </a:lnTo>
                  <a:lnTo>
                    <a:pt x="33461" y="11020"/>
                  </a:lnTo>
                  <a:lnTo>
                    <a:pt x="34013" y="11459"/>
                  </a:lnTo>
                  <a:lnTo>
                    <a:pt x="34661" y="11918"/>
                  </a:lnTo>
                  <a:lnTo>
                    <a:pt x="35334" y="12336"/>
                  </a:lnTo>
                  <a:lnTo>
                    <a:pt x="36030" y="12712"/>
                  </a:lnTo>
                  <a:lnTo>
                    <a:pt x="36749" y="13047"/>
                  </a:lnTo>
                  <a:lnTo>
                    <a:pt x="37217" y="13035"/>
                  </a:lnTo>
                  <a:lnTo>
                    <a:pt x="39264" y="12986"/>
                  </a:lnTo>
                  <a:lnTo>
                    <a:pt x="40723" y="12929"/>
                  </a:lnTo>
                  <a:lnTo>
                    <a:pt x="41777" y="12888"/>
                  </a:lnTo>
                  <a:lnTo>
                    <a:pt x="44289" y="12752"/>
                  </a:lnTo>
                  <a:lnTo>
                    <a:pt x="46795" y="12579"/>
                  </a:lnTo>
                  <a:lnTo>
                    <a:pt x="49206" y="11830"/>
                  </a:lnTo>
                  <a:lnTo>
                    <a:pt x="51605" y="11053"/>
                  </a:lnTo>
                  <a:lnTo>
                    <a:pt x="53997" y="10244"/>
                  </a:lnTo>
                  <a:lnTo>
                    <a:pt x="56375" y="9408"/>
                  </a:lnTo>
                  <a:lnTo>
                    <a:pt x="56708" y="9320"/>
                  </a:lnTo>
                  <a:lnTo>
                    <a:pt x="57048" y="9261"/>
                  </a:lnTo>
                  <a:lnTo>
                    <a:pt x="57435" y="9232"/>
                  </a:lnTo>
                  <a:lnTo>
                    <a:pt x="57824" y="9243"/>
                  </a:lnTo>
                  <a:lnTo>
                    <a:pt x="58212" y="9293"/>
                  </a:lnTo>
                  <a:lnTo>
                    <a:pt x="58591" y="9383"/>
                  </a:lnTo>
                  <a:lnTo>
                    <a:pt x="58960" y="9510"/>
                  </a:lnTo>
                  <a:lnTo>
                    <a:pt x="59314" y="9675"/>
                  </a:lnTo>
                  <a:lnTo>
                    <a:pt x="59649" y="9875"/>
                  </a:lnTo>
                  <a:lnTo>
                    <a:pt x="59961" y="10107"/>
                  </a:lnTo>
                  <a:lnTo>
                    <a:pt x="60226" y="10135"/>
                  </a:lnTo>
                  <a:lnTo>
                    <a:pt x="61017" y="10220"/>
                  </a:lnTo>
                  <a:lnTo>
                    <a:pt x="61230" y="10243"/>
                  </a:lnTo>
                  <a:lnTo>
                    <a:pt x="61679" y="10211"/>
                  </a:lnTo>
                  <a:lnTo>
                    <a:pt x="64352" y="10174"/>
                  </a:lnTo>
                  <a:lnTo>
                    <a:pt x="65478" y="10159"/>
                  </a:lnTo>
                  <a:lnTo>
                    <a:pt x="65669" y="10153"/>
                  </a:lnTo>
                  <a:lnTo>
                    <a:pt x="66713" y="10122"/>
                  </a:lnTo>
                  <a:lnTo>
                    <a:pt x="67081" y="10111"/>
                  </a:lnTo>
                  <a:lnTo>
                    <a:pt x="68154" y="9806"/>
                  </a:lnTo>
                  <a:lnTo>
                    <a:pt x="68699" y="9422"/>
                  </a:lnTo>
                  <a:lnTo>
                    <a:pt x="69375" y="8842"/>
                  </a:lnTo>
                  <a:lnTo>
                    <a:pt x="69932" y="8364"/>
                  </a:lnTo>
                  <a:lnTo>
                    <a:pt x="71022" y="7676"/>
                  </a:lnTo>
                  <a:lnTo>
                    <a:pt x="71486" y="7537"/>
                  </a:lnTo>
                  <a:lnTo>
                    <a:pt x="71935" y="7403"/>
                  </a:lnTo>
                  <a:lnTo>
                    <a:pt x="73201" y="7483"/>
                  </a:lnTo>
                  <a:lnTo>
                    <a:pt x="74386" y="7788"/>
                  </a:lnTo>
                  <a:lnTo>
                    <a:pt x="74623" y="7483"/>
                  </a:lnTo>
                  <a:lnTo>
                    <a:pt x="75860" y="5897"/>
                  </a:lnTo>
                  <a:lnTo>
                    <a:pt x="76050" y="5647"/>
                  </a:lnTo>
                  <a:lnTo>
                    <a:pt x="76265" y="5361"/>
                  </a:lnTo>
                  <a:lnTo>
                    <a:pt x="77138" y="4207"/>
                  </a:lnTo>
                  <a:lnTo>
                    <a:pt x="77751" y="3398"/>
                  </a:lnTo>
                  <a:lnTo>
                    <a:pt x="78204" y="3055"/>
                  </a:lnTo>
                  <a:lnTo>
                    <a:pt x="78475" y="2850"/>
                  </a:lnTo>
                  <a:lnTo>
                    <a:pt x="79437" y="2122"/>
                  </a:lnTo>
                  <a:lnTo>
                    <a:pt x="80186" y="1555"/>
                  </a:lnTo>
                  <a:lnTo>
                    <a:pt x="82108" y="178"/>
                  </a:lnTo>
                  <a:lnTo>
                    <a:pt x="82322" y="79"/>
                  </a:lnTo>
                  <a:lnTo>
                    <a:pt x="83354" y="0"/>
                  </a:lnTo>
                  <a:lnTo>
                    <a:pt x="83840" y="1174"/>
                  </a:lnTo>
                  <a:lnTo>
                    <a:pt x="84048" y="1678"/>
                  </a:lnTo>
                  <a:lnTo>
                    <a:pt x="84565" y="2928"/>
                  </a:lnTo>
                  <a:lnTo>
                    <a:pt x="84628" y="3081"/>
                  </a:lnTo>
                  <a:lnTo>
                    <a:pt x="84755" y="3320"/>
                  </a:lnTo>
                  <a:lnTo>
                    <a:pt x="85057" y="3889"/>
                  </a:lnTo>
                  <a:lnTo>
                    <a:pt x="86082" y="5556"/>
                  </a:lnTo>
                  <a:lnTo>
                    <a:pt x="86419" y="61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3209267" y="4669628"/>
              <a:ext cx="48439" cy="34622"/>
            </a:xfrm>
            <a:custGeom>
              <a:avLst/>
              <a:pathLst>
                <a:path w="48439" h="34622">
                  <a:moveTo>
                    <a:pt x="38697" y="11186"/>
                  </a:moveTo>
                  <a:lnTo>
                    <a:pt x="40044" y="14477"/>
                  </a:lnTo>
                  <a:lnTo>
                    <a:pt x="48439" y="17767"/>
                  </a:lnTo>
                  <a:lnTo>
                    <a:pt x="48198" y="19661"/>
                  </a:lnTo>
                  <a:lnTo>
                    <a:pt x="47047" y="21807"/>
                  </a:lnTo>
                  <a:lnTo>
                    <a:pt x="46228" y="23341"/>
                  </a:lnTo>
                  <a:lnTo>
                    <a:pt x="40109" y="25143"/>
                  </a:lnTo>
                  <a:lnTo>
                    <a:pt x="39451" y="25159"/>
                  </a:lnTo>
                  <a:lnTo>
                    <a:pt x="37898" y="24613"/>
                  </a:lnTo>
                  <a:lnTo>
                    <a:pt x="37713" y="23542"/>
                  </a:lnTo>
                  <a:lnTo>
                    <a:pt x="33881" y="24337"/>
                  </a:lnTo>
                  <a:lnTo>
                    <a:pt x="32927" y="24536"/>
                  </a:lnTo>
                  <a:lnTo>
                    <a:pt x="30357" y="25062"/>
                  </a:lnTo>
                  <a:lnTo>
                    <a:pt x="30481" y="26610"/>
                  </a:lnTo>
                  <a:lnTo>
                    <a:pt x="28862" y="27135"/>
                  </a:lnTo>
                  <a:lnTo>
                    <a:pt x="32920" y="30916"/>
                  </a:lnTo>
                  <a:lnTo>
                    <a:pt x="29814" y="34381"/>
                  </a:lnTo>
                  <a:lnTo>
                    <a:pt x="29542" y="34622"/>
                  </a:lnTo>
                  <a:lnTo>
                    <a:pt x="24380" y="32811"/>
                  </a:lnTo>
                  <a:lnTo>
                    <a:pt x="22804" y="31957"/>
                  </a:lnTo>
                  <a:lnTo>
                    <a:pt x="22310" y="31383"/>
                  </a:lnTo>
                  <a:lnTo>
                    <a:pt x="21790" y="30528"/>
                  </a:lnTo>
                  <a:lnTo>
                    <a:pt x="19774" y="30061"/>
                  </a:lnTo>
                  <a:lnTo>
                    <a:pt x="19079" y="29634"/>
                  </a:lnTo>
                  <a:lnTo>
                    <a:pt x="18318" y="29674"/>
                  </a:lnTo>
                  <a:lnTo>
                    <a:pt x="18450" y="30493"/>
                  </a:lnTo>
                  <a:lnTo>
                    <a:pt x="18852" y="32985"/>
                  </a:lnTo>
                  <a:lnTo>
                    <a:pt x="18099" y="32994"/>
                  </a:lnTo>
                  <a:lnTo>
                    <a:pt x="15194" y="33029"/>
                  </a:lnTo>
                  <a:lnTo>
                    <a:pt x="9539" y="33081"/>
                  </a:lnTo>
                  <a:lnTo>
                    <a:pt x="8159" y="33093"/>
                  </a:lnTo>
                  <a:lnTo>
                    <a:pt x="8288" y="32321"/>
                  </a:lnTo>
                  <a:lnTo>
                    <a:pt x="8622" y="30317"/>
                  </a:lnTo>
                  <a:lnTo>
                    <a:pt x="8687" y="29927"/>
                  </a:lnTo>
                  <a:lnTo>
                    <a:pt x="9297" y="27823"/>
                  </a:lnTo>
                  <a:lnTo>
                    <a:pt x="7431" y="27978"/>
                  </a:lnTo>
                  <a:lnTo>
                    <a:pt x="7072" y="27998"/>
                  </a:lnTo>
                  <a:lnTo>
                    <a:pt x="4638" y="26170"/>
                  </a:lnTo>
                  <a:lnTo>
                    <a:pt x="3458" y="25283"/>
                  </a:lnTo>
                  <a:lnTo>
                    <a:pt x="6806" y="22591"/>
                  </a:lnTo>
                  <a:lnTo>
                    <a:pt x="3454" y="20437"/>
                  </a:lnTo>
                  <a:lnTo>
                    <a:pt x="0" y="17992"/>
                  </a:lnTo>
                  <a:lnTo>
                    <a:pt x="1138" y="16371"/>
                  </a:lnTo>
                  <a:lnTo>
                    <a:pt x="7246" y="7679"/>
                  </a:lnTo>
                  <a:lnTo>
                    <a:pt x="7320" y="7543"/>
                  </a:lnTo>
                  <a:lnTo>
                    <a:pt x="8699" y="5003"/>
                  </a:lnTo>
                  <a:lnTo>
                    <a:pt x="13689" y="8697"/>
                  </a:lnTo>
                  <a:lnTo>
                    <a:pt x="15643" y="10475"/>
                  </a:lnTo>
                  <a:lnTo>
                    <a:pt x="17976" y="12531"/>
                  </a:lnTo>
                  <a:lnTo>
                    <a:pt x="18898" y="13054"/>
                  </a:lnTo>
                  <a:lnTo>
                    <a:pt x="20086" y="13295"/>
                  </a:lnTo>
                  <a:lnTo>
                    <a:pt x="20674" y="13228"/>
                  </a:lnTo>
                  <a:lnTo>
                    <a:pt x="21942" y="12907"/>
                  </a:lnTo>
                  <a:lnTo>
                    <a:pt x="22877" y="12881"/>
                  </a:lnTo>
                  <a:lnTo>
                    <a:pt x="24879" y="12948"/>
                  </a:lnTo>
                  <a:lnTo>
                    <a:pt x="27817" y="12253"/>
                  </a:lnTo>
                  <a:lnTo>
                    <a:pt x="26749" y="9997"/>
                  </a:lnTo>
                  <a:lnTo>
                    <a:pt x="25855" y="8878"/>
                  </a:lnTo>
                  <a:lnTo>
                    <a:pt x="25183" y="8794"/>
                  </a:lnTo>
                  <a:lnTo>
                    <a:pt x="24461" y="8604"/>
                  </a:lnTo>
                  <a:lnTo>
                    <a:pt x="23475" y="8507"/>
                  </a:lnTo>
                  <a:lnTo>
                    <a:pt x="23397" y="8324"/>
                  </a:lnTo>
                  <a:lnTo>
                    <a:pt x="23181" y="7862"/>
                  </a:lnTo>
                  <a:lnTo>
                    <a:pt x="24196" y="7288"/>
                  </a:lnTo>
                  <a:lnTo>
                    <a:pt x="25664" y="6794"/>
                  </a:lnTo>
                  <a:lnTo>
                    <a:pt x="26812" y="6633"/>
                  </a:lnTo>
                  <a:lnTo>
                    <a:pt x="27734" y="6486"/>
                  </a:lnTo>
                  <a:lnTo>
                    <a:pt x="28388" y="6139"/>
                  </a:lnTo>
                  <a:lnTo>
                    <a:pt x="29686" y="3526"/>
                  </a:lnTo>
                  <a:lnTo>
                    <a:pt x="30177" y="2250"/>
                  </a:lnTo>
                  <a:lnTo>
                    <a:pt x="30930" y="1566"/>
                  </a:lnTo>
                  <a:lnTo>
                    <a:pt x="32809" y="347"/>
                  </a:lnTo>
                  <a:lnTo>
                    <a:pt x="34197" y="0"/>
                  </a:lnTo>
                  <a:lnTo>
                    <a:pt x="35092" y="40"/>
                  </a:lnTo>
                  <a:lnTo>
                    <a:pt x="35572" y="480"/>
                  </a:lnTo>
                  <a:lnTo>
                    <a:pt x="36436" y="922"/>
                  </a:lnTo>
                  <a:lnTo>
                    <a:pt x="37226" y="1050"/>
                  </a:lnTo>
                  <a:lnTo>
                    <a:pt x="40473" y="1541"/>
                  </a:lnTo>
                  <a:lnTo>
                    <a:pt x="41564" y="2353"/>
                  </a:lnTo>
                  <a:lnTo>
                    <a:pt x="42190" y="5523"/>
                  </a:lnTo>
                  <a:lnTo>
                    <a:pt x="38710" y="1038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3217265" y="4699263"/>
              <a:ext cx="57747" cy="41768"/>
            </a:xfrm>
            <a:custGeom>
              <a:avLst/>
              <a:pathLst>
                <a:path w="57747" h="41768">
                  <a:moveTo>
                    <a:pt x="16382" y="3177"/>
                  </a:moveTo>
                  <a:lnTo>
                    <a:pt x="21544" y="4987"/>
                  </a:lnTo>
                  <a:lnTo>
                    <a:pt x="21816" y="4747"/>
                  </a:lnTo>
                  <a:lnTo>
                    <a:pt x="22025" y="4563"/>
                  </a:lnTo>
                  <a:lnTo>
                    <a:pt x="26589" y="9365"/>
                  </a:lnTo>
                  <a:lnTo>
                    <a:pt x="28826" y="11130"/>
                  </a:lnTo>
                  <a:lnTo>
                    <a:pt x="32859" y="11079"/>
                  </a:lnTo>
                  <a:lnTo>
                    <a:pt x="32698" y="7141"/>
                  </a:lnTo>
                  <a:lnTo>
                    <a:pt x="36870" y="6807"/>
                  </a:lnTo>
                  <a:lnTo>
                    <a:pt x="38174" y="7693"/>
                  </a:lnTo>
                  <a:lnTo>
                    <a:pt x="43093" y="11876"/>
                  </a:lnTo>
                  <a:lnTo>
                    <a:pt x="43420" y="12259"/>
                  </a:lnTo>
                  <a:lnTo>
                    <a:pt x="43680" y="12561"/>
                  </a:lnTo>
                  <a:lnTo>
                    <a:pt x="43960" y="13255"/>
                  </a:lnTo>
                  <a:lnTo>
                    <a:pt x="44267" y="14644"/>
                  </a:lnTo>
                  <a:lnTo>
                    <a:pt x="44595" y="15241"/>
                  </a:lnTo>
                  <a:lnTo>
                    <a:pt x="44874" y="15751"/>
                  </a:lnTo>
                  <a:lnTo>
                    <a:pt x="45255" y="16446"/>
                  </a:lnTo>
                  <a:lnTo>
                    <a:pt x="46403" y="18836"/>
                  </a:lnTo>
                  <a:lnTo>
                    <a:pt x="46760" y="19203"/>
                  </a:lnTo>
                  <a:lnTo>
                    <a:pt x="47698" y="20171"/>
                  </a:lnTo>
                  <a:lnTo>
                    <a:pt x="48099" y="21212"/>
                  </a:lnTo>
                  <a:lnTo>
                    <a:pt x="51075" y="26887"/>
                  </a:lnTo>
                  <a:lnTo>
                    <a:pt x="53077" y="30572"/>
                  </a:lnTo>
                  <a:lnTo>
                    <a:pt x="55721" y="32361"/>
                  </a:lnTo>
                  <a:lnTo>
                    <a:pt x="57747" y="35467"/>
                  </a:lnTo>
                  <a:lnTo>
                    <a:pt x="57342" y="35752"/>
                  </a:lnTo>
                  <a:lnTo>
                    <a:pt x="51236" y="40054"/>
                  </a:lnTo>
                  <a:lnTo>
                    <a:pt x="49894" y="40677"/>
                  </a:lnTo>
                  <a:lnTo>
                    <a:pt x="48444" y="41768"/>
                  </a:lnTo>
                  <a:lnTo>
                    <a:pt x="48150" y="41685"/>
                  </a:lnTo>
                  <a:lnTo>
                    <a:pt x="47761" y="41574"/>
                  </a:lnTo>
                  <a:lnTo>
                    <a:pt x="47354" y="41459"/>
                  </a:lnTo>
                  <a:lnTo>
                    <a:pt x="46438" y="41199"/>
                  </a:lnTo>
                  <a:lnTo>
                    <a:pt x="41991" y="39937"/>
                  </a:lnTo>
                  <a:lnTo>
                    <a:pt x="39439" y="39319"/>
                  </a:lnTo>
                  <a:lnTo>
                    <a:pt x="37063" y="38518"/>
                  </a:lnTo>
                  <a:lnTo>
                    <a:pt x="35914" y="37877"/>
                  </a:lnTo>
                  <a:lnTo>
                    <a:pt x="34991" y="37372"/>
                  </a:lnTo>
                  <a:lnTo>
                    <a:pt x="35128" y="37223"/>
                  </a:lnTo>
                  <a:lnTo>
                    <a:pt x="35274" y="36996"/>
                  </a:lnTo>
                  <a:lnTo>
                    <a:pt x="35376" y="36759"/>
                  </a:lnTo>
                  <a:lnTo>
                    <a:pt x="35320" y="36451"/>
                  </a:lnTo>
                  <a:lnTo>
                    <a:pt x="35241" y="36017"/>
                  </a:lnTo>
                  <a:lnTo>
                    <a:pt x="35149" y="35509"/>
                  </a:lnTo>
                  <a:lnTo>
                    <a:pt x="35062" y="35030"/>
                  </a:lnTo>
                  <a:lnTo>
                    <a:pt x="35003" y="34703"/>
                  </a:lnTo>
                  <a:lnTo>
                    <a:pt x="34726" y="33815"/>
                  </a:lnTo>
                  <a:lnTo>
                    <a:pt x="34255" y="32300"/>
                  </a:lnTo>
                  <a:lnTo>
                    <a:pt x="33918" y="31751"/>
                  </a:lnTo>
                  <a:lnTo>
                    <a:pt x="32893" y="30083"/>
                  </a:lnTo>
                  <a:lnTo>
                    <a:pt x="32591" y="29515"/>
                  </a:lnTo>
                  <a:lnTo>
                    <a:pt x="32462" y="29270"/>
                  </a:lnTo>
                  <a:lnTo>
                    <a:pt x="32401" y="29122"/>
                  </a:lnTo>
                  <a:lnTo>
                    <a:pt x="37719" y="28083"/>
                  </a:lnTo>
                  <a:lnTo>
                    <a:pt x="38028" y="28039"/>
                  </a:lnTo>
                  <a:lnTo>
                    <a:pt x="38184" y="27637"/>
                  </a:lnTo>
                  <a:lnTo>
                    <a:pt x="39280" y="24667"/>
                  </a:lnTo>
                  <a:lnTo>
                    <a:pt x="39691" y="23553"/>
                  </a:lnTo>
                  <a:lnTo>
                    <a:pt x="40326" y="22860"/>
                  </a:lnTo>
                  <a:lnTo>
                    <a:pt x="41664" y="21672"/>
                  </a:lnTo>
                  <a:lnTo>
                    <a:pt x="42577" y="21063"/>
                  </a:lnTo>
                  <a:lnTo>
                    <a:pt x="40366" y="17907"/>
                  </a:lnTo>
                  <a:lnTo>
                    <a:pt x="39709" y="18161"/>
                  </a:lnTo>
                  <a:lnTo>
                    <a:pt x="37335" y="19161"/>
                  </a:lnTo>
                  <a:lnTo>
                    <a:pt x="34532" y="20096"/>
                  </a:lnTo>
                  <a:lnTo>
                    <a:pt x="31761" y="20563"/>
                  </a:lnTo>
                  <a:lnTo>
                    <a:pt x="31563" y="20471"/>
                  </a:lnTo>
                  <a:lnTo>
                    <a:pt x="30676" y="20057"/>
                  </a:lnTo>
                  <a:lnTo>
                    <a:pt x="30146" y="19809"/>
                  </a:lnTo>
                  <a:lnTo>
                    <a:pt x="29759" y="19629"/>
                  </a:lnTo>
                  <a:lnTo>
                    <a:pt x="28678" y="18980"/>
                  </a:lnTo>
                  <a:lnTo>
                    <a:pt x="27589" y="18327"/>
                  </a:lnTo>
                  <a:lnTo>
                    <a:pt x="26813" y="17768"/>
                  </a:lnTo>
                  <a:lnTo>
                    <a:pt x="26601" y="17616"/>
                  </a:lnTo>
                  <a:lnTo>
                    <a:pt x="24852" y="16358"/>
                  </a:lnTo>
                  <a:lnTo>
                    <a:pt x="22730" y="14898"/>
                  </a:lnTo>
                  <a:lnTo>
                    <a:pt x="20841" y="13598"/>
                  </a:lnTo>
                  <a:lnTo>
                    <a:pt x="20680" y="13487"/>
                  </a:lnTo>
                  <a:lnTo>
                    <a:pt x="19747" y="12526"/>
                  </a:lnTo>
                  <a:lnTo>
                    <a:pt x="19545" y="12319"/>
                  </a:lnTo>
                  <a:lnTo>
                    <a:pt x="19138" y="11800"/>
                  </a:lnTo>
                  <a:lnTo>
                    <a:pt x="18372" y="10822"/>
                  </a:lnTo>
                  <a:lnTo>
                    <a:pt x="17609" y="9849"/>
                  </a:lnTo>
                  <a:lnTo>
                    <a:pt x="17185" y="9101"/>
                  </a:lnTo>
                  <a:lnTo>
                    <a:pt x="17042" y="8848"/>
                  </a:lnTo>
                  <a:lnTo>
                    <a:pt x="16970" y="7943"/>
                  </a:lnTo>
                  <a:lnTo>
                    <a:pt x="16843" y="6339"/>
                  </a:lnTo>
                  <a:lnTo>
                    <a:pt x="16777" y="5501"/>
                  </a:lnTo>
                  <a:lnTo>
                    <a:pt x="14408" y="5856"/>
                  </a:lnTo>
                  <a:lnTo>
                    <a:pt x="13471" y="5996"/>
                  </a:lnTo>
                  <a:lnTo>
                    <a:pt x="13288" y="5707"/>
                  </a:lnTo>
                  <a:lnTo>
                    <a:pt x="11242" y="5901"/>
                  </a:lnTo>
                  <a:lnTo>
                    <a:pt x="9459" y="6071"/>
                  </a:lnTo>
                  <a:lnTo>
                    <a:pt x="6095" y="6390"/>
                  </a:lnTo>
                  <a:lnTo>
                    <a:pt x="6316" y="6891"/>
                  </a:lnTo>
                  <a:lnTo>
                    <a:pt x="4080" y="6944"/>
                  </a:lnTo>
                  <a:lnTo>
                    <a:pt x="3655" y="6955"/>
                  </a:lnTo>
                  <a:lnTo>
                    <a:pt x="579" y="7029"/>
                  </a:lnTo>
                  <a:lnTo>
                    <a:pt x="440" y="6475"/>
                  </a:lnTo>
                  <a:lnTo>
                    <a:pt x="384" y="6253"/>
                  </a:lnTo>
                  <a:lnTo>
                    <a:pt x="317" y="5935"/>
                  </a:lnTo>
                  <a:lnTo>
                    <a:pt x="225" y="5497"/>
                  </a:lnTo>
                  <a:lnTo>
                    <a:pt x="64" y="4733"/>
                  </a:lnTo>
                  <a:lnTo>
                    <a:pt x="0" y="4426"/>
                  </a:lnTo>
                  <a:lnTo>
                    <a:pt x="161" y="3459"/>
                  </a:lnTo>
                  <a:lnTo>
                    <a:pt x="1541" y="3446"/>
                  </a:lnTo>
                  <a:lnTo>
                    <a:pt x="7196" y="3395"/>
                  </a:lnTo>
                  <a:lnTo>
                    <a:pt x="10101" y="3360"/>
                  </a:lnTo>
                  <a:lnTo>
                    <a:pt x="10854" y="3351"/>
                  </a:lnTo>
                  <a:lnTo>
                    <a:pt x="10433" y="740"/>
                  </a:lnTo>
                  <a:lnTo>
                    <a:pt x="10320" y="40"/>
                  </a:lnTo>
                  <a:lnTo>
                    <a:pt x="11081" y="0"/>
                  </a:lnTo>
                  <a:lnTo>
                    <a:pt x="11776" y="427"/>
                  </a:lnTo>
                  <a:lnTo>
                    <a:pt x="13791" y="894"/>
                  </a:lnTo>
                  <a:lnTo>
                    <a:pt x="14312" y="1748"/>
                  </a:lnTo>
                  <a:lnTo>
                    <a:pt x="14806" y="23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3070466" y="4702587"/>
              <a:ext cx="80313" cy="87844"/>
            </a:xfrm>
            <a:custGeom>
              <a:avLst/>
              <a:pathLst>
                <a:path w="80313" h="87844">
                  <a:moveTo>
                    <a:pt x="63881" y="23044"/>
                  </a:moveTo>
                  <a:lnTo>
                    <a:pt x="67678" y="26939"/>
                  </a:lnTo>
                  <a:lnTo>
                    <a:pt x="71171" y="30521"/>
                  </a:lnTo>
                  <a:lnTo>
                    <a:pt x="71985" y="31356"/>
                  </a:lnTo>
                  <a:lnTo>
                    <a:pt x="73504" y="32914"/>
                  </a:lnTo>
                  <a:lnTo>
                    <a:pt x="75405" y="34863"/>
                  </a:lnTo>
                  <a:lnTo>
                    <a:pt x="75598" y="35061"/>
                  </a:lnTo>
                  <a:lnTo>
                    <a:pt x="80313" y="39897"/>
                  </a:lnTo>
                  <a:lnTo>
                    <a:pt x="79943" y="40294"/>
                  </a:lnTo>
                  <a:lnTo>
                    <a:pt x="78091" y="42282"/>
                  </a:lnTo>
                  <a:lnTo>
                    <a:pt x="76257" y="44516"/>
                  </a:lnTo>
                  <a:lnTo>
                    <a:pt x="75533" y="45398"/>
                  </a:lnTo>
                  <a:lnTo>
                    <a:pt x="75146" y="45869"/>
                  </a:lnTo>
                  <a:lnTo>
                    <a:pt x="74947" y="46111"/>
                  </a:lnTo>
                  <a:lnTo>
                    <a:pt x="74806" y="46283"/>
                  </a:lnTo>
                  <a:lnTo>
                    <a:pt x="72170" y="49502"/>
                  </a:lnTo>
                  <a:lnTo>
                    <a:pt x="68559" y="53912"/>
                  </a:lnTo>
                  <a:lnTo>
                    <a:pt x="66274" y="56702"/>
                  </a:lnTo>
                  <a:lnTo>
                    <a:pt x="65903" y="57156"/>
                  </a:lnTo>
                  <a:lnTo>
                    <a:pt x="65500" y="57722"/>
                  </a:lnTo>
                  <a:lnTo>
                    <a:pt x="65340" y="57947"/>
                  </a:lnTo>
                  <a:lnTo>
                    <a:pt x="65229" y="58104"/>
                  </a:lnTo>
                  <a:lnTo>
                    <a:pt x="65011" y="58410"/>
                  </a:lnTo>
                  <a:lnTo>
                    <a:pt x="62983" y="60872"/>
                  </a:lnTo>
                  <a:lnTo>
                    <a:pt x="56367" y="68917"/>
                  </a:lnTo>
                  <a:lnTo>
                    <a:pt x="56124" y="69279"/>
                  </a:lnTo>
                  <a:lnTo>
                    <a:pt x="55921" y="69581"/>
                  </a:lnTo>
                  <a:lnTo>
                    <a:pt x="49289" y="77820"/>
                  </a:lnTo>
                  <a:lnTo>
                    <a:pt x="49115" y="78037"/>
                  </a:lnTo>
                  <a:lnTo>
                    <a:pt x="48897" y="78303"/>
                  </a:lnTo>
                  <a:lnTo>
                    <a:pt x="48461" y="78822"/>
                  </a:lnTo>
                  <a:lnTo>
                    <a:pt x="43465" y="84759"/>
                  </a:lnTo>
                  <a:lnTo>
                    <a:pt x="41090" y="87582"/>
                  </a:lnTo>
                  <a:lnTo>
                    <a:pt x="40881" y="87844"/>
                  </a:lnTo>
                  <a:lnTo>
                    <a:pt x="40725" y="87717"/>
                  </a:lnTo>
                  <a:lnTo>
                    <a:pt x="38178" y="85630"/>
                  </a:lnTo>
                  <a:lnTo>
                    <a:pt x="36577" y="84318"/>
                  </a:lnTo>
                  <a:lnTo>
                    <a:pt x="33382" y="81254"/>
                  </a:lnTo>
                  <a:lnTo>
                    <a:pt x="32443" y="80354"/>
                  </a:lnTo>
                  <a:lnTo>
                    <a:pt x="29300" y="76911"/>
                  </a:lnTo>
                  <a:lnTo>
                    <a:pt x="28269" y="77831"/>
                  </a:lnTo>
                  <a:lnTo>
                    <a:pt x="25278" y="74455"/>
                  </a:lnTo>
                  <a:lnTo>
                    <a:pt x="25026" y="74171"/>
                  </a:lnTo>
                  <a:lnTo>
                    <a:pt x="24720" y="73826"/>
                  </a:lnTo>
                  <a:lnTo>
                    <a:pt x="24512" y="73591"/>
                  </a:lnTo>
                  <a:lnTo>
                    <a:pt x="24216" y="73256"/>
                  </a:lnTo>
                  <a:lnTo>
                    <a:pt x="21475" y="70160"/>
                  </a:lnTo>
                  <a:lnTo>
                    <a:pt x="21344" y="70029"/>
                  </a:lnTo>
                  <a:lnTo>
                    <a:pt x="20860" y="69439"/>
                  </a:lnTo>
                  <a:lnTo>
                    <a:pt x="18253" y="66259"/>
                  </a:lnTo>
                  <a:lnTo>
                    <a:pt x="17831" y="65773"/>
                  </a:lnTo>
                  <a:lnTo>
                    <a:pt x="16215" y="63914"/>
                  </a:lnTo>
                  <a:lnTo>
                    <a:pt x="15959" y="63611"/>
                  </a:lnTo>
                  <a:lnTo>
                    <a:pt x="14659" y="62073"/>
                  </a:lnTo>
                  <a:lnTo>
                    <a:pt x="14373" y="61758"/>
                  </a:lnTo>
                  <a:lnTo>
                    <a:pt x="14254" y="61626"/>
                  </a:lnTo>
                  <a:lnTo>
                    <a:pt x="14087" y="61442"/>
                  </a:lnTo>
                  <a:lnTo>
                    <a:pt x="11152" y="58215"/>
                  </a:lnTo>
                  <a:lnTo>
                    <a:pt x="10958" y="58001"/>
                  </a:lnTo>
                  <a:lnTo>
                    <a:pt x="10137" y="57090"/>
                  </a:lnTo>
                  <a:lnTo>
                    <a:pt x="7733" y="54424"/>
                  </a:lnTo>
                  <a:lnTo>
                    <a:pt x="7270" y="53906"/>
                  </a:lnTo>
                  <a:lnTo>
                    <a:pt x="6736" y="53308"/>
                  </a:lnTo>
                  <a:lnTo>
                    <a:pt x="4630" y="50949"/>
                  </a:lnTo>
                  <a:lnTo>
                    <a:pt x="4073" y="50325"/>
                  </a:lnTo>
                  <a:lnTo>
                    <a:pt x="3744" y="49974"/>
                  </a:lnTo>
                  <a:lnTo>
                    <a:pt x="3335" y="49530"/>
                  </a:lnTo>
                  <a:lnTo>
                    <a:pt x="2163" y="48254"/>
                  </a:lnTo>
                  <a:lnTo>
                    <a:pt x="441" y="46378"/>
                  </a:lnTo>
                  <a:lnTo>
                    <a:pt x="281" y="46204"/>
                  </a:lnTo>
                  <a:lnTo>
                    <a:pt x="0" y="45875"/>
                  </a:lnTo>
                  <a:lnTo>
                    <a:pt x="285" y="45626"/>
                  </a:lnTo>
                  <a:lnTo>
                    <a:pt x="4025" y="42366"/>
                  </a:lnTo>
                  <a:lnTo>
                    <a:pt x="6664" y="40066"/>
                  </a:lnTo>
                  <a:lnTo>
                    <a:pt x="7247" y="39570"/>
                  </a:lnTo>
                  <a:lnTo>
                    <a:pt x="9292" y="37830"/>
                  </a:lnTo>
                  <a:lnTo>
                    <a:pt x="9433" y="37710"/>
                  </a:lnTo>
                  <a:lnTo>
                    <a:pt x="10428" y="36733"/>
                  </a:lnTo>
                  <a:lnTo>
                    <a:pt x="12732" y="34472"/>
                  </a:lnTo>
                  <a:lnTo>
                    <a:pt x="12998" y="34253"/>
                  </a:lnTo>
                  <a:lnTo>
                    <a:pt x="16437" y="31420"/>
                  </a:lnTo>
                  <a:lnTo>
                    <a:pt x="16667" y="31230"/>
                  </a:lnTo>
                  <a:lnTo>
                    <a:pt x="17740" y="30347"/>
                  </a:lnTo>
                  <a:lnTo>
                    <a:pt x="18102" y="30048"/>
                  </a:lnTo>
                  <a:lnTo>
                    <a:pt x="19714" y="28744"/>
                  </a:lnTo>
                  <a:lnTo>
                    <a:pt x="20125" y="28412"/>
                  </a:lnTo>
                  <a:lnTo>
                    <a:pt x="25442" y="24112"/>
                  </a:lnTo>
                  <a:lnTo>
                    <a:pt x="26012" y="23608"/>
                  </a:lnTo>
                  <a:lnTo>
                    <a:pt x="26776" y="22888"/>
                  </a:lnTo>
                  <a:lnTo>
                    <a:pt x="27289" y="22404"/>
                  </a:lnTo>
                  <a:lnTo>
                    <a:pt x="28509" y="21255"/>
                  </a:lnTo>
                  <a:lnTo>
                    <a:pt x="30070" y="21272"/>
                  </a:lnTo>
                  <a:lnTo>
                    <a:pt x="31228" y="21284"/>
                  </a:lnTo>
                  <a:lnTo>
                    <a:pt x="31995" y="22121"/>
                  </a:lnTo>
                  <a:lnTo>
                    <a:pt x="32276" y="22427"/>
                  </a:lnTo>
                  <a:lnTo>
                    <a:pt x="32675" y="22862"/>
                  </a:lnTo>
                  <a:lnTo>
                    <a:pt x="32861" y="23064"/>
                  </a:lnTo>
                  <a:lnTo>
                    <a:pt x="33968" y="24265"/>
                  </a:lnTo>
                  <a:lnTo>
                    <a:pt x="36038" y="22427"/>
                  </a:lnTo>
                  <a:lnTo>
                    <a:pt x="36648" y="21885"/>
                  </a:lnTo>
                  <a:lnTo>
                    <a:pt x="38188" y="20517"/>
                  </a:lnTo>
                  <a:lnTo>
                    <a:pt x="38847" y="19932"/>
                  </a:lnTo>
                  <a:lnTo>
                    <a:pt x="39018" y="19779"/>
                  </a:lnTo>
                  <a:lnTo>
                    <a:pt x="41016" y="18008"/>
                  </a:lnTo>
                  <a:lnTo>
                    <a:pt x="41194" y="17850"/>
                  </a:lnTo>
                  <a:lnTo>
                    <a:pt x="41718" y="17398"/>
                  </a:lnTo>
                  <a:lnTo>
                    <a:pt x="44370" y="15113"/>
                  </a:lnTo>
                  <a:lnTo>
                    <a:pt x="44789" y="14743"/>
                  </a:lnTo>
                  <a:lnTo>
                    <a:pt x="46426" y="13297"/>
                  </a:lnTo>
                  <a:lnTo>
                    <a:pt x="47261" y="12530"/>
                  </a:lnTo>
                  <a:lnTo>
                    <a:pt x="47734" y="12096"/>
                  </a:lnTo>
                  <a:lnTo>
                    <a:pt x="48007" y="11801"/>
                  </a:lnTo>
                  <a:lnTo>
                    <a:pt x="49443" y="10253"/>
                  </a:lnTo>
                  <a:lnTo>
                    <a:pt x="50378" y="9239"/>
                  </a:lnTo>
                  <a:lnTo>
                    <a:pt x="51025" y="8612"/>
                  </a:lnTo>
                  <a:lnTo>
                    <a:pt x="51206" y="8438"/>
                  </a:lnTo>
                  <a:lnTo>
                    <a:pt x="51624" y="7992"/>
                  </a:lnTo>
                  <a:lnTo>
                    <a:pt x="52001" y="7590"/>
                  </a:lnTo>
                  <a:lnTo>
                    <a:pt x="53434" y="6035"/>
                  </a:lnTo>
                  <a:lnTo>
                    <a:pt x="54599" y="4605"/>
                  </a:lnTo>
                  <a:lnTo>
                    <a:pt x="54739" y="4445"/>
                  </a:lnTo>
                  <a:lnTo>
                    <a:pt x="53906" y="3484"/>
                  </a:lnTo>
                  <a:lnTo>
                    <a:pt x="57537" y="130"/>
                  </a:lnTo>
                  <a:lnTo>
                    <a:pt x="57806" y="0"/>
                  </a:lnTo>
                  <a:lnTo>
                    <a:pt x="57847" y="606"/>
                  </a:lnTo>
                  <a:lnTo>
                    <a:pt x="57855" y="5404"/>
                  </a:lnTo>
                  <a:lnTo>
                    <a:pt x="57815" y="8360"/>
                  </a:lnTo>
                  <a:lnTo>
                    <a:pt x="57799" y="9566"/>
                  </a:lnTo>
                  <a:lnTo>
                    <a:pt x="57783" y="10789"/>
                  </a:lnTo>
                  <a:lnTo>
                    <a:pt x="57693" y="11135"/>
                  </a:lnTo>
                  <a:lnTo>
                    <a:pt x="57599" y="11499"/>
                  </a:lnTo>
                  <a:lnTo>
                    <a:pt x="55623" y="13121"/>
                  </a:lnTo>
                  <a:lnTo>
                    <a:pt x="55286" y="13397"/>
                  </a:lnTo>
                  <a:lnTo>
                    <a:pt x="58582" y="17097"/>
                  </a:lnTo>
                  <a:lnTo>
                    <a:pt x="62916" y="2196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3071666" y="4654243"/>
              <a:ext cx="56570" cy="82816"/>
            </a:xfrm>
            <a:custGeom>
              <a:avLst/>
              <a:pathLst>
                <a:path w="56570" h="82816">
                  <a:moveTo>
                    <a:pt x="0" y="38495"/>
                  </a:moveTo>
                  <a:lnTo>
                    <a:pt x="5750" y="35757"/>
                  </a:lnTo>
                  <a:lnTo>
                    <a:pt x="8207" y="32553"/>
                  </a:lnTo>
                  <a:lnTo>
                    <a:pt x="9702" y="28601"/>
                  </a:lnTo>
                  <a:lnTo>
                    <a:pt x="10664" y="24435"/>
                  </a:lnTo>
                  <a:lnTo>
                    <a:pt x="11091" y="20270"/>
                  </a:lnTo>
                  <a:lnTo>
                    <a:pt x="10770" y="14182"/>
                  </a:lnTo>
                  <a:lnTo>
                    <a:pt x="10984" y="11085"/>
                  </a:lnTo>
                  <a:lnTo>
                    <a:pt x="11091" y="6705"/>
                  </a:lnTo>
                  <a:lnTo>
                    <a:pt x="12159" y="4409"/>
                  </a:lnTo>
                  <a:lnTo>
                    <a:pt x="13316" y="0"/>
                  </a:lnTo>
                  <a:lnTo>
                    <a:pt x="14074" y="604"/>
                  </a:lnTo>
                  <a:lnTo>
                    <a:pt x="17366" y="1840"/>
                  </a:lnTo>
                  <a:lnTo>
                    <a:pt x="19723" y="2987"/>
                  </a:lnTo>
                  <a:lnTo>
                    <a:pt x="21688" y="3991"/>
                  </a:lnTo>
                  <a:lnTo>
                    <a:pt x="22146" y="4241"/>
                  </a:lnTo>
                  <a:lnTo>
                    <a:pt x="23669" y="5074"/>
                  </a:lnTo>
                  <a:lnTo>
                    <a:pt x="24657" y="5636"/>
                  </a:lnTo>
                  <a:lnTo>
                    <a:pt x="25968" y="6276"/>
                  </a:lnTo>
                  <a:lnTo>
                    <a:pt x="27579" y="7432"/>
                  </a:lnTo>
                  <a:lnTo>
                    <a:pt x="28063" y="8032"/>
                  </a:lnTo>
                  <a:lnTo>
                    <a:pt x="28644" y="8752"/>
                  </a:lnTo>
                  <a:lnTo>
                    <a:pt x="29723" y="10040"/>
                  </a:lnTo>
                  <a:lnTo>
                    <a:pt x="30374" y="10818"/>
                  </a:lnTo>
                  <a:lnTo>
                    <a:pt x="32540" y="13397"/>
                  </a:lnTo>
                  <a:lnTo>
                    <a:pt x="38985" y="20458"/>
                  </a:lnTo>
                  <a:lnTo>
                    <a:pt x="41898" y="23846"/>
                  </a:lnTo>
                  <a:lnTo>
                    <a:pt x="45249" y="27743"/>
                  </a:lnTo>
                  <a:lnTo>
                    <a:pt x="45953" y="28562"/>
                  </a:lnTo>
                  <a:lnTo>
                    <a:pt x="46533" y="29236"/>
                  </a:lnTo>
                  <a:lnTo>
                    <a:pt x="45289" y="35721"/>
                  </a:lnTo>
                  <a:lnTo>
                    <a:pt x="46374" y="36899"/>
                  </a:lnTo>
                  <a:lnTo>
                    <a:pt x="51069" y="41995"/>
                  </a:lnTo>
                  <a:lnTo>
                    <a:pt x="53859" y="45023"/>
                  </a:lnTo>
                  <a:lnTo>
                    <a:pt x="56570" y="47814"/>
                  </a:lnTo>
                  <a:lnTo>
                    <a:pt x="56546" y="48281"/>
                  </a:lnTo>
                  <a:lnTo>
                    <a:pt x="56337" y="48474"/>
                  </a:lnTo>
                  <a:lnTo>
                    <a:pt x="52706" y="51828"/>
                  </a:lnTo>
                  <a:lnTo>
                    <a:pt x="53539" y="52789"/>
                  </a:lnTo>
                  <a:lnTo>
                    <a:pt x="53390" y="52960"/>
                  </a:lnTo>
                  <a:lnTo>
                    <a:pt x="52151" y="54470"/>
                  </a:lnTo>
                  <a:lnTo>
                    <a:pt x="50705" y="56037"/>
                  </a:lnTo>
                  <a:lnTo>
                    <a:pt x="50424" y="56336"/>
                  </a:lnTo>
                  <a:lnTo>
                    <a:pt x="50006" y="56782"/>
                  </a:lnTo>
                  <a:lnTo>
                    <a:pt x="49826" y="56956"/>
                  </a:lnTo>
                  <a:lnTo>
                    <a:pt x="49178" y="57583"/>
                  </a:lnTo>
                  <a:lnTo>
                    <a:pt x="48243" y="58598"/>
                  </a:lnTo>
                  <a:lnTo>
                    <a:pt x="46742" y="60216"/>
                  </a:lnTo>
                  <a:lnTo>
                    <a:pt x="46534" y="60440"/>
                  </a:lnTo>
                  <a:lnTo>
                    <a:pt x="46062" y="60874"/>
                  </a:lnTo>
                  <a:lnTo>
                    <a:pt x="45226" y="61642"/>
                  </a:lnTo>
                  <a:lnTo>
                    <a:pt x="43590" y="63087"/>
                  </a:lnTo>
                  <a:lnTo>
                    <a:pt x="43057" y="63555"/>
                  </a:lnTo>
                  <a:lnTo>
                    <a:pt x="40518" y="65743"/>
                  </a:lnTo>
                  <a:lnTo>
                    <a:pt x="39994" y="66194"/>
                  </a:lnTo>
                  <a:lnTo>
                    <a:pt x="39816" y="66353"/>
                  </a:lnTo>
                  <a:lnTo>
                    <a:pt x="37819" y="68124"/>
                  </a:lnTo>
                  <a:lnTo>
                    <a:pt x="37647" y="68276"/>
                  </a:lnTo>
                  <a:lnTo>
                    <a:pt x="36988" y="68862"/>
                  </a:lnTo>
                  <a:lnTo>
                    <a:pt x="35448" y="70229"/>
                  </a:lnTo>
                  <a:lnTo>
                    <a:pt x="34838" y="70771"/>
                  </a:lnTo>
                  <a:lnTo>
                    <a:pt x="32768" y="72609"/>
                  </a:lnTo>
                  <a:lnTo>
                    <a:pt x="31661" y="71409"/>
                  </a:lnTo>
                  <a:lnTo>
                    <a:pt x="31475" y="71207"/>
                  </a:lnTo>
                  <a:lnTo>
                    <a:pt x="31076" y="70771"/>
                  </a:lnTo>
                  <a:lnTo>
                    <a:pt x="30796" y="70465"/>
                  </a:lnTo>
                  <a:lnTo>
                    <a:pt x="30029" y="69629"/>
                  </a:lnTo>
                  <a:lnTo>
                    <a:pt x="28870" y="69616"/>
                  </a:lnTo>
                  <a:lnTo>
                    <a:pt x="27309" y="69599"/>
                  </a:lnTo>
                  <a:lnTo>
                    <a:pt x="26065" y="70771"/>
                  </a:lnTo>
                  <a:lnTo>
                    <a:pt x="25576" y="71232"/>
                  </a:lnTo>
                  <a:lnTo>
                    <a:pt x="24713" y="72040"/>
                  </a:lnTo>
                  <a:lnTo>
                    <a:pt x="24242" y="72456"/>
                  </a:lnTo>
                  <a:lnTo>
                    <a:pt x="18925" y="76757"/>
                  </a:lnTo>
                  <a:lnTo>
                    <a:pt x="18515" y="77088"/>
                  </a:lnTo>
                  <a:lnTo>
                    <a:pt x="16902" y="78393"/>
                  </a:lnTo>
                  <a:lnTo>
                    <a:pt x="16540" y="78691"/>
                  </a:lnTo>
                  <a:lnTo>
                    <a:pt x="15468" y="79574"/>
                  </a:lnTo>
                  <a:lnTo>
                    <a:pt x="15238" y="79764"/>
                  </a:lnTo>
                  <a:lnTo>
                    <a:pt x="11798" y="82597"/>
                  </a:lnTo>
                  <a:lnTo>
                    <a:pt x="11532" y="82816"/>
                  </a:lnTo>
                  <a:lnTo>
                    <a:pt x="8527" y="79382"/>
                  </a:lnTo>
                  <a:lnTo>
                    <a:pt x="8103" y="78885"/>
                  </a:lnTo>
                  <a:lnTo>
                    <a:pt x="6132" y="76572"/>
                  </a:lnTo>
                  <a:lnTo>
                    <a:pt x="5153" y="75424"/>
                  </a:lnTo>
                  <a:lnTo>
                    <a:pt x="4978" y="75217"/>
                  </a:lnTo>
                  <a:lnTo>
                    <a:pt x="5351" y="74916"/>
                  </a:lnTo>
                  <a:lnTo>
                    <a:pt x="5997" y="74393"/>
                  </a:lnTo>
                  <a:lnTo>
                    <a:pt x="7220" y="73405"/>
                  </a:lnTo>
                  <a:lnTo>
                    <a:pt x="8741" y="72187"/>
                  </a:lnTo>
                  <a:lnTo>
                    <a:pt x="8880" y="72076"/>
                  </a:lnTo>
                  <a:lnTo>
                    <a:pt x="10392" y="70865"/>
                  </a:lnTo>
                  <a:lnTo>
                    <a:pt x="11318" y="70130"/>
                  </a:lnTo>
                  <a:lnTo>
                    <a:pt x="13045" y="68758"/>
                  </a:lnTo>
                  <a:lnTo>
                    <a:pt x="12775" y="68547"/>
                  </a:lnTo>
                  <a:lnTo>
                    <a:pt x="11706" y="67528"/>
                  </a:lnTo>
                  <a:lnTo>
                    <a:pt x="13119" y="65848"/>
                  </a:lnTo>
                  <a:lnTo>
                    <a:pt x="14378" y="64352"/>
                  </a:lnTo>
                  <a:lnTo>
                    <a:pt x="14232" y="64182"/>
                  </a:lnTo>
                  <a:lnTo>
                    <a:pt x="13917" y="63816"/>
                  </a:lnTo>
                  <a:lnTo>
                    <a:pt x="13290" y="63086"/>
                  </a:lnTo>
                  <a:lnTo>
                    <a:pt x="13117" y="62885"/>
                  </a:lnTo>
                  <a:lnTo>
                    <a:pt x="11441" y="61337"/>
                  </a:lnTo>
                  <a:lnTo>
                    <a:pt x="12251" y="60385"/>
                  </a:lnTo>
                  <a:lnTo>
                    <a:pt x="12978" y="59530"/>
                  </a:lnTo>
                  <a:lnTo>
                    <a:pt x="13186" y="59286"/>
                  </a:lnTo>
                  <a:lnTo>
                    <a:pt x="10379" y="56523"/>
                  </a:lnTo>
                  <a:lnTo>
                    <a:pt x="7668" y="54233"/>
                  </a:lnTo>
                  <a:lnTo>
                    <a:pt x="6763" y="53099"/>
                  </a:lnTo>
                  <a:lnTo>
                    <a:pt x="7659" y="51758"/>
                  </a:lnTo>
                  <a:lnTo>
                    <a:pt x="7842" y="51140"/>
                  </a:lnTo>
                  <a:lnTo>
                    <a:pt x="7968" y="50717"/>
                  </a:lnTo>
                  <a:lnTo>
                    <a:pt x="8069" y="50375"/>
                  </a:lnTo>
                  <a:lnTo>
                    <a:pt x="8355" y="49414"/>
                  </a:lnTo>
                  <a:lnTo>
                    <a:pt x="8535" y="48807"/>
                  </a:lnTo>
                  <a:lnTo>
                    <a:pt x="9093" y="46927"/>
                  </a:lnTo>
                  <a:lnTo>
                    <a:pt x="9157" y="46709"/>
                  </a:lnTo>
                  <a:lnTo>
                    <a:pt x="8080" y="45082"/>
                  </a:lnTo>
                  <a:lnTo>
                    <a:pt x="7399" y="44152"/>
                  </a:lnTo>
                  <a:lnTo>
                    <a:pt x="6307" y="45222"/>
                  </a:lnTo>
                  <a:lnTo>
                    <a:pt x="2654" y="407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3044746" y="4692738"/>
              <a:ext cx="66555" cy="114676"/>
            </a:xfrm>
            <a:custGeom>
              <a:avLst/>
              <a:pathLst>
                <a:path w="66555" h="114676">
                  <a:moveTo>
                    <a:pt x="0" y="14549"/>
                  </a:moveTo>
                  <a:lnTo>
                    <a:pt x="1376" y="13924"/>
                  </a:lnTo>
                  <a:lnTo>
                    <a:pt x="5435" y="12856"/>
                  </a:lnTo>
                  <a:lnTo>
                    <a:pt x="8105" y="11788"/>
                  </a:lnTo>
                  <a:lnTo>
                    <a:pt x="17077" y="8797"/>
                  </a:lnTo>
                  <a:lnTo>
                    <a:pt x="22844" y="5059"/>
                  </a:lnTo>
                  <a:lnTo>
                    <a:pt x="25194" y="2709"/>
                  </a:lnTo>
                  <a:lnTo>
                    <a:pt x="26919" y="0"/>
                  </a:lnTo>
                  <a:lnTo>
                    <a:pt x="29574" y="2241"/>
                  </a:lnTo>
                  <a:lnTo>
                    <a:pt x="33227" y="6727"/>
                  </a:lnTo>
                  <a:lnTo>
                    <a:pt x="34319" y="5657"/>
                  </a:lnTo>
                  <a:lnTo>
                    <a:pt x="35000" y="6586"/>
                  </a:lnTo>
                  <a:lnTo>
                    <a:pt x="36077" y="8214"/>
                  </a:lnTo>
                  <a:lnTo>
                    <a:pt x="35985" y="8526"/>
                  </a:lnTo>
                  <a:lnTo>
                    <a:pt x="35455" y="10312"/>
                  </a:lnTo>
                  <a:lnTo>
                    <a:pt x="35275" y="10918"/>
                  </a:lnTo>
                  <a:lnTo>
                    <a:pt x="34989" y="11880"/>
                  </a:lnTo>
                  <a:lnTo>
                    <a:pt x="34888" y="12221"/>
                  </a:lnTo>
                  <a:lnTo>
                    <a:pt x="34735" y="12736"/>
                  </a:lnTo>
                  <a:lnTo>
                    <a:pt x="34579" y="13263"/>
                  </a:lnTo>
                  <a:lnTo>
                    <a:pt x="33482" y="14803"/>
                  </a:lnTo>
                  <a:lnTo>
                    <a:pt x="34588" y="15737"/>
                  </a:lnTo>
                  <a:lnTo>
                    <a:pt x="37299" y="18028"/>
                  </a:lnTo>
                  <a:lnTo>
                    <a:pt x="40050" y="20857"/>
                  </a:lnTo>
                  <a:lnTo>
                    <a:pt x="39898" y="21035"/>
                  </a:lnTo>
                  <a:lnTo>
                    <a:pt x="39171" y="21889"/>
                  </a:lnTo>
                  <a:lnTo>
                    <a:pt x="38374" y="22854"/>
                  </a:lnTo>
                  <a:lnTo>
                    <a:pt x="40037" y="24390"/>
                  </a:lnTo>
                  <a:lnTo>
                    <a:pt x="40210" y="24591"/>
                  </a:lnTo>
                  <a:lnTo>
                    <a:pt x="40837" y="25321"/>
                  </a:lnTo>
                  <a:lnTo>
                    <a:pt x="41152" y="25687"/>
                  </a:lnTo>
                  <a:lnTo>
                    <a:pt x="41298" y="25856"/>
                  </a:lnTo>
                  <a:lnTo>
                    <a:pt x="40039" y="27353"/>
                  </a:lnTo>
                  <a:lnTo>
                    <a:pt x="38625" y="29033"/>
                  </a:lnTo>
                  <a:lnTo>
                    <a:pt x="39695" y="30052"/>
                  </a:lnTo>
                  <a:lnTo>
                    <a:pt x="39965" y="30263"/>
                  </a:lnTo>
                  <a:lnTo>
                    <a:pt x="38238" y="31635"/>
                  </a:lnTo>
                  <a:lnTo>
                    <a:pt x="37312" y="32370"/>
                  </a:lnTo>
                  <a:lnTo>
                    <a:pt x="35800" y="33580"/>
                  </a:lnTo>
                  <a:lnTo>
                    <a:pt x="35661" y="33692"/>
                  </a:lnTo>
                  <a:lnTo>
                    <a:pt x="34140" y="34910"/>
                  </a:lnTo>
                  <a:lnTo>
                    <a:pt x="32917" y="35898"/>
                  </a:lnTo>
                  <a:lnTo>
                    <a:pt x="32270" y="36420"/>
                  </a:lnTo>
                  <a:lnTo>
                    <a:pt x="31897" y="36722"/>
                  </a:lnTo>
                  <a:lnTo>
                    <a:pt x="32117" y="36981"/>
                  </a:lnTo>
                  <a:lnTo>
                    <a:pt x="33052" y="38077"/>
                  </a:lnTo>
                  <a:lnTo>
                    <a:pt x="35023" y="40389"/>
                  </a:lnTo>
                  <a:lnTo>
                    <a:pt x="35447" y="40887"/>
                  </a:lnTo>
                  <a:lnTo>
                    <a:pt x="38452" y="44321"/>
                  </a:lnTo>
                  <a:lnTo>
                    <a:pt x="36149" y="46582"/>
                  </a:lnTo>
                  <a:lnTo>
                    <a:pt x="35153" y="47560"/>
                  </a:lnTo>
                  <a:lnTo>
                    <a:pt x="35012" y="47679"/>
                  </a:lnTo>
                  <a:lnTo>
                    <a:pt x="32967" y="49419"/>
                  </a:lnTo>
                  <a:lnTo>
                    <a:pt x="32384" y="49915"/>
                  </a:lnTo>
                  <a:lnTo>
                    <a:pt x="29745" y="52215"/>
                  </a:lnTo>
                  <a:lnTo>
                    <a:pt x="26005" y="55475"/>
                  </a:lnTo>
                  <a:lnTo>
                    <a:pt x="25720" y="55724"/>
                  </a:lnTo>
                  <a:lnTo>
                    <a:pt x="26001" y="56054"/>
                  </a:lnTo>
                  <a:lnTo>
                    <a:pt x="26161" y="56228"/>
                  </a:lnTo>
                  <a:lnTo>
                    <a:pt x="27883" y="58103"/>
                  </a:lnTo>
                  <a:lnTo>
                    <a:pt x="29056" y="59379"/>
                  </a:lnTo>
                  <a:lnTo>
                    <a:pt x="29539" y="59903"/>
                  </a:lnTo>
                  <a:lnTo>
                    <a:pt x="29793" y="60174"/>
                  </a:lnTo>
                  <a:lnTo>
                    <a:pt x="30350" y="60798"/>
                  </a:lnTo>
                  <a:lnTo>
                    <a:pt x="32456" y="63157"/>
                  </a:lnTo>
                  <a:lnTo>
                    <a:pt x="33067" y="63841"/>
                  </a:lnTo>
                  <a:lnTo>
                    <a:pt x="33453" y="64273"/>
                  </a:lnTo>
                  <a:lnTo>
                    <a:pt x="35857" y="66939"/>
                  </a:lnTo>
                  <a:lnTo>
                    <a:pt x="36679" y="67850"/>
                  </a:lnTo>
                  <a:lnTo>
                    <a:pt x="36960" y="68152"/>
                  </a:lnTo>
                  <a:lnTo>
                    <a:pt x="39807" y="71291"/>
                  </a:lnTo>
                  <a:lnTo>
                    <a:pt x="39974" y="71475"/>
                  </a:lnTo>
                  <a:lnTo>
                    <a:pt x="40093" y="71607"/>
                  </a:lnTo>
                  <a:lnTo>
                    <a:pt x="40379" y="71922"/>
                  </a:lnTo>
                  <a:lnTo>
                    <a:pt x="41679" y="73460"/>
                  </a:lnTo>
                  <a:lnTo>
                    <a:pt x="41935" y="73763"/>
                  </a:lnTo>
                  <a:lnTo>
                    <a:pt x="43551" y="75622"/>
                  </a:lnTo>
                  <a:lnTo>
                    <a:pt x="43973" y="76108"/>
                  </a:lnTo>
                  <a:lnTo>
                    <a:pt x="46580" y="79288"/>
                  </a:lnTo>
                  <a:lnTo>
                    <a:pt x="47064" y="79878"/>
                  </a:lnTo>
                  <a:lnTo>
                    <a:pt x="47195" y="80009"/>
                  </a:lnTo>
                  <a:lnTo>
                    <a:pt x="49936" y="83105"/>
                  </a:lnTo>
                  <a:lnTo>
                    <a:pt x="50233" y="83440"/>
                  </a:lnTo>
                  <a:lnTo>
                    <a:pt x="50440" y="83675"/>
                  </a:lnTo>
                  <a:lnTo>
                    <a:pt x="50746" y="84020"/>
                  </a:lnTo>
                  <a:lnTo>
                    <a:pt x="50998" y="84304"/>
                  </a:lnTo>
                  <a:lnTo>
                    <a:pt x="53990" y="87681"/>
                  </a:lnTo>
                  <a:lnTo>
                    <a:pt x="55020" y="86760"/>
                  </a:lnTo>
                  <a:lnTo>
                    <a:pt x="58164" y="90203"/>
                  </a:lnTo>
                  <a:lnTo>
                    <a:pt x="59102" y="91103"/>
                  </a:lnTo>
                  <a:lnTo>
                    <a:pt x="62297" y="94167"/>
                  </a:lnTo>
                  <a:lnTo>
                    <a:pt x="63899" y="95479"/>
                  </a:lnTo>
                  <a:lnTo>
                    <a:pt x="66446" y="97566"/>
                  </a:lnTo>
                  <a:lnTo>
                    <a:pt x="66555" y="97750"/>
                  </a:lnTo>
                  <a:lnTo>
                    <a:pt x="61330" y="104391"/>
                  </a:lnTo>
                  <a:lnTo>
                    <a:pt x="61059" y="104736"/>
                  </a:lnTo>
                  <a:lnTo>
                    <a:pt x="60396" y="105578"/>
                  </a:lnTo>
                  <a:lnTo>
                    <a:pt x="60003" y="106078"/>
                  </a:lnTo>
                  <a:lnTo>
                    <a:pt x="58297" y="108246"/>
                  </a:lnTo>
                  <a:lnTo>
                    <a:pt x="58153" y="108429"/>
                  </a:lnTo>
                  <a:lnTo>
                    <a:pt x="53969" y="113747"/>
                  </a:lnTo>
                  <a:lnTo>
                    <a:pt x="53238" y="114676"/>
                  </a:lnTo>
                  <a:lnTo>
                    <a:pt x="52696" y="114310"/>
                  </a:lnTo>
                  <a:lnTo>
                    <a:pt x="52149" y="113872"/>
                  </a:lnTo>
                  <a:lnTo>
                    <a:pt x="51360" y="113258"/>
                  </a:lnTo>
                  <a:lnTo>
                    <a:pt x="51009" y="113017"/>
                  </a:lnTo>
                  <a:lnTo>
                    <a:pt x="50066" y="112250"/>
                  </a:lnTo>
                  <a:lnTo>
                    <a:pt x="49847" y="112097"/>
                  </a:lnTo>
                  <a:lnTo>
                    <a:pt x="49299" y="111680"/>
                  </a:lnTo>
                  <a:lnTo>
                    <a:pt x="48466" y="111110"/>
                  </a:lnTo>
                  <a:lnTo>
                    <a:pt x="47860" y="110532"/>
                  </a:lnTo>
                  <a:lnTo>
                    <a:pt x="46642" y="109528"/>
                  </a:lnTo>
                  <a:lnTo>
                    <a:pt x="46478" y="109411"/>
                  </a:lnTo>
                  <a:lnTo>
                    <a:pt x="45446" y="108674"/>
                  </a:lnTo>
                  <a:lnTo>
                    <a:pt x="45189" y="108446"/>
                  </a:lnTo>
                  <a:lnTo>
                    <a:pt x="44698" y="108011"/>
                  </a:lnTo>
                  <a:lnTo>
                    <a:pt x="44152" y="107451"/>
                  </a:lnTo>
                  <a:lnTo>
                    <a:pt x="43908" y="107200"/>
                  </a:lnTo>
                  <a:lnTo>
                    <a:pt x="43224" y="106452"/>
                  </a:lnTo>
                  <a:lnTo>
                    <a:pt x="42412" y="105469"/>
                  </a:lnTo>
                  <a:lnTo>
                    <a:pt x="42264" y="105365"/>
                  </a:lnTo>
                  <a:lnTo>
                    <a:pt x="41804" y="105039"/>
                  </a:lnTo>
                  <a:lnTo>
                    <a:pt x="41379" y="104428"/>
                  </a:lnTo>
                  <a:lnTo>
                    <a:pt x="41058" y="103965"/>
                  </a:lnTo>
                  <a:lnTo>
                    <a:pt x="40730" y="103505"/>
                  </a:lnTo>
                  <a:lnTo>
                    <a:pt x="39853" y="101949"/>
                  </a:lnTo>
                  <a:lnTo>
                    <a:pt x="39540" y="101336"/>
                  </a:lnTo>
                  <a:lnTo>
                    <a:pt x="39407" y="101077"/>
                  </a:lnTo>
                  <a:lnTo>
                    <a:pt x="39327" y="100919"/>
                  </a:lnTo>
                  <a:lnTo>
                    <a:pt x="38522" y="101633"/>
                  </a:lnTo>
                  <a:lnTo>
                    <a:pt x="38075" y="102030"/>
                  </a:lnTo>
                  <a:lnTo>
                    <a:pt x="36390" y="103527"/>
                  </a:lnTo>
                  <a:lnTo>
                    <a:pt x="36096" y="103179"/>
                  </a:lnTo>
                  <a:lnTo>
                    <a:pt x="35953" y="103010"/>
                  </a:lnTo>
                  <a:lnTo>
                    <a:pt x="35523" y="102501"/>
                  </a:lnTo>
                  <a:lnTo>
                    <a:pt x="35126" y="102030"/>
                  </a:lnTo>
                  <a:lnTo>
                    <a:pt x="33168" y="99713"/>
                  </a:lnTo>
                  <a:lnTo>
                    <a:pt x="32575" y="99040"/>
                  </a:lnTo>
                  <a:lnTo>
                    <a:pt x="32409" y="98851"/>
                  </a:lnTo>
                  <a:lnTo>
                    <a:pt x="29111" y="95106"/>
                  </a:lnTo>
                  <a:lnTo>
                    <a:pt x="28989" y="94968"/>
                  </a:lnTo>
                  <a:lnTo>
                    <a:pt x="27901" y="93732"/>
                  </a:lnTo>
                  <a:lnTo>
                    <a:pt x="26317" y="91934"/>
                  </a:lnTo>
                  <a:lnTo>
                    <a:pt x="25267" y="90819"/>
                  </a:lnTo>
                  <a:lnTo>
                    <a:pt x="26234" y="89954"/>
                  </a:lnTo>
                  <a:lnTo>
                    <a:pt x="22586" y="85930"/>
                  </a:lnTo>
                  <a:lnTo>
                    <a:pt x="22221" y="85528"/>
                  </a:lnTo>
                  <a:lnTo>
                    <a:pt x="20793" y="83953"/>
                  </a:lnTo>
                  <a:lnTo>
                    <a:pt x="19580" y="82616"/>
                  </a:lnTo>
                  <a:lnTo>
                    <a:pt x="19276" y="82273"/>
                  </a:lnTo>
                  <a:lnTo>
                    <a:pt x="19067" y="82037"/>
                  </a:lnTo>
                  <a:lnTo>
                    <a:pt x="15747" y="78290"/>
                  </a:lnTo>
                  <a:lnTo>
                    <a:pt x="12317" y="74419"/>
                  </a:lnTo>
                  <a:lnTo>
                    <a:pt x="12064" y="74134"/>
                  </a:lnTo>
                  <a:lnTo>
                    <a:pt x="8854" y="70511"/>
                  </a:lnTo>
                  <a:lnTo>
                    <a:pt x="9064" y="70245"/>
                  </a:lnTo>
                  <a:lnTo>
                    <a:pt x="9904" y="69181"/>
                  </a:lnTo>
                  <a:lnTo>
                    <a:pt x="11087" y="67887"/>
                  </a:lnTo>
                  <a:lnTo>
                    <a:pt x="11203" y="67016"/>
                  </a:lnTo>
                  <a:lnTo>
                    <a:pt x="11253" y="66636"/>
                  </a:lnTo>
                  <a:lnTo>
                    <a:pt x="11501" y="64761"/>
                  </a:lnTo>
                  <a:lnTo>
                    <a:pt x="11559" y="64321"/>
                  </a:lnTo>
                  <a:lnTo>
                    <a:pt x="11586" y="63777"/>
                  </a:lnTo>
                  <a:lnTo>
                    <a:pt x="11638" y="62701"/>
                  </a:lnTo>
                  <a:lnTo>
                    <a:pt x="11681" y="61334"/>
                  </a:lnTo>
                  <a:lnTo>
                    <a:pt x="11749" y="60642"/>
                  </a:lnTo>
                  <a:lnTo>
                    <a:pt x="11957" y="58538"/>
                  </a:lnTo>
                  <a:lnTo>
                    <a:pt x="12211" y="55964"/>
                  </a:lnTo>
                  <a:lnTo>
                    <a:pt x="12226" y="55811"/>
                  </a:lnTo>
                  <a:lnTo>
                    <a:pt x="12266" y="55477"/>
                  </a:lnTo>
                  <a:lnTo>
                    <a:pt x="12467" y="53801"/>
                  </a:lnTo>
                  <a:lnTo>
                    <a:pt x="12333" y="53124"/>
                  </a:lnTo>
                  <a:lnTo>
                    <a:pt x="12265" y="52771"/>
                  </a:lnTo>
                  <a:lnTo>
                    <a:pt x="11987" y="51331"/>
                  </a:lnTo>
                  <a:lnTo>
                    <a:pt x="11422" y="48402"/>
                  </a:lnTo>
                  <a:lnTo>
                    <a:pt x="11024" y="46340"/>
                  </a:lnTo>
                  <a:lnTo>
                    <a:pt x="10960" y="46009"/>
                  </a:lnTo>
                  <a:lnTo>
                    <a:pt x="10521" y="43734"/>
                  </a:lnTo>
                  <a:lnTo>
                    <a:pt x="10474" y="43490"/>
                  </a:lnTo>
                  <a:lnTo>
                    <a:pt x="10069" y="41393"/>
                  </a:lnTo>
                  <a:lnTo>
                    <a:pt x="9519" y="38543"/>
                  </a:lnTo>
                  <a:lnTo>
                    <a:pt x="9415" y="38002"/>
                  </a:lnTo>
                  <a:lnTo>
                    <a:pt x="9300" y="37818"/>
                  </a:lnTo>
                  <a:lnTo>
                    <a:pt x="8883" y="37226"/>
                  </a:lnTo>
                  <a:lnTo>
                    <a:pt x="8336" y="36476"/>
                  </a:lnTo>
                  <a:lnTo>
                    <a:pt x="8208" y="36300"/>
                  </a:lnTo>
                  <a:lnTo>
                    <a:pt x="8016" y="36037"/>
                  </a:lnTo>
                  <a:lnTo>
                    <a:pt x="5892" y="33133"/>
                  </a:lnTo>
                  <a:lnTo>
                    <a:pt x="5512" y="32646"/>
                  </a:lnTo>
                  <a:lnTo>
                    <a:pt x="4311" y="31110"/>
                  </a:lnTo>
                  <a:lnTo>
                    <a:pt x="3092" y="29550"/>
                  </a:lnTo>
                  <a:lnTo>
                    <a:pt x="2448" y="28674"/>
                  </a:lnTo>
                  <a:lnTo>
                    <a:pt x="2300" y="28144"/>
                  </a:lnTo>
                  <a:lnTo>
                    <a:pt x="1685" y="25929"/>
                  </a:lnTo>
                  <a:lnTo>
                    <a:pt x="1337" y="23996"/>
                  </a:lnTo>
                  <a:lnTo>
                    <a:pt x="1187" y="23167"/>
                  </a:lnTo>
                  <a:lnTo>
                    <a:pt x="1071" y="22522"/>
                  </a:lnTo>
                  <a:lnTo>
                    <a:pt x="3505" y="20516"/>
                  </a:lnTo>
                  <a:lnTo>
                    <a:pt x="4706" y="19527"/>
                  </a:lnTo>
                  <a:lnTo>
                    <a:pt x="5225" y="18910"/>
                  </a:lnTo>
                  <a:lnTo>
                    <a:pt x="4656" y="18200"/>
                  </a:lnTo>
                  <a:lnTo>
                    <a:pt x="4335" y="17800"/>
                  </a:lnTo>
                  <a:lnTo>
                    <a:pt x="3581" y="16941"/>
                  </a:lnTo>
                  <a:lnTo>
                    <a:pt x="2803" y="16584"/>
                  </a:lnTo>
                  <a:lnTo>
                    <a:pt x="2568" y="16477"/>
                  </a:lnTo>
                  <a:lnTo>
                    <a:pt x="2400" y="16399"/>
                  </a:lnTo>
                  <a:lnTo>
                    <a:pt x="2220" y="163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3012159" y="4707288"/>
              <a:ext cx="45054" cy="85199"/>
            </a:xfrm>
            <a:custGeom>
              <a:avLst/>
              <a:pathLst>
                <a:path w="45054" h="85199">
                  <a:moveTo>
                    <a:pt x="25614" y="83780"/>
                  </a:moveTo>
                  <a:lnTo>
                    <a:pt x="24023" y="85199"/>
                  </a:lnTo>
                  <a:lnTo>
                    <a:pt x="23833" y="85007"/>
                  </a:lnTo>
                  <a:lnTo>
                    <a:pt x="23595" y="84766"/>
                  </a:lnTo>
                  <a:lnTo>
                    <a:pt x="21868" y="83022"/>
                  </a:lnTo>
                  <a:lnTo>
                    <a:pt x="20539" y="81678"/>
                  </a:lnTo>
                  <a:lnTo>
                    <a:pt x="19982" y="81064"/>
                  </a:lnTo>
                  <a:lnTo>
                    <a:pt x="19142" y="80137"/>
                  </a:lnTo>
                  <a:lnTo>
                    <a:pt x="18188" y="79084"/>
                  </a:lnTo>
                  <a:lnTo>
                    <a:pt x="17580" y="78413"/>
                  </a:lnTo>
                  <a:lnTo>
                    <a:pt x="17097" y="77887"/>
                  </a:lnTo>
                  <a:lnTo>
                    <a:pt x="16726" y="77476"/>
                  </a:lnTo>
                  <a:lnTo>
                    <a:pt x="16419" y="77138"/>
                  </a:lnTo>
                  <a:lnTo>
                    <a:pt x="15738" y="76388"/>
                  </a:lnTo>
                  <a:lnTo>
                    <a:pt x="15344" y="75958"/>
                  </a:lnTo>
                  <a:lnTo>
                    <a:pt x="13415" y="73810"/>
                  </a:lnTo>
                  <a:lnTo>
                    <a:pt x="13252" y="73519"/>
                  </a:lnTo>
                  <a:lnTo>
                    <a:pt x="13076" y="73203"/>
                  </a:lnTo>
                  <a:lnTo>
                    <a:pt x="12648" y="72439"/>
                  </a:lnTo>
                  <a:lnTo>
                    <a:pt x="12554" y="71427"/>
                  </a:lnTo>
                  <a:lnTo>
                    <a:pt x="12498" y="70621"/>
                  </a:lnTo>
                  <a:lnTo>
                    <a:pt x="12675" y="68804"/>
                  </a:lnTo>
                  <a:lnTo>
                    <a:pt x="12705" y="68495"/>
                  </a:lnTo>
                  <a:lnTo>
                    <a:pt x="12738" y="68163"/>
                  </a:lnTo>
                  <a:lnTo>
                    <a:pt x="13036" y="65108"/>
                  </a:lnTo>
                  <a:lnTo>
                    <a:pt x="13268" y="62727"/>
                  </a:lnTo>
                  <a:lnTo>
                    <a:pt x="13375" y="61631"/>
                  </a:lnTo>
                  <a:lnTo>
                    <a:pt x="13649" y="58829"/>
                  </a:lnTo>
                  <a:lnTo>
                    <a:pt x="13676" y="58550"/>
                  </a:lnTo>
                  <a:lnTo>
                    <a:pt x="13696" y="58340"/>
                  </a:lnTo>
                  <a:lnTo>
                    <a:pt x="13993" y="55295"/>
                  </a:lnTo>
                  <a:lnTo>
                    <a:pt x="14059" y="54624"/>
                  </a:lnTo>
                  <a:lnTo>
                    <a:pt x="14130" y="54061"/>
                  </a:lnTo>
                  <a:lnTo>
                    <a:pt x="11726" y="54004"/>
                  </a:lnTo>
                  <a:lnTo>
                    <a:pt x="11598" y="53997"/>
                  </a:lnTo>
                  <a:lnTo>
                    <a:pt x="8685" y="53858"/>
                  </a:lnTo>
                  <a:lnTo>
                    <a:pt x="8769" y="52682"/>
                  </a:lnTo>
                  <a:lnTo>
                    <a:pt x="8823" y="51940"/>
                  </a:lnTo>
                  <a:lnTo>
                    <a:pt x="9039" y="48964"/>
                  </a:lnTo>
                  <a:lnTo>
                    <a:pt x="9404" y="43936"/>
                  </a:lnTo>
                  <a:lnTo>
                    <a:pt x="9428" y="43556"/>
                  </a:lnTo>
                  <a:lnTo>
                    <a:pt x="9485" y="42642"/>
                  </a:lnTo>
                  <a:lnTo>
                    <a:pt x="9712" y="39010"/>
                  </a:lnTo>
                  <a:lnTo>
                    <a:pt x="9740" y="38576"/>
                  </a:lnTo>
                  <a:lnTo>
                    <a:pt x="9853" y="36761"/>
                  </a:lnTo>
                  <a:lnTo>
                    <a:pt x="9971" y="34877"/>
                  </a:lnTo>
                  <a:lnTo>
                    <a:pt x="9992" y="34531"/>
                  </a:lnTo>
                  <a:lnTo>
                    <a:pt x="10042" y="33739"/>
                  </a:lnTo>
                  <a:lnTo>
                    <a:pt x="10165" y="31772"/>
                  </a:lnTo>
                  <a:lnTo>
                    <a:pt x="10124" y="30773"/>
                  </a:lnTo>
                  <a:lnTo>
                    <a:pt x="10116" y="30295"/>
                  </a:lnTo>
                  <a:lnTo>
                    <a:pt x="10079" y="28270"/>
                  </a:lnTo>
                  <a:lnTo>
                    <a:pt x="10037" y="25970"/>
                  </a:lnTo>
                  <a:lnTo>
                    <a:pt x="10031" y="25664"/>
                  </a:lnTo>
                  <a:lnTo>
                    <a:pt x="3872" y="25437"/>
                  </a:lnTo>
                  <a:lnTo>
                    <a:pt x="4495" y="22567"/>
                  </a:lnTo>
                  <a:lnTo>
                    <a:pt x="3791" y="21909"/>
                  </a:lnTo>
                  <a:lnTo>
                    <a:pt x="3306" y="21456"/>
                  </a:lnTo>
                  <a:lnTo>
                    <a:pt x="2734" y="20922"/>
                  </a:lnTo>
                  <a:lnTo>
                    <a:pt x="2180" y="20610"/>
                  </a:lnTo>
                  <a:lnTo>
                    <a:pt x="0" y="19010"/>
                  </a:lnTo>
                  <a:lnTo>
                    <a:pt x="3044" y="16878"/>
                  </a:lnTo>
                  <a:lnTo>
                    <a:pt x="3599" y="16237"/>
                  </a:lnTo>
                  <a:lnTo>
                    <a:pt x="5334" y="14981"/>
                  </a:lnTo>
                  <a:lnTo>
                    <a:pt x="14993" y="10536"/>
                  </a:lnTo>
                  <a:lnTo>
                    <a:pt x="21268" y="6598"/>
                  </a:lnTo>
                  <a:lnTo>
                    <a:pt x="25874" y="3327"/>
                  </a:lnTo>
                  <a:lnTo>
                    <a:pt x="27066" y="2588"/>
                  </a:lnTo>
                  <a:lnTo>
                    <a:pt x="32586" y="0"/>
                  </a:lnTo>
                  <a:lnTo>
                    <a:pt x="34807" y="1767"/>
                  </a:lnTo>
                  <a:lnTo>
                    <a:pt x="34986" y="1849"/>
                  </a:lnTo>
                  <a:lnTo>
                    <a:pt x="35196" y="1946"/>
                  </a:lnTo>
                  <a:lnTo>
                    <a:pt x="35390" y="2034"/>
                  </a:lnTo>
                  <a:lnTo>
                    <a:pt x="36167" y="2391"/>
                  </a:lnTo>
                  <a:lnTo>
                    <a:pt x="36992" y="3339"/>
                  </a:lnTo>
                  <a:lnTo>
                    <a:pt x="37242" y="3650"/>
                  </a:lnTo>
                  <a:lnTo>
                    <a:pt x="37903" y="4474"/>
                  </a:lnTo>
                  <a:lnTo>
                    <a:pt x="37292" y="4977"/>
                  </a:lnTo>
                  <a:lnTo>
                    <a:pt x="36092" y="5966"/>
                  </a:lnTo>
                  <a:lnTo>
                    <a:pt x="33657" y="7972"/>
                  </a:lnTo>
                  <a:lnTo>
                    <a:pt x="33773" y="8617"/>
                  </a:lnTo>
                  <a:lnTo>
                    <a:pt x="33923" y="9446"/>
                  </a:lnTo>
                  <a:lnTo>
                    <a:pt x="34305" y="11500"/>
                  </a:lnTo>
                  <a:lnTo>
                    <a:pt x="34887" y="13594"/>
                  </a:lnTo>
                  <a:lnTo>
                    <a:pt x="35056" y="14203"/>
                  </a:lnTo>
                  <a:lnTo>
                    <a:pt x="35679" y="15000"/>
                  </a:lnTo>
                  <a:lnTo>
                    <a:pt x="36897" y="16560"/>
                  </a:lnTo>
                  <a:lnTo>
                    <a:pt x="38098" y="18097"/>
                  </a:lnTo>
                  <a:lnTo>
                    <a:pt x="38577" y="18709"/>
                  </a:lnTo>
                  <a:lnTo>
                    <a:pt x="40602" y="21487"/>
                  </a:lnTo>
                  <a:lnTo>
                    <a:pt x="40794" y="21750"/>
                  </a:lnTo>
                  <a:lnTo>
                    <a:pt x="40922" y="21926"/>
                  </a:lnTo>
                  <a:lnTo>
                    <a:pt x="41470" y="22676"/>
                  </a:lnTo>
                  <a:lnTo>
                    <a:pt x="41886" y="23268"/>
                  </a:lnTo>
                  <a:lnTo>
                    <a:pt x="42001" y="23452"/>
                  </a:lnTo>
                  <a:lnTo>
                    <a:pt x="42106" y="23993"/>
                  </a:lnTo>
                  <a:lnTo>
                    <a:pt x="42656" y="26843"/>
                  </a:lnTo>
                  <a:lnTo>
                    <a:pt x="43060" y="28940"/>
                  </a:lnTo>
                  <a:lnTo>
                    <a:pt x="43107" y="29184"/>
                  </a:lnTo>
                  <a:lnTo>
                    <a:pt x="43546" y="31459"/>
                  </a:lnTo>
                  <a:lnTo>
                    <a:pt x="43610" y="31790"/>
                  </a:lnTo>
                  <a:lnTo>
                    <a:pt x="44008" y="33852"/>
                  </a:lnTo>
                  <a:lnTo>
                    <a:pt x="44582" y="36826"/>
                  </a:lnTo>
                  <a:lnTo>
                    <a:pt x="44851" y="38221"/>
                  </a:lnTo>
                  <a:lnTo>
                    <a:pt x="44919" y="38574"/>
                  </a:lnTo>
                  <a:lnTo>
                    <a:pt x="45054" y="39251"/>
                  </a:lnTo>
                  <a:lnTo>
                    <a:pt x="44852" y="40927"/>
                  </a:lnTo>
                  <a:lnTo>
                    <a:pt x="44812" y="41261"/>
                  </a:lnTo>
                  <a:lnTo>
                    <a:pt x="44797" y="41414"/>
                  </a:lnTo>
                  <a:lnTo>
                    <a:pt x="44543" y="43988"/>
                  </a:lnTo>
                  <a:lnTo>
                    <a:pt x="44332" y="46132"/>
                  </a:lnTo>
                  <a:lnTo>
                    <a:pt x="44267" y="46784"/>
                  </a:lnTo>
                  <a:lnTo>
                    <a:pt x="44225" y="48152"/>
                  </a:lnTo>
                  <a:lnTo>
                    <a:pt x="44172" y="49227"/>
                  </a:lnTo>
                  <a:lnTo>
                    <a:pt x="44146" y="49771"/>
                  </a:lnTo>
                  <a:lnTo>
                    <a:pt x="44087" y="50211"/>
                  </a:lnTo>
                  <a:lnTo>
                    <a:pt x="43839" y="52086"/>
                  </a:lnTo>
                  <a:lnTo>
                    <a:pt x="43789" y="52466"/>
                  </a:lnTo>
                  <a:lnTo>
                    <a:pt x="43665" y="53403"/>
                  </a:lnTo>
                  <a:lnTo>
                    <a:pt x="42490" y="54631"/>
                  </a:lnTo>
                  <a:lnTo>
                    <a:pt x="41650" y="55695"/>
                  </a:lnTo>
                  <a:lnTo>
                    <a:pt x="41440" y="55961"/>
                  </a:lnTo>
                  <a:lnTo>
                    <a:pt x="40849" y="56481"/>
                  </a:lnTo>
                  <a:lnTo>
                    <a:pt x="40206" y="57331"/>
                  </a:lnTo>
                  <a:lnTo>
                    <a:pt x="40030" y="57563"/>
                  </a:lnTo>
                  <a:lnTo>
                    <a:pt x="38939" y="59528"/>
                  </a:lnTo>
                  <a:lnTo>
                    <a:pt x="37631" y="61584"/>
                  </a:lnTo>
                  <a:lnTo>
                    <a:pt x="36998" y="62816"/>
                  </a:lnTo>
                  <a:lnTo>
                    <a:pt x="36830" y="63143"/>
                  </a:lnTo>
                  <a:lnTo>
                    <a:pt x="36706" y="63385"/>
                  </a:lnTo>
                  <a:lnTo>
                    <a:pt x="36406" y="63968"/>
                  </a:lnTo>
                  <a:lnTo>
                    <a:pt x="36186" y="64397"/>
                  </a:lnTo>
                  <a:lnTo>
                    <a:pt x="35826" y="65191"/>
                  </a:lnTo>
                  <a:lnTo>
                    <a:pt x="35493" y="65950"/>
                  </a:lnTo>
                  <a:lnTo>
                    <a:pt x="35147" y="66737"/>
                  </a:lnTo>
                  <a:lnTo>
                    <a:pt x="35078" y="67020"/>
                  </a:lnTo>
                  <a:lnTo>
                    <a:pt x="34667" y="68687"/>
                  </a:lnTo>
                  <a:lnTo>
                    <a:pt x="34584" y="69403"/>
                  </a:lnTo>
                  <a:lnTo>
                    <a:pt x="34512" y="70035"/>
                  </a:lnTo>
                  <a:lnTo>
                    <a:pt x="34385" y="71092"/>
                  </a:lnTo>
                  <a:lnTo>
                    <a:pt x="34323" y="71607"/>
                  </a:lnTo>
                  <a:lnTo>
                    <a:pt x="34273" y="72021"/>
                  </a:lnTo>
                  <a:lnTo>
                    <a:pt x="33871" y="72808"/>
                  </a:lnTo>
                  <a:lnTo>
                    <a:pt x="33655" y="73561"/>
                  </a:lnTo>
                  <a:lnTo>
                    <a:pt x="33462" y="74073"/>
                  </a:lnTo>
                  <a:lnTo>
                    <a:pt x="33302" y="74602"/>
                  </a:lnTo>
                  <a:lnTo>
                    <a:pt x="33158" y="74850"/>
                  </a:lnTo>
                  <a:lnTo>
                    <a:pt x="33070" y="75227"/>
                  </a:lnTo>
                  <a:lnTo>
                    <a:pt x="32837" y="75796"/>
                  </a:lnTo>
                  <a:lnTo>
                    <a:pt x="32629" y="76144"/>
                  </a:lnTo>
                  <a:lnTo>
                    <a:pt x="32157" y="77182"/>
                  </a:lnTo>
                  <a:lnTo>
                    <a:pt x="32034" y="77432"/>
                  </a:lnTo>
                  <a:lnTo>
                    <a:pt x="31543" y="78430"/>
                  </a:lnTo>
                  <a:lnTo>
                    <a:pt x="30968" y="79265"/>
                  </a:lnTo>
                  <a:lnTo>
                    <a:pt x="30465" y="79667"/>
                  </a:lnTo>
                  <a:lnTo>
                    <a:pt x="29799" y="80199"/>
                  </a:lnTo>
                  <a:lnTo>
                    <a:pt x="29082" y="80772"/>
                  </a:lnTo>
                  <a:lnTo>
                    <a:pt x="28137" y="8152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976490" y="4726298"/>
              <a:ext cx="59552" cy="78227"/>
            </a:xfrm>
            <a:custGeom>
              <a:avLst/>
              <a:pathLst>
                <a:path w="59552" h="78227">
                  <a:moveTo>
                    <a:pt x="48234" y="52526"/>
                  </a:moveTo>
                  <a:lnTo>
                    <a:pt x="48318" y="53428"/>
                  </a:lnTo>
                  <a:lnTo>
                    <a:pt x="48826" y="54337"/>
                  </a:lnTo>
                  <a:lnTo>
                    <a:pt x="48922" y="54508"/>
                  </a:lnTo>
                  <a:lnTo>
                    <a:pt x="49085" y="54800"/>
                  </a:lnTo>
                  <a:lnTo>
                    <a:pt x="51014" y="56948"/>
                  </a:lnTo>
                  <a:lnTo>
                    <a:pt x="51496" y="57474"/>
                  </a:lnTo>
                  <a:lnTo>
                    <a:pt x="52089" y="58128"/>
                  </a:lnTo>
                  <a:lnTo>
                    <a:pt x="52395" y="58466"/>
                  </a:lnTo>
                  <a:lnTo>
                    <a:pt x="52767" y="58876"/>
                  </a:lnTo>
                  <a:lnTo>
                    <a:pt x="53360" y="59525"/>
                  </a:lnTo>
                  <a:lnTo>
                    <a:pt x="53857" y="60073"/>
                  </a:lnTo>
                  <a:lnTo>
                    <a:pt x="54812" y="61127"/>
                  </a:lnTo>
                  <a:lnTo>
                    <a:pt x="55651" y="62054"/>
                  </a:lnTo>
                  <a:lnTo>
                    <a:pt x="56208" y="62668"/>
                  </a:lnTo>
                  <a:lnTo>
                    <a:pt x="57538" y="64011"/>
                  </a:lnTo>
                  <a:lnTo>
                    <a:pt x="59264" y="65756"/>
                  </a:lnTo>
                  <a:lnTo>
                    <a:pt x="59503" y="65997"/>
                  </a:lnTo>
                  <a:lnTo>
                    <a:pt x="59552" y="66315"/>
                  </a:lnTo>
                  <a:lnTo>
                    <a:pt x="56970" y="68631"/>
                  </a:lnTo>
                  <a:lnTo>
                    <a:pt x="56760" y="68820"/>
                  </a:lnTo>
                  <a:lnTo>
                    <a:pt x="56123" y="69391"/>
                  </a:lnTo>
                  <a:lnTo>
                    <a:pt x="53575" y="71500"/>
                  </a:lnTo>
                  <a:lnTo>
                    <a:pt x="53288" y="71216"/>
                  </a:lnTo>
                  <a:lnTo>
                    <a:pt x="50249" y="68203"/>
                  </a:lnTo>
                  <a:lnTo>
                    <a:pt x="49874" y="67831"/>
                  </a:lnTo>
                  <a:lnTo>
                    <a:pt x="49372" y="67333"/>
                  </a:lnTo>
                  <a:lnTo>
                    <a:pt x="47584" y="69335"/>
                  </a:lnTo>
                  <a:lnTo>
                    <a:pt x="45877" y="71080"/>
                  </a:lnTo>
                  <a:lnTo>
                    <a:pt x="45440" y="71528"/>
                  </a:lnTo>
                  <a:lnTo>
                    <a:pt x="45052" y="71952"/>
                  </a:lnTo>
                  <a:lnTo>
                    <a:pt x="43839" y="73354"/>
                  </a:lnTo>
                  <a:lnTo>
                    <a:pt x="43216" y="74261"/>
                  </a:lnTo>
                  <a:lnTo>
                    <a:pt x="43013" y="74553"/>
                  </a:lnTo>
                  <a:lnTo>
                    <a:pt x="41707" y="76427"/>
                  </a:lnTo>
                  <a:lnTo>
                    <a:pt x="41036" y="77390"/>
                  </a:lnTo>
                  <a:lnTo>
                    <a:pt x="40448" y="78227"/>
                  </a:lnTo>
                  <a:lnTo>
                    <a:pt x="33740" y="74831"/>
                  </a:lnTo>
                  <a:lnTo>
                    <a:pt x="32984" y="74381"/>
                  </a:lnTo>
                  <a:lnTo>
                    <a:pt x="31785" y="73670"/>
                  </a:lnTo>
                  <a:lnTo>
                    <a:pt x="31385" y="73447"/>
                  </a:lnTo>
                  <a:lnTo>
                    <a:pt x="29234" y="72247"/>
                  </a:lnTo>
                  <a:lnTo>
                    <a:pt x="28115" y="71622"/>
                  </a:lnTo>
                  <a:lnTo>
                    <a:pt x="27491" y="71275"/>
                  </a:lnTo>
                  <a:lnTo>
                    <a:pt x="26739" y="70844"/>
                  </a:lnTo>
                  <a:lnTo>
                    <a:pt x="26556" y="70717"/>
                  </a:lnTo>
                  <a:lnTo>
                    <a:pt x="25429" y="69932"/>
                  </a:lnTo>
                  <a:lnTo>
                    <a:pt x="23177" y="68409"/>
                  </a:lnTo>
                  <a:lnTo>
                    <a:pt x="24266" y="64692"/>
                  </a:lnTo>
                  <a:lnTo>
                    <a:pt x="23802" y="64144"/>
                  </a:lnTo>
                  <a:lnTo>
                    <a:pt x="21954" y="61961"/>
                  </a:lnTo>
                  <a:lnTo>
                    <a:pt x="21486" y="61408"/>
                  </a:lnTo>
                  <a:lnTo>
                    <a:pt x="20429" y="60160"/>
                  </a:lnTo>
                  <a:lnTo>
                    <a:pt x="18180" y="57503"/>
                  </a:lnTo>
                  <a:lnTo>
                    <a:pt x="17813" y="57019"/>
                  </a:lnTo>
                  <a:lnTo>
                    <a:pt x="17392" y="56465"/>
                  </a:lnTo>
                  <a:lnTo>
                    <a:pt x="14866" y="53137"/>
                  </a:lnTo>
                  <a:lnTo>
                    <a:pt x="14014" y="53187"/>
                  </a:lnTo>
                  <a:lnTo>
                    <a:pt x="13824" y="52903"/>
                  </a:lnTo>
                  <a:lnTo>
                    <a:pt x="11082" y="48777"/>
                  </a:lnTo>
                  <a:lnTo>
                    <a:pt x="10822" y="48387"/>
                  </a:lnTo>
                  <a:lnTo>
                    <a:pt x="10579" y="48021"/>
                  </a:lnTo>
                  <a:lnTo>
                    <a:pt x="10123" y="47335"/>
                  </a:lnTo>
                  <a:lnTo>
                    <a:pt x="9901" y="47001"/>
                  </a:lnTo>
                  <a:lnTo>
                    <a:pt x="9398" y="46246"/>
                  </a:lnTo>
                  <a:lnTo>
                    <a:pt x="8759" y="45283"/>
                  </a:lnTo>
                  <a:lnTo>
                    <a:pt x="8521" y="45061"/>
                  </a:lnTo>
                  <a:lnTo>
                    <a:pt x="5927" y="42607"/>
                  </a:lnTo>
                  <a:lnTo>
                    <a:pt x="5649" y="42224"/>
                  </a:lnTo>
                  <a:lnTo>
                    <a:pt x="3628" y="39436"/>
                  </a:lnTo>
                  <a:lnTo>
                    <a:pt x="1064" y="35901"/>
                  </a:lnTo>
                  <a:lnTo>
                    <a:pt x="673" y="35251"/>
                  </a:lnTo>
                  <a:lnTo>
                    <a:pt x="495" y="34954"/>
                  </a:lnTo>
                  <a:lnTo>
                    <a:pt x="0" y="34077"/>
                  </a:lnTo>
                  <a:lnTo>
                    <a:pt x="1177" y="33799"/>
                  </a:lnTo>
                  <a:lnTo>
                    <a:pt x="2106" y="33580"/>
                  </a:lnTo>
                  <a:lnTo>
                    <a:pt x="2580" y="33468"/>
                  </a:lnTo>
                  <a:lnTo>
                    <a:pt x="5581" y="32760"/>
                  </a:lnTo>
                  <a:lnTo>
                    <a:pt x="7840" y="32228"/>
                  </a:lnTo>
                  <a:lnTo>
                    <a:pt x="9065" y="31939"/>
                  </a:lnTo>
                  <a:lnTo>
                    <a:pt x="9597" y="31813"/>
                  </a:lnTo>
                  <a:lnTo>
                    <a:pt x="9969" y="31725"/>
                  </a:lnTo>
                  <a:lnTo>
                    <a:pt x="10883" y="31533"/>
                  </a:lnTo>
                  <a:lnTo>
                    <a:pt x="11580" y="31385"/>
                  </a:lnTo>
                  <a:lnTo>
                    <a:pt x="12105" y="22326"/>
                  </a:lnTo>
                  <a:lnTo>
                    <a:pt x="12309" y="20810"/>
                  </a:lnTo>
                  <a:lnTo>
                    <a:pt x="12732" y="17648"/>
                  </a:lnTo>
                  <a:lnTo>
                    <a:pt x="12937" y="16117"/>
                  </a:lnTo>
                  <a:lnTo>
                    <a:pt x="13108" y="14842"/>
                  </a:lnTo>
                  <a:lnTo>
                    <a:pt x="12658" y="14412"/>
                  </a:lnTo>
                  <a:lnTo>
                    <a:pt x="12125" y="13903"/>
                  </a:lnTo>
                  <a:lnTo>
                    <a:pt x="15884" y="11819"/>
                  </a:lnTo>
                  <a:lnTo>
                    <a:pt x="17844" y="10295"/>
                  </a:lnTo>
                  <a:lnTo>
                    <a:pt x="21091" y="7947"/>
                  </a:lnTo>
                  <a:lnTo>
                    <a:pt x="24362" y="5945"/>
                  </a:lnTo>
                  <a:lnTo>
                    <a:pt x="26898" y="4476"/>
                  </a:lnTo>
                  <a:lnTo>
                    <a:pt x="31705" y="2273"/>
                  </a:lnTo>
                  <a:lnTo>
                    <a:pt x="35669" y="0"/>
                  </a:lnTo>
                  <a:lnTo>
                    <a:pt x="37850" y="1600"/>
                  </a:lnTo>
                  <a:lnTo>
                    <a:pt x="38404" y="1911"/>
                  </a:lnTo>
                  <a:lnTo>
                    <a:pt x="38976" y="2446"/>
                  </a:lnTo>
                  <a:lnTo>
                    <a:pt x="39461" y="2899"/>
                  </a:lnTo>
                  <a:lnTo>
                    <a:pt x="40165" y="3557"/>
                  </a:lnTo>
                  <a:lnTo>
                    <a:pt x="39542" y="6427"/>
                  </a:lnTo>
                  <a:lnTo>
                    <a:pt x="45701" y="6654"/>
                  </a:lnTo>
                  <a:lnTo>
                    <a:pt x="45707" y="6960"/>
                  </a:lnTo>
                  <a:lnTo>
                    <a:pt x="45748" y="9260"/>
                  </a:lnTo>
                  <a:lnTo>
                    <a:pt x="45785" y="11285"/>
                  </a:lnTo>
                  <a:lnTo>
                    <a:pt x="45794" y="11763"/>
                  </a:lnTo>
                  <a:lnTo>
                    <a:pt x="45835" y="12762"/>
                  </a:lnTo>
                  <a:lnTo>
                    <a:pt x="45712" y="14728"/>
                  </a:lnTo>
                  <a:lnTo>
                    <a:pt x="45662" y="15521"/>
                  </a:lnTo>
                  <a:lnTo>
                    <a:pt x="45640" y="15867"/>
                  </a:lnTo>
                  <a:lnTo>
                    <a:pt x="45523" y="17751"/>
                  </a:lnTo>
                  <a:lnTo>
                    <a:pt x="45409" y="19566"/>
                  </a:lnTo>
                  <a:lnTo>
                    <a:pt x="45382" y="20000"/>
                  </a:lnTo>
                  <a:lnTo>
                    <a:pt x="45155" y="23632"/>
                  </a:lnTo>
                  <a:lnTo>
                    <a:pt x="45098" y="24545"/>
                  </a:lnTo>
                  <a:lnTo>
                    <a:pt x="45074" y="24926"/>
                  </a:lnTo>
                  <a:lnTo>
                    <a:pt x="44709" y="29954"/>
                  </a:lnTo>
                  <a:lnTo>
                    <a:pt x="44492" y="32930"/>
                  </a:lnTo>
                  <a:lnTo>
                    <a:pt x="44434" y="33729"/>
                  </a:lnTo>
                  <a:lnTo>
                    <a:pt x="44354" y="34847"/>
                  </a:lnTo>
                  <a:lnTo>
                    <a:pt x="47268" y="34987"/>
                  </a:lnTo>
                  <a:lnTo>
                    <a:pt x="47396" y="34993"/>
                  </a:lnTo>
                  <a:lnTo>
                    <a:pt x="49799" y="35050"/>
                  </a:lnTo>
                  <a:lnTo>
                    <a:pt x="49729" y="35614"/>
                  </a:lnTo>
                  <a:lnTo>
                    <a:pt x="49663" y="36285"/>
                  </a:lnTo>
                  <a:lnTo>
                    <a:pt x="49366" y="39330"/>
                  </a:lnTo>
                  <a:lnTo>
                    <a:pt x="49346" y="39540"/>
                  </a:lnTo>
                  <a:lnTo>
                    <a:pt x="49318" y="39819"/>
                  </a:lnTo>
                  <a:lnTo>
                    <a:pt x="49045" y="42621"/>
                  </a:lnTo>
                  <a:lnTo>
                    <a:pt x="48938" y="43717"/>
                  </a:lnTo>
                  <a:lnTo>
                    <a:pt x="48706" y="46098"/>
                  </a:lnTo>
                  <a:lnTo>
                    <a:pt x="48408" y="49152"/>
                  </a:lnTo>
                  <a:lnTo>
                    <a:pt x="48375" y="49485"/>
                  </a:lnTo>
                  <a:lnTo>
                    <a:pt x="48345" y="49793"/>
                  </a:lnTo>
                  <a:lnTo>
                    <a:pt x="48158" y="5171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955450" y="4760383"/>
              <a:ext cx="74708" cy="68752"/>
            </a:xfrm>
            <a:custGeom>
              <a:avLst/>
              <a:pathLst>
                <a:path w="74708" h="68752">
                  <a:moveTo>
                    <a:pt x="32121" y="14693"/>
                  </a:moveTo>
                  <a:lnTo>
                    <a:pt x="34864" y="18818"/>
                  </a:lnTo>
                  <a:lnTo>
                    <a:pt x="35053" y="19102"/>
                  </a:lnTo>
                  <a:lnTo>
                    <a:pt x="35906" y="19052"/>
                  </a:lnTo>
                  <a:lnTo>
                    <a:pt x="38432" y="22380"/>
                  </a:lnTo>
                  <a:lnTo>
                    <a:pt x="38864" y="22950"/>
                  </a:lnTo>
                  <a:lnTo>
                    <a:pt x="39220" y="23418"/>
                  </a:lnTo>
                  <a:lnTo>
                    <a:pt x="41469" y="26075"/>
                  </a:lnTo>
                  <a:lnTo>
                    <a:pt x="42525" y="27323"/>
                  </a:lnTo>
                  <a:lnTo>
                    <a:pt x="42994" y="27877"/>
                  </a:lnTo>
                  <a:lnTo>
                    <a:pt x="44841" y="30059"/>
                  </a:lnTo>
                  <a:lnTo>
                    <a:pt x="45305" y="30607"/>
                  </a:lnTo>
                  <a:lnTo>
                    <a:pt x="44217" y="34324"/>
                  </a:lnTo>
                  <a:lnTo>
                    <a:pt x="46469" y="35847"/>
                  </a:lnTo>
                  <a:lnTo>
                    <a:pt x="47596" y="36632"/>
                  </a:lnTo>
                  <a:lnTo>
                    <a:pt x="47778" y="36759"/>
                  </a:lnTo>
                  <a:lnTo>
                    <a:pt x="48531" y="37190"/>
                  </a:lnTo>
                  <a:lnTo>
                    <a:pt x="49154" y="37538"/>
                  </a:lnTo>
                  <a:lnTo>
                    <a:pt x="50273" y="38162"/>
                  </a:lnTo>
                  <a:lnTo>
                    <a:pt x="52425" y="39362"/>
                  </a:lnTo>
                  <a:lnTo>
                    <a:pt x="52824" y="39585"/>
                  </a:lnTo>
                  <a:lnTo>
                    <a:pt x="54023" y="40297"/>
                  </a:lnTo>
                  <a:lnTo>
                    <a:pt x="54780" y="40746"/>
                  </a:lnTo>
                  <a:lnTo>
                    <a:pt x="61487" y="44142"/>
                  </a:lnTo>
                  <a:lnTo>
                    <a:pt x="62076" y="43305"/>
                  </a:lnTo>
                  <a:lnTo>
                    <a:pt x="62747" y="42342"/>
                  </a:lnTo>
                  <a:lnTo>
                    <a:pt x="64052" y="40468"/>
                  </a:lnTo>
                  <a:lnTo>
                    <a:pt x="64256" y="40176"/>
                  </a:lnTo>
                  <a:lnTo>
                    <a:pt x="64878" y="39269"/>
                  </a:lnTo>
                  <a:lnTo>
                    <a:pt x="66092" y="37867"/>
                  </a:lnTo>
                  <a:lnTo>
                    <a:pt x="66479" y="37443"/>
                  </a:lnTo>
                  <a:lnTo>
                    <a:pt x="66917" y="36995"/>
                  </a:lnTo>
                  <a:lnTo>
                    <a:pt x="68623" y="35250"/>
                  </a:lnTo>
                  <a:lnTo>
                    <a:pt x="70411" y="33248"/>
                  </a:lnTo>
                  <a:lnTo>
                    <a:pt x="70914" y="33746"/>
                  </a:lnTo>
                  <a:lnTo>
                    <a:pt x="71288" y="34118"/>
                  </a:lnTo>
                  <a:lnTo>
                    <a:pt x="74328" y="37131"/>
                  </a:lnTo>
                  <a:lnTo>
                    <a:pt x="74708" y="37508"/>
                  </a:lnTo>
                  <a:lnTo>
                    <a:pt x="72766" y="39272"/>
                  </a:lnTo>
                  <a:lnTo>
                    <a:pt x="72532" y="39484"/>
                  </a:lnTo>
                  <a:lnTo>
                    <a:pt x="71717" y="40312"/>
                  </a:lnTo>
                  <a:lnTo>
                    <a:pt x="70943" y="41193"/>
                  </a:lnTo>
                  <a:lnTo>
                    <a:pt x="69902" y="42101"/>
                  </a:lnTo>
                  <a:lnTo>
                    <a:pt x="69244" y="42943"/>
                  </a:lnTo>
                  <a:lnTo>
                    <a:pt x="68529" y="43860"/>
                  </a:lnTo>
                  <a:lnTo>
                    <a:pt x="67301" y="46158"/>
                  </a:lnTo>
                  <a:lnTo>
                    <a:pt x="65385" y="49741"/>
                  </a:lnTo>
                  <a:lnTo>
                    <a:pt x="64506" y="51387"/>
                  </a:lnTo>
                  <a:lnTo>
                    <a:pt x="64339" y="51700"/>
                  </a:lnTo>
                  <a:lnTo>
                    <a:pt x="64141" y="52071"/>
                  </a:lnTo>
                  <a:lnTo>
                    <a:pt x="63259" y="53684"/>
                  </a:lnTo>
                  <a:lnTo>
                    <a:pt x="61769" y="56409"/>
                  </a:lnTo>
                  <a:lnTo>
                    <a:pt x="60599" y="58548"/>
                  </a:lnTo>
                  <a:lnTo>
                    <a:pt x="59934" y="59765"/>
                  </a:lnTo>
                  <a:lnTo>
                    <a:pt x="59570" y="60431"/>
                  </a:lnTo>
                  <a:lnTo>
                    <a:pt x="59400" y="60743"/>
                  </a:lnTo>
                  <a:lnTo>
                    <a:pt x="59263" y="60993"/>
                  </a:lnTo>
                  <a:lnTo>
                    <a:pt x="57312" y="64381"/>
                  </a:lnTo>
                  <a:lnTo>
                    <a:pt x="56487" y="65814"/>
                  </a:lnTo>
                  <a:lnTo>
                    <a:pt x="55206" y="68038"/>
                  </a:lnTo>
                  <a:lnTo>
                    <a:pt x="55103" y="68752"/>
                  </a:lnTo>
                  <a:lnTo>
                    <a:pt x="54947" y="68666"/>
                  </a:lnTo>
                  <a:lnTo>
                    <a:pt x="54145" y="68225"/>
                  </a:lnTo>
                  <a:lnTo>
                    <a:pt x="52753" y="67459"/>
                  </a:lnTo>
                  <a:lnTo>
                    <a:pt x="49718" y="65789"/>
                  </a:lnTo>
                  <a:lnTo>
                    <a:pt x="48568" y="65195"/>
                  </a:lnTo>
                  <a:lnTo>
                    <a:pt x="48091" y="64949"/>
                  </a:lnTo>
                  <a:lnTo>
                    <a:pt x="46375" y="64065"/>
                  </a:lnTo>
                  <a:lnTo>
                    <a:pt x="42711" y="62175"/>
                  </a:lnTo>
                  <a:lnTo>
                    <a:pt x="40415" y="61073"/>
                  </a:lnTo>
                  <a:lnTo>
                    <a:pt x="39369" y="60588"/>
                  </a:lnTo>
                  <a:lnTo>
                    <a:pt x="35713" y="58890"/>
                  </a:lnTo>
                  <a:lnTo>
                    <a:pt x="31052" y="56546"/>
                  </a:lnTo>
                  <a:lnTo>
                    <a:pt x="26981" y="54693"/>
                  </a:lnTo>
                  <a:lnTo>
                    <a:pt x="22971" y="52868"/>
                  </a:lnTo>
                  <a:lnTo>
                    <a:pt x="22111" y="52487"/>
                  </a:lnTo>
                  <a:lnTo>
                    <a:pt x="19894" y="51504"/>
                  </a:lnTo>
                  <a:lnTo>
                    <a:pt x="19384" y="51218"/>
                  </a:lnTo>
                  <a:lnTo>
                    <a:pt x="18874" y="50931"/>
                  </a:lnTo>
                  <a:lnTo>
                    <a:pt x="18292" y="50931"/>
                  </a:lnTo>
                  <a:lnTo>
                    <a:pt x="16470" y="51493"/>
                  </a:lnTo>
                  <a:lnTo>
                    <a:pt x="14343" y="52148"/>
                  </a:lnTo>
                  <a:lnTo>
                    <a:pt x="13617" y="52372"/>
                  </a:lnTo>
                  <a:lnTo>
                    <a:pt x="13523" y="52231"/>
                  </a:lnTo>
                  <a:lnTo>
                    <a:pt x="12883" y="51268"/>
                  </a:lnTo>
                  <a:lnTo>
                    <a:pt x="12540" y="50754"/>
                  </a:lnTo>
                  <a:lnTo>
                    <a:pt x="12348" y="50465"/>
                  </a:lnTo>
                  <a:lnTo>
                    <a:pt x="12197" y="50238"/>
                  </a:lnTo>
                  <a:lnTo>
                    <a:pt x="11868" y="49722"/>
                  </a:lnTo>
                  <a:lnTo>
                    <a:pt x="11451" y="49067"/>
                  </a:lnTo>
                  <a:lnTo>
                    <a:pt x="10049" y="46862"/>
                  </a:lnTo>
                  <a:lnTo>
                    <a:pt x="9936" y="46686"/>
                  </a:lnTo>
                  <a:lnTo>
                    <a:pt x="9692" y="46300"/>
                  </a:lnTo>
                  <a:lnTo>
                    <a:pt x="8022" y="43673"/>
                  </a:lnTo>
                  <a:lnTo>
                    <a:pt x="7835" y="43378"/>
                  </a:lnTo>
                  <a:lnTo>
                    <a:pt x="7675" y="43128"/>
                  </a:lnTo>
                  <a:lnTo>
                    <a:pt x="6051" y="40592"/>
                  </a:lnTo>
                  <a:lnTo>
                    <a:pt x="5884" y="40331"/>
                  </a:lnTo>
                  <a:lnTo>
                    <a:pt x="4692" y="40048"/>
                  </a:lnTo>
                  <a:lnTo>
                    <a:pt x="4354" y="39968"/>
                  </a:lnTo>
                  <a:lnTo>
                    <a:pt x="4131" y="39915"/>
                  </a:lnTo>
                  <a:lnTo>
                    <a:pt x="4057" y="38685"/>
                  </a:lnTo>
                  <a:lnTo>
                    <a:pt x="3960" y="37083"/>
                  </a:lnTo>
                  <a:lnTo>
                    <a:pt x="3882" y="35798"/>
                  </a:lnTo>
                  <a:lnTo>
                    <a:pt x="3763" y="33825"/>
                  </a:lnTo>
                  <a:lnTo>
                    <a:pt x="3709" y="32934"/>
                  </a:lnTo>
                  <a:lnTo>
                    <a:pt x="3653" y="32006"/>
                  </a:lnTo>
                  <a:lnTo>
                    <a:pt x="3595" y="31207"/>
                  </a:lnTo>
                  <a:lnTo>
                    <a:pt x="3549" y="30566"/>
                  </a:lnTo>
                  <a:lnTo>
                    <a:pt x="3530" y="30308"/>
                  </a:lnTo>
                  <a:lnTo>
                    <a:pt x="3472" y="29499"/>
                  </a:lnTo>
                  <a:lnTo>
                    <a:pt x="3279" y="26826"/>
                  </a:lnTo>
                  <a:lnTo>
                    <a:pt x="3218" y="25981"/>
                  </a:lnTo>
                  <a:lnTo>
                    <a:pt x="3166" y="25028"/>
                  </a:lnTo>
                  <a:lnTo>
                    <a:pt x="3080" y="23476"/>
                  </a:lnTo>
                  <a:lnTo>
                    <a:pt x="3043" y="22816"/>
                  </a:lnTo>
                  <a:lnTo>
                    <a:pt x="3002" y="22060"/>
                  </a:lnTo>
                  <a:lnTo>
                    <a:pt x="2947" y="21081"/>
                  </a:lnTo>
                  <a:lnTo>
                    <a:pt x="2860" y="19492"/>
                  </a:lnTo>
                  <a:lnTo>
                    <a:pt x="2738" y="17295"/>
                  </a:lnTo>
                  <a:lnTo>
                    <a:pt x="2724" y="17043"/>
                  </a:lnTo>
                  <a:lnTo>
                    <a:pt x="137" y="17321"/>
                  </a:lnTo>
                  <a:lnTo>
                    <a:pt x="8" y="14574"/>
                  </a:lnTo>
                  <a:lnTo>
                    <a:pt x="0" y="14398"/>
                  </a:lnTo>
                  <a:lnTo>
                    <a:pt x="382" y="14302"/>
                  </a:lnTo>
                  <a:lnTo>
                    <a:pt x="1139" y="14261"/>
                  </a:lnTo>
                  <a:lnTo>
                    <a:pt x="2229" y="14200"/>
                  </a:lnTo>
                  <a:lnTo>
                    <a:pt x="9777" y="13783"/>
                  </a:lnTo>
                  <a:lnTo>
                    <a:pt x="11946" y="13663"/>
                  </a:lnTo>
                  <a:lnTo>
                    <a:pt x="12372" y="13639"/>
                  </a:lnTo>
                  <a:lnTo>
                    <a:pt x="18732" y="13287"/>
                  </a:lnTo>
                  <a:lnTo>
                    <a:pt x="18992" y="10447"/>
                  </a:lnTo>
                  <a:lnTo>
                    <a:pt x="19170" y="8011"/>
                  </a:lnTo>
                  <a:lnTo>
                    <a:pt x="19190" y="7745"/>
                  </a:lnTo>
                  <a:lnTo>
                    <a:pt x="19222" y="7304"/>
                  </a:lnTo>
                  <a:lnTo>
                    <a:pt x="19349" y="5576"/>
                  </a:lnTo>
                  <a:lnTo>
                    <a:pt x="19582" y="1946"/>
                  </a:lnTo>
                  <a:lnTo>
                    <a:pt x="19617" y="1403"/>
                  </a:lnTo>
                  <a:lnTo>
                    <a:pt x="19687" y="311"/>
                  </a:lnTo>
                  <a:lnTo>
                    <a:pt x="20131" y="206"/>
                  </a:lnTo>
                  <a:lnTo>
                    <a:pt x="20574" y="102"/>
                  </a:lnTo>
                  <a:lnTo>
                    <a:pt x="21007" y="0"/>
                  </a:lnTo>
                  <a:lnTo>
                    <a:pt x="21534" y="869"/>
                  </a:lnTo>
                  <a:lnTo>
                    <a:pt x="21713" y="1166"/>
                  </a:lnTo>
                  <a:lnTo>
                    <a:pt x="22104" y="1816"/>
                  </a:lnTo>
                  <a:lnTo>
                    <a:pt x="24667" y="5351"/>
                  </a:lnTo>
                  <a:lnTo>
                    <a:pt x="26689" y="8139"/>
                  </a:lnTo>
                  <a:lnTo>
                    <a:pt x="27035" y="8616"/>
                  </a:lnTo>
                  <a:lnTo>
                    <a:pt x="29561" y="10976"/>
                  </a:lnTo>
                  <a:lnTo>
                    <a:pt x="29798" y="11198"/>
                  </a:lnTo>
                  <a:lnTo>
                    <a:pt x="30438" y="12161"/>
                  </a:lnTo>
                  <a:lnTo>
                    <a:pt x="30940" y="12916"/>
                  </a:lnTo>
                  <a:lnTo>
                    <a:pt x="31162" y="13250"/>
                  </a:lnTo>
                  <a:lnTo>
                    <a:pt x="31619" y="13936"/>
                  </a:lnTo>
                  <a:lnTo>
                    <a:pt x="31861" y="143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936306" y="4773398"/>
              <a:ext cx="74247" cy="89579"/>
            </a:xfrm>
            <a:custGeom>
              <a:avLst/>
              <a:pathLst>
                <a:path w="74247" h="89579">
                  <a:moveTo>
                    <a:pt x="19151" y="1559"/>
                  </a:moveTo>
                  <a:lnTo>
                    <a:pt x="19280" y="4306"/>
                  </a:lnTo>
                  <a:lnTo>
                    <a:pt x="21868" y="4028"/>
                  </a:lnTo>
                  <a:lnTo>
                    <a:pt x="21882" y="4280"/>
                  </a:lnTo>
                  <a:lnTo>
                    <a:pt x="22003" y="6477"/>
                  </a:lnTo>
                  <a:lnTo>
                    <a:pt x="22091" y="8066"/>
                  </a:lnTo>
                  <a:lnTo>
                    <a:pt x="22145" y="9045"/>
                  </a:lnTo>
                  <a:lnTo>
                    <a:pt x="22187" y="9801"/>
                  </a:lnTo>
                  <a:lnTo>
                    <a:pt x="22223" y="10461"/>
                  </a:lnTo>
                  <a:lnTo>
                    <a:pt x="22309" y="12013"/>
                  </a:lnTo>
                  <a:lnTo>
                    <a:pt x="22362" y="12967"/>
                  </a:lnTo>
                  <a:lnTo>
                    <a:pt x="22423" y="13811"/>
                  </a:lnTo>
                  <a:lnTo>
                    <a:pt x="22616" y="16485"/>
                  </a:lnTo>
                  <a:lnTo>
                    <a:pt x="22674" y="17293"/>
                  </a:lnTo>
                  <a:lnTo>
                    <a:pt x="22692" y="17551"/>
                  </a:lnTo>
                  <a:lnTo>
                    <a:pt x="22739" y="18192"/>
                  </a:lnTo>
                  <a:lnTo>
                    <a:pt x="22797" y="18999"/>
                  </a:lnTo>
                  <a:lnTo>
                    <a:pt x="22853" y="19919"/>
                  </a:lnTo>
                  <a:lnTo>
                    <a:pt x="22906" y="20810"/>
                  </a:lnTo>
                  <a:lnTo>
                    <a:pt x="23026" y="22783"/>
                  </a:lnTo>
                  <a:lnTo>
                    <a:pt x="23103" y="24068"/>
                  </a:lnTo>
                  <a:lnTo>
                    <a:pt x="23200" y="25670"/>
                  </a:lnTo>
                  <a:lnTo>
                    <a:pt x="23275" y="26900"/>
                  </a:lnTo>
                  <a:lnTo>
                    <a:pt x="23497" y="26953"/>
                  </a:lnTo>
                  <a:lnTo>
                    <a:pt x="23836" y="27033"/>
                  </a:lnTo>
                  <a:lnTo>
                    <a:pt x="25028" y="27316"/>
                  </a:lnTo>
                  <a:lnTo>
                    <a:pt x="25195" y="27577"/>
                  </a:lnTo>
                  <a:lnTo>
                    <a:pt x="26818" y="30113"/>
                  </a:lnTo>
                  <a:lnTo>
                    <a:pt x="26978" y="30363"/>
                  </a:lnTo>
                  <a:lnTo>
                    <a:pt x="27166" y="30658"/>
                  </a:lnTo>
                  <a:lnTo>
                    <a:pt x="28835" y="33285"/>
                  </a:lnTo>
                  <a:lnTo>
                    <a:pt x="29080" y="33671"/>
                  </a:lnTo>
                  <a:lnTo>
                    <a:pt x="29192" y="33848"/>
                  </a:lnTo>
                  <a:lnTo>
                    <a:pt x="30595" y="36052"/>
                  </a:lnTo>
                  <a:lnTo>
                    <a:pt x="31012" y="36707"/>
                  </a:lnTo>
                  <a:lnTo>
                    <a:pt x="31340" y="37223"/>
                  </a:lnTo>
                  <a:lnTo>
                    <a:pt x="31491" y="37450"/>
                  </a:lnTo>
                  <a:lnTo>
                    <a:pt x="31684" y="37739"/>
                  </a:lnTo>
                  <a:lnTo>
                    <a:pt x="32026" y="38254"/>
                  </a:lnTo>
                  <a:lnTo>
                    <a:pt x="32667" y="39216"/>
                  </a:lnTo>
                  <a:lnTo>
                    <a:pt x="32768" y="39355"/>
                  </a:lnTo>
                  <a:lnTo>
                    <a:pt x="33487" y="39133"/>
                  </a:lnTo>
                  <a:lnTo>
                    <a:pt x="35613" y="38478"/>
                  </a:lnTo>
                  <a:lnTo>
                    <a:pt x="37436" y="37916"/>
                  </a:lnTo>
                  <a:lnTo>
                    <a:pt x="38017" y="37916"/>
                  </a:lnTo>
                  <a:lnTo>
                    <a:pt x="38527" y="38203"/>
                  </a:lnTo>
                  <a:lnTo>
                    <a:pt x="39037" y="38489"/>
                  </a:lnTo>
                  <a:lnTo>
                    <a:pt x="41255" y="39472"/>
                  </a:lnTo>
                  <a:lnTo>
                    <a:pt x="42115" y="39853"/>
                  </a:lnTo>
                  <a:lnTo>
                    <a:pt x="46125" y="41678"/>
                  </a:lnTo>
                  <a:lnTo>
                    <a:pt x="50196" y="43531"/>
                  </a:lnTo>
                  <a:lnTo>
                    <a:pt x="54857" y="45875"/>
                  </a:lnTo>
                  <a:lnTo>
                    <a:pt x="58513" y="47573"/>
                  </a:lnTo>
                  <a:lnTo>
                    <a:pt x="59558" y="48058"/>
                  </a:lnTo>
                  <a:lnTo>
                    <a:pt x="61959" y="49214"/>
                  </a:lnTo>
                  <a:lnTo>
                    <a:pt x="65519" y="51050"/>
                  </a:lnTo>
                  <a:lnTo>
                    <a:pt x="67234" y="51935"/>
                  </a:lnTo>
                  <a:lnTo>
                    <a:pt x="67711" y="52180"/>
                  </a:lnTo>
                  <a:lnTo>
                    <a:pt x="68862" y="52774"/>
                  </a:lnTo>
                  <a:lnTo>
                    <a:pt x="71897" y="54444"/>
                  </a:lnTo>
                  <a:lnTo>
                    <a:pt x="73289" y="55210"/>
                  </a:lnTo>
                  <a:lnTo>
                    <a:pt x="74091" y="55651"/>
                  </a:lnTo>
                  <a:lnTo>
                    <a:pt x="74247" y="55737"/>
                  </a:lnTo>
                  <a:lnTo>
                    <a:pt x="74189" y="56138"/>
                  </a:lnTo>
                  <a:lnTo>
                    <a:pt x="73875" y="56697"/>
                  </a:lnTo>
                  <a:lnTo>
                    <a:pt x="73001" y="58253"/>
                  </a:lnTo>
                  <a:lnTo>
                    <a:pt x="72162" y="59748"/>
                  </a:lnTo>
                  <a:lnTo>
                    <a:pt x="71690" y="60587"/>
                  </a:lnTo>
                  <a:lnTo>
                    <a:pt x="71044" y="61745"/>
                  </a:lnTo>
                  <a:lnTo>
                    <a:pt x="70742" y="62287"/>
                  </a:lnTo>
                  <a:lnTo>
                    <a:pt x="69096" y="65236"/>
                  </a:lnTo>
                  <a:lnTo>
                    <a:pt x="68771" y="65820"/>
                  </a:lnTo>
                  <a:lnTo>
                    <a:pt x="67373" y="68326"/>
                  </a:lnTo>
                  <a:lnTo>
                    <a:pt x="67263" y="68523"/>
                  </a:lnTo>
                  <a:lnTo>
                    <a:pt x="67044" y="68916"/>
                  </a:lnTo>
                  <a:lnTo>
                    <a:pt x="66678" y="68693"/>
                  </a:lnTo>
                  <a:lnTo>
                    <a:pt x="66117" y="69700"/>
                  </a:lnTo>
                  <a:lnTo>
                    <a:pt x="65723" y="70408"/>
                  </a:lnTo>
                  <a:lnTo>
                    <a:pt x="64920" y="71850"/>
                  </a:lnTo>
                  <a:lnTo>
                    <a:pt x="64840" y="71991"/>
                  </a:lnTo>
                  <a:lnTo>
                    <a:pt x="64236" y="73061"/>
                  </a:lnTo>
                  <a:lnTo>
                    <a:pt x="63435" y="74480"/>
                  </a:lnTo>
                  <a:lnTo>
                    <a:pt x="62765" y="75208"/>
                  </a:lnTo>
                  <a:lnTo>
                    <a:pt x="61792" y="76265"/>
                  </a:lnTo>
                  <a:lnTo>
                    <a:pt x="61579" y="76497"/>
                  </a:lnTo>
                  <a:lnTo>
                    <a:pt x="60558" y="77438"/>
                  </a:lnTo>
                  <a:lnTo>
                    <a:pt x="60067" y="77890"/>
                  </a:lnTo>
                  <a:lnTo>
                    <a:pt x="59802" y="78134"/>
                  </a:lnTo>
                  <a:lnTo>
                    <a:pt x="59336" y="78564"/>
                  </a:lnTo>
                  <a:lnTo>
                    <a:pt x="57658" y="80111"/>
                  </a:lnTo>
                  <a:lnTo>
                    <a:pt x="57241" y="80495"/>
                  </a:lnTo>
                  <a:lnTo>
                    <a:pt x="56792" y="80909"/>
                  </a:lnTo>
                  <a:lnTo>
                    <a:pt x="54872" y="82679"/>
                  </a:lnTo>
                  <a:lnTo>
                    <a:pt x="54586" y="82942"/>
                  </a:lnTo>
                  <a:lnTo>
                    <a:pt x="53028" y="84378"/>
                  </a:lnTo>
                  <a:lnTo>
                    <a:pt x="50788" y="86443"/>
                  </a:lnTo>
                  <a:lnTo>
                    <a:pt x="50629" y="86589"/>
                  </a:lnTo>
                  <a:lnTo>
                    <a:pt x="49496" y="87624"/>
                  </a:lnTo>
                  <a:lnTo>
                    <a:pt x="47558" y="89393"/>
                  </a:lnTo>
                  <a:lnTo>
                    <a:pt x="47346" y="89579"/>
                  </a:lnTo>
                  <a:lnTo>
                    <a:pt x="46908" y="89117"/>
                  </a:lnTo>
                  <a:lnTo>
                    <a:pt x="43869" y="85919"/>
                  </a:lnTo>
                  <a:lnTo>
                    <a:pt x="42518" y="84497"/>
                  </a:lnTo>
                  <a:lnTo>
                    <a:pt x="40628" y="82634"/>
                  </a:lnTo>
                  <a:lnTo>
                    <a:pt x="40437" y="82807"/>
                  </a:lnTo>
                  <a:lnTo>
                    <a:pt x="39848" y="83313"/>
                  </a:lnTo>
                  <a:lnTo>
                    <a:pt x="37883" y="84998"/>
                  </a:lnTo>
                  <a:lnTo>
                    <a:pt x="36489" y="83526"/>
                  </a:lnTo>
                  <a:lnTo>
                    <a:pt x="36071" y="83875"/>
                  </a:lnTo>
                  <a:lnTo>
                    <a:pt x="35812" y="84092"/>
                  </a:lnTo>
                  <a:lnTo>
                    <a:pt x="35598" y="84013"/>
                  </a:lnTo>
                  <a:lnTo>
                    <a:pt x="35216" y="83871"/>
                  </a:lnTo>
                  <a:lnTo>
                    <a:pt x="33621" y="82261"/>
                  </a:lnTo>
                  <a:lnTo>
                    <a:pt x="33265" y="81666"/>
                  </a:lnTo>
                  <a:lnTo>
                    <a:pt x="33096" y="81383"/>
                  </a:lnTo>
                  <a:lnTo>
                    <a:pt x="32995" y="81215"/>
                  </a:lnTo>
                  <a:lnTo>
                    <a:pt x="32844" y="80813"/>
                  </a:lnTo>
                  <a:lnTo>
                    <a:pt x="32235" y="79187"/>
                  </a:lnTo>
                  <a:lnTo>
                    <a:pt x="31697" y="78409"/>
                  </a:lnTo>
                  <a:lnTo>
                    <a:pt x="31433" y="78028"/>
                  </a:lnTo>
                  <a:lnTo>
                    <a:pt x="30996" y="77396"/>
                  </a:lnTo>
                  <a:lnTo>
                    <a:pt x="30867" y="77209"/>
                  </a:lnTo>
                  <a:lnTo>
                    <a:pt x="30784" y="77007"/>
                  </a:lnTo>
                  <a:lnTo>
                    <a:pt x="30442" y="76170"/>
                  </a:lnTo>
                  <a:lnTo>
                    <a:pt x="30276" y="75762"/>
                  </a:lnTo>
                  <a:lnTo>
                    <a:pt x="29921" y="75214"/>
                  </a:lnTo>
                  <a:lnTo>
                    <a:pt x="28422" y="72902"/>
                  </a:lnTo>
                  <a:lnTo>
                    <a:pt x="27822" y="71920"/>
                  </a:lnTo>
                  <a:lnTo>
                    <a:pt x="26948" y="69683"/>
                  </a:lnTo>
                  <a:lnTo>
                    <a:pt x="26872" y="69487"/>
                  </a:lnTo>
                  <a:lnTo>
                    <a:pt x="26601" y="68793"/>
                  </a:lnTo>
                  <a:lnTo>
                    <a:pt x="26543" y="68645"/>
                  </a:lnTo>
                  <a:lnTo>
                    <a:pt x="26397" y="68273"/>
                  </a:lnTo>
                  <a:lnTo>
                    <a:pt x="26246" y="67884"/>
                  </a:lnTo>
                  <a:lnTo>
                    <a:pt x="26134" y="67568"/>
                  </a:lnTo>
                  <a:lnTo>
                    <a:pt x="26214" y="67179"/>
                  </a:lnTo>
                  <a:lnTo>
                    <a:pt x="25008" y="63399"/>
                  </a:lnTo>
                  <a:lnTo>
                    <a:pt x="24953" y="63227"/>
                  </a:lnTo>
                  <a:lnTo>
                    <a:pt x="23749" y="59457"/>
                  </a:lnTo>
                  <a:lnTo>
                    <a:pt x="22078" y="55280"/>
                  </a:lnTo>
                  <a:lnTo>
                    <a:pt x="21676" y="54304"/>
                  </a:lnTo>
                  <a:lnTo>
                    <a:pt x="20571" y="51423"/>
                  </a:lnTo>
                  <a:lnTo>
                    <a:pt x="20305" y="50728"/>
                  </a:lnTo>
                  <a:lnTo>
                    <a:pt x="20024" y="49995"/>
                  </a:lnTo>
                  <a:lnTo>
                    <a:pt x="19955" y="49814"/>
                  </a:lnTo>
                  <a:lnTo>
                    <a:pt x="19614" y="48926"/>
                  </a:lnTo>
                  <a:lnTo>
                    <a:pt x="18719" y="46591"/>
                  </a:lnTo>
                  <a:lnTo>
                    <a:pt x="18488" y="45988"/>
                  </a:lnTo>
                  <a:lnTo>
                    <a:pt x="18070" y="44896"/>
                  </a:lnTo>
                  <a:lnTo>
                    <a:pt x="17215" y="42665"/>
                  </a:lnTo>
                  <a:lnTo>
                    <a:pt x="17130" y="42444"/>
                  </a:lnTo>
                  <a:lnTo>
                    <a:pt x="16620" y="42539"/>
                  </a:lnTo>
                  <a:lnTo>
                    <a:pt x="14138" y="43000"/>
                  </a:lnTo>
                  <a:lnTo>
                    <a:pt x="11936" y="43404"/>
                  </a:lnTo>
                  <a:lnTo>
                    <a:pt x="11436" y="43500"/>
                  </a:lnTo>
                  <a:lnTo>
                    <a:pt x="11162" y="43553"/>
                  </a:lnTo>
                  <a:lnTo>
                    <a:pt x="9041" y="43948"/>
                  </a:lnTo>
                  <a:lnTo>
                    <a:pt x="7906" y="44159"/>
                  </a:lnTo>
                  <a:lnTo>
                    <a:pt x="7193" y="41214"/>
                  </a:lnTo>
                  <a:lnTo>
                    <a:pt x="7142" y="40974"/>
                  </a:lnTo>
                  <a:lnTo>
                    <a:pt x="6557" y="38337"/>
                  </a:lnTo>
                  <a:lnTo>
                    <a:pt x="6310" y="37223"/>
                  </a:lnTo>
                  <a:lnTo>
                    <a:pt x="6220" y="36905"/>
                  </a:lnTo>
                  <a:lnTo>
                    <a:pt x="6059" y="36340"/>
                  </a:lnTo>
                  <a:lnTo>
                    <a:pt x="5366" y="33898"/>
                  </a:lnTo>
                  <a:lnTo>
                    <a:pt x="5171" y="33212"/>
                  </a:lnTo>
                  <a:lnTo>
                    <a:pt x="5037" y="32947"/>
                  </a:lnTo>
                  <a:lnTo>
                    <a:pt x="4836" y="32562"/>
                  </a:lnTo>
                  <a:lnTo>
                    <a:pt x="3802" y="30579"/>
                  </a:lnTo>
                  <a:lnTo>
                    <a:pt x="3461" y="29924"/>
                  </a:lnTo>
                  <a:lnTo>
                    <a:pt x="3088" y="29201"/>
                  </a:lnTo>
                  <a:lnTo>
                    <a:pt x="2869" y="28785"/>
                  </a:lnTo>
                  <a:lnTo>
                    <a:pt x="2586" y="28222"/>
                  </a:lnTo>
                  <a:lnTo>
                    <a:pt x="2152" y="27361"/>
                  </a:lnTo>
                  <a:lnTo>
                    <a:pt x="1459" y="25985"/>
                  </a:lnTo>
                  <a:lnTo>
                    <a:pt x="349" y="23781"/>
                  </a:lnTo>
                  <a:lnTo>
                    <a:pt x="0" y="23087"/>
                  </a:lnTo>
                  <a:lnTo>
                    <a:pt x="2622" y="22002"/>
                  </a:lnTo>
                  <a:lnTo>
                    <a:pt x="4080" y="21399"/>
                  </a:lnTo>
                  <a:lnTo>
                    <a:pt x="4875" y="21118"/>
                  </a:lnTo>
                  <a:lnTo>
                    <a:pt x="6412" y="20575"/>
                  </a:lnTo>
                  <a:lnTo>
                    <a:pt x="7621" y="20204"/>
                  </a:lnTo>
                  <a:lnTo>
                    <a:pt x="8358" y="19978"/>
                  </a:lnTo>
                  <a:lnTo>
                    <a:pt x="9014" y="19865"/>
                  </a:lnTo>
                  <a:lnTo>
                    <a:pt x="10779" y="19562"/>
                  </a:lnTo>
                  <a:lnTo>
                    <a:pt x="11745" y="19396"/>
                  </a:lnTo>
                  <a:lnTo>
                    <a:pt x="12137" y="19345"/>
                  </a:lnTo>
                  <a:lnTo>
                    <a:pt x="12023" y="17450"/>
                  </a:lnTo>
                  <a:lnTo>
                    <a:pt x="11991" y="16921"/>
                  </a:lnTo>
                  <a:lnTo>
                    <a:pt x="11959" y="16388"/>
                  </a:lnTo>
                  <a:lnTo>
                    <a:pt x="11947" y="16197"/>
                  </a:lnTo>
                  <a:lnTo>
                    <a:pt x="11904" y="15472"/>
                  </a:lnTo>
                  <a:lnTo>
                    <a:pt x="12008" y="14222"/>
                  </a:lnTo>
                  <a:lnTo>
                    <a:pt x="11973" y="13936"/>
                  </a:lnTo>
                  <a:lnTo>
                    <a:pt x="11871" y="13111"/>
                  </a:lnTo>
                  <a:lnTo>
                    <a:pt x="11696" y="11697"/>
                  </a:lnTo>
                  <a:lnTo>
                    <a:pt x="11561" y="10609"/>
                  </a:lnTo>
                  <a:lnTo>
                    <a:pt x="11403" y="9335"/>
                  </a:lnTo>
                  <a:lnTo>
                    <a:pt x="11258" y="8131"/>
                  </a:lnTo>
                  <a:lnTo>
                    <a:pt x="11084" y="6251"/>
                  </a:lnTo>
                  <a:lnTo>
                    <a:pt x="10989" y="5225"/>
                  </a:lnTo>
                  <a:lnTo>
                    <a:pt x="10950" y="4804"/>
                  </a:lnTo>
                  <a:lnTo>
                    <a:pt x="10929" y="4582"/>
                  </a:lnTo>
                  <a:lnTo>
                    <a:pt x="10821" y="3418"/>
                  </a:lnTo>
                  <a:lnTo>
                    <a:pt x="10791" y="3092"/>
                  </a:lnTo>
                  <a:lnTo>
                    <a:pt x="10744" y="0"/>
                  </a:lnTo>
                  <a:lnTo>
                    <a:pt x="13839" y="121"/>
                  </a:lnTo>
                  <a:lnTo>
                    <a:pt x="14492" y="147"/>
                  </a:lnTo>
                  <a:lnTo>
                    <a:pt x="14972" y="166"/>
                  </a:lnTo>
                  <a:lnTo>
                    <a:pt x="15796" y="198"/>
                  </a:lnTo>
                  <a:lnTo>
                    <a:pt x="16923" y="597"/>
                  </a:lnTo>
                  <a:lnTo>
                    <a:pt x="17404" y="768"/>
                  </a:lnTo>
                  <a:lnTo>
                    <a:pt x="19012" y="1337"/>
                  </a:lnTo>
                  <a:lnTo>
                    <a:pt x="19143" y="13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3003351" y="4763250"/>
              <a:ext cx="94610" cy="94531"/>
            </a:xfrm>
            <a:custGeom>
              <a:avLst/>
              <a:pathLst>
                <a:path w="94610" h="94531">
                  <a:moveTo>
                    <a:pt x="77491" y="32667"/>
                  </a:moveTo>
                  <a:lnTo>
                    <a:pt x="77785" y="33015"/>
                  </a:lnTo>
                  <a:lnTo>
                    <a:pt x="79470" y="31519"/>
                  </a:lnTo>
                  <a:lnTo>
                    <a:pt x="79917" y="31122"/>
                  </a:lnTo>
                  <a:lnTo>
                    <a:pt x="80722" y="30407"/>
                  </a:lnTo>
                  <a:lnTo>
                    <a:pt x="80802" y="30565"/>
                  </a:lnTo>
                  <a:lnTo>
                    <a:pt x="80935" y="30825"/>
                  </a:lnTo>
                  <a:lnTo>
                    <a:pt x="81294" y="31519"/>
                  </a:lnTo>
                  <a:lnTo>
                    <a:pt x="82125" y="32993"/>
                  </a:lnTo>
                  <a:lnTo>
                    <a:pt x="82453" y="33454"/>
                  </a:lnTo>
                  <a:lnTo>
                    <a:pt x="82774" y="33916"/>
                  </a:lnTo>
                  <a:lnTo>
                    <a:pt x="83199" y="34528"/>
                  </a:lnTo>
                  <a:lnTo>
                    <a:pt x="83659" y="34853"/>
                  </a:lnTo>
                  <a:lnTo>
                    <a:pt x="83807" y="34958"/>
                  </a:lnTo>
                  <a:lnTo>
                    <a:pt x="84619" y="35940"/>
                  </a:lnTo>
                  <a:lnTo>
                    <a:pt x="85303" y="36688"/>
                  </a:lnTo>
                  <a:lnTo>
                    <a:pt x="85547" y="36939"/>
                  </a:lnTo>
                  <a:lnTo>
                    <a:pt x="86093" y="37500"/>
                  </a:lnTo>
                  <a:lnTo>
                    <a:pt x="86584" y="37934"/>
                  </a:lnTo>
                  <a:lnTo>
                    <a:pt x="86841" y="38162"/>
                  </a:lnTo>
                  <a:lnTo>
                    <a:pt x="87873" y="38899"/>
                  </a:lnTo>
                  <a:lnTo>
                    <a:pt x="88037" y="39016"/>
                  </a:lnTo>
                  <a:lnTo>
                    <a:pt x="89255" y="40020"/>
                  </a:lnTo>
                  <a:lnTo>
                    <a:pt x="89964" y="40669"/>
                  </a:lnTo>
                  <a:lnTo>
                    <a:pt x="90694" y="41169"/>
                  </a:lnTo>
                  <a:lnTo>
                    <a:pt x="91242" y="41585"/>
                  </a:lnTo>
                  <a:lnTo>
                    <a:pt x="91461" y="41739"/>
                  </a:lnTo>
                  <a:lnTo>
                    <a:pt x="92404" y="42506"/>
                  </a:lnTo>
                  <a:lnTo>
                    <a:pt x="92755" y="42747"/>
                  </a:lnTo>
                  <a:lnTo>
                    <a:pt x="93544" y="43360"/>
                  </a:lnTo>
                  <a:lnTo>
                    <a:pt x="94091" y="43799"/>
                  </a:lnTo>
                  <a:lnTo>
                    <a:pt x="94610" y="44194"/>
                  </a:lnTo>
                  <a:lnTo>
                    <a:pt x="94361" y="44509"/>
                  </a:lnTo>
                  <a:lnTo>
                    <a:pt x="90381" y="49568"/>
                  </a:lnTo>
                  <a:lnTo>
                    <a:pt x="88118" y="52444"/>
                  </a:lnTo>
                  <a:lnTo>
                    <a:pt x="83538" y="58266"/>
                  </a:lnTo>
                  <a:lnTo>
                    <a:pt x="81518" y="60833"/>
                  </a:lnTo>
                  <a:lnTo>
                    <a:pt x="80613" y="61983"/>
                  </a:lnTo>
                  <a:lnTo>
                    <a:pt x="78776" y="64318"/>
                  </a:lnTo>
                  <a:lnTo>
                    <a:pt x="78025" y="65273"/>
                  </a:lnTo>
                  <a:lnTo>
                    <a:pt x="75995" y="67852"/>
                  </a:lnTo>
                  <a:lnTo>
                    <a:pt x="74649" y="69564"/>
                  </a:lnTo>
                  <a:lnTo>
                    <a:pt x="69478" y="76135"/>
                  </a:lnTo>
                  <a:lnTo>
                    <a:pt x="69126" y="76583"/>
                  </a:lnTo>
                  <a:lnTo>
                    <a:pt x="68870" y="76927"/>
                  </a:lnTo>
                  <a:lnTo>
                    <a:pt x="66886" y="79594"/>
                  </a:lnTo>
                  <a:lnTo>
                    <a:pt x="66024" y="80753"/>
                  </a:lnTo>
                  <a:lnTo>
                    <a:pt x="65868" y="80962"/>
                  </a:lnTo>
                  <a:lnTo>
                    <a:pt x="65745" y="81293"/>
                  </a:lnTo>
                  <a:lnTo>
                    <a:pt x="65010" y="83268"/>
                  </a:lnTo>
                  <a:lnTo>
                    <a:pt x="63537" y="87227"/>
                  </a:lnTo>
                  <a:lnTo>
                    <a:pt x="63090" y="88430"/>
                  </a:lnTo>
                  <a:lnTo>
                    <a:pt x="62917" y="88339"/>
                  </a:lnTo>
                  <a:lnTo>
                    <a:pt x="62654" y="88201"/>
                  </a:lnTo>
                  <a:lnTo>
                    <a:pt x="61505" y="87599"/>
                  </a:lnTo>
                  <a:lnTo>
                    <a:pt x="58427" y="86157"/>
                  </a:lnTo>
                  <a:lnTo>
                    <a:pt x="57060" y="85516"/>
                  </a:lnTo>
                  <a:lnTo>
                    <a:pt x="56738" y="85351"/>
                  </a:lnTo>
                  <a:lnTo>
                    <a:pt x="56438" y="85196"/>
                  </a:lnTo>
                  <a:lnTo>
                    <a:pt x="56299" y="85125"/>
                  </a:lnTo>
                  <a:lnTo>
                    <a:pt x="56062" y="85002"/>
                  </a:lnTo>
                  <a:lnTo>
                    <a:pt x="55114" y="84515"/>
                  </a:lnTo>
                  <a:lnTo>
                    <a:pt x="53201" y="83530"/>
                  </a:lnTo>
                  <a:lnTo>
                    <a:pt x="52557" y="83199"/>
                  </a:lnTo>
                  <a:lnTo>
                    <a:pt x="51948" y="82886"/>
                  </a:lnTo>
                  <a:lnTo>
                    <a:pt x="51167" y="82484"/>
                  </a:lnTo>
                  <a:lnTo>
                    <a:pt x="49611" y="81683"/>
                  </a:lnTo>
                  <a:lnTo>
                    <a:pt x="49437" y="81583"/>
                  </a:lnTo>
                  <a:lnTo>
                    <a:pt x="48856" y="82798"/>
                  </a:lnTo>
                  <a:lnTo>
                    <a:pt x="47869" y="84855"/>
                  </a:lnTo>
                  <a:lnTo>
                    <a:pt x="43985" y="92313"/>
                  </a:lnTo>
                  <a:lnTo>
                    <a:pt x="43768" y="93169"/>
                  </a:lnTo>
                  <a:lnTo>
                    <a:pt x="43712" y="93390"/>
                  </a:lnTo>
                  <a:lnTo>
                    <a:pt x="41604" y="91980"/>
                  </a:lnTo>
                  <a:lnTo>
                    <a:pt x="38276" y="90151"/>
                  </a:lnTo>
                  <a:lnTo>
                    <a:pt x="33840" y="87713"/>
                  </a:lnTo>
                  <a:lnTo>
                    <a:pt x="33497" y="87574"/>
                  </a:lnTo>
                  <a:lnTo>
                    <a:pt x="32269" y="89495"/>
                  </a:lnTo>
                  <a:lnTo>
                    <a:pt x="31852" y="90374"/>
                  </a:lnTo>
                  <a:lnTo>
                    <a:pt x="30133" y="93991"/>
                  </a:lnTo>
                  <a:lnTo>
                    <a:pt x="29876" y="94531"/>
                  </a:lnTo>
                  <a:lnTo>
                    <a:pt x="24313" y="91673"/>
                  </a:lnTo>
                  <a:lnTo>
                    <a:pt x="20672" y="89802"/>
                  </a:lnTo>
                  <a:lnTo>
                    <a:pt x="19262" y="89078"/>
                  </a:lnTo>
                  <a:lnTo>
                    <a:pt x="16267" y="87539"/>
                  </a:lnTo>
                  <a:lnTo>
                    <a:pt x="15342" y="87064"/>
                  </a:lnTo>
                  <a:lnTo>
                    <a:pt x="14709" y="86733"/>
                  </a:lnTo>
                  <a:lnTo>
                    <a:pt x="13967" y="86344"/>
                  </a:lnTo>
                  <a:lnTo>
                    <a:pt x="10191" y="84368"/>
                  </a:lnTo>
                  <a:lnTo>
                    <a:pt x="9451" y="83983"/>
                  </a:lnTo>
                  <a:lnTo>
                    <a:pt x="4738" y="81530"/>
                  </a:lnTo>
                  <a:lnTo>
                    <a:pt x="0" y="79064"/>
                  </a:lnTo>
                  <a:lnTo>
                    <a:pt x="218" y="78672"/>
                  </a:lnTo>
                  <a:lnTo>
                    <a:pt x="329" y="78474"/>
                  </a:lnTo>
                  <a:lnTo>
                    <a:pt x="1727" y="75968"/>
                  </a:lnTo>
                  <a:lnTo>
                    <a:pt x="2052" y="75385"/>
                  </a:lnTo>
                  <a:lnTo>
                    <a:pt x="3698" y="72435"/>
                  </a:lnTo>
                  <a:lnTo>
                    <a:pt x="4000" y="71893"/>
                  </a:lnTo>
                  <a:lnTo>
                    <a:pt x="4646" y="70735"/>
                  </a:lnTo>
                  <a:lnTo>
                    <a:pt x="5117" y="69896"/>
                  </a:lnTo>
                  <a:lnTo>
                    <a:pt x="5957" y="68402"/>
                  </a:lnTo>
                  <a:lnTo>
                    <a:pt x="6831" y="66845"/>
                  </a:lnTo>
                  <a:lnTo>
                    <a:pt x="7145" y="66286"/>
                  </a:lnTo>
                  <a:lnTo>
                    <a:pt x="7202" y="65885"/>
                  </a:lnTo>
                  <a:lnTo>
                    <a:pt x="7305" y="65172"/>
                  </a:lnTo>
                  <a:lnTo>
                    <a:pt x="8586" y="62948"/>
                  </a:lnTo>
                  <a:lnTo>
                    <a:pt x="9411" y="61515"/>
                  </a:lnTo>
                  <a:lnTo>
                    <a:pt x="11362" y="58127"/>
                  </a:lnTo>
                  <a:lnTo>
                    <a:pt x="11499" y="57876"/>
                  </a:lnTo>
                  <a:lnTo>
                    <a:pt x="11669" y="57565"/>
                  </a:lnTo>
                  <a:lnTo>
                    <a:pt x="12033" y="56899"/>
                  </a:lnTo>
                  <a:lnTo>
                    <a:pt x="12699" y="55682"/>
                  </a:lnTo>
                  <a:lnTo>
                    <a:pt x="13868" y="53543"/>
                  </a:lnTo>
                  <a:lnTo>
                    <a:pt x="15358" y="50817"/>
                  </a:lnTo>
                  <a:lnTo>
                    <a:pt x="16240" y="49204"/>
                  </a:lnTo>
                  <a:lnTo>
                    <a:pt x="16438" y="48833"/>
                  </a:lnTo>
                  <a:lnTo>
                    <a:pt x="16605" y="48520"/>
                  </a:lnTo>
                  <a:lnTo>
                    <a:pt x="17485" y="46875"/>
                  </a:lnTo>
                  <a:lnTo>
                    <a:pt x="19400" y="43291"/>
                  </a:lnTo>
                  <a:lnTo>
                    <a:pt x="20628" y="40994"/>
                  </a:lnTo>
                  <a:lnTo>
                    <a:pt x="21344" y="40077"/>
                  </a:lnTo>
                  <a:lnTo>
                    <a:pt x="22001" y="39234"/>
                  </a:lnTo>
                  <a:lnTo>
                    <a:pt x="23042" y="38327"/>
                  </a:lnTo>
                  <a:lnTo>
                    <a:pt x="23817" y="37445"/>
                  </a:lnTo>
                  <a:lnTo>
                    <a:pt x="24631" y="36618"/>
                  </a:lnTo>
                  <a:lnTo>
                    <a:pt x="24865" y="36405"/>
                  </a:lnTo>
                  <a:lnTo>
                    <a:pt x="26911" y="34549"/>
                  </a:lnTo>
                  <a:lnTo>
                    <a:pt x="29298" y="32407"/>
                  </a:lnTo>
                  <a:lnTo>
                    <a:pt x="29923" y="31847"/>
                  </a:lnTo>
                  <a:lnTo>
                    <a:pt x="30109" y="31680"/>
                  </a:lnTo>
                  <a:lnTo>
                    <a:pt x="32832" y="29238"/>
                  </a:lnTo>
                  <a:lnTo>
                    <a:pt x="34422" y="27818"/>
                  </a:lnTo>
                  <a:lnTo>
                    <a:pt x="36946" y="25566"/>
                  </a:lnTo>
                  <a:lnTo>
                    <a:pt x="37891" y="24810"/>
                  </a:lnTo>
                  <a:lnTo>
                    <a:pt x="38608" y="24237"/>
                  </a:lnTo>
                  <a:lnTo>
                    <a:pt x="39274" y="23706"/>
                  </a:lnTo>
                  <a:lnTo>
                    <a:pt x="39902" y="23122"/>
                  </a:lnTo>
                  <a:lnTo>
                    <a:pt x="40361" y="22448"/>
                  </a:lnTo>
                  <a:lnTo>
                    <a:pt x="40842" y="21470"/>
                  </a:lnTo>
                  <a:lnTo>
                    <a:pt x="40965" y="21220"/>
                  </a:lnTo>
                  <a:lnTo>
                    <a:pt x="41437" y="20182"/>
                  </a:lnTo>
                  <a:lnTo>
                    <a:pt x="41646" y="19834"/>
                  </a:lnTo>
                  <a:lnTo>
                    <a:pt x="41878" y="19265"/>
                  </a:lnTo>
                  <a:lnTo>
                    <a:pt x="41966" y="18889"/>
                  </a:lnTo>
                  <a:lnTo>
                    <a:pt x="42111" y="18640"/>
                  </a:lnTo>
                  <a:lnTo>
                    <a:pt x="42271" y="18112"/>
                  </a:lnTo>
                  <a:lnTo>
                    <a:pt x="42463" y="17599"/>
                  </a:lnTo>
                  <a:lnTo>
                    <a:pt x="42679" y="16846"/>
                  </a:lnTo>
                  <a:lnTo>
                    <a:pt x="43082" y="16059"/>
                  </a:lnTo>
                  <a:lnTo>
                    <a:pt x="43147" y="15519"/>
                  </a:lnTo>
                  <a:lnTo>
                    <a:pt x="43194" y="15130"/>
                  </a:lnTo>
                  <a:lnTo>
                    <a:pt x="43321" y="14073"/>
                  </a:lnTo>
                  <a:lnTo>
                    <a:pt x="43393" y="13442"/>
                  </a:lnTo>
                  <a:lnTo>
                    <a:pt x="43475" y="12725"/>
                  </a:lnTo>
                  <a:lnTo>
                    <a:pt x="43886" y="11059"/>
                  </a:lnTo>
                  <a:lnTo>
                    <a:pt x="43956" y="10776"/>
                  </a:lnTo>
                  <a:lnTo>
                    <a:pt x="44345" y="9889"/>
                  </a:lnTo>
                  <a:lnTo>
                    <a:pt x="44635" y="9230"/>
                  </a:lnTo>
                  <a:lnTo>
                    <a:pt x="44995" y="8435"/>
                  </a:lnTo>
                  <a:lnTo>
                    <a:pt x="45215" y="8006"/>
                  </a:lnTo>
                  <a:lnTo>
                    <a:pt x="45514" y="7424"/>
                  </a:lnTo>
                  <a:lnTo>
                    <a:pt x="45639" y="7181"/>
                  </a:lnTo>
                  <a:lnTo>
                    <a:pt x="45806" y="6855"/>
                  </a:lnTo>
                  <a:lnTo>
                    <a:pt x="46439" y="5622"/>
                  </a:lnTo>
                  <a:lnTo>
                    <a:pt x="47748" y="3566"/>
                  </a:lnTo>
                  <a:lnTo>
                    <a:pt x="48839" y="1602"/>
                  </a:lnTo>
                  <a:lnTo>
                    <a:pt x="49014" y="1369"/>
                  </a:lnTo>
                  <a:lnTo>
                    <a:pt x="49658" y="520"/>
                  </a:lnTo>
                  <a:lnTo>
                    <a:pt x="50249" y="0"/>
                  </a:lnTo>
                  <a:lnTo>
                    <a:pt x="53459" y="3622"/>
                  </a:lnTo>
                  <a:lnTo>
                    <a:pt x="53712" y="3908"/>
                  </a:lnTo>
                  <a:lnTo>
                    <a:pt x="57142" y="7778"/>
                  </a:lnTo>
                  <a:lnTo>
                    <a:pt x="60462" y="11525"/>
                  </a:lnTo>
                  <a:lnTo>
                    <a:pt x="60779" y="11883"/>
                  </a:lnTo>
                  <a:lnTo>
                    <a:pt x="60975" y="12105"/>
                  </a:lnTo>
                  <a:lnTo>
                    <a:pt x="62188" y="13442"/>
                  </a:lnTo>
                  <a:lnTo>
                    <a:pt x="63616" y="15016"/>
                  </a:lnTo>
                  <a:lnTo>
                    <a:pt x="63999" y="15439"/>
                  </a:lnTo>
                  <a:lnTo>
                    <a:pt x="67629" y="19442"/>
                  </a:lnTo>
                  <a:lnTo>
                    <a:pt x="66662" y="20308"/>
                  </a:lnTo>
                  <a:lnTo>
                    <a:pt x="67712" y="21422"/>
                  </a:lnTo>
                  <a:lnTo>
                    <a:pt x="69296" y="23220"/>
                  </a:lnTo>
                  <a:lnTo>
                    <a:pt x="70384" y="24456"/>
                  </a:lnTo>
                  <a:lnTo>
                    <a:pt x="70506" y="24594"/>
                  </a:lnTo>
                  <a:lnTo>
                    <a:pt x="73804" y="28339"/>
                  </a:lnTo>
                  <a:lnTo>
                    <a:pt x="73970" y="28528"/>
                  </a:lnTo>
                  <a:lnTo>
                    <a:pt x="74563" y="29202"/>
                  </a:lnTo>
                  <a:lnTo>
                    <a:pt x="76521" y="31519"/>
                  </a:lnTo>
                  <a:lnTo>
                    <a:pt x="76918" y="31989"/>
                  </a:lnTo>
                  <a:lnTo>
                    <a:pt x="77348" y="3249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3097984" y="4780817"/>
              <a:ext cx="72176" cy="87004"/>
            </a:xfrm>
            <a:custGeom>
              <a:avLst/>
              <a:pathLst>
                <a:path w="72176" h="87004">
                  <a:moveTo>
                    <a:pt x="25038" y="2282"/>
                  </a:moveTo>
                  <a:lnTo>
                    <a:pt x="26759" y="3319"/>
                  </a:lnTo>
                  <a:lnTo>
                    <a:pt x="27029" y="2987"/>
                  </a:lnTo>
                  <a:lnTo>
                    <a:pt x="27800" y="2040"/>
                  </a:lnTo>
                  <a:lnTo>
                    <a:pt x="27978" y="2171"/>
                  </a:lnTo>
                  <a:lnTo>
                    <a:pt x="30259" y="3858"/>
                  </a:lnTo>
                  <a:lnTo>
                    <a:pt x="32769" y="5723"/>
                  </a:lnTo>
                  <a:lnTo>
                    <a:pt x="33315" y="6129"/>
                  </a:lnTo>
                  <a:lnTo>
                    <a:pt x="32031" y="7415"/>
                  </a:lnTo>
                  <a:lnTo>
                    <a:pt x="32296" y="7639"/>
                  </a:lnTo>
                  <a:lnTo>
                    <a:pt x="33295" y="8482"/>
                  </a:lnTo>
                  <a:lnTo>
                    <a:pt x="34548" y="9540"/>
                  </a:lnTo>
                  <a:lnTo>
                    <a:pt x="34748" y="9709"/>
                  </a:lnTo>
                  <a:lnTo>
                    <a:pt x="36758" y="11129"/>
                  </a:lnTo>
                  <a:lnTo>
                    <a:pt x="37487" y="11643"/>
                  </a:lnTo>
                  <a:lnTo>
                    <a:pt x="37479" y="12564"/>
                  </a:lnTo>
                  <a:lnTo>
                    <a:pt x="38006" y="12951"/>
                  </a:lnTo>
                  <a:lnTo>
                    <a:pt x="40699" y="14933"/>
                  </a:lnTo>
                  <a:lnTo>
                    <a:pt x="42691" y="16366"/>
                  </a:lnTo>
                  <a:lnTo>
                    <a:pt x="43100" y="16612"/>
                  </a:lnTo>
                  <a:lnTo>
                    <a:pt x="43302" y="16733"/>
                  </a:lnTo>
                  <a:lnTo>
                    <a:pt x="43790" y="17126"/>
                  </a:lnTo>
                  <a:lnTo>
                    <a:pt x="44221" y="17473"/>
                  </a:lnTo>
                  <a:lnTo>
                    <a:pt x="45436" y="18450"/>
                  </a:lnTo>
                  <a:lnTo>
                    <a:pt x="46480" y="19296"/>
                  </a:lnTo>
                  <a:lnTo>
                    <a:pt x="46651" y="19445"/>
                  </a:lnTo>
                  <a:lnTo>
                    <a:pt x="47439" y="20126"/>
                  </a:lnTo>
                  <a:lnTo>
                    <a:pt x="48100" y="20698"/>
                  </a:lnTo>
                  <a:lnTo>
                    <a:pt x="48413" y="20968"/>
                  </a:lnTo>
                  <a:lnTo>
                    <a:pt x="49071" y="21537"/>
                  </a:lnTo>
                  <a:lnTo>
                    <a:pt x="49228" y="21673"/>
                  </a:lnTo>
                  <a:lnTo>
                    <a:pt x="50087" y="22415"/>
                  </a:lnTo>
                  <a:lnTo>
                    <a:pt x="50297" y="22601"/>
                  </a:lnTo>
                  <a:lnTo>
                    <a:pt x="50463" y="22737"/>
                  </a:lnTo>
                  <a:lnTo>
                    <a:pt x="50984" y="23163"/>
                  </a:lnTo>
                  <a:lnTo>
                    <a:pt x="52135" y="24105"/>
                  </a:lnTo>
                  <a:lnTo>
                    <a:pt x="52629" y="24509"/>
                  </a:lnTo>
                  <a:lnTo>
                    <a:pt x="54000" y="25630"/>
                  </a:lnTo>
                  <a:lnTo>
                    <a:pt x="54374" y="25936"/>
                  </a:lnTo>
                  <a:lnTo>
                    <a:pt x="54588" y="26111"/>
                  </a:lnTo>
                  <a:lnTo>
                    <a:pt x="54859" y="26332"/>
                  </a:lnTo>
                  <a:lnTo>
                    <a:pt x="55400" y="26773"/>
                  </a:lnTo>
                  <a:lnTo>
                    <a:pt x="56396" y="27585"/>
                  </a:lnTo>
                  <a:lnTo>
                    <a:pt x="56884" y="27983"/>
                  </a:lnTo>
                  <a:lnTo>
                    <a:pt x="57254" y="28285"/>
                  </a:lnTo>
                  <a:lnTo>
                    <a:pt x="57404" y="28418"/>
                  </a:lnTo>
                  <a:lnTo>
                    <a:pt x="57871" y="28831"/>
                  </a:lnTo>
                  <a:lnTo>
                    <a:pt x="58103" y="29036"/>
                  </a:lnTo>
                  <a:lnTo>
                    <a:pt x="58318" y="29068"/>
                  </a:lnTo>
                  <a:lnTo>
                    <a:pt x="58944" y="29185"/>
                  </a:lnTo>
                  <a:lnTo>
                    <a:pt x="59506" y="29290"/>
                  </a:lnTo>
                  <a:lnTo>
                    <a:pt x="60040" y="29524"/>
                  </a:lnTo>
                  <a:lnTo>
                    <a:pt x="60499" y="29726"/>
                  </a:lnTo>
                  <a:lnTo>
                    <a:pt x="61572" y="30198"/>
                  </a:lnTo>
                  <a:lnTo>
                    <a:pt x="61937" y="30358"/>
                  </a:lnTo>
                  <a:lnTo>
                    <a:pt x="62114" y="30433"/>
                  </a:lnTo>
                  <a:lnTo>
                    <a:pt x="62796" y="30570"/>
                  </a:lnTo>
                  <a:lnTo>
                    <a:pt x="62604" y="28824"/>
                  </a:lnTo>
                  <a:lnTo>
                    <a:pt x="62531" y="28684"/>
                  </a:lnTo>
                  <a:lnTo>
                    <a:pt x="61963" y="27590"/>
                  </a:lnTo>
                  <a:lnTo>
                    <a:pt x="61183" y="26510"/>
                  </a:lnTo>
                  <a:lnTo>
                    <a:pt x="61991" y="26216"/>
                  </a:lnTo>
                  <a:lnTo>
                    <a:pt x="62606" y="25994"/>
                  </a:lnTo>
                  <a:lnTo>
                    <a:pt x="63057" y="25173"/>
                  </a:lnTo>
                  <a:lnTo>
                    <a:pt x="63743" y="25343"/>
                  </a:lnTo>
                  <a:lnTo>
                    <a:pt x="63979" y="25711"/>
                  </a:lnTo>
                  <a:lnTo>
                    <a:pt x="64341" y="26921"/>
                  </a:lnTo>
                  <a:lnTo>
                    <a:pt x="64762" y="27413"/>
                  </a:lnTo>
                  <a:lnTo>
                    <a:pt x="65393" y="28152"/>
                  </a:lnTo>
                  <a:lnTo>
                    <a:pt x="66042" y="28468"/>
                  </a:lnTo>
                  <a:lnTo>
                    <a:pt x="66209" y="28549"/>
                  </a:lnTo>
                  <a:lnTo>
                    <a:pt x="66907" y="28888"/>
                  </a:lnTo>
                  <a:lnTo>
                    <a:pt x="67982" y="28830"/>
                  </a:lnTo>
                  <a:lnTo>
                    <a:pt x="68277" y="28841"/>
                  </a:lnTo>
                  <a:lnTo>
                    <a:pt x="68963" y="28869"/>
                  </a:lnTo>
                  <a:lnTo>
                    <a:pt x="69128" y="28875"/>
                  </a:lnTo>
                  <a:lnTo>
                    <a:pt x="69262" y="29104"/>
                  </a:lnTo>
                  <a:lnTo>
                    <a:pt x="69444" y="29416"/>
                  </a:lnTo>
                  <a:lnTo>
                    <a:pt x="69593" y="29672"/>
                  </a:lnTo>
                  <a:lnTo>
                    <a:pt x="69942" y="30270"/>
                  </a:lnTo>
                  <a:lnTo>
                    <a:pt x="70805" y="31758"/>
                  </a:lnTo>
                  <a:lnTo>
                    <a:pt x="71357" y="32709"/>
                  </a:lnTo>
                  <a:lnTo>
                    <a:pt x="71733" y="33357"/>
                  </a:lnTo>
                  <a:lnTo>
                    <a:pt x="72176" y="34121"/>
                  </a:lnTo>
                  <a:lnTo>
                    <a:pt x="70180" y="37254"/>
                  </a:lnTo>
                  <a:lnTo>
                    <a:pt x="69097" y="38842"/>
                  </a:lnTo>
                  <a:lnTo>
                    <a:pt x="67870" y="41004"/>
                  </a:lnTo>
                  <a:lnTo>
                    <a:pt x="66997" y="41830"/>
                  </a:lnTo>
                  <a:lnTo>
                    <a:pt x="66487" y="42312"/>
                  </a:lnTo>
                  <a:lnTo>
                    <a:pt x="65343" y="43395"/>
                  </a:lnTo>
                  <a:lnTo>
                    <a:pt x="65109" y="43935"/>
                  </a:lnTo>
                  <a:lnTo>
                    <a:pt x="63595" y="47443"/>
                  </a:lnTo>
                  <a:lnTo>
                    <a:pt x="63235" y="47641"/>
                  </a:lnTo>
                  <a:lnTo>
                    <a:pt x="62462" y="48154"/>
                  </a:lnTo>
                  <a:lnTo>
                    <a:pt x="63742" y="50321"/>
                  </a:lnTo>
                  <a:lnTo>
                    <a:pt x="63957" y="52796"/>
                  </a:lnTo>
                  <a:lnTo>
                    <a:pt x="61566" y="53934"/>
                  </a:lnTo>
                  <a:lnTo>
                    <a:pt x="63262" y="55327"/>
                  </a:lnTo>
                  <a:lnTo>
                    <a:pt x="63040" y="55547"/>
                  </a:lnTo>
                  <a:lnTo>
                    <a:pt x="62846" y="55739"/>
                  </a:lnTo>
                  <a:lnTo>
                    <a:pt x="61360" y="57214"/>
                  </a:lnTo>
                  <a:lnTo>
                    <a:pt x="59371" y="59946"/>
                  </a:lnTo>
                  <a:lnTo>
                    <a:pt x="57427" y="61195"/>
                  </a:lnTo>
                  <a:lnTo>
                    <a:pt x="55502" y="62630"/>
                  </a:lnTo>
                  <a:lnTo>
                    <a:pt x="55023" y="62987"/>
                  </a:lnTo>
                  <a:lnTo>
                    <a:pt x="50848" y="66100"/>
                  </a:lnTo>
                  <a:lnTo>
                    <a:pt x="49918" y="65131"/>
                  </a:lnTo>
                  <a:lnTo>
                    <a:pt x="46374" y="66965"/>
                  </a:lnTo>
                  <a:lnTo>
                    <a:pt x="45353" y="66773"/>
                  </a:lnTo>
                  <a:lnTo>
                    <a:pt x="44665" y="66644"/>
                  </a:lnTo>
                  <a:lnTo>
                    <a:pt x="43423" y="66524"/>
                  </a:lnTo>
                  <a:lnTo>
                    <a:pt x="42128" y="66778"/>
                  </a:lnTo>
                  <a:lnTo>
                    <a:pt x="40713" y="67752"/>
                  </a:lnTo>
                  <a:lnTo>
                    <a:pt x="39888" y="68833"/>
                  </a:lnTo>
                  <a:lnTo>
                    <a:pt x="39607" y="69331"/>
                  </a:lnTo>
                  <a:lnTo>
                    <a:pt x="38987" y="70430"/>
                  </a:lnTo>
                  <a:lnTo>
                    <a:pt x="38827" y="71503"/>
                  </a:lnTo>
                  <a:lnTo>
                    <a:pt x="38827" y="73138"/>
                  </a:lnTo>
                  <a:lnTo>
                    <a:pt x="39040" y="73575"/>
                  </a:lnTo>
                  <a:lnTo>
                    <a:pt x="39202" y="73849"/>
                  </a:lnTo>
                  <a:lnTo>
                    <a:pt x="39904" y="75031"/>
                  </a:lnTo>
                  <a:lnTo>
                    <a:pt x="39167" y="75761"/>
                  </a:lnTo>
                  <a:lnTo>
                    <a:pt x="38659" y="76727"/>
                  </a:lnTo>
                  <a:lnTo>
                    <a:pt x="38270" y="77713"/>
                  </a:lnTo>
                  <a:lnTo>
                    <a:pt x="38120" y="78093"/>
                  </a:lnTo>
                  <a:lnTo>
                    <a:pt x="37944" y="78540"/>
                  </a:lnTo>
                  <a:lnTo>
                    <a:pt x="37762" y="79002"/>
                  </a:lnTo>
                  <a:lnTo>
                    <a:pt x="36976" y="81581"/>
                  </a:lnTo>
                  <a:lnTo>
                    <a:pt x="36683" y="84227"/>
                  </a:lnTo>
                  <a:lnTo>
                    <a:pt x="36734" y="85157"/>
                  </a:lnTo>
                  <a:lnTo>
                    <a:pt x="36918" y="86565"/>
                  </a:lnTo>
                  <a:lnTo>
                    <a:pt x="37084" y="87004"/>
                  </a:lnTo>
                  <a:lnTo>
                    <a:pt x="36194" y="86925"/>
                  </a:lnTo>
                  <a:lnTo>
                    <a:pt x="35026" y="86821"/>
                  </a:lnTo>
                  <a:lnTo>
                    <a:pt x="32790" y="86622"/>
                  </a:lnTo>
                  <a:lnTo>
                    <a:pt x="33518" y="85016"/>
                  </a:lnTo>
                  <a:lnTo>
                    <a:pt x="33580" y="84117"/>
                  </a:lnTo>
                  <a:lnTo>
                    <a:pt x="33590" y="83982"/>
                  </a:lnTo>
                  <a:lnTo>
                    <a:pt x="33635" y="83325"/>
                  </a:lnTo>
                  <a:lnTo>
                    <a:pt x="33407" y="81975"/>
                  </a:lnTo>
                  <a:lnTo>
                    <a:pt x="33233" y="80954"/>
                  </a:lnTo>
                  <a:lnTo>
                    <a:pt x="33365" y="77464"/>
                  </a:lnTo>
                  <a:lnTo>
                    <a:pt x="33408" y="76314"/>
                  </a:lnTo>
                  <a:lnTo>
                    <a:pt x="33011" y="76125"/>
                  </a:lnTo>
                  <a:lnTo>
                    <a:pt x="32181" y="75731"/>
                  </a:lnTo>
                  <a:lnTo>
                    <a:pt x="30952" y="75597"/>
                  </a:lnTo>
                  <a:lnTo>
                    <a:pt x="30321" y="75671"/>
                  </a:lnTo>
                  <a:lnTo>
                    <a:pt x="30162" y="75689"/>
                  </a:lnTo>
                  <a:lnTo>
                    <a:pt x="29105" y="75324"/>
                  </a:lnTo>
                  <a:lnTo>
                    <a:pt x="28065" y="74964"/>
                  </a:lnTo>
                  <a:lnTo>
                    <a:pt x="27453" y="74752"/>
                  </a:lnTo>
                  <a:lnTo>
                    <a:pt x="26712" y="74496"/>
                  </a:lnTo>
                  <a:lnTo>
                    <a:pt x="25009" y="73906"/>
                  </a:lnTo>
                  <a:lnTo>
                    <a:pt x="24476" y="73722"/>
                  </a:lnTo>
                  <a:lnTo>
                    <a:pt x="24070" y="73581"/>
                  </a:lnTo>
                  <a:lnTo>
                    <a:pt x="23959" y="71621"/>
                  </a:lnTo>
                  <a:lnTo>
                    <a:pt x="23321" y="70929"/>
                  </a:lnTo>
                  <a:lnTo>
                    <a:pt x="22960" y="70536"/>
                  </a:lnTo>
                  <a:lnTo>
                    <a:pt x="21697" y="68731"/>
                  </a:lnTo>
                  <a:lnTo>
                    <a:pt x="21168" y="67977"/>
                  </a:lnTo>
                  <a:lnTo>
                    <a:pt x="20238" y="66653"/>
                  </a:lnTo>
                  <a:lnTo>
                    <a:pt x="20000" y="66317"/>
                  </a:lnTo>
                  <a:lnTo>
                    <a:pt x="18851" y="64696"/>
                  </a:lnTo>
                  <a:lnTo>
                    <a:pt x="18755" y="64546"/>
                  </a:lnTo>
                  <a:lnTo>
                    <a:pt x="18502" y="64151"/>
                  </a:lnTo>
                  <a:lnTo>
                    <a:pt x="16023" y="60653"/>
                  </a:lnTo>
                  <a:lnTo>
                    <a:pt x="16043" y="60312"/>
                  </a:lnTo>
                  <a:lnTo>
                    <a:pt x="16271" y="60178"/>
                  </a:lnTo>
                  <a:lnTo>
                    <a:pt x="24445" y="55362"/>
                  </a:lnTo>
                  <a:lnTo>
                    <a:pt x="23546" y="53911"/>
                  </a:lnTo>
                  <a:lnTo>
                    <a:pt x="22022" y="51450"/>
                  </a:lnTo>
                  <a:lnTo>
                    <a:pt x="21921" y="51286"/>
                  </a:lnTo>
                  <a:lnTo>
                    <a:pt x="21105" y="49972"/>
                  </a:lnTo>
                  <a:lnTo>
                    <a:pt x="19478" y="47350"/>
                  </a:lnTo>
                  <a:lnTo>
                    <a:pt x="19341" y="47129"/>
                  </a:lnTo>
                  <a:lnTo>
                    <a:pt x="19023" y="46638"/>
                  </a:lnTo>
                  <a:lnTo>
                    <a:pt x="16118" y="42142"/>
                  </a:lnTo>
                  <a:lnTo>
                    <a:pt x="15954" y="41890"/>
                  </a:lnTo>
                  <a:lnTo>
                    <a:pt x="12836" y="37106"/>
                  </a:lnTo>
                  <a:lnTo>
                    <a:pt x="12536" y="36648"/>
                  </a:lnTo>
                  <a:lnTo>
                    <a:pt x="10053" y="32853"/>
                  </a:lnTo>
                  <a:lnTo>
                    <a:pt x="9803" y="32471"/>
                  </a:lnTo>
                  <a:lnTo>
                    <a:pt x="9617" y="32186"/>
                  </a:lnTo>
                  <a:lnTo>
                    <a:pt x="8558" y="32402"/>
                  </a:lnTo>
                  <a:lnTo>
                    <a:pt x="8354" y="32325"/>
                  </a:lnTo>
                  <a:lnTo>
                    <a:pt x="7399" y="31962"/>
                  </a:lnTo>
                  <a:lnTo>
                    <a:pt x="5556" y="30696"/>
                  </a:lnTo>
                  <a:lnTo>
                    <a:pt x="5197" y="30446"/>
                  </a:lnTo>
                  <a:lnTo>
                    <a:pt x="1210" y="27676"/>
                  </a:lnTo>
                  <a:lnTo>
                    <a:pt x="773" y="27287"/>
                  </a:lnTo>
                  <a:lnTo>
                    <a:pt x="296" y="26861"/>
                  </a:lnTo>
                  <a:lnTo>
                    <a:pt x="0" y="26597"/>
                  </a:lnTo>
                  <a:lnTo>
                    <a:pt x="731" y="25667"/>
                  </a:lnTo>
                  <a:lnTo>
                    <a:pt x="4914" y="20350"/>
                  </a:lnTo>
                  <a:lnTo>
                    <a:pt x="5059" y="20167"/>
                  </a:lnTo>
                  <a:lnTo>
                    <a:pt x="6764" y="17999"/>
                  </a:lnTo>
                  <a:lnTo>
                    <a:pt x="7158" y="17499"/>
                  </a:lnTo>
                  <a:lnTo>
                    <a:pt x="7820" y="16657"/>
                  </a:lnTo>
                  <a:lnTo>
                    <a:pt x="8092" y="16311"/>
                  </a:lnTo>
                  <a:lnTo>
                    <a:pt x="13362" y="9614"/>
                  </a:lnTo>
                  <a:lnTo>
                    <a:pt x="13571" y="9352"/>
                  </a:lnTo>
                  <a:lnTo>
                    <a:pt x="15947" y="6529"/>
                  </a:lnTo>
                  <a:lnTo>
                    <a:pt x="20943" y="592"/>
                  </a:lnTo>
                  <a:lnTo>
                    <a:pt x="21441" y="0"/>
                  </a:lnTo>
                  <a:lnTo>
                    <a:pt x="22111" y="412"/>
                  </a:lnTo>
                  <a:lnTo>
                    <a:pt x="22525" y="66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3065640" y="4807415"/>
              <a:ext cx="69427" cy="73791"/>
            </a:xfrm>
            <a:custGeom>
              <a:avLst/>
              <a:pathLst>
                <a:path w="69427" h="73791">
                  <a:moveTo>
                    <a:pt x="64674" y="73695"/>
                  </a:moveTo>
                  <a:lnTo>
                    <a:pt x="62520" y="73615"/>
                  </a:lnTo>
                  <a:lnTo>
                    <a:pt x="62327" y="73585"/>
                  </a:lnTo>
                  <a:lnTo>
                    <a:pt x="62267" y="72897"/>
                  </a:lnTo>
                  <a:lnTo>
                    <a:pt x="59764" y="72559"/>
                  </a:lnTo>
                  <a:lnTo>
                    <a:pt x="59059" y="72597"/>
                  </a:lnTo>
                  <a:lnTo>
                    <a:pt x="56772" y="72871"/>
                  </a:lnTo>
                  <a:lnTo>
                    <a:pt x="56244" y="71328"/>
                  </a:lnTo>
                  <a:lnTo>
                    <a:pt x="54495" y="69347"/>
                  </a:lnTo>
                  <a:lnTo>
                    <a:pt x="54359" y="67463"/>
                  </a:lnTo>
                  <a:lnTo>
                    <a:pt x="53839" y="67410"/>
                  </a:lnTo>
                  <a:lnTo>
                    <a:pt x="52923" y="67316"/>
                  </a:lnTo>
                  <a:lnTo>
                    <a:pt x="51380" y="67035"/>
                  </a:lnTo>
                  <a:lnTo>
                    <a:pt x="49629" y="66750"/>
                  </a:lnTo>
                  <a:lnTo>
                    <a:pt x="49587" y="68257"/>
                  </a:lnTo>
                  <a:lnTo>
                    <a:pt x="49041" y="68202"/>
                  </a:lnTo>
                  <a:lnTo>
                    <a:pt x="44480" y="67233"/>
                  </a:lnTo>
                  <a:lnTo>
                    <a:pt x="43922" y="67096"/>
                  </a:lnTo>
                  <a:lnTo>
                    <a:pt x="41139" y="66395"/>
                  </a:lnTo>
                  <a:lnTo>
                    <a:pt x="40817" y="66271"/>
                  </a:lnTo>
                  <a:lnTo>
                    <a:pt x="39866" y="65905"/>
                  </a:lnTo>
                  <a:lnTo>
                    <a:pt x="37971" y="65177"/>
                  </a:lnTo>
                  <a:lnTo>
                    <a:pt x="36273" y="64736"/>
                  </a:lnTo>
                  <a:lnTo>
                    <a:pt x="34523" y="64295"/>
                  </a:lnTo>
                  <a:lnTo>
                    <a:pt x="29459" y="63016"/>
                  </a:lnTo>
                  <a:lnTo>
                    <a:pt x="29368" y="63346"/>
                  </a:lnTo>
                  <a:lnTo>
                    <a:pt x="27741" y="63025"/>
                  </a:lnTo>
                  <a:lnTo>
                    <a:pt x="27046" y="62888"/>
                  </a:lnTo>
                  <a:lnTo>
                    <a:pt x="15276" y="53704"/>
                  </a:lnTo>
                  <a:lnTo>
                    <a:pt x="14991" y="53477"/>
                  </a:lnTo>
                  <a:lnTo>
                    <a:pt x="10666" y="50027"/>
                  </a:lnTo>
                  <a:lnTo>
                    <a:pt x="3813" y="44521"/>
                  </a:lnTo>
                  <a:lnTo>
                    <a:pt x="3156" y="44147"/>
                  </a:lnTo>
                  <a:lnTo>
                    <a:pt x="221" y="47951"/>
                  </a:lnTo>
                  <a:lnTo>
                    <a:pt x="0" y="47809"/>
                  </a:lnTo>
                  <a:lnTo>
                    <a:pt x="107" y="46650"/>
                  </a:lnTo>
                  <a:lnTo>
                    <a:pt x="800" y="44265"/>
                  </a:lnTo>
                  <a:lnTo>
                    <a:pt x="1247" y="43062"/>
                  </a:lnTo>
                  <a:lnTo>
                    <a:pt x="2720" y="39104"/>
                  </a:lnTo>
                  <a:lnTo>
                    <a:pt x="3456" y="37128"/>
                  </a:lnTo>
                  <a:lnTo>
                    <a:pt x="3578" y="36797"/>
                  </a:lnTo>
                  <a:lnTo>
                    <a:pt x="3735" y="36588"/>
                  </a:lnTo>
                  <a:lnTo>
                    <a:pt x="4596" y="35429"/>
                  </a:lnTo>
                  <a:lnTo>
                    <a:pt x="6580" y="32762"/>
                  </a:lnTo>
                  <a:lnTo>
                    <a:pt x="6836" y="32418"/>
                  </a:lnTo>
                  <a:lnTo>
                    <a:pt x="7189" y="31970"/>
                  </a:lnTo>
                  <a:lnTo>
                    <a:pt x="12359" y="25399"/>
                  </a:lnTo>
                  <a:lnTo>
                    <a:pt x="13706" y="23687"/>
                  </a:lnTo>
                  <a:lnTo>
                    <a:pt x="15735" y="21108"/>
                  </a:lnTo>
                  <a:lnTo>
                    <a:pt x="16487" y="20153"/>
                  </a:lnTo>
                  <a:lnTo>
                    <a:pt x="18323" y="17818"/>
                  </a:lnTo>
                  <a:lnTo>
                    <a:pt x="19275" y="16609"/>
                  </a:lnTo>
                  <a:lnTo>
                    <a:pt x="21248" y="14101"/>
                  </a:lnTo>
                  <a:lnTo>
                    <a:pt x="25898" y="8192"/>
                  </a:lnTo>
                  <a:lnTo>
                    <a:pt x="28175" y="5297"/>
                  </a:lnTo>
                  <a:lnTo>
                    <a:pt x="32072" y="345"/>
                  </a:lnTo>
                  <a:lnTo>
                    <a:pt x="32343" y="0"/>
                  </a:lnTo>
                  <a:lnTo>
                    <a:pt x="32639" y="264"/>
                  </a:lnTo>
                  <a:lnTo>
                    <a:pt x="33117" y="689"/>
                  </a:lnTo>
                  <a:lnTo>
                    <a:pt x="33553" y="1079"/>
                  </a:lnTo>
                  <a:lnTo>
                    <a:pt x="37541" y="3849"/>
                  </a:lnTo>
                  <a:lnTo>
                    <a:pt x="37900" y="4099"/>
                  </a:lnTo>
                  <a:lnTo>
                    <a:pt x="39743" y="5364"/>
                  </a:lnTo>
                  <a:lnTo>
                    <a:pt x="40698" y="5728"/>
                  </a:lnTo>
                  <a:lnTo>
                    <a:pt x="40901" y="5805"/>
                  </a:lnTo>
                  <a:lnTo>
                    <a:pt x="41961" y="5589"/>
                  </a:lnTo>
                  <a:lnTo>
                    <a:pt x="42147" y="5873"/>
                  </a:lnTo>
                  <a:lnTo>
                    <a:pt x="42397" y="6256"/>
                  </a:lnTo>
                  <a:lnTo>
                    <a:pt x="44879" y="10050"/>
                  </a:lnTo>
                  <a:lnTo>
                    <a:pt x="45179" y="10509"/>
                  </a:lnTo>
                  <a:lnTo>
                    <a:pt x="48297" y="15293"/>
                  </a:lnTo>
                  <a:lnTo>
                    <a:pt x="48461" y="15544"/>
                  </a:lnTo>
                  <a:lnTo>
                    <a:pt x="51367" y="20041"/>
                  </a:lnTo>
                  <a:lnTo>
                    <a:pt x="51684" y="20532"/>
                  </a:lnTo>
                  <a:lnTo>
                    <a:pt x="51821" y="20753"/>
                  </a:lnTo>
                  <a:lnTo>
                    <a:pt x="53449" y="23375"/>
                  </a:lnTo>
                  <a:lnTo>
                    <a:pt x="54265" y="24689"/>
                  </a:lnTo>
                  <a:lnTo>
                    <a:pt x="54366" y="24852"/>
                  </a:lnTo>
                  <a:lnTo>
                    <a:pt x="55890" y="27314"/>
                  </a:lnTo>
                  <a:lnTo>
                    <a:pt x="56788" y="28765"/>
                  </a:lnTo>
                  <a:lnTo>
                    <a:pt x="48614" y="33581"/>
                  </a:lnTo>
                  <a:lnTo>
                    <a:pt x="48387" y="33715"/>
                  </a:lnTo>
                  <a:lnTo>
                    <a:pt x="48367" y="34055"/>
                  </a:lnTo>
                  <a:lnTo>
                    <a:pt x="50890" y="37623"/>
                  </a:lnTo>
                  <a:lnTo>
                    <a:pt x="51098" y="37948"/>
                  </a:lnTo>
                  <a:lnTo>
                    <a:pt x="51195" y="38099"/>
                  </a:lnTo>
                  <a:lnTo>
                    <a:pt x="52343" y="39719"/>
                  </a:lnTo>
                  <a:lnTo>
                    <a:pt x="52581" y="40055"/>
                  </a:lnTo>
                  <a:lnTo>
                    <a:pt x="53512" y="41380"/>
                  </a:lnTo>
                  <a:lnTo>
                    <a:pt x="54074" y="42181"/>
                  </a:lnTo>
                  <a:lnTo>
                    <a:pt x="55303" y="43939"/>
                  </a:lnTo>
                  <a:lnTo>
                    <a:pt x="55665" y="44332"/>
                  </a:lnTo>
                  <a:lnTo>
                    <a:pt x="56303" y="45024"/>
                  </a:lnTo>
                  <a:lnTo>
                    <a:pt x="56414" y="46984"/>
                  </a:lnTo>
                  <a:lnTo>
                    <a:pt x="56819" y="47124"/>
                  </a:lnTo>
                  <a:lnTo>
                    <a:pt x="57353" y="47309"/>
                  </a:lnTo>
                  <a:lnTo>
                    <a:pt x="59056" y="47898"/>
                  </a:lnTo>
                  <a:lnTo>
                    <a:pt x="59797" y="48155"/>
                  </a:lnTo>
                  <a:lnTo>
                    <a:pt x="60408" y="48366"/>
                  </a:lnTo>
                  <a:lnTo>
                    <a:pt x="61449" y="48726"/>
                  </a:lnTo>
                  <a:lnTo>
                    <a:pt x="62505" y="49092"/>
                  </a:lnTo>
                  <a:lnTo>
                    <a:pt x="62665" y="49073"/>
                  </a:lnTo>
                  <a:lnTo>
                    <a:pt x="63295" y="48999"/>
                  </a:lnTo>
                  <a:lnTo>
                    <a:pt x="64524" y="49133"/>
                  </a:lnTo>
                  <a:lnTo>
                    <a:pt x="65354" y="49528"/>
                  </a:lnTo>
                  <a:lnTo>
                    <a:pt x="65752" y="49717"/>
                  </a:lnTo>
                  <a:lnTo>
                    <a:pt x="65709" y="50866"/>
                  </a:lnTo>
                  <a:lnTo>
                    <a:pt x="65577" y="54356"/>
                  </a:lnTo>
                  <a:lnTo>
                    <a:pt x="65750" y="55378"/>
                  </a:lnTo>
                  <a:lnTo>
                    <a:pt x="65979" y="56727"/>
                  </a:lnTo>
                  <a:lnTo>
                    <a:pt x="65933" y="57385"/>
                  </a:lnTo>
                  <a:lnTo>
                    <a:pt x="65924" y="57520"/>
                  </a:lnTo>
                  <a:lnTo>
                    <a:pt x="65861" y="58418"/>
                  </a:lnTo>
                  <a:lnTo>
                    <a:pt x="65133" y="60025"/>
                  </a:lnTo>
                  <a:lnTo>
                    <a:pt x="67369" y="60224"/>
                  </a:lnTo>
                  <a:lnTo>
                    <a:pt x="68538" y="60328"/>
                  </a:lnTo>
                  <a:lnTo>
                    <a:pt x="69427" y="60407"/>
                  </a:lnTo>
                  <a:lnTo>
                    <a:pt x="68811" y="64607"/>
                  </a:lnTo>
                  <a:lnTo>
                    <a:pt x="68087" y="68617"/>
                  </a:lnTo>
                  <a:lnTo>
                    <a:pt x="68003" y="69083"/>
                  </a:lnTo>
                  <a:lnTo>
                    <a:pt x="67943" y="69416"/>
                  </a:lnTo>
                  <a:lnTo>
                    <a:pt x="67282" y="73791"/>
                  </a:lnTo>
                  <a:lnTo>
                    <a:pt x="66931" y="73778"/>
                  </a:lnTo>
                  <a:lnTo>
                    <a:pt x="66554" y="73764"/>
                  </a:lnTo>
                  <a:lnTo>
                    <a:pt x="66208" y="737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3031680" y="4851562"/>
              <a:ext cx="101242" cy="65394"/>
            </a:xfrm>
            <a:custGeom>
              <a:avLst/>
              <a:pathLst>
                <a:path w="101242" h="65394">
                  <a:moveTo>
                    <a:pt x="37861" y="483"/>
                  </a:moveTo>
                  <a:lnTo>
                    <a:pt x="44626" y="5880"/>
                  </a:lnTo>
                  <a:lnTo>
                    <a:pt x="48951" y="9330"/>
                  </a:lnTo>
                  <a:lnTo>
                    <a:pt x="49236" y="9557"/>
                  </a:lnTo>
                  <a:lnTo>
                    <a:pt x="61006" y="18740"/>
                  </a:lnTo>
                  <a:lnTo>
                    <a:pt x="61701" y="18877"/>
                  </a:lnTo>
                  <a:lnTo>
                    <a:pt x="63329" y="19199"/>
                  </a:lnTo>
                  <a:lnTo>
                    <a:pt x="63419" y="18868"/>
                  </a:lnTo>
                  <a:lnTo>
                    <a:pt x="68483" y="20147"/>
                  </a:lnTo>
                  <a:lnTo>
                    <a:pt x="70316" y="20610"/>
                  </a:lnTo>
                  <a:lnTo>
                    <a:pt x="71931" y="21029"/>
                  </a:lnTo>
                  <a:lnTo>
                    <a:pt x="73826" y="21758"/>
                  </a:lnTo>
                  <a:lnTo>
                    <a:pt x="74777" y="22123"/>
                  </a:lnTo>
                  <a:lnTo>
                    <a:pt x="75099" y="22247"/>
                  </a:lnTo>
                  <a:lnTo>
                    <a:pt x="77882" y="22948"/>
                  </a:lnTo>
                  <a:lnTo>
                    <a:pt x="78440" y="23085"/>
                  </a:lnTo>
                  <a:lnTo>
                    <a:pt x="83001" y="24054"/>
                  </a:lnTo>
                  <a:lnTo>
                    <a:pt x="83547" y="24110"/>
                  </a:lnTo>
                  <a:lnTo>
                    <a:pt x="83645" y="22611"/>
                  </a:lnTo>
                  <a:lnTo>
                    <a:pt x="85341" y="22887"/>
                  </a:lnTo>
                  <a:lnTo>
                    <a:pt x="86884" y="23168"/>
                  </a:lnTo>
                  <a:lnTo>
                    <a:pt x="87799" y="23262"/>
                  </a:lnTo>
                  <a:lnTo>
                    <a:pt x="88320" y="23316"/>
                  </a:lnTo>
                  <a:lnTo>
                    <a:pt x="88455" y="25199"/>
                  </a:lnTo>
                  <a:lnTo>
                    <a:pt x="90204" y="27180"/>
                  </a:lnTo>
                  <a:lnTo>
                    <a:pt x="90732" y="28723"/>
                  </a:lnTo>
                  <a:lnTo>
                    <a:pt x="93019" y="28449"/>
                  </a:lnTo>
                  <a:lnTo>
                    <a:pt x="93724" y="28412"/>
                  </a:lnTo>
                  <a:lnTo>
                    <a:pt x="96227" y="28749"/>
                  </a:lnTo>
                  <a:lnTo>
                    <a:pt x="96287" y="29437"/>
                  </a:lnTo>
                  <a:lnTo>
                    <a:pt x="96481" y="29468"/>
                  </a:lnTo>
                  <a:lnTo>
                    <a:pt x="98634" y="29547"/>
                  </a:lnTo>
                  <a:lnTo>
                    <a:pt x="100168" y="29604"/>
                  </a:lnTo>
                  <a:lnTo>
                    <a:pt x="100514" y="29616"/>
                  </a:lnTo>
                  <a:lnTo>
                    <a:pt x="100891" y="29630"/>
                  </a:lnTo>
                  <a:lnTo>
                    <a:pt x="101242" y="29643"/>
                  </a:lnTo>
                  <a:lnTo>
                    <a:pt x="100695" y="32284"/>
                  </a:lnTo>
                  <a:lnTo>
                    <a:pt x="100469" y="34444"/>
                  </a:lnTo>
                  <a:lnTo>
                    <a:pt x="100503" y="36046"/>
                  </a:lnTo>
                  <a:lnTo>
                    <a:pt x="98927" y="36859"/>
                  </a:lnTo>
                  <a:lnTo>
                    <a:pt x="97951" y="37325"/>
                  </a:lnTo>
                  <a:lnTo>
                    <a:pt x="97899" y="39279"/>
                  </a:lnTo>
                  <a:lnTo>
                    <a:pt x="97697" y="40983"/>
                  </a:lnTo>
                  <a:lnTo>
                    <a:pt x="97627" y="41575"/>
                  </a:lnTo>
                  <a:lnTo>
                    <a:pt x="97558" y="42150"/>
                  </a:lnTo>
                  <a:lnTo>
                    <a:pt x="95693" y="46171"/>
                  </a:lnTo>
                  <a:lnTo>
                    <a:pt x="94665" y="45712"/>
                  </a:lnTo>
                  <a:lnTo>
                    <a:pt x="94328" y="45562"/>
                  </a:lnTo>
                  <a:lnTo>
                    <a:pt x="94021" y="45431"/>
                  </a:lnTo>
                  <a:lnTo>
                    <a:pt x="93646" y="45272"/>
                  </a:lnTo>
                  <a:lnTo>
                    <a:pt x="93158" y="45065"/>
                  </a:lnTo>
                  <a:lnTo>
                    <a:pt x="92526" y="44796"/>
                  </a:lnTo>
                  <a:lnTo>
                    <a:pt x="91705" y="44448"/>
                  </a:lnTo>
                  <a:lnTo>
                    <a:pt x="90291" y="47750"/>
                  </a:lnTo>
                  <a:lnTo>
                    <a:pt x="90062" y="48286"/>
                  </a:lnTo>
                  <a:lnTo>
                    <a:pt x="89343" y="49889"/>
                  </a:lnTo>
                  <a:lnTo>
                    <a:pt x="89024" y="49745"/>
                  </a:lnTo>
                  <a:lnTo>
                    <a:pt x="86835" y="48828"/>
                  </a:lnTo>
                  <a:lnTo>
                    <a:pt x="82352" y="46826"/>
                  </a:lnTo>
                  <a:lnTo>
                    <a:pt x="82694" y="46226"/>
                  </a:lnTo>
                  <a:lnTo>
                    <a:pt x="83214" y="44729"/>
                  </a:lnTo>
                  <a:lnTo>
                    <a:pt x="78227" y="42783"/>
                  </a:lnTo>
                  <a:lnTo>
                    <a:pt x="75734" y="41863"/>
                  </a:lnTo>
                  <a:lnTo>
                    <a:pt x="72443" y="40679"/>
                  </a:lnTo>
                  <a:lnTo>
                    <a:pt x="71946" y="40499"/>
                  </a:lnTo>
                  <a:lnTo>
                    <a:pt x="71712" y="40414"/>
                  </a:lnTo>
                  <a:lnTo>
                    <a:pt x="71130" y="40202"/>
                  </a:lnTo>
                  <a:lnTo>
                    <a:pt x="69987" y="42946"/>
                  </a:lnTo>
                  <a:lnTo>
                    <a:pt x="69870" y="43236"/>
                  </a:lnTo>
                  <a:lnTo>
                    <a:pt x="65648" y="41816"/>
                  </a:lnTo>
                  <a:lnTo>
                    <a:pt x="65423" y="41526"/>
                  </a:lnTo>
                  <a:lnTo>
                    <a:pt x="64988" y="41391"/>
                  </a:lnTo>
                  <a:lnTo>
                    <a:pt x="63431" y="46243"/>
                  </a:lnTo>
                  <a:lnTo>
                    <a:pt x="61887" y="51059"/>
                  </a:lnTo>
                  <a:lnTo>
                    <a:pt x="61409" y="52547"/>
                  </a:lnTo>
                  <a:lnTo>
                    <a:pt x="60911" y="54100"/>
                  </a:lnTo>
                  <a:lnTo>
                    <a:pt x="60325" y="55929"/>
                  </a:lnTo>
                  <a:lnTo>
                    <a:pt x="58816" y="60631"/>
                  </a:lnTo>
                  <a:lnTo>
                    <a:pt x="58752" y="60833"/>
                  </a:lnTo>
                  <a:lnTo>
                    <a:pt x="57289" y="65394"/>
                  </a:lnTo>
                  <a:lnTo>
                    <a:pt x="49061" y="63251"/>
                  </a:lnTo>
                  <a:lnTo>
                    <a:pt x="47426" y="62824"/>
                  </a:lnTo>
                  <a:lnTo>
                    <a:pt x="47272" y="62784"/>
                  </a:lnTo>
                  <a:lnTo>
                    <a:pt x="44496" y="62059"/>
                  </a:lnTo>
                  <a:lnTo>
                    <a:pt x="43287" y="61743"/>
                  </a:lnTo>
                  <a:lnTo>
                    <a:pt x="41958" y="61396"/>
                  </a:lnTo>
                  <a:lnTo>
                    <a:pt x="41746" y="61341"/>
                  </a:lnTo>
                  <a:lnTo>
                    <a:pt x="27653" y="57536"/>
                  </a:lnTo>
                  <a:lnTo>
                    <a:pt x="27201" y="57404"/>
                  </a:lnTo>
                  <a:lnTo>
                    <a:pt x="26894" y="57314"/>
                  </a:lnTo>
                  <a:lnTo>
                    <a:pt x="19944" y="55287"/>
                  </a:lnTo>
                  <a:lnTo>
                    <a:pt x="19576" y="55180"/>
                  </a:lnTo>
                  <a:lnTo>
                    <a:pt x="18705" y="54926"/>
                  </a:lnTo>
                  <a:lnTo>
                    <a:pt x="18284" y="54802"/>
                  </a:lnTo>
                  <a:lnTo>
                    <a:pt x="11519" y="52812"/>
                  </a:lnTo>
                  <a:lnTo>
                    <a:pt x="6333" y="51287"/>
                  </a:lnTo>
                  <a:lnTo>
                    <a:pt x="5291" y="50981"/>
                  </a:lnTo>
                  <a:lnTo>
                    <a:pt x="4843" y="50487"/>
                  </a:lnTo>
                  <a:lnTo>
                    <a:pt x="4435" y="50037"/>
                  </a:lnTo>
                  <a:lnTo>
                    <a:pt x="579" y="45786"/>
                  </a:lnTo>
                  <a:lnTo>
                    <a:pt x="0" y="45147"/>
                  </a:lnTo>
                  <a:lnTo>
                    <a:pt x="1312" y="43948"/>
                  </a:lnTo>
                  <a:lnTo>
                    <a:pt x="1848" y="43457"/>
                  </a:lnTo>
                  <a:lnTo>
                    <a:pt x="3405" y="42034"/>
                  </a:lnTo>
                  <a:lnTo>
                    <a:pt x="5403" y="40207"/>
                  </a:lnTo>
                  <a:lnTo>
                    <a:pt x="8215" y="37636"/>
                  </a:lnTo>
                  <a:lnTo>
                    <a:pt x="10172" y="35847"/>
                  </a:lnTo>
                  <a:lnTo>
                    <a:pt x="13460" y="32840"/>
                  </a:lnTo>
                  <a:lnTo>
                    <a:pt x="14584" y="31500"/>
                  </a:lnTo>
                  <a:lnTo>
                    <a:pt x="16903" y="28736"/>
                  </a:lnTo>
                  <a:lnTo>
                    <a:pt x="18878" y="26383"/>
                  </a:lnTo>
                  <a:lnTo>
                    <a:pt x="19453" y="25698"/>
                  </a:lnTo>
                  <a:lnTo>
                    <a:pt x="21977" y="22689"/>
                  </a:lnTo>
                  <a:lnTo>
                    <a:pt x="24523" y="19654"/>
                  </a:lnTo>
                  <a:lnTo>
                    <a:pt x="24764" y="19367"/>
                  </a:lnTo>
                  <a:lnTo>
                    <a:pt x="26376" y="17445"/>
                  </a:lnTo>
                  <a:lnTo>
                    <a:pt x="27634" y="15374"/>
                  </a:lnTo>
                  <a:lnTo>
                    <a:pt x="28365" y="13637"/>
                  </a:lnTo>
                  <a:lnTo>
                    <a:pt x="31179" y="8620"/>
                  </a:lnTo>
                  <a:lnTo>
                    <a:pt x="32311" y="6601"/>
                  </a:lnTo>
                  <a:lnTo>
                    <a:pt x="33960" y="3661"/>
                  </a:lnTo>
                  <a:lnTo>
                    <a:pt x="34181" y="3803"/>
                  </a:lnTo>
                  <a:lnTo>
                    <a:pt x="37116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968055" y="4842092"/>
              <a:ext cx="98363" cy="62112"/>
            </a:xfrm>
            <a:custGeom>
              <a:avLst/>
              <a:pathLst>
                <a:path w="98363" h="62112">
                  <a:moveTo>
                    <a:pt x="35295" y="222"/>
                  </a:moveTo>
                  <a:lnTo>
                    <a:pt x="40034" y="2688"/>
                  </a:lnTo>
                  <a:lnTo>
                    <a:pt x="44786" y="5161"/>
                  </a:lnTo>
                  <a:lnTo>
                    <a:pt x="45487" y="5526"/>
                  </a:lnTo>
                  <a:lnTo>
                    <a:pt x="49263" y="7502"/>
                  </a:lnTo>
                  <a:lnTo>
                    <a:pt x="50005" y="7891"/>
                  </a:lnTo>
                  <a:lnTo>
                    <a:pt x="50638" y="8222"/>
                  </a:lnTo>
                  <a:lnTo>
                    <a:pt x="51563" y="8697"/>
                  </a:lnTo>
                  <a:lnTo>
                    <a:pt x="54558" y="10236"/>
                  </a:lnTo>
                  <a:lnTo>
                    <a:pt x="55968" y="10960"/>
                  </a:lnTo>
                  <a:lnTo>
                    <a:pt x="59609" y="12831"/>
                  </a:lnTo>
                  <a:lnTo>
                    <a:pt x="65173" y="15689"/>
                  </a:lnTo>
                  <a:lnTo>
                    <a:pt x="65429" y="15149"/>
                  </a:lnTo>
                  <a:lnTo>
                    <a:pt x="67148" y="11532"/>
                  </a:lnTo>
                  <a:lnTo>
                    <a:pt x="67565" y="10653"/>
                  </a:lnTo>
                  <a:lnTo>
                    <a:pt x="68813" y="8693"/>
                  </a:lnTo>
                  <a:lnTo>
                    <a:pt x="69136" y="8871"/>
                  </a:lnTo>
                  <a:lnTo>
                    <a:pt x="73572" y="11309"/>
                  </a:lnTo>
                  <a:lnTo>
                    <a:pt x="76900" y="13138"/>
                  </a:lnTo>
                  <a:lnTo>
                    <a:pt x="79008" y="14548"/>
                  </a:lnTo>
                  <a:lnTo>
                    <a:pt x="79064" y="14327"/>
                  </a:lnTo>
                  <a:lnTo>
                    <a:pt x="79281" y="13471"/>
                  </a:lnTo>
                  <a:lnTo>
                    <a:pt x="83165" y="6013"/>
                  </a:lnTo>
                  <a:lnTo>
                    <a:pt x="84152" y="3956"/>
                  </a:lnTo>
                  <a:lnTo>
                    <a:pt x="84733" y="2741"/>
                  </a:lnTo>
                  <a:lnTo>
                    <a:pt x="84907" y="2841"/>
                  </a:lnTo>
                  <a:lnTo>
                    <a:pt x="86463" y="3642"/>
                  </a:lnTo>
                  <a:lnTo>
                    <a:pt x="87244" y="4044"/>
                  </a:lnTo>
                  <a:lnTo>
                    <a:pt x="87853" y="4357"/>
                  </a:lnTo>
                  <a:lnTo>
                    <a:pt x="88497" y="4688"/>
                  </a:lnTo>
                  <a:lnTo>
                    <a:pt x="90410" y="5672"/>
                  </a:lnTo>
                  <a:lnTo>
                    <a:pt x="91358" y="6160"/>
                  </a:lnTo>
                  <a:lnTo>
                    <a:pt x="91595" y="6283"/>
                  </a:lnTo>
                  <a:lnTo>
                    <a:pt x="91734" y="6354"/>
                  </a:lnTo>
                  <a:lnTo>
                    <a:pt x="92034" y="6508"/>
                  </a:lnTo>
                  <a:lnTo>
                    <a:pt x="92356" y="6674"/>
                  </a:lnTo>
                  <a:lnTo>
                    <a:pt x="93723" y="7314"/>
                  </a:lnTo>
                  <a:lnTo>
                    <a:pt x="96801" y="8757"/>
                  </a:lnTo>
                  <a:lnTo>
                    <a:pt x="97950" y="9359"/>
                  </a:lnTo>
                  <a:lnTo>
                    <a:pt x="98213" y="9497"/>
                  </a:lnTo>
                  <a:lnTo>
                    <a:pt x="98363" y="9648"/>
                  </a:lnTo>
                  <a:lnTo>
                    <a:pt x="97693" y="11973"/>
                  </a:lnTo>
                  <a:lnTo>
                    <a:pt x="97585" y="13131"/>
                  </a:lnTo>
                  <a:lnTo>
                    <a:pt x="95936" y="16071"/>
                  </a:lnTo>
                  <a:lnTo>
                    <a:pt x="94804" y="18090"/>
                  </a:lnTo>
                  <a:lnTo>
                    <a:pt x="91991" y="23108"/>
                  </a:lnTo>
                  <a:lnTo>
                    <a:pt x="91259" y="24844"/>
                  </a:lnTo>
                  <a:lnTo>
                    <a:pt x="90002" y="26915"/>
                  </a:lnTo>
                  <a:lnTo>
                    <a:pt x="88389" y="28838"/>
                  </a:lnTo>
                  <a:lnTo>
                    <a:pt x="88149" y="29124"/>
                  </a:lnTo>
                  <a:lnTo>
                    <a:pt x="85603" y="32159"/>
                  </a:lnTo>
                  <a:lnTo>
                    <a:pt x="83078" y="35168"/>
                  </a:lnTo>
                  <a:lnTo>
                    <a:pt x="82503" y="35853"/>
                  </a:lnTo>
                  <a:lnTo>
                    <a:pt x="80529" y="38207"/>
                  </a:lnTo>
                  <a:lnTo>
                    <a:pt x="78210" y="40971"/>
                  </a:lnTo>
                  <a:lnTo>
                    <a:pt x="77086" y="42311"/>
                  </a:lnTo>
                  <a:lnTo>
                    <a:pt x="73797" y="45317"/>
                  </a:lnTo>
                  <a:lnTo>
                    <a:pt x="71841" y="47106"/>
                  </a:lnTo>
                  <a:lnTo>
                    <a:pt x="69028" y="49678"/>
                  </a:lnTo>
                  <a:lnTo>
                    <a:pt x="67030" y="51504"/>
                  </a:lnTo>
                  <a:lnTo>
                    <a:pt x="65473" y="52928"/>
                  </a:lnTo>
                  <a:lnTo>
                    <a:pt x="64937" y="53418"/>
                  </a:lnTo>
                  <a:lnTo>
                    <a:pt x="63625" y="54618"/>
                  </a:lnTo>
                  <a:lnTo>
                    <a:pt x="60085" y="57855"/>
                  </a:lnTo>
                  <a:lnTo>
                    <a:pt x="55403" y="62112"/>
                  </a:lnTo>
                  <a:lnTo>
                    <a:pt x="52710" y="58924"/>
                  </a:lnTo>
                  <a:lnTo>
                    <a:pt x="50233" y="55991"/>
                  </a:lnTo>
                  <a:lnTo>
                    <a:pt x="45402" y="60229"/>
                  </a:lnTo>
                  <a:lnTo>
                    <a:pt x="44918" y="59705"/>
                  </a:lnTo>
                  <a:lnTo>
                    <a:pt x="44569" y="59328"/>
                  </a:lnTo>
                  <a:lnTo>
                    <a:pt x="42243" y="56813"/>
                  </a:lnTo>
                  <a:lnTo>
                    <a:pt x="41476" y="55919"/>
                  </a:lnTo>
                  <a:lnTo>
                    <a:pt x="38517" y="52473"/>
                  </a:lnTo>
                  <a:lnTo>
                    <a:pt x="37897" y="51749"/>
                  </a:lnTo>
                  <a:lnTo>
                    <a:pt x="34463" y="47739"/>
                  </a:lnTo>
                  <a:lnTo>
                    <a:pt x="33389" y="48682"/>
                  </a:lnTo>
                  <a:lnTo>
                    <a:pt x="33118" y="48923"/>
                  </a:lnTo>
                  <a:lnTo>
                    <a:pt x="31590" y="50284"/>
                  </a:lnTo>
                  <a:lnTo>
                    <a:pt x="30167" y="51553"/>
                  </a:lnTo>
                  <a:lnTo>
                    <a:pt x="29487" y="52166"/>
                  </a:lnTo>
                  <a:lnTo>
                    <a:pt x="29255" y="52369"/>
                  </a:lnTo>
                  <a:lnTo>
                    <a:pt x="25630" y="55520"/>
                  </a:lnTo>
                  <a:lnTo>
                    <a:pt x="21816" y="58917"/>
                  </a:lnTo>
                  <a:lnTo>
                    <a:pt x="12820" y="48747"/>
                  </a:lnTo>
                  <a:lnTo>
                    <a:pt x="9682" y="45201"/>
                  </a:lnTo>
                  <a:lnTo>
                    <a:pt x="8227" y="43619"/>
                  </a:lnTo>
                  <a:lnTo>
                    <a:pt x="2438" y="37225"/>
                  </a:lnTo>
                  <a:lnTo>
                    <a:pt x="281" y="34843"/>
                  </a:lnTo>
                  <a:lnTo>
                    <a:pt x="0" y="34539"/>
                  </a:lnTo>
                  <a:lnTo>
                    <a:pt x="3564" y="31419"/>
                  </a:lnTo>
                  <a:lnTo>
                    <a:pt x="5063" y="30107"/>
                  </a:lnTo>
                  <a:lnTo>
                    <a:pt x="7218" y="28221"/>
                  </a:lnTo>
                  <a:lnTo>
                    <a:pt x="11300" y="24647"/>
                  </a:lnTo>
                  <a:lnTo>
                    <a:pt x="15179" y="21252"/>
                  </a:lnTo>
                  <a:lnTo>
                    <a:pt x="15598" y="20885"/>
                  </a:lnTo>
                  <a:lnTo>
                    <a:pt x="15810" y="20699"/>
                  </a:lnTo>
                  <a:lnTo>
                    <a:pt x="17747" y="18930"/>
                  </a:lnTo>
                  <a:lnTo>
                    <a:pt x="18881" y="17895"/>
                  </a:lnTo>
                  <a:lnTo>
                    <a:pt x="19040" y="17749"/>
                  </a:lnTo>
                  <a:lnTo>
                    <a:pt x="21280" y="15684"/>
                  </a:lnTo>
                  <a:lnTo>
                    <a:pt x="22869" y="14220"/>
                  </a:lnTo>
                  <a:lnTo>
                    <a:pt x="23123" y="13985"/>
                  </a:lnTo>
                  <a:lnTo>
                    <a:pt x="25044" y="12215"/>
                  </a:lnTo>
                  <a:lnTo>
                    <a:pt x="25497" y="11798"/>
                  </a:lnTo>
                  <a:lnTo>
                    <a:pt x="25909" y="11417"/>
                  </a:lnTo>
                  <a:lnTo>
                    <a:pt x="27588" y="9870"/>
                  </a:lnTo>
                  <a:lnTo>
                    <a:pt x="28054" y="9440"/>
                  </a:lnTo>
                  <a:lnTo>
                    <a:pt x="28319" y="9196"/>
                  </a:lnTo>
                  <a:lnTo>
                    <a:pt x="28832" y="8723"/>
                  </a:lnTo>
                  <a:lnTo>
                    <a:pt x="29831" y="7803"/>
                  </a:lnTo>
                  <a:lnTo>
                    <a:pt x="30044" y="7572"/>
                  </a:lnTo>
                  <a:lnTo>
                    <a:pt x="31122" y="6400"/>
                  </a:lnTo>
                  <a:lnTo>
                    <a:pt x="31687" y="5787"/>
                  </a:lnTo>
                  <a:lnTo>
                    <a:pt x="32488" y="4367"/>
                  </a:lnTo>
                  <a:lnTo>
                    <a:pt x="33091" y="3298"/>
                  </a:lnTo>
                  <a:lnTo>
                    <a:pt x="33171" y="3156"/>
                  </a:lnTo>
                  <a:lnTo>
                    <a:pt x="34014" y="1644"/>
                  </a:lnTo>
                  <a:lnTo>
                    <a:pt x="34369" y="1006"/>
                  </a:lnTo>
                  <a:lnTo>
                    <a:pt x="34930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897213" y="4815843"/>
              <a:ext cx="86440" cy="84961"/>
            </a:xfrm>
            <a:custGeom>
              <a:avLst/>
              <a:pathLst>
                <a:path w="86440" h="84961">
                  <a:moveTo>
                    <a:pt x="74692" y="41568"/>
                  </a:moveTo>
                  <a:lnTo>
                    <a:pt x="74905" y="41647"/>
                  </a:lnTo>
                  <a:lnTo>
                    <a:pt x="75165" y="41431"/>
                  </a:lnTo>
                  <a:lnTo>
                    <a:pt x="75582" y="41081"/>
                  </a:lnTo>
                  <a:lnTo>
                    <a:pt x="76977" y="42552"/>
                  </a:lnTo>
                  <a:lnTo>
                    <a:pt x="78941" y="40868"/>
                  </a:lnTo>
                  <a:lnTo>
                    <a:pt x="79531" y="40362"/>
                  </a:lnTo>
                  <a:lnTo>
                    <a:pt x="79786" y="40131"/>
                  </a:lnTo>
                  <a:lnTo>
                    <a:pt x="81611" y="42052"/>
                  </a:lnTo>
                  <a:lnTo>
                    <a:pt x="82963" y="43474"/>
                  </a:lnTo>
                  <a:lnTo>
                    <a:pt x="86002" y="46672"/>
                  </a:lnTo>
                  <a:lnTo>
                    <a:pt x="86440" y="47134"/>
                  </a:lnTo>
                  <a:lnTo>
                    <a:pt x="86021" y="47501"/>
                  </a:lnTo>
                  <a:lnTo>
                    <a:pt x="82142" y="50896"/>
                  </a:lnTo>
                  <a:lnTo>
                    <a:pt x="78060" y="54470"/>
                  </a:lnTo>
                  <a:lnTo>
                    <a:pt x="75904" y="56356"/>
                  </a:lnTo>
                  <a:lnTo>
                    <a:pt x="74405" y="57669"/>
                  </a:lnTo>
                  <a:lnTo>
                    <a:pt x="70841" y="60788"/>
                  </a:lnTo>
                  <a:lnTo>
                    <a:pt x="71123" y="61092"/>
                  </a:lnTo>
                  <a:lnTo>
                    <a:pt x="73280" y="63474"/>
                  </a:lnTo>
                  <a:lnTo>
                    <a:pt x="79069" y="69868"/>
                  </a:lnTo>
                  <a:lnTo>
                    <a:pt x="80524" y="71450"/>
                  </a:lnTo>
                  <a:lnTo>
                    <a:pt x="77589" y="73999"/>
                  </a:lnTo>
                  <a:lnTo>
                    <a:pt x="76569" y="74885"/>
                  </a:lnTo>
                  <a:lnTo>
                    <a:pt x="76330" y="75092"/>
                  </a:lnTo>
                  <a:lnTo>
                    <a:pt x="68467" y="81921"/>
                  </a:lnTo>
                  <a:lnTo>
                    <a:pt x="67446" y="82807"/>
                  </a:lnTo>
                  <a:lnTo>
                    <a:pt x="64965" y="84961"/>
                  </a:lnTo>
                  <a:lnTo>
                    <a:pt x="64608" y="84591"/>
                  </a:lnTo>
                  <a:lnTo>
                    <a:pt x="62044" y="81936"/>
                  </a:lnTo>
                  <a:lnTo>
                    <a:pt x="59843" y="81548"/>
                  </a:lnTo>
                  <a:lnTo>
                    <a:pt x="59626" y="81481"/>
                  </a:lnTo>
                  <a:lnTo>
                    <a:pt x="58039" y="80985"/>
                  </a:lnTo>
                  <a:lnTo>
                    <a:pt x="54963" y="80023"/>
                  </a:lnTo>
                  <a:lnTo>
                    <a:pt x="54722" y="79956"/>
                  </a:lnTo>
                  <a:lnTo>
                    <a:pt x="53741" y="79680"/>
                  </a:lnTo>
                  <a:lnTo>
                    <a:pt x="47935" y="78051"/>
                  </a:lnTo>
                  <a:lnTo>
                    <a:pt x="43224" y="76729"/>
                  </a:lnTo>
                  <a:lnTo>
                    <a:pt x="33701" y="74057"/>
                  </a:lnTo>
                  <a:lnTo>
                    <a:pt x="33783" y="73718"/>
                  </a:lnTo>
                  <a:lnTo>
                    <a:pt x="35027" y="69453"/>
                  </a:lnTo>
                  <a:lnTo>
                    <a:pt x="33401" y="69004"/>
                  </a:lnTo>
                  <a:lnTo>
                    <a:pt x="31252" y="68410"/>
                  </a:lnTo>
                  <a:lnTo>
                    <a:pt x="26940" y="67284"/>
                  </a:lnTo>
                  <a:lnTo>
                    <a:pt x="24780" y="66720"/>
                  </a:lnTo>
                  <a:lnTo>
                    <a:pt x="19829" y="65056"/>
                  </a:lnTo>
                  <a:lnTo>
                    <a:pt x="15595" y="64035"/>
                  </a:lnTo>
                  <a:lnTo>
                    <a:pt x="11771" y="62871"/>
                  </a:lnTo>
                  <a:lnTo>
                    <a:pt x="9074" y="62284"/>
                  </a:lnTo>
                  <a:lnTo>
                    <a:pt x="7928" y="62035"/>
                  </a:lnTo>
                  <a:lnTo>
                    <a:pt x="7209" y="61774"/>
                  </a:lnTo>
                  <a:lnTo>
                    <a:pt x="6730" y="61600"/>
                  </a:lnTo>
                  <a:lnTo>
                    <a:pt x="6177" y="61479"/>
                  </a:lnTo>
                  <a:lnTo>
                    <a:pt x="6034" y="61520"/>
                  </a:lnTo>
                  <a:lnTo>
                    <a:pt x="6474" y="60922"/>
                  </a:lnTo>
                  <a:lnTo>
                    <a:pt x="7936" y="58729"/>
                  </a:lnTo>
                  <a:lnTo>
                    <a:pt x="7785" y="58074"/>
                  </a:lnTo>
                  <a:lnTo>
                    <a:pt x="8086" y="57693"/>
                  </a:lnTo>
                  <a:lnTo>
                    <a:pt x="10097" y="54410"/>
                  </a:lnTo>
                  <a:lnTo>
                    <a:pt x="8641" y="52440"/>
                  </a:lnTo>
                  <a:lnTo>
                    <a:pt x="7777" y="50720"/>
                  </a:lnTo>
                  <a:lnTo>
                    <a:pt x="7681" y="50392"/>
                  </a:lnTo>
                  <a:lnTo>
                    <a:pt x="7234" y="48854"/>
                  </a:lnTo>
                  <a:lnTo>
                    <a:pt x="6710" y="46849"/>
                  </a:lnTo>
                  <a:lnTo>
                    <a:pt x="6660" y="46657"/>
                  </a:lnTo>
                  <a:lnTo>
                    <a:pt x="6274" y="45183"/>
                  </a:lnTo>
                  <a:lnTo>
                    <a:pt x="6160" y="44588"/>
                  </a:lnTo>
                  <a:lnTo>
                    <a:pt x="5902" y="43253"/>
                  </a:lnTo>
                  <a:lnTo>
                    <a:pt x="5801" y="42870"/>
                  </a:lnTo>
                  <a:lnTo>
                    <a:pt x="4462" y="39791"/>
                  </a:lnTo>
                  <a:lnTo>
                    <a:pt x="4269" y="39348"/>
                  </a:lnTo>
                  <a:lnTo>
                    <a:pt x="3324" y="37328"/>
                  </a:lnTo>
                  <a:lnTo>
                    <a:pt x="3255" y="37180"/>
                  </a:lnTo>
                  <a:lnTo>
                    <a:pt x="3070" y="36784"/>
                  </a:lnTo>
                  <a:lnTo>
                    <a:pt x="2764" y="36773"/>
                  </a:lnTo>
                  <a:lnTo>
                    <a:pt x="1533" y="34210"/>
                  </a:lnTo>
                  <a:lnTo>
                    <a:pt x="1387" y="33884"/>
                  </a:lnTo>
                  <a:lnTo>
                    <a:pt x="144" y="31097"/>
                  </a:lnTo>
                  <a:lnTo>
                    <a:pt x="0" y="30772"/>
                  </a:lnTo>
                  <a:lnTo>
                    <a:pt x="1337" y="30250"/>
                  </a:lnTo>
                  <a:lnTo>
                    <a:pt x="2259" y="29890"/>
                  </a:lnTo>
                  <a:lnTo>
                    <a:pt x="4809" y="28893"/>
                  </a:lnTo>
                  <a:lnTo>
                    <a:pt x="5293" y="28704"/>
                  </a:lnTo>
                  <a:lnTo>
                    <a:pt x="6302" y="28310"/>
                  </a:lnTo>
                  <a:lnTo>
                    <a:pt x="7537" y="27827"/>
                  </a:lnTo>
                  <a:lnTo>
                    <a:pt x="8020" y="29425"/>
                  </a:lnTo>
                  <a:lnTo>
                    <a:pt x="10158" y="34194"/>
                  </a:lnTo>
                  <a:lnTo>
                    <a:pt x="10572" y="34506"/>
                  </a:lnTo>
                  <a:lnTo>
                    <a:pt x="11414" y="34884"/>
                  </a:lnTo>
                  <a:lnTo>
                    <a:pt x="11627" y="34967"/>
                  </a:lnTo>
                  <a:lnTo>
                    <a:pt x="11904" y="34848"/>
                  </a:lnTo>
                  <a:lnTo>
                    <a:pt x="12860" y="34438"/>
                  </a:lnTo>
                  <a:lnTo>
                    <a:pt x="15102" y="33476"/>
                  </a:lnTo>
                  <a:lnTo>
                    <a:pt x="15470" y="33365"/>
                  </a:lnTo>
                  <a:lnTo>
                    <a:pt x="16056" y="33884"/>
                  </a:lnTo>
                  <a:lnTo>
                    <a:pt x="16560" y="34585"/>
                  </a:lnTo>
                  <a:lnTo>
                    <a:pt x="16707" y="34784"/>
                  </a:lnTo>
                  <a:lnTo>
                    <a:pt x="17017" y="34569"/>
                  </a:lnTo>
                  <a:lnTo>
                    <a:pt x="17537" y="34883"/>
                  </a:lnTo>
                  <a:lnTo>
                    <a:pt x="18182" y="34381"/>
                  </a:lnTo>
                  <a:lnTo>
                    <a:pt x="18374" y="34363"/>
                  </a:lnTo>
                  <a:lnTo>
                    <a:pt x="18639" y="34558"/>
                  </a:lnTo>
                  <a:lnTo>
                    <a:pt x="19682" y="35320"/>
                  </a:lnTo>
                  <a:lnTo>
                    <a:pt x="20724" y="36083"/>
                  </a:lnTo>
                  <a:lnTo>
                    <a:pt x="21190" y="36404"/>
                  </a:lnTo>
                  <a:lnTo>
                    <a:pt x="22711" y="37450"/>
                  </a:lnTo>
                  <a:lnTo>
                    <a:pt x="23076" y="37848"/>
                  </a:lnTo>
                  <a:lnTo>
                    <a:pt x="23249" y="38036"/>
                  </a:lnTo>
                  <a:lnTo>
                    <a:pt x="24090" y="38952"/>
                  </a:lnTo>
                  <a:lnTo>
                    <a:pt x="24398" y="39288"/>
                  </a:lnTo>
                  <a:lnTo>
                    <a:pt x="25655" y="41321"/>
                  </a:lnTo>
                  <a:lnTo>
                    <a:pt x="26526" y="42730"/>
                  </a:lnTo>
                  <a:lnTo>
                    <a:pt x="27226" y="43863"/>
                  </a:lnTo>
                  <a:lnTo>
                    <a:pt x="26348" y="44521"/>
                  </a:lnTo>
                  <a:lnTo>
                    <a:pt x="25567" y="45284"/>
                  </a:lnTo>
                  <a:lnTo>
                    <a:pt x="25876" y="45622"/>
                  </a:lnTo>
                  <a:lnTo>
                    <a:pt x="26320" y="46107"/>
                  </a:lnTo>
                  <a:lnTo>
                    <a:pt x="26992" y="46841"/>
                  </a:lnTo>
                  <a:lnTo>
                    <a:pt x="27189" y="47056"/>
                  </a:lnTo>
                  <a:lnTo>
                    <a:pt x="27999" y="47941"/>
                  </a:lnTo>
                  <a:lnTo>
                    <a:pt x="27819" y="48101"/>
                  </a:lnTo>
                  <a:lnTo>
                    <a:pt x="27268" y="48634"/>
                  </a:lnTo>
                  <a:lnTo>
                    <a:pt x="27140" y="48759"/>
                  </a:lnTo>
                  <a:lnTo>
                    <a:pt x="24512" y="50921"/>
                  </a:lnTo>
                  <a:lnTo>
                    <a:pt x="23833" y="51514"/>
                  </a:lnTo>
                  <a:lnTo>
                    <a:pt x="22465" y="52710"/>
                  </a:lnTo>
                  <a:lnTo>
                    <a:pt x="21495" y="53559"/>
                  </a:lnTo>
                  <a:lnTo>
                    <a:pt x="20771" y="54187"/>
                  </a:lnTo>
                  <a:lnTo>
                    <a:pt x="21063" y="54529"/>
                  </a:lnTo>
                  <a:lnTo>
                    <a:pt x="21492" y="55029"/>
                  </a:lnTo>
                  <a:lnTo>
                    <a:pt x="22271" y="55777"/>
                  </a:lnTo>
                  <a:lnTo>
                    <a:pt x="22558" y="56051"/>
                  </a:lnTo>
                  <a:lnTo>
                    <a:pt x="24977" y="58304"/>
                  </a:lnTo>
                  <a:lnTo>
                    <a:pt x="25605" y="57767"/>
                  </a:lnTo>
                  <a:lnTo>
                    <a:pt x="27269" y="56252"/>
                  </a:lnTo>
                  <a:lnTo>
                    <a:pt x="31180" y="52690"/>
                  </a:lnTo>
                  <a:lnTo>
                    <a:pt x="32091" y="51860"/>
                  </a:lnTo>
                  <a:lnTo>
                    <a:pt x="32704" y="51301"/>
                  </a:lnTo>
                  <a:lnTo>
                    <a:pt x="33495" y="50581"/>
                  </a:lnTo>
                  <a:lnTo>
                    <a:pt x="37295" y="47131"/>
                  </a:lnTo>
                  <a:lnTo>
                    <a:pt x="38207" y="46303"/>
                  </a:lnTo>
                  <a:lnTo>
                    <a:pt x="38482" y="46053"/>
                  </a:lnTo>
                  <a:lnTo>
                    <a:pt x="39329" y="45284"/>
                  </a:lnTo>
                  <a:lnTo>
                    <a:pt x="40228" y="44468"/>
                  </a:lnTo>
                  <a:lnTo>
                    <a:pt x="43905" y="41130"/>
                  </a:lnTo>
                  <a:lnTo>
                    <a:pt x="44522" y="40570"/>
                  </a:lnTo>
                  <a:lnTo>
                    <a:pt x="44878" y="40246"/>
                  </a:lnTo>
                  <a:lnTo>
                    <a:pt x="45976" y="39250"/>
                  </a:lnTo>
                  <a:lnTo>
                    <a:pt x="46800" y="38502"/>
                  </a:lnTo>
                  <a:lnTo>
                    <a:pt x="47498" y="38235"/>
                  </a:lnTo>
                  <a:lnTo>
                    <a:pt x="48739" y="37760"/>
                  </a:lnTo>
                  <a:lnTo>
                    <a:pt x="49683" y="37399"/>
                  </a:lnTo>
                  <a:lnTo>
                    <a:pt x="51327" y="36770"/>
                  </a:lnTo>
                  <a:lnTo>
                    <a:pt x="50486" y="34688"/>
                  </a:lnTo>
                  <a:lnTo>
                    <a:pt x="49643" y="32597"/>
                  </a:lnTo>
                  <a:lnTo>
                    <a:pt x="49405" y="32009"/>
                  </a:lnTo>
                  <a:lnTo>
                    <a:pt x="49262" y="31652"/>
                  </a:lnTo>
                  <a:lnTo>
                    <a:pt x="49118" y="31296"/>
                  </a:lnTo>
                  <a:lnTo>
                    <a:pt x="48153" y="28904"/>
                  </a:lnTo>
                  <a:lnTo>
                    <a:pt x="47358" y="26934"/>
                  </a:lnTo>
                  <a:lnTo>
                    <a:pt x="46959" y="25946"/>
                  </a:lnTo>
                  <a:lnTo>
                    <a:pt x="46517" y="24851"/>
                  </a:lnTo>
                  <a:lnTo>
                    <a:pt x="45272" y="21765"/>
                  </a:lnTo>
                  <a:lnTo>
                    <a:pt x="45287" y="21562"/>
                  </a:lnTo>
                  <a:lnTo>
                    <a:pt x="45462" y="19137"/>
                  </a:lnTo>
                  <a:lnTo>
                    <a:pt x="45479" y="18903"/>
                  </a:lnTo>
                  <a:lnTo>
                    <a:pt x="45949" y="17767"/>
                  </a:lnTo>
                  <a:lnTo>
                    <a:pt x="46160" y="16242"/>
                  </a:lnTo>
                  <a:lnTo>
                    <a:pt x="46184" y="16067"/>
                  </a:lnTo>
                  <a:lnTo>
                    <a:pt x="46353" y="15270"/>
                  </a:lnTo>
                  <a:lnTo>
                    <a:pt x="46491" y="14620"/>
                  </a:lnTo>
                  <a:lnTo>
                    <a:pt x="46828" y="13035"/>
                  </a:lnTo>
                  <a:lnTo>
                    <a:pt x="46981" y="11181"/>
                  </a:lnTo>
                  <a:lnTo>
                    <a:pt x="47164" y="8958"/>
                  </a:lnTo>
                  <a:lnTo>
                    <a:pt x="47144" y="7635"/>
                  </a:lnTo>
                  <a:lnTo>
                    <a:pt x="47121" y="6182"/>
                  </a:lnTo>
                  <a:lnTo>
                    <a:pt x="47116" y="5824"/>
                  </a:lnTo>
                  <a:lnTo>
                    <a:pt x="47113" y="5675"/>
                  </a:lnTo>
                  <a:lnTo>
                    <a:pt x="47107" y="5259"/>
                  </a:lnTo>
                  <a:lnTo>
                    <a:pt x="47101" y="4843"/>
                  </a:lnTo>
                  <a:lnTo>
                    <a:pt x="47062" y="2318"/>
                  </a:lnTo>
                  <a:lnTo>
                    <a:pt x="47055" y="1902"/>
                  </a:lnTo>
                  <a:lnTo>
                    <a:pt x="46999" y="1714"/>
                  </a:lnTo>
                  <a:lnTo>
                    <a:pt x="48134" y="1503"/>
                  </a:lnTo>
                  <a:lnTo>
                    <a:pt x="50256" y="1108"/>
                  </a:lnTo>
                  <a:lnTo>
                    <a:pt x="50529" y="1056"/>
                  </a:lnTo>
                  <a:lnTo>
                    <a:pt x="51029" y="960"/>
                  </a:lnTo>
                  <a:lnTo>
                    <a:pt x="53231" y="556"/>
                  </a:lnTo>
                  <a:lnTo>
                    <a:pt x="55714" y="94"/>
                  </a:lnTo>
                  <a:lnTo>
                    <a:pt x="56223" y="0"/>
                  </a:lnTo>
                  <a:lnTo>
                    <a:pt x="56308" y="221"/>
                  </a:lnTo>
                  <a:lnTo>
                    <a:pt x="57163" y="2452"/>
                  </a:lnTo>
                  <a:lnTo>
                    <a:pt x="57618" y="3639"/>
                  </a:lnTo>
                  <a:lnTo>
                    <a:pt x="57847" y="4236"/>
                  </a:lnTo>
                  <a:lnTo>
                    <a:pt x="58708" y="6481"/>
                  </a:lnTo>
                  <a:lnTo>
                    <a:pt x="59062" y="7406"/>
                  </a:lnTo>
                  <a:lnTo>
                    <a:pt x="59117" y="7550"/>
                  </a:lnTo>
                  <a:lnTo>
                    <a:pt x="59398" y="8283"/>
                  </a:lnTo>
                  <a:lnTo>
                    <a:pt x="59665" y="8978"/>
                  </a:lnTo>
                  <a:lnTo>
                    <a:pt x="60769" y="11859"/>
                  </a:lnTo>
                  <a:lnTo>
                    <a:pt x="61172" y="12835"/>
                  </a:lnTo>
                  <a:lnTo>
                    <a:pt x="62843" y="17012"/>
                  </a:lnTo>
                  <a:lnTo>
                    <a:pt x="64046" y="20782"/>
                  </a:lnTo>
                  <a:lnTo>
                    <a:pt x="64101" y="20954"/>
                  </a:lnTo>
                  <a:lnTo>
                    <a:pt x="65228" y="24899"/>
                  </a:lnTo>
                  <a:lnTo>
                    <a:pt x="65228" y="25155"/>
                  </a:lnTo>
                  <a:lnTo>
                    <a:pt x="65348" y="25461"/>
                  </a:lnTo>
                  <a:lnTo>
                    <a:pt x="65491" y="25828"/>
                  </a:lnTo>
                  <a:lnTo>
                    <a:pt x="65642" y="26215"/>
                  </a:lnTo>
                  <a:lnTo>
                    <a:pt x="65694" y="26349"/>
                  </a:lnTo>
                  <a:lnTo>
                    <a:pt x="65979" y="27077"/>
                  </a:lnTo>
                  <a:lnTo>
                    <a:pt x="66042" y="27238"/>
                  </a:lnTo>
                  <a:lnTo>
                    <a:pt x="66916" y="29476"/>
                  </a:lnTo>
                  <a:lnTo>
                    <a:pt x="67515" y="30457"/>
                  </a:lnTo>
                  <a:lnTo>
                    <a:pt x="69014" y="32769"/>
                  </a:lnTo>
                  <a:lnTo>
                    <a:pt x="69369" y="33317"/>
                  </a:lnTo>
                  <a:lnTo>
                    <a:pt x="69536" y="33725"/>
                  </a:lnTo>
                  <a:lnTo>
                    <a:pt x="69878" y="34562"/>
                  </a:lnTo>
                  <a:lnTo>
                    <a:pt x="69960" y="34765"/>
                  </a:lnTo>
                  <a:lnTo>
                    <a:pt x="70089" y="34951"/>
                  </a:lnTo>
                  <a:lnTo>
                    <a:pt x="70527" y="35583"/>
                  </a:lnTo>
                  <a:lnTo>
                    <a:pt x="70824" y="36014"/>
                  </a:lnTo>
                  <a:lnTo>
                    <a:pt x="71328" y="36742"/>
                  </a:lnTo>
                  <a:lnTo>
                    <a:pt x="71938" y="38368"/>
                  </a:lnTo>
                  <a:lnTo>
                    <a:pt x="72088" y="38770"/>
                  </a:lnTo>
                  <a:lnTo>
                    <a:pt x="72189" y="38938"/>
                  </a:lnTo>
                  <a:lnTo>
                    <a:pt x="72359" y="39222"/>
                  </a:lnTo>
                  <a:lnTo>
                    <a:pt x="72715" y="39816"/>
                  </a:lnTo>
                  <a:lnTo>
                    <a:pt x="74310" y="4142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874826" y="4815073"/>
              <a:ext cx="45274" cy="42858"/>
            </a:xfrm>
            <a:custGeom>
              <a:avLst/>
              <a:pathLst>
                <a:path w="45274" h="42858">
                  <a:moveTo>
                    <a:pt x="0" y="20702"/>
                  </a:moveTo>
                  <a:lnTo>
                    <a:pt x="3644" y="0"/>
                  </a:lnTo>
                  <a:lnTo>
                    <a:pt x="6916" y="278"/>
                  </a:lnTo>
                  <a:lnTo>
                    <a:pt x="8436" y="661"/>
                  </a:lnTo>
                  <a:lnTo>
                    <a:pt x="10883" y="1222"/>
                  </a:lnTo>
                  <a:lnTo>
                    <a:pt x="11871" y="1443"/>
                  </a:lnTo>
                  <a:lnTo>
                    <a:pt x="12900" y="1674"/>
                  </a:lnTo>
                  <a:lnTo>
                    <a:pt x="14046" y="1933"/>
                  </a:lnTo>
                  <a:lnTo>
                    <a:pt x="15384" y="2327"/>
                  </a:lnTo>
                  <a:lnTo>
                    <a:pt x="16475" y="2860"/>
                  </a:lnTo>
                  <a:lnTo>
                    <a:pt x="17384" y="3423"/>
                  </a:lnTo>
                  <a:lnTo>
                    <a:pt x="17970" y="4301"/>
                  </a:lnTo>
                  <a:lnTo>
                    <a:pt x="19038" y="5610"/>
                  </a:lnTo>
                  <a:lnTo>
                    <a:pt x="20614" y="6838"/>
                  </a:lnTo>
                  <a:lnTo>
                    <a:pt x="22479" y="6964"/>
                  </a:lnTo>
                  <a:lnTo>
                    <a:pt x="24459" y="6972"/>
                  </a:lnTo>
                  <a:lnTo>
                    <a:pt x="26036" y="6782"/>
                  </a:lnTo>
                  <a:lnTo>
                    <a:pt x="26461" y="6731"/>
                  </a:lnTo>
                  <a:lnTo>
                    <a:pt x="28838" y="5984"/>
                  </a:lnTo>
                  <a:lnTo>
                    <a:pt x="29944" y="5378"/>
                  </a:lnTo>
                  <a:lnTo>
                    <a:pt x="30253" y="5209"/>
                  </a:lnTo>
                  <a:lnTo>
                    <a:pt x="31108" y="4828"/>
                  </a:lnTo>
                  <a:lnTo>
                    <a:pt x="31963" y="4446"/>
                  </a:lnTo>
                  <a:lnTo>
                    <a:pt x="32185" y="4421"/>
                  </a:lnTo>
                  <a:lnTo>
                    <a:pt x="32622" y="4371"/>
                  </a:lnTo>
                  <a:lnTo>
                    <a:pt x="32915" y="4584"/>
                  </a:lnTo>
                  <a:lnTo>
                    <a:pt x="33184" y="4779"/>
                  </a:lnTo>
                  <a:lnTo>
                    <a:pt x="33723" y="5170"/>
                  </a:lnTo>
                  <a:lnTo>
                    <a:pt x="34084" y="5433"/>
                  </a:lnTo>
                  <a:lnTo>
                    <a:pt x="34771" y="5932"/>
                  </a:lnTo>
                  <a:lnTo>
                    <a:pt x="35002" y="6100"/>
                  </a:lnTo>
                  <a:lnTo>
                    <a:pt x="35277" y="6299"/>
                  </a:lnTo>
                  <a:lnTo>
                    <a:pt x="35424" y="6406"/>
                  </a:lnTo>
                  <a:lnTo>
                    <a:pt x="36865" y="7329"/>
                  </a:lnTo>
                  <a:lnTo>
                    <a:pt x="37499" y="7736"/>
                  </a:lnTo>
                  <a:lnTo>
                    <a:pt x="38339" y="8274"/>
                  </a:lnTo>
                  <a:lnTo>
                    <a:pt x="38741" y="8531"/>
                  </a:lnTo>
                  <a:lnTo>
                    <a:pt x="39411" y="8960"/>
                  </a:lnTo>
                  <a:lnTo>
                    <a:pt x="39580" y="9068"/>
                  </a:lnTo>
                  <a:lnTo>
                    <a:pt x="40096" y="9399"/>
                  </a:lnTo>
                  <a:lnTo>
                    <a:pt x="41332" y="10191"/>
                  </a:lnTo>
                  <a:lnTo>
                    <a:pt x="41645" y="10391"/>
                  </a:lnTo>
                  <a:lnTo>
                    <a:pt x="42097" y="11043"/>
                  </a:lnTo>
                  <a:lnTo>
                    <a:pt x="41630" y="11584"/>
                  </a:lnTo>
                  <a:lnTo>
                    <a:pt x="41265" y="12008"/>
                  </a:lnTo>
                  <a:lnTo>
                    <a:pt x="40900" y="12432"/>
                  </a:lnTo>
                  <a:lnTo>
                    <a:pt x="40665" y="12705"/>
                  </a:lnTo>
                  <a:lnTo>
                    <a:pt x="40440" y="13105"/>
                  </a:lnTo>
                  <a:lnTo>
                    <a:pt x="40698" y="13649"/>
                  </a:lnTo>
                  <a:lnTo>
                    <a:pt x="40790" y="13836"/>
                  </a:lnTo>
                  <a:lnTo>
                    <a:pt x="40904" y="14065"/>
                  </a:lnTo>
                  <a:lnTo>
                    <a:pt x="41229" y="14721"/>
                  </a:lnTo>
                  <a:lnTo>
                    <a:pt x="41320" y="14905"/>
                  </a:lnTo>
                  <a:lnTo>
                    <a:pt x="41409" y="15086"/>
                  </a:lnTo>
                  <a:lnTo>
                    <a:pt x="41572" y="15414"/>
                  </a:lnTo>
                  <a:lnTo>
                    <a:pt x="41940" y="16157"/>
                  </a:lnTo>
                  <a:lnTo>
                    <a:pt x="42047" y="16373"/>
                  </a:lnTo>
                  <a:lnTo>
                    <a:pt x="42223" y="16728"/>
                  </a:lnTo>
                  <a:lnTo>
                    <a:pt x="42433" y="17154"/>
                  </a:lnTo>
                  <a:lnTo>
                    <a:pt x="42616" y="17696"/>
                  </a:lnTo>
                  <a:lnTo>
                    <a:pt x="42800" y="18239"/>
                  </a:lnTo>
                  <a:lnTo>
                    <a:pt x="42917" y="18587"/>
                  </a:lnTo>
                  <a:lnTo>
                    <a:pt x="43771" y="21120"/>
                  </a:lnTo>
                  <a:lnTo>
                    <a:pt x="43940" y="21619"/>
                  </a:lnTo>
                  <a:lnTo>
                    <a:pt x="44425" y="23058"/>
                  </a:lnTo>
                  <a:lnTo>
                    <a:pt x="44989" y="24723"/>
                  </a:lnTo>
                  <a:lnTo>
                    <a:pt x="45274" y="25565"/>
                  </a:lnTo>
                  <a:lnTo>
                    <a:pt x="40511" y="27084"/>
                  </a:lnTo>
                  <a:lnTo>
                    <a:pt x="39834" y="27300"/>
                  </a:lnTo>
                  <a:lnTo>
                    <a:pt x="37165" y="26328"/>
                  </a:lnTo>
                  <a:lnTo>
                    <a:pt x="35078" y="25567"/>
                  </a:lnTo>
                  <a:lnTo>
                    <a:pt x="34437" y="25676"/>
                  </a:lnTo>
                  <a:lnTo>
                    <a:pt x="34149" y="26413"/>
                  </a:lnTo>
                  <a:lnTo>
                    <a:pt x="33292" y="28610"/>
                  </a:lnTo>
                  <a:lnTo>
                    <a:pt x="35187" y="28992"/>
                  </a:lnTo>
                  <a:lnTo>
                    <a:pt x="35956" y="29312"/>
                  </a:lnTo>
                  <a:lnTo>
                    <a:pt x="38754" y="32623"/>
                  </a:lnTo>
                  <a:lnTo>
                    <a:pt x="39619" y="33777"/>
                  </a:lnTo>
                  <a:lnTo>
                    <a:pt x="40484" y="34930"/>
                  </a:lnTo>
                  <a:lnTo>
                    <a:pt x="40738" y="35116"/>
                  </a:lnTo>
                  <a:lnTo>
                    <a:pt x="40545" y="35150"/>
                  </a:lnTo>
                  <a:lnTo>
                    <a:pt x="39868" y="35699"/>
                  </a:lnTo>
                  <a:lnTo>
                    <a:pt x="39403" y="35337"/>
                  </a:lnTo>
                  <a:lnTo>
                    <a:pt x="39092" y="35555"/>
                  </a:lnTo>
                  <a:lnTo>
                    <a:pt x="38947" y="35354"/>
                  </a:lnTo>
                  <a:lnTo>
                    <a:pt x="38443" y="34654"/>
                  </a:lnTo>
                  <a:lnTo>
                    <a:pt x="37856" y="34134"/>
                  </a:lnTo>
                  <a:lnTo>
                    <a:pt x="37489" y="34245"/>
                  </a:lnTo>
                  <a:lnTo>
                    <a:pt x="35248" y="35207"/>
                  </a:lnTo>
                  <a:lnTo>
                    <a:pt x="34291" y="35618"/>
                  </a:lnTo>
                  <a:lnTo>
                    <a:pt x="34013" y="35737"/>
                  </a:lnTo>
                  <a:lnTo>
                    <a:pt x="33801" y="35653"/>
                  </a:lnTo>
                  <a:lnTo>
                    <a:pt x="32959" y="35276"/>
                  </a:lnTo>
                  <a:lnTo>
                    <a:pt x="32546" y="34964"/>
                  </a:lnTo>
                  <a:lnTo>
                    <a:pt x="30407" y="30195"/>
                  </a:lnTo>
                  <a:lnTo>
                    <a:pt x="29925" y="28597"/>
                  </a:lnTo>
                  <a:lnTo>
                    <a:pt x="28689" y="29079"/>
                  </a:lnTo>
                  <a:lnTo>
                    <a:pt x="27680" y="29474"/>
                  </a:lnTo>
                  <a:lnTo>
                    <a:pt x="27197" y="29663"/>
                  </a:lnTo>
                  <a:lnTo>
                    <a:pt x="24646" y="30659"/>
                  </a:lnTo>
                  <a:lnTo>
                    <a:pt x="23724" y="31019"/>
                  </a:lnTo>
                  <a:lnTo>
                    <a:pt x="22387" y="31542"/>
                  </a:lnTo>
                  <a:lnTo>
                    <a:pt x="22531" y="31866"/>
                  </a:lnTo>
                  <a:lnTo>
                    <a:pt x="23775" y="34653"/>
                  </a:lnTo>
                  <a:lnTo>
                    <a:pt x="23920" y="34979"/>
                  </a:lnTo>
                  <a:lnTo>
                    <a:pt x="25151" y="37543"/>
                  </a:lnTo>
                  <a:lnTo>
                    <a:pt x="23183" y="38344"/>
                  </a:lnTo>
                  <a:lnTo>
                    <a:pt x="22939" y="38444"/>
                  </a:lnTo>
                  <a:lnTo>
                    <a:pt x="21187" y="39157"/>
                  </a:lnTo>
                  <a:lnTo>
                    <a:pt x="19380" y="39893"/>
                  </a:lnTo>
                  <a:lnTo>
                    <a:pt x="19042" y="40030"/>
                  </a:lnTo>
                  <a:lnTo>
                    <a:pt x="17688" y="40663"/>
                  </a:lnTo>
                  <a:lnTo>
                    <a:pt x="16555" y="41143"/>
                  </a:lnTo>
                  <a:lnTo>
                    <a:pt x="16438" y="41318"/>
                  </a:lnTo>
                  <a:lnTo>
                    <a:pt x="15452" y="41740"/>
                  </a:lnTo>
                  <a:lnTo>
                    <a:pt x="14944" y="41903"/>
                  </a:lnTo>
                  <a:lnTo>
                    <a:pt x="14071" y="42393"/>
                  </a:lnTo>
                  <a:lnTo>
                    <a:pt x="13629" y="42641"/>
                  </a:lnTo>
                  <a:lnTo>
                    <a:pt x="13374" y="42784"/>
                  </a:lnTo>
                  <a:lnTo>
                    <a:pt x="13237" y="42858"/>
                  </a:lnTo>
                  <a:lnTo>
                    <a:pt x="13194" y="42641"/>
                  </a:lnTo>
                  <a:lnTo>
                    <a:pt x="13153" y="42435"/>
                  </a:lnTo>
                  <a:lnTo>
                    <a:pt x="12661" y="41010"/>
                  </a:lnTo>
                  <a:lnTo>
                    <a:pt x="11028" y="36277"/>
                  </a:lnTo>
                  <a:lnTo>
                    <a:pt x="10693" y="35307"/>
                  </a:lnTo>
                  <a:lnTo>
                    <a:pt x="10648" y="35177"/>
                  </a:lnTo>
                  <a:lnTo>
                    <a:pt x="10401" y="34460"/>
                  </a:lnTo>
                  <a:lnTo>
                    <a:pt x="10377" y="34308"/>
                  </a:lnTo>
                  <a:lnTo>
                    <a:pt x="9490" y="28675"/>
                  </a:lnTo>
                  <a:lnTo>
                    <a:pt x="9393" y="28057"/>
                  </a:lnTo>
                  <a:lnTo>
                    <a:pt x="10427" y="22651"/>
                  </a:lnTo>
                  <a:lnTo>
                    <a:pt x="6718" y="21958"/>
                  </a:lnTo>
                  <a:lnTo>
                    <a:pt x="2787" y="212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866310" y="4835776"/>
              <a:ext cx="123561" cy="94015"/>
            </a:xfrm>
            <a:custGeom>
              <a:avLst/>
              <a:pathLst>
                <a:path w="123561" h="94015">
                  <a:moveTo>
                    <a:pt x="21753" y="22158"/>
                  </a:moveTo>
                  <a:lnTo>
                    <a:pt x="21889" y="22081"/>
                  </a:lnTo>
                  <a:lnTo>
                    <a:pt x="22144" y="21939"/>
                  </a:lnTo>
                  <a:lnTo>
                    <a:pt x="22586" y="21690"/>
                  </a:lnTo>
                  <a:lnTo>
                    <a:pt x="23459" y="21200"/>
                  </a:lnTo>
                  <a:lnTo>
                    <a:pt x="24055" y="21009"/>
                  </a:lnTo>
                  <a:lnTo>
                    <a:pt x="24953" y="20616"/>
                  </a:lnTo>
                  <a:lnTo>
                    <a:pt x="25070" y="20440"/>
                  </a:lnTo>
                  <a:lnTo>
                    <a:pt x="26204" y="19961"/>
                  </a:lnTo>
                  <a:lnTo>
                    <a:pt x="27557" y="19328"/>
                  </a:lnTo>
                  <a:lnTo>
                    <a:pt x="27895" y="19190"/>
                  </a:lnTo>
                  <a:lnTo>
                    <a:pt x="29772" y="18426"/>
                  </a:lnTo>
                  <a:lnTo>
                    <a:pt x="31454" y="17741"/>
                  </a:lnTo>
                  <a:lnTo>
                    <a:pt x="31699" y="17641"/>
                  </a:lnTo>
                  <a:lnTo>
                    <a:pt x="33667" y="16840"/>
                  </a:lnTo>
                  <a:lnTo>
                    <a:pt x="33973" y="16851"/>
                  </a:lnTo>
                  <a:lnTo>
                    <a:pt x="34158" y="17247"/>
                  </a:lnTo>
                  <a:lnTo>
                    <a:pt x="34227" y="17395"/>
                  </a:lnTo>
                  <a:lnTo>
                    <a:pt x="35172" y="19415"/>
                  </a:lnTo>
                  <a:lnTo>
                    <a:pt x="35364" y="19858"/>
                  </a:lnTo>
                  <a:lnTo>
                    <a:pt x="36753" y="23050"/>
                  </a:lnTo>
                  <a:lnTo>
                    <a:pt x="36805" y="23320"/>
                  </a:lnTo>
                  <a:lnTo>
                    <a:pt x="37062" y="24655"/>
                  </a:lnTo>
                  <a:lnTo>
                    <a:pt x="37177" y="25250"/>
                  </a:lnTo>
                  <a:lnTo>
                    <a:pt x="37562" y="26724"/>
                  </a:lnTo>
                  <a:lnTo>
                    <a:pt x="37612" y="26916"/>
                  </a:lnTo>
                  <a:lnTo>
                    <a:pt x="38136" y="28921"/>
                  </a:lnTo>
                  <a:lnTo>
                    <a:pt x="38584" y="30459"/>
                  </a:lnTo>
                  <a:lnTo>
                    <a:pt x="38679" y="30787"/>
                  </a:lnTo>
                  <a:lnTo>
                    <a:pt x="39543" y="32507"/>
                  </a:lnTo>
                  <a:lnTo>
                    <a:pt x="40999" y="34477"/>
                  </a:lnTo>
                  <a:lnTo>
                    <a:pt x="38989" y="37760"/>
                  </a:lnTo>
                  <a:lnTo>
                    <a:pt x="38688" y="38141"/>
                  </a:lnTo>
                  <a:lnTo>
                    <a:pt x="38860" y="38892"/>
                  </a:lnTo>
                  <a:lnTo>
                    <a:pt x="37377" y="40989"/>
                  </a:lnTo>
                  <a:lnTo>
                    <a:pt x="36937" y="41587"/>
                  </a:lnTo>
                  <a:lnTo>
                    <a:pt x="37080" y="41546"/>
                  </a:lnTo>
                  <a:lnTo>
                    <a:pt x="37633" y="41667"/>
                  </a:lnTo>
                  <a:lnTo>
                    <a:pt x="38112" y="41841"/>
                  </a:lnTo>
                  <a:lnTo>
                    <a:pt x="38830" y="42102"/>
                  </a:lnTo>
                  <a:lnTo>
                    <a:pt x="39977" y="42351"/>
                  </a:lnTo>
                  <a:lnTo>
                    <a:pt x="42674" y="42938"/>
                  </a:lnTo>
                  <a:lnTo>
                    <a:pt x="46498" y="44102"/>
                  </a:lnTo>
                  <a:lnTo>
                    <a:pt x="50731" y="45123"/>
                  </a:lnTo>
                  <a:lnTo>
                    <a:pt x="55683" y="46787"/>
                  </a:lnTo>
                  <a:lnTo>
                    <a:pt x="57842" y="47351"/>
                  </a:lnTo>
                  <a:lnTo>
                    <a:pt x="62154" y="48477"/>
                  </a:lnTo>
                  <a:lnTo>
                    <a:pt x="64304" y="49071"/>
                  </a:lnTo>
                  <a:lnTo>
                    <a:pt x="65930" y="49520"/>
                  </a:lnTo>
                  <a:lnTo>
                    <a:pt x="64685" y="53785"/>
                  </a:lnTo>
                  <a:lnTo>
                    <a:pt x="64604" y="54124"/>
                  </a:lnTo>
                  <a:lnTo>
                    <a:pt x="74126" y="56796"/>
                  </a:lnTo>
                  <a:lnTo>
                    <a:pt x="78837" y="58118"/>
                  </a:lnTo>
                  <a:lnTo>
                    <a:pt x="84643" y="59747"/>
                  </a:lnTo>
                  <a:lnTo>
                    <a:pt x="85625" y="60023"/>
                  </a:lnTo>
                  <a:lnTo>
                    <a:pt x="85865" y="60090"/>
                  </a:lnTo>
                  <a:lnTo>
                    <a:pt x="88941" y="61052"/>
                  </a:lnTo>
                  <a:lnTo>
                    <a:pt x="90528" y="61548"/>
                  </a:lnTo>
                  <a:lnTo>
                    <a:pt x="90745" y="61615"/>
                  </a:lnTo>
                  <a:lnTo>
                    <a:pt x="92946" y="62003"/>
                  </a:lnTo>
                  <a:lnTo>
                    <a:pt x="95511" y="64658"/>
                  </a:lnTo>
                  <a:lnTo>
                    <a:pt x="95971" y="64939"/>
                  </a:lnTo>
                  <a:lnTo>
                    <a:pt x="98349" y="62874"/>
                  </a:lnTo>
                  <a:lnTo>
                    <a:pt x="99369" y="61988"/>
                  </a:lnTo>
                  <a:lnTo>
                    <a:pt x="107233" y="55159"/>
                  </a:lnTo>
                  <a:lnTo>
                    <a:pt x="107471" y="54952"/>
                  </a:lnTo>
                  <a:lnTo>
                    <a:pt x="108492" y="54066"/>
                  </a:lnTo>
                  <a:lnTo>
                    <a:pt x="111515" y="51617"/>
                  </a:lnTo>
                  <a:lnTo>
                    <a:pt x="114564" y="55063"/>
                  </a:lnTo>
                  <a:lnTo>
                    <a:pt x="123561" y="65233"/>
                  </a:lnTo>
                  <a:lnTo>
                    <a:pt x="120629" y="67876"/>
                  </a:lnTo>
                  <a:lnTo>
                    <a:pt x="119636" y="68772"/>
                  </a:lnTo>
                  <a:lnTo>
                    <a:pt x="118805" y="67876"/>
                  </a:lnTo>
                  <a:lnTo>
                    <a:pt x="116385" y="65268"/>
                  </a:lnTo>
                  <a:lnTo>
                    <a:pt x="114500" y="63236"/>
                  </a:lnTo>
                  <a:lnTo>
                    <a:pt x="114149" y="62846"/>
                  </a:lnTo>
                  <a:lnTo>
                    <a:pt x="113181" y="63718"/>
                  </a:lnTo>
                  <a:lnTo>
                    <a:pt x="110282" y="66335"/>
                  </a:lnTo>
                  <a:lnTo>
                    <a:pt x="106378" y="70026"/>
                  </a:lnTo>
                  <a:lnTo>
                    <a:pt x="107932" y="71692"/>
                  </a:lnTo>
                  <a:lnTo>
                    <a:pt x="108408" y="72202"/>
                  </a:lnTo>
                  <a:lnTo>
                    <a:pt x="110309" y="74241"/>
                  </a:lnTo>
                  <a:lnTo>
                    <a:pt x="114933" y="79198"/>
                  </a:lnTo>
                  <a:lnTo>
                    <a:pt x="115298" y="79589"/>
                  </a:lnTo>
                  <a:lnTo>
                    <a:pt x="108240" y="77660"/>
                  </a:lnTo>
                  <a:lnTo>
                    <a:pt x="107719" y="77514"/>
                  </a:lnTo>
                  <a:lnTo>
                    <a:pt x="103484" y="76323"/>
                  </a:lnTo>
                  <a:lnTo>
                    <a:pt x="102869" y="76138"/>
                  </a:lnTo>
                  <a:lnTo>
                    <a:pt x="98492" y="74821"/>
                  </a:lnTo>
                  <a:lnTo>
                    <a:pt x="97687" y="74579"/>
                  </a:lnTo>
                  <a:lnTo>
                    <a:pt x="93470" y="73310"/>
                  </a:lnTo>
                  <a:lnTo>
                    <a:pt x="92981" y="73164"/>
                  </a:lnTo>
                  <a:lnTo>
                    <a:pt x="92939" y="73302"/>
                  </a:lnTo>
                  <a:lnTo>
                    <a:pt x="90333" y="82831"/>
                  </a:lnTo>
                  <a:lnTo>
                    <a:pt x="90233" y="83197"/>
                  </a:lnTo>
                  <a:lnTo>
                    <a:pt x="89431" y="86158"/>
                  </a:lnTo>
                  <a:lnTo>
                    <a:pt x="89119" y="87311"/>
                  </a:lnTo>
                  <a:lnTo>
                    <a:pt x="89021" y="87668"/>
                  </a:lnTo>
                  <a:lnTo>
                    <a:pt x="88651" y="88942"/>
                  </a:lnTo>
                  <a:lnTo>
                    <a:pt x="87102" y="94015"/>
                  </a:lnTo>
                  <a:lnTo>
                    <a:pt x="86634" y="93181"/>
                  </a:lnTo>
                  <a:lnTo>
                    <a:pt x="85969" y="93008"/>
                  </a:lnTo>
                  <a:lnTo>
                    <a:pt x="76477" y="90530"/>
                  </a:lnTo>
                  <a:lnTo>
                    <a:pt x="65978" y="87627"/>
                  </a:lnTo>
                  <a:lnTo>
                    <a:pt x="66666" y="85674"/>
                  </a:lnTo>
                  <a:lnTo>
                    <a:pt x="67846" y="82329"/>
                  </a:lnTo>
                  <a:lnTo>
                    <a:pt x="62206" y="80700"/>
                  </a:lnTo>
                  <a:lnTo>
                    <a:pt x="59056" y="79790"/>
                  </a:lnTo>
                  <a:lnTo>
                    <a:pt x="57876" y="79450"/>
                  </a:lnTo>
                  <a:lnTo>
                    <a:pt x="57216" y="79268"/>
                  </a:lnTo>
                  <a:lnTo>
                    <a:pt x="55092" y="78685"/>
                  </a:lnTo>
                  <a:lnTo>
                    <a:pt x="54529" y="78542"/>
                  </a:lnTo>
                  <a:lnTo>
                    <a:pt x="52526" y="78033"/>
                  </a:lnTo>
                  <a:lnTo>
                    <a:pt x="52376" y="77991"/>
                  </a:lnTo>
                  <a:lnTo>
                    <a:pt x="51123" y="77640"/>
                  </a:lnTo>
                  <a:lnTo>
                    <a:pt x="50788" y="77228"/>
                  </a:lnTo>
                  <a:lnTo>
                    <a:pt x="48562" y="76213"/>
                  </a:lnTo>
                  <a:lnTo>
                    <a:pt x="47160" y="75243"/>
                  </a:lnTo>
                  <a:lnTo>
                    <a:pt x="46465" y="74755"/>
                  </a:lnTo>
                  <a:lnTo>
                    <a:pt x="46327" y="74538"/>
                  </a:lnTo>
                  <a:lnTo>
                    <a:pt x="45849" y="73782"/>
                  </a:lnTo>
                  <a:lnTo>
                    <a:pt x="45439" y="73134"/>
                  </a:lnTo>
                  <a:lnTo>
                    <a:pt x="43753" y="72914"/>
                  </a:lnTo>
                  <a:lnTo>
                    <a:pt x="43498" y="72866"/>
                  </a:lnTo>
                  <a:lnTo>
                    <a:pt x="41026" y="72393"/>
                  </a:lnTo>
                  <a:lnTo>
                    <a:pt x="39981" y="72129"/>
                  </a:lnTo>
                  <a:lnTo>
                    <a:pt x="37123" y="71588"/>
                  </a:lnTo>
                  <a:lnTo>
                    <a:pt x="36627" y="71583"/>
                  </a:lnTo>
                  <a:lnTo>
                    <a:pt x="35052" y="71570"/>
                  </a:lnTo>
                  <a:lnTo>
                    <a:pt x="34744" y="71870"/>
                  </a:lnTo>
                  <a:lnTo>
                    <a:pt x="33872" y="74509"/>
                  </a:lnTo>
                  <a:lnTo>
                    <a:pt x="33813" y="74686"/>
                  </a:lnTo>
                  <a:lnTo>
                    <a:pt x="33317" y="76189"/>
                  </a:lnTo>
                  <a:lnTo>
                    <a:pt x="33149" y="76698"/>
                  </a:lnTo>
                  <a:lnTo>
                    <a:pt x="32420" y="76813"/>
                  </a:lnTo>
                  <a:lnTo>
                    <a:pt x="31101" y="76515"/>
                  </a:lnTo>
                  <a:lnTo>
                    <a:pt x="30911" y="76472"/>
                  </a:lnTo>
                  <a:lnTo>
                    <a:pt x="29942" y="76400"/>
                  </a:lnTo>
                  <a:lnTo>
                    <a:pt x="29260" y="76348"/>
                  </a:lnTo>
                  <a:lnTo>
                    <a:pt x="28702" y="74606"/>
                  </a:lnTo>
                  <a:lnTo>
                    <a:pt x="28982" y="71722"/>
                  </a:lnTo>
                  <a:lnTo>
                    <a:pt x="29743" y="66275"/>
                  </a:lnTo>
                  <a:lnTo>
                    <a:pt x="31025" y="63030"/>
                  </a:lnTo>
                  <a:lnTo>
                    <a:pt x="31866" y="60067"/>
                  </a:lnTo>
                  <a:lnTo>
                    <a:pt x="31799" y="58116"/>
                  </a:lnTo>
                  <a:lnTo>
                    <a:pt x="31583" y="57606"/>
                  </a:lnTo>
                  <a:lnTo>
                    <a:pt x="31158" y="56601"/>
                  </a:lnTo>
                  <a:lnTo>
                    <a:pt x="29917" y="53669"/>
                  </a:lnTo>
                  <a:lnTo>
                    <a:pt x="29567" y="52842"/>
                  </a:lnTo>
                  <a:lnTo>
                    <a:pt x="27578" y="52799"/>
                  </a:lnTo>
                  <a:lnTo>
                    <a:pt x="25261" y="52750"/>
                  </a:lnTo>
                  <a:lnTo>
                    <a:pt x="24100" y="52725"/>
                  </a:lnTo>
                  <a:lnTo>
                    <a:pt x="22916" y="52568"/>
                  </a:lnTo>
                  <a:lnTo>
                    <a:pt x="20466" y="52244"/>
                  </a:lnTo>
                  <a:lnTo>
                    <a:pt x="15571" y="51353"/>
                  </a:lnTo>
                  <a:lnTo>
                    <a:pt x="10460" y="50422"/>
                  </a:lnTo>
                  <a:lnTo>
                    <a:pt x="0" y="48518"/>
                  </a:lnTo>
                  <a:lnTo>
                    <a:pt x="953" y="43056"/>
                  </a:lnTo>
                  <a:lnTo>
                    <a:pt x="1224" y="41501"/>
                  </a:lnTo>
                  <a:lnTo>
                    <a:pt x="1736" y="38567"/>
                  </a:lnTo>
                  <a:lnTo>
                    <a:pt x="2016" y="36961"/>
                  </a:lnTo>
                  <a:lnTo>
                    <a:pt x="2161" y="36130"/>
                  </a:lnTo>
                  <a:lnTo>
                    <a:pt x="2248" y="35634"/>
                  </a:lnTo>
                  <a:lnTo>
                    <a:pt x="2504" y="34165"/>
                  </a:lnTo>
                  <a:lnTo>
                    <a:pt x="4234" y="24256"/>
                  </a:lnTo>
                  <a:lnTo>
                    <a:pt x="4495" y="22760"/>
                  </a:lnTo>
                  <a:lnTo>
                    <a:pt x="4924" y="20301"/>
                  </a:lnTo>
                  <a:lnTo>
                    <a:pt x="5272" y="18308"/>
                  </a:lnTo>
                  <a:lnTo>
                    <a:pt x="5483" y="17114"/>
                  </a:lnTo>
                  <a:lnTo>
                    <a:pt x="5547" y="16752"/>
                  </a:lnTo>
                  <a:lnTo>
                    <a:pt x="5756" y="15574"/>
                  </a:lnTo>
                  <a:lnTo>
                    <a:pt x="5920" y="14649"/>
                  </a:lnTo>
                  <a:lnTo>
                    <a:pt x="6018" y="14095"/>
                  </a:lnTo>
                  <a:lnTo>
                    <a:pt x="6090" y="13690"/>
                  </a:lnTo>
                  <a:lnTo>
                    <a:pt x="7509" y="5686"/>
                  </a:lnTo>
                  <a:lnTo>
                    <a:pt x="8294" y="1255"/>
                  </a:lnTo>
                  <a:lnTo>
                    <a:pt x="8516" y="0"/>
                  </a:lnTo>
                  <a:lnTo>
                    <a:pt x="11302" y="520"/>
                  </a:lnTo>
                  <a:lnTo>
                    <a:pt x="15234" y="1255"/>
                  </a:lnTo>
                  <a:lnTo>
                    <a:pt x="18945" y="1960"/>
                  </a:lnTo>
                  <a:lnTo>
                    <a:pt x="17908" y="7354"/>
                  </a:lnTo>
                  <a:lnTo>
                    <a:pt x="18006" y="7972"/>
                  </a:lnTo>
                  <a:lnTo>
                    <a:pt x="18892" y="13605"/>
                  </a:lnTo>
                  <a:lnTo>
                    <a:pt x="18916" y="13757"/>
                  </a:lnTo>
                  <a:lnTo>
                    <a:pt x="19163" y="14474"/>
                  </a:lnTo>
                  <a:lnTo>
                    <a:pt x="19208" y="14604"/>
                  </a:lnTo>
                  <a:lnTo>
                    <a:pt x="19543" y="15574"/>
                  </a:lnTo>
                  <a:lnTo>
                    <a:pt x="21176" y="20307"/>
                  </a:lnTo>
                  <a:lnTo>
                    <a:pt x="21668" y="21732"/>
                  </a:lnTo>
                  <a:lnTo>
                    <a:pt x="21709" y="219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851147" y="4884296"/>
              <a:ext cx="134165" cy="98794"/>
            </a:xfrm>
            <a:custGeom>
              <a:avLst/>
              <a:pathLst>
                <a:path w="134165" h="98794">
                  <a:moveTo>
                    <a:pt x="46264" y="27995"/>
                  </a:moveTo>
                  <a:lnTo>
                    <a:pt x="47582" y="28293"/>
                  </a:lnTo>
                  <a:lnTo>
                    <a:pt x="48312" y="28178"/>
                  </a:lnTo>
                  <a:lnTo>
                    <a:pt x="48479" y="27669"/>
                  </a:lnTo>
                  <a:lnTo>
                    <a:pt x="48976" y="26166"/>
                  </a:lnTo>
                  <a:lnTo>
                    <a:pt x="49035" y="25989"/>
                  </a:lnTo>
                  <a:lnTo>
                    <a:pt x="49907" y="23350"/>
                  </a:lnTo>
                  <a:lnTo>
                    <a:pt x="50214" y="23050"/>
                  </a:lnTo>
                  <a:lnTo>
                    <a:pt x="51790" y="23063"/>
                  </a:lnTo>
                  <a:lnTo>
                    <a:pt x="52286" y="23067"/>
                  </a:lnTo>
                  <a:lnTo>
                    <a:pt x="55144" y="23609"/>
                  </a:lnTo>
                  <a:lnTo>
                    <a:pt x="56189" y="23873"/>
                  </a:lnTo>
                  <a:lnTo>
                    <a:pt x="58660" y="24345"/>
                  </a:lnTo>
                  <a:lnTo>
                    <a:pt x="58916" y="24394"/>
                  </a:lnTo>
                  <a:lnTo>
                    <a:pt x="60602" y="24614"/>
                  </a:lnTo>
                  <a:lnTo>
                    <a:pt x="61012" y="25261"/>
                  </a:lnTo>
                  <a:lnTo>
                    <a:pt x="61490" y="26018"/>
                  </a:lnTo>
                  <a:lnTo>
                    <a:pt x="61635" y="26247"/>
                  </a:lnTo>
                  <a:lnTo>
                    <a:pt x="62323" y="26723"/>
                  </a:lnTo>
                  <a:lnTo>
                    <a:pt x="63725" y="27693"/>
                  </a:lnTo>
                  <a:lnTo>
                    <a:pt x="65951" y="28708"/>
                  </a:lnTo>
                  <a:lnTo>
                    <a:pt x="66286" y="29120"/>
                  </a:lnTo>
                  <a:lnTo>
                    <a:pt x="67539" y="29471"/>
                  </a:lnTo>
                  <a:lnTo>
                    <a:pt x="67689" y="29513"/>
                  </a:lnTo>
                  <a:lnTo>
                    <a:pt x="69692" y="30022"/>
                  </a:lnTo>
                  <a:lnTo>
                    <a:pt x="70255" y="30165"/>
                  </a:lnTo>
                  <a:lnTo>
                    <a:pt x="72379" y="30748"/>
                  </a:lnTo>
                  <a:lnTo>
                    <a:pt x="73039" y="30929"/>
                  </a:lnTo>
                  <a:lnTo>
                    <a:pt x="74219" y="31270"/>
                  </a:lnTo>
                  <a:lnTo>
                    <a:pt x="77369" y="32180"/>
                  </a:lnTo>
                  <a:lnTo>
                    <a:pt x="83009" y="33809"/>
                  </a:lnTo>
                  <a:lnTo>
                    <a:pt x="81829" y="37154"/>
                  </a:lnTo>
                  <a:lnTo>
                    <a:pt x="81140" y="39107"/>
                  </a:lnTo>
                  <a:lnTo>
                    <a:pt x="91640" y="42010"/>
                  </a:lnTo>
                  <a:lnTo>
                    <a:pt x="101132" y="44488"/>
                  </a:lnTo>
                  <a:lnTo>
                    <a:pt x="101797" y="44661"/>
                  </a:lnTo>
                  <a:lnTo>
                    <a:pt x="102265" y="45495"/>
                  </a:lnTo>
                  <a:lnTo>
                    <a:pt x="102763" y="45630"/>
                  </a:lnTo>
                  <a:lnTo>
                    <a:pt x="103855" y="45912"/>
                  </a:lnTo>
                  <a:lnTo>
                    <a:pt x="112515" y="48151"/>
                  </a:lnTo>
                  <a:lnTo>
                    <a:pt x="112992" y="48274"/>
                  </a:lnTo>
                  <a:lnTo>
                    <a:pt x="123316" y="51175"/>
                  </a:lnTo>
                  <a:lnTo>
                    <a:pt x="124148" y="51408"/>
                  </a:lnTo>
                  <a:lnTo>
                    <a:pt x="128245" y="52589"/>
                  </a:lnTo>
                  <a:lnTo>
                    <a:pt x="129014" y="52811"/>
                  </a:lnTo>
                  <a:lnTo>
                    <a:pt x="134165" y="54214"/>
                  </a:lnTo>
                  <a:lnTo>
                    <a:pt x="132609" y="59430"/>
                  </a:lnTo>
                  <a:lnTo>
                    <a:pt x="127217" y="57940"/>
                  </a:lnTo>
                  <a:lnTo>
                    <a:pt x="126652" y="57787"/>
                  </a:lnTo>
                  <a:lnTo>
                    <a:pt x="117536" y="55322"/>
                  </a:lnTo>
                  <a:lnTo>
                    <a:pt x="116762" y="55113"/>
                  </a:lnTo>
                  <a:lnTo>
                    <a:pt x="116003" y="54903"/>
                  </a:lnTo>
                  <a:lnTo>
                    <a:pt x="113722" y="63478"/>
                  </a:lnTo>
                  <a:lnTo>
                    <a:pt x="113434" y="64283"/>
                  </a:lnTo>
                  <a:lnTo>
                    <a:pt x="113205" y="64922"/>
                  </a:lnTo>
                  <a:lnTo>
                    <a:pt x="111824" y="68781"/>
                  </a:lnTo>
                  <a:lnTo>
                    <a:pt x="112426" y="68946"/>
                  </a:lnTo>
                  <a:lnTo>
                    <a:pt x="112712" y="69027"/>
                  </a:lnTo>
                  <a:lnTo>
                    <a:pt x="117347" y="70375"/>
                  </a:lnTo>
                  <a:lnTo>
                    <a:pt x="117288" y="70598"/>
                  </a:lnTo>
                  <a:lnTo>
                    <a:pt x="117231" y="70812"/>
                  </a:lnTo>
                  <a:lnTo>
                    <a:pt x="115690" y="76637"/>
                  </a:lnTo>
                  <a:lnTo>
                    <a:pt x="115314" y="78058"/>
                  </a:lnTo>
                  <a:lnTo>
                    <a:pt x="114116" y="82539"/>
                  </a:lnTo>
                  <a:lnTo>
                    <a:pt x="114899" y="82838"/>
                  </a:lnTo>
                  <a:lnTo>
                    <a:pt x="119156" y="84364"/>
                  </a:lnTo>
                  <a:lnTo>
                    <a:pt x="118556" y="86716"/>
                  </a:lnTo>
                  <a:lnTo>
                    <a:pt x="117804" y="89669"/>
                  </a:lnTo>
                  <a:lnTo>
                    <a:pt x="117763" y="89801"/>
                  </a:lnTo>
                  <a:lnTo>
                    <a:pt x="118253" y="90005"/>
                  </a:lnTo>
                  <a:lnTo>
                    <a:pt x="123184" y="92066"/>
                  </a:lnTo>
                  <a:lnTo>
                    <a:pt x="120926" y="98794"/>
                  </a:lnTo>
                  <a:lnTo>
                    <a:pt x="114680" y="96164"/>
                  </a:lnTo>
                  <a:lnTo>
                    <a:pt x="114153" y="95942"/>
                  </a:lnTo>
                  <a:lnTo>
                    <a:pt x="110550" y="94419"/>
                  </a:lnTo>
                  <a:lnTo>
                    <a:pt x="101712" y="90685"/>
                  </a:lnTo>
                  <a:lnTo>
                    <a:pt x="100675" y="90246"/>
                  </a:lnTo>
                  <a:lnTo>
                    <a:pt x="100288" y="90094"/>
                  </a:lnTo>
                  <a:lnTo>
                    <a:pt x="97343" y="88931"/>
                  </a:lnTo>
                  <a:lnTo>
                    <a:pt x="96873" y="88727"/>
                  </a:lnTo>
                  <a:lnTo>
                    <a:pt x="90606" y="86004"/>
                  </a:lnTo>
                  <a:lnTo>
                    <a:pt x="77091" y="80493"/>
                  </a:lnTo>
                  <a:lnTo>
                    <a:pt x="76571" y="80275"/>
                  </a:lnTo>
                  <a:lnTo>
                    <a:pt x="70341" y="77666"/>
                  </a:lnTo>
                  <a:lnTo>
                    <a:pt x="70009" y="77526"/>
                  </a:lnTo>
                  <a:lnTo>
                    <a:pt x="65694" y="75715"/>
                  </a:lnTo>
                  <a:lnTo>
                    <a:pt x="64895" y="75372"/>
                  </a:lnTo>
                  <a:lnTo>
                    <a:pt x="61705" y="74005"/>
                  </a:lnTo>
                  <a:lnTo>
                    <a:pt x="61359" y="73865"/>
                  </a:lnTo>
                  <a:lnTo>
                    <a:pt x="56051" y="71704"/>
                  </a:lnTo>
                  <a:lnTo>
                    <a:pt x="55403" y="71408"/>
                  </a:lnTo>
                  <a:lnTo>
                    <a:pt x="51404" y="69578"/>
                  </a:lnTo>
                  <a:lnTo>
                    <a:pt x="50447" y="69225"/>
                  </a:lnTo>
                  <a:lnTo>
                    <a:pt x="44478" y="67014"/>
                  </a:lnTo>
                  <a:lnTo>
                    <a:pt x="39678" y="65765"/>
                  </a:lnTo>
                  <a:lnTo>
                    <a:pt x="36697" y="64888"/>
                  </a:lnTo>
                  <a:lnTo>
                    <a:pt x="36500" y="64888"/>
                  </a:lnTo>
                  <a:lnTo>
                    <a:pt x="36181" y="64799"/>
                  </a:lnTo>
                  <a:lnTo>
                    <a:pt x="31525" y="63507"/>
                  </a:lnTo>
                  <a:lnTo>
                    <a:pt x="26791" y="62280"/>
                  </a:lnTo>
                  <a:lnTo>
                    <a:pt x="19952" y="60482"/>
                  </a:lnTo>
                  <a:lnTo>
                    <a:pt x="15222" y="58888"/>
                  </a:lnTo>
                  <a:lnTo>
                    <a:pt x="8117" y="56493"/>
                  </a:lnTo>
                  <a:lnTo>
                    <a:pt x="0" y="53830"/>
                  </a:lnTo>
                  <a:lnTo>
                    <a:pt x="231" y="52920"/>
                  </a:lnTo>
                  <a:lnTo>
                    <a:pt x="270" y="52767"/>
                  </a:lnTo>
                  <a:lnTo>
                    <a:pt x="314" y="52570"/>
                  </a:lnTo>
                  <a:lnTo>
                    <a:pt x="1059" y="50356"/>
                  </a:lnTo>
                  <a:lnTo>
                    <a:pt x="1344" y="49480"/>
                  </a:lnTo>
                  <a:lnTo>
                    <a:pt x="1925" y="47606"/>
                  </a:lnTo>
                  <a:lnTo>
                    <a:pt x="2331" y="46295"/>
                  </a:lnTo>
                  <a:lnTo>
                    <a:pt x="2506" y="45732"/>
                  </a:lnTo>
                  <a:lnTo>
                    <a:pt x="4258" y="40274"/>
                  </a:lnTo>
                  <a:lnTo>
                    <a:pt x="5925" y="35080"/>
                  </a:lnTo>
                  <a:lnTo>
                    <a:pt x="6517" y="33327"/>
                  </a:lnTo>
                  <a:lnTo>
                    <a:pt x="6967" y="31977"/>
                  </a:lnTo>
                  <a:lnTo>
                    <a:pt x="7481" y="30433"/>
                  </a:lnTo>
                  <a:lnTo>
                    <a:pt x="7931" y="29031"/>
                  </a:lnTo>
                  <a:lnTo>
                    <a:pt x="8552" y="27075"/>
                  </a:lnTo>
                  <a:lnTo>
                    <a:pt x="8884" y="26006"/>
                  </a:lnTo>
                  <a:lnTo>
                    <a:pt x="10594" y="20834"/>
                  </a:lnTo>
                  <a:lnTo>
                    <a:pt x="11492" y="17590"/>
                  </a:lnTo>
                  <a:lnTo>
                    <a:pt x="11777" y="16647"/>
                  </a:lnTo>
                  <a:lnTo>
                    <a:pt x="12413" y="14368"/>
                  </a:lnTo>
                  <a:lnTo>
                    <a:pt x="12632" y="13338"/>
                  </a:lnTo>
                  <a:lnTo>
                    <a:pt x="12680" y="13098"/>
                  </a:lnTo>
                  <a:lnTo>
                    <a:pt x="13078" y="11130"/>
                  </a:lnTo>
                  <a:lnTo>
                    <a:pt x="13356" y="9754"/>
                  </a:lnTo>
                  <a:lnTo>
                    <a:pt x="13579" y="8646"/>
                  </a:lnTo>
                  <a:lnTo>
                    <a:pt x="13650" y="8298"/>
                  </a:lnTo>
                  <a:lnTo>
                    <a:pt x="14013" y="6499"/>
                  </a:lnTo>
                  <a:lnTo>
                    <a:pt x="14069" y="6191"/>
                  </a:lnTo>
                  <a:lnTo>
                    <a:pt x="14342" y="4702"/>
                  </a:lnTo>
                  <a:lnTo>
                    <a:pt x="14911" y="1437"/>
                  </a:lnTo>
                  <a:lnTo>
                    <a:pt x="15171" y="0"/>
                  </a:lnTo>
                  <a:lnTo>
                    <a:pt x="25623" y="1902"/>
                  </a:lnTo>
                  <a:lnTo>
                    <a:pt x="30734" y="2833"/>
                  </a:lnTo>
                  <a:lnTo>
                    <a:pt x="35629" y="3723"/>
                  </a:lnTo>
                  <a:lnTo>
                    <a:pt x="38079" y="4048"/>
                  </a:lnTo>
                  <a:lnTo>
                    <a:pt x="39263" y="4205"/>
                  </a:lnTo>
                  <a:lnTo>
                    <a:pt x="40424" y="4230"/>
                  </a:lnTo>
                  <a:lnTo>
                    <a:pt x="42741" y="4279"/>
                  </a:lnTo>
                  <a:lnTo>
                    <a:pt x="44730" y="4322"/>
                  </a:lnTo>
                  <a:lnTo>
                    <a:pt x="45080" y="5149"/>
                  </a:lnTo>
                  <a:lnTo>
                    <a:pt x="46321" y="8081"/>
                  </a:lnTo>
                  <a:lnTo>
                    <a:pt x="46746" y="9086"/>
                  </a:lnTo>
                  <a:lnTo>
                    <a:pt x="46962" y="9596"/>
                  </a:lnTo>
                  <a:lnTo>
                    <a:pt x="47029" y="11546"/>
                  </a:lnTo>
                  <a:lnTo>
                    <a:pt x="46188" y="14510"/>
                  </a:lnTo>
                  <a:lnTo>
                    <a:pt x="44906" y="17755"/>
                  </a:lnTo>
                  <a:lnTo>
                    <a:pt x="44145" y="23202"/>
                  </a:lnTo>
                  <a:lnTo>
                    <a:pt x="43865" y="26086"/>
                  </a:lnTo>
                  <a:lnTo>
                    <a:pt x="44423" y="27828"/>
                  </a:lnTo>
                  <a:lnTo>
                    <a:pt x="45105" y="27879"/>
                  </a:lnTo>
                  <a:lnTo>
                    <a:pt x="46074" y="279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2953413" y="4889832"/>
              <a:ext cx="120013" cy="61647"/>
            </a:xfrm>
            <a:custGeom>
              <a:avLst/>
              <a:pathLst>
                <a:path w="120013" h="61647">
                  <a:moveTo>
                    <a:pt x="59560" y="11965"/>
                  </a:moveTo>
                  <a:lnTo>
                    <a:pt x="60044" y="12489"/>
                  </a:lnTo>
                  <a:lnTo>
                    <a:pt x="64875" y="8252"/>
                  </a:lnTo>
                  <a:lnTo>
                    <a:pt x="67431" y="11278"/>
                  </a:lnTo>
                  <a:lnTo>
                    <a:pt x="70045" y="14373"/>
                  </a:lnTo>
                  <a:lnTo>
                    <a:pt x="74726" y="10115"/>
                  </a:lnTo>
                  <a:lnTo>
                    <a:pt x="78267" y="6878"/>
                  </a:lnTo>
                  <a:lnTo>
                    <a:pt x="78847" y="7517"/>
                  </a:lnTo>
                  <a:lnTo>
                    <a:pt x="82703" y="11768"/>
                  </a:lnTo>
                  <a:lnTo>
                    <a:pt x="83111" y="12218"/>
                  </a:lnTo>
                  <a:lnTo>
                    <a:pt x="83559" y="12712"/>
                  </a:lnTo>
                  <a:lnTo>
                    <a:pt x="84600" y="13018"/>
                  </a:lnTo>
                  <a:lnTo>
                    <a:pt x="89786" y="14543"/>
                  </a:lnTo>
                  <a:lnTo>
                    <a:pt x="96552" y="16533"/>
                  </a:lnTo>
                  <a:lnTo>
                    <a:pt x="96972" y="16657"/>
                  </a:lnTo>
                  <a:lnTo>
                    <a:pt x="97844" y="16911"/>
                  </a:lnTo>
                  <a:lnTo>
                    <a:pt x="98211" y="17018"/>
                  </a:lnTo>
                  <a:lnTo>
                    <a:pt x="105162" y="19045"/>
                  </a:lnTo>
                  <a:lnTo>
                    <a:pt x="105468" y="19135"/>
                  </a:lnTo>
                  <a:lnTo>
                    <a:pt x="105921" y="19267"/>
                  </a:lnTo>
                  <a:lnTo>
                    <a:pt x="120013" y="23072"/>
                  </a:lnTo>
                  <a:lnTo>
                    <a:pt x="118884" y="26657"/>
                  </a:lnTo>
                  <a:lnTo>
                    <a:pt x="118445" y="28050"/>
                  </a:lnTo>
                  <a:lnTo>
                    <a:pt x="118402" y="28189"/>
                  </a:lnTo>
                  <a:lnTo>
                    <a:pt x="116928" y="32867"/>
                  </a:lnTo>
                  <a:lnTo>
                    <a:pt x="116654" y="33736"/>
                  </a:lnTo>
                  <a:lnTo>
                    <a:pt x="113912" y="36207"/>
                  </a:lnTo>
                  <a:lnTo>
                    <a:pt x="113139" y="36903"/>
                  </a:lnTo>
                  <a:lnTo>
                    <a:pt x="112705" y="37295"/>
                  </a:lnTo>
                  <a:lnTo>
                    <a:pt x="109933" y="39791"/>
                  </a:lnTo>
                  <a:lnTo>
                    <a:pt x="108577" y="41014"/>
                  </a:lnTo>
                  <a:lnTo>
                    <a:pt x="103746" y="45366"/>
                  </a:lnTo>
                  <a:lnTo>
                    <a:pt x="103512" y="45576"/>
                  </a:lnTo>
                  <a:lnTo>
                    <a:pt x="103361" y="46078"/>
                  </a:lnTo>
                  <a:lnTo>
                    <a:pt x="99846" y="49138"/>
                  </a:lnTo>
                  <a:lnTo>
                    <a:pt x="93992" y="54236"/>
                  </a:lnTo>
                  <a:lnTo>
                    <a:pt x="91951" y="56093"/>
                  </a:lnTo>
                  <a:lnTo>
                    <a:pt x="88172" y="51855"/>
                  </a:lnTo>
                  <a:lnTo>
                    <a:pt x="87469" y="51067"/>
                  </a:lnTo>
                  <a:lnTo>
                    <a:pt x="85142" y="48458"/>
                  </a:lnTo>
                  <a:lnTo>
                    <a:pt x="84894" y="48179"/>
                  </a:lnTo>
                  <a:lnTo>
                    <a:pt x="84096" y="47285"/>
                  </a:lnTo>
                  <a:lnTo>
                    <a:pt x="81858" y="44775"/>
                  </a:lnTo>
                  <a:lnTo>
                    <a:pt x="81197" y="44034"/>
                  </a:lnTo>
                  <a:lnTo>
                    <a:pt x="80138" y="45032"/>
                  </a:lnTo>
                  <a:lnTo>
                    <a:pt x="77601" y="47222"/>
                  </a:lnTo>
                  <a:lnTo>
                    <a:pt x="76741" y="48043"/>
                  </a:lnTo>
                  <a:lnTo>
                    <a:pt x="75355" y="49366"/>
                  </a:lnTo>
                  <a:lnTo>
                    <a:pt x="73516" y="51120"/>
                  </a:lnTo>
                  <a:lnTo>
                    <a:pt x="72590" y="51919"/>
                  </a:lnTo>
                  <a:lnTo>
                    <a:pt x="73982" y="53444"/>
                  </a:lnTo>
                  <a:lnTo>
                    <a:pt x="74949" y="54503"/>
                  </a:lnTo>
                  <a:lnTo>
                    <a:pt x="75753" y="55384"/>
                  </a:lnTo>
                  <a:lnTo>
                    <a:pt x="78030" y="57879"/>
                  </a:lnTo>
                  <a:lnTo>
                    <a:pt x="78989" y="58930"/>
                  </a:lnTo>
                  <a:lnTo>
                    <a:pt x="79337" y="59311"/>
                  </a:lnTo>
                  <a:lnTo>
                    <a:pt x="81468" y="61647"/>
                  </a:lnTo>
                  <a:lnTo>
                    <a:pt x="80537" y="61638"/>
                  </a:lnTo>
                  <a:lnTo>
                    <a:pt x="77195" y="61607"/>
                  </a:lnTo>
                  <a:lnTo>
                    <a:pt x="76030" y="61278"/>
                  </a:lnTo>
                  <a:lnTo>
                    <a:pt x="75029" y="60996"/>
                  </a:lnTo>
                  <a:lnTo>
                    <a:pt x="73517" y="60569"/>
                  </a:lnTo>
                  <a:lnTo>
                    <a:pt x="72793" y="60364"/>
                  </a:lnTo>
                  <a:lnTo>
                    <a:pt x="71748" y="60069"/>
                  </a:lnTo>
                  <a:lnTo>
                    <a:pt x="67973" y="59003"/>
                  </a:lnTo>
                  <a:lnTo>
                    <a:pt x="66950" y="58995"/>
                  </a:lnTo>
                  <a:lnTo>
                    <a:pt x="59438" y="56639"/>
                  </a:lnTo>
                  <a:lnTo>
                    <a:pt x="57279" y="55962"/>
                  </a:lnTo>
                  <a:lnTo>
                    <a:pt x="54780" y="55216"/>
                  </a:lnTo>
                  <a:lnTo>
                    <a:pt x="53893" y="54952"/>
                  </a:lnTo>
                  <a:lnTo>
                    <a:pt x="46768" y="52826"/>
                  </a:lnTo>
                  <a:lnTo>
                    <a:pt x="37324" y="49991"/>
                  </a:lnTo>
                  <a:lnTo>
                    <a:pt x="35840" y="49632"/>
                  </a:lnTo>
                  <a:lnTo>
                    <a:pt x="31899" y="48678"/>
                  </a:lnTo>
                  <a:lnTo>
                    <a:pt x="26749" y="47276"/>
                  </a:lnTo>
                  <a:lnTo>
                    <a:pt x="25979" y="47054"/>
                  </a:lnTo>
                  <a:lnTo>
                    <a:pt x="21883" y="45873"/>
                  </a:lnTo>
                  <a:lnTo>
                    <a:pt x="21051" y="45639"/>
                  </a:lnTo>
                  <a:lnTo>
                    <a:pt x="10727" y="42739"/>
                  </a:lnTo>
                  <a:lnTo>
                    <a:pt x="10250" y="42615"/>
                  </a:lnTo>
                  <a:lnTo>
                    <a:pt x="1589" y="40377"/>
                  </a:lnTo>
                  <a:lnTo>
                    <a:pt x="382" y="40065"/>
                  </a:lnTo>
                  <a:lnTo>
                    <a:pt x="0" y="39960"/>
                  </a:lnTo>
                  <a:lnTo>
                    <a:pt x="1548" y="34886"/>
                  </a:lnTo>
                  <a:lnTo>
                    <a:pt x="1938" y="33545"/>
                  </a:lnTo>
                  <a:lnTo>
                    <a:pt x="2016" y="33255"/>
                  </a:lnTo>
                  <a:lnTo>
                    <a:pt x="2328" y="32103"/>
                  </a:lnTo>
                  <a:lnTo>
                    <a:pt x="3130" y="29141"/>
                  </a:lnTo>
                  <a:lnTo>
                    <a:pt x="3231" y="28775"/>
                  </a:lnTo>
                  <a:lnTo>
                    <a:pt x="5836" y="19246"/>
                  </a:lnTo>
                  <a:lnTo>
                    <a:pt x="5878" y="19108"/>
                  </a:lnTo>
                  <a:lnTo>
                    <a:pt x="6367" y="19254"/>
                  </a:lnTo>
                  <a:lnTo>
                    <a:pt x="10584" y="20523"/>
                  </a:lnTo>
                  <a:lnTo>
                    <a:pt x="11390" y="20765"/>
                  </a:lnTo>
                  <a:lnTo>
                    <a:pt x="15767" y="22083"/>
                  </a:lnTo>
                  <a:lnTo>
                    <a:pt x="16382" y="22268"/>
                  </a:lnTo>
                  <a:lnTo>
                    <a:pt x="20616" y="23458"/>
                  </a:lnTo>
                  <a:lnTo>
                    <a:pt x="21138" y="23605"/>
                  </a:lnTo>
                  <a:lnTo>
                    <a:pt x="28195" y="25533"/>
                  </a:lnTo>
                  <a:lnTo>
                    <a:pt x="27831" y="25142"/>
                  </a:lnTo>
                  <a:lnTo>
                    <a:pt x="23207" y="20185"/>
                  </a:lnTo>
                  <a:lnTo>
                    <a:pt x="21306" y="18147"/>
                  </a:lnTo>
                  <a:lnTo>
                    <a:pt x="20830" y="17637"/>
                  </a:lnTo>
                  <a:lnTo>
                    <a:pt x="19276" y="15971"/>
                  </a:lnTo>
                  <a:lnTo>
                    <a:pt x="23284" y="12181"/>
                  </a:lnTo>
                  <a:lnTo>
                    <a:pt x="26079" y="9662"/>
                  </a:lnTo>
                  <a:lnTo>
                    <a:pt x="27047" y="8791"/>
                  </a:lnTo>
                  <a:lnTo>
                    <a:pt x="27397" y="9180"/>
                  </a:lnTo>
                  <a:lnTo>
                    <a:pt x="29282" y="11212"/>
                  </a:lnTo>
                  <a:lnTo>
                    <a:pt x="31702" y="13821"/>
                  </a:lnTo>
                  <a:lnTo>
                    <a:pt x="32534" y="14717"/>
                  </a:lnTo>
                  <a:lnTo>
                    <a:pt x="33527" y="13821"/>
                  </a:lnTo>
                  <a:lnTo>
                    <a:pt x="36458" y="11178"/>
                  </a:lnTo>
                  <a:lnTo>
                    <a:pt x="40275" y="7778"/>
                  </a:lnTo>
                  <a:lnTo>
                    <a:pt x="43897" y="4629"/>
                  </a:lnTo>
                  <a:lnTo>
                    <a:pt x="44129" y="4427"/>
                  </a:lnTo>
                  <a:lnTo>
                    <a:pt x="44809" y="3813"/>
                  </a:lnTo>
                  <a:lnTo>
                    <a:pt x="46232" y="2545"/>
                  </a:lnTo>
                  <a:lnTo>
                    <a:pt x="47760" y="1183"/>
                  </a:lnTo>
                  <a:lnTo>
                    <a:pt x="48031" y="942"/>
                  </a:lnTo>
                  <a:lnTo>
                    <a:pt x="49105" y="0"/>
                  </a:lnTo>
                  <a:lnTo>
                    <a:pt x="52539" y="4010"/>
                  </a:lnTo>
                  <a:lnTo>
                    <a:pt x="53159" y="4734"/>
                  </a:lnTo>
                  <a:lnTo>
                    <a:pt x="56118" y="8179"/>
                  </a:lnTo>
                  <a:lnTo>
                    <a:pt x="56885" y="9073"/>
                  </a:lnTo>
                  <a:lnTo>
                    <a:pt x="59211" y="1158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3075889" y="4891765"/>
              <a:ext cx="55737" cy="58921"/>
            </a:xfrm>
            <a:custGeom>
              <a:avLst/>
              <a:pathLst>
                <a:path w="55737" h="58921">
                  <a:moveTo>
                    <a:pt x="34118" y="2617"/>
                  </a:moveTo>
                  <a:lnTo>
                    <a:pt x="39005" y="4526"/>
                  </a:lnTo>
                  <a:lnTo>
                    <a:pt x="38485" y="6023"/>
                  </a:lnTo>
                  <a:lnTo>
                    <a:pt x="38144" y="6623"/>
                  </a:lnTo>
                  <a:lnTo>
                    <a:pt x="42626" y="8625"/>
                  </a:lnTo>
                  <a:lnTo>
                    <a:pt x="44815" y="9542"/>
                  </a:lnTo>
                  <a:lnTo>
                    <a:pt x="45134" y="9686"/>
                  </a:lnTo>
                  <a:lnTo>
                    <a:pt x="45853" y="8083"/>
                  </a:lnTo>
                  <a:lnTo>
                    <a:pt x="46082" y="7547"/>
                  </a:lnTo>
                  <a:lnTo>
                    <a:pt x="47497" y="4245"/>
                  </a:lnTo>
                  <a:lnTo>
                    <a:pt x="48317" y="4593"/>
                  </a:lnTo>
                  <a:lnTo>
                    <a:pt x="48949" y="4862"/>
                  </a:lnTo>
                  <a:lnTo>
                    <a:pt x="49437" y="5069"/>
                  </a:lnTo>
                  <a:lnTo>
                    <a:pt x="49812" y="5228"/>
                  </a:lnTo>
                  <a:lnTo>
                    <a:pt x="50120" y="5359"/>
                  </a:lnTo>
                  <a:lnTo>
                    <a:pt x="50457" y="5509"/>
                  </a:lnTo>
                  <a:lnTo>
                    <a:pt x="49705" y="7799"/>
                  </a:lnTo>
                  <a:lnTo>
                    <a:pt x="49321" y="10234"/>
                  </a:lnTo>
                  <a:lnTo>
                    <a:pt x="49167" y="10787"/>
                  </a:lnTo>
                  <a:lnTo>
                    <a:pt x="48965" y="11516"/>
                  </a:lnTo>
                  <a:lnTo>
                    <a:pt x="48008" y="14220"/>
                  </a:lnTo>
                  <a:lnTo>
                    <a:pt x="50338" y="15151"/>
                  </a:lnTo>
                  <a:lnTo>
                    <a:pt x="52029" y="15869"/>
                  </a:lnTo>
                  <a:lnTo>
                    <a:pt x="52905" y="16231"/>
                  </a:lnTo>
                  <a:lnTo>
                    <a:pt x="55737" y="17397"/>
                  </a:lnTo>
                  <a:lnTo>
                    <a:pt x="54663" y="19699"/>
                  </a:lnTo>
                  <a:lnTo>
                    <a:pt x="51439" y="18474"/>
                  </a:lnTo>
                  <a:lnTo>
                    <a:pt x="50937" y="18289"/>
                  </a:lnTo>
                  <a:lnTo>
                    <a:pt x="50544" y="19535"/>
                  </a:lnTo>
                  <a:lnTo>
                    <a:pt x="50246" y="20480"/>
                  </a:lnTo>
                  <a:lnTo>
                    <a:pt x="49694" y="22233"/>
                  </a:lnTo>
                  <a:lnTo>
                    <a:pt x="49544" y="22636"/>
                  </a:lnTo>
                  <a:lnTo>
                    <a:pt x="52291" y="23682"/>
                  </a:lnTo>
                  <a:lnTo>
                    <a:pt x="51213" y="27163"/>
                  </a:lnTo>
                  <a:lnTo>
                    <a:pt x="48294" y="26307"/>
                  </a:lnTo>
                  <a:lnTo>
                    <a:pt x="48098" y="27860"/>
                  </a:lnTo>
                  <a:lnTo>
                    <a:pt x="47913" y="28137"/>
                  </a:lnTo>
                  <a:lnTo>
                    <a:pt x="46171" y="30734"/>
                  </a:lnTo>
                  <a:lnTo>
                    <a:pt x="48224" y="31414"/>
                  </a:lnTo>
                  <a:lnTo>
                    <a:pt x="47919" y="31746"/>
                  </a:lnTo>
                  <a:lnTo>
                    <a:pt x="46673" y="33106"/>
                  </a:lnTo>
                  <a:lnTo>
                    <a:pt x="46629" y="34001"/>
                  </a:lnTo>
                  <a:lnTo>
                    <a:pt x="46452" y="34119"/>
                  </a:lnTo>
                  <a:lnTo>
                    <a:pt x="47260" y="36303"/>
                  </a:lnTo>
                  <a:lnTo>
                    <a:pt x="47955" y="38124"/>
                  </a:lnTo>
                  <a:lnTo>
                    <a:pt x="47712" y="38239"/>
                  </a:lnTo>
                  <a:lnTo>
                    <a:pt x="46562" y="38782"/>
                  </a:lnTo>
                  <a:lnTo>
                    <a:pt x="43437" y="40138"/>
                  </a:lnTo>
                  <a:lnTo>
                    <a:pt x="43022" y="40401"/>
                  </a:lnTo>
                  <a:lnTo>
                    <a:pt x="43538" y="41809"/>
                  </a:lnTo>
                  <a:lnTo>
                    <a:pt x="43873" y="43784"/>
                  </a:lnTo>
                  <a:lnTo>
                    <a:pt x="42572" y="43852"/>
                  </a:lnTo>
                  <a:lnTo>
                    <a:pt x="41068" y="43930"/>
                  </a:lnTo>
                  <a:lnTo>
                    <a:pt x="39984" y="44061"/>
                  </a:lnTo>
                  <a:lnTo>
                    <a:pt x="40473" y="46006"/>
                  </a:lnTo>
                  <a:lnTo>
                    <a:pt x="40305" y="46788"/>
                  </a:lnTo>
                  <a:lnTo>
                    <a:pt x="39908" y="47234"/>
                  </a:lnTo>
                  <a:lnTo>
                    <a:pt x="39342" y="47868"/>
                  </a:lnTo>
                  <a:lnTo>
                    <a:pt x="39312" y="48202"/>
                  </a:lnTo>
                  <a:lnTo>
                    <a:pt x="39286" y="48488"/>
                  </a:lnTo>
                  <a:lnTo>
                    <a:pt x="39201" y="49417"/>
                  </a:lnTo>
                  <a:lnTo>
                    <a:pt x="39181" y="50714"/>
                  </a:lnTo>
                  <a:lnTo>
                    <a:pt x="38991" y="51717"/>
                  </a:lnTo>
                  <a:lnTo>
                    <a:pt x="38510" y="53560"/>
                  </a:lnTo>
                  <a:lnTo>
                    <a:pt x="37950" y="54895"/>
                  </a:lnTo>
                  <a:lnTo>
                    <a:pt x="37878" y="55157"/>
                  </a:lnTo>
                  <a:lnTo>
                    <a:pt x="37696" y="55819"/>
                  </a:lnTo>
                  <a:lnTo>
                    <a:pt x="37425" y="56805"/>
                  </a:lnTo>
                  <a:lnTo>
                    <a:pt x="37208" y="57024"/>
                  </a:lnTo>
                  <a:lnTo>
                    <a:pt x="35521" y="57353"/>
                  </a:lnTo>
                  <a:lnTo>
                    <a:pt x="35485" y="57206"/>
                  </a:lnTo>
                  <a:lnTo>
                    <a:pt x="35350" y="56621"/>
                  </a:lnTo>
                  <a:lnTo>
                    <a:pt x="35174" y="55864"/>
                  </a:lnTo>
                  <a:lnTo>
                    <a:pt x="34422" y="52616"/>
                  </a:lnTo>
                  <a:lnTo>
                    <a:pt x="32501" y="53062"/>
                  </a:lnTo>
                  <a:lnTo>
                    <a:pt x="31949" y="53190"/>
                  </a:lnTo>
                  <a:lnTo>
                    <a:pt x="31312" y="53337"/>
                  </a:lnTo>
                  <a:lnTo>
                    <a:pt x="31158" y="53372"/>
                  </a:lnTo>
                  <a:lnTo>
                    <a:pt x="30725" y="53472"/>
                  </a:lnTo>
                  <a:lnTo>
                    <a:pt x="29355" y="53788"/>
                  </a:lnTo>
                  <a:lnTo>
                    <a:pt x="28357" y="54019"/>
                  </a:lnTo>
                  <a:lnTo>
                    <a:pt x="27454" y="54227"/>
                  </a:lnTo>
                  <a:lnTo>
                    <a:pt x="25462" y="54687"/>
                  </a:lnTo>
                  <a:lnTo>
                    <a:pt x="25239" y="54736"/>
                  </a:lnTo>
                  <a:lnTo>
                    <a:pt x="24968" y="54796"/>
                  </a:lnTo>
                  <a:lnTo>
                    <a:pt x="22316" y="55383"/>
                  </a:lnTo>
                  <a:lnTo>
                    <a:pt x="15592" y="57202"/>
                  </a:lnTo>
                  <a:lnTo>
                    <a:pt x="15350" y="57267"/>
                  </a:lnTo>
                  <a:lnTo>
                    <a:pt x="13560" y="57751"/>
                  </a:lnTo>
                  <a:lnTo>
                    <a:pt x="13053" y="57460"/>
                  </a:lnTo>
                  <a:lnTo>
                    <a:pt x="11202" y="57967"/>
                  </a:lnTo>
                  <a:lnTo>
                    <a:pt x="8144" y="58810"/>
                  </a:lnTo>
                  <a:lnTo>
                    <a:pt x="7798" y="58921"/>
                  </a:lnTo>
                  <a:lnTo>
                    <a:pt x="7283" y="58682"/>
                  </a:lnTo>
                  <a:lnTo>
                    <a:pt x="7165" y="58237"/>
                  </a:lnTo>
                  <a:lnTo>
                    <a:pt x="6918" y="57267"/>
                  </a:lnTo>
                  <a:lnTo>
                    <a:pt x="6018" y="53739"/>
                  </a:lnTo>
                  <a:lnTo>
                    <a:pt x="5671" y="52378"/>
                  </a:lnTo>
                  <a:lnTo>
                    <a:pt x="5477" y="51600"/>
                  </a:lnTo>
                  <a:lnTo>
                    <a:pt x="4225" y="46570"/>
                  </a:lnTo>
                  <a:lnTo>
                    <a:pt x="4019" y="45728"/>
                  </a:lnTo>
                  <a:lnTo>
                    <a:pt x="3805" y="44851"/>
                  </a:lnTo>
                  <a:lnTo>
                    <a:pt x="3701" y="44425"/>
                  </a:lnTo>
                  <a:lnTo>
                    <a:pt x="2970" y="41437"/>
                  </a:lnTo>
                  <a:lnTo>
                    <a:pt x="2749" y="40552"/>
                  </a:lnTo>
                  <a:lnTo>
                    <a:pt x="2453" y="39989"/>
                  </a:lnTo>
                  <a:lnTo>
                    <a:pt x="2043" y="39681"/>
                  </a:lnTo>
                  <a:lnTo>
                    <a:pt x="622" y="38613"/>
                  </a:lnTo>
                  <a:lnTo>
                    <a:pt x="0" y="37887"/>
                  </a:lnTo>
                  <a:lnTo>
                    <a:pt x="1548" y="38269"/>
                  </a:lnTo>
                  <a:lnTo>
                    <a:pt x="3410" y="38742"/>
                  </a:lnTo>
                  <a:lnTo>
                    <a:pt x="4604" y="39046"/>
                  </a:lnTo>
                  <a:lnTo>
                    <a:pt x="6025" y="39407"/>
                  </a:lnTo>
                  <a:lnTo>
                    <a:pt x="8362" y="40002"/>
                  </a:lnTo>
                  <a:lnTo>
                    <a:pt x="9500" y="36429"/>
                  </a:lnTo>
                  <a:lnTo>
                    <a:pt x="9782" y="35545"/>
                  </a:lnTo>
                  <a:lnTo>
                    <a:pt x="9892" y="35198"/>
                  </a:lnTo>
                  <a:lnTo>
                    <a:pt x="11455" y="30293"/>
                  </a:lnTo>
                  <a:lnTo>
                    <a:pt x="12079" y="28335"/>
                  </a:lnTo>
                  <a:lnTo>
                    <a:pt x="13080" y="25191"/>
                  </a:lnTo>
                  <a:lnTo>
                    <a:pt x="14543" y="20630"/>
                  </a:lnTo>
                  <a:lnTo>
                    <a:pt x="14608" y="20428"/>
                  </a:lnTo>
                  <a:lnTo>
                    <a:pt x="16116" y="15726"/>
                  </a:lnTo>
                  <a:lnTo>
                    <a:pt x="16703" y="13897"/>
                  </a:lnTo>
                  <a:lnTo>
                    <a:pt x="17201" y="12344"/>
                  </a:lnTo>
                  <a:lnTo>
                    <a:pt x="17678" y="10856"/>
                  </a:lnTo>
                  <a:lnTo>
                    <a:pt x="19223" y="6040"/>
                  </a:lnTo>
                  <a:lnTo>
                    <a:pt x="20779" y="1188"/>
                  </a:lnTo>
                  <a:lnTo>
                    <a:pt x="21214" y="1323"/>
                  </a:lnTo>
                  <a:lnTo>
                    <a:pt x="21439" y="1613"/>
                  </a:lnTo>
                  <a:lnTo>
                    <a:pt x="25661" y="3033"/>
                  </a:lnTo>
                  <a:lnTo>
                    <a:pt x="25778" y="2743"/>
                  </a:lnTo>
                  <a:lnTo>
                    <a:pt x="26921" y="0"/>
                  </a:lnTo>
                  <a:lnTo>
                    <a:pt x="27503" y="211"/>
                  </a:lnTo>
                  <a:lnTo>
                    <a:pt x="27737" y="296"/>
                  </a:lnTo>
                  <a:lnTo>
                    <a:pt x="28234" y="476"/>
                  </a:lnTo>
                  <a:lnTo>
                    <a:pt x="31526" y="166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3056926" y="4912904"/>
              <a:ext cx="69773" cy="70196"/>
            </a:xfrm>
            <a:custGeom>
              <a:avLst/>
              <a:pathLst>
                <a:path w="69773" h="70196">
                  <a:moveTo>
                    <a:pt x="28464" y="15290"/>
                  </a:moveTo>
                  <a:lnTo>
                    <a:pt x="27325" y="18863"/>
                  </a:lnTo>
                  <a:lnTo>
                    <a:pt x="24989" y="18269"/>
                  </a:lnTo>
                  <a:lnTo>
                    <a:pt x="23567" y="17907"/>
                  </a:lnTo>
                  <a:lnTo>
                    <a:pt x="22373" y="17604"/>
                  </a:lnTo>
                  <a:lnTo>
                    <a:pt x="20512" y="17130"/>
                  </a:lnTo>
                  <a:lnTo>
                    <a:pt x="18950" y="16746"/>
                  </a:lnTo>
                  <a:lnTo>
                    <a:pt x="19658" y="17529"/>
                  </a:lnTo>
                  <a:lnTo>
                    <a:pt x="21006" y="18542"/>
                  </a:lnTo>
                  <a:lnTo>
                    <a:pt x="21417" y="18851"/>
                  </a:lnTo>
                  <a:lnTo>
                    <a:pt x="21713" y="19413"/>
                  </a:lnTo>
                  <a:lnTo>
                    <a:pt x="21938" y="20316"/>
                  </a:lnTo>
                  <a:lnTo>
                    <a:pt x="22664" y="23287"/>
                  </a:lnTo>
                  <a:lnTo>
                    <a:pt x="22768" y="23712"/>
                  </a:lnTo>
                  <a:lnTo>
                    <a:pt x="22982" y="24589"/>
                  </a:lnTo>
                  <a:lnTo>
                    <a:pt x="23188" y="25432"/>
                  </a:lnTo>
                  <a:lnTo>
                    <a:pt x="24441" y="30461"/>
                  </a:lnTo>
                  <a:lnTo>
                    <a:pt x="24634" y="31240"/>
                  </a:lnTo>
                  <a:lnTo>
                    <a:pt x="24981" y="32600"/>
                  </a:lnTo>
                  <a:lnTo>
                    <a:pt x="25881" y="36129"/>
                  </a:lnTo>
                  <a:lnTo>
                    <a:pt x="26128" y="37099"/>
                  </a:lnTo>
                  <a:lnTo>
                    <a:pt x="26246" y="37544"/>
                  </a:lnTo>
                  <a:lnTo>
                    <a:pt x="26761" y="37782"/>
                  </a:lnTo>
                  <a:lnTo>
                    <a:pt x="27181" y="37648"/>
                  </a:lnTo>
                  <a:lnTo>
                    <a:pt x="30165" y="36829"/>
                  </a:lnTo>
                  <a:lnTo>
                    <a:pt x="32017" y="36321"/>
                  </a:lnTo>
                  <a:lnTo>
                    <a:pt x="32523" y="36613"/>
                  </a:lnTo>
                  <a:lnTo>
                    <a:pt x="34313" y="36129"/>
                  </a:lnTo>
                  <a:lnTo>
                    <a:pt x="34555" y="36063"/>
                  </a:lnTo>
                  <a:lnTo>
                    <a:pt x="41279" y="34245"/>
                  </a:lnTo>
                  <a:lnTo>
                    <a:pt x="43931" y="33658"/>
                  </a:lnTo>
                  <a:lnTo>
                    <a:pt x="44202" y="33598"/>
                  </a:lnTo>
                  <a:lnTo>
                    <a:pt x="44426" y="33548"/>
                  </a:lnTo>
                  <a:lnTo>
                    <a:pt x="46502" y="33069"/>
                  </a:lnTo>
                  <a:lnTo>
                    <a:pt x="47320" y="32880"/>
                  </a:lnTo>
                  <a:lnTo>
                    <a:pt x="48318" y="32650"/>
                  </a:lnTo>
                  <a:lnTo>
                    <a:pt x="49688" y="32334"/>
                  </a:lnTo>
                  <a:lnTo>
                    <a:pt x="50122" y="32234"/>
                  </a:lnTo>
                  <a:lnTo>
                    <a:pt x="50275" y="32198"/>
                  </a:lnTo>
                  <a:lnTo>
                    <a:pt x="50912" y="32051"/>
                  </a:lnTo>
                  <a:lnTo>
                    <a:pt x="51464" y="31923"/>
                  </a:lnTo>
                  <a:lnTo>
                    <a:pt x="53386" y="31478"/>
                  </a:lnTo>
                  <a:lnTo>
                    <a:pt x="54138" y="34726"/>
                  </a:lnTo>
                  <a:lnTo>
                    <a:pt x="54313" y="35483"/>
                  </a:lnTo>
                  <a:lnTo>
                    <a:pt x="54448" y="36067"/>
                  </a:lnTo>
                  <a:lnTo>
                    <a:pt x="54485" y="36214"/>
                  </a:lnTo>
                  <a:lnTo>
                    <a:pt x="56172" y="35885"/>
                  </a:lnTo>
                  <a:lnTo>
                    <a:pt x="56389" y="35666"/>
                  </a:lnTo>
                  <a:lnTo>
                    <a:pt x="56659" y="34680"/>
                  </a:lnTo>
                  <a:lnTo>
                    <a:pt x="56841" y="34019"/>
                  </a:lnTo>
                  <a:lnTo>
                    <a:pt x="56913" y="33757"/>
                  </a:lnTo>
                  <a:lnTo>
                    <a:pt x="57474" y="32422"/>
                  </a:lnTo>
                  <a:lnTo>
                    <a:pt x="57954" y="30579"/>
                  </a:lnTo>
                  <a:lnTo>
                    <a:pt x="58145" y="29575"/>
                  </a:lnTo>
                  <a:lnTo>
                    <a:pt x="58164" y="28279"/>
                  </a:lnTo>
                  <a:lnTo>
                    <a:pt x="58259" y="27243"/>
                  </a:lnTo>
                  <a:lnTo>
                    <a:pt x="58275" y="27064"/>
                  </a:lnTo>
                  <a:lnTo>
                    <a:pt x="58306" y="26730"/>
                  </a:lnTo>
                  <a:lnTo>
                    <a:pt x="58871" y="26096"/>
                  </a:lnTo>
                  <a:lnTo>
                    <a:pt x="59269" y="25650"/>
                  </a:lnTo>
                  <a:lnTo>
                    <a:pt x="59437" y="24867"/>
                  </a:lnTo>
                  <a:lnTo>
                    <a:pt x="58947" y="22923"/>
                  </a:lnTo>
                  <a:lnTo>
                    <a:pt x="60031" y="22791"/>
                  </a:lnTo>
                  <a:lnTo>
                    <a:pt x="61535" y="22713"/>
                  </a:lnTo>
                  <a:lnTo>
                    <a:pt x="62836" y="22646"/>
                  </a:lnTo>
                  <a:lnTo>
                    <a:pt x="62895" y="23506"/>
                  </a:lnTo>
                  <a:lnTo>
                    <a:pt x="62950" y="24334"/>
                  </a:lnTo>
                  <a:lnTo>
                    <a:pt x="63062" y="26014"/>
                  </a:lnTo>
                  <a:lnTo>
                    <a:pt x="63829" y="30773"/>
                  </a:lnTo>
                  <a:lnTo>
                    <a:pt x="64251" y="34170"/>
                  </a:lnTo>
                  <a:lnTo>
                    <a:pt x="64112" y="34172"/>
                  </a:lnTo>
                  <a:lnTo>
                    <a:pt x="64071" y="35387"/>
                  </a:lnTo>
                  <a:lnTo>
                    <a:pt x="63832" y="35987"/>
                  </a:lnTo>
                  <a:lnTo>
                    <a:pt x="63466" y="36908"/>
                  </a:lnTo>
                  <a:lnTo>
                    <a:pt x="63389" y="37198"/>
                  </a:lnTo>
                  <a:lnTo>
                    <a:pt x="63305" y="37516"/>
                  </a:lnTo>
                  <a:lnTo>
                    <a:pt x="63208" y="37880"/>
                  </a:lnTo>
                  <a:lnTo>
                    <a:pt x="63256" y="38771"/>
                  </a:lnTo>
                  <a:lnTo>
                    <a:pt x="63489" y="40228"/>
                  </a:lnTo>
                  <a:lnTo>
                    <a:pt x="63769" y="40920"/>
                  </a:lnTo>
                  <a:lnTo>
                    <a:pt x="64261" y="42342"/>
                  </a:lnTo>
                  <a:lnTo>
                    <a:pt x="64397" y="42639"/>
                  </a:lnTo>
                  <a:lnTo>
                    <a:pt x="64530" y="42931"/>
                  </a:lnTo>
                  <a:lnTo>
                    <a:pt x="65089" y="43578"/>
                  </a:lnTo>
                  <a:lnTo>
                    <a:pt x="65394" y="44099"/>
                  </a:lnTo>
                  <a:lnTo>
                    <a:pt x="65369" y="44585"/>
                  </a:lnTo>
                  <a:lnTo>
                    <a:pt x="65422" y="45529"/>
                  </a:lnTo>
                  <a:lnTo>
                    <a:pt x="65335" y="45698"/>
                  </a:lnTo>
                  <a:lnTo>
                    <a:pt x="64960" y="46022"/>
                  </a:lnTo>
                  <a:lnTo>
                    <a:pt x="64617" y="46320"/>
                  </a:lnTo>
                  <a:lnTo>
                    <a:pt x="64778" y="46546"/>
                  </a:lnTo>
                  <a:lnTo>
                    <a:pt x="65167" y="46657"/>
                  </a:lnTo>
                  <a:lnTo>
                    <a:pt x="66701" y="47094"/>
                  </a:lnTo>
                  <a:lnTo>
                    <a:pt x="68166" y="47263"/>
                  </a:lnTo>
                  <a:lnTo>
                    <a:pt x="68231" y="47695"/>
                  </a:lnTo>
                  <a:lnTo>
                    <a:pt x="68425" y="48987"/>
                  </a:lnTo>
                  <a:lnTo>
                    <a:pt x="69232" y="48907"/>
                  </a:lnTo>
                  <a:lnTo>
                    <a:pt x="69566" y="48874"/>
                  </a:lnTo>
                  <a:lnTo>
                    <a:pt x="69773" y="49801"/>
                  </a:lnTo>
                  <a:lnTo>
                    <a:pt x="69566" y="49899"/>
                  </a:lnTo>
                  <a:lnTo>
                    <a:pt x="68606" y="50200"/>
                  </a:lnTo>
                  <a:lnTo>
                    <a:pt x="68931" y="51047"/>
                  </a:lnTo>
                  <a:lnTo>
                    <a:pt x="68933" y="52894"/>
                  </a:lnTo>
                  <a:lnTo>
                    <a:pt x="65825" y="52578"/>
                  </a:lnTo>
                  <a:lnTo>
                    <a:pt x="65076" y="54392"/>
                  </a:lnTo>
                  <a:lnTo>
                    <a:pt x="64881" y="54864"/>
                  </a:lnTo>
                  <a:lnTo>
                    <a:pt x="64554" y="55655"/>
                  </a:lnTo>
                  <a:lnTo>
                    <a:pt x="64316" y="55512"/>
                  </a:lnTo>
                  <a:lnTo>
                    <a:pt x="64178" y="55429"/>
                  </a:lnTo>
                  <a:lnTo>
                    <a:pt x="63831" y="55189"/>
                  </a:lnTo>
                  <a:lnTo>
                    <a:pt x="62291" y="57470"/>
                  </a:lnTo>
                  <a:lnTo>
                    <a:pt x="60633" y="59792"/>
                  </a:lnTo>
                  <a:lnTo>
                    <a:pt x="58975" y="62357"/>
                  </a:lnTo>
                  <a:lnTo>
                    <a:pt x="58646" y="62865"/>
                  </a:lnTo>
                  <a:lnTo>
                    <a:pt x="56821" y="65689"/>
                  </a:lnTo>
                  <a:lnTo>
                    <a:pt x="58001" y="66289"/>
                  </a:lnTo>
                  <a:lnTo>
                    <a:pt x="58135" y="66357"/>
                  </a:lnTo>
                  <a:lnTo>
                    <a:pt x="57455" y="70166"/>
                  </a:lnTo>
                  <a:lnTo>
                    <a:pt x="54750" y="70184"/>
                  </a:lnTo>
                  <a:lnTo>
                    <a:pt x="53939" y="70190"/>
                  </a:lnTo>
                  <a:lnTo>
                    <a:pt x="53671" y="70192"/>
                  </a:lnTo>
                  <a:lnTo>
                    <a:pt x="53088" y="70196"/>
                  </a:lnTo>
                  <a:lnTo>
                    <a:pt x="52816" y="70162"/>
                  </a:lnTo>
                  <a:lnTo>
                    <a:pt x="49367" y="69743"/>
                  </a:lnTo>
                  <a:lnTo>
                    <a:pt x="45299" y="68620"/>
                  </a:lnTo>
                  <a:lnTo>
                    <a:pt x="45025" y="68545"/>
                  </a:lnTo>
                  <a:lnTo>
                    <a:pt x="44462" y="68389"/>
                  </a:lnTo>
                  <a:lnTo>
                    <a:pt x="43979" y="68155"/>
                  </a:lnTo>
                  <a:lnTo>
                    <a:pt x="43782" y="68060"/>
                  </a:lnTo>
                  <a:lnTo>
                    <a:pt x="43138" y="67687"/>
                  </a:lnTo>
                  <a:lnTo>
                    <a:pt x="41078" y="66492"/>
                  </a:lnTo>
                  <a:lnTo>
                    <a:pt x="40454" y="66121"/>
                  </a:lnTo>
                  <a:lnTo>
                    <a:pt x="38459" y="64532"/>
                  </a:lnTo>
                  <a:lnTo>
                    <a:pt x="37461" y="63721"/>
                  </a:lnTo>
                  <a:lnTo>
                    <a:pt x="36610" y="62981"/>
                  </a:lnTo>
                  <a:lnTo>
                    <a:pt x="35519" y="62033"/>
                  </a:lnTo>
                  <a:lnTo>
                    <a:pt x="34962" y="61433"/>
                  </a:lnTo>
                  <a:lnTo>
                    <a:pt x="32219" y="58492"/>
                  </a:lnTo>
                  <a:lnTo>
                    <a:pt x="29492" y="55567"/>
                  </a:lnTo>
                  <a:lnTo>
                    <a:pt x="25743" y="51416"/>
                  </a:lnTo>
                  <a:lnTo>
                    <a:pt x="24156" y="49659"/>
                  </a:lnTo>
                  <a:lnTo>
                    <a:pt x="22315" y="47629"/>
                  </a:lnTo>
                  <a:lnTo>
                    <a:pt x="21639" y="46883"/>
                  </a:lnTo>
                  <a:lnTo>
                    <a:pt x="20626" y="45766"/>
                  </a:lnTo>
                  <a:lnTo>
                    <a:pt x="18816" y="43771"/>
                  </a:lnTo>
                  <a:lnTo>
                    <a:pt x="18257" y="43103"/>
                  </a:lnTo>
                  <a:lnTo>
                    <a:pt x="15233" y="39489"/>
                  </a:lnTo>
                  <a:lnTo>
                    <a:pt x="14870" y="39055"/>
                  </a:lnTo>
                  <a:lnTo>
                    <a:pt x="10898" y="34308"/>
                  </a:lnTo>
                  <a:lnTo>
                    <a:pt x="7701" y="30455"/>
                  </a:lnTo>
                  <a:lnTo>
                    <a:pt x="5539" y="28223"/>
                  </a:lnTo>
                  <a:lnTo>
                    <a:pt x="4009" y="26644"/>
                  </a:lnTo>
                  <a:lnTo>
                    <a:pt x="2407" y="24989"/>
                  </a:lnTo>
                  <a:lnTo>
                    <a:pt x="0" y="22504"/>
                  </a:lnTo>
                  <a:lnTo>
                    <a:pt x="233" y="22294"/>
                  </a:lnTo>
                  <a:lnTo>
                    <a:pt x="5064" y="17942"/>
                  </a:lnTo>
                  <a:lnTo>
                    <a:pt x="6421" y="16719"/>
                  </a:lnTo>
                  <a:lnTo>
                    <a:pt x="9192" y="14222"/>
                  </a:lnTo>
                  <a:lnTo>
                    <a:pt x="9626" y="13831"/>
                  </a:lnTo>
                  <a:lnTo>
                    <a:pt x="10399" y="13135"/>
                  </a:lnTo>
                  <a:lnTo>
                    <a:pt x="13161" y="10602"/>
                  </a:lnTo>
                  <a:lnTo>
                    <a:pt x="13416" y="9794"/>
                  </a:lnTo>
                  <a:lnTo>
                    <a:pt x="14889" y="5116"/>
                  </a:lnTo>
                  <a:lnTo>
                    <a:pt x="14932" y="4978"/>
                  </a:lnTo>
                  <a:lnTo>
                    <a:pt x="15371" y="3584"/>
                  </a:lnTo>
                  <a:lnTo>
                    <a:pt x="16500" y="0"/>
                  </a:lnTo>
                  <a:lnTo>
                    <a:pt x="16713" y="55"/>
                  </a:lnTo>
                  <a:lnTo>
                    <a:pt x="18041" y="402"/>
                  </a:lnTo>
                  <a:lnTo>
                    <a:pt x="19250" y="717"/>
                  </a:lnTo>
                  <a:lnTo>
                    <a:pt x="22026" y="1442"/>
                  </a:lnTo>
                  <a:lnTo>
                    <a:pt x="22181" y="1483"/>
                  </a:lnTo>
                  <a:lnTo>
                    <a:pt x="23816" y="1910"/>
                  </a:lnTo>
                  <a:lnTo>
                    <a:pt x="32043" y="4053"/>
                  </a:lnTo>
                  <a:lnTo>
                    <a:pt x="31042" y="7197"/>
                  </a:lnTo>
                  <a:lnTo>
                    <a:pt x="30418" y="9154"/>
                  </a:lnTo>
                  <a:lnTo>
                    <a:pt x="28856" y="14060"/>
                  </a:lnTo>
                  <a:lnTo>
                    <a:pt x="28745" y="1440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2962972" y="4938510"/>
              <a:ext cx="102959" cy="76256"/>
            </a:xfrm>
            <a:custGeom>
              <a:avLst/>
              <a:pathLst>
                <a:path w="102959" h="76256">
                  <a:moveTo>
                    <a:pt x="37209" y="4147"/>
                  </a:moveTo>
                  <a:lnTo>
                    <a:pt x="44334" y="6273"/>
                  </a:lnTo>
                  <a:lnTo>
                    <a:pt x="45220" y="6538"/>
                  </a:lnTo>
                  <a:lnTo>
                    <a:pt x="47720" y="7283"/>
                  </a:lnTo>
                  <a:lnTo>
                    <a:pt x="49878" y="7960"/>
                  </a:lnTo>
                  <a:lnTo>
                    <a:pt x="57391" y="10317"/>
                  </a:lnTo>
                  <a:lnTo>
                    <a:pt x="58414" y="10324"/>
                  </a:lnTo>
                  <a:lnTo>
                    <a:pt x="62189" y="11390"/>
                  </a:lnTo>
                  <a:lnTo>
                    <a:pt x="63234" y="11685"/>
                  </a:lnTo>
                  <a:lnTo>
                    <a:pt x="63958" y="11890"/>
                  </a:lnTo>
                  <a:lnTo>
                    <a:pt x="65470" y="12317"/>
                  </a:lnTo>
                  <a:lnTo>
                    <a:pt x="66471" y="12599"/>
                  </a:lnTo>
                  <a:lnTo>
                    <a:pt x="67636" y="12928"/>
                  </a:lnTo>
                  <a:lnTo>
                    <a:pt x="70978" y="12959"/>
                  </a:lnTo>
                  <a:lnTo>
                    <a:pt x="71909" y="12968"/>
                  </a:lnTo>
                  <a:lnTo>
                    <a:pt x="73024" y="13933"/>
                  </a:lnTo>
                  <a:lnTo>
                    <a:pt x="73794" y="14525"/>
                  </a:lnTo>
                  <a:lnTo>
                    <a:pt x="74217" y="14851"/>
                  </a:lnTo>
                  <a:lnTo>
                    <a:pt x="74570" y="15123"/>
                  </a:lnTo>
                  <a:lnTo>
                    <a:pt x="75428" y="15791"/>
                  </a:lnTo>
                  <a:lnTo>
                    <a:pt x="76132" y="16339"/>
                  </a:lnTo>
                  <a:lnTo>
                    <a:pt x="76631" y="16728"/>
                  </a:lnTo>
                  <a:lnTo>
                    <a:pt x="77390" y="17318"/>
                  </a:lnTo>
                  <a:lnTo>
                    <a:pt x="78111" y="17880"/>
                  </a:lnTo>
                  <a:lnTo>
                    <a:pt x="80974" y="20109"/>
                  </a:lnTo>
                  <a:lnTo>
                    <a:pt x="81495" y="20514"/>
                  </a:lnTo>
                  <a:lnTo>
                    <a:pt x="83190" y="21896"/>
                  </a:lnTo>
                  <a:lnTo>
                    <a:pt x="85459" y="23745"/>
                  </a:lnTo>
                  <a:lnTo>
                    <a:pt x="87542" y="25443"/>
                  </a:lnTo>
                  <a:lnTo>
                    <a:pt x="88664" y="26358"/>
                  </a:lnTo>
                  <a:lnTo>
                    <a:pt x="90778" y="28081"/>
                  </a:lnTo>
                  <a:lnTo>
                    <a:pt x="91224" y="28444"/>
                  </a:lnTo>
                  <a:lnTo>
                    <a:pt x="94693" y="31272"/>
                  </a:lnTo>
                  <a:lnTo>
                    <a:pt x="96147" y="32458"/>
                  </a:lnTo>
                  <a:lnTo>
                    <a:pt x="99052" y="34826"/>
                  </a:lnTo>
                  <a:lnTo>
                    <a:pt x="101272" y="36635"/>
                  </a:lnTo>
                  <a:lnTo>
                    <a:pt x="102959" y="38010"/>
                  </a:lnTo>
                  <a:lnTo>
                    <a:pt x="101259" y="39942"/>
                  </a:lnTo>
                  <a:lnTo>
                    <a:pt x="99552" y="41882"/>
                  </a:lnTo>
                  <a:lnTo>
                    <a:pt x="99342" y="42120"/>
                  </a:lnTo>
                  <a:lnTo>
                    <a:pt x="98658" y="45031"/>
                  </a:lnTo>
                  <a:lnTo>
                    <a:pt x="98064" y="46577"/>
                  </a:lnTo>
                  <a:lnTo>
                    <a:pt x="97647" y="48204"/>
                  </a:lnTo>
                  <a:lnTo>
                    <a:pt x="97073" y="50448"/>
                  </a:lnTo>
                  <a:lnTo>
                    <a:pt x="96129" y="53762"/>
                  </a:lnTo>
                  <a:lnTo>
                    <a:pt x="95645" y="55464"/>
                  </a:lnTo>
                  <a:lnTo>
                    <a:pt x="94994" y="58031"/>
                  </a:lnTo>
                  <a:lnTo>
                    <a:pt x="94471" y="60093"/>
                  </a:lnTo>
                  <a:lnTo>
                    <a:pt x="92945" y="65383"/>
                  </a:lnTo>
                  <a:lnTo>
                    <a:pt x="93243" y="65467"/>
                  </a:lnTo>
                  <a:lnTo>
                    <a:pt x="93705" y="65661"/>
                  </a:lnTo>
                  <a:lnTo>
                    <a:pt x="92038" y="70618"/>
                  </a:lnTo>
                  <a:lnTo>
                    <a:pt x="86909" y="68558"/>
                  </a:lnTo>
                  <a:lnTo>
                    <a:pt x="86543" y="68411"/>
                  </a:lnTo>
                  <a:lnTo>
                    <a:pt x="85238" y="72890"/>
                  </a:lnTo>
                  <a:lnTo>
                    <a:pt x="84257" y="76256"/>
                  </a:lnTo>
                  <a:lnTo>
                    <a:pt x="83422" y="75901"/>
                  </a:lnTo>
                  <a:lnTo>
                    <a:pt x="81790" y="75207"/>
                  </a:lnTo>
                  <a:lnTo>
                    <a:pt x="80378" y="74607"/>
                  </a:lnTo>
                  <a:lnTo>
                    <a:pt x="79384" y="74181"/>
                  </a:lnTo>
                  <a:lnTo>
                    <a:pt x="76423" y="72910"/>
                  </a:lnTo>
                  <a:lnTo>
                    <a:pt x="74964" y="72284"/>
                  </a:lnTo>
                  <a:lnTo>
                    <a:pt x="74691" y="72168"/>
                  </a:lnTo>
                  <a:lnTo>
                    <a:pt x="66416" y="68667"/>
                  </a:lnTo>
                  <a:lnTo>
                    <a:pt x="66232" y="68588"/>
                  </a:lnTo>
                  <a:lnTo>
                    <a:pt x="65987" y="68484"/>
                  </a:lnTo>
                  <a:lnTo>
                    <a:pt x="55711" y="64099"/>
                  </a:lnTo>
                  <a:lnTo>
                    <a:pt x="54603" y="63626"/>
                  </a:lnTo>
                  <a:lnTo>
                    <a:pt x="54339" y="63520"/>
                  </a:lnTo>
                  <a:lnTo>
                    <a:pt x="44433" y="59528"/>
                  </a:lnTo>
                  <a:lnTo>
                    <a:pt x="44082" y="59375"/>
                  </a:lnTo>
                  <a:lnTo>
                    <a:pt x="39129" y="57226"/>
                  </a:lnTo>
                  <a:lnTo>
                    <a:pt x="38636" y="57020"/>
                  </a:lnTo>
                  <a:lnTo>
                    <a:pt x="23655" y="50761"/>
                  </a:lnTo>
                  <a:lnTo>
                    <a:pt x="21529" y="49752"/>
                  </a:lnTo>
                  <a:lnTo>
                    <a:pt x="21338" y="49669"/>
                  </a:lnTo>
                  <a:lnTo>
                    <a:pt x="19244" y="48752"/>
                  </a:lnTo>
                  <a:lnTo>
                    <a:pt x="15173" y="46969"/>
                  </a:lnTo>
                  <a:lnTo>
                    <a:pt x="9102" y="44580"/>
                  </a:lnTo>
                  <a:lnTo>
                    <a:pt x="11359" y="37851"/>
                  </a:lnTo>
                  <a:lnTo>
                    <a:pt x="6428" y="35791"/>
                  </a:lnTo>
                  <a:lnTo>
                    <a:pt x="5939" y="35587"/>
                  </a:lnTo>
                  <a:lnTo>
                    <a:pt x="5979" y="35455"/>
                  </a:lnTo>
                  <a:lnTo>
                    <a:pt x="6732" y="32502"/>
                  </a:lnTo>
                  <a:lnTo>
                    <a:pt x="7331" y="30149"/>
                  </a:lnTo>
                  <a:lnTo>
                    <a:pt x="3074" y="28624"/>
                  </a:lnTo>
                  <a:lnTo>
                    <a:pt x="2305" y="28271"/>
                  </a:lnTo>
                  <a:lnTo>
                    <a:pt x="3489" y="23844"/>
                  </a:lnTo>
                  <a:lnTo>
                    <a:pt x="3865" y="22422"/>
                  </a:lnTo>
                  <a:lnTo>
                    <a:pt x="5407" y="16597"/>
                  </a:lnTo>
                  <a:lnTo>
                    <a:pt x="5463" y="16384"/>
                  </a:lnTo>
                  <a:lnTo>
                    <a:pt x="5531" y="16128"/>
                  </a:lnTo>
                  <a:lnTo>
                    <a:pt x="887" y="14812"/>
                  </a:lnTo>
                  <a:lnTo>
                    <a:pt x="601" y="14731"/>
                  </a:lnTo>
                  <a:lnTo>
                    <a:pt x="0" y="14567"/>
                  </a:lnTo>
                  <a:lnTo>
                    <a:pt x="1381" y="10707"/>
                  </a:lnTo>
                  <a:lnTo>
                    <a:pt x="1609" y="10068"/>
                  </a:lnTo>
                  <a:lnTo>
                    <a:pt x="1897" y="9264"/>
                  </a:lnTo>
                  <a:lnTo>
                    <a:pt x="4178" y="688"/>
                  </a:lnTo>
                  <a:lnTo>
                    <a:pt x="4937" y="898"/>
                  </a:lnTo>
                  <a:lnTo>
                    <a:pt x="5711" y="1107"/>
                  </a:lnTo>
                  <a:lnTo>
                    <a:pt x="14828" y="3573"/>
                  </a:lnTo>
                  <a:lnTo>
                    <a:pt x="15392" y="3726"/>
                  </a:lnTo>
                  <a:lnTo>
                    <a:pt x="20784" y="5216"/>
                  </a:lnTo>
                  <a:lnTo>
                    <a:pt x="22340" y="0"/>
                  </a:lnTo>
                  <a:lnTo>
                    <a:pt x="26281" y="953"/>
                  </a:lnTo>
                  <a:lnTo>
                    <a:pt x="27765" y="13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3026004" y="4933866"/>
              <a:ext cx="127886" cy="123233"/>
            </a:xfrm>
            <a:custGeom>
              <a:avLst/>
              <a:pathLst>
                <a:path w="127886" h="123233">
                  <a:moveTo>
                    <a:pt x="15581" y="7820"/>
                  </a:moveTo>
                  <a:lnTo>
                    <a:pt x="19360" y="12058"/>
                  </a:lnTo>
                  <a:lnTo>
                    <a:pt x="21401" y="10201"/>
                  </a:lnTo>
                  <a:lnTo>
                    <a:pt x="27255" y="5104"/>
                  </a:lnTo>
                  <a:lnTo>
                    <a:pt x="30770" y="2043"/>
                  </a:lnTo>
                  <a:lnTo>
                    <a:pt x="30921" y="1542"/>
                  </a:lnTo>
                  <a:lnTo>
                    <a:pt x="33328" y="4027"/>
                  </a:lnTo>
                  <a:lnTo>
                    <a:pt x="35003" y="5756"/>
                  </a:lnTo>
                  <a:lnTo>
                    <a:pt x="36461" y="7261"/>
                  </a:lnTo>
                  <a:lnTo>
                    <a:pt x="38623" y="9492"/>
                  </a:lnTo>
                  <a:lnTo>
                    <a:pt x="41820" y="13345"/>
                  </a:lnTo>
                  <a:lnTo>
                    <a:pt x="45792" y="18092"/>
                  </a:lnTo>
                  <a:lnTo>
                    <a:pt x="46155" y="18526"/>
                  </a:lnTo>
                  <a:lnTo>
                    <a:pt x="49179" y="22141"/>
                  </a:lnTo>
                  <a:lnTo>
                    <a:pt x="49762" y="22835"/>
                  </a:lnTo>
                  <a:lnTo>
                    <a:pt x="51547" y="24804"/>
                  </a:lnTo>
                  <a:lnTo>
                    <a:pt x="52560" y="25921"/>
                  </a:lnTo>
                  <a:lnTo>
                    <a:pt x="53237" y="26667"/>
                  </a:lnTo>
                  <a:lnTo>
                    <a:pt x="55078" y="28696"/>
                  </a:lnTo>
                  <a:lnTo>
                    <a:pt x="56665" y="30454"/>
                  </a:lnTo>
                  <a:lnTo>
                    <a:pt x="60414" y="34605"/>
                  </a:lnTo>
                  <a:lnTo>
                    <a:pt x="63141" y="37529"/>
                  </a:lnTo>
                  <a:lnTo>
                    <a:pt x="65884" y="40470"/>
                  </a:lnTo>
                  <a:lnTo>
                    <a:pt x="66441" y="41071"/>
                  </a:lnTo>
                  <a:lnTo>
                    <a:pt x="67532" y="42019"/>
                  </a:lnTo>
                  <a:lnTo>
                    <a:pt x="68383" y="42758"/>
                  </a:lnTo>
                  <a:lnTo>
                    <a:pt x="69381" y="43570"/>
                  </a:lnTo>
                  <a:lnTo>
                    <a:pt x="71417" y="45191"/>
                  </a:lnTo>
                  <a:lnTo>
                    <a:pt x="72000" y="45529"/>
                  </a:lnTo>
                  <a:lnTo>
                    <a:pt x="74060" y="46724"/>
                  </a:lnTo>
                  <a:lnTo>
                    <a:pt x="74704" y="47098"/>
                  </a:lnTo>
                  <a:lnTo>
                    <a:pt x="74900" y="47193"/>
                  </a:lnTo>
                  <a:lnTo>
                    <a:pt x="75384" y="47427"/>
                  </a:lnTo>
                  <a:lnTo>
                    <a:pt x="75910" y="47624"/>
                  </a:lnTo>
                  <a:lnTo>
                    <a:pt x="69938" y="54275"/>
                  </a:lnTo>
                  <a:lnTo>
                    <a:pt x="69473" y="54779"/>
                  </a:lnTo>
                  <a:lnTo>
                    <a:pt x="63276" y="61483"/>
                  </a:lnTo>
                  <a:lnTo>
                    <a:pt x="64895" y="62722"/>
                  </a:lnTo>
                  <a:lnTo>
                    <a:pt x="66318" y="63811"/>
                  </a:lnTo>
                  <a:lnTo>
                    <a:pt x="67646" y="64827"/>
                  </a:lnTo>
                  <a:lnTo>
                    <a:pt x="68545" y="65516"/>
                  </a:lnTo>
                  <a:lnTo>
                    <a:pt x="68750" y="65672"/>
                  </a:lnTo>
                  <a:lnTo>
                    <a:pt x="71178" y="67530"/>
                  </a:lnTo>
                  <a:lnTo>
                    <a:pt x="72718" y="68709"/>
                  </a:lnTo>
                  <a:lnTo>
                    <a:pt x="72847" y="68808"/>
                  </a:lnTo>
                  <a:lnTo>
                    <a:pt x="73255" y="69120"/>
                  </a:lnTo>
                  <a:lnTo>
                    <a:pt x="74290" y="69912"/>
                  </a:lnTo>
                  <a:lnTo>
                    <a:pt x="74705" y="70230"/>
                  </a:lnTo>
                  <a:lnTo>
                    <a:pt x="76472" y="71608"/>
                  </a:lnTo>
                  <a:lnTo>
                    <a:pt x="77050" y="72111"/>
                  </a:lnTo>
                  <a:lnTo>
                    <a:pt x="77347" y="72369"/>
                  </a:lnTo>
                  <a:lnTo>
                    <a:pt x="81195" y="75714"/>
                  </a:lnTo>
                  <a:lnTo>
                    <a:pt x="87139" y="80894"/>
                  </a:lnTo>
                  <a:lnTo>
                    <a:pt x="89454" y="82912"/>
                  </a:lnTo>
                  <a:lnTo>
                    <a:pt x="90138" y="83507"/>
                  </a:lnTo>
                  <a:lnTo>
                    <a:pt x="90432" y="83756"/>
                  </a:lnTo>
                  <a:lnTo>
                    <a:pt x="93811" y="86610"/>
                  </a:lnTo>
                  <a:lnTo>
                    <a:pt x="94159" y="86903"/>
                  </a:lnTo>
                  <a:lnTo>
                    <a:pt x="98751" y="90772"/>
                  </a:lnTo>
                  <a:lnTo>
                    <a:pt x="104679" y="95767"/>
                  </a:lnTo>
                  <a:lnTo>
                    <a:pt x="104832" y="95896"/>
                  </a:lnTo>
                  <a:lnTo>
                    <a:pt x="107237" y="97728"/>
                  </a:lnTo>
                  <a:lnTo>
                    <a:pt x="107501" y="97929"/>
                  </a:lnTo>
                  <a:lnTo>
                    <a:pt x="108878" y="99030"/>
                  </a:lnTo>
                  <a:lnTo>
                    <a:pt x="109725" y="99777"/>
                  </a:lnTo>
                  <a:lnTo>
                    <a:pt x="111518" y="101357"/>
                  </a:lnTo>
                  <a:lnTo>
                    <a:pt x="115051" y="104473"/>
                  </a:lnTo>
                  <a:lnTo>
                    <a:pt x="116513" y="105762"/>
                  </a:lnTo>
                  <a:lnTo>
                    <a:pt x="119671" y="108273"/>
                  </a:lnTo>
                  <a:lnTo>
                    <a:pt x="126876" y="114000"/>
                  </a:lnTo>
                  <a:lnTo>
                    <a:pt x="127886" y="114804"/>
                  </a:lnTo>
                  <a:lnTo>
                    <a:pt x="118752" y="123233"/>
                  </a:lnTo>
                  <a:lnTo>
                    <a:pt x="117334" y="122012"/>
                  </a:lnTo>
                  <a:lnTo>
                    <a:pt x="116525" y="121266"/>
                  </a:lnTo>
                  <a:lnTo>
                    <a:pt x="115054" y="119908"/>
                  </a:lnTo>
                  <a:lnTo>
                    <a:pt x="114287" y="119294"/>
                  </a:lnTo>
                  <a:lnTo>
                    <a:pt x="113432" y="118768"/>
                  </a:lnTo>
                  <a:lnTo>
                    <a:pt x="112775" y="118374"/>
                  </a:lnTo>
                  <a:lnTo>
                    <a:pt x="112612" y="118287"/>
                  </a:lnTo>
                  <a:lnTo>
                    <a:pt x="110149" y="116568"/>
                  </a:lnTo>
                  <a:lnTo>
                    <a:pt x="108659" y="115998"/>
                  </a:lnTo>
                  <a:lnTo>
                    <a:pt x="107746" y="115631"/>
                  </a:lnTo>
                  <a:lnTo>
                    <a:pt x="106971" y="115319"/>
                  </a:lnTo>
                  <a:lnTo>
                    <a:pt x="105854" y="114881"/>
                  </a:lnTo>
                  <a:lnTo>
                    <a:pt x="102979" y="113631"/>
                  </a:lnTo>
                  <a:lnTo>
                    <a:pt x="100098" y="112452"/>
                  </a:lnTo>
                  <a:lnTo>
                    <a:pt x="99872" y="112377"/>
                  </a:lnTo>
                  <a:lnTo>
                    <a:pt x="98529" y="111931"/>
                  </a:lnTo>
                  <a:lnTo>
                    <a:pt x="97578" y="111575"/>
                  </a:lnTo>
                  <a:lnTo>
                    <a:pt x="94750" y="110413"/>
                  </a:lnTo>
                  <a:lnTo>
                    <a:pt x="94081" y="110132"/>
                  </a:lnTo>
                  <a:lnTo>
                    <a:pt x="93427" y="109856"/>
                  </a:lnTo>
                  <a:lnTo>
                    <a:pt x="92651" y="109529"/>
                  </a:lnTo>
                  <a:lnTo>
                    <a:pt x="90052" y="108459"/>
                  </a:lnTo>
                  <a:lnTo>
                    <a:pt x="87583" y="107389"/>
                  </a:lnTo>
                  <a:lnTo>
                    <a:pt x="78751" y="103706"/>
                  </a:lnTo>
                  <a:lnTo>
                    <a:pt x="75998" y="103082"/>
                  </a:lnTo>
                  <a:lnTo>
                    <a:pt x="73455" y="102505"/>
                  </a:lnTo>
                  <a:lnTo>
                    <a:pt x="72878" y="102269"/>
                  </a:lnTo>
                  <a:lnTo>
                    <a:pt x="71417" y="101673"/>
                  </a:lnTo>
                  <a:lnTo>
                    <a:pt x="71172" y="101570"/>
                  </a:lnTo>
                  <a:lnTo>
                    <a:pt x="62299" y="97837"/>
                  </a:lnTo>
                  <a:lnTo>
                    <a:pt x="60808" y="97223"/>
                  </a:lnTo>
                  <a:lnTo>
                    <a:pt x="60283" y="97003"/>
                  </a:lnTo>
                  <a:lnTo>
                    <a:pt x="58358" y="96193"/>
                  </a:lnTo>
                  <a:lnTo>
                    <a:pt x="56688" y="95492"/>
                  </a:lnTo>
                  <a:lnTo>
                    <a:pt x="54007" y="94404"/>
                  </a:lnTo>
                  <a:lnTo>
                    <a:pt x="52041" y="93607"/>
                  </a:lnTo>
                  <a:lnTo>
                    <a:pt x="51876" y="93538"/>
                  </a:lnTo>
                  <a:lnTo>
                    <a:pt x="47373" y="91656"/>
                  </a:lnTo>
                  <a:lnTo>
                    <a:pt x="47107" y="91548"/>
                  </a:lnTo>
                  <a:lnTo>
                    <a:pt x="40644" y="88916"/>
                  </a:lnTo>
                  <a:lnTo>
                    <a:pt x="36175" y="87093"/>
                  </a:lnTo>
                  <a:lnTo>
                    <a:pt x="33609" y="86045"/>
                  </a:lnTo>
                  <a:lnTo>
                    <a:pt x="32009" y="85388"/>
                  </a:lnTo>
                  <a:lnTo>
                    <a:pt x="31823" y="85311"/>
                  </a:lnTo>
                  <a:lnTo>
                    <a:pt x="22907" y="81605"/>
                  </a:lnTo>
                  <a:lnTo>
                    <a:pt x="21883" y="81180"/>
                  </a:lnTo>
                  <a:lnTo>
                    <a:pt x="21226" y="80900"/>
                  </a:lnTo>
                  <a:lnTo>
                    <a:pt x="22207" y="77534"/>
                  </a:lnTo>
                  <a:lnTo>
                    <a:pt x="23512" y="73055"/>
                  </a:lnTo>
                  <a:lnTo>
                    <a:pt x="23877" y="73202"/>
                  </a:lnTo>
                  <a:lnTo>
                    <a:pt x="29006" y="75262"/>
                  </a:lnTo>
                  <a:lnTo>
                    <a:pt x="30674" y="70305"/>
                  </a:lnTo>
                  <a:lnTo>
                    <a:pt x="30212" y="70111"/>
                  </a:lnTo>
                  <a:lnTo>
                    <a:pt x="29913" y="70027"/>
                  </a:lnTo>
                  <a:lnTo>
                    <a:pt x="31442" y="64729"/>
                  </a:lnTo>
                  <a:lnTo>
                    <a:pt x="31962" y="62675"/>
                  </a:lnTo>
                  <a:lnTo>
                    <a:pt x="32613" y="60108"/>
                  </a:lnTo>
                  <a:lnTo>
                    <a:pt x="33098" y="58406"/>
                  </a:lnTo>
                  <a:lnTo>
                    <a:pt x="34041" y="55092"/>
                  </a:lnTo>
                  <a:lnTo>
                    <a:pt x="34616" y="52848"/>
                  </a:lnTo>
                  <a:lnTo>
                    <a:pt x="35032" y="51221"/>
                  </a:lnTo>
                  <a:lnTo>
                    <a:pt x="35645" y="49627"/>
                  </a:lnTo>
                  <a:lnTo>
                    <a:pt x="36310" y="46764"/>
                  </a:lnTo>
                  <a:lnTo>
                    <a:pt x="36520" y="46526"/>
                  </a:lnTo>
                  <a:lnTo>
                    <a:pt x="38227" y="44586"/>
                  </a:lnTo>
                  <a:lnTo>
                    <a:pt x="39927" y="42654"/>
                  </a:lnTo>
                  <a:lnTo>
                    <a:pt x="38240" y="41279"/>
                  </a:lnTo>
                  <a:lnTo>
                    <a:pt x="36020" y="39470"/>
                  </a:lnTo>
                  <a:lnTo>
                    <a:pt x="33115" y="37102"/>
                  </a:lnTo>
                  <a:lnTo>
                    <a:pt x="31661" y="35916"/>
                  </a:lnTo>
                  <a:lnTo>
                    <a:pt x="28192" y="33088"/>
                  </a:lnTo>
                  <a:lnTo>
                    <a:pt x="27747" y="32725"/>
                  </a:lnTo>
                  <a:lnTo>
                    <a:pt x="25632" y="31002"/>
                  </a:lnTo>
                  <a:lnTo>
                    <a:pt x="24510" y="30087"/>
                  </a:lnTo>
                  <a:lnTo>
                    <a:pt x="22427" y="28389"/>
                  </a:lnTo>
                  <a:lnTo>
                    <a:pt x="20158" y="26540"/>
                  </a:lnTo>
                  <a:lnTo>
                    <a:pt x="18464" y="25158"/>
                  </a:lnTo>
                  <a:lnTo>
                    <a:pt x="17943" y="24753"/>
                  </a:lnTo>
                  <a:lnTo>
                    <a:pt x="15079" y="22524"/>
                  </a:lnTo>
                  <a:lnTo>
                    <a:pt x="14358" y="21962"/>
                  </a:lnTo>
                  <a:lnTo>
                    <a:pt x="13599" y="21372"/>
                  </a:lnTo>
                  <a:lnTo>
                    <a:pt x="13100" y="20983"/>
                  </a:lnTo>
                  <a:lnTo>
                    <a:pt x="12396" y="20435"/>
                  </a:lnTo>
                  <a:lnTo>
                    <a:pt x="11538" y="19767"/>
                  </a:lnTo>
                  <a:lnTo>
                    <a:pt x="11185" y="19495"/>
                  </a:lnTo>
                  <a:lnTo>
                    <a:pt x="10762" y="19169"/>
                  </a:lnTo>
                  <a:lnTo>
                    <a:pt x="9916" y="18517"/>
                  </a:lnTo>
                  <a:lnTo>
                    <a:pt x="8877" y="17612"/>
                  </a:lnTo>
                  <a:lnTo>
                    <a:pt x="6746" y="15277"/>
                  </a:lnTo>
                  <a:lnTo>
                    <a:pt x="6398" y="14896"/>
                  </a:lnTo>
                  <a:lnTo>
                    <a:pt x="5439" y="13844"/>
                  </a:lnTo>
                  <a:lnTo>
                    <a:pt x="3162" y="11349"/>
                  </a:lnTo>
                  <a:lnTo>
                    <a:pt x="2358" y="10468"/>
                  </a:lnTo>
                  <a:lnTo>
                    <a:pt x="1391" y="9409"/>
                  </a:lnTo>
                  <a:lnTo>
                    <a:pt x="0" y="7884"/>
                  </a:lnTo>
                  <a:lnTo>
                    <a:pt x="925" y="7086"/>
                  </a:lnTo>
                  <a:lnTo>
                    <a:pt x="2764" y="5331"/>
                  </a:lnTo>
                  <a:lnTo>
                    <a:pt x="4150" y="4008"/>
                  </a:lnTo>
                  <a:lnTo>
                    <a:pt x="5010" y="3187"/>
                  </a:lnTo>
                  <a:lnTo>
                    <a:pt x="7547" y="998"/>
                  </a:lnTo>
                  <a:lnTo>
                    <a:pt x="8606" y="0"/>
                  </a:lnTo>
                  <a:lnTo>
                    <a:pt x="9267" y="740"/>
                  </a:lnTo>
                  <a:lnTo>
                    <a:pt x="11505" y="3250"/>
                  </a:lnTo>
                  <a:lnTo>
                    <a:pt x="12303" y="4145"/>
                  </a:lnTo>
                  <a:lnTo>
                    <a:pt x="12551" y="4423"/>
                  </a:lnTo>
                  <a:lnTo>
                    <a:pt x="14878" y="70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3023916" y="5013118"/>
              <a:ext cx="123599" cy="83167"/>
            </a:xfrm>
            <a:custGeom>
              <a:avLst/>
              <a:pathLst>
                <a:path w="123599" h="83167">
                  <a:moveTo>
                    <a:pt x="35696" y="6794"/>
                  </a:moveTo>
                  <a:lnTo>
                    <a:pt x="38263" y="7841"/>
                  </a:lnTo>
                  <a:lnTo>
                    <a:pt x="42732" y="9665"/>
                  </a:lnTo>
                  <a:lnTo>
                    <a:pt x="49195" y="12297"/>
                  </a:lnTo>
                  <a:lnTo>
                    <a:pt x="49461" y="12405"/>
                  </a:lnTo>
                  <a:lnTo>
                    <a:pt x="53965" y="14287"/>
                  </a:lnTo>
                  <a:lnTo>
                    <a:pt x="54154" y="14365"/>
                  </a:lnTo>
                  <a:lnTo>
                    <a:pt x="56095" y="15153"/>
                  </a:lnTo>
                  <a:lnTo>
                    <a:pt x="58776" y="16240"/>
                  </a:lnTo>
                  <a:lnTo>
                    <a:pt x="60445" y="16942"/>
                  </a:lnTo>
                  <a:lnTo>
                    <a:pt x="62371" y="17751"/>
                  </a:lnTo>
                  <a:lnTo>
                    <a:pt x="62896" y="17972"/>
                  </a:lnTo>
                  <a:lnTo>
                    <a:pt x="64387" y="18586"/>
                  </a:lnTo>
                  <a:lnTo>
                    <a:pt x="73259" y="22318"/>
                  </a:lnTo>
                  <a:lnTo>
                    <a:pt x="73504" y="22421"/>
                  </a:lnTo>
                  <a:lnTo>
                    <a:pt x="74965" y="23018"/>
                  </a:lnTo>
                  <a:lnTo>
                    <a:pt x="75587" y="23264"/>
                  </a:lnTo>
                  <a:lnTo>
                    <a:pt x="78086" y="23831"/>
                  </a:lnTo>
                  <a:lnTo>
                    <a:pt x="80840" y="24456"/>
                  </a:lnTo>
                  <a:lnTo>
                    <a:pt x="89724" y="28160"/>
                  </a:lnTo>
                  <a:lnTo>
                    <a:pt x="92182" y="29225"/>
                  </a:lnTo>
                  <a:lnTo>
                    <a:pt x="94756" y="30285"/>
                  </a:lnTo>
                  <a:lnTo>
                    <a:pt x="95515" y="30605"/>
                  </a:lnTo>
                  <a:lnTo>
                    <a:pt x="96169" y="30880"/>
                  </a:lnTo>
                  <a:lnTo>
                    <a:pt x="96838" y="31162"/>
                  </a:lnTo>
                  <a:lnTo>
                    <a:pt x="99665" y="32323"/>
                  </a:lnTo>
                  <a:lnTo>
                    <a:pt x="100735" y="32724"/>
                  </a:lnTo>
                  <a:lnTo>
                    <a:pt x="101959" y="33126"/>
                  </a:lnTo>
                  <a:lnTo>
                    <a:pt x="102186" y="33200"/>
                  </a:lnTo>
                  <a:lnTo>
                    <a:pt x="105067" y="34380"/>
                  </a:lnTo>
                  <a:lnTo>
                    <a:pt x="107941" y="35629"/>
                  </a:lnTo>
                  <a:lnTo>
                    <a:pt x="109059" y="36068"/>
                  </a:lnTo>
                  <a:lnTo>
                    <a:pt x="109833" y="36379"/>
                  </a:lnTo>
                  <a:lnTo>
                    <a:pt x="110747" y="36747"/>
                  </a:lnTo>
                  <a:lnTo>
                    <a:pt x="112237" y="37317"/>
                  </a:lnTo>
                  <a:lnTo>
                    <a:pt x="114699" y="39036"/>
                  </a:lnTo>
                  <a:lnTo>
                    <a:pt x="114862" y="39122"/>
                  </a:lnTo>
                  <a:lnTo>
                    <a:pt x="115520" y="39517"/>
                  </a:lnTo>
                  <a:lnTo>
                    <a:pt x="116375" y="40043"/>
                  </a:lnTo>
                  <a:lnTo>
                    <a:pt x="117142" y="40656"/>
                  </a:lnTo>
                  <a:lnTo>
                    <a:pt x="118613" y="42014"/>
                  </a:lnTo>
                  <a:lnTo>
                    <a:pt x="119421" y="42761"/>
                  </a:lnTo>
                  <a:lnTo>
                    <a:pt x="120840" y="43981"/>
                  </a:lnTo>
                  <a:lnTo>
                    <a:pt x="121153" y="44251"/>
                  </a:lnTo>
                  <a:lnTo>
                    <a:pt x="121809" y="44893"/>
                  </a:lnTo>
                  <a:lnTo>
                    <a:pt x="122982" y="46040"/>
                  </a:lnTo>
                  <a:lnTo>
                    <a:pt x="123599" y="46671"/>
                  </a:lnTo>
                  <a:lnTo>
                    <a:pt x="123249" y="46992"/>
                  </a:lnTo>
                  <a:lnTo>
                    <a:pt x="122804" y="47338"/>
                  </a:lnTo>
                  <a:lnTo>
                    <a:pt x="118619" y="50491"/>
                  </a:lnTo>
                  <a:lnTo>
                    <a:pt x="117449" y="51396"/>
                  </a:lnTo>
                  <a:lnTo>
                    <a:pt x="116167" y="52333"/>
                  </a:lnTo>
                  <a:lnTo>
                    <a:pt x="115810" y="52614"/>
                  </a:lnTo>
                  <a:lnTo>
                    <a:pt x="115660" y="52734"/>
                  </a:lnTo>
                  <a:lnTo>
                    <a:pt x="115509" y="52881"/>
                  </a:lnTo>
                  <a:lnTo>
                    <a:pt x="115269" y="53211"/>
                  </a:lnTo>
                  <a:lnTo>
                    <a:pt x="115182" y="53418"/>
                  </a:lnTo>
                  <a:lnTo>
                    <a:pt x="114521" y="55030"/>
                  </a:lnTo>
                  <a:lnTo>
                    <a:pt x="113400" y="57690"/>
                  </a:lnTo>
                  <a:lnTo>
                    <a:pt x="113023" y="58565"/>
                  </a:lnTo>
                  <a:lnTo>
                    <a:pt x="112525" y="59736"/>
                  </a:lnTo>
                  <a:lnTo>
                    <a:pt x="111881" y="61165"/>
                  </a:lnTo>
                  <a:lnTo>
                    <a:pt x="111524" y="62013"/>
                  </a:lnTo>
                  <a:lnTo>
                    <a:pt x="110516" y="64306"/>
                  </a:lnTo>
                  <a:lnTo>
                    <a:pt x="109708" y="66218"/>
                  </a:lnTo>
                  <a:lnTo>
                    <a:pt x="108942" y="68081"/>
                  </a:lnTo>
                  <a:lnTo>
                    <a:pt x="108523" y="69097"/>
                  </a:lnTo>
                  <a:lnTo>
                    <a:pt x="107359" y="71923"/>
                  </a:lnTo>
                  <a:lnTo>
                    <a:pt x="105823" y="75651"/>
                  </a:lnTo>
                  <a:lnTo>
                    <a:pt x="104246" y="79077"/>
                  </a:lnTo>
                  <a:lnTo>
                    <a:pt x="102682" y="83167"/>
                  </a:lnTo>
                  <a:lnTo>
                    <a:pt x="102241" y="83081"/>
                  </a:lnTo>
                  <a:lnTo>
                    <a:pt x="101684" y="82973"/>
                  </a:lnTo>
                  <a:lnTo>
                    <a:pt x="101252" y="82888"/>
                  </a:lnTo>
                  <a:lnTo>
                    <a:pt x="100459" y="82733"/>
                  </a:lnTo>
                  <a:lnTo>
                    <a:pt x="97021" y="81940"/>
                  </a:lnTo>
                  <a:lnTo>
                    <a:pt x="94477" y="81532"/>
                  </a:lnTo>
                  <a:lnTo>
                    <a:pt x="90937" y="80681"/>
                  </a:lnTo>
                  <a:lnTo>
                    <a:pt x="90672" y="80569"/>
                  </a:lnTo>
                  <a:lnTo>
                    <a:pt x="90076" y="80291"/>
                  </a:lnTo>
                  <a:lnTo>
                    <a:pt x="89841" y="80204"/>
                  </a:lnTo>
                  <a:lnTo>
                    <a:pt x="85497" y="79089"/>
                  </a:lnTo>
                  <a:lnTo>
                    <a:pt x="84390" y="78812"/>
                  </a:lnTo>
                  <a:lnTo>
                    <a:pt x="84056" y="80282"/>
                  </a:lnTo>
                  <a:lnTo>
                    <a:pt x="82920" y="79835"/>
                  </a:lnTo>
                  <a:lnTo>
                    <a:pt x="78428" y="78069"/>
                  </a:lnTo>
                  <a:lnTo>
                    <a:pt x="73137" y="76146"/>
                  </a:lnTo>
                  <a:lnTo>
                    <a:pt x="72760" y="75994"/>
                  </a:lnTo>
                  <a:lnTo>
                    <a:pt x="68029" y="74086"/>
                  </a:lnTo>
                  <a:lnTo>
                    <a:pt x="65460" y="73024"/>
                  </a:lnTo>
                  <a:lnTo>
                    <a:pt x="64815" y="72758"/>
                  </a:lnTo>
                  <a:lnTo>
                    <a:pt x="63147" y="72069"/>
                  </a:lnTo>
                  <a:lnTo>
                    <a:pt x="62409" y="71764"/>
                  </a:lnTo>
                  <a:lnTo>
                    <a:pt x="62021" y="71605"/>
                  </a:lnTo>
                  <a:lnTo>
                    <a:pt x="56926" y="69526"/>
                  </a:lnTo>
                  <a:lnTo>
                    <a:pt x="55878" y="69099"/>
                  </a:lnTo>
                  <a:lnTo>
                    <a:pt x="39331" y="62348"/>
                  </a:lnTo>
                  <a:lnTo>
                    <a:pt x="35264" y="60707"/>
                  </a:lnTo>
                  <a:lnTo>
                    <a:pt x="34432" y="60372"/>
                  </a:lnTo>
                  <a:lnTo>
                    <a:pt x="29949" y="58605"/>
                  </a:lnTo>
                  <a:lnTo>
                    <a:pt x="25476" y="56798"/>
                  </a:lnTo>
                  <a:lnTo>
                    <a:pt x="20029" y="54574"/>
                  </a:lnTo>
                  <a:lnTo>
                    <a:pt x="19492" y="54366"/>
                  </a:lnTo>
                  <a:lnTo>
                    <a:pt x="17471" y="53584"/>
                  </a:lnTo>
                  <a:lnTo>
                    <a:pt x="15455" y="52803"/>
                  </a:lnTo>
                  <a:lnTo>
                    <a:pt x="7696" y="49500"/>
                  </a:lnTo>
                  <a:lnTo>
                    <a:pt x="6384" y="48943"/>
                  </a:lnTo>
                  <a:lnTo>
                    <a:pt x="637" y="46570"/>
                  </a:lnTo>
                  <a:lnTo>
                    <a:pt x="0" y="46307"/>
                  </a:lnTo>
                  <a:lnTo>
                    <a:pt x="1286" y="43188"/>
                  </a:lnTo>
                  <a:lnTo>
                    <a:pt x="6112" y="31485"/>
                  </a:lnTo>
                  <a:lnTo>
                    <a:pt x="9633" y="23087"/>
                  </a:lnTo>
                  <a:lnTo>
                    <a:pt x="16259" y="7507"/>
                  </a:lnTo>
                  <a:lnTo>
                    <a:pt x="16515" y="6903"/>
                  </a:lnTo>
                  <a:lnTo>
                    <a:pt x="19434" y="0"/>
                  </a:lnTo>
                  <a:lnTo>
                    <a:pt x="20846" y="600"/>
                  </a:lnTo>
                  <a:lnTo>
                    <a:pt x="22478" y="1294"/>
                  </a:lnTo>
                  <a:lnTo>
                    <a:pt x="23313" y="1649"/>
                  </a:lnTo>
                  <a:lnTo>
                    <a:pt x="23971" y="1928"/>
                  </a:lnTo>
                  <a:lnTo>
                    <a:pt x="24994" y="2354"/>
                  </a:lnTo>
                  <a:lnTo>
                    <a:pt x="33911" y="6059"/>
                  </a:lnTo>
                  <a:lnTo>
                    <a:pt x="34096" y="61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2909342" y="4964790"/>
              <a:ext cx="133981" cy="94612"/>
            </a:xfrm>
            <a:custGeom>
              <a:avLst/>
              <a:pathLst>
                <a:path w="133981" h="94612">
                  <a:moveTo>
                    <a:pt x="131089" y="55231"/>
                  </a:moveTo>
                  <a:lnTo>
                    <a:pt x="130753" y="55804"/>
                  </a:lnTo>
                  <a:lnTo>
                    <a:pt x="124207" y="71415"/>
                  </a:lnTo>
                  <a:lnTo>
                    <a:pt x="120684" y="79818"/>
                  </a:lnTo>
                  <a:lnTo>
                    <a:pt x="115860" y="91516"/>
                  </a:lnTo>
                  <a:lnTo>
                    <a:pt x="114518" y="94612"/>
                  </a:lnTo>
                  <a:lnTo>
                    <a:pt x="114099" y="94433"/>
                  </a:lnTo>
                  <a:lnTo>
                    <a:pt x="112197" y="93624"/>
                  </a:lnTo>
                  <a:lnTo>
                    <a:pt x="111338" y="93259"/>
                  </a:lnTo>
                  <a:lnTo>
                    <a:pt x="109766" y="92594"/>
                  </a:lnTo>
                  <a:lnTo>
                    <a:pt x="109615" y="92530"/>
                  </a:lnTo>
                  <a:lnTo>
                    <a:pt x="106476" y="91302"/>
                  </a:lnTo>
                  <a:lnTo>
                    <a:pt x="101370" y="89230"/>
                  </a:lnTo>
                  <a:lnTo>
                    <a:pt x="97194" y="87563"/>
                  </a:lnTo>
                  <a:lnTo>
                    <a:pt x="93311" y="86047"/>
                  </a:lnTo>
                  <a:lnTo>
                    <a:pt x="92517" y="85737"/>
                  </a:lnTo>
                  <a:lnTo>
                    <a:pt x="92344" y="85669"/>
                  </a:lnTo>
                  <a:lnTo>
                    <a:pt x="92015" y="85522"/>
                  </a:lnTo>
                  <a:lnTo>
                    <a:pt x="90422" y="84809"/>
                  </a:lnTo>
                  <a:lnTo>
                    <a:pt x="82073" y="81621"/>
                  </a:lnTo>
                  <a:lnTo>
                    <a:pt x="73608" y="78091"/>
                  </a:lnTo>
                  <a:lnTo>
                    <a:pt x="72593" y="77667"/>
                  </a:lnTo>
                  <a:lnTo>
                    <a:pt x="71178" y="77075"/>
                  </a:lnTo>
                  <a:lnTo>
                    <a:pt x="68360" y="75896"/>
                  </a:lnTo>
                  <a:lnTo>
                    <a:pt x="66504" y="75119"/>
                  </a:lnTo>
                  <a:lnTo>
                    <a:pt x="66373" y="75067"/>
                  </a:lnTo>
                  <a:lnTo>
                    <a:pt x="64388" y="74282"/>
                  </a:lnTo>
                  <a:lnTo>
                    <a:pt x="64011" y="74153"/>
                  </a:lnTo>
                  <a:lnTo>
                    <a:pt x="61319" y="73234"/>
                  </a:lnTo>
                  <a:lnTo>
                    <a:pt x="60265" y="72981"/>
                  </a:lnTo>
                  <a:lnTo>
                    <a:pt x="58529" y="72620"/>
                  </a:lnTo>
                  <a:lnTo>
                    <a:pt x="56846" y="72446"/>
                  </a:lnTo>
                  <a:lnTo>
                    <a:pt x="54911" y="72246"/>
                  </a:lnTo>
                  <a:lnTo>
                    <a:pt x="51934" y="72058"/>
                  </a:lnTo>
                  <a:lnTo>
                    <a:pt x="51979" y="71709"/>
                  </a:lnTo>
                  <a:lnTo>
                    <a:pt x="52071" y="71003"/>
                  </a:lnTo>
                  <a:lnTo>
                    <a:pt x="52101" y="70826"/>
                  </a:lnTo>
                  <a:lnTo>
                    <a:pt x="52371" y="69095"/>
                  </a:lnTo>
                  <a:lnTo>
                    <a:pt x="52656" y="67259"/>
                  </a:lnTo>
                  <a:lnTo>
                    <a:pt x="52791" y="66303"/>
                  </a:lnTo>
                  <a:lnTo>
                    <a:pt x="52988" y="65043"/>
                  </a:lnTo>
                  <a:lnTo>
                    <a:pt x="53177" y="63830"/>
                  </a:lnTo>
                  <a:lnTo>
                    <a:pt x="53268" y="63315"/>
                  </a:lnTo>
                  <a:lnTo>
                    <a:pt x="53474" y="62132"/>
                  </a:lnTo>
                  <a:lnTo>
                    <a:pt x="53651" y="61238"/>
                  </a:lnTo>
                  <a:lnTo>
                    <a:pt x="53845" y="60372"/>
                  </a:lnTo>
                  <a:lnTo>
                    <a:pt x="53941" y="59963"/>
                  </a:lnTo>
                  <a:lnTo>
                    <a:pt x="54073" y="59398"/>
                  </a:lnTo>
                  <a:lnTo>
                    <a:pt x="54240" y="58686"/>
                  </a:lnTo>
                  <a:lnTo>
                    <a:pt x="54326" y="58361"/>
                  </a:lnTo>
                  <a:lnTo>
                    <a:pt x="54527" y="57597"/>
                  </a:lnTo>
                  <a:lnTo>
                    <a:pt x="54743" y="56820"/>
                  </a:lnTo>
                  <a:lnTo>
                    <a:pt x="55141" y="55462"/>
                  </a:lnTo>
                  <a:lnTo>
                    <a:pt x="55833" y="53125"/>
                  </a:lnTo>
                  <a:lnTo>
                    <a:pt x="55926" y="52809"/>
                  </a:lnTo>
                  <a:lnTo>
                    <a:pt x="56069" y="52325"/>
                  </a:lnTo>
                  <a:lnTo>
                    <a:pt x="55788" y="52214"/>
                  </a:lnTo>
                  <a:lnTo>
                    <a:pt x="50190" y="50001"/>
                  </a:lnTo>
                  <a:lnTo>
                    <a:pt x="47385" y="48896"/>
                  </a:lnTo>
                  <a:lnTo>
                    <a:pt x="40545" y="46199"/>
                  </a:lnTo>
                  <a:lnTo>
                    <a:pt x="35686" y="44202"/>
                  </a:lnTo>
                  <a:lnTo>
                    <a:pt x="28957" y="41730"/>
                  </a:lnTo>
                  <a:lnTo>
                    <a:pt x="23318" y="39246"/>
                  </a:lnTo>
                  <a:lnTo>
                    <a:pt x="12152" y="34688"/>
                  </a:lnTo>
                  <a:lnTo>
                    <a:pt x="11002" y="34253"/>
                  </a:lnTo>
                  <a:lnTo>
                    <a:pt x="10678" y="34123"/>
                  </a:lnTo>
                  <a:lnTo>
                    <a:pt x="10056" y="33839"/>
                  </a:lnTo>
                  <a:lnTo>
                    <a:pt x="9706" y="33653"/>
                  </a:lnTo>
                  <a:lnTo>
                    <a:pt x="9395" y="33467"/>
                  </a:lnTo>
                  <a:lnTo>
                    <a:pt x="8855" y="33127"/>
                  </a:lnTo>
                  <a:lnTo>
                    <a:pt x="8241" y="32666"/>
                  </a:lnTo>
                  <a:lnTo>
                    <a:pt x="7547" y="32121"/>
                  </a:lnTo>
                  <a:lnTo>
                    <a:pt x="7043" y="31626"/>
                  </a:lnTo>
                  <a:lnTo>
                    <a:pt x="2946" y="26989"/>
                  </a:lnTo>
                  <a:lnTo>
                    <a:pt x="0" y="23417"/>
                  </a:lnTo>
                  <a:lnTo>
                    <a:pt x="4113" y="20185"/>
                  </a:lnTo>
                  <a:lnTo>
                    <a:pt x="8308" y="16773"/>
                  </a:lnTo>
                  <a:lnTo>
                    <a:pt x="14488" y="11646"/>
                  </a:lnTo>
                  <a:lnTo>
                    <a:pt x="14942" y="11245"/>
                  </a:lnTo>
                  <a:lnTo>
                    <a:pt x="15433" y="10839"/>
                  </a:lnTo>
                  <a:lnTo>
                    <a:pt x="15722" y="10604"/>
                  </a:lnTo>
                  <a:lnTo>
                    <a:pt x="16031" y="10423"/>
                  </a:lnTo>
                  <a:lnTo>
                    <a:pt x="16389" y="10241"/>
                  </a:lnTo>
                  <a:lnTo>
                    <a:pt x="16667" y="10156"/>
                  </a:lnTo>
                  <a:lnTo>
                    <a:pt x="17089" y="10054"/>
                  </a:lnTo>
                  <a:lnTo>
                    <a:pt x="17389" y="10051"/>
                  </a:lnTo>
                  <a:lnTo>
                    <a:pt x="18350" y="4816"/>
                  </a:lnTo>
                  <a:lnTo>
                    <a:pt x="18405" y="4518"/>
                  </a:lnTo>
                  <a:lnTo>
                    <a:pt x="18457" y="4037"/>
                  </a:lnTo>
                  <a:lnTo>
                    <a:pt x="18504" y="3607"/>
                  </a:lnTo>
                  <a:lnTo>
                    <a:pt x="18799" y="900"/>
                  </a:lnTo>
                  <a:lnTo>
                    <a:pt x="18897" y="0"/>
                  </a:lnTo>
                  <a:lnTo>
                    <a:pt x="32442" y="5523"/>
                  </a:lnTo>
                  <a:lnTo>
                    <a:pt x="38678" y="8233"/>
                  </a:lnTo>
                  <a:lnTo>
                    <a:pt x="39149" y="8438"/>
                  </a:lnTo>
                  <a:lnTo>
                    <a:pt x="42093" y="9600"/>
                  </a:lnTo>
                  <a:lnTo>
                    <a:pt x="42480" y="9753"/>
                  </a:lnTo>
                  <a:lnTo>
                    <a:pt x="43517" y="10191"/>
                  </a:lnTo>
                  <a:lnTo>
                    <a:pt x="52355" y="13925"/>
                  </a:lnTo>
                  <a:lnTo>
                    <a:pt x="55959" y="15448"/>
                  </a:lnTo>
                  <a:lnTo>
                    <a:pt x="56485" y="15671"/>
                  </a:lnTo>
                  <a:lnTo>
                    <a:pt x="62732" y="18301"/>
                  </a:lnTo>
                  <a:lnTo>
                    <a:pt x="68803" y="20690"/>
                  </a:lnTo>
                  <a:lnTo>
                    <a:pt x="72874" y="22473"/>
                  </a:lnTo>
                  <a:lnTo>
                    <a:pt x="74968" y="23390"/>
                  </a:lnTo>
                  <a:lnTo>
                    <a:pt x="75159" y="23473"/>
                  </a:lnTo>
                  <a:lnTo>
                    <a:pt x="77285" y="24481"/>
                  </a:lnTo>
                  <a:lnTo>
                    <a:pt x="92266" y="30741"/>
                  </a:lnTo>
                  <a:lnTo>
                    <a:pt x="92759" y="30947"/>
                  </a:lnTo>
                  <a:lnTo>
                    <a:pt x="97839" y="33151"/>
                  </a:lnTo>
                  <a:lnTo>
                    <a:pt x="98063" y="33248"/>
                  </a:lnTo>
                  <a:lnTo>
                    <a:pt x="107970" y="37241"/>
                  </a:lnTo>
                  <a:lnTo>
                    <a:pt x="108233" y="37347"/>
                  </a:lnTo>
                  <a:lnTo>
                    <a:pt x="109341" y="37820"/>
                  </a:lnTo>
                  <a:lnTo>
                    <a:pt x="119617" y="42205"/>
                  </a:lnTo>
                  <a:lnTo>
                    <a:pt x="119862" y="42309"/>
                  </a:lnTo>
                  <a:lnTo>
                    <a:pt x="120046" y="42388"/>
                  </a:lnTo>
                  <a:lnTo>
                    <a:pt x="128321" y="45889"/>
                  </a:lnTo>
                  <a:lnTo>
                    <a:pt x="128594" y="46004"/>
                  </a:lnTo>
                  <a:lnTo>
                    <a:pt x="130053" y="46630"/>
                  </a:lnTo>
                  <a:lnTo>
                    <a:pt x="133014" y="47901"/>
                  </a:lnTo>
                  <a:lnTo>
                    <a:pt x="133981" y="483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2842948" y="4938126"/>
              <a:ext cx="85291" cy="81433"/>
            </a:xfrm>
            <a:custGeom>
              <a:avLst/>
              <a:pathLst>
                <a:path w="85291" h="81433">
                  <a:moveTo>
                    <a:pt x="74578" y="43539"/>
                  </a:moveTo>
                  <a:lnTo>
                    <a:pt x="70507" y="46848"/>
                  </a:lnTo>
                  <a:lnTo>
                    <a:pt x="66394" y="50081"/>
                  </a:lnTo>
                  <a:lnTo>
                    <a:pt x="63325" y="46595"/>
                  </a:lnTo>
                  <a:lnTo>
                    <a:pt x="62948" y="46166"/>
                  </a:lnTo>
                  <a:lnTo>
                    <a:pt x="62119" y="46783"/>
                  </a:lnTo>
                  <a:lnTo>
                    <a:pt x="61209" y="47439"/>
                  </a:lnTo>
                  <a:lnTo>
                    <a:pt x="59831" y="48062"/>
                  </a:lnTo>
                  <a:lnTo>
                    <a:pt x="57894" y="49521"/>
                  </a:lnTo>
                  <a:lnTo>
                    <a:pt x="56019" y="50940"/>
                  </a:lnTo>
                  <a:lnTo>
                    <a:pt x="52600" y="48573"/>
                  </a:lnTo>
                  <a:lnTo>
                    <a:pt x="49859" y="52541"/>
                  </a:lnTo>
                  <a:lnTo>
                    <a:pt x="48636" y="54362"/>
                  </a:lnTo>
                  <a:lnTo>
                    <a:pt x="47927" y="55303"/>
                  </a:lnTo>
                  <a:lnTo>
                    <a:pt x="47348" y="55995"/>
                  </a:lnTo>
                  <a:lnTo>
                    <a:pt x="46094" y="57492"/>
                  </a:lnTo>
                  <a:lnTo>
                    <a:pt x="45083" y="58731"/>
                  </a:lnTo>
                  <a:lnTo>
                    <a:pt x="44668" y="59071"/>
                  </a:lnTo>
                  <a:lnTo>
                    <a:pt x="47272" y="62365"/>
                  </a:lnTo>
                  <a:lnTo>
                    <a:pt x="48955" y="64472"/>
                  </a:lnTo>
                  <a:lnTo>
                    <a:pt x="48785" y="64606"/>
                  </a:lnTo>
                  <a:lnTo>
                    <a:pt x="48523" y="64815"/>
                  </a:lnTo>
                  <a:lnTo>
                    <a:pt x="47625" y="65574"/>
                  </a:lnTo>
                  <a:lnTo>
                    <a:pt x="43731" y="68866"/>
                  </a:lnTo>
                  <a:lnTo>
                    <a:pt x="42880" y="69585"/>
                  </a:lnTo>
                  <a:lnTo>
                    <a:pt x="40502" y="71596"/>
                  </a:lnTo>
                  <a:lnTo>
                    <a:pt x="37478" y="74152"/>
                  </a:lnTo>
                  <a:lnTo>
                    <a:pt x="35578" y="75758"/>
                  </a:lnTo>
                  <a:lnTo>
                    <a:pt x="34627" y="76546"/>
                  </a:lnTo>
                  <a:lnTo>
                    <a:pt x="34213" y="76889"/>
                  </a:lnTo>
                  <a:lnTo>
                    <a:pt x="29453" y="80834"/>
                  </a:lnTo>
                  <a:lnTo>
                    <a:pt x="28730" y="81433"/>
                  </a:lnTo>
                  <a:lnTo>
                    <a:pt x="26381" y="78829"/>
                  </a:lnTo>
                  <a:lnTo>
                    <a:pt x="19171" y="70321"/>
                  </a:lnTo>
                  <a:lnTo>
                    <a:pt x="11145" y="60693"/>
                  </a:lnTo>
                  <a:lnTo>
                    <a:pt x="7487" y="56329"/>
                  </a:lnTo>
                  <a:lnTo>
                    <a:pt x="6480" y="55088"/>
                  </a:lnTo>
                  <a:lnTo>
                    <a:pt x="5682" y="54067"/>
                  </a:lnTo>
                  <a:lnTo>
                    <a:pt x="5421" y="53748"/>
                  </a:lnTo>
                  <a:lnTo>
                    <a:pt x="5144" y="53352"/>
                  </a:lnTo>
                  <a:lnTo>
                    <a:pt x="5026" y="53150"/>
                  </a:lnTo>
                  <a:lnTo>
                    <a:pt x="4920" y="52943"/>
                  </a:lnTo>
                  <a:lnTo>
                    <a:pt x="4514" y="52026"/>
                  </a:lnTo>
                  <a:lnTo>
                    <a:pt x="4215" y="51252"/>
                  </a:lnTo>
                  <a:lnTo>
                    <a:pt x="3951" y="50595"/>
                  </a:lnTo>
                  <a:lnTo>
                    <a:pt x="0" y="45382"/>
                  </a:lnTo>
                  <a:lnTo>
                    <a:pt x="8" y="43473"/>
                  </a:lnTo>
                  <a:lnTo>
                    <a:pt x="11" y="42765"/>
                  </a:lnTo>
                  <a:lnTo>
                    <a:pt x="39" y="36450"/>
                  </a:lnTo>
                  <a:lnTo>
                    <a:pt x="77" y="35683"/>
                  </a:lnTo>
                  <a:lnTo>
                    <a:pt x="139" y="34478"/>
                  </a:lnTo>
                  <a:lnTo>
                    <a:pt x="343" y="30446"/>
                  </a:lnTo>
                  <a:lnTo>
                    <a:pt x="853" y="26158"/>
                  </a:lnTo>
                  <a:lnTo>
                    <a:pt x="1744" y="20956"/>
                  </a:lnTo>
                  <a:lnTo>
                    <a:pt x="1995" y="19492"/>
                  </a:lnTo>
                  <a:lnTo>
                    <a:pt x="2143" y="18627"/>
                  </a:lnTo>
                  <a:lnTo>
                    <a:pt x="3964" y="10605"/>
                  </a:lnTo>
                  <a:lnTo>
                    <a:pt x="5105" y="6531"/>
                  </a:lnTo>
                  <a:lnTo>
                    <a:pt x="8199" y="0"/>
                  </a:lnTo>
                  <a:lnTo>
                    <a:pt x="16316" y="2663"/>
                  </a:lnTo>
                  <a:lnTo>
                    <a:pt x="23423" y="5058"/>
                  </a:lnTo>
                  <a:lnTo>
                    <a:pt x="28268" y="6683"/>
                  </a:lnTo>
                  <a:lnTo>
                    <a:pt x="34990" y="8449"/>
                  </a:lnTo>
                  <a:lnTo>
                    <a:pt x="39724" y="9677"/>
                  </a:lnTo>
                  <a:lnTo>
                    <a:pt x="44381" y="10969"/>
                  </a:lnTo>
                  <a:lnTo>
                    <a:pt x="44700" y="11058"/>
                  </a:lnTo>
                  <a:lnTo>
                    <a:pt x="44897" y="11058"/>
                  </a:lnTo>
                  <a:lnTo>
                    <a:pt x="47878" y="11934"/>
                  </a:lnTo>
                  <a:lnTo>
                    <a:pt x="52721" y="13205"/>
                  </a:lnTo>
                  <a:lnTo>
                    <a:pt x="58647" y="15394"/>
                  </a:lnTo>
                  <a:lnTo>
                    <a:pt x="59603" y="15748"/>
                  </a:lnTo>
                  <a:lnTo>
                    <a:pt x="63602" y="17578"/>
                  </a:lnTo>
                  <a:lnTo>
                    <a:pt x="64250" y="17874"/>
                  </a:lnTo>
                  <a:lnTo>
                    <a:pt x="69559" y="20034"/>
                  </a:lnTo>
                  <a:lnTo>
                    <a:pt x="69905" y="20175"/>
                  </a:lnTo>
                  <a:lnTo>
                    <a:pt x="73094" y="21542"/>
                  </a:lnTo>
                  <a:lnTo>
                    <a:pt x="73894" y="21885"/>
                  </a:lnTo>
                  <a:lnTo>
                    <a:pt x="78208" y="23696"/>
                  </a:lnTo>
                  <a:lnTo>
                    <a:pt x="78540" y="23835"/>
                  </a:lnTo>
                  <a:lnTo>
                    <a:pt x="84770" y="26445"/>
                  </a:lnTo>
                  <a:lnTo>
                    <a:pt x="85291" y="26663"/>
                  </a:lnTo>
                  <a:lnTo>
                    <a:pt x="85193" y="27563"/>
                  </a:lnTo>
                  <a:lnTo>
                    <a:pt x="84898" y="30270"/>
                  </a:lnTo>
                  <a:lnTo>
                    <a:pt x="84851" y="30700"/>
                  </a:lnTo>
                  <a:lnTo>
                    <a:pt x="84799" y="31181"/>
                  </a:lnTo>
                  <a:lnTo>
                    <a:pt x="84744" y="31480"/>
                  </a:lnTo>
                  <a:lnTo>
                    <a:pt x="83668" y="36716"/>
                  </a:lnTo>
                  <a:lnTo>
                    <a:pt x="83483" y="36718"/>
                  </a:lnTo>
                  <a:lnTo>
                    <a:pt x="83061" y="36819"/>
                  </a:lnTo>
                  <a:lnTo>
                    <a:pt x="82783" y="36905"/>
                  </a:lnTo>
                  <a:lnTo>
                    <a:pt x="82425" y="37086"/>
                  </a:lnTo>
                  <a:lnTo>
                    <a:pt x="82116" y="37268"/>
                  </a:lnTo>
                  <a:lnTo>
                    <a:pt x="81827" y="37503"/>
                  </a:lnTo>
                  <a:lnTo>
                    <a:pt x="81336" y="37909"/>
                  </a:lnTo>
                  <a:lnTo>
                    <a:pt x="80882" y="383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2842936" y="4983509"/>
              <a:ext cx="92591" cy="130896"/>
            </a:xfrm>
            <a:custGeom>
              <a:avLst/>
              <a:pathLst>
                <a:path w="92591" h="130896">
                  <a:moveTo>
                    <a:pt x="26392" y="33446"/>
                  </a:moveTo>
                  <a:lnTo>
                    <a:pt x="28742" y="36051"/>
                  </a:lnTo>
                  <a:lnTo>
                    <a:pt x="29465" y="35451"/>
                  </a:lnTo>
                  <a:lnTo>
                    <a:pt x="34224" y="31507"/>
                  </a:lnTo>
                  <a:lnTo>
                    <a:pt x="34638" y="31163"/>
                  </a:lnTo>
                  <a:lnTo>
                    <a:pt x="35589" y="30375"/>
                  </a:lnTo>
                  <a:lnTo>
                    <a:pt x="37489" y="28769"/>
                  </a:lnTo>
                  <a:lnTo>
                    <a:pt x="40513" y="26213"/>
                  </a:lnTo>
                  <a:lnTo>
                    <a:pt x="42892" y="24202"/>
                  </a:lnTo>
                  <a:lnTo>
                    <a:pt x="43743" y="23483"/>
                  </a:lnTo>
                  <a:lnTo>
                    <a:pt x="47637" y="20191"/>
                  </a:lnTo>
                  <a:lnTo>
                    <a:pt x="48534" y="19433"/>
                  </a:lnTo>
                  <a:lnTo>
                    <a:pt x="48797" y="19224"/>
                  </a:lnTo>
                  <a:lnTo>
                    <a:pt x="48966" y="19089"/>
                  </a:lnTo>
                  <a:lnTo>
                    <a:pt x="47284" y="16982"/>
                  </a:lnTo>
                  <a:lnTo>
                    <a:pt x="44680" y="13688"/>
                  </a:lnTo>
                  <a:lnTo>
                    <a:pt x="45094" y="13348"/>
                  </a:lnTo>
                  <a:lnTo>
                    <a:pt x="46106" y="12109"/>
                  </a:lnTo>
                  <a:lnTo>
                    <a:pt x="47360" y="10612"/>
                  </a:lnTo>
                  <a:lnTo>
                    <a:pt x="47939" y="9921"/>
                  </a:lnTo>
                  <a:lnTo>
                    <a:pt x="48648" y="8979"/>
                  </a:lnTo>
                  <a:lnTo>
                    <a:pt x="49871" y="7158"/>
                  </a:lnTo>
                  <a:lnTo>
                    <a:pt x="52611" y="3190"/>
                  </a:lnTo>
                  <a:lnTo>
                    <a:pt x="56031" y="5557"/>
                  </a:lnTo>
                  <a:lnTo>
                    <a:pt x="58006" y="4070"/>
                  </a:lnTo>
                  <a:lnTo>
                    <a:pt x="59859" y="2672"/>
                  </a:lnTo>
                  <a:lnTo>
                    <a:pt x="61220" y="2056"/>
                  </a:lnTo>
                  <a:lnTo>
                    <a:pt x="62130" y="1400"/>
                  </a:lnTo>
                  <a:lnTo>
                    <a:pt x="62959" y="783"/>
                  </a:lnTo>
                  <a:lnTo>
                    <a:pt x="63337" y="1212"/>
                  </a:lnTo>
                  <a:lnTo>
                    <a:pt x="66405" y="4698"/>
                  </a:lnTo>
                  <a:lnTo>
                    <a:pt x="69352" y="8270"/>
                  </a:lnTo>
                  <a:lnTo>
                    <a:pt x="73448" y="12907"/>
                  </a:lnTo>
                  <a:lnTo>
                    <a:pt x="73953" y="13402"/>
                  </a:lnTo>
                  <a:lnTo>
                    <a:pt x="72873" y="16163"/>
                  </a:lnTo>
                  <a:lnTo>
                    <a:pt x="71255" y="20409"/>
                  </a:lnTo>
                  <a:lnTo>
                    <a:pt x="70399" y="22583"/>
                  </a:lnTo>
                  <a:lnTo>
                    <a:pt x="70021" y="23545"/>
                  </a:lnTo>
                  <a:lnTo>
                    <a:pt x="69893" y="23869"/>
                  </a:lnTo>
                  <a:lnTo>
                    <a:pt x="69704" y="23794"/>
                  </a:lnTo>
                  <a:lnTo>
                    <a:pt x="67517" y="22929"/>
                  </a:lnTo>
                  <a:lnTo>
                    <a:pt x="67036" y="23848"/>
                  </a:lnTo>
                  <a:lnTo>
                    <a:pt x="66758" y="24441"/>
                  </a:lnTo>
                  <a:lnTo>
                    <a:pt x="66604" y="24833"/>
                  </a:lnTo>
                  <a:lnTo>
                    <a:pt x="66547" y="25020"/>
                  </a:lnTo>
                  <a:lnTo>
                    <a:pt x="66488" y="25284"/>
                  </a:lnTo>
                  <a:lnTo>
                    <a:pt x="66470" y="25554"/>
                  </a:lnTo>
                  <a:lnTo>
                    <a:pt x="66470" y="25918"/>
                  </a:lnTo>
                  <a:lnTo>
                    <a:pt x="66483" y="26743"/>
                  </a:lnTo>
                  <a:lnTo>
                    <a:pt x="66518" y="27040"/>
                  </a:lnTo>
                  <a:lnTo>
                    <a:pt x="66603" y="27420"/>
                  </a:lnTo>
                  <a:lnTo>
                    <a:pt x="66690" y="27671"/>
                  </a:lnTo>
                  <a:lnTo>
                    <a:pt x="66769" y="27901"/>
                  </a:lnTo>
                  <a:lnTo>
                    <a:pt x="66969" y="28376"/>
                  </a:lnTo>
                  <a:lnTo>
                    <a:pt x="67142" y="28727"/>
                  </a:lnTo>
                  <a:lnTo>
                    <a:pt x="67570" y="29444"/>
                  </a:lnTo>
                  <a:lnTo>
                    <a:pt x="68208" y="30398"/>
                  </a:lnTo>
                  <a:lnTo>
                    <a:pt x="68538" y="30840"/>
                  </a:lnTo>
                  <a:lnTo>
                    <a:pt x="68864" y="31230"/>
                  </a:lnTo>
                  <a:lnTo>
                    <a:pt x="68993" y="31367"/>
                  </a:lnTo>
                  <a:lnTo>
                    <a:pt x="69803" y="32365"/>
                  </a:lnTo>
                  <a:lnTo>
                    <a:pt x="69988" y="32689"/>
                  </a:lnTo>
                  <a:lnTo>
                    <a:pt x="70188" y="33122"/>
                  </a:lnTo>
                  <a:lnTo>
                    <a:pt x="70789" y="34792"/>
                  </a:lnTo>
                  <a:lnTo>
                    <a:pt x="71265" y="36083"/>
                  </a:lnTo>
                  <a:lnTo>
                    <a:pt x="71930" y="37809"/>
                  </a:lnTo>
                  <a:lnTo>
                    <a:pt x="72326" y="38799"/>
                  </a:lnTo>
                  <a:lnTo>
                    <a:pt x="71928" y="40469"/>
                  </a:lnTo>
                  <a:lnTo>
                    <a:pt x="71561" y="42007"/>
                  </a:lnTo>
                  <a:lnTo>
                    <a:pt x="71429" y="42564"/>
                  </a:lnTo>
                  <a:lnTo>
                    <a:pt x="70777" y="45545"/>
                  </a:lnTo>
                  <a:lnTo>
                    <a:pt x="70563" y="46573"/>
                  </a:lnTo>
                  <a:lnTo>
                    <a:pt x="70081" y="48495"/>
                  </a:lnTo>
                  <a:lnTo>
                    <a:pt x="69803" y="50119"/>
                  </a:lnTo>
                  <a:lnTo>
                    <a:pt x="69765" y="50476"/>
                  </a:lnTo>
                  <a:lnTo>
                    <a:pt x="69977" y="51949"/>
                  </a:lnTo>
                  <a:lnTo>
                    <a:pt x="70952" y="56049"/>
                  </a:lnTo>
                  <a:lnTo>
                    <a:pt x="71306" y="57389"/>
                  </a:lnTo>
                  <a:lnTo>
                    <a:pt x="71565" y="58368"/>
                  </a:lnTo>
                  <a:lnTo>
                    <a:pt x="71642" y="58626"/>
                  </a:lnTo>
                  <a:lnTo>
                    <a:pt x="72140" y="60286"/>
                  </a:lnTo>
                  <a:lnTo>
                    <a:pt x="72914" y="62865"/>
                  </a:lnTo>
                  <a:lnTo>
                    <a:pt x="74343" y="67235"/>
                  </a:lnTo>
                  <a:lnTo>
                    <a:pt x="74823" y="68116"/>
                  </a:lnTo>
                  <a:lnTo>
                    <a:pt x="75090" y="68623"/>
                  </a:lnTo>
                  <a:lnTo>
                    <a:pt x="75584" y="69357"/>
                  </a:lnTo>
                  <a:lnTo>
                    <a:pt x="76573" y="70589"/>
                  </a:lnTo>
                  <a:lnTo>
                    <a:pt x="76946" y="71053"/>
                  </a:lnTo>
                  <a:lnTo>
                    <a:pt x="78281" y="72428"/>
                  </a:lnTo>
                  <a:lnTo>
                    <a:pt x="79026" y="72980"/>
                  </a:lnTo>
                  <a:lnTo>
                    <a:pt x="80304" y="77664"/>
                  </a:lnTo>
                  <a:lnTo>
                    <a:pt x="79714" y="77839"/>
                  </a:lnTo>
                  <a:lnTo>
                    <a:pt x="76343" y="78666"/>
                  </a:lnTo>
                  <a:lnTo>
                    <a:pt x="75605" y="78847"/>
                  </a:lnTo>
                  <a:lnTo>
                    <a:pt x="75867" y="79787"/>
                  </a:lnTo>
                  <a:lnTo>
                    <a:pt x="75963" y="80135"/>
                  </a:lnTo>
                  <a:lnTo>
                    <a:pt x="76373" y="81610"/>
                  </a:lnTo>
                  <a:lnTo>
                    <a:pt x="77982" y="87652"/>
                  </a:lnTo>
                  <a:lnTo>
                    <a:pt x="78157" y="88283"/>
                  </a:lnTo>
                  <a:lnTo>
                    <a:pt x="78250" y="88616"/>
                  </a:lnTo>
                  <a:lnTo>
                    <a:pt x="78479" y="89443"/>
                  </a:lnTo>
                  <a:lnTo>
                    <a:pt x="78891" y="91324"/>
                  </a:lnTo>
                  <a:lnTo>
                    <a:pt x="79578" y="93930"/>
                  </a:lnTo>
                  <a:lnTo>
                    <a:pt x="79640" y="94165"/>
                  </a:lnTo>
                  <a:lnTo>
                    <a:pt x="80040" y="95731"/>
                  </a:lnTo>
                  <a:lnTo>
                    <a:pt x="81106" y="99904"/>
                  </a:lnTo>
                  <a:lnTo>
                    <a:pt x="81521" y="101500"/>
                  </a:lnTo>
                  <a:lnTo>
                    <a:pt x="83001" y="107186"/>
                  </a:lnTo>
                  <a:lnTo>
                    <a:pt x="83235" y="108089"/>
                  </a:lnTo>
                  <a:lnTo>
                    <a:pt x="83511" y="108012"/>
                  </a:lnTo>
                  <a:lnTo>
                    <a:pt x="86826" y="107186"/>
                  </a:lnTo>
                  <a:lnTo>
                    <a:pt x="88357" y="106804"/>
                  </a:lnTo>
                  <a:lnTo>
                    <a:pt x="88465" y="107186"/>
                  </a:lnTo>
                  <a:lnTo>
                    <a:pt x="89367" y="110375"/>
                  </a:lnTo>
                  <a:lnTo>
                    <a:pt x="89769" y="111796"/>
                  </a:lnTo>
                  <a:lnTo>
                    <a:pt x="91061" y="116695"/>
                  </a:lnTo>
                  <a:lnTo>
                    <a:pt x="92591" y="122326"/>
                  </a:lnTo>
                  <a:lnTo>
                    <a:pt x="91963" y="122489"/>
                  </a:lnTo>
                  <a:lnTo>
                    <a:pt x="80456" y="125476"/>
                  </a:lnTo>
                  <a:lnTo>
                    <a:pt x="77830" y="126131"/>
                  </a:lnTo>
                  <a:lnTo>
                    <a:pt x="76910" y="126361"/>
                  </a:lnTo>
                  <a:lnTo>
                    <a:pt x="73491" y="127213"/>
                  </a:lnTo>
                  <a:lnTo>
                    <a:pt x="72877" y="127367"/>
                  </a:lnTo>
                  <a:lnTo>
                    <a:pt x="71650" y="127672"/>
                  </a:lnTo>
                  <a:lnTo>
                    <a:pt x="71176" y="127791"/>
                  </a:lnTo>
                  <a:lnTo>
                    <a:pt x="70530" y="127952"/>
                  </a:lnTo>
                  <a:lnTo>
                    <a:pt x="70296" y="128010"/>
                  </a:lnTo>
                  <a:lnTo>
                    <a:pt x="66752" y="128894"/>
                  </a:lnTo>
                  <a:lnTo>
                    <a:pt x="65357" y="129258"/>
                  </a:lnTo>
                  <a:lnTo>
                    <a:pt x="64818" y="129399"/>
                  </a:lnTo>
                  <a:lnTo>
                    <a:pt x="60729" y="130467"/>
                  </a:lnTo>
                  <a:lnTo>
                    <a:pt x="60602" y="130498"/>
                  </a:lnTo>
                  <a:lnTo>
                    <a:pt x="60235" y="130590"/>
                  </a:lnTo>
                  <a:lnTo>
                    <a:pt x="59770" y="130706"/>
                  </a:lnTo>
                  <a:lnTo>
                    <a:pt x="59334" y="130815"/>
                  </a:lnTo>
                  <a:lnTo>
                    <a:pt x="59012" y="130896"/>
                  </a:lnTo>
                  <a:lnTo>
                    <a:pt x="58734" y="129860"/>
                  </a:lnTo>
                  <a:lnTo>
                    <a:pt x="58654" y="129594"/>
                  </a:lnTo>
                  <a:lnTo>
                    <a:pt x="58602" y="129422"/>
                  </a:lnTo>
                  <a:lnTo>
                    <a:pt x="57779" y="126698"/>
                  </a:lnTo>
                  <a:lnTo>
                    <a:pt x="57556" y="125960"/>
                  </a:lnTo>
                  <a:lnTo>
                    <a:pt x="57484" y="125724"/>
                  </a:lnTo>
                  <a:lnTo>
                    <a:pt x="57358" y="125303"/>
                  </a:lnTo>
                  <a:lnTo>
                    <a:pt x="57321" y="125173"/>
                  </a:lnTo>
                  <a:lnTo>
                    <a:pt x="57251" y="124927"/>
                  </a:lnTo>
                  <a:lnTo>
                    <a:pt x="57135" y="124518"/>
                  </a:lnTo>
                  <a:lnTo>
                    <a:pt x="57082" y="124330"/>
                  </a:lnTo>
                  <a:lnTo>
                    <a:pt x="56139" y="124573"/>
                  </a:lnTo>
                  <a:lnTo>
                    <a:pt x="53307" y="125303"/>
                  </a:lnTo>
                  <a:lnTo>
                    <a:pt x="43070" y="127942"/>
                  </a:lnTo>
                  <a:lnTo>
                    <a:pt x="42859" y="127999"/>
                  </a:lnTo>
                  <a:lnTo>
                    <a:pt x="38046" y="129304"/>
                  </a:lnTo>
                  <a:lnTo>
                    <a:pt x="34734" y="130202"/>
                  </a:lnTo>
                  <a:lnTo>
                    <a:pt x="34039" y="130391"/>
                  </a:lnTo>
                  <a:lnTo>
                    <a:pt x="33848" y="130439"/>
                  </a:lnTo>
                  <a:lnTo>
                    <a:pt x="32963" y="127430"/>
                  </a:lnTo>
                  <a:lnTo>
                    <a:pt x="32571" y="126098"/>
                  </a:lnTo>
                  <a:lnTo>
                    <a:pt x="29946" y="117177"/>
                  </a:lnTo>
                  <a:lnTo>
                    <a:pt x="29514" y="115707"/>
                  </a:lnTo>
                  <a:lnTo>
                    <a:pt x="28759" y="113140"/>
                  </a:lnTo>
                  <a:lnTo>
                    <a:pt x="27804" y="109893"/>
                  </a:lnTo>
                  <a:lnTo>
                    <a:pt x="27722" y="109606"/>
                  </a:lnTo>
                  <a:lnTo>
                    <a:pt x="27187" y="107730"/>
                  </a:lnTo>
                  <a:lnTo>
                    <a:pt x="27094" y="107405"/>
                  </a:lnTo>
                  <a:lnTo>
                    <a:pt x="25184" y="100703"/>
                  </a:lnTo>
                  <a:lnTo>
                    <a:pt x="24706" y="99028"/>
                  </a:lnTo>
                  <a:lnTo>
                    <a:pt x="24386" y="97904"/>
                  </a:lnTo>
                  <a:lnTo>
                    <a:pt x="23039" y="93665"/>
                  </a:lnTo>
                  <a:lnTo>
                    <a:pt x="22723" y="92671"/>
                  </a:lnTo>
                  <a:lnTo>
                    <a:pt x="22597" y="92276"/>
                  </a:lnTo>
                  <a:lnTo>
                    <a:pt x="22383" y="91602"/>
                  </a:lnTo>
                  <a:lnTo>
                    <a:pt x="22196" y="91015"/>
                  </a:lnTo>
                  <a:lnTo>
                    <a:pt x="21974" y="90201"/>
                  </a:lnTo>
                  <a:lnTo>
                    <a:pt x="21538" y="88606"/>
                  </a:lnTo>
                  <a:lnTo>
                    <a:pt x="20407" y="84473"/>
                  </a:lnTo>
                  <a:lnTo>
                    <a:pt x="19775" y="82310"/>
                  </a:lnTo>
                  <a:lnTo>
                    <a:pt x="18821" y="79043"/>
                  </a:lnTo>
                  <a:lnTo>
                    <a:pt x="18413" y="77650"/>
                  </a:lnTo>
                  <a:lnTo>
                    <a:pt x="17728" y="75304"/>
                  </a:lnTo>
                  <a:lnTo>
                    <a:pt x="17501" y="74502"/>
                  </a:lnTo>
                  <a:lnTo>
                    <a:pt x="16696" y="71656"/>
                  </a:lnTo>
                  <a:lnTo>
                    <a:pt x="15147" y="66716"/>
                  </a:lnTo>
                  <a:lnTo>
                    <a:pt x="14341" y="64171"/>
                  </a:lnTo>
                  <a:lnTo>
                    <a:pt x="13581" y="61769"/>
                  </a:lnTo>
                  <a:lnTo>
                    <a:pt x="13304" y="60895"/>
                  </a:lnTo>
                  <a:lnTo>
                    <a:pt x="13209" y="60525"/>
                  </a:lnTo>
                  <a:lnTo>
                    <a:pt x="12868" y="59340"/>
                  </a:lnTo>
                  <a:lnTo>
                    <a:pt x="12673" y="58661"/>
                  </a:lnTo>
                  <a:lnTo>
                    <a:pt x="11035" y="52965"/>
                  </a:lnTo>
                  <a:lnTo>
                    <a:pt x="9846" y="48764"/>
                  </a:lnTo>
                  <a:lnTo>
                    <a:pt x="9328" y="46934"/>
                  </a:lnTo>
                  <a:lnTo>
                    <a:pt x="8715" y="44766"/>
                  </a:lnTo>
                  <a:lnTo>
                    <a:pt x="8436" y="43830"/>
                  </a:lnTo>
                  <a:lnTo>
                    <a:pt x="8288" y="43332"/>
                  </a:lnTo>
                  <a:lnTo>
                    <a:pt x="7947" y="42184"/>
                  </a:lnTo>
                  <a:lnTo>
                    <a:pt x="7699" y="41347"/>
                  </a:lnTo>
                  <a:lnTo>
                    <a:pt x="6528" y="37403"/>
                  </a:lnTo>
                  <a:lnTo>
                    <a:pt x="5478" y="33868"/>
                  </a:lnTo>
                  <a:lnTo>
                    <a:pt x="5342" y="33410"/>
                  </a:lnTo>
                  <a:lnTo>
                    <a:pt x="5007" y="32281"/>
                  </a:lnTo>
                  <a:lnTo>
                    <a:pt x="4861" y="31790"/>
                  </a:lnTo>
                  <a:lnTo>
                    <a:pt x="3766" y="28016"/>
                  </a:lnTo>
                  <a:lnTo>
                    <a:pt x="3445" y="26908"/>
                  </a:lnTo>
                  <a:lnTo>
                    <a:pt x="3374" y="26605"/>
                  </a:lnTo>
                  <a:lnTo>
                    <a:pt x="2402" y="23268"/>
                  </a:lnTo>
                  <a:lnTo>
                    <a:pt x="2353" y="23044"/>
                  </a:lnTo>
                  <a:lnTo>
                    <a:pt x="2070" y="21706"/>
                  </a:lnTo>
                  <a:lnTo>
                    <a:pt x="1876" y="20792"/>
                  </a:lnTo>
                  <a:lnTo>
                    <a:pt x="1460" y="18645"/>
                  </a:lnTo>
                  <a:lnTo>
                    <a:pt x="1112" y="16680"/>
                  </a:lnTo>
                  <a:lnTo>
                    <a:pt x="866" y="13629"/>
                  </a:lnTo>
                  <a:lnTo>
                    <a:pt x="774" y="12484"/>
                  </a:lnTo>
                  <a:lnTo>
                    <a:pt x="251" y="5849"/>
                  </a:lnTo>
                  <a:lnTo>
                    <a:pt x="87" y="3760"/>
                  </a:lnTo>
                  <a:lnTo>
                    <a:pt x="0" y="2653"/>
                  </a:lnTo>
                  <a:lnTo>
                    <a:pt x="11" y="0"/>
                  </a:lnTo>
                  <a:lnTo>
                    <a:pt x="3962" y="5212"/>
                  </a:lnTo>
                  <a:lnTo>
                    <a:pt x="4227" y="5869"/>
                  </a:lnTo>
                  <a:lnTo>
                    <a:pt x="4525" y="6644"/>
                  </a:lnTo>
                  <a:lnTo>
                    <a:pt x="4931" y="7560"/>
                  </a:lnTo>
                  <a:lnTo>
                    <a:pt x="5038" y="7767"/>
                  </a:lnTo>
                  <a:lnTo>
                    <a:pt x="5156" y="7970"/>
                  </a:lnTo>
                  <a:lnTo>
                    <a:pt x="5510" y="8465"/>
                  </a:lnTo>
                  <a:lnTo>
                    <a:pt x="5694" y="8685"/>
                  </a:lnTo>
                  <a:lnTo>
                    <a:pt x="6491" y="9706"/>
                  </a:lnTo>
                  <a:lnTo>
                    <a:pt x="7499" y="10946"/>
                  </a:lnTo>
                  <a:lnTo>
                    <a:pt x="11156" y="15310"/>
                  </a:lnTo>
                  <a:lnTo>
                    <a:pt x="19183" y="249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2909407" y="4996911"/>
              <a:ext cx="55998" cy="64262"/>
            </a:xfrm>
            <a:custGeom>
              <a:avLst/>
              <a:pathLst>
                <a:path w="55998" h="64262">
                  <a:moveTo>
                    <a:pt x="28892" y="9609"/>
                  </a:moveTo>
                  <a:lnTo>
                    <a:pt x="35621" y="12080"/>
                  </a:lnTo>
                  <a:lnTo>
                    <a:pt x="40544" y="14103"/>
                  </a:lnTo>
                  <a:lnTo>
                    <a:pt x="47321" y="16774"/>
                  </a:lnTo>
                  <a:lnTo>
                    <a:pt x="50125" y="17880"/>
                  </a:lnTo>
                  <a:lnTo>
                    <a:pt x="55723" y="20093"/>
                  </a:lnTo>
                  <a:lnTo>
                    <a:pt x="55998" y="20228"/>
                  </a:lnTo>
                  <a:lnTo>
                    <a:pt x="55862" y="20687"/>
                  </a:lnTo>
                  <a:lnTo>
                    <a:pt x="55768" y="21003"/>
                  </a:lnTo>
                  <a:lnTo>
                    <a:pt x="55077" y="23340"/>
                  </a:lnTo>
                  <a:lnTo>
                    <a:pt x="54678" y="24699"/>
                  </a:lnTo>
                  <a:lnTo>
                    <a:pt x="54462" y="25476"/>
                  </a:lnTo>
                  <a:lnTo>
                    <a:pt x="54261" y="26239"/>
                  </a:lnTo>
                  <a:lnTo>
                    <a:pt x="54176" y="26564"/>
                  </a:lnTo>
                  <a:lnTo>
                    <a:pt x="54009" y="27277"/>
                  </a:lnTo>
                  <a:lnTo>
                    <a:pt x="53876" y="27841"/>
                  </a:lnTo>
                  <a:lnTo>
                    <a:pt x="53781" y="28251"/>
                  </a:lnTo>
                  <a:lnTo>
                    <a:pt x="53586" y="29117"/>
                  </a:lnTo>
                  <a:lnTo>
                    <a:pt x="53410" y="30011"/>
                  </a:lnTo>
                  <a:lnTo>
                    <a:pt x="53203" y="31194"/>
                  </a:lnTo>
                  <a:lnTo>
                    <a:pt x="53113" y="31709"/>
                  </a:lnTo>
                  <a:lnTo>
                    <a:pt x="52923" y="32922"/>
                  </a:lnTo>
                  <a:lnTo>
                    <a:pt x="52727" y="34182"/>
                  </a:lnTo>
                  <a:lnTo>
                    <a:pt x="52591" y="35137"/>
                  </a:lnTo>
                  <a:lnTo>
                    <a:pt x="52306" y="36973"/>
                  </a:lnTo>
                  <a:lnTo>
                    <a:pt x="52037" y="38705"/>
                  </a:lnTo>
                  <a:lnTo>
                    <a:pt x="52007" y="38881"/>
                  </a:lnTo>
                  <a:lnTo>
                    <a:pt x="51914" y="39588"/>
                  </a:lnTo>
                  <a:lnTo>
                    <a:pt x="51869" y="39936"/>
                  </a:lnTo>
                  <a:lnTo>
                    <a:pt x="51769" y="40704"/>
                  </a:lnTo>
                  <a:lnTo>
                    <a:pt x="51693" y="41440"/>
                  </a:lnTo>
                  <a:lnTo>
                    <a:pt x="51676" y="41601"/>
                  </a:lnTo>
                  <a:lnTo>
                    <a:pt x="51560" y="43506"/>
                  </a:lnTo>
                  <a:lnTo>
                    <a:pt x="51503" y="44807"/>
                  </a:lnTo>
                  <a:lnTo>
                    <a:pt x="51438" y="46295"/>
                  </a:lnTo>
                  <a:lnTo>
                    <a:pt x="51403" y="47563"/>
                  </a:lnTo>
                  <a:lnTo>
                    <a:pt x="51322" y="51129"/>
                  </a:lnTo>
                  <a:lnTo>
                    <a:pt x="51322" y="51412"/>
                  </a:lnTo>
                  <a:lnTo>
                    <a:pt x="51395" y="53611"/>
                  </a:lnTo>
                  <a:lnTo>
                    <a:pt x="51419" y="54342"/>
                  </a:lnTo>
                  <a:lnTo>
                    <a:pt x="51496" y="55257"/>
                  </a:lnTo>
                  <a:lnTo>
                    <a:pt x="51608" y="56907"/>
                  </a:lnTo>
                  <a:lnTo>
                    <a:pt x="51786" y="58654"/>
                  </a:lnTo>
                  <a:lnTo>
                    <a:pt x="49001" y="58951"/>
                  </a:lnTo>
                  <a:lnTo>
                    <a:pt x="40557" y="59871"/>
                  </a:lnTo>
                  <a:lnTo>
                    <a:pt x="39505" y="59986"/>
                  </a:lnTo>
                  <a:lnTo>
                    <a:pt x="38713" y="60072"/>
                  </a:lnTo>
                  <a:lnTo>
                    <a:pt x="35306" y="60431"/>
                  </a:lnTo>
                  <a:lnTo>
                    <a:pt x="30546" y="60934"/>
                  </a:lnTo>
                  <a:lnTo>
                    <a:pt x="29338" y="61073"/>
                  </a:lnTo>
                  <a:lnTo>
                    <a:pt x="27863" y="61244"/>
                  </a:lnTo>
                  <a:lnTo>
                    <a:pt x="24454" y="61616"/>
                  </a:lnTo>
                  <a:lnTo>
                    <a:pt x="23167" y="61759"/>
                  </a:lnTo>
                  <a:lnTo>
                    <a:pt x="19452" y="62753"/>
                  </a:lnTo>
                  <a:lnTo>
                    <a:pt x="14201" y="64153"/>
                  </a:lnTo>
                  <a:lnTo>
                    <a:pt x="13833" y="64262"/>
                  </a:lnTo>
                  <a:lnTo>
                    <a:pt x="12556" y="59578"/>
                  </a:lnTo>
                  <a:lnTo>
                    <a:pt x="11811" y="59026"/>
                  </a:lnTo>
                  <a:lnTo>
                    <a:pt x="10476" y="57651"/>
                  </a:lnTo>
                  <a:lnTo>
                    <a:pt x="10103" y="57187"/>
                  </a:lnTo>
                  <a:lnTo>
                    <a:pt x="9114" y="55955"/>
                  </a:lnTo>
                  <a:lnTo>
                    <a:pt x="8620" y="55221"/>
                  </a:lnTo>
                  <a:lnTo>
                    <a:pt x="8353" y="54714"/>
                  </a:lnTo>
                  <a:lnTo>
                    <a:pt x="7872" y="53832"/>
                  </a:lnTo>
                  <a:lnTo>
                    <a:pt x="6444" y="49463"/>
                  </a:lnTo>
                  <a:lnTo>
                    <a:pt x="5670" y="46884"/>
                  </a:lnTo>
                  <a:lnTo>
                    <a:pt x="5172" y="45224"/>
                  </a:lnTo>
                  <a:lnTo>
                    <a:pt x="5094" y="44966"/>
                  </a:lnTo>
                  <a:lnTo>
                    <a:pt x="4836" y="43987"/>
                  </a:lnTo>
                  <a:lnTo>
                    <a:pt x="4482" y="42647"/>
                  </a:lnTo>
                  <a:lnTo>
                    <a:pt x="3507" y="38547"/>
                  </a:lnTo>
                  <a:lnTo>
                    <a:pt x="3295" y="37074"/>
                  </a:lnTo>
                  <a:lnTo>
                    <a:pt x="3333" y="36717"/>
                  </a:lnTo>
                  <a:lnTo>
                    <a:pt x="3611" y="35093"/>
                  </a:lnTo>
                  <a:lnTo>
                    <a:pt x="4093" y="33171"/>
                  </a:lnTo>
                  <a:lnTo>
                    <a:pt x="4307" y="32143"/>
                  </a:lnTo>
                  <a:lnTo>
                    <a:pt x="4958" y="29162"/>
                  </a:lnTo>
                  <a:lnTo>
                    <a:pt x="5091" y="28605"/>
                  </a:lnTo>
                  <a:lnTo>
                    <a:pt x="5457" y="27067"/>
                  </a:lnTo>
                  <a:lnTo>
                    <a:pt x="5855" y="25397"/>
                  </a:lnTo>
                  <a:lnTo>
                    <a:pt x="5460" y="24407"/>
                  </a:lnTo>
                  <a:lnTo>
                    <a:pt x="4794" y="22681"/>
                  </a:lnTo>
                  <a:lnTo>
                    <a:pt x="4318" y="21390"/>
                  </a:lnTo>
                  <a:lnTo>
                    <a:pt x="3717" y="19720"/>
                  </a:lnTo>
                  <a:lnTo>
                    <a:pt x="3517" y="19287"/>
                  </a:lnTo>
                  <a:lnTo>
                    <a:pt x="3332" y="18963"/>
                  </a:lnTo>
                  <a:lnTo>
                    <a:pt x="2523" y="17965"/>
                  </a:lnTo>
                  <a:lnTo>
                    <a:pt x="2394" y="17828"/>
                  </a:lnTo>
                  <a:lnTo>
                    <a:pt x="2068" y="17438"/>
                  </a:lnTo>
                  <a:lnTo>
                    <a:pt x="1738" y="16996"/>
                  </a:lnTo>
                  <a:lnTo>
                    <a:pt x="1100" y="16042"/>
                  </a:lnTo>
                  <a:lnTo>
                    <a:pt x="672" y="15325"/>
                  </a:lnTo>
                  <a:lnTo>
                    <a:pt x="499" y="14974"/>
                  </a:lnTo>
                  <a:lnTo>
                    <a:pt x="299" y="14499"/>
                  </a:lnTo>
                  <a:lnTo>
                    <a:pt x="181" y="14169"/>
                  </a:lnTo>
                  <a:lnTo>
                    <a:pt x="132" y="14018"/>
                  </a:lnTo>
                  <a:lnTo>
                    <a:pt x="47" y="13638"/>
                  </a:lnTo>
                  <a:lnTo>
                    <a:pt x="12" y="13341"/>
                  </a:lnTo>
                  <a:lnTo>
                    <a:pt x="0" y="12516"/>
                  </a:lnTo>
                  <a:lnTo>
                    <a:pt x="0" y="12152"/>
                  </a:lnTo>
                  <a:lnTo>
                    <a:pt x="18" y="11882"/>
                  </a:lnTo>
                  <a:lnTo>
                    <a:pt x="76" y="11618"/>
                  </a:lnTo>
                  <a:lnTo>
                    <a:pt x="134" y="11431"/>
                  </a:lnTo>
                  <a:lnTo>
                    <a:pt x="287" y="11038"/>
                  </a:lnTo>
                  <a:lnTo>
                    <a:pt x="566" y="10446"/>
                  </a:lnTo>
                  <a:lnTo>
                    <a:pt x="1046" y="9527"/>
                  </a:lnTo>
                  <a:lnTo>
                    <a:pt x="3233" y="10392"/>
                  </a:lnTo>
                  <a:lnTo>
                    <a:pt x="3441" y="10474"/>
                  </a:lnTo>
                  <a:lnTo>
                    <a:pt x="3550" y="10143"/>
                  </a:lnTo>
                  <a:lnTo>
                    <a:pt x="3929" y="9181"/>
                  </a:lnTo>
                  <a:lnTo>
                    <a:pt x="4785" y="7006"/>
                  </a:lnTo>
                  <a:lnTo>
                    <a:pt x="6403" y="2761"/>
                  </a:lnTo>
                  <a:lnTo>
                    <a:pt x="7482" y="0"/>
                  </a:lnTo>
                  <a:lnTo>
                    <a:pt x="8176" y="545"/>
                  </a:lnTo>
                  <a:lnTo>
                    <a:pt x="8790" y="1005"/>
                  </a:lnTo>
                  <a:lnTo>
                    <a:pt x="9331" y="1346"/>
                  </a:lnTo>
                  <a:lnTo>
                    <a:pt x="9642" y="1531"/>
                  </a:lnTo>
                  <a:lnTo>
                    <a:pt x="9992" y="1718"/>
                  </a:lnTo>
                  <a:lnTo>
                    <a:pt x="10614" y="2001"/>
                  </a:lnTo>
                  <a:lnTo>
                    <a:pt x="10937" y="2132"/>
                  </a:lnTo>
                  <a:lnTo>
                    <a:pt x="12087" y="2567"/>
                  </a:lnTo>
                  <a:lnTo>
                    <a:pt x="23253" y="712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2901949" y="5036848"/>
              <a:ext cx="118731" cy="91956"/>
            </a:xfrm>
            <a:custGeom>
              <a:avLst/>
              <a:pathLst>
                <a:path w="118731" h="91956">
                  <a:moveTo>
                    <a:pt x="107031" y="53360"/>
                  </a:moveTo>
                  <a:lnTo>
                    <a:pt x="106781" y="54541"/>
                  </a:lnTo>
                  <a:lnTo>
                    <a:pt x="106703" y="54899"/>
                  </a:lnTo>
                  <a:lnTo>
                    <a:pt x="106587" y="55429"/>
                  </a:lnTo>
                  <a:lnTo>
                    <a:pt x="106443" y="56089"/>
                  </a:lnTo>
                  <a:lnTo>
                    <a:pt x="106397" y="56299"/>
                  </a:lnTo>
                  <a:lnTo>
                    <a:pt x="106308" y="56708"/>
                  </a:lnTo>
                  <a:lnTo>
                    <a:pt x="106265" y="56906"/>
                  </a:lnTo>
                  <a:lnTo>
                    <a:pt x="106181" y="57291"/>
                  </a:lnTo>
                  <a:lnTo>
                    <a:pt x="106135" y="57550"/>
                  </a:lnTo>
                  <a:lnTo>
                    <a:pt x="105864" y="59069"/>
                  </a:lnTo>
                  <a:lnTo>
                    <a:pt x="105507" y="61071"/>
                  </a:lnTo>
                  <a:lnTo>
                    <a:pt x="105458" y="61347"/>
                  </a:lnTo>
                  <a:lnTo>
                    <a:pt x="105124" y="63967"/>
                  </a:lnTo>
                  <a:lnTo>
                    <a:pt x="105053" y="64517"/>
                  </a:lnTo>
                  <a:lnTo>
                    <a:pt x="104655" y="68219"/>
                  </a:lnTo>
                  <a:lnTo>
                    <a:pt x="104608" y="68662"/>
                  </a:lnTo>
                  <a:lnTo>
                    <a:pt x="103692" y="68677"/>
                  </a:lnTo>
                  <a:lnTo>
                    <a:pt x="97880" y="68435"/>
                  </a:lnTo>
                  <a:lnTo>
                    <a:pt x="95282" y="68339"/>
                  </a:lnTo>
                  <a:lnTo>
                    <a:pt x="95018" y="68388"/>
                  </a:lnTo>
                  <a:lnTo>
                    <a:pt x="92290" y="68890"/>
                  </a:lnTo>
                  <a:lnTo>
                    <a:pt x="86221" y="70464"/>
                  </a:lnTo>
                  <a:lnTo>
                    <a:pt x="84504" y="70910"/>
                  </a:lnTo>
                  <a:lnTo>
                    <a:pt x="84145" y="71003"/>
                  </a:lnTo>
                  <a:lnTo>
                    <a:pt x="83853" y="71078"/>
                  </a:lnTo>
                  <a:lnTo>
                    <a:pt x="83561" y="71154"/>
                  </a:lnTo>
                  <a:lnTo>
                    <a:pt x="81802" y="71610"/>
                  </a:lnTo>
                  <a:lnTo>
                    <a:pt x="81589" y="71665"/>
                  </a:lnTo>
                  <a:lnTo>
                    <a:pt x="80304" y="71999"/>
                  </a:lnTo>
                  <a:lnTo>
                    <a:pt x="77561" y="72710"/>
                  </a:lnTo>
                  <a:lnTo>
                    <a:pt x="74374" y="73537"/>
                  </a:lnTo>
                  <a:lnTo>
                    <a:pt x="71864" y="74167"/>
                  </a:lnTo>
                  <a:lnTo>
                    <a:pt x="68038" y="75128"/>
                  </a:lnTo>
                  <a:lnTo>
                    <a:pt x="67404" y="75288"/>
                  </a:lnTo>
                  <a:lnTo>
                    <a:pt x="65810" y="75688"/>
                  </a:lnTo>
                  <a:lnTo>
                    <a:pt x="65310" y="75814"/>
                  </a:lnTo>
                  <a:lnTo>
                    <a:pt x="63166" y="76353"/>
                  </a:lnTo>
                  <a:lnTo>
                    <a:pt x="62881" y="76424"/>
                  </a:lnTo>
                  <a:lnTo>
                    <a:pt x="62354" y="76557"/>
                  </a:lnTo>
                  <a:lnTo>
                    <a:pt x="54164" y="78616"/>
                  </a:lnTo>
                  <a:lnTo>
                    <a:pt x="53504" y="78782"/>
                  </a:lnTo>
                  <a:lnTo>
                    <a:pt x="53329" y="78826"/>
                  </a:lnTo>
                  <a:lnTo>
                    <a:pt x="52997" y="78909"/>
                  </a:lnTo>
                  <a:lnTo>
                    <a:pt x="50352" y="79575"/>
                  </a:lnTo>
                  <a:lnTo>
                    <a:pt x="49361" y="79824"/>
                  </a:lnTo>
                  <a:lnTo>
                    <a:pt x="48667" y="79999"/>
                  </a:lnTo>
                  <a:lnTo>
                    <a:pt x="43711" y="81245"/>
                  </a:lnTo>
                  <a:lnTo>
                    <a:pt x="43435" y="81315"/>
                  </a:lnTo>
                  <a:lnTo>
                    <a:pt x="42895" y="81451"/>
                  </a:lnTo>
                  <a:lnTo>
                    <a:pt x="41557" y="81787"/>
                  </a:lnTo>
                  <a:lnTo>
                    <a:pt x="38887" y="82469"/>
                  </a:lnTo>
                  <a:lnTo>
                    <a:pt x="37242" y="82889"/>
                  </a:lnTo>
                  <a:lnTo>
                    <a:pt x="33637" y="83809"/>
                  </a:lnTo>
                  <a:lnTo>
                    <a:pt x="33257" y="83905"/>
                  </a:lnTo>
                  <a:lnTo>
                    <a:pt x="33001" y="83971"/>
                  </a:lnTo>
                  <a:lnTo>
                    <a:pt x="29915" y="84758"/>
                  </a:lnTo>
                  <a:lnTo>
                    <a:pt x="26155" y="85718"/>
                  </a:lnTo>
                  <a:lnTo>
                    <a:pt x="20453" y="87173"/>
                  </a:lnTo>
                  <a:lnTo>
                    <a:pt x="20301" y="87212"/>
                  </a:lnTo>
                  <a:lnTo>
                    <a:pt x="20139" y="87253"/>
                  </a:lnTo>
                  <a:lnTo>
                    <a:pt x="18296" y="87723"/>
                  </a:lnTo>
                  <a:lnTo>
                    <a:pt x="17072" y="88036"/>
                  </a:lnTo>
                  <a:lnTo>
                    <a:pt x="15957" y="88311"/>
                  </a:lnTo>
                  <a:lnTo>
                    <a:pt x="15074" y="88529"/>
                  </a:lnTo>
                  <a:lnTo>
                    <a:pt x="13666" y="88877"/>
                  </a:lnTo>
                  <a:lnTo>
                    <a:pt x="12702" y="89115"/>
                  </a:lnTo>
                  <a:lnTo>
                    <a:pt x="9503" y="89905"/>
                  </a:lnTo>
                  <a:lnTo>
                    <a:pt x="6843" y="90562"/>
                  </a:lnTo>
                  <a:lnTo>
                    <a:pt x="5937" y="90786"/>
                  </a:lnTo>
                  <a:lnTo>
                    <a:pt x="5444" y="91027"/>
                  </a:lnTo>
                  <a:lnTo>
                    <a:pt x="4438" y="91519"/>
                  </a:lnTo>
                  <a:lnTo>
                    <a:pt x="3781" y="91841"/>
                  </a:lnTo>
                  <a:lnTo>
                    <a:pt x="3545" y="91956"/>
                  </a:lnTo>
                  <a:lnTo>
                    <a:pt x="3179" y="90468"/>
                  </a:lnTo>
                  <a:lnTo>
                    <a:pt x="1007" y="81646"/>
                  </a:lnTo>
                  <a:lnTo>
                    <a:pt x="823" y="80902"/>
                  </a:lnTo>
                  <a:lnTo>
                    <a:pt x="120" y="78048"/>
                  </a:lnTo>
                  <a:lnTo>
                    <a:pt x="0" y="77557"/>
                  </a:lnTo>
                  <a:lnTo>
                    <a:pt x="321" y="77476"/>
                  </a:lnTo>
                  <a:lnTo>
                    <a:pt x="757" y="77367"/>
                  </a:lnTo>
                  <a:lnTo>
                    <a:pt x="1228" y="77250"/>
                  </a:lnTo>
                  <a:lnTo>
                    <a:pt x="1589" y="77160"/>
                  </a:lnTo>
                  <a:lnTo>
                    <a:pt x="1812" y="77104"/>
                  </a:lnTo>
                  <a:lnTo>
                    <a:pt x="5806" y="76060"/>
                  </a:lnTo>
                  <a:lnTo>
                    <a:pt x="6345" y="75920"/>
                  </a:lnTo>
                  <a:lnTo>
                    <a:pt x="7740" y="75555"/>
                  </a:lnTo>
                  <a:lnTo>
                    <a:pt x="11284" y="74671"/>
                  </a:lnTo>
                  <a:lnTo>
                    <a:pt x="11517" y="74613"/>
                  </a:lnTo>
                  <a:lnTo>
                    <a:pt x="12163" y="74452"/>
                  </a:lnTo>
                  <a:lnTo>
                    <a:pt x="12637" y="74334"/>
                  </a:lnTo>
                  <a:lnTo>
                    <a:pt x="13864" y="74028"/>
                  </a:lnTo>
                  <a:lnTo>
                    <a:pt x="14478" y="73874"/>
                  </a:lnTo>
                  <a:lnTo>
                    <a:pt x="17897" y="73022"/>
                  </a:lnTo>
                  <a:lnTo>
                    <a:pt x="18818" y="72792"/>
                  </a:lnTo>
                  <a:lnTo>
                    <a:pt x="21443" y="72137"/>
                  </a:lnTo>
                  <a:lnTo>
                    <a:pt x="32950" y="69150"/>
                  </a:lnTo>
                  <a:lnTo>
                    <a:pt x="33578" y="68987"/>
                  </a:lnTo>
                  <a:lnTo>
                    <a:pt x="32034" y="63303"/>
                  </a:lnTo>
                  <a:lnTo>
                    <a:pt x="30756" y="58457"/>
                  </a:lnTo>
                  <a:lnTo>
                    <a:pt x="30354" y="57036"/>
                  </a:lnTo>
                  <a:lnTo>
                    <a:pt x="29453" y="53847"/>
                  </a:lnTo>
                  <a:lnTo>
                    <a:pt x="29345" y="53465"/>
                  </a:lnTo>
                  <a:lnTo>
                    <a:pt x="27813" y="53847"/>
                  </a:lnTo>
                  <a:lnTo>
                    <a:pt x="24498" y="54673"/>
                  </a:lnTo>
                  <a:lnTo>
                    <a:pt x="24223" y="54750"/>
                  </a:lnTo>
                  <a:lnTo>
                    <a:pt x="23988" y="53847"/>
                  </a:lnTo>
                  <a:lnTo>
                    <a:pt x="22508" y="48162"/>
                  </a:lnTo>
                  <a:lnTo>
                    <a:pt x="22093" y="46565"/>
                  </a:lnTo>
                  <a:lnTo>
                    <a:pt x="21027" y="42392"/>
                  </a:lnTo>
                  <a:lnTo>
                    <a:pt x="20627" y="40826"/>
                  </a:lnTo>
                  <a:lnTo>
                    <a:pt x="20565" y="40591"/>
                  </a:lnTo>
                  <a:lnTo>
                    <a:pt x="19980" y="37954"/>
                  </a:lnTo>
                  <a:lnTo>
                    <a:pt x="19467" y="36104"/>
                  </a:lnTo>
                  <a:lnTo>
                    <a:pt x="19237" y="35277"/>
                  </a:lnTo>
                  <a:lnTo>
                    <a:pt x="19144" y="34944"/>
                  </a:lnTo>
                  <a:lnTo>
                    <a:pt x="18969" y="34313"/>
                  </a:lnTo>
                  <a:lnTo>
                    <a:pt x="17330" y="28162"/>
                  </a:lnTo>
                  <a:lnTo>
                    <a:pt x="16951" y="26797"/>
                  </a:lnTo>
                  <a:lnTo>
                    <a:pt x="16854" y="26448"/>
                  </a:lnTo>
                  <a:lnTo>
                    <a:pt x="16593" y="25508"/>
                  </a:lnTo>
                  <a:lnTo>
                    <a:pt x="17330" y="25327"/>
                  </a:lnTo>
                  <a:lnTo>
                    <a:pt x="20702" y="24500"/>
                  </a:lnTo>
                  <a:lnTo>
                    <a:pt x="21291" y="24325"/>
                  </a:lnTo>
                  <a:lnTo>
                    <a:pt x="21658" y="24216"/>
                  </a:lnTo>
                  <a:lnTo>
                    <a:pt x="26909" y="22816"/>
                  </a:lnTo>
                  <a:lnTo>
                    <a:pt x="30624" y="21822"/>
                  </a:lnTo>
                  <a:lnTo>
                    <a:pt x="31912" y="21679"/>
                  </a:lnTo>
                  <a:lnTo>
                    <a:pt x="35321" y="21307"/>
                  </a:lnTo>
                  <a:lnTo>
                    <a:pt x="36795" y="21137"/>
                  </a:lnTo>
                  <a:lnTo>
                    <a:pt x="38064" y="20991"/>
                  </a:lnTo>
                  <a:lnTo>
                    <a:pt x="42764" y="20495"/>
                  </a:lnTo>
                  <a:lnTo>
                    <a:pt x="46171" y="20135"/>
                  </a:lnTo>
                  <a:lnTo>
                    <a:pt x="46962" y="20049"/>
                  </a:lnTo>
                  <a:lnTo>
                    <a:pt x="48015" y="19934"/>
                  </a:lnTo>
                  <a:lnTo>
                    <a:pt x="56459" y="19014"/>
                  </a:lnTo>
                  <a:lnTo>
                    <a:pt x="59244" y="18717"/>
                  </a:lnTo>
                  <a:lnTo>
                    <a:pt x="59066" y="16970"/>
                  </a:lnTo>
                  <a:lnTo>
                    <a:pt x="58953" y="15320"/>
                  </a:lnTo>
                  <a:lnTo>
                    <a:pt x="58877" y="14405"/>
                  </a:lnTo>
                  <a:lnTo>
                    <a:pt x="58852" y="13674"/>
                  </a:lnTo>
                  <a:lnTo>
                    <a:pt x="58779" y="11475"/>
                  </a:lnTo>
                  <a:lnTo>
                    <a:pt x="58767" y="10988"/>
                  </a:lnTo>
                  <a:lnTo>
                    <a:pt x="58860" y="7626"/>
                  </a:lnTo>
                  <a:lnTo>
                    <a:pt x="58896" y="6358"/>
                  </a:lnTo>
                  <a:lnTo>
                    <a:pt x="58960" y="4870"/>
                  </a:lnTo>
                  <a:lnTo>
                    <a:pt x="59017" y="3570"/>
                  </a:lnTo>
                  <a:lnTo>
                    <a:pt x="59134" y="1664"/>
                  </a:lnTo>
                  <a:lnTo>
                    <a:pt x="59150" y="1504"/>
                  </a:lnTo>
                  <a:lnTo>
                    <a:pt x="59227" y="767"/>
                  </a:lnTo>
                  <a:lnTo>
                    <a:pt x="59327" y="0"/>
                  </a:lnTo>
                  <a:lnTo>
                    <a:pt x="62304" y="188"/>
                  </a:lnTo>
                  <a:lnTo>
                    <a:pt x="64239" y="388"/>
                  </a:lnTo>
                  <a:lnTo>
                    <a:pt x="65922" y="562"/>
                  </a:lnTo>
                  <a:lnTo>
                    <a:pt x="67658" y="922"/>
                  </a:lnTo>
                  <a:lnTo>
                    <a:pt x="68712" y="1176"/>
                  </a:lnTo>
                  <a:lnTo>
                    <a:pt x="71404" y="2095"/>
                  </a:lnTo>
                  <a:lnTo>
                    <a:pt x="71781" y="2223"/>
                  </a:lnTo>
                  <a:lnTo>
                    <a:pt x="73766" y="3009"/>
                  </a:lnTo>
                  <a:lnTo>
                    <a:pt x="73897" y="3061"/>
                  </a:lnTo>
                  <a:lnTo>
                    <a:pt x="75753" y="3838"/>
                  </a:lnTo>
                  <a:lnTo>
                    <a:pt x="78571" y="5017"/>
                  </a:lnTo>
                  <a:lnTo>
                    <a:pt x="79986" y="5609"/>
                  </a:lnTo>
                  <a:lnTo>
                    <a:pt x="81001" y="6033"/>
                  </a:lnTo>
                  <a:lnTo>
                    <a:pt x="89466" y="9563"/>
                  </a:lnTo>
                  <a:lnTo>
                    <a:pt x="97815" y="12751"/>
                  </a:lnTo>
                  <a:lnTo>
                    <a:pt x="99408" y="13464"/>
                  </a:lnTo>
                  <a:lnTo>
                    <a:pt x="99737" y="13611"/>
                  </a:lnTo>
                  <a:lnTo>
                    <a:pt x="99910" y="13679"/>
                  </a:lnTo>
                  <a:lnTo>
                    <a:pt x="100704" y="13989"/>
                  </a:lnTo>
                  <a:lnTo>
                    <a:pt x="104587" y="15505"/>
                  </a:lnTo>
                  <a:lnTo>
                    <a:pt x="108870" y="17215"/>
                  </a:lnTo>
                  <a:lnTo>
                    <a:pt x="113989" y="19291"/>
                  </a:lnTo>
                  <a:lnTo>
                    <a:pt x="117009" y="20472"/>
                  </a:lnTo>
                  <a:lnTo>
                    <a:pt x="117159" y="20535"/>
                  </a:lnTo>
                  <a:lnTo>
                    <a:pt x="118731" y="21201"/>
                  </a:lnTo>
                  <a:lnTo>
                    <a:pt x="118267" y="22327"/>
                  </a:lnTo>
                  <a:lnTo>
                    <a:pt x="115915" y="28028"/>
                  </a:lnTo>
                  <a:lnTo>
                    <a:pt x="115750" y="28428"/>
                  </a:lnTo>
                  <a:lnTo>
                    <a:pt x="113747" y="33200"/>
                  </a:lnTo>
                  <a:lnTo>
                    <a:pt x="113403" y="34019"/>
                  </a:lnTo>
                  <a:lnTo>
                    <a:pt x="113211" y="34478"/>
                  </a:lnTo>
                  <a:lnTo>
                    <a:pt x="112934" y="35138"/>
                  </a:lnTo>
                  <a:lnTo>
                    <a:pt x="112590" y="35986"/>
                  </a:lnTo>
                  <a:lnTo>
                    <a:pt x="111981" y="37488"/>
                  </a:lnTo>
                  <a:lnTo>
                    <a:pt x="111531" y="38598"/>
                  </a:lnTo>
                  <a:lnTo>
                    <a:pt x="110513" y="41625"/>
                  </a:lnTo>
                  <a:lnTo>
                    <a:pt x="110381" y="42017"/>
                  </a:lnTo>
                  <a:lnTo>
                    <a:pt x="109495" y="44748"/>
                  </a:lnTo>
                  <a:lnTo>
                    <a:pt x="109182" y="45712"/>
                  </a:lnTo>
                  <a:lnTo>
                    <a:pt x="108872" y="46666"/>
                  </a:lnTo>
                  <a:lnTo>
                    <a:pt x="107583" y="50965"/>
                  </a:lnTo>
                  <a:lnTo>
                    <a:pt x="107432" y="51472"/>
                  </a:lnTo>
                  <a:lnTo>
                    <a:pt x="107389" y="51674"/>
                  </a:lnTo>
                  <a:lnTo>
                    <a:pt x="107259" y="52288"/>
                  </a:lnTo>
                  <a:lnTo>
                    <a:pt x="107142" y="528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3009383" y="5058049"/>
              <a:ext cx="114992" cy="80905"/>
            </a:xfrm>
            <a:custGeom>
              <a:avLst/>
              <a:pathLst>
                <a:path w="114992" h="80905">
                  <a:moveTo>
                    <a:pt x="98680" y="35385"/>
                  </a:moveTo>
                  <a:lnTo>
                    <a:pt x="98925" y="33873"/>
                  </a:lnTo>
                  <a:lnTo>
                    <a:pt x="100031" y="34157"/>
                  </a:lnTo>
                  <a:lnTo>
                    <a:pt x="104375" y="35273"/>
                  </a:lnTo>
                  <a:lnTo>
                    <a:pt x="104609" y="35360"/>
                  </a:lnTo>
                  <a:lnTo>
                    <a:pt x="105206" y="35638"/>
                  </a:lnTo>
                  <a:lnTo>
                    <a:pt x="105470" y="35750"/>
                  </a:lnTo>
                  <a:lnTo>
                    <a:pt x="109010" y="36601"/>
                  </a:lnTo>
                  <a:lnTo>
                    <a:pt x="111555" y="37009"/>
                  </a:lnTo>
                  <a:lnTo>
                    <a:pt x="114992" y="37802"/>
                  </a:lnTo>
                  <a:lnTo>
                    <a:pt x="114317" y="40759"/>
                  </a:lnTo>
                  <a:lnTo>
                    <a:pt x="114120" y="41619"/>
                  </a:lnTo>
                  <a:lnTo>
                    <a:pt x="113940" y="42407"/>
                  </a:lnTo>
                  <a:lnTo>
                    <a:pt x="113558" y="44084"/>
                  </a:lnTo>
                  <a:lnTo>
                    <a:pt x="113504" y="44316"/>
                  </a:lnTo>
                  <a:lnTo>
                    <a:pt x="113076" y="46196"/>
                  </a:lnTo>
                  <a:lnTo>
                    <a:pt x="112973" y="46651"/>
                  </a:lnTo>
                  <a:lnTo>
                    <a:pt x="112437" y="49001"/>
                  </a:lnTo>
                  <a:lnTo>
                    <a:pt x="112305" y="49582"/>
                  </a:lnTo>
                  <a:lnTo>
                    <a:pt x="112253" y="49809"/>
                  </a:lnTo>
                  <a:lnTo>
                    <a:pt x="111447" y="53348"/>
                  </a:lnTo>
                  <a:lnTo>
                    <a:pt x="111257" y="54181"/>
                  </a:lnTo>
                  <a:lnTo>
                    <a:pt x="110674" y="56740"/>
                  </a:lnTo>
                  <a:lnTo>
                    <a:pt x="110567" y="57231"/>
                  </a:lnTo>
                  <a:lnTo>
                    <a:pt x="110537" y="57373"/>
                  </a:lnTo>
                  <a:lnTo>
                    <a:pt x="110027" y="59727"/>
                  </a:lnTo>
                  <a:lnTo>
                    <a:pt x="109764" y="60940"/>
                  </a:lnTo>
                  <a:lnTo>
                    <a:pt x="108849" y="65165"/>
                  </a:lnTo>
                  <a:lnTo>
                    <a:pt x="108420" y="67143"/>
                  </a:lnTo>
                  <a:lnTo>
                    <a:pt x="108337" y="67517"/>
                  </a:lnTo>
                  <a:lnTo>
                    <a:pt x="107925" y="69375"/>
                  </a:lnTo>
                  <a:lnTo>
                    <a:pt x="107096" y="73119"/>
                  </a:lnTo>
                  <a:lnTo>
                    <a:pt x="106303" y="76685"/>
                  </a:lnTo>
                  <a:lnTo>
                    <a:pt x="105365" y="80905"/>
                  </a:lnTo>
                  <a:lnTo>
                    <a:pt x="104704" y="80761"/>
                  </a:lnTo>
                  <a:lnTo>
                    <a:pt x="98011" y="79304"/>
                  </a:lnTo>
                  <a:lnTo>
                    <a:pt x="97487" y="79190"/>
                  </a:lnTo>
                  <a:lnTo>
                    <a:pt x="96448" y="78964"/>
                  </a:lnTo>
                  <a:lnTo>
                    <a:pt x="95255" y="78716"/>
                  </a:lnTo>
                  <a:lnTo>
                    <a:pt x="94276" y="78512"/>
                  </a:lnTo>
                  <a:lnTo>
                    <a:pt x="89539" y="77525"/>
                  </a:lnTo>
                  <a:lnTo>
                    <a:pt x="89336" y="77483"/>
                  </a:lnTo>
                  <a:lnTo>
                    <a:pt x="90089" y="74029"/>
                  </a:lnTo>
                  <a:lnTo>
                    <a:pt x="90442" y="72411"/>
                  </a:lnTo>
                  <a:lnTo>
                    <a:pt x="90987" y="70029"/>
                  </a:lnTo>
                  <a:lnTo>
                    <a:pt x="91166" y="69251"/>
                  </a:lnTo>
                  <a:lnTo>
                    <a:pt x="91215" y="69036"/>
                  </a:lnTo>
                  <a:lnTo>
                    <a:pt x="90980" y="68984"/>
                  </a:lnTo>
                  <a:lnTo>
                    <a:pt x="86758" y="68047"/>
                  </a:lnTo>
                  <a:lnTo>
                    <a:pt x="84112" y="67460"/>
                  </a:lnTo>
                  <a:lnTo>
                    <a:pt x="83868" y="67406"/>
                  </a:lnTo>
                  <a:lnTo>
                    <a:pt x="82672" y="67140"/>
                  </a:lnTo>
                  <a:lnTo>
                    <a:pt x="79341" y="66228"/>
                  </a:lnTo>
                  <a:lnTo>
                    <a:pt x="77679" y="65632"/>
                  </a:lnTo>
                  <a:lnTo>
                    <a:pt x="75923" y="65075"/>
                  </a:lnTo>
                  <a:lnTo>
                    <a:pt x="75746" y="65019"/>
                  </a:lnTo>
                  <a:lnTo>
                    <a:pt x="68613" y="62040"/>
                  </a:lnTo>
                  <a:lnTo>
                    <a:pt x="61315" y="59176"/>
                  </a:lnTo>
                  <a:lnTo>
                    <a:pt x="61122" y="59101"/>
                  </a:lnTo>
                  <a:lnTo>
                    <a:pt x="58086" y="57870"/>
                  </a:lnTo>
                  <a:lnTo>
                    <a:pt x="57498" y="57632"/>
                  </a:lnTo>
                  <a:lnTo>
                    <a:pt x="53334" y="55944"/>
                  </a:lnTo>
                  <a:lnTo>
                    <a:pt x="46764" y="53282"/>
                  </a:lnTo>
                  <a:lnTo>
                    <a:pt x="46304" y="53095"/>
                  </a:lnTo>
                  <a:lnTo>
                    <a:pt x="40155" y="50595"/>
                  </a:lnTo>
                  <a:lnTo>
                    <a:pt x="38353" y="49845"/>
                  </a:lnTo>
                  <a:lnTo>
                    <a:pt x="36381" y="49023"/>
                  </a:lnTo>
                  <a:lnTo>
                    <a:pt x="35616" y="48704"/>
                  </a:lnTo>
                  <a:lnTo>
                    <a:pt x="35261" y="48556"/>
                  </a:lnTo>
                  <a:lnTo>
                    <a:pt x="31965" y="47314"/>
                  </a:lnTo>
                  <a:lnTo>
                    <a:pt x="30629" y="46841"/>
                  </a:lnTo>
                  <a:lnTo>
                    <a:pt x="30415" y="46766"/>
                  </a:lnTo>
                  <a:lnTo>
                    <a:pt x="29095" y="46259"/>
                  </a:lnTo>
                  <a:lnTo>
                    <a:pt x="26238" y="45231"/>
                  </a:lnTo>
                  <a:lnTo>
                    <a:pt x="25480" y="44988"/>
                  </a:lnTo>
                  <a:lnTo>
                    <a:pt x="24182" y="44604"/>
                  </a:lnTo>
                  <a:lnTo>
                    <a:pt x="22807" y="44190"/>
                  </a:lnTo>
                  <a:lnTo>
                    <a:pt x="21725" y="43990"/>
                  </a:lnTo>
                  <a:lnTo>
                    <a:pt x="20636" y="43784"/>
                  </a:lnTo>
                  <a:lnTo>
                    <a:pt x="19215" y="43549"/>
                  </a:lnTo>
                  <a:lnTo>
                    <a:pt x="17560" y="43309"/>
                  </a:lnTo>
                  <a:lnTo>
                    <a:pt x="15757" y="43135"/>
                  </a:lnTo>
                  <a:lnTo>
                    <a:pt x="14249" y="42975"/>
                  </a:lnTo>
                  <a:lnTo>
                    <a:pt x="12900" y="42922"/>
                  </a:lnTo>
                  <a:lnTo>
                    <a:pt x="11619" y="42935"/>
                  </a:lnTo>
                  <a:lnTo>
                    <a:pt x="9226" y="42875"/>
                  </a:lnTo>
                  <a:lnTo>
                    <a:pt x="9012" y="42865"/>
                  </a:lnTo>
                  <a:lnTo>
                    <a:pt x="9379" y="40688"/>
                  </a:lnTo>
                  <a:lnTo>
                    <a:pt x="9850" y="37891"/>
                  </a:lnTo>
                  <a:lnTo>
                    <a:pt x="10576" y="33864"/>
                  </a:lnTo>
                  <a:lnTo>
                    <a:pt x="10684" y="33265"/>
                  </a:lnTo>
                  <a:lnTo>
                    <a:pt x="10337" y="33140"/>
                  </a:lnTo>
                  <a:lnTo>
                    <a:pt x="9619" y="32880"/>
                  </a:lnTo>
                  <a:lnTo>
                    <a:pt x="8129" y="32378"/>
                  </a:lnTo>
                  <a:lnTo>
                    <a:pt x="6969" y="32075"/>
                  </a:lnTo>
                  <a:lnTo>
                    <a:pt x="6759" y="32018"/>
                  </a:lnTo>
                  <a:lnTo>
                    <a:pt x="5528" y="31682"/>
                  </a:lnTo>
                  <a:lnTo>
                    <a:pt x="154" y="30311"/>
                  </a:lnTo>
                  <a:lnTo>
                    <a:pt x="0" y="30265"/>
                  </a:lnTo>
                  <a:lnTo>
                    <a:pt x="150" y="29764"/>
                  </a:lnTo>
                  <a:lnTo>
                    <a:pt x="1438" y="25465"/>
                  </a:lnTo>
                  <a:lnTo>
                    <a:pt x="1748" y="24511"/>
                  </a:lnTo>
                  <a:lnTo>
                    <a:pt x="2061" y="23547"/>
                  </a:lnTo>
                  <a:lnTo>
                    <a:pt x="2947" y="20816"/>
                  </a:lnTo>
                  <a:lnTo>
                    <a:pt x="3079" y="20424"/>
                  </a:lnTo>
                  <a:lnTo>
                    <a:pt x="4097" y="17397"/>
                  </a:lnTo>
                  <a:lnTo>
                    <a:pt x="4547" y="16287"/>
                  </a:lnTo>
                  <a:lnTo>
                    <a:pt x="5156" y="14785"/>
                  </a:lnTo>
                  <a:lnTo>
                    <a:pt x="5500" y="13937"/>
                  </a:lnTo>
                  <a:lnTo>
                    <a:pt x="5777" y="13276"/>
                  </a:lnTo>
                  <a:lnTo>
                    <a:pt x="5969" y="12818"/>
                  </a:lnTo>
                  <a:lnTo>
                    <a:pt x="6318" y="11988"/>
                  </a:lnTo>
                  <a:lnTo>
                    <a:pt x="8316" y="7227"/>
                  </a:lnTo>
                  <a:lnTo>
                    <a:pt x="8481" y="6827"/>
                  </a:lnTo>
                  <a:lnTo>
                    <a:pt x="10833" y="1126"/>
                  </a:lnTo>
                  <a:lnTo>
                    <a:pt x="11298" y="0"/>
                  </a:lnTo>
                  <a:lnTo>
                    <a:pt x="12156" y="365"/>
                  </a:lnTo>
                  <a:lnTo>
                    <a:pt x="14058" y="1174"/>
                  </a:lnTo>
                  <a:lnTo>
                    <a:pt x="14533" y="1375"/>
                  </a:lnTo>
                  <a:lnTo>
                    <a:pt x="15171" y="1639"/>
                  </a:lnTo>
                  <a:lnTo>
                    <a:pt x="20992" y="4043"/>
                  </a:lnTo>
                  <a:lnTo>
                    <a:pt x="22229" y="4569"/>
                  </a:lnTo>
                  <a:lnTo>
                    <a:pt x="29988" y="7872"/>
                  </a:lnTo>
                  <a:lnTo>
                    <a:pt x="32004" y="8653"/>
                  </a:lnTo>
                  <a:lnTo>
                    <a:pt x="34025" y="9435"/>
                  </a:lnTo>
                  <a:lnTo>
                    <a:pt x="34563" y="9643"/>
                  </a:lnTo>
                  <a:lnTo>
                    <a:pt x="40010" y="11867"/>
                  </a:lnTo>
                  <a:lnTo>
                    <a:pt x="44559" y="13705"/>
                  </a:lnTo>
                  <a:lnTo>
                    <a:pt x="49089" y="15490"/>
                  </a:lnTo>
                  <a:lnTo>
                    <a:pt x="49798" y="15776"/>
                  </a:lnTo>
                  <a:lnTo>
                    <a:pt x="53865" y="17416"/>
                  </a:lnTo>
                  <a:lnTo>
                    <a:pt x="70412" y="24168"/>
                  </a:lnTo>
                  <a:lnTo>
                    <a:pt x="71460" y="24595"/>
                  </a:lnTo>
                  <a:lnTo>
                    <a:pt x="76554" y="26674"/>
                  </a:lnTo>
                  <a:lnTo>
                    <a:pt x="76943" y="26833"/>
                  </a:lnTo>
                  <a:lnTo>
                    <a:pt x="77766" y="27173"/>
                  </a:lnTo>
                  <a:lnTo>
                    <a:pt x="79348" y="27827"/>
                  </a:lnTo>
                  <a:lnTo>
                    <a:pt x="79993" y="28093"/>
                  </a:lnTo>
                  <a:lnTo>
                    <a:pt x="82571" y="29159"/>
                  </a:lnTo>
                  <a:lnTo>
                    <a:pt x="87293" y="31063"/>
                  </a:lnTo>
                  <a:lnTo>
                    <a:pt x="87670" y="31215"/>
                  </a:lnTo>
                  <a:lnTo>
                    <a:pt x="92967" y="33141"/>
                  </a:lnTo>
                  <a:lnTo>
                    <a:pt x="97453" y="349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3110303" y="5095852"/>
              <a:ext cx="43639" cy="81483"/>
            </a:xfrm>
            <a:custGeom>
              <a:avLst/>
              <a:pathLst>
                <a:path w="43639" h="81483">
                  <a:moveTo>
                    <a:pt x="30972" y="80801"/>
                  </a:moveTo>
                  <a:lnTo>
                    <a:pt x="30449" y="81483"/>
                  </a:lnTo>
                  <a:lnTo>
                    <a:pt x="30030" y="81268"/>
                  </a:lnTo>
                  <a:lnTo>
                    <a:pt x="26527" y="79469"/>
                  </a:lnTo>
                  <a:lnTo>
                    <a:pt x="26079" y="79239"/>
                  </a:lnTo>
                  <a:lnTo>
                    <a:pt x="25940" y="79167"/>
                  </a:lnTo>
                  <a:lnTo>
                    <a:pt x="25689" y="79039"/>
                  </a:lnTo>
                  <a:lnTo>
                    <a:pt x="25368" y="78874"/>
                  </a:lnTo>
                  <a:lnTo>
                    <a:pt x="25186" y="78781"/>
                  </a:lnTo>
                  <a:lnTo>
                    <a:pt x="24896" y="78631"/>
                  </a:lnTo>
                  <a:lnTo>
                    <a:pt x="23688" y="78011"/>
                  </a:lnTo>
                  <a:lnTo>
                    <a:pt x="23371" y="77849"/>
                  </a:lnTo>
                  <a:lnTo>
                    <a:pt x="22560" y="77432"/>
                  </a:lnTo>
                  <a:lnTo>
                    <a:pt x="20920" y="76590"/>
                  </a:lnTo>
                  <a:lnTo>
                    <a:pt x="19462" y="75841"/>
                  </a:lnTo>
                  <a:lnTo>
                    <a:pt x="19000" y="75604"/>
                  </a:lnTo>
                  <a:lnTo>
                    <a:pt x="17807" y="74991"/>
                  </a:lnTo>
                  <a:lnTo>
                    <a:pt x="17487" y="74827"/>
                  </a:lnTo>
                  <a:lnTo>
                    <a:pt x="16852" y="74501"/>
                  </a:lnTo>
                  <a:lnTo>
                    <a:pt x="16632" y="74388"/>
                  </a:lnTo>
                  <a:lnTo>
                    <a:pt x="16442" y="74290"/>
                  </a:lnTo>
                  <a:lnTo>
                    <a:pt x="16058" y="74093"/>
                  </a:lnTo>
                  <a:lnTo>
                    <a:pt x="15710" y="73914"/>
                  </a:lnTo>
                  <a:lnTo>
                    <a:pt x="15515" y="73815"/>
                  </a:lnTo>
                  <a:lnTo>
                    <a:pt x="15086" y="73594"/>
                  </a:lnTo>
                  <a:lnTo>
                    <a:pt x="14855" y="73475"/>
                  </a:lnTo>
                  <a:lnTo>
                    <a:pt x="14099" y="73087"/>
                  </a:lnTo>
                  <a:lnTo>
                    <a:pt x="14292" y="72495"/>
                  </a:lnTo>
                  <a:lnTo>
                    <a:pt x="14388" y="72198"/>
                  </a:lnTo>
                  <a:lnTo>
                    <a:pt x="14422" y="71970"/>
                  </a:lnTo>
                  <a:lnTo>
                    <a:pt x="13460" y="71756"/>
                  </a:lnTo>
                  <a:lnTo>
                    <a:pt x="13033" y="71661"/>
                  </a:lnTo>
                  <a:lnTo>
                    <a:pt x="12213" y="71478"/>
                  </a:lnTo>
                  <a:lnTo>
                    <a:pt x="11194" y="71251"/>
                  </a:lnTo>
                  <a:lnTo>
                    <a:pt x="10896" y="71185"/>
                  </a:lnTo>
                  <a:lnTo>
                    <a:pt x="10700" y="71141"/>
                  </a:lnTo>
                  <a:lnTo>
                    <a:pt x="9018" y="70767"/>
                  </a:lnTo>
                  <a:lnTo>
                    <a:pt x="7888" y="70515"/>
                  </a:lnTo>
                  <a:lnTo>
                    <a:pt x="7488" y="70426"/>
                  </a:lnTo>
                  <a:lnTo>
                    <a:pt x="7136" y="70348"/>
                  </a:lnTo>
                  <a:lnTo>
                    <a:pt x="6077" y="70112"/>
                  </a:lnTo>
                  <a:lnTo>
                    <a:pt x="4915" y="69854"/>
                  </a:lnTo>
                  <a:lnTo>
                    <a:pt x="4137" y="69680"/>
                  </a:lnTo>
                  <a:lnTo>
                    <a:pt x="3321" y="69499"/>
                  </a:lnTo>
                  <a:lnTo>
                    <a:pt x="3029" y="69434"/>
                  </a:lnTo>
                  <a:lnTo>
                    <a:pt x="2590" y="69336"/>
                  </a:lnTo>
                  <a:lnTo>
                    <a:pt x="1757" y="69151"/>
                  </a:lnTo>
                  <a:lnTo>
                    <a:pt x="127" y="68829"/>
                  </a:lnTo>
                  <a:lnTo>
                    <a:pt x="0" y="68766"/>
                  </a:lnTo>
                  <a:lnTo>
                    <a:pt x="50" y="68548"/>
                  </a:lnTo>
                  <a:lnTo>
                    <a:pt x="158" y="68077"/>
                  </a:lnTo>
                  <a:lnTo>
                    <a:pt x="2033" y="60022"/>
                  </a:lnTo>
                  <a:lnTo>
                    <a:pt x="2095" y="59773"/>
                  </a:lnTo>
                  <a:lnTo>
                    <a:pt x="2155" y="59531"/>
                  </a:lnTo>
                  <a:lnTo>
                    <a:pt x="2299" y="58957"/>
                  </a:lnTo>
                  <a:lnTo>
                    <a:pt x="2350" y="58756"/>
                  </a:lnTo>
                  <a:lnTo>
                    <a:pt x="2382" y="58627"/>
                  </a:lnTo>
                  <a:lnTo>
                    <a:pt x="2563" y="57904"/>
                  </a:lnTo>
                  <a:lnTo>
                    <a:pt x="2743" y="57185"/>
                  </a:lnTo>
                  <a:lnTo>
                    <a:pt x="2819" y="56881"/>
                  </a:lnTo>
                  <a:lnTo>
                    <a:pt x="2988" y="56206"/>
                  </a:lnTo>
                  <a:lnTo>
                    <a:pt x="3164" y="55504"/>
                  </a:lnTo>
                  <a:lnTo>
                    <a:pt x="3226" y="55259"/>
                  </a:lnTo>
                  <a:lnTo>
                    <a:pt x="3418" y="54489"/>
                  </a:lnTo>
                  <a:lnTo>
                    <a:pt x="3472" y="54274"/>
                  </a:lnTo>
                  <a:lnTo>
                    <a:pt x="3626" y="53662"/>
                  </a:lnTo>
                  <a:lnTo>
                    <a:pt x="3700" y="53366"/>
                  </a:lnTo>
                  <a:lnTo>
                    <a:pt x="3851" y="52763"/>
                  </a:lnTo>
                  <a:lnTo>
                    <a:pt x="3931" y="52443"/>
                  </a:lnTo>
                  <a:lnTo>
                    <a:pt x="4029" y="52058"/>
                  </a:lnTo>
                  <a:lnTo>
                    <a:pt x="4084" y="51843"/>
                  </a:lnTo>
                  <a:lnTo>
                    <a:pt x="4204" y="51371"/>
                  </a:lnTo>
                  <a:lnTo>
                    <a:pt x="4276" y="51090"/>
                  </a:lnTo>
                  <a:lnTo>
                    <a:pt x="3478" y="50880"/>
                  </a:lnTo>
                  <a:lnTo>
                    <a:pt x="2666" y="50667"/>
                  </a:lnTo>
                  <a:lnTo>
                    <a:pt x="2409" y="50598"/>
                  </a:lnTo>
                  <a:lnTo>
                    <a:pt x="2523" y="50153"/>
                  </a:lnTo>
                  <a:lnTo>
                    <a:pt x="2616" y="49794"/>
                  </a:lnTo>
                  <a:lnTo>
                    <a:pt x="2678" y="49554"/>
                  </a:lnTo>
                  <a:lnTo>
                    <a:pt x="2908" y="48658"/>
                  </a:lnTo>
                  <a:lnTo>
                    <a:pt x="3034" y="48172"/>
                  </a:lnTo>
                  <a:lnTo>
                    <a:pt x="3073" y="48019"/>
                  </a:lnTo>
                  <a:lnTo>
                    <a:pt x="3235" y="47390"/>
                  </a:lnTo>
                  <a:lnTo>
                    <a:pt x="3283" y="47202"/>
                  </a:lnTo>
                  <a:lnTo>
                    <a:pt x="3330" y="47043"/>
                  </a:lnTo>
                  <a:lnTo>
                    <a:pt x="3616" y="46064"/>
                  </a:lnTo>
                  <a:lnTo>
                    <a:pt x="3705" y="45759"/>
                  </a:lnTo>
                  <a:lnTo>
                    <a:pt x="3806" y="45413"/>
                  </a:lnTo>
                  <a:lnTo>
                    <a:pt x="3886" y="45139"/>
                  </a:lnTo>
                  <a:lnTo>
                    <a:pt x="4394" y="43289"/>
                  </a:lnTo>
                  <a:lnTo>
                    <a:pt x="4445" y="43102"/>
                  </a:lnTo>
                  <a:lnTo>
                    <a:pt x="5383" y="38882"/>
                  </a:lnTo>
                  <a:lnTo>
                    <a:pt x="6176" y="35316"/>
                  </a:lnTo>
                  <a:lnTo>
                    <a:pt x="7006" y="31572"/>
                  </a:lnTo>
                  <a:lnTo>
                    <a:pt x="7418" y="29714"/>
                  </a:lnTo>
                  <a:lnTo>
                    <a:pt x="7500" y="29340"/>
                  </a:lnTo>
                  <a:lnTo>
                    <a:pt x="7929" y="27362"/>
                  </a:lnTo>
                  <a:lnTo>
                    <a:pt x="8844" y="23137"/>
                  </a:lnTo>
                  <a:lnTo>
                    <a:pt x="9107" y="21924"/>
                  </a:lnTo>
                  <a:lnTo>
                    <a:pt x="9617" y="19570"/>
                  </a:lnTo>
                  <a:lnTo>
                    <a:pt x="9648" y="19428"/>
                  </a:lnTo>
                  <a:lnTo>
                    <a:pt x="9754" y="18937"/>
                  </a:lnTo>
                  <a:lnTo>
                    <a:pt x="10337" y="16378"/>
                  </a:lnTo>
                  <a:lnTo>
                    <a:pt x="10527" y="15545"/>
                  </a:lnTo>
                  <a:lnTo>
                    <a:pt x="11333" y="12006"/>
                  </a:lnTo>
                  <a:lnTo>
                    <a:pt x="11385" y="11780"/>
                  </a:lnTo>
                  <a:lnTo>
                    <a:pt x="11517" y="11198"/>
                  </a:lnTo>
                  <a:lnTo>
                    <a:pt x="12053" y="8848"/>
                  </a:lnTo>
                  <a:lnTo>
                    <a:pt x="12157" y="8393"/>
                  </a:lnTo>
                  <a:lnTo>
                    <a:pt x="12585" y="6514"/>
                  </a:lnTo>
                  <a:lnTo>
                    <a:pt x="12638" y="6281"/>
                  </a:lnTo>
                  <a:lnTo>
                    <a:pt x="13021" y="4604"/>
                  </a:lnTo>
                  <a:lnTo>
                    <a:pt x="13201" y="3817"/>
                  </a:lnTo>
                  <a:lnTo>
                    <a:pt x="13397" y="2956"/>
                  </a:lnTo>
                  <a:lnTo>
                    <a:pt x="14072" y="0"/>
                  </a:lnTo>
                  <a:lnTo>
                    <a:pt x="14866" y="154"/>
                  </a:lnTo>
                  <a:lnTo>
                    <a:pt x="15298" y="239"/>
                  </a:lnTo>
                  <a:lnTo>
                    <a:pt x="15854" y="347"/>
                  </a:lnTo>
                  <a:lnTo>
                    <a:pt x="16252" y="535"/>
                  </a:lnTo>
                  <a:lnTo>
                    <a:pt x="16107" y="844"/>
                  </a:lnTo>
                  <a:lnTo>
                    <a:pt x="16485" y="934"/>
                  </a:lnTo>
                  <a:lnTo>
                    <a:pt x="16931" y="1041"/>
                  </a:lnTo>
                  <a:lnTo>
                    <a:pt x="17718" y="1229"/>
                  </a:lnTo>
                  <a:lnTo>
                    <a:pt x="18257" y="1359"/>
                  </a:lnTo>
                  <a:lnTo>
                    <a:pt x="18865" y="1980"/>
                  </a:lnTo>
                  <a:lnTo>
                    <a:pt x="19240" y="2363"/>
                  </a:lnTo>
                  <a:lnTo>
                    <a:pt x="19355" y="2542"/>
                  </a:lnTo>
                  <a:lnTo>
                    <a:pt x="19964" y="3496"/>
                  </a:lnTo>
                  <a:lnTo>
                    <a:pt x="20223" y="3901"/>
                  </a:lnTo>
                  <a:lnTo>
                    <a:pt x="20906" y="4862"/>
                  </a:lnTo>
                  <a:lnTo>
                    <a:pt x="21488" y="5431"/>
                  </a:lnTo>
                  <a:lnTo>
                    <a:pt x="21632" y="5572"/>
                  </a:lnTo>
                  <a:lnTo>
                    <a:pt x="22538" y="6457"/>
                  </a:lnTo>
                  <a:lnTo>
                    <a:pt x="22703" y="6590"/>
                  </a:lnTo>
                  <a:lnTo>
                    <a:pt x="23004" y="6832"/>
                  </a:lnTo>
                  <a:lnTo>
                    <a:pt x="23681" y="7247"/>
                  </a:lnTo>
                  <a:lnTo>
                    <a:pt x="23989" y="7379"/>
                  </a:lnTo>
                  <a:lnTo>
                    <a:pt x="24931" y="7780"/>
                  </a:lnTo>
                  <a:lnTo>
                    <a:pt x="26952" y="8400"/>
                  </a:lnTo>
                  <a:lnTo>
                    <a:pt x="27094" y="8443"/>
                  </a:lnTo>
                  <a:lnTo>
                    <a:pt x="28157" y="8731"/>
                  </a:lnTo>
                  <a:lnTo>
                    <a:pt x="29079" y="9107"/>
                  </a:lnTo>
                  <a:lnTo>
                    <a:pt x="29706" y="9482"/>
                  </a:lnTo>
                  <a:lnTo>
                    <a:pt x="29945" y="9716"/>
                  </a:lnTo>
                  <a:lnTo>
                    <a:pt x="30201" y="9975"/>
                  </a:lnTo>
                  <a:lnTo>
                    <a:pt x="30468" y="10317"/>
                  </a:lnTo>
                  <a:lnTo>
                    <a:pt x="30708" y="10878"/>
                  </a:lnTo>
                  <a:lnTo>
                    <a:pt x="31092" y="11534"/>
                  </a:lnTo>
                  <a:lnTo>
                    <a:pt x="31371" y="12041"/>
                  </a:lnTo>
                  <a:lnTo>
                    <a:pt x="31523" y="12317"/>
                  </a:lnTo>
                  <a:lnTo>
                    <a:pt x="31669" y="12629"/>
                  </a:lnTo>
                  <a:lnTo>
                    <a:pt x="31878" y="13083"/>
                  </a:lnTo>
                  <a:lnTo>
                    <a:pt x="32142" y="13819"/>
                  </a:lnTo>
                  <a:lnTo>
                    <a:pt x="32302" y="14580"/>
                  </a:lnTo>
                  <a:lnTo>
                    <a:pt x="32318" y="14750"/>
                  </a:lnTo>
                  <a:lnTo>
                    <a:pt x="32383" y="15431"/>
                  </a:lnTo>
                  <a:lnTo>
                    <a:pt x="32395" y="15561"/>
                  </a:lnTo>
                  <a:lnTo>
                    <a:pt x="32420" y="15821"/>
                  </a:lnTo>
                  <a:lnTo>
                    <a:pt x="32420" y="16611"/>
                  </a:lnTo>
                  <a:lnTo>
                    <a:pt x="32409" y="17711"/>
                  </a:lnTo>
                  <a:lnTo>
                    <a:pt x="32361" y="18269"/>
                  </a:lnTo>
                  <a:lnTo>
                    <a:pt x="32300" y="18470"/>
                  </a:lnTo>
                  <a:lnTo>
                    <a:pt x="32159" y="18936"/>
                  </a:lnTo>
                  <a:lnTo>
                    <a:pt x="32035" y="19345"/>
                  </a:lnTo>
                  <a:lnTo>
                    <a:pt x="31437" y="20755"/>
                  </a:lnTo>
                  <a:lnTo>
                    <a:pt x="31197" y="21164"/>
                  </a:lnTo>
                  <a:lnTo>
                    <a:pt x="30683" y="22040"/>
                  </a:lnTo>
                  <a:lnTo>
                    <a:pt x="30424" y="22117"/>
                  </a:lnTo>
                  <a:lnTo>
                    <a:pt x="30813" y="22712"/>
                  </a:lnTo>
                  <a:lnTo>
                    <a:pt x="31537" y="23820"/>
                  </a:lnTo>
                  <a:lnTo>
                    <a:pt x="32592" y="25436"/>
                  </a:lnTo>
                  <a:lnTo>
                    <a:pt x="32766" y="25677"/>
                  </a:lnTo>
                  <a:lnTo>
                    <a:pt x="34501" y="28072"/>
                  </a:lnTo>
                  <a:lnTo>
                    <a:pt x="34719" y="28373"/>
                  </a:lnTo>
                  <a:lnTo>
                    <a:pt x="35202" y="29042"/>
                  </a:lnTo>
                  <a:lnTo>
                    <a:pt x="33343" y="29971"/>
                  </a:lnTo>
                  <a:lnTo>
                    <a:pt x="33183" y="30227"/>
                  </a:lnTo>
                  <a:lnTo>
                    <a:pt x="33023" y="30708"/>
                  </a:lnTo>
                  <a:lnTo>
                    <a:pt x="32382" y="31073"/>
                  </a:lnTo>
                  <a:lnTo>
                    <a:pt x="33892" y="32804"/>
                  </a:lnTo>
                  <a:lnTo>
                    <a:pt x="34435" y="33426"/>
                  </a:lnTo>
                  <a:lnTo>
                    <a:pt x="35133" y="36369"/>
                  </a:lnTo>
                  <a:lnTo>
                    <a:pt x="35311" y="37119"/>
                  </a:lnTo>
                  <a:lnTo>
                    <a:pt x="35599" y="38334"/>
                  </a:lnTo>
                  <a:lnTo>
                    <a:pt x="35728" y="38925"/>
                  </a:lnTo>
                  <a:lnTo>
                    <a:pt x="35793" y="39221"/>
                  </a:lnTo>
                  <a:lnTo>
                    <a:pt x="35661" y="39994"/>
                  </a:lnTo>
                  <a:lnTo>
                    <a:pt x="36617" y="41610"/>
                  </a:lnTo>
                  <a:lnTo>
                    <a:pt x="36602" y="42081"/>
                  </a:lnTo>
                  <a:lnTo>
                    <a:pt x="36445" y="42458"/>
                  </a:lnTo>
                  <a:lnTo>
                    <a:pt x="36256" y="42866"/>
                  </a:lnTo>
                  <a:lnTo>
                    <a:pt x="36162" y="43258"/>
                  </a:lnTo>
                  <a:lnTo>
                    <a:pt x="36209" y="43588"/>
                  </a:lnTo>
                  <a:lnTo>
                    <a:pt x="36413" y="43981"/>
                  </a:lnTo>
                  <a:lnTo>
                    <a:pt x="38793" y="45345"/>
                  </a:lnTo>
                  <a:lnTo>
                    <a:pt x="39921" y="47324"/>
                  </a:lnTo>
                  <a:lnTo>
                    <a:pt x="41964" y="50749"/>
                  </a:lnTo>
                  <a:lnTo>
                    <a:pt x="41558" y="52047"/>
                  </a:lnTo>
                  <a:lnTo>
                    <a:pt x="43283" y="52791"/>
                  </a:lnTo>
                  <a:lnTo>
                    <a:pt x="43639" y="55163"/>
                  </a:lnTo>
                  <a:lnTo>
                    <a:pt x="43577" y="58141"/>
                  </a:lnTo>
                  <a:lnTo>
                    <a:pt x="43569" y="58349"/>
                  </a:lnTo>
                  <a:lnTo>
                    <a:pt x="43315" y="58840"/>
                  </a:lnTo>
                  <a:lnTo>
                    <a:pt x="42543" y="59889"/>
                  </a:lnTo>
                  <a:lnTo>
                    <a:pt x="42424" y="60029"/>
                  </a:lnTo>
                  <a:lnTo>
                    <a:pt x="42189" y="60304"/>
                  </a:lnTo>
                  <a:lnTo>
                    <a:pt x="42080" y="60432"/>
                  </a:lnTo>
                  <a:lnTo>
                    <a:pt x="41573" y="61026"/>
                  </a:lnTo>
                  <a:lnTo>
                    <a:pt x="41330" y="61293"/>
                  </a:lnTo>
                  <a:lnTo>
                    <a:pt x="41156" y="61443"/>
                  </a:lnTo>
                  <a:lnTo>
                    <a:pt x="40516" y="61995"/>
                  </a:lnTo>
                  <a:lnTo>
                    <a:pt x="39928" y="62501"/>
                  </a:lnTo>
                  <a:lnTo>
                    <a:pt x="38430" y="63792"/>
                  </a:lnTo>
                  <a:lnTo>
                    <a:pt x="38136" y="64045"/>
                  </a:lnTo>
                  <a:lnTo>
                    <a:pt x="37541" y="64558"/>
                  </a:lnTo>
                  <a:lnTo>
                    <a:pt x="37130" y="64960"/>
                  </a:lnTo>
                  <a:lnTo>
                    <a:pt x="36833" y="65313"/>
                  </a:lnTo>
                  <a:lnTo>
                    <a:pt x="36220" y="66041"/>
                  </a:lnTo>
                  <a:lnTo>
                    <a:pt x="35763" y="66584"/>
                  </a:lnTo>
                  <a:lnTo>
                    <a:pt x="35597" y="66781"/>
                  </a:lnTo>
                  <a:lnTo>
                    <a:pt x="35531" y="66915"/>
                  </a:lnTo>
                  <a:lnTo>
                    <a:pt x="35284" y="67413"/>
                  </a:lnTo>
                  <a:lnTo>
                    <a:pt x="35110" y="67763"/>
                  </a:lnTo>
                  <a:lnTo>
                    <a:pt x="34972" y="68044"/>
                  </a:lnTo>
                  <a:lnTo>
                    <a:pt x="34743" y="68533"/>
                  </a:lnTo>
                  <a:lnTo>
                    <a:pt x="34625" y="68924"/>
                  </a:lnTo>
                  <a:lnTo>
                    <a:pt x="34549" y="69178"/>
                  </a:lnTo>
                  <a:lnTo>
                    <a:pt x="34486" y="69386"/>
                  </a:lnTo>
                  <a:lnTo>
                    <a:pt x="34357" y="69815"/>
                  </a:lnTo>
                  <a:lnTo>
                    <a:pt x="34220" y="70391"/>
                  </a:lnTo>
                  <a:lnTo>
                    <a:pt x="34220" y="70844"/>
                  </a:lnTo>
                  <a:lnTo>
                    <a:pt x="34220" y="71147"/>
                  </a:lnTo>
                  <a:lnTo>
                    <a:pt x="34220" y="71380"/>
                  </a:lnTo>
                  <a:lnTo>
                    <a:pt x="34272" y="71553"/>
                  </a:lnTo>
                  <a:lnTo>
                    <a:pt x="34314" y="71691"/>
                  </a:lnTo>
                  <a:lnTo>
                    <a:pt x="34377" y="71902"/>
                  </a:lnTo>
                  <a:lnTo>
                    <a:pt x="34588" y="73163"/>
                  </a:lnTo>
                  <a:lnTo>
                    <a:pt x="34551" y="73595"/>
                  </a:lnTo>
                  <a:lnTo>
                    <a:pt x="34532" y="73804"/>
                  </a:lnTo>
                  <a:lnTo>
                    <a:pt x="34482" y="74189"/>
                  </a:lnTo>
                  <a:lnTo>
                    <a:pt x="34261" y="75189"/>
                  </a:lnTo>
                  <a:lnTo>
                    <a:pt x="34028" y="76222"/>
                  </a:lnTo>
                  <a:lnTo>
                    <a:pt x="33988" y="76353"/>
                  </a:lnTo>
                  <a:lnTo>
                    <a:pt x="33864" y="76567"/>
                  </a:lnTo>
                  <a:lnTo>
                    <a:pt x="33492" y="77213"/>
                  </a:lnTo>
                  <a:lnTo>
                    <a:pt x="33351" y="77457"/>
                  </a:lnTo>
                  <a:lnTo>
                    <a:pt x="33176" y="77760"/>
                  </a:lnTo>
                  <a:lnTo>
                    <a:pt x="33069" y="77922"/>
                  </a:lnTo>
                  <a:lnTo>
                    <a:pt x="32640" y="78570"/>
                  </a:lnTo>
                  <a:lnTo>
                    <a:pt x="32312" y="79049"/>
                  </a:lnTo>
                  <a:lnTo>
                    <a:pt x="31878" y="796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3127485" y="5155031"/>
              <a:ext cx="42028" cy="77354"/>
            </a:xfrm>
            <a:custGeom>
              <a:avLst/>
              <a:pathLst>
                <a:path w="42028" h="77354">
                  <a:moveTo>
                    <a:pt x="26091" y="8"/>
                  </a:moveTo>
                  <a:lnTo>
                    <a:pt x="26292" y="98"/>
                  </a:lnTo>
                  <a:lnTo>
                    <a:pt x="26460" y="0"/>
                  </a:lnTo>
                  <a:lnTo>
                    <a:pt x="28142" y="677"/>
                  </a:lnTo>
                  <a:lnTo>
                    <a:pt x="28641" y="879"/>
                  </a:lnTo>
                  <a:lnTo>
                    <a:pt x="28852" y="944"/>
                  </a:lnTo>
                  <a:lnTo>
                    <a:pt x="30910" y="1580"/>
                  </a:lnTo>
                  <a:lnTo>
                    <a:pt x="35923" y="3227"/>
                  </a:lnTo>
                  <a:lnTo>
                    <a:pt x="35718" y="3373"/>
                  </a:lnTo>
                  <a:lnTo>
                    <a:pt x="35114" y="3802"/>
                  </a:lnTo>
                  <a:lnTo>
                    <a:pt x="31249" y="6552"/>
                  </a:lnTo>
                  <a:lnTo>
                    <a:pt x="31428" y="6729"/>
                  </a:lnTo>
                  <a:lnTo>
                    <a:pt x="30274" y="7630"/>
                  </a:lnTo>
                  <a:lnTo>
                    <a:pt x="30465" y="8069"/>
                  </a:lnTo>
                  <a:lnTo>
                    <a:pt x="30563" y="8319"/>
                  </a:lnTo>
                  <a:lnTo>
                    <a:pt x="30825" y="8992"/>
                  </a:lnTo>
                  <a:lnTo>
                    <a:pt x="30932" y="9266"/>
                  </a:lnTo>
                  <a:lnTo>
                    <a:pt x="31006" y="9454"/>
                  </a:lnTo>
                  <a:lnTo>
                    <a:pt x="31075" y="9631"/>
                  </a:lnTo>
                  <a:lnTo>
                    <a:pt x="31218" y="9998"/>
                  </a:lnTo>
                  <a:lnTo>
                    <a:pt x="31558" y="10083"/>
                  </a:lnTo>
                  <a:lnTo>
                    <a:pt x="32673" y="10363"/>
                  </a:lnTo>
                  <a:lnTo>
                    <a:pt x="33175" y="10489"/>
                  </a:lnTo>
                  <a:lnTo>
                    <a:pt x="33289" y="10632"/>
                  </a:lnTo>
                  <a:lnTo>
                    <a:pt x="33492" y="10886"/>
                  </a:lnTo>
                  <a:lnTo>
                    <a:pt x="33617" y="11042"/>
                  </a:lnTo>
                  <a:lnTo>
                    <a:pt x="33810" y="11285"/>
                  </a:lnTo>
                  <a:lnTo>
                    <a:pt x="34620" y="12547"/>
                  </a:lnTo>
                  <a:lnTo>
                    <a:pt x="35011" y="13157"/>
                  </a:lnTo>
                  <a:lnTo>
                    <a:pt x="35151" y="13375"/>
                  </a:lnTo>
                  <a:lnTo>
                    <a:pt x="35440" y="13824"/>
                  </a:lnTo>
                  <a:lnTo>
                    <a:pt x="35972" y="14655"/>
                  </a:lnTo>
                  <a:lnTo>
                    <a:pt x="37068" y="17493"/>
                  </a:lnTo>
                  <a:lnTo>
                    <a:pt x="37175" y="17769"/>
                  </a:lnTo>
                  <a:lnTo>
                    <a:pt x="37356" y="18238"/>
                  </a:lnTo>
                  <a:lnTo>
                    <a:pt x="37347" y="18451"/>
                  </a:lnTo>
                  <a:lnTo>
                    <a:pt x="37332" y="18792"/>
                  </a:lnTo>
                  <a:lnTo>
                    <a:pt x="37329" y="19090"/>
                  </a:lnTo>
                  <a:lnTo>
                    <a:pt x="37324" y="19691"/>
                  </a:lnTo>
                  <a:lnTo>
                    <a:pt x="37281" y="20278"/>
                  </a:lnTo>
                  <a:lnTo>
                    <a:pt x="37110" y="21282"/>
                  </a:lnTo>
                  <a:lnTo>
                    <a:pt x="36801" y="22594"/>
                  </a:lnTo>
                  <a:lnTo>
                    <a:pt x="36287" y="25296"/>
                  </a:lnTo>
                  <a:lnTo>
                    <a:pt x="36209" y="25711"/>
                  </a:lnTo>
                  <a:lnTo>
                    <a:pt x="36148" y="26031"/>
                  </a:lnTo>
                  <a:lnTo>
                    <a:pt x="35614" y="28219"/>
                  </a:lnTo>
                  <a:lnTo>
                    <a:pt x="35457" y="28859"/>
                  </a:lnTo>
                  <a:lnTo>
                    <a:pt x="35212" y="29864"/>
                  </a:lnTo>
                  <a:lnTo>
                    <a:pt x="35370" y="30765"/>
                  </a:lnTo>
                  <a:lnTo>
                    <a:pt x="35320" y="31604"/>
                  </a:lnTo>
                  <a:lnTo>
                    <a:pt x="35567" y="32628"/>
                  </a:lnTo>
                  <a:lnTo>
                    <a:pt x="35709" y="33214"/>
                  </a:lnTo>
                  <a:lnTo>
                    <a:pt x="36038" y="34578"/>
                  </a:lnTo>
                  <a:lnTo>
                    <a:pt x="36107" y="34861"/>
                  </a:lnTo>
                  <a:lnTo>
                    <a:pt x="36161" y="35084"/>
                  </a:lnTo>
                  <a:lnTo>
                    <a:pt x="36973" y="37661"/>
                  </a:lnTo>
                  <a:lnTo>
                    <a:pt x="38979" y="38924"/>
                  </a:lnTo>
                  <a:lnTo>
                    <a:pt x="39216" y="39162"/>
                  </a:lnTo>
                  <a:lnTo>
                    <a:pt x="39800" y="39746"/>
                  </a:lnTo>
                  <a:lnTo>
                    <a:pt x="39822" y="40423"/>
                  </a:lnTo>
                  <a:lnTo>
                    <a:pt x="39834" y="40794"/>
                  </a:lnTo>
                  <a:lnTo>
                    <a:pt x="39852" y="41338"/>
                  </a:lnTo>
                  <a:lnTo>
                    <a:pt x="39866" y="41741"/>
                  </a:lnTo>
                  <a:lnTo>
                    <a:pt x="39884" y="42301"/>
                  </a:lnTo>
                  <a:lnTo>
                    <a:pt x="39974" y="43811"/>
                  </a:lnTo>
                  <a:lnTo>
                    <a:pt x="40054" y="46708"/>
                  </a:lnTo>
                  <a:lnTo>
                    <a:pt x="40070" y="47094"/>
                  </a:lnTo>
                  <a:lnTo>
                    <a:pt x="40088" y="47549"/>
                  </a:lnTo>
                  <a:lnTo>
                    <a:pt x="40446" y="49163"/>
                  </a:lnTo>
                  <a:lnTo>
                    <a:pt x="40535" y="49560"/>
                  </a:lnTo>
                  <a:lnTo>
                    <a:pt x="40654" y="50096"/>
                  </a:lnTo>
                  <a:lnTo>
                    <a:pt x="40757" y="50727"/>
                  </a:lnTo>
                  <a:lnTo>
                    <a:pt x="41385" y="52741"/>
                  </a:lnTo>
                  <a:lnTo>
                    <a:pt x="41679" y="53684"/>
                  </a:lnTo>
                  <a:lnTo>
                    <a:pt x="42028" y="55828"/>
                  </a:lnTo>
                  <a:lnTo>
                    <a:pt x="41874" y="56796"/>
                  </a:lnTo>
                  <a:lnTo>
                    <a:pt x="41722" y="57664"/>
                  </a:lnTo>
                  <a:lnTo>
                    <a:pt x="41735" y="58493"/>
                  </a:lnTo>
                  <a:lnTo>
                    <a:pt x="41740" y="58797"/>
                  </a:lnTo>
                  <a:lnTo>
                    <a:pt x="41754" y="59679"/>
                  </a:lnTo>
                  <a:lnTo>
                    <a:pt x="41306" y="62005"/>
                  </a:lnTo>
                  <a:lnTo>
                    <a:pt x="41243" y="62335"/>
                  </a:lnTo>
                  <a:lnTo>
                    <a:pt x="41162" y="62753"/>
                  </a:lnTo>
                  <a:lnTo>
                    <a:pt x="41009" y="63717"/>
                  </a:lnTo>
                  <a:lnTo>
                    <a:pt x="40939" y="64160"/>
                  </a:lnTo>
                  <a:lnTo>
                    <a:pt x="40202" y="68794"/>
                  </a:lnTo>
                  <a:lnTo>
                    <a:pt x="40239" y="72268"/>
                  </a:lnTo>
                  <a:lnTo>
                    <a:pt x="40241" y="72494"/>
                  </a:lnTo>
                  <a:lnTo>
                    <a:pt x="40246" y="72938"/>
                  </a:lnTo>
                  <a:lnTo>
                    <a:pt x="40251" y="73397"/>
                  </a:lnTo>
                  <a:lnTo>
                    <a:pt x="40260" y="74898"/>
                  </a:lnTo>
                  <a:lnTo>
                    <a:pt x="41160" y="77354"/>
                  </a:lnTo>
                  <a:lnTo>
                    <a:pt x="40915" y="77314"/>
                  </a:lnTo>
                  <a:lnTo>
                    <a:pt x="40356" y="77221"/>
                  </a:lnTo>
                  <a:lnTo>
                    <a:pt x="39975" y="77158"/>
                  </a:lnTo>
                  <a:lnTo>
                    <a:pt x="39371" y="77057"/>
                  </a:lnTo>
                  <a:lnTo>
                    <a:pt x="38399" y="76896"/>
                  </a:lnTo>
                  <a:lnTo>
                    <a:pt x="38075" y="76842"/>
                  </a:lnTo>
                  <a:lnTo>
                    <a:pt x="37702" y="76780"/>
                  </a:lnTo>
                  <a:lnTo>
                    <a:pt x="37069" y="76675"/>
                  </a:lnTo>
                  <a:lnTo>
                    <a:pt x="35978" y="76494"/>
                  </a:lnTo>
                  <a:lnTo>
                    <a:pt x="35516" y="76417"/>
                  </a:lnTo>
                  <a:lnTo>
                    <a:pt x="35291" y="76321"/>
                  </a:lnTo>
                  <a:lnTo>
                    <a:pt x="35313" y="76115"/>
                  </a:lnTo>
                  <a:lnTo>
                    <a:pt x="35345" y="75817"/>
                  </a:lnTo>
                  <a:lnTo>
                    <a:pt x="35371" y="75573"/>
                  </a:lnTo>
                  <a:lnTo>
                    <a:pt x="35414" y="75170"/>
                  </a:lnTo>
                  <a:lnTo>
                    <a:pt x="35427" y="75043"/>
                  </a:lnTo>
                  <a:lnTo>
                    <a:pt x="35455" y="74785"/>
                  </a:lnTo>
                  <a:lnTo>
                    <a:pt x="35484" y="74511"/>
                  </a:lnTo>
                  <a:lnTo>
                    <a:pt x="35521" y="74159"/>
                  </a:lnTo>
                  <a:lnTo>
                    <a:pt x="35542" y="73961"/>
                  </a:lnTo>
                  <a:lnTo>
                    <a:pt x="35602" y="73577"/>
                  </a:lnTo>
                  <a:lnTo>
                    <a:pt x="35642" y="73429"/>
                  </a:lnTo>
                  <a:lnTo>
                    <a:pt x="35679" y="73290"/>
                  </a:lnTo>
                  <a:lnTo>
                    <a:pt x="35621" y="72677"/>
                  </a:lnTo>
                  <a:lnTo>
                    <a:pt x="34452" y="72523"/>
                  </a:lnTo>
                  <a:lnTo>
                    <a:pt x="34199" y="72489"/>
                  </a:lnTo>
                  <a:lnTo>
                    <a:pt x="33908" y="72451"/>
                  </a:lnTo>
                  <a:lnTo>
                    <a:pt x="33163" y="72352"/>
                  </a:lnTo>
                  <a:lnTo>
                    <a:pt x="32666" y="72247"/>
                  </a:lnTo>
                  <a:lnTo>
                    <a:pt x="32373" y="72186"/>
                  </a:lnTo>
                  <a:lnTo>
                    <a:pt x="32153" y="72139"/>
                  </a:lnTo>
                  <a:lnTo>
                    <a:pt x="31842" y="72067"/>
                  </a:lnTo>
                  <a:lnTo>
                    <a:pt x="31586" y="71995"/>
                  </a:lnTo>
                  <a:lnTo>
                    <a:pt x="30370" y="71656"/>
                  </a:lnTo>
                  <a:lnTo>
                    <a:pt x="30019" y="71558"/>
                  </a:lnTo>
                  <a:lnTo>
                    <a:pt x="29480" y="71425"/>
                  </a:lnTo>
                  <a:lnTo>
                    <a:pt x="29013" y="71330"/>
                  </a:lnTo>
                  <a:lnTo>
                    <a:pt x="28721" y="71271"/>
                  </a:lnTo>
                  <a:lnTo>
                    <a:pt x="28508" y="71227"/>
                  </a:lnTo>
                  <a:lnTo>
                    <a:pt x="28228" y="71171"/>
                  </a:lnTo>
                  <a:lnTo>
                    <a:pt x="27678" y="71059"/>
                  </a:lnTo>
                  <a:lnTo>
                    <a:pt x="26890" y="70898"/>
                  </a:lnTo>
                  <a:lnTo>
                    <a:pt x="26638" y="70847"/>
                  </a:lnTo>
                  <a:lnTo>
                    <a:pt x="26350" y="70789"/>
                  </a:lnTo>
                  <a:lnTo>
                    <a:pt x="26072" y="70732"/>
                  </a:lnTo>
                  <a:lnTo>
                    <a:pt x="25891" y="70695"/>
                  </a:lnTo>
                  <a:lnTo>
                    <a:pt x="25763" y="70669"/>
                  </a:lnTo>
                  <a:lnTo>
                    <a:pt x="25187" y="70552"/>
                  </a:lnTo>
                  <a:lnTo>
                    <a:pt x="24960" y="70506"/>
                  </a:lnTo>
                  <a:lnTo>
                    <a:pt x="24810" y="70492"/>
                  </a:lnTo>
                  <a:lnTo>
                    <a:pt x="24739" y="70776"/>
                  </a:lnTo>
                  <a:lnTo>
                    <a:pt x="24665" y="71076"/>
                  </a:lnTo>
                  <a:lnTo>
                    <a:pt x="24626" y="71233"/>
                  </a:lnTo>
                  <a:lnTo>
                    <a:pt x="24553" y="71524"/>
                  </a:lnTo>
                  <a:lnTo>
                    <a:pt x="24485" y="71798"/>
                  </a:lnTo>
                  <a:lnTo>
                    <a:pt x="24353" y="72295"/>
                  </a:lnTo>
                  <a:lnTo>
                    <a:pt x="24302" y="72502"/>
                  </a:lnTo>
                  <a:lnTo>
                    <a:pt x="24220" y="72865"/>
                  </a:lnTo>
                  <a:lnTo>
                    <a:pt x="23138" y="72639"/>
                  </a:lnTo>
                  <a:lnTo>
                    <a:pt x="22677" y="72542"/>
                  </a:lnTo>
                  <a:lnTo>
                    <a:pt x="21504" y="72298"/>
                  </a:lnTo>
                  <a:lnTo>
                    <a:pt x="21188" y="72232"/>
                  </a:lnTo>
                  <a:lnTo>
                    <a:pt x="20852" y="72161"/>
                  </a:lnTo>
                  <a:lnTo>
                    <a:pt x="19198" y="71816"/>
                  </a:lnTo>
                  <a:lnTo>
                    <a:pt x="19031" y="71781"/>
                  </a:lnTo>
                  <a:lnTo>
                    <a:pt x="18860" y="71746"/>
                  </a:lnTo>
                  <a:lnTo>
                    <a:pt x="17820" y="71539"/>
                  </a:lnTo>
                  <a:lnTo>
                    <a:pt x="17630" y="71502"/>
                  </a:lnTo>
                  <a:lnTo>
                    <a:pt x="17326" y="71443"/>
                  </a:lnTo>
                  <a:lnTo>
                    <a:pt x="16909" y="71362"/>
                  </a:lnTo>
                  <a:lnTo>
                    <a:pt x="16656" y="71313"/>
                  </a:lnTo>
                  <a:lnTo>
                    <a:pt x="16272" y="71238"/>
                  </a:lnTo>
                  <a:lnTo>
                    <a:pt x="16006" y="71186"/>
                  </a:lnTo>
                  <a:lnTo>
                    <a:pt x="15787" y="71139"/>
                  </a:lnTo>
                  <a:lnTo>
                    <a:pt x="15628" y="71106"/>
                  </a:lnTo>
                  <a:lnTo>
                    <a:pt x="15392" y="71056"/>
                  </a:lnTo>
                  <a:lnTo>
                    <a:pt x="15257" y="71028"/>
                  </a:lnTo>
                  <a:lnTo>
                    <a:pt x="14902" y="70953"/>
                  </a:lnTo>
                  <a:lnTo>
                    <a:pt x="13766" y="70713"/>
                  </a:lnTo>
                  <a:lnTo>
                    <a:pt x="13494" y="70656"/>
                  </a:lnTo>
                  <a:lnTo>
                    <a:pt x="13290" y="70613"/>
                  </a:lnTo>
                  <a:lnTo>
                    <a:pt x="12939" y="70539"/>
                  </a:lnTo>
                  <a:lnTo>
                    <a:pt x="12343" y="70414"/>
                  </a:lnTo>
                  <a:lnTo>
                    <a:pt x="11716" y="70281"/>
                  </a:lnTo>
                  <a:lnTo>
                    <a:pt x="11392" y="70213"/>
                  </a:lnTo>
                  <a:lnTo>
                    <a:pt x="10724" y="70072"/>
                  </a:lnTo>
                  <a:lnTo>
                    <a:pt x="10584" y="70043"/>
                  </a:lnTo>
                  <a:lnTo>
                    <a:pt x="10385" y="70000"/>
                  </a:lnTo>
                  <a:lnTo>
                    <a:pt x="9804" y="69876"/>
                  </a:lnTo>
                  <a:lnTo>
                    <a:pt x="9465" y="69804"/>
                  </a:lnTo>
                  <a:lnTo>
                    <a:pt x="8998" y="69705"/>
                  </a:lnTo>
                  <a:lnTo>
                    <a:pt x="8827" y="69668"/>
                  </a:lnTo>
                  <a:lnTo>
                    <a:pt x="8573" y="69614"/>
                  </a:lnTo>
                  <a:lnTo>
                    <a:pt x="8336" y="69564"/>
                  </a:lnTo>
                  <a:lnTo>
                    <a:pt x="7879" y="69466"/>
                  </a:lnTo>
                  <a:lnTo>
                    <a:pt x="7486" y="69383"/>
                  </a:lnTo>
                  <a:lnTo>
                    <a:pt x="7299" y="69343"/>
                  </a:lnTo>
                  <a:lnTo>
                    <a:pt x="6713" y="69218"/>
                  </a:lnTo>
                  <a:lnTo>
                    <a:pt x="5938" y="69053"/>
                  </a:lnTo>
                  <a:lnTo>
                    <a:pt x="5488" y="68957"/>
                  </a:lnTo>
                  <a:lnTo>
                    <a:pt x="5031" y="68860"/>
                  </a:lnTo>
                  <a:lnTo>
                    <a:pt x="4552" y="68758"/>
                  </a:lnTo>
                  <a:lnTo>
                    <a:pt x="4273" y="68698"/>
                  </a:lnTo>
                  <a:lnTo>
                    <a:pt x="3821" y="68602"/>
                  </a:lnTo>
                  <a:lnTo>
                    <a:pt x="3558" y="68546"/>
                  </a:lnTo>
                  <a:lnTo>
                    <a:pt x="3364" y="68505"/>
                  </a:lnTo>
                  <a:lnTo>
                    <a:pt x="2909" y="68408"/>
                  </a:lnTo>
                  <a:lnTo>
                    <a:pt x="2739" y="68372"/>
                  </a:lnTo>
                  <a:lnTo>
                    <a:pt x="2428" y="68305"/>
                  </a:lnTo>
                  <a:lnTo>
                    <a:pt x="2092" y="68234"/>
                  </a:lnTo>
                  <a:lnTo>
                    <a:pt x="1809" y="68173"/>
                  </a:lnTo>
                  <a:lnTo>
                    <a:pt x="1630" y="68136"/>
                  </a:lnTo>
                  <a:lnTo>
                    <a:pt x="1259" y="68056"/>
                  </a:lnTo>
                  <a:lnTo>
                    <a:pt x="0" y="67392"/>
                  </a:lnTo>
                  <a:lnTo>
                    <a:pt x="81" y="67008"/>
                  </a:lnTo>
                  <a:lnTo>
                    <a:pt x="132" y="66770"/>
                  </a:lnTo>
                  <a:lnTo>
                    <a:pt x="177" y="66560"/>
                  </a:lnTo>
                  <a:lnTo>
                    <a:pt x="222" y="66349"/>
                  </a:lnTo>
                  <a:lnTo>
                    <a:pt x="283" y="66060"/>
                  </a:lnTo>
                  <a:lnTo>
                    <a:pt x="356" y="65715"/>
                  </a:lnTo>
                  <a:lnTo>
                    <a:pt x="387" y="65571"/>
                  </a:lnTo>
                  <a:lnTo>
                    <a:pt x="451" y="65272"/>
                  </a:lnTo>
                  <a:lnTo>
                    <a:pt x="556" y="64778"/>
                  </a:lnTo>
                  <a:lnTo>
                    <a:pt x="596" y="64591"/>
                  </a:lnTo>
                  <a:lnTo>
                    <a:pt x="677" y="64207"/>
                  </a:lnTo>
                  <a:lnTo>
                    <a:pt x="724" y="63989"/>
                  </a:lnTo>
                  <a:lnTo>
                    <a:pt x="783" y="63709"/>
                  </a:lnTo>
                  <a:lnTo>
                    <a:pt x="852" y="63385"/>
                  </a:lnTo>
                  <a:lnTo>
                    <a:pt x="959" y="62884"/>
                  </a:lnTo>
                  <a:lnTo>
                    <a:pt x="1007" y="62660"/>
                  </a:lnTo>
                  <a:lnTo>
                    <a:pt x="1080" y="62314"/>
                  </a:lnTo>
                  <a:lnTo>
                    <a:pt x="1150" y="61961"/>
                  </a:lnTo>
                  <a:lnTo>
                    <a:pt x="1200" y="61710"/>
                  </a:lnTo>
                  <a:lnTo>
                    <a:pt x="1287" y="61268"/>
                  </a:lnTo>
                  <a:lnTo>
                    <a:pt x="1341" y="60996"/>
                  </a:lnTo>
                  <a:lnTo>
                    <a:pt x="1400" y="60697"/>
                  </a:lnTo>
                  <a:lnTo>
                    <a:pt x="1513" y="60124"/>
                  </a:lnTo>
                  <a:lnTo>
                    <a:pt x="1547" y="59954"/>
                  </a:lnTo>
                  <a:lnTo>
                    <a:pt x="1699" y="59181"/>
                  </a:lnTo>
                  <a:lnTo>
                    <a:pt x="1837" y="58487"/>
                  </a:lnTo>
                  <a:lnTo>
                    <a:pt x="1874" y="58298"/>
                  </a:lnTo>
                  <a:lnTo>
                    <a:pt x="1909" y="58120"/>
                  </a:lnTo>
                  <a:lnTo>
                    <a:pt x="2205" y="56605"/>
                  </a:lnTo>
                  <a:lnTo>
                    <a:pt x="2427" y="55652"/>
                  </a:lnTo>
                  <a:lnTo>
                    <a:pt x="2669" y="54611"/>
                  </a:lnTo>
                  <a:lnTo>
                    <a:pt x="2872" y="53736"/>
                  </a:lnTo>
                  <a:lnTo>
                    <a:pt x="3066" y="52899"/>
                  </a:lnTo>
                  <a:lnTo>
                    <a:pt x="3260" y="52065"/>
                  </a:lnTo>
                  <a:lnTo>
                    <a:pt x="3412" y="51411"/>
                  </a:lnTo>
                  <a:lnTo>
                    <a:pt x="3510" y="50989"/>
                  </a:lnTo>
                  <a:lnTo>
                    <a:pt x="3569" y="50734"/>
                  </a:lnTo>
                  <a:lnTo>
                    <a:pt x="3677" y="50271"/>
                  </a:lnTo>
                  <a:lnTo>
                    <a:pt x="3708" y="50134"/>
                  </a:lnTo>
                  <a:lnTo>
                    <a:pt x="3807" y="49708"/>
                  </a:lnTo>
                  <a:lnTo>
                    <a:pt x="3905" y="49290"/>
                  </a:lnTo>
                  <a:lnTo>
                    <a:pt x="3960" y="49051"/>
                  </a:lnTo>
                  <a:lnTo>
                    <a:pt x="3991" y="48916"/>
                  </a:lnTo>
                  <a:lnTo>
                    <a:pt x="4068" y="48587"/>
                  </a:lnTo>
                  <a:lnTo>
                    <a:pt x="4240" y="47845"/>
                  </a:lnTo>
                  <a:lnTo>
                    <a:pt x="4478" y="46817"/>
                  </a:lnTo>
                  <a:lnTo>
                    <a:pt x="4518" y="46604"/>
                  </a:lnTo>
                  <a:lnTo>
                    <a:pt x="4572" y="46321"/>
                  </a:lnTo>
                  <a:lnTo>
                    <a:pt x="4625" y="46040"/>
                  </a:lnTo>
                  <a:lnTo>
                    <a:pt x="4678" y="45758"/>
                  </a:lnTo>
                  <a:lnTo>
                    <a:pt x="4702" y="45631"/>
                  </a:lnTo>
                  <a:lnTo>
                    <a:pt x="4748" y="45388"/>
                  </a:lnTo>
                  <a:lnTo>
                    <a:pt x="4817" y="45021"/>
                  </a:lnTo>
                  <a:lnTo>
                    <a:pt x="4863" y="44777"/>
                  </a:lnTo>
                  <a:lnTo>
                    <a:pt x="4947" y="44334"/>
                  </a:lnTo>
                  <a:lnTo>
                    <a:pt x="4978" y="44168"/>
                  </a:lnTo>
                  <a:lnTo>
                    <a:pt x="5088" y="43586"/>
                  </a:lnTo>
                  <a:lnTo>
                    <a:pt x="5161" y="43200"/>
                  </a:lnTo>
                  <a:lnTo>
                    <a:pt x="5453" y="41652"/>
                  </a:lnTo>
                  <a:lnTo>
                    <a:pt x="5504" y="41379"/>
                  </a:lnTo>
                  <a:lnTo>
                    <a:pt x="5836" y="39675"/>
                  </a:lnTo>
                  <a:lnTo>
                    <a:pt x="5351" y="37641"/>
                  </a:lnTo>
                  <a:lnTo>
                    <a:pt x="6841" y="34520"/>
                  </a:lnTo>
                  <a:lnTo>
                    <a:pt x="8625" y="30785"/>
                  </a:lnTo>
                  <a:lnTo>
                    <a:pt x="10285" y="27019"/>
                  </a:lnTo>
                  <a:lnTo>
                    <a:pt x="10531" y="26630"/>
                  </a:lnTo>
                  <a:lnTo>
                    <a:pt x="11381" y="25284"/>
                  </a:lnTo>
                  <a:lnTo>
                    <a:pt x="11586" y="24960"/>
                  </a:lnTo>
                  <a:lnTo>
                    <a:pt x="11935" y="24406"/>
                  </a:lnTo>
                  <a:lnTo>
                    <a:pt x="12231" y="23939"/>
                  </a:lnTo>
                  <a:lnTo>
                    <a:pt x="12390" y="23688"/>
                  </a:lnTo>
                  <a:lnTo>
                    <a:pt x="13139" y="22505"/>
                  </a:lnTo>
                  <a:lnTo>
                    <a:pt x="13267" y="22304"/>
                  </a:lnTo>
                  <a:lnTo>
                    <a:pt x="13790" y="21621"/>
                  </a:lnTo>
                  <a:lnTo>
                    <a:pt x="14696" y="20436"/>
                  </a:lnTo>
                  <a:lnTo>
                    <a:pt x="15220" y="19749"/>
                  </a:lnTo>
                  <a:lnTo>
                    <a:pt x="15458" y="19390"/>
                  </a:lnTo>
                  <a:lnTo>
                    <a:pt x="15887" y="18742"/>
                  </a:lnTo>
                  <a:lnTo>
                    <a:pt x="15994" y="18580"/>
                  </a:lnTo>
                  <a:lnTo>
                    <a:pt x="16169" y="18277"/>
                  </a:lnTo>
                  <a:lnTo>
                    <a:pt x="16310" y="18033"/>
                  </a:lnTo>
                  <a:lnTo>
                    <a:pt x="16682" y="17388"/>
                  </a:lnTo>
                  <a:lnTo>
                    <a:pt x="16806" y="17173"/>
                  </a:lnTo>
                  <a:lnTo>
                    <a:pt x="16948" y="16602"/>
                  </a:lnTo>
                  <a:lnTo>
                    <a:pt x="17102" y="15906"/>
                  </a:lnTo>
                  <a:lnTo>
                    <a:pt x="17327" y="14890"/>
                  </a:lnTo>
                  <a:lnTo>
                    <a:pt x="17350" y="14624"/>
                  </a:lnTo>
                  <a:lnTo>
                    <a:pt x="17381" y="14270"/>
                  </a:lnTo>
                  <a:lnTo>
                    <a:pt x="17257" y="12926"/>
                  </a:lnTo>
                  <a:lnTo>
                    <a:pt x="17174" y="12650"/>
                  </a:lnTo>
                  <a:lnTo>
                    <a:pt x="17129" y="12503"/>
                  </a:lnTo>
                  <a:lnTo>
                    <a:pt x="17090" y="12374"/>
                  </a:lnTo>
                  <a:lnTo>
                    <a:pt x="17038" y="12199"/>
                  </a:lnTo>
                  <a:lnTo>
                    <a:pt x="17038" y="11859"/>
                  </a:lnTo>
                  <a:lnTo>
                    <a:pt x="17038" y="11455"/>
                  </a:lnTo>
                  <a:lnTo>
                    <a:pt x="17086" y="10933"/>
                  </a:lnTo>
                  <a:lnTo>
                    <a:pt x="17263" y="10342"/>
                  </a:lnTo>
                  <a:lnTo>
                    <a:pt x="17316" y="10169"/>
                  </a:lnTo>
                  <a:lnTo>
                    <a:pt x="17369" y="9992"/>
                  </a:lnTo>
                  <a:lnTo>
                    <a:pt x="17517" y="9501"/>
                  </a:lnTo>
                  <a:lnTo>
                    <a:pt x="17679" y="9088"/>
                  </a:lnTo>
                  <a:lnTo>
                    <a:pt x="17861" y="8720"/>
                  </a:lnTo>
                  <a:lnTo>
                    <a:pt x="18034" y="8371"/>
                  </a:lnTo>
                  <a:lnTo>
                    <a:pt x="18154" y="8127"/>
                  </a:lnTo>
                  <a:lnTo>
                    <a:pt x="18349" y="7735"/>
                  </a:lnTo>
                  <a:lnTo>
                    <a:pt x="18415" y="7600"/>
                  </a:lnTo>
                  <a:lnTo>
                    <a:pt x="18718" y="7241"/>
                  </a:lnTo>
                  <a:lnTo>
                    <a:pt x="19172" y="6702"/>
                  </a:lnTo>
                  <a:lnTo>
                    <a:pt x="19821" y="5931"/>
                  </a:lnTo>
                  <a:lnTo>
                    <a:pt x="19953" y="5774"/>
                  </a:lnTo>
                  <a:lnTo>
                    <a:pt x="20359" y="5379"/>
                  </a:lnTo>
                  <a:lnTo>
                    <a:pt x="21055" y="4779"/>
                  </a:lnTo>
                  <a:lnTo>
                    <a:pt x="21248" y="4613"/>
                  </a:lnTo>
                  <a:lnTo>
                    <a:pt x="22835" y="3245"/>
                  </a:lnTo>
                  <a:lnTo>
                    <a:pt x="23619" y="2570"/>
                  </a:lnTo>
                  <a:lnTo>
                    <a:pt x="23974" y="2264"/>
                  </a:lnTo>
                  <a:lnTo>
                    <a:pt x="24202" y="2067"/>
                  </a:lnTo>
                  <a:lnTo>
                    <a:pt x="24390" y="1847"/>
                  </a:lnTo>
                  <a:lnTo>
                    <a:pt x="24898" y="1252"/>
                  </a:lnTo>
                  <a:lnTo>
                    <a:pt x="25038" y="1087"/>
                  </a:lnTo>
                  <a:lnTo>
                    <a:pt x="25242" y="84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3130224" y="5235564"/>
              <a:ext cx="56711" cy="52438"/>
            </a:xfrm>
            <a:custGeom>
              <a:avLst/>
              <a:pathLst>
                <a:path w="56711" h="52438">
                  <a:moveTo>
                    <a:pt x="42131" y="3058"/>
                  </a:moveTo>
                  <a:lnTo>
                    <a:pt x="40626" y="7063"/>
                  </a:lnTo>
                  <a:lnTo>
                    <a:pt x="41133" y="7095"/>
                  </a:lnTo>
                  <a:lnTo>
                    <a:pt x="41581" y="7125"/>
                  </a:lnTo>
                  <a:lnTo>
                    <a:pt x="41963" y="7149"/>
                  </a:lnTo>
                  <a:lnTo>
                    <a:pt x="42098" y="7158"/>
                  </a:lnTo>
                  <a:lnTo>
                    <a:pt x="42632" y="7193"/>
                  </a:lnTo>
                  <a:lnTo>
                    <a:pt x="43223" y="7231"/>
                  </a:lnTo>
                  <a:lnTo>
                    <a:pt x="43646" y="7259"/>
                  </a:lnTo>
                  <a:lnTo>
                    <a:pt x="43965" y="7280"/>
                  </a:lnTo>
                  <a:lnTo>
                    <a:pt x="44350" y="7464"/>
                  </a:lnTo>
                  <a:lnTo>
                    <a:pt x="44773" y="7667"/>
                  </a:lnTo>
                  <a:lnTo>
                    <a:pt x="44908" y="7732"/>
                  </a:lnTo>
                  <a:lnTo>
                    <a:pt x="45216" y="7946"/>
                  </a:lnTo>
                  <a:lnTo>
                    <a:pt x="47311" y="9401"/>
                  </a:lnTo>
                  <a:lnTo>
                    <a:pt x="48637" y="10323"/>
                  </a:lnTo>
                  <a:lnTo>
                    <a:pt x="48621" y="10645"/>
                  </a:lnTo>
                  <a:lnTo>
                    <a:pt x="48578" y="11545"/>
                  </a:lnTo>
                  <a:lnTo>
                    <a:pt x="48522" y="12706"/>
                  </a:lnTo>
                  <a:lnTo>
                    <a:pt x="48879" y="12836"/>
                  </a:lnTo>
                  <a:lnTo>
                    <a:pt x="48889" y="13082"/>
                  </a:lnTo>
                  <a:lnTo>
                    <a:pt x="48896" y="13265"/>
                  </a:lnTo>
                  <a:lnTo>
                    <a:pt x="49100" y="16189"/>
                  </a:lnTo>
                  <a:lnTo>
                    <a:pt x="49312" y="16475"/>
                  </a:lnTo>
                  <a:lnTo>
                    <a:pt x="49532" y="17165"/>
                  </a:lnTo>
                  <a:lnTo>
                    <a:pt x="49882" y="18405"/>
                  </a:lnTo>
                  <a:lnTo>
                    <a:pt x="49939" y="18605"/>
                  </a:lnTo>
                  <a:lnTo>
                    <a:pt x="50218" y="20022"/>
                  </a:lnTo>
                  <a:lnTo>
                    <a:pt x="50450" y="21195"/>
                  </a:lnTo>
                  <a:lnTo>
                    <a:pt x="50964" y="24415"/>
                  </a:lnTo>
                  <a:lnTo>
                    <a:pt x="49557" y="24387"/>
                  </a:lnTo>
                  <a:lnTo>
                    <a:pt x="49020" y="24377"/>
                  </a:lnTo>
                  <a:lnTo>
                    <a:pt x="48859" y="24315"/>
                  </a:lnTo>
                  <a:lnTo>
                    <a:pt x="47901" y="23868"/>
                  </a:lnTo>
                  <a:lnTo>
                    <a:pt x="47469" y="23415"/>
                  </a:lnTo>
                  <a:lnTo>
                    <a:pt x="47320" y="23260"/>
                  </a:lnTo>
                  <a:lnTo>
                    <a:pt x="47069" y="22997"/>
                  </a:lnTo>
                  <a:lnTo>
                    <a:pt x="46364" y="22741"/>
                  </a:lnTo>
                  <a:lnTo>
                    <a:pt x="45645" y="22614"/>
                  </a:lnTo>
                  <a:lnTo>
                    <a:pt x="45455" y="25245"/>
                  </a:lnTo>
                  <a:lnTo>
                    <a:pt x="45248" y="25369"/>
                  </a:lnTo>
                  <a:lnTo>
                    <a:pt x="43333" y="25669"/>
                  </a:lnTo>
                  <a:lnTo>
                    <a:pt x="43117" y="25745"/>
                  </a:lnTo>
                  <a:lnTo>
                    <a:pt x="44246" y="27294"/>
                  </a:lnTo>
                  <a:lnTo>
                    <a:pt x="44778" y="28508"/>
                  </a:lnTo>
                  <a:lnTo>
                    <a:pt x="44651" y="28909"/>
                  </a:lnTo>
                  <a:lnTo>
                    <a:pt x="44287" y="30106"/>
                  </a:lnTo>
                  <a:lnTo>
                    <a:pt x="44333" y="30474"/>
                  </a:lnTo>
                  <a:lnTo>
                    <a:pt x="44351" y="30611"/>
                  </a:lnTo>
                  <a:lnTo>
                    <a:pt x="44730" y="31379"/>
                  </a:lnTo>
                  <a:lnTo>
                    <a:pt x="45050" y="32349"/>
                  </a:lnTo>
                  <a:lnTo>
                    <a:pt x="46220" y="34320"/>
                  </a:lnTo>
                  <a:lnTo>
                    <a:pt x="47065" y="35508"/>
                  </a:lnTo>
                  <a:lnTo>
                    <a:pt x="47195" y="35691"/>
                  </a:lnTo>
                  <a:lnTo>
                    <a:pt x="47485" y="36098"/>
                  </a:lnTo>
                  <a:lnTo>
                    <a:pt x="47833" y="36511"/>
                  </a:lnTo>
                  <a:lnTo>
                    <a:pt x="48158" y="36897"/>
                  </a:lnTo>
                  <a:lnTo>
                    <a:pt x="48652" y="37746"/>
                  </a:lnTo>
                  <a:lnTo>
                    <a:pt x="49616" y="39401"/>
                  </a:lnTo>
                  <a:lnTo>
                    <a:pt x="49819" y="39753"/>
                  </a:lnTo>
                  <a:lnTo>
                    <a:pt x="50283" y="40561"/>
                  </a:lnTo>
                  <a:lnTo>
                    <a:pt x="50481" y="40903"/>
                  </a:lnTo>
                  <a:lnTo>
                    <a:pt x="51427" y="42548"/>
                  </a:lnTo>
                  <a:lnTo>
                    <a:pt x="51820" y="42569"/>
                  </a:lnTo>
                  <a:lnTo>
                    <a:pt x="51980" y="42577"/>
                  </a:lnTo>
                  <a:lnTo>
                    <a:pt x="52381" y="42599"/>
                  </a:lnTo>
                  <a:lnTo>
                    <a:pt x="52595" y="43010"/>
                  </a:lnTo>
                  <a:lnTo>
                    <a:pt x="53054" y="44295"/>
                  </a:lnTo>
                  <a:lnTo>
                    <a:pt x="53191" y="44680"/>
                  </a:lnTo>
                  <a:lnTo>
                    <a:pt x="53933" y="46761"/>
                  </a:lnTo>
                  <a:lnTo>
                    <a:pt x="54612" y="47713"/>
                  </a:lnTo>
                  <a:lnTo>
                    <a:pt x="54898" y="48114"/>
                  </a:lnTo>
                  <a:lnTo>
                    <a:pt x="55285" y="48656"/>
                  </a:lnTo>
                  <a:lnTo>
                    <a:pt x="56711" y="50656"/>
                  </a:lnTo>
                  <a:lnTo>
                    <a:pt x="54545" y="51415"/>
                  </a:lnTo>
                  <a:lnTo>
                    <a:pt x="54382" y="51472"/>
                  </a:lnTo>
                  <a:lnTo>
                    <a:pt x="54175" y="51544"/>
                  </a:lnTo>
                  <a:lnTo>
                    <a:pt x="51387" y="52438"/>
                  </a:lnTo>
                  <a:lnTo>
                    <a:pt x="48657" y="51574"/>
                  </a:lnTo>
                  <a:lnTo>
                    <a:pt x="48053" y="51383"/>
                  </a:lnTo>
                  <a:lnTo>
                    <a:pt x="47474" y="51200"/>
                  </a:lnTo>
                  <a:lnTo>
                    <a:pt x="46528" y="50900"/>
                  </a:lnTo>
                  <a:lnTo>
                    <a:pt x="44611" y="50294"/>
                  </a:lnTo>
                  <a:lnTo>
                    <a:pt x="44474" y="50250"/>
                  </a:lnTo>
                  <a:lnTo>
                    <a:pt x="43445" y="49964"/>
                  </a:lnTo>
                  <a:lnTo>
                    <a:pt x="41096" y="49309"/>
                  </a:lnTo>
                  <a:lnTo>
                    <a:pt x="39482" y="48860"/>
                  </a:lnTo>
                  <a:lnTo>
                    <a:pt x="35942" y="47874"/>
                  </a:lnTo>
                  <a:lnTo>
                    <a:pt x="35745" y="47810"/>
                  </a:lnTo>
                  <a:lnTo>
                    <a:pt x="35346" y="47668"/>
                  </a:lnTo>
                  <a:lnTo>
                    <a:pt x="34856" y="47493"/>
                  </a:lnTo>
                  <a:lnTo>
                    <a:pt x="34236" y="47272"/>
                  </a:lnTo>
                  <a:lnTo>
                    <a:pt x="31318" y="46232"/>
                  </a:lnTo>
                  <a:lnTo>
                    <a:pt x="30050" y="44930"/>
                  </a:lnTo>
                  <a:lnTo>
                    <a:pt x="27478" y="42290"/>
                  </a:lnTo>
                  <a:lnTo>
                    <a:pt x="26768" y="41561"/>
                  </a:lnTo>
                  <a:lnTo>
                    <a:pt x="26519" y="41299"/>
                  </a:lnTo>
                  <a:lnTo>
                    <a:pt x="26138" y="40896"/>
                  </a:lnTo>
                  <a:lnTo>
                    <a:pt x="25998" y="40743"/>
                  </a:lnTo>
                  <a:lnTo>
                    <a:pt x="25682" y="40398"/>
                  </a:lnTo>
                  <a:lnTo>
                    <a:pt x="23535" y="38052"/>
                  </a:lnTo>
                  <a:lnTo>
                    <a:pt x="21686" y="36030"/>
                  </a:lnTo>
                  <a:lnTo>
                    <a:pt x="21275" y="35582"/>
                  </a:lnTo>
                  <a:lnTo>
                    <a:pt x="21139" y="35433"/>
                  </a:lnTo>
                  <a:lnTo>
                    <a:pt x="20663" y="34912"/>
                  </a:lnTo>
                  <a:lnTo>
                    <a:pt x="20031" y="34109"/>
                  </a:lnTo>
                  <a:lnTo>
                    <a:pt x="19904" y="33948"/>
                  </a:lnTo>
                  <a:lnTo>
                    <a:pt x="19724" y="33719"/>
                  </a:lnTo>
                  <a:lnTo>
                    <a:pt x="19356" y="33251"/>
                  </a:lnTo>
                  <a:lnTo>
                    <a:pt x="18992" y="33319"/>
                  </a:lnTo>
                  <a:lnTo>
                    <a:pt x="18850" y="33302"/>
                  </a:lnTo>
                  <a:lnTo>
                    <a:pt x="17900" y="33186"/>
                  </a:lnTo>
                  <a:lnTo>
                    <a:pt x="17442" y="33131"/>
                  </a:lnTo>
                  <a:lnTo>
                    <a:pt x="17235" y="33106"/>
                  </a:lnTo>
                  <a:lnTo>
                    <a:pt x="16544" y="33022"/>
                  </a:lnTo>
                  <a:lnTo>
                    <a:pt x="14236" y="32741"/>
                  </a:lnTo>
                  <a:lnTo>
                    <a:pt x="11983" y="32468"/>
                  </a:lnTo>
                  <a:lnTo>
                    <a:pt x="11842" y="32451"/>
                  </a:lnTo>
                  <a:lnTo>
                    <a:pt x="11532" y="32421"/>
                  </a:lnTo>
                  <a:lnTo>
                    <a:pt x="6000" y="31987"/>
                  </a:lnTo>
                  <a:lnTo>
                    <a:pt x="3497" y="31791"/>
                  </a:lnTo>
                  <a:lnTo>
                    <a:pt x="3285" y="31774"/>
                  </a:lnTo>
                  <a:lnTo>
                    <a:pt x="1413" y="31592"/>
                  </a:lnTo>
                  <a:lnTo>
                    <a:pt x="0" y="31449"/>
                  </a:lnTo>
                  <a:lnTo>
                    <a:pt x="100" y="30768"/>
                  </a:lnTo>
                  <a:lnTo>
                    <a:pt x="260" y="29689"/>
                  </a:lnTo>
                  <a:lnTo>
                    <a:pt x="439" y="28485"/>
                  </a:lnTo>
                  <a:lnTo>
                    <a:pt x="599" y="27407"/>
                  </a:lnTo>
                  <a:lnTo>
                    <a:pt x="641" y="27121"/>
                  </a:lnTo>
                  <a:lnTo>
                    <a:pt x="806" y="26009"/>
                  </a:lnTo>
                  <a:lnTo>
                    <a:pt x="911" y="25299"/>
                  </a:lnTo>
                  <a:lnTo>
                    <a:pt x="1092" y="24079"/>
                  </a:lnTo>
                  <a:lnTo>
                    <a:pt x="1208" y="23298"/>
                  </a:lnTo>
                  <a:lnTo>
                    <a:pt x="1426" y="21824"/>
                  </a:lnTo>
                  <a:lnTo>
                    <a:pt x="1590" y="20722"/>
                  </a:lnTo>
                  <a:lnTo>
                    <a:pt x="1769" y="19510"/>
                  </a:lnTo>
                  <a:lnTo>
                    <a:pt x="1860" y="18896"/>
                  </a:lnTo>
                  <a:lnTo>
                    <a:pt x="1970" y="18218"/>
                  </a:lnTo>
                  <a:lnTo>
                    <a:pt x="2010" y="17969"/>
                  </a:lnTo>
                  <a:lnTo>
                    <a:pt x="2076" y="17564"/>
                  </a:lnTo>
                  <a:lnTo>
                    <a:pt x="2274" y="16338"/>
                  </a:lnTo>
                  <a:lnTo>
                    <a:pt x="2390" y="15621"/>
                  </a:lnTo>
                  <a:lnTo>
                    <a:pt x="2415" y="15465"/>
                  </a:lnTo>
                  <a:lnTo>
                    <a:pt x="2601" y="14320"/>
                  </a:lnTo>
                  <a:lnTo>
                    <a:pt x="2637" y="14095"/>
                  </a:lnTo>
                  <a:lnTo>
                    <a:pt x="2734" y="13493"/>
                  </a:lnTo>
                  <a:lnTo>
                    <a:pt x="2811" y="13016"/>
                  </a:lnTo>
                  <a:lnTo>
                    <a:pt x="2860" y="12717"/>
                  </a:lnTo>
                  <a:lnTo>
                    <a:pt x="3035" y="12762"/>
                  </a:lnTo>
                  <a:lnTo>
                    <a:pt x="3341" y="12840"/>
                  </a:lnTo>
                  <a:lnTo>
                    <a:pt x="14894" y="15773"/>
                  </a:lnTo>
                  <a:lnTo>
                    <a:pt x="15222" y="15740"/>
                  </a:lnTo>
                  <a:lnTo>
                    <a:pt x="15578" y="14368"/>
                  </a:lnTo>
                  <a:lnTo>
                    <a:pt x="15963" y="12883"/>
                  </a:lnTo>
                  <a:lnTo>
                    <a:pt x="16001" y="12738"/>
                  </a:lnTo>
                  <a:lnTo>
                    <a:pt x="16221" y="11888"/>
                  </a:lnTo>
                  <a:lnTo>
                    <a:pt x="16255" y="11756"/>
                  </a:lnTo>
                  <a:lnTo>
                    <a:pt x="16496" y="10831"/>
                  </a:lnTo>
                  <a:lnTo>
                    <a:pt x="16585" y="10536"/>
                  </a:lnTo>
                  <a:lnTo>
                    <a:pt x="16689" y="10192"/>
                  </a:lnTo>
                  <a:lnTo>
                    <a:pt x="17061" y="8964"/>
                  </a:lnTo>
                  <a:lnTo>
                    <a:pt x="17120" y="8770"/>
                  </a:lnTo>
                  <a:lnTo>
                    <a:pt x="17244" y="8360"/>
                  </a:lnTo>
                  <a:lnTo>
                    <a:pt x="18098" y="5541"/>
                  </a:lnTo>
                  <a:lnTo>
                    <a:pt x="18162" y="5289"/>
                  </a:lnTo>
                  <a:lnTo>
                    <a:pt x="18219" y="5065"/>
                  </a:lnTo>
                  <a:lnTo>
                    <a:pt x="18269" y="4868"/>
                  </a:lnTo>
                  <a:lnTo>
                    <a:pt x="18305" y="4724"/>
                  </a:lnTo>
                  <a:lnTo>
                    <a:pt x="18503" y="3941"/>
                  </a:lnTo>
                  <a:lnTo>
                    <a:pt x="18772" y="4010"/>
                  </a:lnTo>
                  <a:lnTo>
                    <a:pt x="18956" y="4057"/>
                  </a:lnTo>
                  <a:lnTo>
                    <a:pt x="19292" y="4144"/>
                  </a:lnTo>
                  <a:lnTo>
                    <a:pt x="19830" y="4282"/>
                  </a:lnTo>
                  <a:lnTo>
                    <a:pt x="19993" y="4323"/>
                  </a:lnTo>
                  <a:lnTo>
                    <a:pt x="21143" y="4618"/>
                  </a:lnTo>
                  <a:lnTo>
                    <a:pt x="21544" y="4721"/>
                  </a:lnTo>
                  <a:lnTo>
                    <a:pt x="21732" y="4770"/>
                  </a:lnTo>
                  <a:lnTo>
                    <a:pt x="23341" y="5182"/>
                  </a:lnTo>
                  <a:lnTo>
                    <a:pt x="23710" y="5277"/>
                  </a:lnTo>
                  <a:lnTo>
                    <a:pt x="24056" y="5366"/>
                  </a:lnTo>
                  <a:lnTo>
                    <a:pt x="24213" y="5406"/>
                  </a:lnTo>
                  <a:lnTo>
                    <a:pt x="24920" y="5588"/>
                  </a:lnTo>
                  <a:lnTo>
                    <a:pt x="25501" y="5737"/>
                  </a:lnTo>
                  <a:lnTo>
                    <a:pt x="26666" y="6035"/>
                  </a:lnTo>
                  <a:lnTo>
                    <a:pt x="26900" y="6096"/>
                  </a:lnTo>
                  <a:lnTo>
                    <a:pt x="27074" y="6140"/>
                  </a:lnTo>
                  <a:lnTo>
                    <a:pt x="27286" y="6194"/>
                  </a:lnTo>
                  <a:lnTo>
                    <a:pt x="27688" y="6297"/>
                  </a:lnTo>
                  <a:lnTo>
                    <a:pt x="27869" y="6343"/>
                  </a:lnTo>
                  <a:lnTo>
                    <a:pt x="28046" y="6389"/>
                  </a:lnTo>
                  <a:lnTo>
                    <a:pt x="28208" y="6430"/>
                  </a:lnTo>
                  <a:lnTo>
                    <a:pt x="28603" y="6531"/>
                  </a:lnTo>
                  <a:lnTo>
                    <a:pt x="29015" y="6634"/>
                  </a:lnTo>
                  <a:lnTo>
                    <a:pt x="30550" y="6831"/>
                  </a:lnTo>
                  <a:lnTo>
                    <a:pt x="30772" y="6854"/>
                  </a:lnTo>
                  <a:lnTo>
                    <a:pt x="32144" y="6992"/>
                  </a:lnTo>
                  <a:lnTo>
                    <a:pt x="32329" y="6988"/>
                  </a:lnTo>
                  <a:lnTo>
                    <a:pt x="32484" y="6984"/>
                  </a:lnTo>
                  <a:lnTo>
                    <a:pt x="32643" y="6981"/>
                  </a:lnTo>
                  <a:lnTo>
                    <a:pt x="32887" y="6976"/>
                  </a:lnTo>
                  <a:lnTo>
                    <a:pt x="33135" y="6970"/>
                  </a:lnTo>
                  <a:lnTo>
                    <a:pt x="33626" y="6960"/>
                  </a:lnTo>
                  <a:lnTo>
                    <a:pt x="34251" y="6720"/>
                  </a:lnTo>
                  <a:lnTo>
                    <a:pt x="34837" y="6488"/>
                  </a:lnTo>
                  <a:lnTo>
                    <a:pt x="35180" y="6272"/>
                  </a:lnTo>
                  <a:lnTo>
                    <a:pt x="36203" y="5626"/>
                  </a:lnTo>
                  <a:lnTo>
                    <a:pt x="36375" y="5517"/>
                  </a:lnTo>
                  <a:lnTo>
                    <a:pt x="36831" y="5230"/>
                  </a:lnTo>
                  <a:lnTo>
                    <a:pt x="37465" y="4830"/>
                  </a:lnTo>
                  <a:lnTo>
                    <a:pt x="38092" y="4434"/>
                  </a:lnTo>
                  <a:lnTo>
                    <a:pt x="38573" y="3828"/>
                  </a:lnTo>
                  <a:lnTo>
                    <a:pt x="38753" y="3528"/>
                  </a:lnTo>
                  <a:lnTo>
                    <a:pt x="39029" y="3019"/>
                  </a:lnTo>
                  <a:lnTo>
                    <a:pt x="39648" y="1881"/>
                  </a:lnTo>
                  <a:lnTo>
                    <a:pt x="39819" y="1566"/>
                  </a:lnTo>
                  <a:lnTo>
                    <a:pt x="39896" y="1425"/>
                  </a:lnTo>
                  <a:lnTo>
                    <a:pt x="40116" y="725"/>
                  </a:lnTo>
                  <a:lnTo>
                    <a:pt x="40182" y="404"/>
                  </a:lnTo>
                  <a:lnTo>
                    <a:pt x="40226" y="190"/>
                  </a:lnTo>
                  <a:lnTo>
                    <a:pt x="40293" y="0"/>
                  </a:lnTo>
                  <a:lnTo>
                    <a:pt x="40619" y="313"/>
                  </a:lnTo>
                  <a:lnTo>
                    <a:pt x="41231" y="899"/>
                  </a:lnTo>
                  <a:lnTo>
                    <a:pt x="41345" y="1094"/>
                  </a:lnTo>
                  <a:lnTo>
                    <a:pt x="41558" y="1470"/>
                  </a:lnTo>
                  <a:lnTo>
                    <a:pt x="41751" y="1864"/>
                  </a:lnTo>
                  <a:lnTo>
                    <a:pt x="42022" y="24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3080751" y="5191343"/>
              <a:ext cx="89741" cy="92348"/>
            </a:xfrm>
            <a:custGeom>
              <a:avLst/>
              <a:pathLst>
                <a:path w="89741" h="92348">
                  <a:moveTo>
                    <a:pt x="69900" y="36333"/>
                  </a:moveTo>
                  <a:lnTo>
                    <a:pt x="70980" y="36435"/>
                  </a:lnTo>
                  <a:lnTo>
                    <a:pt x="71035" y="36190"/>
                  </a:lnTo>
                  <a:lnTo>
                    <a:pt x="71099" y="35967"/>
                  </a:lnTo>
                  <a:lnTo>
                    <a:pt x="71245" y="35379"/>
                  </a:lnTo>
                  <a:lnTo>
                    <a:pt x="71287" y="35211"/>
                  </a:lnTo>
                  <a:lnTo>
                    <a:pt x="71359" y="34921"/>
                  </a:lnTo>
                  <a:lnTo>
                    <a:pt x="71399" y="34761"/>
                  </a:lnTo>
                  <a:lnTo>
                    <a:pt x="71473" y="34464"/>
                  </a:lnTo>
                  <a:lnTo>
                    <a:pt x="71547" y="34164"/>
                  </a:lnTo>
                  <a:lnTo>
                    <a:pt x="71693" y="34194"/>
                  </a:lnTo>
                  <a:lnTo>
                    <a:pt x="72080" y="34273"/>
                  </a:lnTo>
                  <a:lnTo>
                    <a:pt x="72496" y="34357"/>
                  </a:lnTo>
                  <a:lnTo>
                    <a:pt x="72625" y="34383"/>
                  </a:lnTo>
                  <a:lnTo>
                    <a:pt x="72805" y="34420"/>
                  </a:lnTo>
                  <a:lnTo>
                    <a:pt x="73084" y="34477"/>
                  </a:lnTo>
                  <a:lnTo>
                    <a:pt x="73371" y="34535"/>
                  </a:lnTo>
                  <a:lnTo>
                    <a:pt x="73623" y="34586"/>
                  </a:lnTo>
                  <a:lnTo>
                    <a:pt x="74411" y="34746"/>
                  </a:lnTo>
                  <a:lnTo>
                    <a:pt x="74962" y="34858"/>
                  </a:lnTo>
                  <a:lnTo>
                    <a:pt x="75241" y="34915"/>
                  </a:lnTo>
                  <a:lnTo>
                    <a:pt x="75455" y="34959"/>
                  </a:lnTo>
                  <a:lnTo>
                    <a:pt x="75746" y="35018"/>
                  </a:lnTo>
                  <a:lnTo>
                    <a:pt x="76462" y="35165"/>
                  </a:lnTo>
                  <a:lnTo>
                    <a:pt x="76752" y="35246"/>
                  </a:lnTo>
                  <a:lnTo>
                    <a:pt x="77103" y="35344"/>
                  </a:lnTo>
                  <a:lnTo>
                    <a:pt x="78319" y="35683"/>
                  </a:lnTo>
                  <a:lnTo>
                    <a:pt x="78679" y="35784"/>
                  </a:lnTo>
                  <a:lnTo>
                    <a:pt x="78887" y="35827"/>
                  </a:lnTo>
                  <a:lnTo>
                    <a:pt x="79106" y="35874"/>
                  </a:lnTo>
                  <a:lnTo>
                    <a:pt x="79427" y="35941"/>
                  </a:lnTo>
                  <a:lnTo>
                    <a:pt x="79896" y="36040"/>
                  </a:lnTo>
                  <a:lnTo>
                    <a:pt x="80642" y="36139"/>
                  </a:lnTo>
                  <a:lnTo>
                    <a:pt x="80933" y="36177"/>
                  </a:lnTo>
                  <a:lnTo>
                    <a:pt x="81310" y="36227"/>
                  </a:lnTo>
                  <a:lnTo>
                    <a:pt x="82480" y="36726"/>
                  </a:lnTo>
                  <a:lnTo>
                    <a:pt x="82412" y="36978"/>
                  </a:lnTo>
                  <a:lnTo>
                    <a:pt x="82375" y="37117"/>
                  </a:lnTo>
                  <a:lnTo>
                    <a:pt x="82296" y="37456"/>
                  </a:lnTo>
                  <a:lnTo>
                    <a:pt x="82271" y="37691"/>
                  </a:lnTo>
                  <a:lnTo>
                    <a:pt x="82242" y="37963"/>
                  </a:lnTo>
                  <a:lnTo>
                    <a:pt x="82209" y="38277"/>
                  </a:lnTo>
                  <a:lnTo>
                    <a:pt x="82188" y="38472"/>
                  </a:lnTo>
                  <a:lnTo>
                    <a:pt x="82161" y="38731"/>
                  </a:lnTo>
                  <a:lnTo>
                    <a:pt x="82141" y="38919"/>
                  </a:lnTo>
                  <a:lnTo>
                    <a:pt x="82094" y="39357"/>
                  </a:lnTo>
                  <a:lnTo>
                    <a:pt x="82063" y="39646"/>
                  </a:lnTo>
                  <a:lnTo>
                    <a:pt x="82045" y="39820"/>
                  </a:lnTo>
                  <a:lnTo>
                    <a:pt x="82076" y="40082"/>
                  </a:lnTo>
                  <a:lnTo>
                    <a:pt x="82337" y="40119"/>
                  </a:lnTo>
                  <a:lnTo>
                    <a:pt x="82724" y="40184"/>
                  </a:lnTo>
                  <a:lnTo>
                    <a:pt x="83814" y="40365"/>
                  </a:lnTo>
                  <a:lnTo>
                    <a:pt x="84436" y="40468"/>
                  </a:lnTo>
                  <a:lnTo>
                    <a:pt x="84808" y="40530"/>
                  </a:lnTo>
                  <a:lnTo>
                    <a:pt x="85133" y="40584"/>
                  </a:lnTo>
                  <a:lnTo>
                    <a:pt x="86104" y="40745"/>
                  </a:lnTo>
                  <a:lnTo>
                    <a:pt x="86709" y="40846"/>
                  </a:lnTo>
                  <a:lnTo>
                    <a:pt x="87089" y="40909"/>
                  </a:lnTo>
                  <a:lnTo>
                    <a:pt x="87649" y="41002"/>
                  </a:lnTo>
                  <a:lnTo>
                    <a:pt x="87893" y="41042"/>
                  </a:lnTo>
                  <a:lnTo>
                    <a:pt x="88969" y="42834"/>
                  </a:lnTo>
                  <a:lnTo>
                    <a:pt x="89164" y="43198"/>
                  </a:lnTo>
                  <a:lnTo>
                    <a:pt x="89741" y="44198"/>
                  </a:lnTo>
                  <a:lnTo>
                    <a:pt x="89687" y="44465"/>
                  </a:lnTo>
                  <a:lnTo>
                    <a:pt x="89630" y="44742"/>
                  </a:lnTo>
                  <a:lnTo>
                    <a:pt x="89493" y="45416"/>
                  </a:lnTo>
                  <a:lnTo>
                    <a:pt x="89368" y="45646"/>
                  </a:lnTo>
                  <a:lnTo>
                    <a:pt x="89291" y="45787"/>
                  </a:lnTo>
                  <a:lnTo>
                    <a:pt x="89120" y="46102"/>
                  </a:lnTo>
                  <a:lnTo>
                    <a:pt x="88502" y="47240"/>
                  </a:lnTo>
                  <a:lnTo>
                    <a:pt x="88152" y="47881"/>
                  </a:lnTo>
                  <a:lnTo>
                    <a:pt x="87720" y="48557"/>
                  </a:lnTo>
                  <a:lnTo>
                    <a:pt x="87564" y="48655"/>
                  </a:lnTo>
                  <a:lnTo>
                    <a:pt x="86811" y="49130"/>
                  </a:lnTo>
                  <a:lnTo>
                    <a:pt x="86303" y="49450"/>
                  </a:lnTo>
                  <a:lnTo>
                    <a:pt x="85848" y="49738"/>
                  </a:lnTo>
                  <a:lnTo>
                    <a:pt x="85675" y="49847"/>
                  </a:lnTo>
                  <a:lnTo>
                    <a:pt x="84577" y="50540"/>
                  </a:lnTo>
                  <a:lnTo>
                    <a:pt x="84187" y="50764"/>
                  </a:lnTo>
                  <a:lnTo>
                    <a:pt x="83723" y="50941"/>
                  </a:lnTo>
                  <a:lnTo>
                    <a:pt x="83098" y="51180"/>
                  </a:lnTo>
                  <a:lnTo>
                    <a:pt x="82607" y="51191"/>
                  </a:lnTo>
                  <a:lnTo>
                    <a:pt x="82359" y="51196"/>
                  </a:lnTo>
                  <a:lnTo>
                    <a:pt x="82096" y="51202"/>
                  </a:lnTo>
                  <a:lnTo>
                    <a:pt x="81956" y="51205"/>
                  </a:lnTo>
                  <a:lnTo>
                    <a:pt x="81763" y="51209"/>
                  </a:lnTo>
                  <a:lnTo>
                    <a:pt x="81616" y="51212"/>
                  </a:lnTo>
                  <a:lnTo>
                    <a:pt x="80244" y="51075"/>
                  </a:lnTo>
                  <a:lnTo>
                    <a:pt x="79940" y="51042"/>
                  </a:lnTo>
                  <a:lnTo>
                    <a:pt x="78264" y="50800"/>
                  </a:lnTo>
                  <a:lnTo>
                    <a:pt x="78043" y="50744"/>
                  </a:lnTo>
                  <a:lnTo>
                    <a:pt x="77680" y="50651"/>
                  </a:lnTo>
                  <a:lnTo>
                    <a:pt x="77518" y="50609"/>
                  </a:lnTo>
                  <a:lnTo>
                    <a:pt x="77342" y="50564"/>
                  </a:lnTo>
                  <a:lnTo>
                    <a:pt x="77037" y="50486"/>
                  </a:lnTo>
                  <a:lnTo>
                    <a:pt x="76716" y="50404"/>
                  </a:lnTo>
                  <a:lnTo>
                    <a:pt x="76541" y="50360"/>
                  </a:lnTo>
                  <a:lnTo>
                    <a:pt x="76335" y="50307"/>
                  </a:lnTo>
                  <a:lnTo>
                    <a:pt x="76138" y="50256"/>
                  </a:lnTo>
                  <a:lnTo>
                    <a:pt x="74973" y="49957"/>
                  </a:lnTo>
                  <a:lnTo>
                    <a:pt x="74392" y="49808"/>
                  </a:lnTo>
                  <a:lnTo>
                    <a:pt x="73685" y="49627"/>
                  </a:lnTo>
                  <a:lnTo>
                    <a:pt x="73528" y="49587"/>
                  </a:lnTo>
                  <a:lnTo>
                    <a:pt x="73182" y="49498"/>
                  </a:lnTo>
                  <a:lnTo>
                    <a:pt x="72813" y="49403"/>
                  </a:lnTo>
                  <a:lnTo>
                    <a:pt x="71204" y="48991"/>
                  </a:lnTo>
                  <a:lnTo>
                    <a:pt x="70917" y="48917"/>
                  </a:lnTo>
                  <a:lnTo>
                    <a:pt x="70615" y="48839"/>
                  </a:lnTo>
                  <a:lnTo>
                    <a:pt x="69465" y="48544"/>
                  </a:lnTo>
                  <a:lnTo>
                    <a:pt x="69266" y="48493"/>
                  </a:lnTo>
                  <a:lnTo>
                    <a:pt x="68764" y="48364"/>
                  </a:lnTo>
                  <a:lnTo>
                    <a:pt x="68429" y="48278"/>
                  </a:lnTo>
                  <a:lnTo>
                    <a:pt x="68165" y="48211"/>
                  </a:lnTo>
                  <a:lnTo>
                    <a:pt x="67974" y="48167"/>
                  </a:lnTo>
                  <a:lnTo>
                    <a:pt x="67777" y="48945"/>
                  </a:lnTo>
                  <a:lnTo>
                    <a:pt x="67739" y="49097"/>
                  </a:lnTo>
                  <a:lnTo>
                    <a:pt x="67691" y="49286"/>
                  </a:lnTo>
                  <a:lnTo>
                    <a:pt x="67634" y="49510"/>
                  </a:lnTo>
                  <a:lnTo>
                    <a:pt x="67570" y="49762"/>
                  </a:lnTo>
                  <a:lnTo>
                    <a:pt x="66717" y="52581"/>
                  </a:lnTo>
                  <a:lnTo>
                    <a:pt x="66592" y="52991"/>
                  </a:lnTo>
                  <a:lnTo>
                    <a:pt x="66533" y="53185"/>
                  </a:lnTo>
                  <a:lnTo>
                    <a:pt x="66161" y="54413"/>
                  </a:lnTo>
                  <a:lnTo>
                    <a:pt x="66057" y="54757"/>
                  </a:lnTo>
                  <a:lnTo>
                    <a:pt x="65968" y="55052"/>
                  </a:lnTo>
                  <a:lnTo>
                    <a:pt x="65728" y="55977"/>
                  </a:lnTo>
                  <a:lnTo>
                    <a:pt x="65694" y="56109"/>
                  </a:lnTo>
                  <a:lnTo>
                    <a:pt x="65473" y="56958"/>
                  </a:lnTo>
                  <a:lnTo>
                    <a:pt x="65435" y="57104"/>
                  </a:lnTo>
                  <a:lnTo>
                    <a:pt x="65018" y="58712"/>
                  </a:lnTo>
                  <a:lnTo>
                    <a:pt x="64665" y="60070"/>
                  </a:lnTo>
                  <a:lnTo>
                    <a:pt x="64366" y="59994"/>
                  </a:lnTo>
                  <a:lnTo>
                    <a:pt x="52814" y="57061"/>
                  </a:lnTo>
                  <a:lnTo>
                    <a:pt x="52460" y="56971"/>
                  </a:lnTo>
                  <a:lnTo>
                    <a:pt x="52332" y="56938"/>
                  </a:lnTo>
                  <a:lnTo>
                    <a:pt x="52263" y="57364"/>
                  </a:lnTo>
                  <a:lnTo>
                    <a:pt x="52193" y="57798"/>
                  </a:lnTo>
                  <a:lnTo>
                    <a:pt x="52109" y="58316"/>
                  </a:lnTo>
                  <a:lnTo>
                    <a:pt x="52073" y="58541"/>
                  </a:lnTo>
                  <a:lnTo>
                    <a:pt x="51888" y="59686"/>
                  </a:lnTo>
                  <a:lnTo>
                    <a:pt x="51862" y="59841"/>
                  </a:lnTo>
                  <a:lnTo>
                    <a:pt x="51740" y="60597"/>
                  </a:lnTo>
                  <a:lnTo>
                    <a:pt x="51548" y="61785"/>
                  </a:lnTo>
                  <a:lnTo>
                    <a:pt x="51474" y="62246"/>
                  </a:lnTo>
                  <a:lnTo>
                    <a:pt x="51423" y="62558"/>
                  </a:lnTo>
                  <a:lnTo>
                    <a:pt x="51333" y="63117"/>
                  </a:lnTo>
                  <a:lnTo>
                    <a:pt x="51242" y="63731"/>
                  </a:lnTo>
                  <a:lnTo>
                    <a:pt x="51062" y="64943"/>
                  </a:lnTo>
                  <a:lnTo>
                    <a:pt x="50899" y="66044"/>
                  </a:lnTo>
                  <a:lnTo>
                    <a:pt x="50680" y="67519"/>
                  </a:lnTo>
                  <a:lnTo>
                    <a:pt x="50564" y="68300"/>
                  </a:lnTo>
                  <a:lnTo>
                    <a:pt x="50383" y="69520"/>
                  </a:lnTo>
                  <a:lnTo>
                    <a:pt x="50278" y="70230"/>
                  </a:lnTo>
                  <a:lnTo>
                    <a:pt x="50113" y="71342"/>
                  </a:lnTo>
                  <a:lnTo>
                    <a:pt x="50067" y="71654"/>
                  </a:lnTo>
                  <a:lnTo>
                    <a:pt x="49911" y="72706"/>
                  </a:lnTo>
                  <a:lnTo>
                    <a:pt x="49732" y="73910"/>
                  </a:lnTo>
                  <a:lnTo>
                    <a:pt x="49573" y="74989"/>
                  </a:lnTo>
                  <a:lnTo>
                    <a:pt x="49471" y="75676"/>
                  </a:lnTo>
                  <a:lnTo>
                    <a:pt x="49152" y="78514"/>
                  </a:lnTo>
                  <a:lnTo>
                    <a:pt x="49164" y="79040"/>
                  </a:lnTo>
                  <a:lnTo>
                    <a:pt x="49182" y="79889"/>
                  </a:lnTo>
                  <a:lnTo>
                    <a:pt x="49186" y="80069"/>
                  </a:lnTo>
                  <a:lnTo>
                    <a:pt x="49194" y="80414"/>
                  </a:lnTo>
                  <a:lnTo>
                    <a:pt x="49208" y="81065"/>
                  </a:lnTo>
                  <a:lnTo>
                    <a:pt x="49145" y="83406"/>
                  </a:lnTo>
                  <a:lnTo>
                    <a:pt x="49095" y="85261"/>
                  </a:lnTo>
                  <a:lnTo>
                    <a:pt x="49045" y="87145"/>
                  </a:lnTo>
                  <a:lnTo>
                    <a:pt x="48901" y="92348"/>
                  </a:lnTo>
                  <a:lnTo>
                    <a:pt x="47182" y="91848"/>
                  </a:lnTo>
                  <a:lnTo>
                    <a:pt x="41287" y="90136"/>
                  </a:lnTo>
                  <a:lnTo>
                    <a:pt x="40398" y="89878"/>
                  </a:lnTo>
                  <a:lnTo>
                    <a:pt x="39384" y="89583"/>
                  </a:lnTo>
                  <a:lnTo>
                    <a:pt x="38104" y="89212"/>
                  </a:lnTo>
                  <a:lnTo>
                    <a:pt x="37750" y="89109"/>
                  </a:lnTo>
                  <a:lnTo>
                    <a:pt x="33480" y="87875"/>
                  </a:lnTo>
                  <a:lnTo>
                    <a:pt x="32916" y="87712"/>
                  </a:lnTo>
                  <a:lnTo>
                    <a:pt x="28026" y="86301"/>
                  </a:lnTo>
                  <a:lnTo>
                    <a:pt x="24963" y="85418"/>
                  </a:lnTo>
                  <a:lnTo>
                    <a:pt x="24516" y="85288"/>
                  </a:lnTo>
                  <a:lnTo>
                    <a:pt x="23456" y="84989"/>
                  </a:lnTo>
                  <a:lnTo>
                    <a:pt x="22837" y="84814"/>
                  </a:lnTo>
                  <a:lnTo>
                    <a:pt x="20636" y="84193"/>
                  </a:lnTo>
                  <a:lnTo>
                    <a:pt x="20226" y="84074"/>
                  </a:lnTo>
                  <a:lnTo>
                    <a:pt x="19281" y="83800"/>
                  </a:lnTo>
                  <a:lnTo>
                    <a:pt x="17053" y="83155"/>
                  </a:lnTo>
                  <a:lnTo>
                    <a:pt x="15792" y="82790"/>
                  </a:lnTo>
                  <a:lnTo>
                    <a:pt x="15124" y="82603"/>
                  </a:lnTo>
                  <a:lnTo>
                    <a:pt x="5929" y="80028"/>
                  </a:lnTo>
                  <a:lnTo>
                    <a:pt x="5368" y="79859"/>
                  </a:lnTo>
                  <a:lnTo>
                    <a:pt x="4362" y="79554"/>
                  </a:lnTo>
                  <a:lnTo>
                    <a:pt x="4218" y="79511"/>
                  </a:lnTo>
                  <a:lnTo>
                    <a:pt x="540" y="78399"/>
                  </a:lnTo>
                  <a:lnTo>
                    <a:pt x="191" y="78293"/>
                  </a:lnTo>
                  <a:lnTo>
                    <a:pt x="0" y="78219"/>
                  </a:lnTo>
                  <a:lnTo>
                    <a:pt x="11" y="77832"/>
                  </a:lnTo>
                  <a:lnTo>
                    <a:pt x="18" y="77604"/>
                  </a:lnTo>
                  <a:lnTo>
                    <a:pt x="26" y="77347"/>
                  </a:lnTo>
                  <a:lnTo>
                    <a:pt x="37" y="76975"/>
                  </a:lnTo>
                  <a:lnTo>
                    <a:pt x="100" y="74922"/>
                  </a:lnTo>
                  <a:lnTo>
                    <a:pt x="108" y="74668"/>
                  </a:lnTo>
                  <a:lnTo>
                    <a:pt x="369" y="66097"/>
                  </a:lnTo>
                  <a:lnTo>
                    <a:pt x="385" y="65597"/>
                  </a:lnTo>
                  <a:lnTo>
                    <a:pt x="392" y="65350"/>
                  </a:lnTo>
                  <a:lnTo>
                    <a:pt x="418" y="64507"/>
                  </a:lnTo>
                  <a:lnTo>
                    <a:pt x="426" y="64238"/>
                  </a:lnTo>
                  <a:lnTo>
                    <a:pt x="443" y="63706"/>
                  </a:lnTo>
                  <a:lnTo>
                    <a:pt x="481" y="62472"/>
                  </a:lnTo>
                  <a:lnTo>
                    <a:pt x="495" y="62019"/>
                  </a:lnTo>
                  <a:lnTo>
                    <a:pt x="536" y="60686"/>
                  </a:lnTo>
                  <a:lnTo>
                    <a:pt x="543" y="60437"/>
                  </a:lnTo>
                  <a:lnTo>
                    <a:pt x="592" y="58855"/>
                  </a:lnTo>
                  <a:lnTo>
                    <a:pt x="603" y="58514"/>
                  </a:lnTo>
                  <a:lnTo>
                    <a:pt x="657" y="56761"/>
                  </a:lnTo>
                  <a:lnTo>
                    <a:pt x="669" y="56362"/>
                  </a:lnTo>
                  <a:lnTo>
                    <a:pt x="708" y="55090"/>
                  </a:lnTo>
                  <a:lnTo>
                    <a:pt x="723" y="54614"/>
                  </a:lnTo>
                  <a:lnTo>
                    <a:pt x="743" y="53967"/>
                  </a:lnTo>
                  <a:lnTo>
                    <a:pt x="754" y="53620"/>
                  </a:lnTo>
                  <a:lnTo>
                    <a:pt x="758" y="53465"/>
                  </a:lnTo>
                  <a:lnTo>
                    <a:pt x="775" y="52925"/>
                  </a:lnTo>
                  <a:lnTo>
                    <a:pt x="811" y="51770"/>
                  </a:lnTo>
                  <a:lnTo>
                    <a:pt x="817" y="51565"/>
                  </a:lnTo>
                  <a:lnTo>
                    <a:pt x="825" y="51304"/>
                  </a:lnTo>
                  <a:lnTo>
                    <a:pt x="863" y="50058"/>
                  </a:lnTo>
                  <a:lnTo>
                    <a:pt x="881" y="49495"/>
                  </a:lnTo>
                  <a:lnTo>
                    <a:pt x="959" y="46944"/>
                  </a:lnTo>
                  <a:lnTo>
                    <a:pt x="980" y="46268"/>
                  </a:lnTo>
                  <a:lnTo>
                    <a:pt x="1001" y="45591"/>
                  </a:lnTo>
                  <a:lnTo>
                    <a:pt x="1009" y="45337"/>
                  </a:lnTo>
                  <a:lnTo>
                    <a:pt x="1094" y="42505"/>
                  </a:lnTo>
                  <a:lnTo>
                    <a:pt x="1138" y="41036"/>
                  </a:lnTo>
                  <a:lnTo>
                    <a:pt x="1158" y="40263"/>
                  </a:lnTo>
                  <a:lnTo>
                    <a:pt x="1202" y="38523"/>
                  </a:lnTo>
                  <a:lnTo>
                    <a:pt x="1216" y="37975"/>
                  </a:lnTo>
                  <a:lnTo>
                    <a:pt x="1274" y="35731"/>
                  </a:lnTo>
                  <a:lnTo>
                    <a:pt x="1279" y="35575"/>
                  </a:lnTo>
                  <a:lnTo>
                    <a:pt x="1307" y="34685"/>
                  </a:lnTo>
                  <a:lnTo>
                    <a:pt x="1319" y="34290"/>
                  </a:lnTo>
                  <a:lnTo>
                    <a:pt x="1431" y="30776"/>
                  </a:lnTo>
                  <a:lnTo>
                    <a:pt x="1452" y="30096"/>
                  </a:lnTo>
                  <a:lnTo>
                    <a:pt x="1500" y="28587"/>
                  </a:lnTo>
                  <a:lnTo>
                    <a:pt x="1561" y="26667"/>
                  </a:lnTo>
                  <a:lnTo>
                    <a:pt x="1570" y="26359"/>
                  </a:lnTo>
                  <a:lnTo>
                    <a:pt x="1578" y="26127"/>
                  </a:lnTo>
                  <a:lnTo>
                    <a:pt x="1642" y="24090"/>
                  </a:lnTo>
                  <a:lnTo>
                    <a:pt x="1663" y="23437"/>
                  </a:lnTo>
                  <a:lnTo>
                    <a:pt x="1668" y="23283"/>
                  </a:lnTo>
                  <a:lnTo>
                    <a:pt x="1701" y="22243"/>
                  </a:lnTo>
                  <a:lnTo>
                    <a:pt x="1854" y="17401"/>
                  </a:lnTo>
                  <a:lnTo>
                    <a:pt x="1873" y="16807"/>
                  </a:lnTo>
                  <a:lnTo>
                    <a:pt x="1878" y="16662"/>
                  </a:lnTo>
                  <a:lnTo>
                    <a:pt x="1886" y="16388"/>
                  </a:lnTo>
                  <a:lnTo>
                    <a:pt x="1891" y="16223"/>
                  </a:lnTo>
                  <a:lnTo>
                    <a:pt x="1899" y="15987"/>
                  </a:lnTo>
                  <a:lnTo>
                    <a:pt x="2061" y="14574"/>
                  </a:lnTo>
                  <a:lnTo>
                    <a:pt x="2304" y="12459"/>
                  </a:lnTo>
                  <a:lnTo>
                    <a:pt x="2418" y="11848"/>
                  </a:lnTo>
                  <a:lnTo>
                    <a:pt x="2508" y="11367"/>
                  </a:lnTo>
                  <a:lnTo>
                    <a:pt x="2611" y="10816"/>
                  </a:lnTo>
                  <a:lnTo>
                    <a:pt x="2915" y="9614"/>
                  </a:lnTo>
                  <a:lnTo>
                    <a:pt x="3480" y="7386"/>
                  </a:lnTo>
                  <a:lnTo>
                    <a:pt x="3598" y="6917"/>
                  </a:lnTo>
                  <a:lnTo>
                    <a:pt x="3808" y="6088"/>
                  </a:lnTo>
                  <a:lnTo>
                    <a:pt x="3921" y="5643"/>
                  </a:lnTo>
                  <a:lnTo>
                    <a:pt x="3983" y="5399"/>
                  </a:lnTo>
                  <a:lnTo>
                    <a:pt x="4544" y="3185"/>
                  </a:lnTo>
                  <a:lnTo>
                    <a:pt x="5153" y="777"/>
                  </a:lnTo>
                  <a:lnTo>
                    <a:pt x="5266" y="242"/>
                  </a:lnTo>
                  <a:lnTo>
                    <a:pt x="5524" y="0"/>
                  </a:lnTo>
                  <a:lnTo>
                    <a:pt x="5842" y="178"/>
                  </a:lnTo>
                  <a:lnTo>
                    <a:pt x="6046" y="292"/>
                  </a:lnTo>
                  <a:lnTo>
                    <a:pt x="6935" y="764"/>
                  </a:lnTo>
                  <a:lnTo>
                    <a:pt x="7758" y="1200"/>
                  </a:lnTo>
                  <a:lnTo>
                    <a:pt x="7898" y="1275"/>
                  </a:lnTo>
                  <a:lnTo>
                    <a:pt x="11017" y="2929"/>
                  </a:lnTo>
                  <a:lnTo>
                    <a:pt x="13751" y="4380"/>
                  </a:lnTo>
                  <a:lnTo>
                    <a:pt x="14470" y="4761"/>
                  </a:lnTo>
                  <a:lnTo>
                    <a:pt x="14995" y="5039"/>
                  </a:lnTo>
                  <a:lnTo>
                    <a:pt x="17174" y="6196"/>
                  </a:lnTo>
                  <a:lnTo>
                    <a:pt x="17672" y="6427"/>
                  </a:lnTo>
                  <a:lnTo>
                    <a:pt x="20396" y="7695"/>
                  </a:lnTo>
                  <a:lnTo>
                    <a:pt x="20548" y="7766"/>
                  </a:lnTo>
                  <a:lnTo>
                    <a:pt x="20715" y="7849"/>
                  </a:lnTo>
                  <a:lnTo>
                    <a:pt x="20881" y="7932"/>
                  </a:lnTo>
                  <a:lnTo>
                    <a:pt x="21011" y="7997"/>
                  </a:lnTo>
                  <a:lnTo>
                    <a:pt x="21348" y="8166"/>
                  </a:lnTo>
                  <a:lnTo>
                    <a:pt x="21585" y="8285"/>
                  </a:lnTo>
                  <a:lnTo>
                    <a:pt x="22019" y="8501"/>
                  </a:lnTo>
                  <a:lnTo>
                    <a:pt x="22340" y="8662"/>
                  </a:lnTo>
                  <a:lnTo>
                    <a:pt x="22574" y="8779"/>
                  </a:lnTo>
                  <a:lnTo>
                    <a:pt x="22970" y="8977"/>
                  </a:lnTo>
                  <a:lnTo>
                    <a:pt x="23399" y="9194"/>
                  </a:lnTo>
                  <a:lnTo>
                    <a:pt x="23991" y="9500"/>
                  </a:lnTo>
                  <a:lnTo>
                    <a:pt x="24201" y="9608"/>
                  </a:lnTo>
                  <a:lnTo>
                    <a:pt x="24440" y="9732"/>
                  </a:lnTo>
                  <a:lnTo>
                    <a:pt x="24678" y="9855"/>
                  </a:lnTo>
                  <a:lnTo>
                    <a:pt x="24940" y="9991"/>
                  </a:lnTo>
                  <a:lnTo>
                    <a:pt x="25118" y="10083"/>
                  </a:lnTo>
                  <a:lnTo>
                    <a:pt x="25406" y="10232"/>
                  </a:lnTo>
                  <a:lnTo>
                    <a:pt x="26310" y="10700"/>
                  </a:lnTo>
                  <a:lnTo>
                    <a:pt x="26521" y="10808"/>
                  </a:lnTo>
                  <a:lnTo>
                    <a:pt x="28351" y="11755"/>
                  </a:lnTo>
                  <a:lnTo>
                    <a:pt x="28778" y="11970"/>
                  </a:lnTo>
                  <a:lnTo>
                    <a:pt x="29080" y="12122"/>
                  </a:lnTo>
                  <a:lnTo>
                    <a:pt x="29797" y="12482"/>
                  </a:lnTo>
                  <a:lnTo>
                    <a:pt x="30585" y="12879"/>
                  </a:lnTo>
                  <a:lnTo>
                    <a:pt x="31858" y="13519"/>
                  </a:lnTo>
                  <a:lnTo>
                    <a:pt x="32376" y="13780"/>
                  </a:lnTo>
                  <a:lnTo>
                    <a:pt x="33014" y="14101"/>
                  </a:lnTo>
                  <a:lnTo>
                    <a:pt x="33283" y="14236"/>
                  </a:lnTo>
                  <a:lnTo>
                    <a:pt x="33717" y="14455"/>
                  </a:lnTo>
                  <a:lnTo>
                    <a:pt x="34035" y="14615"/>
                  </a:lnTo>
                  <a:lnTo>
                    <a:pt x="34332" y="14764"/>
                  </a:lnTo>
                  <a:lnTo>
                    <a:pt x="34477" y="14837"/>
                  </a:lnTo>
                  <a:lnTo>
                    <a:pt x="35428" y="15318"/>
                  </a:lnTo>
                  <a:lnTo>
                    <a:pt x="35971" y="15612"/>
                  </a:lnTo>
                  <a:lnTo>
                    <a:pt x="36565" y="15934"/>
                  </a:lnTo>
                  <a:lnTo>
                    <a:pt x="37343" y="16356"/>
                  </a:lnTo>
                  <a:lnTo>
                    <a:pt x="37925" y="16672"/>
                  </a:lnTo>
                  <a:lnTo>
                    <a:pt x="38206" y="16824"/>
                  </a:lnTo>
                  <a:lnTo>
                    <a:pt x="38367" y="16911"/>
                  </a:lnTo>
                  <a:lnTo>
                    <a:pt x="38746" y="17117"/>
                  </a:lnTo>
                  <a:lnTo>
                    <a:pt x="39051" y="17277"/>
                  </a:lnTo>
                  <a:lnTo>
                    <a:pt x="39261" y="17366"/>
                  </a:lnTo>
                  <a:lnTo>
                    <a:pt x="39567" y="17495"/>
                  </a:lnTo>
                  <a:lnTo>
                    <a:pt x="39709" y="17555"/>
                  </a:lnTo>
                  <a:lnTo>
                    <a:pt x="40270" y="17792"/>
                  </a:lnTo>
                  <a:lnTo>
                    <a:pt x="40651" y="17953"/>
                  </a:lnTo>
                  <a:lnTo>
                    <a:pt x="41065" y="18129"/>
                  </a:lnTo>
                  <a:lnTo>
                    <a:pt x="41403" y="18271"/>
                  </a:lnTo>
                  <a:lnTo>
                    <a:pt x="42772" y="18840"/>
                  </a:lnTo>
                  <a:lnTo>
                    <a:pt x="43050" y="18917"/>
                  </a:lnTo>
                  <a:lnTo>
                    <a:pt x="43201" y="18959"/>
                  </a:lnTo>
                  <a:lnTo>
                    <a:pt x="43359" y="19003"/>
                  </a:lnTo>
                  <a:lnTo>
                    <a:pt x="43607" y="19071"/>
                  </a:lnTo>
                  <a:lnTo>
                    <a:pt x="44196" y="19234"/>
                  </a:lnTo>
                  <a:lnTo>
                    <a:pt x="44670" y="19365"/>
                  </a:lnTo>
                  <a:lnTo>
                    <a:pt x="44865" y="19419"/>
                  </a:lnTo>
                  <a:lnTo>
                    <a:pt x="45447" y="19580"/>
                  </a:lnTo>
                  <a:lnTo>
                    <a:pt x="45597" y="19623"/>
                  </a:lnTo>
                  <a:lnTo>
                    <a:pt x="45982" y="19733"/>
                  </a:lnTo>
                  <a:lnTo>
                    <a:pt x="46421" y="19859"/>
                  </a:lnTo>
                  <a:lnTo>
                    <a:pt x="46625" y="19917"/>
                  </a:lnTo>
                  <a:lnTo>
                    <a:pt x="46752" y="19954"/>
                  </a:lnTo>
                  <a:lnTo>
                    <a:pt x="47344" y="20123"/>
                  </a:lnTo>
                  <a:lnTo>
                    <a:pt x="47779" y="20248"/>
                  </a:lnTo>
                  <a:lnTo>
                    <a:pt x="48164" y="20358"/>
                  </a:lnTo>
                  <a:lnTo>
                    <a:pt x="48686" y="21586"/>
                  </a:lnTo>
                  <a:lnTo>
                    <a:pt x="48642" y="21808"/>
                  </a:lnTo>
                  <a:lnTo>
                    <a:pt x="48607" y="21986"/>
                  </a:lnTo>
                  <a:lnTo>
                    <a:pt x="48570" y="22174"/>
                  </a:lnTo>
                  <a:lnTo>
                    <a:pt x="48426" y="22901"/>
                  </a:lnTo>
                  <a:lnTo>
                    <a:pt x="48280" y="23642"/>
                  </a:lnTo>
                  <a:lnTo>
                    <a:pt x="48246" y="23812"/>
                  </a:lnTo>
                  <a:lnTo>
                    <a:pt x="48133" y="24385"/>
                  </a:lnTo>
                  <a:lnTo>
                    <a:pt x="48062" y="24743"/>
                  </a:lnTo>
                  <a:lnTo>
                    <a:pt x="48020" y="24955"/>
                  </a:lnTo>
                  <a:lnTo>
                    <a:pt x="47933" y="25398"/>
                  </a:lnTo>
                  <a:lnTo>
                    <a:pt x="47858" y="25778"/>
                  </a:lnTo>
                  <a:lnTo>
                    <a:pt x="47802" y="26057"/>
                  </a:lnTo>
                  <a:lnTo>
                    <a:pt x="47740" y="26348"/>
                  </a:lnTo>
                  <a:lnTo>
                    <a:pt x="47662" y="26715"/>
                  </a:lnTo>
                  <a:lnTo>
                    <a:pt x="47569" y="27152"/>
                  </a:lnTo>
                  <a:lnTo>
                    <a:pt x="47517" y="27397"/>
                  </a:lnTo>
                  <a:lnTo>
                    <a:pt x="47457" y="27677"/>
                  </a:lnTo>
                  <a:lnTo>
                    <a:pt x="47400" y="27948"/>
                  </a:lnTo>
                  <a:lnTo>
                    <a:pt x="47329" y="28278"/>
                  </a:lnTo>
                  <a:lnTo>
                    <a:pt x="47264" y="28586"/>
                  </a:lnTo>
                  <a:lnTo>
                    <a:pt x="47171" y="29020"/>
                  </a:lnTo>
                  <a:lnTo>
                    <a:pt x="47120" y="29259"/>
                  </a:lnTo>
                  <a:lnTo>
                    <a:pt x="47066" y="29517"/>
                  </a:lnTo>
                  <a:lnTo>
                    <a:pt x="47013" y="29763"/>
                  </a:lnTo>
                  <a:lnTo>
                    <a:pt x="46955" y="30037"/>
                  </a:lnTo>
                  <a:lnTo>
                    <a:pt x="46910" y="30248"/>
                  </a:lnTo>
                  <a:lnTo>
                    <a:pt x="46855" y="30507"/>
                  </a:lnTo>
                  <a:lnTo>
                    <a:pt x="46773" y="30893"/>
                  </a:lnTo>
                  <a:lnTo>
                    <a:pt x="47754" y="31693"/>
                  </a:lnTo>
                  <a:lnTo>
                    <a:pt x="48145" y="31777"/>
                  </a:lnTo>
                  <a:lnTo>
                    <a:pt x="48364" y="31823"/>
                  </a:lnTo>
                  <a:lnTo>
                    <a:pt x="48666" y="31888"/>
                  </a:lnTo>
                  <a:lnTo>
                    <a:pt x="48840" y="31925"/>
                  </a:lnTo>
                  <a:lnTo>
                    <a:pt x="49196" y="32001"/>
                  </a:lnTo>
                  <a:lnTo>
                    <a:pt x="49472" y="32060"/>
                  </a:lnTo>
                  <a:lnTo>
                    <a:pt x="49644" y="32096"/>
                  </a:lnTo>
                  <a:lnTo>
                    <a:pt x="50161" y="32206"/>
                  </a:lnTo>
                  <a:lnTo>
                    <a:pt x="50291" y="32234"/>
                  </a:lnTo>
                  <a:lnTo>
                    <a:pt x="50554" y="32290"/>
                  </a:lnTo>
                  <a:lnTo>
                    <a:pt x="51006" y="32386"/>
                  </a:lnTo>
                  <a:lnTo>
                    <a:pt x="51285" y="32446"/>
                  </a:lnTo>
                  <a:lnTo>
                    <a:pt x="51908" y="32578"/>
                  </a:lnTo>
                  <a:lnTo>
                    <a:pt x="52313" y="32665"/>
                  </a:lnTo>
                  <a:lnTo>
                    <a:pt x="52671" y="32741"/>
                  </a:lnTo>
                  <a:lnTo>
                    <a:pt x="53563" y="32931"/>
                  </a:lnTo>
                  <a:lnTo>
                    <a:pt x="54032" y="33031"/>
                  </a:lnTo>
                  <a:lnTo>
                    <a:pt x="54219" y="33071"/>
                  </a:lnTo>
                  <a:lnTo>
                    <a:pt x="54612" y="33154"/>
                  </a:lnTo>
                  <a:lnTo>
                    <a:pt x="55069" y="33252"/>
                  </a:lnTo>
                  <a:lnTo>
                    <a:pt x="55307" y="33302"/>
                  </a:lnTo>
                  <a:lnTo>
                    <a:pt x="55560" y="33356"/>
                  </a:lnTo>
                  <a:lnTo>
                    <a:pt x="55731" y="33393"/>
                  </a:lnTo>
                  <a:lnTo>
                    <a:pt x="56388" y="33532"/>
                  </a:lnTo>
                  <a:lnTo>
                    <a:pt x="56928" y="33648"/>
                  </a:lnTo>
                  <a:lnTo>
                    <a:pt x="57118" y="33688"/>
                  </a:lnTo>
                  <a:lnTo>
                    <a:pt x="57317" y="33730"/>
                  </a:lnTo>
                  <a:lnTo>
                    <a:pt x="57607" y="33792"/>
                  </a:lnTo>
                  <a:lnTo>
                    <a:pt x="58125" y="33901"/>
                  </a:lnTo>
                  <a:lnTo>
                    <a:pt x="58505" y="33981"/>
                  </a:lnTo>
                  <a:lnTo>
                    <a:pt x="59082" y="34103"/>
                  </a:lnTo>
                  <a:lnTo>
                    <a:pt x="59810" y="34256"/>
                  </a:lnTo>
                  <a:lnTo>
                    <a:pt x="60023" y="34301"/>
                  </a:lnTo>
                  <a:lnTo>
                    <a:pt x="60227" y="34344"/>
                  </a:lnTo>
                  <a:lnTo>
                    <a:pt x="60501" y="34402"/>
                  </a:lnTo>
                  <a:lnTo>
                    <a:pt x="61635" y="34641"/>
                  </a:lnTo>
                  <a:lnTo>
                    <a:pt x="61990" y="34715"/>
                  </a:lnTo>
                  <a:lnTo>
                    <a:pt x="62166" y="34753"/>
                  </a:lnTo>
                  <a:lnTo>
                    <a:pt x="62362" y="34794"/>
                  </a:lnTo>
                  <a:lnTo>
                    <a:pt x="62581" y="34840"/>
                  </a:lnTo>
                  <a:lnTo>
                    <a:pt x="62827" y="34891"/>
                  </a:lnTo>
                  <a:lnTo>
                    <a:pt x="63159" y="34956"/>
                  </a:lnTo>
                  <a:lnTo>
                    <a:pt x="63445" y="35011"/>
                  </a:lnTo>
                  <a:lnTo>
                    <a:pt x="63827" y="35086"/>
                  </a:lnTo>
                  <a:lnTo>
                    <a:pt x="64196" y="35158"/>
                  </a:lnTo>
                  <a:lnTo>
                    <a:pt x="64364" y="35190"/>
                  </a:lnTo>
                  <a:lnTo>
                    <a:pt x="65448" y="35403"/>
                  </a:lnTo>
                  <a:lnTo>
                    <a:pt x="65609" y="35437"/>
                  </a:lnTo>
                  <a:lnTo>
                    <a:pt x="65798" y="35476"/>
                  </a:lnTo>
                  <a:lnTo>
                    <a:pt x="67431" y="35817"/>
                  </a:lnTo>
                  <a:lnTo>
                    <a:pt x="67751" y="35884"/>
                  </a:lnTo>
                  <a:lnTo>
                    <a:pt x="67968" y="35929"/>
                  </a:lnTo>
                  <a:lnTo>
                    <a:pt x="68389" y="36017"/>
                  </a:lnTo>
                  <a:lnTo>
                    <a:pt x="69410" y="362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3086094" y="5135532"/>
              <a:ext cx="54658" cy="76283"/>
            </a:xfrm>
            <a:custGeom>
              <a:avLst/>
              <a:pathLst>
                <a:path w="54658" h="76283">
                  <a:moveTo>
                    <a:pt x="46742" y="57140"/>
                  </a:moveTo>
                  <a:lnTo>
                    <a:pt x="47075" y="59924"/>
                  </a:lnTo>
                  <a:lnTo>
                    <a:pt x="46895" y="60878"/>
                  </a:lnTo>
                  <a:lnTo>
                    <a:pt x="46844" y="61151"/>
                  </a:lnTo>
                  <a:lnTo>
                    <a:pt x="46552" y="62699"/>
                  </a:lnTo>
                  <a:lnTo>
                    <a:pt x="46479" y="63085"/>
                  </a:lnTo>
                  <a:lnTo>
                    <a:pt x="46369" y="63667"/>
                  </a:lnTo>
                  <a:lnTo>
                    <a:pt x="46291" y="64079"/>
                  </a:lnTo>
                  <a:lnTo>
                    <a:pt x="46240" y="64353"/>
                  </a:lnTo>
                  <a:lnTo>
                    <a:pt x="46199" y="64569"/>
                  </a:lnTo>
                  <a:lnTo>
                    <a:pt x="46125" y="64960"/>
                  </a:lnTo>
                  <a:lnTo>
                    <a:pt x="46093" y="65130"/>
                  </a:lnTo>
                  <a:lnTo>
                    <a:pt x="46069" y="65257"/>
                  </a:lnTo>
                  <a:lnTo>
                    <a:pt x="46016" y="65538"/>
                  </a:lnTo>
                  <a:lnTo>
                    <a:pt x="45934" y="65971"/>
                  </a:lnTo>
                  <a:lnTo>
                    <a:pt x="45898" y="66166"/>
                  </a:lnTo>
                  <a:lnTo>
                    <a:pt x="45856" y="66376"/>
                  </a:lnTo>
                  <a:lnTo>
                    <a:pt x="45618" y="67402"/>
                  </a:lnTo>
                  <a:lnTo>
                    <a:pt x="45459" y="68086"/>
                  </a:lnTo>
                  <a:lnTo>
                    <a:pt x="45382" y="68415"/>
                  </a:lnTo>
                  <a:lnTo>
                    <a:pt x="45351" y="68550"/>
                  </a:lnTo>
                  <a:lnTo>
                    <a:pt x="45279" y="68860"/>
                  </a:lnTo>
                  <a:lnTo>
                    <a:pt x="45198" y="69207"/>
                  </a:lnTo>
                  <a:lnTo>
                    <a:pt x="45098" y="69640"/>
                  </a:lnTo>
                  <a:lnTo>
                    <a:pt x="45068" y="69770"/>
                  </a:lnTo>
                  <a:lnTo>
                    <a:pt x="44960" y="70233"/>
                  </a:lnTo>
                  <a:lnTo>
                    <a:pt x="44901" y="70488"/>
                  </a:lnTo>
                  <a:lnTo>
                    <a:pt x="44803" y="70910"/>
                  </a:lnTo>
                  <a:lnTo>
                    <a:pt x="44651" y="71564"/>
                  </a:lnTo>
                  <a:lnTo>
                    <a:pt x="44457" y="72398"/>
                  </a:lnTo>
                  <a:lnTo>
                    <a:pt x="44263" y="73235"/>
                  </a:lnTo>
                  <a:lnTo>
                    <a:pt x="44060" y="74110"/>
                  </a:lnTo>
                  <a:lnTo>
                    <a:pt x="43818" y="75151"/>
                  </a:lnTo>
                  <a:lnTo>
                    <a:pt x="43218" y="76283"/>
                  </a:lnTo>
                  <a:lnTo>
                    <a:pt x="42821" y="76169"/>
                  </a:lnTo>
                  <a:lnTo>
                    <a:pt x="42437" y="76059"/>
                  </a:lnTo>
                  <a:lnTo>
                    <a:pt x="41882" y="75900"/>
                  </a:lnTo>
                  <a:lnTo>
                    <a:pt x="41410" y="75765"/>
                  </a:lnTo>
                  <a:lnTo>
                    <a:pt x="41282" y="75728"/>
                  </a:lnTo>
                  <a:lnTo>
                    <a:pt x="41067" y="75667"/>
                  </a:lnTo>
                  <a:lnTo>
                    <a:pt x="40639" y="75544"/>
                  </a:lnTo>
                  <a:lnTo>
                    <a:pt x="40255" y="75434"/>
                  </a:lnTo>
                  <a:lnTo>
                    <a:pt x="40023" y="75368"/>
                  </a:lnTo>
                  <a:lnTo>
                    <a:pt x="39522" y="75230"/>
                  </a:lnTo>
                  <a:lnTo>
                    <a:pt x="39328" y="75176"/>
                  </a:lnTo>
                  <a:lnTo>
                    <a:pt x="38854" y="75045"/>
                  </a:lnTo>
                  <a:lnTo>
                    <a:pt x="38182" y="74859"/>
                  </a:lnTo>
                  <a:lnTo>
                    <a:pt x="38017" y="74814"/>
                  </a:lnTo>
                  <a:lnTo>
                    <a:pt x="37859" y="74770"/>
                  </a:lnTo>
                  <a:lnTo>
                    <a:pt x="37708" y="74728"/>
                  </a:lnTo>
                  <a:lnTo>
                    <a:pt x="36201" y="74141"/>
                  </a:lnTo>
                  <a:lnTo>
                    <a:pt x="35940" y="74032"/>
                  </a:lnTo>
                  <a:lnTo>
                    <a:pt x="35587" y="73882"/>
                  </a:lnTo>
                  <a:lnTo>
                    <a:pt x="35271" y="73749"/>
                  </a:lnTo>
                  <a:lnTo>
                    <a:pt x="34816" y="73556"/>
                  </a:lnTo>
                  <a:lnTo>
                    <a:pt x="34367" y="73366"/>
                  </a:lnTo>
                  <a:lnTo>
                    <a:pt x="34122" y="73263"/>
                  </a:lnTo>
                  <a:lnTo>
                    <a:pt x="33909" y="73172"/>
                  </a:lnTo>
                  <a:lnTo>
                    <a:pt x="33661" y="73067"/>
                  </a:lnTo>
                  <a:lnTo>
                    <a:pt x="33341" y="72894"/>
                  </a:lnTo>
                  <a:lnTo>
                    <a:pt x="33024" y="72722"/>
                  </a:lnTo>
                  <a:lnTo>
                    <a:pt x="32744" y="72570"/>
                  </a:lnTo>
                  <a:lnTo>
                    <a:pt x="32351" y="72357"/>
                  </a:lnTo>
                  <a:lnTo>
                    <a:pt x="31362" y="71821"/>
                  </a:lnTo>
                  <a:lnTo>
                    <a:pt x="31222" y="71745"/>
                  </a:lnTo>
                  <a:lnTo>
                    <a:pt x="30504" y="71356"/>
                  </a:lnTo>
                  <a:lnTo>
                    <a:pt x="30022" y="71095"/>
                  </a:lnTo>
                  <a:lnTo>
                    <a:pt x="29134" y="70648"/>
                  </a:lnTo>
                  <a:lnTo>
                    <a:pt x="28968" y="70564"/>
                  </a:lnTo>
                  <a:lnTo>
                    <a:pt x="28601" y="70380"/>
                  </a:lnTo>
                  <a:lnTo>
                    <a:pt x="28375" y="70266"/>
                  </a:lnTo>
                  <a:lnTo>
                    <a:pt x="27941" y="70047"/>
                  </a:lnTo>
                  <a:lnTo>
                    <a:pt x="27671" y="69912"/>
                  </a:lnTo>
                  <a:lnTo>
                    <a:pt x="27034" y="69591"/>
                  </a:lnTo>
                  <a:lnTo>
                    <a:pt x="26516" y="69330"/>
                  </a:lnTo>
                  <a:lnTo>
                    <a:pt x="25243" y="68690"/>
                  </a:lnTo>
                  <a:lnTo>
                    <a:pt x="24318" y="68225"/>
                  </a:lnTo>
                  <a:lnTo>
                    <a:pt x="23695" y="67911"/>
                  </a:lnTo>
                  <a:lnTo>
                    <a:pt x="23436" y="67781"/>
                  </a:lnTo>
                  <a:lnTo>
                    <a:pt x="23009" y="67566"/>
                  </a:lnTo>
                  <a:lnTo>
                    <a:pt x="21122" y="66590"/>
                  </a:lnTo>
                  <a:lnTo>
                    <a:pt x="20806" y="66427"/>
                  </a:lnTo>
                  <a:lnTo>
                    <a:pt x="20064" y="66043"/>
                  </a:lnTo>
                  <a:lnTo>
                    <a:pt x="19775" y="65894"/>
                  </a:lnTo>
                  <a:lnTo>
                    <a:pt x="19577" y="65791"/>
                  </a:lnTo>
                  <a:lnTo>
                    <a:pt x="19258" y="65626"/>
                  </a:lnTo>
                  <a:lnTo>
                    <a:pt x="19059" y="65523"/>
                  </a:lnTo>
                  <a:lnTo>
                    <a:pt x="18858" y="65419"/>
                  </a:lnTo>
                  <a:lnTo>
                    <a:pt x="18549" y="65259"/>
                  </a:lnTo>
                  <a:lnTo>
                    <a:pt x="17897" y="64922"/>
                  </a:lnTo>
                  <a:lnTo>
                    <a:pt x="17628" y="64788"/>
                  </a:lnTo>
                  <a:lnTo>
                    <a:pt x="17232" y="64590"/>
                  </a:lnTo>
                  <a:lnTo>
                    <a:pt x="16998" y="64473"/>
                  </a:lnTo>
                  <a:lnTo>
                    <a:pt x="16676" y="64312"/>
                  </a:lnTo>
                  <a:lnTo>
                    <a:pt x="16243" y="64096"/>
                  </a:lnTo>
                  <a:lnTo>
                    <a:pt x="16006" y="63977"/>
                  </a:lnTo>
                  <a:lnTo>
                    <a:pt x="15669" y="63808"/>
                  </a:lnTo>
                  <a:lnTo>
                    <a:pt x="15538" y="63743"/>
                  </a:lnTo>
                  <a:lnTo>
                    <a:pt x="15339" y="63644"/>
                  </a:lnTo>
                  <a:lnTo>
                    <a:pt x="15206" y="63577"/>
                  </a:lnTo>
                  <a:lnTo>
                    <a:pt x="15054" y="63506"/>
                  </a:lnTo>
                  <a:lnTo>
                    <a:pt x="12329" y="62238"/>
                  </a:lnTo>
                  <a:lnTo>
                    <a:pt x="11832" y="62007"/>
                  </a:lnTo>
                  <a:lnTo>
                    <a:pt x="9652" y="60850"/>
                  </a:lnTo>
                  <a:lnTo>
                    <a:pt x="9127" y="60572"/>
                  </a:lnTo>
                  <a:lnTo>
                    <a:pt x="8409" y="60191"/>
                  </a:lnTo>
                  <a:lnTo>
                    <a:pt x="5674" y="58740"/>
                  </a:lnTo>
                  <a:lnTo>
                    <a:pt x="2556" y="57086"/>
                  </a:lnTo>
                  <a:lnTo>
                    <a:pt x="2415" y="57011"/>
                  </a:lnTo>
                  <a:lnTo>
                    <a:pt x="1593" y="56575"/>
                  </a:lnTo>
                  <a:lnTo>
                    <a:pt x="703" y="56103"/>
                  </a:lnTo>
                  <a:lnTo>
                    <a:pt x="500" y="55989"/>
                  </a:lnTo>
                  <a:lnTo>
                    <a:pt x="0" y="55708"/>
                  </a:lnTo>
                  <a:lnTo>
                    <a:pt x="724" y="52428"/>
                  </a:lnTo>
                  <a:lnTo>
                    <a:pt x="795" y="52109"/>
                  </a:lnTo>
                  <a:lnTo>
                    <a:pt x="834" y="51932"/>
                  </a:lnTo>
                  <a:lnTo>
                    <a:pt x="1087" y="50787"/>
                  </a:lnTo>
                  <a:lnTo>
                    <a:pt x="1574" y="48586"/>
                  </a:lnTo>
                  <a:lnTo>
                    <a:pt x="1664" y="48175"/>
                  </a:lnTo>
                  <a:lnTo>
                    <a:pt x="2485" y="44460"/>
                  </a:lnTo>
                  <a:lnTo>
                    <a:pt x="2774" y="43152"/>
                  </a:lnTo>
                  <a:lnTo>
                    <a:pt x="2927" y="42462"/>
                  </a:lnTo>
                  <a:lnTo>
                    <a:pt x="3678" y="39064"/>
                  </a:lnTo>
                  <a:lnTo>
                    <a:pt x="3911" y="38008"/>
                  </a:lnTo>
                  <a:lnTo>
                    <a:pt x="3953" y="37821"/>
                  </a:lnTo>
                  <a:lnTo>
                    <a:pt x="3999" y="37610"/>
                  </a:lnTo>
                  <a:lnTo>
                    <a:pt x="4062" y="37327"/>
                  </a:lnTo>
                  <a:lnTo>
                    <a:pt x="4110" y="37107"/>
                  </a:lnTo>
                  <a:lnTo>
                    <a:pt x="4165" y="36860"/>
                  </a:lnTo>
                  <a:lnTo>
                    <a:pt x="4768" y="34132"/>
                  </a:lnTo>
                  <a:lnTo>
                    <a:pt x="5108" y="32591"/>
                  </a:lnTo>
                  <a:lnTo>
                    <a:pt x="5207" y="32192"/>
                  </a:lnTo>
                  <a:lnTo>
                    <a:pt x="5244" y="32035"/>
                  </a:lnTo>
                  <a:lnTo>
                    <a:pt x="5634" y="30369"/>
                  </a:lnTo>
                  <a:lnTo>
                    <a:pt x="6331" y="27388"/>
                  </a:lnTo>
                  <a:lnTo>
                    <a:pt x="6623" y="26139"/>
                  </a:lnTo>
                  <a:lnTo>
                    <a:pt x="6922" y="24861"/>
                  </a:lnTo>
                  <a:lnTo>
                    <a:pt x="7589" y="22010"/>
                  </a:lnTo>
                  <a:lnTo>
                    <a:pt x="7786" y="21168"/>
                  </a:lnTo>
                  <a:lnTo>
                    <a:pt x="8294" y="18998"/>
                  </a:lnTo>
                  <a:lnTo>
                    <a:pt x="8336" y="18817"/>
                  </a:lnTo>
                  <a:lnTo>
                    <a:pt x="8831" y="16703"/>
                  </a:lnTo>
                  <a:lnTo>
                    <a:pt x="9230" y="14995"/>
                  </a:lnTo>
                  <a:lnTo>
                    <a:pt x="9477" y="13941"/>
                  </a:lnTo>
                  <a:lnTo>
                    <a:pt x="9809" y="12524"/>
                  </a:lnTo>
                  <a:lnTo>
                    <a:pt x="9996" y="11723"/>
                  </a:lnTo>
                  <a:lnTo>
                    <a:pt x="10125" y="11171"/>
                  </a:lnTo>
                  <a:lnTo>
                    <a:pt x="10659" y="8889"/>
                  </a:lnTo>
                  <a:lnTo>
                    <a:pt x="10960" y="7584"/>
                  </a:lnTo>
                  <a:lnTo>
                    <a:pt x="11061" y="7145"/>
                  </a:lnTo>
                  <a:lnTo>
                    <a:pt x="11143" y="6790"/>
                  </a:lnTo>
                  <a:lnTo>
                    <a:pt x="11198" y="6551"/>
                  </a:lnTo>
                  <a:lnTo>
                    <a:pt x="11795" y="3810"/>
                  </a:lnTo>
                  <a:lnTo>
                    <a:pt x="12079" y="2507"/>
                  </a:lnTo>
                  <a:lnTo>
                    <a:pt x="12223" y="1845"/>
                  </a:lnTo>
                  <a:lnTo>
                    <a:pt x="12304" y="1474"/>
                  </a:lnTo>
                  <a:lnTo>
                    <a:pt x="12626" y="0"/>
                  </a:lnTo>
                  <a:lnTo>
                    <a:pt x="12896" y="56"/>
                  </a:lnTo>
                  <a:lnTo>
                    <a:pt x="17565" y="1028"/>
                  </a:lnTo>
                  <a:lnTo>
                    <a:pt x="18544" y="1232"/>
                  </a:lnTo>
                  <a:lnTo>
                    <a:pt x="19737" y="1481"/>
                  </a:lnTo>
                  <a:lnTo>
                    <a:pt x="20776" y="1707"/>
                  </a:lnTo>
                  <a:lnTo>
                    <a:pt x="21300" y="1821"/>
                  </a:lnTo>
                  <a:lnTo>
                    <a:pt x="27993" y="3278"/>
                  </a:lnTo>
                  <a:lnTo>
                    <a:pt x="28654" y="3421"/>
                  </a:lnTo>
                  <a:lnTo>
                    <a:pt x="28603" y="3608"/>
                  </a:lnTo>
                  <a:lnTo>
                    <a:pt x="28094" y="5458"/>
                  </a:lnTo>
                  <a:lnTo>
                    <a:pt x="28015" y="5732"/>
                  </a:lnTo>
                  <a:lnTo>
                    <a:pt x="27875" y="6210"/>
                  </a:lnTo>
                  <a:lnTo>
                    <a:pt x="27778" y="6543"/>
                  </a:lnTo>
                  <a:lnTo>
                    <a:pt x="27539" y="7362"/>
                  </a:lnTo>
                  <a:lnTo>
                    <a:pt x="27492" y="7522"/>
                  </a:lnTo>
                  <a:lnTo>
                    <a:pt x="27419" y="7806"/>
                  </a:lnTo>
                  <a:lnTo>
                    <a:pt x="27282" y="8339"/>
                  </a:lnTo>
                  <a:lnTo>
                    <a:pt x="27242" y="8491"/>
                  </a:lnTo>
                  <a:lnTo>
                    <a:pt x="26969" y="9554"/>
                  </a:lnTo>
                  <a:lnTo>
                    <a:pt x="26886" y="9874"/>
                  </a:lnTo>
                  <a:lnTo>
                    <a:pt x="26819" y="10137"/>
                  </a:lnTo>
                  <a:lnTo>
                    <a:pt x="26670" y="10716"/>
                  </a:lnTo>
                  <a:lnTo>
                    <a:pt x="26618" y="10918"/>
                  </a:lnTo>
                  <a:lnTo>
                    <a:pt x="26875" y="10986"/>
                  </a:lnTo>
                  <a:lnTo>
                    <a:pt x="27687" y="11200"/>
                  </a:lnTo>
                  <a:lnTo>
                    <a:pt x="28450" y="11545"/>
                  </a:lnTo>
                  <a:lnTo>
                    <a:pt x="28402" y="11732"/>
                  </a:lnTo>
                  <a:lnTo>
                    <a:pt x="28292" y="12163"/>
                  </a:lnTo>
                  <a:lnTo>
                    <a:pt x="28238" y="12378"/>
                  </a:lnTo>
                  <a:lnTo>
                    <a:pt x="28109" y="12884"/>
                  </a:lnTo>
                  <a:lnTo>
                    <a:pt x="28029" y="13203"/>
                  </a:lnTo>
                  <a:lnTo>
                    <a:pt x="27909" y="13685"/>
                  </a:lnTo>
                  <a:lnTo>
                    <a:pt x="27835" y="13981"/>
                  </a:lnTo>
                  <a:lnTo>
                    <a:pt x="27681" y="14593"/>
                  </a:lnTo>
                  <a:lnTo>
                    <a:pt x="27627" y="14809"/>
                  </a:lnTo>
                  <a:lnTo>
                    <a:pt x="27411" y="15670"/>
                  </a:lnTo>
                  <a:lnTo>
                    <a:pt x="27349" y="15918"/>
                  </a:lnTo>
                  <a:lnTo>
                    <a:pt x="27174" y="16616"/>
                  </a:lnTo>
                  <a:lnTo>
                    <a:pt x="27028" y="17200"/>
                  </a:lnTo>
                  <a:lnTo>
                    <a:pt x="26952" y="17504"/>
                  </a:lnTo>
                  <a:lnTo>
                    <a:pt x="26772" y="18224"/>
                  </a:lnTo>
                  <a:lnTo>
                    <a:pt x="26591" y="18946"/>
                  </a:lnTo>
                  <a:lnTo>
                    <a:pt x="26558" y="19075"/>
                  </a:lnTo>
                  <a:lnTo>
                    <a:pt x="26508" y="19276"/>
                  </a:lnTo>
                  <a:lnTo>
                    <a:pt x="26364" y="19850"/>
                  </a:lnTo>
                  <a:lnTo>
                    <a:pt x="26275" y="20205"/>
                  </a:lnTo>
                  <a:lnTo>
                    <a:pt x="26241" y="20341"/>
                  </a:lnTo>
                  <a:lnTo>
                    <a:pt x="24291" y="28724"/>
                  </a:lnTo>
                  <a:lnTo>
                    <a:pt x="24245" y="28925"/>
                  </a:lnTo>
                  <a:lnTo>
                    <a:pt x="24200" y="29121"/>
                  </a:lnTo>
                  <a:lnTo>
                    <a:pt x="24336" y="29148"/>
                  </a:lnTo>
                  <a:lnTo>
                    <a:pt x="26081" y="29495"/>
                  </a:lnTo>
                  <a:lnTo>
                    <a:pt x="26799" y="29655"/>
                  </a:lnTo>
                  <a:lnTo>
                    <a:pt x="27238" y="29753"/>
                  </a:lnTo>
                  <a:lnTo>
                    <a:pt x="27530" y="29818"/>
                  </a:lnTo>
                  <a:lnTo>
                    <a:pt x="28346" y="30000"/>
                  </a:lnTo>
                  <a:lnTo>
                    <a:pt x="29181" y="30186"/>
                  </a:lnTo>
                  <a:lnTo>
                    <a:pt x="30286" y="30431"/>
                  </a:lnTo>
                  <a:lnTo>
                    <a:pt x="31345" y="30667"/>
                  </a:lnTo>
                  <a:lnTo>
                    <a:pt x="31948" y="30802"/>
                  </a:lnTo>
                  <a:lnTo>
                    <a:pt x="32235" y="30866"/>
                  </a:lnTo>
                  <a:lnTo>
                    <a:pt x="33227" y="31086"/>
                  </a:lnTo>
                  <a:lnTo>
                    <a:pt x="34909" y="31461"/>
                  </a:lnTo>
                  <a:lnTo>
                    <a:pt x="35104" y="31504"/>
                  </a:lnTo>
                  <a:lnTo>
                    <a:pt x="35403" y="31571"/>
                  </a:lnTo>
                  <a:lnTo>
                    <a:pt x="36422" y="31798"/>
                  </a:lnTo>
                  <a:lnTo>
                    <a:pt x="37242" y="31980"/>
                  </a:lnTo>
                  <a:lnTo>
                    <a:pt x="37669" y="32075"/>
                  </a:lnTo>
                  <a:lnTo>
                    <a:pt x="38649" y="32293"/>
                  </a:lnTo>
                  <a:lnTo>
                    <a:pt x="38587" y="32550"/>
                  </a:lnTo>
                  <a:lnTo>
                    <a:pt x="38501" y="32814"/>
                  </a:lnTo>
                  <a:lnTo>
                    <a:pt x="38852" y="33686"/>
                  </a:lnTo>
                  <a:lnTo>
                    <a:pt x="39069" y="33797"/>
                  </a:lnTo>
                  <a:lnTo>
                    <a:pt x="39420" y="33978"/>
                  </a:lnTo>
                  <a:lnTo>
                    <a:pt x="39724" y="34134"/>
                  </a:lnTo>
                  <a:lnTo>
                    <a:pt x="39943" y="34246"/>
                  </a:lnTo>
                  <a:lnTo>
                    <a:pt x="40340" y="34450"/>
                  </a:lnTo>
                  <a:lnTo>
                    <a:pt x="40651" y="34610"/>
                  </a:lnTo>
                  <a:lnTo>
                    <a:pt x="40841" y="34707"/>
                  </a:lnTo>
                  <a:lnTo>
                    <a:pt x="41156" y="34869"/>
                  </a:lnTo>
                  <a:lnTo>
                    <a:pt x="41695" y="35146"/>
                  </a:lnTo>
                  <a:lnTo>
                    <a:pt x="42015" y="35310"/>
                  </a:lnTo>
                  <a:lnTo>
                    <a:pt x="43303" y="35971"/>
                  </a:lnTo>
                  <a:lnTo>
                    <a:pt x="43850" y="36253"/>
                  </a:lnTo>
                  <a:lnTo>
                    <a:pt x="45129" y="36909"/>
                  </a:lnTo>
                  <a:lnTo>
                    <a:pt x="46769" y="37751"/>
                  </a:lnTo>
                  <a:lnTo>
                    <a:pt x="47580" y="38168"/>
                  </a:lnTo>
                  <a:lnTo>
                    <a:pt x="47897" y="38331"/>
                  </a:lnTo>
                  <a:lnTo>
                    <a:pt x="49104" y="38951"/>
                  </a:lnTo>
                  <a:lnTo>
                    <a:pt x="49395" y="39100"/>
                  </a:lnTo>
                  <a:lnTo>
                    <a:pt x="49577" y="39193"/>
                  </a:lnTo>
                  <a:lnTo>
                    <a:pt x="49898" y="39358"/>
                  </a:lnTo>
                  <a:lnTo>
                    <a:pt x="50148" y="39487"/>
                  </a:lnTo>
                  <a:lnTo>
                    <a:pt x="50321" y="39575"/>
                  </a:lnTo>
                  <a:lnTo>
                    <a:pt x="50736" y="39788"/>
                  </a:lnTo>
                  <a:lnTo>
                    <a:pt x="54239" y="41587"/>
                  </a:lnTo>
                  <a:lnTo>
                    <a:pt x="54658" y="41802"/>
                  </a:lnTo>
                  <a:lnTo>
                    <a:pt x="54530" y="42004"/>
                  </a:lnTo>
                  <a:lnTo>
                    <a:pt x="53707" y="43303"/>
                  </a:lnTo>
                  <a:lnTo>
                    <a:pt x="53470" y="43678"/>
                  </a:lnTo>
                  <a:lnTo>
                    <a:pt x="53326" y="43905"/>
                  </a:lnTo>
                  <a:lnTo>
                    <a:pt x="52977" y="44459"/>
                  </a:lnTo>
                  <a:lnTo>
                    <a:pt x="52772" y="44782"/>
                  </a:lnTo>
                  <a:lnTo>
                    <a:pt x="51922" y="46128"/>
                  </a:lnTo>
                  <a:lnTo>
                    <a:pt x="51676" y="46518"/>
                  </a:lnTo>
                  <a:lnTo>
                    <a:pt x="50016" y="50284"/>
                  </a:lnTo>
                  <a:lnTo>
                    <a:pt x="48232" y="540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3016516" y="5159754"/>
              <a:ext cx="74765" cy="72626"/>
            </a:xfrm>
            <a:custGeom>
              <a:avLst/>
              <a:pathLst>
                <a:path w="74765" h="72626">
                  <a:moveTo>
                    <a:pt x="70302" y="28206"/>
                  </a:moveTo>
                  <a:lnTo>
                    <a:pt x="69577" y="31487"/>
                  </a:lnTo>
                  <a:lnTo>
                    <a:pt x="69501" y="31832"/>
                  </a:lnTo>
                  <a:lnTo>
                    <a:pt x="69388" y="32367"/>
                  </a:lnTo>
                  <a:lnTo>
                    <a:pt x="68779" y="34774"/>
                  </a:lnTo>
                  <a:lnTo>
                    <a:pt x="68218" y="36988"/>
                  </a:lnTo>
                  <a:lnTo>
                    <a:pt x="68156" y="37232"/>
                  </a:lnTo>
                  <a:lnTo>
                    <a:pt x="68043" y="37677"/>
                  </a:lnTo>
                  <a:lnTo>
                    <a:pt x="67833" y="38507"/>
                  </a:lnTo>
                  <a:lnTo>
                    <a:pt x="67704" y="39018"/>
                  </a:lnTo>
                  <a:lnTo>
                    <a:pt x="67150" y="41203"/>
                  </a:lnTo>
                  <a:lnTo>
                    <a:pt x="66846" y="42405"/>
                  </a:lnTo>
                  <a:lnTo>
                    <a:pt x="66720" y="43080"/>
                  </a:lnTo>
                  <a:lnTo>
                    <a:pt x="66643" y="43494"/>
                  </a:lnTo>
                  <a:lnTo>
                    <a:pt x="66539" y="44049"/>
                  </a:lnTo>
                  <a:lnTo>
                    <a:pt x="66296" y="46164"/>
                  </a:lnTo>
                  <a:lnTo>
                    <a:pt x="66134" y="47577"/>
                  </a:lnTo>
                  <a:lnTo>
                    <a:pt x="66127" y="47813"/>
                  </a:lnTo>
                  <a:lnTo>
                    <a:pt x="66121" y="47977"/>
                  </a:lnTo>
                  <a:lnTo>
                    <a:pt x="66113" y="48251"/>
                  </a:lnTo>
                  <a:lnTo>
                    <a:pt x="66108" y="48396"/>
                  </a:lnTo>
                  <a:lnTo>
                    <a:pt x="66089" y="48991"/>
                  </a:lnTo>
                  <a:lnTo>
                    <a:pt x="65936" y="53833"/>
                  </a:lnTo>
                  <a:lnTo>
                    <a:pt x="65903" y="54872"/>
                  </a:lnTo>
                  <a:lnTo>
                    <a:pt x="65898" y="55026"/>
                  </a:lnTo>
                  <a:lnTo>
                    <a:pt x="65877" y="55680"/>
                  </a:lnTo>
                  <a:lnTo>
                    <a:pt x="65813" y="57716"/>
                  </a:lnTo>
                  <a:lnTo>
                    <a:pt x="65806" y="57949"/>
                  </a:lnTo>
                  <a:lnTo>
                    <a:pt x="65796" y="58256"/>
                  </a:lnTo>
                  <a:lnTo>
                    <a:pt x="65735" y="60176"/>
                  </a:lnTo>
                  <a:lnTo>
                    <a:pt x="65687" y="61685"/>
                  </a:lnTo>
                  <a:lnTo>
                    <a:pt x="65664" y="62405"/>
                  </a:lnTo>
                  <a:lnTo>
                    <a:pt x="65554" y="65879"/>
                  </a:lnTo>
                  <a:lnTo>
                    <a:pt x="65542" y="66275"/>
                  </a:lnTo>
                  <a:lnTo>
                    <a:pt x="65514" y="67165"/>
                  </a:lnTo>
                  <a:lnTo>
                    <a:pt x="65507" y="67379"/>
                  </a:lnTo>
                  <a:lnTo>
                    <a:pt x="65450" y="69631"/>
                  </a:lnTo>
                  <a:lnTo>
                    <a:pt x="65437" y="70112"/>
                  </a:lnTo>
                  <a:lnTo>
                    <a:pt x="65393" y="71853"/>
                  </a:lnTo>
                  <a:lnTo>
                    <a:pt x="65373" y="72626"/>
                  </a:lnTo>
                  <a:lnTo>
                    <a:pt x="65170" y="72625"/>
                  </a:lnTo>
                  <a:lnTo>
                    <a:pt x="62015" y="72614"/>
                  </a:lnTo>
                  <a:lnTo>
                    <a:pt x="60241" y="72608"/>
                  </a:lnTo>
                  <a:lnTo>
                    <a:pt x="57978" y="72600"/>
                  </a:lnTo>
                  <a:lnTo>
                    <a:pt x="56183" y="72593"/>
                  </a:lnTo>
                  <a:lnTo>
                    <a:pt x="53070" y="72582"/>
                  </a:lnTo>
                  <a:lnTo>
                    <a:pt x="51553" y="72577"/>
                  </a:lnTo>
                  <a:lnTo>
                    <a:pt x="50918" y="72575"/>
                  </a:lnTo>
                  <a:lnTo>
                    <a:pt x="50596" y="72574"/>
                  </a:lnTo>
                  <a:lnTo>
                    <a:pt x="50111" y="72572"/>
                  </a:lnTo>
                  <a:lnTo>
                    <a:pt x="48971" y="72556"/>
                  </a:lnTo>
                  <a:lnTo>
                    <a:pt x="47480" y="72534"/>
                  </a:lnTo>
                  <a:lnTo>
                    <a:pt x="47061" y="72528"/>
                  </a:lnTo>
                  <a:lnTo>
                    <a:pt x="46633" y="72522"/>
                  </a:lnTo>
                  <a:lnTo>
                    <a:pt x="45308" y="72503"/>
                  </a:lnTo>
                  <a:lnTo>
                    <a:pt x="43293" y="72460"/>
                  </a:lnTo>
                  <a:lnTo>
                    <a:pt x="42735" y="72448"/>
                  </a:lnTo>
                  <a:lnTo>
                    <a:pt x="39810" y="72386"/>
                  </a:lnTo>
                  <a:lnTo>
                    <a:pt x="34515" y="72272"/>
                  </a:lnTo>
                  <a:lnTo>
                    <a:pt x="32446" y="72228"/>
                  </a:lnTo>
                  <a:lnTo>
                    <a:pt x="32184" y="72222"/>
                  </a:lnTo>
                  <a:lnTo>
                    <a:pt x="32418" y="70682"/>
                  </a:lnTo>
                  <a:lnTo>
                    <a:pt x="32615" y="69379"/>
                  </a:lnTo>
                  <a:lnTo>
                    <a:pt x="32678" y="68966"/>
                  </a:lnTo>
                  <a:lnTo>
                    <a:pt x="32974" y="66997"/>
                  </a:lnTo>
                  <a:lnTo>
                    <a:pt x="33002" y="66795"/>
                  </a:lnTo>
                  <a:lnTo>
                    <a:pt x="33063" y="66348"/>
                  </a:lnTo>
                  <a:lnTo>
                    <a:pt x="33123" y="65901"/>
                  </a:lnTo>
                  <a:lnTo>
                    <a:pt x="33157" y="65656"/>
                  </a:lnTo>
                  <a:lnTo>
                    <a:pt x="33279" y="64757"/>
                  </a:lnTo>
                  <a:lnTo>
                    <a:pt x="33381" y="64005"/>
                  </a:lnTo>
                  <a:lnTo>
                    <a:pt x="33401" y="63861"/>
                  </a:lnTo>
                  <a:lnTo>
                    <a:pt x="33515" y="63054"/>
                  </a:lnTo>
                  <a:lnTo>
                    <a:pt x="33582" y="62577"/>
                  </a:lnTo>
                  <a:lnTo>
                    <a:pt x="33642" y="62150"/>
                  </a:lnTo>
                  <a:lnTo>
                    <a:pt x="33726" y="61554"/>
                  </a:lnTo>
                  <a:lnTo>
                    <a:pt x="33809" y="60966"/>
                  </a:lnTo>
                  <a:lnTo>
                    <a:pt x="33906" y="60278"/>
                  </a:lnTo>
                  <a:lnTo>
                    <a:pt x="34034" y="59369"/>
                  </a:lnTo>
                  <a:lnTo>
                    <a:pt x="34144" y="58588"/>
                  </a:lnTo>
                  <a:lnTo>
                    <a:pt x="34307" y="57435"/>
                  </a:lnTo>
                  <a:lnTo>
                    <a:pt x="34369" y="56995"/>
                  </a:lnTo>
                  <a:lnTo>
                    <a:pt x="34535" y="55815"/>
                  </a:lnTo>
                  <a:lnTo>
                    <a:pt x="34606" y="55313"/>
                  </a:lnTo>
                  <a:lnTo>
                    <a:pt x="34700" y="54649"/>
                  </a:lnTo>
                  <a:lnTo>
                    <a:pt x="34811" y="53855"/>
                  </a:lnTo>
                  <a:lnTo>
                    <a:pt x="34947" y="52897"/>
                  </a:lnTo>
                  <a:lnTo>
                    <a:pt x="35214" y="51002"/>
                  </a:lnTo>
                  <a:lnTo>
                    <a:pt x="35243" y="50795"/>
                  </a:lnTo>
                  <a:lnTo>
                    <a:pt x="35431" y="49459"/>
                  </a:lnTo>
                  <a:lnTo>
                    <a:pt x="35526" y="48785"/>
                  </a:lnTo>
                  <a:lnTo>
                    <a:pt x="35588" y="48345"/>
                  </a:lnTo>
                  <a:lnTo>
                    <a:pt x="35698" y="47633"/>
                  </a:lnTo>
                  <a:lnTo>
                    <a:pt x="35735" y="47405"/>
                  </a:lnTo>
                  <a:lnTo>
                    <a:pt x="35917" y="46286"/>
                  </a:lnTo>
                  <a:lnTo>
                    <a:pt x="36118" y="45053"/>
                  </a:lnTo>
                  <a:lnTo>
                    <a:pt x="36166" y="44760"/>
                  </a:lnTo>
                  <a:lnTo>
                    <a:pt x="36441" y="43065"/>
                  </a:lnTo>
                  <a:lnTo>
                    <a:pt x="36590" y="42150"/>
                  </a:lnTo>
                  <a:lnTo>
                    <a:pt x="36623" y="41950"/>
                  </a:lnTo>
                  <a:lnTo>
                    <a:pt x="36810" y="40797"/>
                  </a:lnTo>
                  <a:lnTo>
                    <a:pt x="36851" y="40543"/>
                  </a:lnTo>
                  <a:lnTo>
                    <a:pt x="36921" y="40116"/>
                  </a:lnTo>
                  <a:lnTo>
                    <a:pt x="37054" y="39477"/>
                  </a:lnTo>
                  <a:lnTo>
                    <a:pt x="37269" y="38442"/>
                  </a:lnTo>
                  <a:lnTo>
                    <a:pt x="37320" y="38194"/>
                  </a:lnTo>
                  <a:lnTo>
                    <a:pt x="37508" y="37292"/>
                  </a:lnTo>
                  <a:lnTo>
                    <a:pt x="37552" y="37081"/>
                  </a:lnTo>
                  <a:lnTo>
                    <a:pt x="37811" y="35831"/>
                  </a:lnTo>
                  <a:lnTo>
                    <a:pt x="37884" y="35482"/>
                  </a:lnTo>
                  <a:lnTo>
                    <a:pt x="38167" y="34118"/>
                  </a:lnTo>
                  <a:lnTo>
                    <a:pt x="38195" y="33985"/>
                  </a:lnTo>
                  <a:lnTo>
                    <a:pt x="38258" y="33679"/>
                  </a:lnTo>
                  <a:lnTo>
                    <a:pt x="38394" y="33028"/>
                  </a:lnTo>
                  <a:lnTo>
                    <a:pt x="38565" y="32204"/>
                  </a:lnTo>
                  <a:lnTo>
                    <a:pt x="37471" y="32021"/>
                  </a:lnTo>
                  <a:lnTo>
                    <a:pt x="37006" y="31944"/>
                  </a:lnTo>
                  <a:lnTo>
                    <a:pt x="36839" y="31916"/>
                  </a:lnTo>
                  <a:lnTo>
                    <a:pt x="36382" y="31840"/>
                  </a:lnTo>
                  <a:lnTo>
                    <a:pt x="35964" y="31763"/>
                  </a:lnTo>
                  <a:lnTo>
                    <a:pt x="34069" y="31416"/>
                  </a:lnTo>
                  <a:lnTo>
                    <a:pt x="33196" y="31257"/>
                  </a:lnTo>
                  <a:lnTo>
                    <a:pt x="32842" y="31192"/>
                  </a:lnTo>
                  <a:lnTo>
                    <a:pt x="31165" y="30885"/>
                  </a:lnTo>
                  <a:lnTo>
                    <a:pt x="31037" y="30861"/>
                  </a:lnTo>
                  <a:lnTo>
                    <a:pt x="30864" y="30830"/>
                  </a:lnTo>
                  <a:lnTo>
                    <a:pt x="29509" y="30674"/>
                  </a:lnTo>
                  <a:lnTo>
                    <a:pt x="28278" y="30532"/>
                  </a:lnTo>
                  <a:lnTo>
                    <a:pt x="27838" y="30482"/>
                  </a:lnTo>
                  <a:lnTo>
                    <a:pt x="27047" y="30484"/>
                  </a:lnTo>
                  <a:lnTo>
                    <a:pt x="26674" y="30485"/>
                  </a:lnTo>
                  <a:lnTo>
                    <a:pt x="24406" y="30491"/>
                  </a:lnTo>
                  <a:lnTo>
                    <a:pt x="23942" y="30492"/>
                  </a:lnTo>
                  <a:lnTo>
                    <a:pt x="23493" y="30493"/>
                  </a:lnTo>
                  <a:lnTo>
                    <a:pt x="23279" y="30493"/>
                  </a:lnTo>
                  <a:lnTo>
                    <a:pt x="23074" y="30494"/>
                  </a:lnTo>
                  <a:lnTo>
                    <a:pt x="22395" y="30639"/>
                  </a:lnTo>
                  <a:lnTo>
                    <a:pt x="21162" y="30904"/>
                  </a:lnTo>
                  <a:lnTo>
                    <a:pt x="19462" y="31268"/>
                  </a:lnTo>
                  <a:lnTo>
                    <a:pt x="19222" y="31320"/>
                  </a:lnTo>
                  <a:lnTo>
                    <a:pt x="18503" y="31473"/>
                  </a:lnTo>
                  <a:lnTo>
                    <a:pt x="18289" y="31519"/>
                  </a:lnTo>
                  <a:lnTo>
                    <a:pt x="17623" y="31700"/>
                  </a:lnTo>
                  <a:lnTo>
                    <a:pt x="16634" y="31967"/>
                  </a:lnTo>
                  <a:lnTo>
                    <a:pt x="14214" y="32622"/>
                  </a:lnTo>
                  <a:lnTo>
                    <a:pt x="12471" y="33094"/>
                  </a:lnTo>
                  <a:lnTo>
                    <a:pt x="12169" y="33176"/>
                  </a:lnTo>
                  <a:lnTo>
                    <a:pt x="10109" y="33733"/>
                  </a:lnTo>
                  <a:lnTo>
                    <a:pt x="9950" y="33776"/>
                  </a:lnTo>
                  <a:lnTo>
                    <a:pt x="9766" y="33826"/>
                  </a:lnTo>
                  <a:lnTo>
                    <a:pt x="9119" y="34040"/>
                  </a:lnTo>
                  <a:lnTo>
                    <a:pt x="8388" y="34282"/>
                  </a:lnTo>
                  <a:lnTo>
                    <a:pt x="8026" y="34402"/>
                  </a:lnTo>
                  <a:lnTo>
                    <a:pt x="7950" y="34115"/>
                  </a:lnTo>
                  <a:lnTo>
                    <a:pt x="7729" y="33276"/>
                  </a:lnTo>
                  <a:lnTo>
                    <a:pt x="7504" y="32425"/>
                  </a:lnTo>
                  <a:lnTo>
                    <a:pt x="6988" y="30469"/>
                  </a:lnTo>
                  <a:lnTo>
                    <a:pt x="6888" y="30088"/>
                  </a:lnTo>
                  <a:lnTo>
                    <a:pt x="6839" y="29903"/>
                  </a:lnTo>
                  <a:lnTo>
                    <a:pt x="6612" y="29044"/>
                  </a:lnTo>
                  <a:lnTo>
                    <a:pt x="6431" y="28359"/>
                  </a:lnTo>
                  <a:lnTo>
                    <a:pt x="6257" y="27699"/>
                  </a:lnTo>
                  <a:lnTo>
                    <a:pt x="5734" y="25717"/>
                  </a:lnTo>
                  <a:lnTo>
                    <a:pt x="5411" y="24494"/>
                  </a:lnTo>
                  <a:lnTo>
                    <a:pt x="5218" y="23761"/>
                  </a:lnTo>
                  <a:lnTo>
                    <a:pt x="4917" y="22623"/>
                  </a:lnTo>
                  <a:lnTo>
                    <a:pt x="4789" y="22136"/>
                  </a:lnTo>
                  <a:lnTo>
                    <a:pt x="4659" y="21656"/>
                  </a:lnTo>
                  <a:lnTo>
                    <a:pt x="4554" y="21265"/>
                  </a:lnTo>
                  <a:lnTo>
                    <a:pt x="3780" y="18402"/>
                  </a:lnTo>
                  <a:lnTo>
                    <a:pt x="3726" y="18201"/>
                  </a:lnTo>
                  <a:lnTo>
                    <a:pt x="3537" y="17503"/>
                  </a:lnTo>
                  <a:lnTo>
                    <a:pt x="3005" y="15533"/>
                  </a:lnTo>
                  <a:lnTo>
                    <a:pt x="2827" y="14873"/>
                  </a:lnTo>
                  <a:lnTo>
                    <a:pt x="2717" y="14468"/>
                  </a:lnTo>
                  <a:lnTo>
                    <a:pt x="2658" y="14237"/>
                  </a:lnTo>
                  <a:lnTo>
                    <a:pt x="2604" y="14023"/>
                  </a:lnTo>
                  <a:lnTo>
                    <a:pt x="2524" y="13708"/>
                  </a:lnTo>
                  <a:lnTo>
                    <a:pt x="1958" y="11480"/>
                  </a:lnTo>
                  <a:lnTo>
                    <a:pt x="1807" y="10883"/>
                  </a:lnTo>
                  <a:lnTo>
                    <a:pt x="1474" y="9576"/>
                  </a:lnTo>
                  <a:lnTo>
                    <a:pt x="1412" y="9329"/>
                  </a:lnTo>
                  <a:lnTo>
                    <a:pt x="1364" y="9139"/>
                  </a:lnTo>
                  <a:lnTo>
                    <a:pt x="1086" y="8045"/>
                  </a:lnTo>
                  <a:lnTo>
                    <a:pt x="867" y="7184"/>
                  </a:lnTo>
                  <a:lnTo>
                    <a:pt x="816" y="6974"/>
                  </a:lnTo>
                  <a:lnTo>
                    <a:pt x="370" y="5151"/>
                  </a:lnTo>
                  <a:lnTo>
                    <a:pt x="214" y="4512"/>
                  </a:lnTo>
                  <a:lnTo>
                    <a:pt x="0" y="3637"/>
                  </a:lnTo>
                  <a:lnTo>
                    <a:pt x="476" y="3491"/>
                  </a:lnTo>
                  <a:lnTo>
                    <a:pt x="1130" y="3290"/>
                  </a:lnTo>
                  <a:lnTo>
                    <a:pt x="2281" y="2937"/>
                  </a:lnTo>
                  <a:lnTo>
                    <a:pt x="3020" y="2785"/>
                  </a:lnTo>
                  <a:lnTo>
                    <a:pt x="3908" y="2602"/>
                  </a:lnTo>
                  <a:lnTo>
                    <a:pt x="5458" y="2283"/>
                  </a:lnTo>
                  <a:lnTo>
                    <a:pt x="5661" y="2241"/>
                  </a:lnTo>
                  <a:lnTo>
                    <a:pt x="5963" y="2179"/>
                  </a:lnTo>
                  <a:lnTo>
                    <a:pt x="8198" y="1719"/>
                  </a:lnTo>
                  <a:lnTo>
                    <a:pt x="9962" y="1470"/>
                  </a:lnTo>
                  <a:lnTo>
                    <a:pt x="10751" y="1359"/>
                  </a:lnTo>
                  <a:lnTo>
                    <a:pt x="10914" y="1336"/>
                  </a:lnTo>
                  <a:lnTo>
                    <a:pt x="14226" y="869"/>
                  </a:lnTo>
                  <a:lnTo>
                    <a:pt x="14757" y="794"/>
                  </a:lnTo>
                  <a:lnTo>
                    <a:pt x="16629" y="537"/>
                  </a:lnTo>
                  <a:lnTo>
                    <a:pt x="20567" y="252"/>
                  </a:lnTo>
                  <a:lnTo>
                    <a:pt x="21027" y="219"/>
                  </a:lnTo>
                  <a:lnTo>
                    <a:pt x="22291" y="128"/>
                  </a:lnTo>
                  <a:lnTo>
                    <a:pt x="25140" y="75"/>
                  </a:lnTo>
                  <a:lnTo>
                    <a:pt x="26167" y="56"/>
                  </a:lnTo>
                  <a:lnTo>
                    <a:pt x="28567" y="11"/>
                  </a:lnTo>
                  <a:lnTo>
                    <a:pt x="29201" y="0"/>
                  </a:lnTo>
                  <a:lnTo>
                    <a:pt x="35353" y="216"/>
                  </a:lnTo>
                  <a:lnTo>
                    <a:pt x="35520" y="234"/>
                  </a:lnTo>
                  <a:lnTo>
                    <a:pt x="37187" y="420"/>
                  </a:lnTo>
                  <a:lnTo>
                    <a:pt x="37622" y="469"/>
                  </a:lnTo>
                  <a:lnTo>
                    <a:pt x="39556" y="685"/>
                  </a:lnTo>
                  <a:lnTo>
                    <a:pt x="39863" y="719"/>
                  </a:lnTo>
                  <a:lnTo>
                    <a:pt x="40338" y="772"/>
                  </a:lnTo>
                  <a:lnTo>
                    <a:pt x="40535" y="794"/>
                  </a:lnTo>
                  <a:lnTo>
                    <a:pt x="40830" y="827"/>
                  </a:lnTo>
                  <a:lnTo>
                    <a:pt x="41468" y="900"/>
                  </a:lnTo>
                  <a:lnTo>
                    <a:pt x="41839" y="976"/>
                  </a:lnTo>
                  <a:lnTo>
                    <a:pt x="43781" y="1372"/>
                  </a:lnTo>
                  <a:lnTo>
                    <a:pt x="45684" y="1761"/>
                  </a:lnTo>
                  <a:lnTo>
                    <a:pt x="46271" y="1881"/>
                  </a:lnTo>
                  <a:lnTo>
                    <a:pt x="46831" y="1995"/>
                  </a:lnTo>
                  <a:lnTo>
                    <a:pt x="48307" y="2297"/>
                  </a:lnTo>
                  <a:lnTo>
                    <a:pt x="48850" y="2408"/>
                  </a:lnTo>
                  <a:lnTo>
                    <a:pt x="49300" y="2499"/>
                  </a:lnTo>
                  <a:lnTo>
                    <a:pt x="50065" y="2656"/>
                  </a:lnTo>
                  <a:lnTo>
                    <a:pt x="52744" y="3203"/>
                  </a:lnTo>
                  <a:lnTo>
                    <a:pt x="53081" y="3272"/>
                  </a:lnTo>
                  <a:lnTo>
                    <a:pt x="53445" y="3352"/>
                  </a:lnTo>
                  <a:lnTo>
                    <a:pt x="54071" y="3490"/>
                  </a:lnTo>
                  <a:lnTo>
                    <a:pt x="54286" y="3537"/>
                  </a:lnTo>
                  <a:lnTo>
                    <a:pt x="55269" y="3754"/>
                  </a:lnTo>
                  <a:lnTo>
                    <a:pt x="56468" y="4018"/>
                  </a:lnTo>
                  <a:lnTo>
                    <a:pt x="57333" y="4209"/>
                  </a:lnTo>
                  <a:lnTo>
                    <a:pt x="58588" y="4485"/>
                  </a:lnTo>
                  <a:lnTo>
                    <a:pt x="58993" y="4575"/>
                  </a:lnTo>
                  <a:lnTo>
                    <a:pt x="59526" y="4692"/>
                  </a:lnTo>
                  <a:lnTo>
                    <a:pt x="60136" y="4827"/>
                  </a:lnTo>
                  <a:lnTo>
                    <a:pt x="61148" y="5049"/>
                  </a:lnTo>
                  <a:lnTo>
                    <a:pt x="63289" y="5521"/>
                  </a:lnTo>
                  <a:lnTo>
                    <a:pt x="63852" y="5645"/>
                  </a:lnTo>
                  <a:lnTo>
                    <a:pt x="64276" y="5739"/>
                  </a:lnTo>
                  <a:lnTo>
                    <a:pt x="66087" y="6138"/>
                  </a:lnTo>
                  <a:lnTo>
                    <a:pt x="67838" y="6524"/>
                  </a:lnTo>
                  <a:lnTo>
                    <a:pt x="74002" y="7807"/>
                  </a:lnTo>
                  <a:lnTo>
                    <a:pt x="74765" y="8051"/>
                  </a:lnTo>
                  <a:lnTo>
                    <a:pt x="74686" y="8370"/>
                  </a:lnTo>
                  <a:lnTo>
                    <a:pt x="74345" y="9910"/>
                  </a:lnTo>
                  <a:lnTo>
                    <a:pt x="73742" y="12639"/>
                  </a:lnTo>
                  <a:lnTo>
                    <a:pt x="73688" y="12885"/>
                  </a:lnTo>
                  <a:lnTo>
                    <a:pt x="73639" y="13106"/>
                  </a:lnTo>
                  <a:lnTo>
                    <a:pt x="73577" y="13389"/>
                  </a:lnTo>
                  <a:lnTo>
                    <a:pt x="73530" y="13600"/>
                  </a:lnTo>
                  <a:lnTo>
                    <a:pt x="73489" y="13786"/>
                  </a:lnTo>
                  <a:lnTo>
                    <a:pt x="73255" y="14843"/>
                  </a:lnTo>
                  <a:lnTo>
                    <a:pt x="72504" y="18240"/>
                  </a:lnTo>
                  <a:lnTo>
                    <a:pt x="72352" y="18931"/>
                  </a:lnTo>
                  <a:lnTo>
                    <a:pt x="72063" y="20239"/>
                  </a:lnTo>
                  <a:lnTo>
                    <a:pt x="71242" y="23953"/>
                  </a:lnTo>
                  <a:lnTo>
                    <a:pt x="71151" y="24364"/>
                  </a:lnTo>
                  <a:lnTo>
                    <a:pt x="70665" y="26565"/>
                  </a:lnTo>
                  <a:lnTo>
                    <a:pt x="70411" y="27711"/>
                  </a:lnTo>
                  <a:lnTo>
                    <a:pt x="70372" y="278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3006461" y="5088322"/>
              <a:ext cx="94136" cy="79402"/>
            </a:xfrm>
            <a:custGeom>
              <a:avLst/>
              <a:pathLst>
                <a:path w="94136" h="79402">
                  <a:moveTo>
                    <a:pt x="12147" y="12602"/>
                  </a:moveTo>
                  <a:lnTo>
                    <a:pt x="14540" y="12662"/>
                  </a:lnTo>
                  <a:lnTo>
                    <a:pt x="15822" y="12649"/>
                  </a:lnTo>
                  <a:lnTo>
                    <a:pt x="17170" y="12702"/>
                  </a:lnTo>
                  <a:lnTo>
                    <a:pt x="18679" y="12863"/>
                  </a:lnTo>
                  <a:lnTo>
                    <a:pt x="20481" y="13036"/>
                  </a:lnTo>
                  <a:lnTo>
                    <a:pt x="22137" y="13276"/>
                  </a:lnTo>
                  <a:lnTo>
                    <a:pt x="23557" y="13512"/>
                  </a:lnTo>
                  <a:lnTo>
                    <a:pt x="24647" y="13717"/>
                  </a:lnTo>
                  <a:lnTo>
                    <a:pt x="25728" y="13917"/>
                  </a:lnTo>
                  <a:lnTo>
                    <a:pt x="27103" y="14331"/>
                  </a:lnTo>
                  <a:lnTo>
                    <a:pt x="28402" y="14716"/>
                  </a:lnTo>
                  <a:lnTo>
                    <a:pt x="29159" y="14959"/>
                  </a:lnTo>
                  <a:lnTo>
                    <a:pt x="32016" y="15987"/>
                  </a:lnTo>
                  <a:lnTo>
                    <a:pt x="33337" y="16493"/>
                  </a:lnTo>
                  <a:lnTo>
                    <a:pt x="33550" y="16568"/>
                  </a:lnTo>
                  <a:lnTo>
                    <a:pt x="34887" y="17041"/>
                  </a:lnTo>
                  <a:lnTo>
                    <a:pt x="38183" y="18283"/>
                  </a:lnTo>
                  <a:lnTo>
                    <a:pt x="38537" y="18431"/>
                  </a:lnTo>
                  <a:lnTo>
                    <a:pt x="39303" y="18750"/>
                  </a:lnTo>
                  <a:lnTo>
                    <a:pt x="41275" y="19572"/>
                  </a:lnTo>
                  <a:lnTo>
                    <a:pt x="43076" y="20322"/>
                  </a:lnTo>
                  <a:lnTo>
                    <a:pt x="49226" y="22822"/>
                  </a:lnTo>
                  <a:lnTo>
                    <a:pt x="49686" y="23009"/>
                  </a:lnTo>
                  <a:lnTo>
                    <a:pt x="56255" y="25671"/>
                  </a:lnTo>
                  <a:lnTo>
                    <a:pt x="60420" y="27359"/>
                  </a:lnTo>
                  <a:lnTo>
                    <a:pt x="61007" y="27597"/>
                  </a:lnTo>
                  <a:lnTo>
                    <a:pt x="64043" y="28828"/>
                  </a:lnTo>
                  <a:lnTo>
                    <a:pt x="64236" y="28903"/>
                  </a:lnTo>
                  <a:lnTo>
                    <a:pt x="71535" y="31767"/>
                  </a:lnTo>
                  <a:lnTo>
                    <a:pt x="78668" y="34746"/>
                  </a:lnTo>
                  <a:lnTo>
                    <a:pt x="78860" y="34807"/>
                  </a:lnTo>
                  <a:lnTo>
                    <a:pt x="80600" y="35359"/>
                  </a:lnTo>
                  <a:lnTo>
                    <a:pt x="82349" y="35986"/>
                  </a:lnTo>
                  <a:lnTo>
                    <a:pt x="85626" y="36875"/>
                  </a:lnTo>
                  <a:lnTo>
                    <a:pt x="86789" y="37133"/>
                  </a:lnTo>
                  <a:lnTo>
                    <a:pt x="87033" y="37187"/>
                  </a:lnTo>
                  <a:lnTo>
                    <a:pt x="89679" y="37774"/>
                  </a:lnTo>
                  <a:lnTo>
                    <a:pt x="93902" y="38711"/>
                  </a:lnTo>
                  <a:lnTo>
                    <a:pt x="94136" y="38763"/>
                  </a:lnTo>
                  <a:lnTo>
                    <a:pt x="94087" y="38978"/>
                  </a:lnTo>
                  <a:lnTo>
                    <a:pt x="93909" y="39756"/>
                  </a:lnTo>
                  <a:lnTo>
                    <a:pt x="93363" y="42138"/>
                  </a:lnTo>
                  <a:lnTo>
                    <a:pt x="93007" y="43774"/>
                  </a:lnTo>
                  <a:lnTo>
                    <a:pt x="92254" y="47230"/>
                  </a:lnTo>
                  <a:lnTo>
                    <a:pt x="91936" y="48685"/>
                  </a:lnTo>
                  <a:lnTo>
                    <a:pt x="91856" y="49056"/>
                  </a:lnTo>
                  <a:lnTo>
                    <a:pt x="91711" y="49718"/>
                  </a:lnTo>
                  <a:lnTo>
                    <a:pt x="91427" y="51021"/>
                  </a:lnTo>
                  <a:lnTo>
                    <a:pt x="90805" y="53870"/>
                  </a:lnTo>
                  <a:lnTo>
                    <a:pt x="90775" y="54001"/>
                  </a:lnTo>
                  <a:lnTo>
                    <a:pt x="90693" y="54356"/>
                  </a:lnTo>
                  <a:lnTo>
                    <a:pt x="90592" y="54795"/>
                  </a:lnTo>
                  <a:lnTo>
                    <a:pt x="90291" y="56100"/>
                  </a:lnTo>
                  <a:lnTo>
                    <a:pt x="89735" y="58476"/>
                  </a:lnTo>
                  <a:lnTo>
                    <a:pt x="89628" y="58934"/>
                  </a:lnTo>
                  <a:lnTo>
                    <a:pt x="89441" y="59735"/>
                  </a:lnTo>
                  <a:lnTo>
                    <a:pt x="89109" y="61152"/>
                  </a:lnTo>
                  <a:lnTo>
                    <a:pt x="88863" y="62206"/>
                  </a:lnTo>
                  <a:lnTo>
                    <a:pt x="88463" y="63913"/>
                  </a:lnTo>
                  <a:lnTo>
                    <a:pt x="87968" y="66028"/>
                  </a:lnTo>
                  <a:lnTo>
                    <a:pt x="87926" y="66209"/>
                  </a:lnTo>
                  <a:lnTo>
                    <a:pt x="87419" y="68379"/>
                  </a:lnTo>
                  <a:lnTo>
                    <a:pt x="87222" y="69221"/>
                  </a:lnTo>
                  <a:lnTo>
                    <a:pt x="86555" y="72072"/>
                  </a:lnTo>
                  <a:lnTo>
                    <a:pt x="86256" y="73350"/>
                  </a:lnTo>
                  <a:lnTo>
                    <a:pt x="85963" y="74599"/>
                  </a:lnTo>
                  <a:lnTo>
                    <a:pt x="85266" y="77580"/>
                  </a:lnTo>
                  <a:lnTo>
                    <a:pt x="84876" y="79245"/>
                  </a:lnTo>
                  <a:lnTo>
                    <a:pt x="84840" y="79402"/>
                  </a:lnTo>
                  <a:lnTo>
                    <a:pt x="84057" y="79239"/>
                  </a:lnTo>
                  <a:lnTo>
                    <a:pt x="77893" y="77956"/>
                  </a:lnTo>
                  <a:lnTo>
                    <a:pt x="76141" y="77570"/>
                  </a:lnTo>
                  <a:lnTo>
                    <a:pt x="74331" y="77171"/>
                  </a:lnTo>
                  <a:lnTo>
                    <a:pt x="73907" y="77078"/>
                  </a:lnTo>
                  <a:lnTo>
                    <a:pt x="73343" y="76954"/>
                  </a:lnTo>
                  <a:lnTo>
                    <a:pt x="71203" y="76482"/>
                  </a:lnTo>
                  <a:lnTo>
                    <a:pt x="70191" y="76259"/>
                  </a:lnTo>
                  <a:lnTo>
                    <a:pt x="69580" y="76124"/>
                  </a:lnTo>
                  <a:lnTo>
                    <a:pt x="69048" y="76007"/>
                  </a:lnTo>
                  <a:lnTo>
                    <a:pt x="68642" y="75917"/>
                  </a:lnTo>
                  <a:lnTo>
                    <a:pt x="67387" y="75641"/>
                  </a:lnTo>
                  <a:lnTo>
                    <a:pt x="66522" y="75450"/>
                  </a:lnTo>
                  <a:lnTo>
                    <a:pt x="65324" y="75186"/>
                  </a:lnTo>
                  <a:lnTo>
                    <a:pt x="64341" y="74969"/>
                  </a:lnTo>
                  <a:lnTo>
                    <a:pt x="64126" y="74922"/>
                  </a:lnTo>
                  <a:lnTo>
                    <a:pt x="63499" y="74784"/>
                  </a:lnTo>
                  <a:lnTo>
                    <a:pt x="63136" y="74704"/>
                  </a:lnTo>
                  <a:lnTo>
                    <a:pt x="62799" y="74635"/>
                  </a:lnTo>
                  <a:lnTo>
                    <a:pt x="60120" y="74088"/>
                  </a:lnTo>
                  <a:lnTo>
                    <a:pt x="59355" y="73932"/>
                  </a:lnTo>
                  <a:lnTo>
                    <a:pt x="58905" y="73840"/>
                  </a:lnTo>
                  <a:lnTo>
                    <a:pt x="58362" y="73729"/>
                  </a:lnTo>
                  <a:lnTo>
                    <a:pt x="56886" y="73428"/>
                  </a:lnTo>
                  <a:lnTo>
                    <a:pt x="56326" y="73313"/>
                  </a:lnTo>
                  <a:lnTo>
                    <a:pt x="55739" y="73193"/>
                  </a:lnTo>
                  <a:lnTo>
                    <a:pt x="53836" y="72805"/>
                  </a:lnTo>
                  <a:lnTo>
                    <a:pt x="51894" y="72408"/>
                  </a:lnTo>
                  <a:lnTo>
                    <a:pt x="51507" y="72329"/>
                  </a:lnTo>
                  <a:lnTo>
                    <a:pt x="50885" y="72260"/>
                  </a:lnTo>
                  <a:lnTo>
                    <a:pt x="50589" y="72226"/>
                  </a:lnTo>
                  <a:lnTo>
                    <a:pt x="50393" y="72205"/>
                  </a:lnTo>
                  <a:lnTo>
                    <a:pt x="49918" y="72152"/>
                  </a:lnTo>
                  <a:lnTo>
                    <a:pt x="49562" y="72112"/>
                  </a:lnTo>
                  <a:lnTo>
                    <a:pt x="47677" y="71901"/>
                  </a:lnTo>
                  <a:lnTo>
                    <a:pt x="47242" y="71853"/>
                  </a:lnTo>
                  <a:lnTo>
                    <a:pt x="45575" y="71666"/>
                  </a:lnTo>
                  <a:lnTo>
                    <a:pt x="45290" y="71635"/>
                  </a:lnTo>
                  <a:lnTo>
                    <a:pt x="39256" y="71432"/>
                  </a:lnTo>
                  <a:lnTo>
                    <a:pt x="38615" y="71444"/>
                  </a:lnTo>
                  <a:lnTo>
                    <a:pt x="36222" y="71488"/>
                  </a:lnTo>
                  <a:lnTo>
                    <a:pt x="35124" y="71508"/>
                  </a:lnTo>
                  <a:lnTo>
                    <a:pt x="32345" y="71560"/>
                  </a:lnTo>
                  <a:lnTo>
                    <a:pt x="31082" y="71651"/>
                  </a:lnTo>
                  <a:lnTo>
                    <a:pt x="30622" y="71684"/>
                  </a:lnTo>
                  <a:lnTo>
                    <a:pt x="26565" y="71979"/>
                  </a:lnTo>
                  <a:lnTo>
                    <a:pt x="24812" y="72226"/>
                  </a:lnTo>
                  <a:lnTo>
                    <a:pt x="24281" y="72301"/>
                  </a:lnTo>
                  <a:lnTo>
                    <a:pt x="20968" y="72768"/>
                  </a:lnTo>
                  <a:lnTo>
                    <a:pt x="20805" y="72791"/>
                  </a:lnTo>
                  <a:lnTo>
                    <a:pt x="20016" y="72903"/>
                  </a:lnTo>
                  <a:lnTo>
                    <a:pt x="18253" y="73151"/>
                  </a:lnTo>
                  <a:lnTo>
                    <a:pt x="16018" y="73611"/>
                  </a:lnTo>
                  <a:lnTo>
                    <a:pt x="15716" y="73673"/>
                  </a:lnTo>
                  <a:lnTo>
                    <a:pt x="15513" y="73715"/>
                  </a:lnTo>
                  <a:lnTo>
                    <a:pt x="13963" y="74034"/>
                  </a:lnTo>
                  <a:lnTo>
                    <a:pt x="13075" y="74217"/>
                  </a:lnTo>
                  <a:lnTo>
                    <a:pt x="12336" y="74369"/>
                  </a:lnTo>
                  <a:lnTo>
                    <a:pt x="11185" y="74723"/>
                  </a:lnTo>
                  <a:lnTo>
                    <a:pt x="10531" y="74923"/>
                  </a:lnTo>
                  <a:lnTo>
                    <a:pt x="10054" y="75070"/>
                  </a:lnTo>
                  <a:lnTo>
                    <a:pt x="9904" y="74502"/>
                  </a:lnTo>
                  <a:lnTo>
                    <a:pt x="9578" y="73269"/>
                  </a:lnTo>
                  <a:lnTo>
                    <a:pt x="9249" y="72028"/>
                  </a:lnTo>
                  <a:lnTo>
                    <a:pt x="9003" y="71097"/>
                  </a:lnTo>
                  <a:lnTo>
                    <a:pt x="8600" y="69575"/>
                  </a:lnTo>
                  <a:lnTo>
                    <a:pt x="8459" y="69042"/>
                  </a:lnTo>
                  <a:lnTo>
                    <a:pt x="8343" y="68613"/>
                  </a:lnTo>
                  <a:lnTo>
                    <a:pt x="7393" y="65085"/>
                  </a:lnTo>
                  <a:lnTo>
                    <a:pt x="7328" y="64844"/>
                  </a:lnTo>
                  <a:lnTo>
                    <a:pt x="7135" y="64125"/>
                  </a:lnTo>
                  <a:lnTo>
                    <a:pt x="5773" y="59065"/>
                  </a:lnTo>
                  <a:lnTo>
                    <a:pt x="5094" y="56545"/>
                  </a:lnTo>
                  <a:lnTo>
                    <a:pt x="4773" y="55277"/>
                  </a:lnTo>
                  <a:lnTo>
                    <a:pt x="3407" y="49886"/>
                  </a:lnTo>
                  <a:lnTo>
                    <a:pt x="3364" y="49716"/>
                  </a:lnTo>
                  <a:lnTo>
                    <a:pt x="3314" y="49516"/>
                  </a:lnTo>
                  <a:lnTo>
                    <a:pt x="3269" y="49341"/>
                  </a:lnTo>
                  <a:lnTo>
                    <a:pt x="2460" y="46145"/>
                  </a:lnTo>
                  <a:lnTo>
                    <a:pt x="2291" y="45480"/>
                  </a:lnTo>
                  <a:lnTo>
                    <a:pt x="2154" y="44937"/>
                  </a:lnTo>
                  <a:lnTo>
                    <a:pt x="2018" y="44401"/>
                  </a:lnTo>
                  <a:lnTo>
                    <a:pt x="1984" y="44183"/>
                  </a:lnTo>
                  <a:lnTo>
                    <a:pt x="1545" y="41403"/>
                  </a:lnTo>
                  <a:lnTo>
                    <a:pt x="1176" y="39065"/>
                  </a:lnTo>
                  <a:lnTo>
                    <a:pt x="1077" y="38438"/>
                  </a:lnTo>
                  <a:lnTo>
                    <a:pt x="914" y="37410"/>
                  </a:lnTo>
                  <a:lnTo>
                    <a:pt x="672" y="35878"/>
                  </a:lnTo>
                  <a:lnTo>
                    <a:pt x="521" y="34253"/>
                  </a:lnTo>
                  <a:lnTo>
                    <a:pt x="469" y="33699"/>
                  </a:lnTo>
                  <a:lnTo>
                    <a:pt x="0" y="28669"/>
                  </a:lnTo>
                  <a:lnTo>
                    <a:pt x="0" y="28275"/>
                  </a:lnTo>
                  <a:lnTo>
                    <a:pt x="0" y="27881"/>
                  </a:lnTo>
                  <a:lnTo>
                    <a:pt x="0" y="27604"/>
                  </a:lnTo>
                  <a:lnTo>
                    <a:pt x="0" y="25057"/>
                  </a:lnTo>
                  <a:lnTo>
                    <a:pt x="0" y="24022"/>
                  </a:lnTo>
                  <a:lnTo>
                    <a:pt x="16" y="22854"/>
                  </a:lnTo>
                  <a:lnTo>
                    <a:pt x="18" y="22695"/>
                  </a:lnTo>
                  <a:lnTo>
                    <a:pt x="79" y="18355"/>
                  </a:lnTo>
                  <a:lnTo>
                    <a:pt x="105" y="17095"/>
                  </a:lnTo>
                  <a:lnTo>
                    <a:pt x="143" y="16745"/>
                  </a:lnTo>
                  <a:lnTo>
                    <a:pt x="556" y="12926"/>
                  </a:lnTo>
                  <a:lnTo>
                    <a:pt x="611" y="12493"/>
                  </a:lnTo>
                  <a:lnTo>
                    <a:pt x="946" y="9873"/>
                  </a:lnTo>
                  <a:lnTo>
                    <a:pt x="995" y="9597"/>
                  </a:lnTo>
                  <a:lnTo>
                    <a:pt x="1352" y="7595"/>
                  </a:lnTo>
                  <a:lnTo>
                    <a:pt x="1623" y="6076"/>
                  </a:lnTo>
                  <a:lnTo>
                    <a:pt x="1669" y="5817"/>
                  </a:lnTo>
                  <a:lnTo>
                    <a:pt x="1753" y="5432"/>
                  </a:lnTo>
                  <a:lnTo>
                    <a:pt x="1796" y="5234"/>
                  </a:lnTo>
                  <a:lnTo>
                    <a:pt x="1885" y="4825"/>
                  </a:lnTo>
                  <a:lnTo>
                    <a:pt x="1931" y="4615"/>
                  </a:lnTo>
                  <a:lnTo>
                    <a:pt x="2098" y="3848"/>
                  </a:lnTo>
                  <a:lnTo>
                    <a:pt x="2191" y="3425"/>
                  </a:lnTo>
                  <a:lnTo>
                    <a:pt x="2269" y="3067"/>
                  </a:lnTo>
                  <a:lnTo>
                    <a:pt x="2519" y="1886"/>
                  </a:lnTo>
                  <a:lnTo>
                    <a:pt x="2630" y="1363"/>
                  </a:lnTo>
                  <a:lnTo>
                    <a:pt x="2746" y="814"/>
                  </a:lnTo>
                  <a:lnTo>
                    <a:pt x="2876" y="200"/>
                  </a:lnTo>
                  <a:lnTo>
                    <a:pt x="2923" y="0"/>
                  </a:lnTo>
                  <a:lnTo>
                    <a:pt x="3075" y="38"/>
                  </a:lnTo>
                  <a:lnTo>
                    <a:pt x="8547" y="1436"/>
                  </a:lnTo>
                  <a:lnTo>
                    <a:pt x="9681" y="1745"/>
                  </a:lnTo>
                  <a:lnTo>
                    <a:pt x="9890" y="1802"/>
                  </a:lnTo>
                  <a:lnTo>
                    <a:pt x="11050" y="2105"/>
                  </a:lnTo>
                  <a:lnTo>
                    <a:pt x="12540" y="2607"/>
                  </a:lnTo>
                  <a:lnTo>
                    <a:pt x="13258" y="2867"/>
                  </a:lnTo>
                  <a:lnTo>
                    <a:pt x="13589" y="3083"/>
                  </a:lnTo>
                  <a:lnTo>
                    <a:pt x="13497" y="3591"/>
                  </a:lnTo>
                  <a:lnTo>
                    <a:pt x="12772" y="7618"/>
                  </a:lnTo>
                  <a:lnTo>
                    <a:pt x="12300" y="10415"/>
                  </a:lnTo>
                  <a:lnTo>
                    <a:pt x="11932" y="1259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2905495" y="5105181"/>
              <a:ext cx="111021" cy="70323"/>
            </a:xfrm>
            <a:custGeom>
              <a:avLst/>
              <a:pathLst>
                <a:path w="111021" h="70323">
                  <a:moveTo>
                    <a:pt x="94334" y="102"/>
                  </a:moveTo>
                  <a:lnTo>
                    <a:pt x="100199" y="343"/>
                  </a:lnTo>
                  <a:lnTo>
                    <a:pt x="101062" y="329"/>
                  </a:lnTo>
                  <a:lnTo>
                    <a:pt x="101046" y="1496"/>
                  </a:lnTo>
                  <a:lnTo>
                    <a:pt x="100985" y="5836"/>
                  </a:lnTo>
                  <a:lnTo>
                    <a:pt x="100982" y="5995"/>
                  </a:lnTo>
                  <a:lnTo>
                    <a:pt x="100966" y="7163"/>
                  </a:lnTo>
                  <a:lnTo>
                    <a:pt x="100966" y="8198"/>
                  </a:lnTo>
                  <a:lnTo>
                    <a:pt x="100966" y="10745"/>
                  </a:lnTo>
                  <a:lnTo>
                    <a:pt x="100966" y="11022"/>
                  </a:lnTo>
                  <a:lnTo>
                    <a:pt x="100966" y="11416"/>
                  </a:lnTo>
                  <a:lnTo>
                    <a:pt x="100966" y="11809"/>
                  </a:lnTo>
                  <a:lnTo>
                    <a:pt x="101435" y="16840"/>
                  </a:lnTo>
                  <a:lnTo>
                    <a:pt x="101487" y="17394"/>
                  </a:lnTo>
                  <a:lnTo>
                    <a:pt x="101639" y="19019"/>
                  </a:lnTo>
                  <a:lnTo>
                    <a:pt x="101881" y="20550"/>
                  </a:lnTo>
                  <a:lnTo>
                    <a:pt x="102043" y="21579"/>
                  </a:lnTo>
                  <a:lnTo>
                    <a:pt x="102142" y="22205"/>
                  </a:lnTo>
                  <a:lnTo>
                    <a:pt x="102511" y="24544"/>
                  </a:lnTo>
                  <a:lnTo>
                    <a:pt x="102960" y="27385"/>
                  </a:lnTo>
                  <a:lnTo>
                    <a:pt x="102985" y="27542"/>
                  </a:lnTo>
                  <a:lnTo>
                    <a:pt x="103149" y="28191"/>
                  </a:lnTo>
                  <a:lnTo>
                    <a:pt x="103258" y="28621"/>
                  </a:lnTo>
                  <a:lnTo>
                    <a:pt x="103426" y="29286"/>
                  </a:lnTo>
                  <a:lnTo>
                    <a:pt x="104236" y="32482"/>
                  </a:lnTo>
                  <a:lnTo>
                    <a:pt x="104283" y="32666"/>
                  </a:lnTo>
                  <a:lnTo>
                    <a:pt x="104331" y="32857"/>
                  </a:lnTo>
                  <a:lnTo>
                    <a:pt x="104374" y="33027"/>
                  </a:lnTo>
                  <a:lnTo>
                    <a:pt x="105739" y="38418"/>
                  </a:lnTo>
                  <a:lnTo>
                    <a:pt x="106061" y="39686"/>
                  </a:lnTo>
                  <a:lnTo>
                    <a:pt x="106739" y="42206"/>
                  </a:lnTo>
                  <a:lnTo>
                    <a:pt x="108140" y="47408"/>
                  </a:lnTo>
                  <a:lnTo>
                    <a:pt x="108295" y="47985"/>
                  </a:lnTo>
                  <a:lnTo>
                    <a:pt x="108360" y="48226"/>
                  </a:lnTo>
                  <a:lnTo>
                    <a:pt x="109310" y="51754"/>
                  </a:lnTo>
                  <a:lnTo>
                    <a:pt x="109425" y="52183"/>
                  </a:lnTo>
                  <a:lnTo>
                    <a:pt x="109566" y="52716"/>
                  </a:lnTo>
                  <a:lnTo>
                    <a:pt x="109989" y="54313"/>
                  </a:lnTo>
                  <a:lnTo>
                    <a:pt x="110216" y="55169"/>
                  </a:lnTo>
                  <a:lnTo>
                    <a:pt x="110544" y="56410"/>
                  </a:lnTo>
                  <a:lnTo>
                    <a:pt x="110871" y="57643"/>
                  </a:lnTo>
                  <a:lnTo>
                    <a:pt x="111021" y="58211"/>
                  </a:lnTo>
                  <a:lnTo>
                    <a:pt x="109824" y="58509"/>
                  </a:lnTo>
                  <a:lnTo>
                    <a:pt x="109076" y="58695"/>
                  </a:lnTo>
                  <a:lnTo>
                    <a:pt x="106330" y="59380"/>
                  </a:lnTo>
                  <a:lnTo>
                    <a:pt x="105607" y="59561"/>
                  </a:lnTo>
                  <a:lnTo>
                    <a:pt x="105341" y="59627"/>
                  </a:lnTo>
                  <a:lnTo>
                    <a:pt x="104318" y="59882"/>
                  </a:lnTo>
                  <a:lnTo>
                    <a:pt x="99310" y="61131"/>
                  </a:lnTo>
                  <a:lnTo>
                    <a:pt x="99110" y="61181"/>
                  </a:lnTo>
                  <a:lnTo>
                    <a:pt x="97346" y="61616"/>
                  </a:lnTo>
                  <a:lnTo>
                    <a:pt x="96768" y="61759"/>
                  </a:lnTo>
                  <a:lnTo>
                    <a:pt x="95105" y="62170"/>
                  </a:lnTo>
                  <a:lnTo>
                    <a:pt x="91608" y="63033"/>
                  </a:lnTo>
                  <a:lnTo>
                    <a:pt x="91094" y="63160"/>
                  </a:lnTo>
                  <a:lnTo>
                    <a:pt x="90532" y="63299"/>
                  </a:lnTo>
                  <a:lnTo>
                    <a:pt x="88509" y="63798"/>
                  </a:lnTo>
                  <a:lnTo>
                    <a:pt x="86243" y="64357"/>
                  </a:lnTo>
                  <a:lnTo>
                    <a:pt x="85493" y="64542"/>
                  </a:lnTo>
                  <a:lnTo>
                    <a:pt x="83794" y="64962"/>
                  </a:lnTo>
                  <a:lnTo>
                    <a:pt x="83300" y="65101"/>
                  </a:lnTo>
                  <a:lnTo>
                    <a:pt x="82927" y="65206"/>
                  </a:lnTo>
                  <a:lnTo>
                    <a:pt x="82614" y="65295"/>
                  </a:lnTo>
                  <a:lnTo>
                    <a:pt x="79533" y="66163"/>
                  </a:lnTo>
                  <a:lnTo>
                    <a:pt x="78204" y="66538"/>
                  </a:lnTo>
                  <a:lnTo>
                    <a:pt x="75201" y="67307"/>
                  </a:lnTo>
                  <a:lnTo>
                    <a:pt x="73389" y="67771"/>
                  </a:lnTo>
                  <a:lnTo>
                    <a:pt x="72453" y="68010"/>
                  </a:lnTo>
                  <a:lnTo>
                    <a:pt x="71282" y="68310"/>
                  </a:lnTo>
                  <a:lnTo>
                    <a:pt x="70931" y="68398"/>
                  </a:lnTo>
                  <a:lnTo>
                    <a:pt x="69684" y="68709"/>
                  </a:lnTo>
                  <a:lnTo>
                    <a:pt x="63937" y="70141"/>
                  </a:lnTo>
                  <a:lnTo>
                    <a:pt x="63205" y="70323"/>
                  </a:lnTo>
                  <a:lnTo>
                    <a:pt x="62780" y="70267"/>
                  </a:lnTo>
                  <a:lnTo>
                    <a:pt x="62744" y="70117"/>
                  </a:lnTo>
                  <a:lnTo>
                    <a:pt x="62343" y="68458"/>
                  </a:lnTo>
                  <a:lnTo>
                    <a:pt x="62258" y="68108"/>
                  </a:lnTo>
                  <a:lnTo>
                    <a:pt x="62108" y="67489"/>
                  </a:lnTo>
                  <a:lnTo>
                    <a:pt x="61602" y="65394"/>
                  </a:lnTo>
                  <a:lnTo>
                    <a:pt x="61517" y="65046"/>
                  </a:lnTo>
                  <a:lnTo>
                    <a:pt x="61435" y="64707"/>
                  </a:lnTo>
                  <a:lnTo>
                    <a:pt x="61397" y="64550"/>
                  </a:lnTo>
                  <a:lnTo>
                    <a:pt x="61353" y="64366"/>
                  </a:lnTo>
                  <a:lnTo>
                    <a:pt x="61245" y="63920"/>
                  </a:lnTo>
                  <a:lnTo>
                    <a:pt x="61028" y="63023"/>
                  </a:lnTo>
                  <a:lnTo>
                    <a:pt x="60913" y="62575"/>
                  </a:lnTo>
                  <a:lnTo>
                    <a:pt x="60721" y="61832"/>
                  </a:lnTo>
                  <a:lnTo>
                    <a:pt x="60544" y="61143"/>
                  </a:lnTo>
                  <a:lnTo>
                    <a:pt x="60091" y="59384"/>
                  </a:lnTo>
                  <a:lnTo>
                    <a:pt x="60018" y="59101"/>
                  </a:lnTo>
                  <a:lnTo>
                    <a:pt x="59948" y="58830"/>
                  </a:lnTo>
                  <a:lnTo>
                    <a:pt x="58934" y="54894"/>
                  </a:lnTo>
                  <a:lnTo>
                    <a:pt x="58750" y="54181"/>
                  </a:lnTo>
                  <a:lnTo>
                    <a:pt x="58361" y="52673"/>
                  </a:lnTo>
                  <a:lnTo>
                    <a:pt x="57737" y="50248"/>
                  </a:lnTo>
                  <a:lnTo>
                    <a:pt x="57659" y="49946"/>
                  </a:lnTo>
                  <a:lnTo>
                    <a:pt x="57445" y="49116"/>
                  </a:lnTo>
                  <a:lnTo>
                    <a:pt x="56933" y="47409"/>
                  </a:lnTo>
                  <a:lnTo>
                    <a:pt x="56560" y="46168"/>
                  </a:lnTo>
                  <a:lnTo>
                    <a:pt x="56459" y="45831"/>
                  </a:lnTo>
                  <a:lnTo>
                    <a:pt x="56046" y="44194"/>
                  </a:lnTo>
                  <a:lnTo>
                    <a:pt x="55520" y="42108"/>
                  </a:lnTo>
                  <a:lnTo>
                    <a:pt x="55298" y="41226"/>
                  </a:lnTo>
                  <a:lnTo>
                    <a:pt x="54986" y="40351"/>
                  </a:lnTo>
                  <a:lnTo>
                    <a:pt x="54921" y="40080"/>
                  </a:lnTo>
                  <a:lnTo>
                    <a:pt x="54874" y="39886"/>
                  </a:lnTo>
                  <a:lnTo>
                    <a:pt x="54078" y="40080"/>
                  </a:lnTo>
                  <a:lnTo>
                    <a:pt x="53196" y="40296"/>
                  </a:lnTo>
                  <a:lnTo>
                    <a:pt x="49720" y="41146"/>
                  </a:lnTo>
                  <a:lnTo>
                    <a:pt x="48514" y="41440"/>
                  </a:lnTo>
                  <a:lnTo>
                    <a:pt x="48289" y="41495"/>
                  </a:lnTo>
                  <a:lnTo>
                    <a:pt x="48131" y="41534"/>
                  </a:lnTo>
                  <a:lnTo>
                    <a:pt x="47953" y="41578"/>
                  </a:lnTo>
                  <a:lnTo>
                    <a:pt x="47286" y="41752"/>
                  </a:lnTo>
                  <a:lnTo>
                    <a:pt x="45773" y="42148"/>
                  </a:lnTo>
                  <a:lnTo>
                    <a:pt x="45286" y="42276"/>
                  </a:lnTo>
                  <a:lnTo>
                    <a:pt x="41490" y="43270"/>
                  </a:lnTo>
                  <a:lnTo>
                    <a:pt x="39055" y="43908"/>
                  </a:lnTo>
                  <a:lnTo>
                    <a:pt x="38501" y="44053"/>
                  </a:lnTo>
                  <a:lnTo>
                    <a:pt x="35790" y="44763"/>
                  </a:lnTo>
                  <a:lnTo>
                    <a:pt x="33691" y="45313"/>
                  </a:lnTo>
                  <a:lnTo>
                    <a:pt x="32647" y="45586"/>
                  </a:lnTo>
                  <a:lnTo>
                    <a:pt x="32423" y="45645"/>
                  </a:lnTo>
                  <a:lnTo>
                    <a:pt x="32239" y="45693"/>
                  </a:lnTo>
                  <a:lnTo>
                    <a:pt x="20394" y="48688"/>
                  </a:lnTo>
                  <a:lnTo>
                    <a:pt x="18975" y="49046"/>
                  </a:lnTo>
                  <a:lnTo>
                    <a:pt x="18250" y="49230"/>
                  </a:lnTo>
                  <a:lnTo>
                    <a:pt x="17207" y="49486"/>
                  </a:lnTo>
                  <a:lnTo>
                    <a:pt x="15509" y="49904"/>
                  </a:lnTo>
                  <a:lnTo>
                    <a:pt x="14917" y="50050"/>
                  </a:lnTo>
                  <a:lnTo>
                    <a:pt x="14176" y="50233"/>
                  </a:lnTo>
                  <a:lnTo>
                    <a:pt x="12787" y="50574"/>
                  </a:lnTo>
                  <a:lnTo>
                    <a:pt x="10471" y="51145"/>
                  </a:lnTo>
                  <a:lnTo>
                    <a:pt x="8400" y="51654"/>
                  </a:lnTo>
                  <a:lnTo>
                    <a:pt x="7505" y="51874"/>
                  </a:lnTo>
                  <a:lnTo>
                    <a:pt x="7081" y="50277"/>
                  </a:lnTo>
                  <a:lnTo>
                    <a:pt x="7018" y="50039"/>
                  </a:lnTo>
                  <a:lnTo>
                    <a:pt x="6669" y="48726"/>
                  </a:lnTo>
                  <a:lnTo>
                    <a:pt x="5874" y="45735"/>
                  </a:lnTo>
                  <a:lnTo>
                    <a:pt x="5725" y="45172"/>
                  </a:lnTo>
                  <a:lnTo>
                    <a:pt x="4824" y="41783"/>
                  </a:lnTo>
                  <a:lnTo>
                    <a:pt x="4770" y="41577"/>
                  </a:lnTo>
                  <a:lnTo>
                    <a:pt x="4638" y="41082"/>
                  </a:lnTo>
                  <a:lnTo>
                    <a:pt x="4441" y="40342"/>
                  </a:lnTo>
                  <a:lnTo>
                    <a:pt x="4393" y="40161"/>
                  </a:lnTo>
                  <a:lnTo>
                    <a:pt x="4329" y="39918"/>
                  </a:lnTo>
                  <a:lnTo>
                    <a:pt x="4182" y="39366"/>
                  </a:lnTo>
                  <a:lnTo>
                    <a:pt x="3266" y="35919"/>
                  </a:lnTo>
                  <a:lnTo>
                    <a:pt x="3179" y="35589"/>
                  </a:lnTo>
                  <a:lnTo>
                    <a:pt x="2135" y="31661"/>
                  </a:lnTo>
                  <a:lnTo>
                    <a:pt x="1893" y="30750"/>
                  </a:lnTo>
                  <a:lnTo>
                    <a:pt x="1836" y="30534"/>
                  </a:lnTo>
                  <a:lnTo>
                    <a:pt x="1684" y="29965"/>
                  </a:lnTo>
                  <a:lnTo>
                    <a:pt x="1440" y="29045"/>
                  </a:lnTo>
                  <a:lnTo>
                    <a:pt x="925" y="27108"/>
                  </a:lnTo>
                  <a:lnTo>
                    <a:pt x="494" y="25483"/>
                  </a:lnTo>
                  <a:lnTo>
                    <a:pt x="273" y="24651"/>
                  </a:lnTo>
                  <a:lnTo>
                    <a:pt x="133" y="24127"/>
                  </a:lnTo>
                  <a:lnTo>
                    <a:pt x="0" y="23623"/>
                  </a:lnTo>
                  <a:lnTo>
                    <a:pt x="235" y="23508"/>
                  </a:lnTo>
                  <a:lnTo>
                    <a:pt x="892" y="23186"/>
                  </a:lnTo>
                  <a:lnTo>
                    <a:pt x="1898" y="22694"/>
                  </a:lnTo>
                  <a:lnTo>
                    <a:pt x="2391" y="22453"/>
                  </a:lnTo>
                  <a:lnTo>
                    <a:pt x="3298" y="22229"/>
                  </a:lnTo>
                  <a:lnTo>
                    <a:pt x="5957" y="21572"/>
                  </a:lnTo>
                  <a:lnTo>
                    <a:pt x="9156" y="20782"/>
                  </a:lnTo>
                  <a:lnTo>
                    <a:pt x="10120" y="20544"/>
                  </a:lnTo>
                  <a:lnTo>
                    <a:pt x="11528" y="20196"/>
                  </a:lnTo>
                  <a:lnTo>
                    <a:pt x="12411" y="19978"/>
                  </a:lnTo>
                  <a:lnTo>
                    <a:pt x="13526" y="19703"/>
                  </a:lnTo>
                  <a:lnTo>
                    <a:pt x="14750" y="19390"/>
                  </a:lnTo>
                  <a:lnTo>
                    <a:pt x="16593" y="18920"/>
                  </a:lnTo>
                  <a:lnTo>
                    <a:pt x="16755" y="18878"/>
                  </a:lnTo>
                  <a:lnTo>
                    <a:pt x="16907" y="18840"/>
                  </a:lnTo>
                  <a:lnTo>
                    <a:pt x="22609" y="17385"/>
                  </a:lnTo>
                  <a:lnTo>
                    <a:pt x="26369" y="16425"/>
                  </a:lnTo>
                  <a:lnTo>
                    <a:pt x="29456" y="15638"/>
                  </a:lnTo>
                  <a:lnTo>
                    <a:pt x="29711" y="15572"/>
                  </a:lnTo>
                  <a:lnTo>
                    <a:pt x="30091" y="15475"/>
                  </a:lnTo>
                  <a:lnTo>
                    <a:pt x="33696" y="14555"/>
                  </a:lnTo>
                  <a:lnTo>
                    <a:pt x="35341" y="14136"/>
                  </a:lnTo>
                  <a:lnTo>
                    <a:pt x="38011" y="13454"/>
                  </a:lnTo>
                  <a:lnTo>
                    <a:pt x="39349" y="13118"/>
                  </a:lnTo>
                  <a:lnTo>
                    <a:pt x="39889" y="12982"/>
                  </a:lnTo>
                  <a:lnTo>
                    <a:pt x="40250" y="12891"/>
                  </a:lnTo>
                  <a:lnTo>
                    <a:pt x="45121" y="11666"/>
                  </a:lnTo>
                  <a:lnTo>
                    <a:pt x="45815" y="11491"/>
                  </a:lnTo>
                  <a:lnTo>
                    <a:pt x="46806" y="11242"/>
                  </a:lnTo>
                  <a:lnTo>
                    <a:pt x="49451" y="10576"/>
                  </a:lnTo>
                  <a:lnTo>
                    <a:pt x="49783" y="10493"/>
                  </a:lnTo>
                  <a:lnTo>
                    <a:pt x="49958" y="10449"/>
                  </a:lnTo>
                  <a:lnTo>
                    <a:pt x="50618" y="10283"/>
                  </a:lnTo>
                  <a:lnTo>
                    <a:pt x="58808" y="8224"/>
                  </a:lnTo>
                  <a:lnTo>
                    <a:pt x="59335" y="8091"/>
                  </a:lnTo>
                  <a:lnTo>
                    <a:pt x="59620" y="8020"/>
                  </a:lnTo>
                  <a:lnTo>
                    <a:pt x="61764" y="7481"/>
                  </a:lnTo>
                  <a:lnTo>
                    <a:pt x="62264" y="7355"/>
                  </a:lnTo>
                  <a:lnTo>
                    <a:pt x="63928" y="6937"/>
                  </a:lnTo>
                  <a:lnTo>
                    <a:pt x="64492" y="6795"/>
                  </a:lnTo>
                  <a:lnTo>
                    <a:pt x="68318" y="5834"/>
                  </a:lnTo>
                  <a:lnTo>
                    <a:pt x="70828" y="5203"/>
                  </a:lnTo>
                  <a:lnTo>
                    <a:pt x="74015" y="4377"/>
                  </a:lnTo>
                  <a:lnTo>
                    <a:pt x="76758" y="3666"/>
                  </a:lnTo>
                  <a:lnTo>
                    <a:pt x="78043" y="3332"/>
                  </a:lnTo>
                  <a:lnTo>
                    <a:pt x="78257" y="3277"/>
                  </a:lnTo>
                  <a:lnTo>
                    <a:pt x="80016" y="2821"/>
                  </a:lnTo>
                  <a:lnTo>
                    <a:pt x="80307" y="2745"/>
                  </a:lnTo>
                  <a:lnTo>
                    <a:pt x="80599" y="2669"/>
                  </a:lnTo>
                  <a:lnTo>
                    <a:pt x="80958" y="2576"/>
                  </a:lnTo>
                  <a:lnTo>
                    <a:pt x="82675" y="2131"/>
                  </a:lnTo>
                  <a:lnTo>
                    <a:pt x="88745" y="557"/>
                  </a:lnTo>
                  <a:lnTo>
                    <a:pt x="91472" y="55"/>
                  </a:lnTo>
                  <a:lnTo>
                    <a:pt x="91858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2876786" y="5107839"/>
              <a:ext cx="147756" cy="133670"/>
            </a:xfrm>
            <a:custGeom>
              <a:avLst/>
              <a:pathLst>
                <a:path w="147756" h="133670">
                  <a:moveTo>
                    <a:pt x="35790" y="47619"/>
                  </a:moveTo>
                  <a:lnTo>
                    <a:pt x="36214" y="49216"/>
                  </a:lnTo>
                  <a:lnTo>
                    <a:pt x="37109" y="48996"/>
                  </a:lnTo>
                  <a:lnTo>
                    <a:pt x="39180" y="48486"/>
                  </a:lnTo>
                  <a:lnTo>
                    <a:pt x="41496" y="47916"/>
                  </a:lnTo>
                  <a:lnTo>
                    <a:pt x="42950" y="47558"/>
                  </a:lnTo>
                  <a:lnTo>
                    <a:pt x="43626" y="47392"/>
                  </a:lnTo>
                  <a:lnTo>
                    <a:pt x="44218" y="47246"/>
                  </a:lnTo>
                  <a:lnTo>
                    <a:pt x="45916" y="46828"/>
                  </a:lnTo>
                  <a:lnTo>
                    <a:pt x="46959" y="46571"/>
                  </a:lnTo>
                  <a:lnTo>
                    <a:pt x="47684" y="46388"/>
                  </a:lnTo>
                  <a:lnTo>
                    <a:pt x="49103" y="46029"/>
                  </a:lnTo>
                  <a:lnTo>
                    <a:pt x="60949" y="43035"/>
                  </a:lnTo>
                  <a:lnTo>
                    <a:pt x="61132" y="42986"/>
                  </a:lnTo>
                  <a:lnTo>
                    <a:pt x="61356" y="42928"/>
                  </a:lnTo>
                  <a:lnTo>
                    <a:pt x="62400" y="42654"/>
                  </a:lnTo>
                  <a:lnTo>
                    <a:pt x="64499" y="42105"/>
                  </a:lnTo>
                  <a:lnTo>
                    <a:pt x="67210" y="41395"/>
                  </a:lnTo>
                  <a:lnTo>
                    <a:pt x="67764" y="41250"/>
                  </a:lnTo>
                  <a:lnTo>
                    <a:pt x="70200" y="40612"/>
                  </a:lnTo>
                  <a:lnTo>
                    <a:pt x="73995" y="39618"/>
                  </a:lnTo>
                  <a:lnTo>
                    <a:pt x="74482" y="39490"/>
                  </a:lnTo>
                  <a:lnTo>
                    <a:pt x="75995" y="39094"/>
                  </a:lnTo>
                  <a:lnTo>
                    <a:pt x="76662" y="38919"/>
                  </a:lnTo>
                  <a:lnTo>
                    <a:pt x="76849" y="38873"/>
                  </a:lnTo>
                  <a:lnTo>
                    <a:pt x="76998" y="38837"/>
                  </a:lnTo>
                  <a:lnTo>
                    <a:pt x="77223" y="38782"/>
                  </a:lnTo>
                  <a:lnTo>
                    <a:pt x="78429" y="38487"/>
                  </a:lnTo>
                  <a:lnTo>
                    <a:pt x="81905" y="37637"/>
                  </a:lnTo>
                  <a:lnTo>
                    <a:pt x="82787" y="37422"/>
                  </a:lnTo>
                  <a:lnTo>
                    <a:pt x="83583" y="37227"/>
                  </a:lnTo>
                  <a:lnTo>
                    <a:pt x="83630" y="37422"/>
                  </a:lnTo>
                  <a:lnTo>
                    <a:pt x="83781" y="37671"/>
                  </a:lnTo>
                  <a:lnTo>
                    <a:pt x="84007" y="38568"/>
                  </a:lnTo>
                  <a:lnTo>
                    <a:pt x="84230" y="39450"/>
                  </a:lnTo>
                  <a:lnTo>
                    <a:pt x="84756" y="41538"/>
                  </a:lnTo>
                  <a:lnTo>
                    <a:pt x="85168" y="43172"/>
                  </a:lnTo>
                  <a:lnTo>
                    <a:pt x="85269" y="43510"/>
                  </a:lnTo>
                  <a:lnTo>
                    <a:pt x="85642" y="44751"/>
                  </a:lnTo>
                  <a:lnTo>
                    <a:pt x="86178" y="46550"/>
                  </a:lnTo>
                  <a:lnTo>
                    <a:pt x="86399" y="47408"/>
                  </a:lnTo>
                  <a:lnTo>
                    <a:pt x="86446" y="47590"/>
                  </a:lnTo>
                  <a:lnTo>
                    <a:pt x="87070" y="50014"/>
                  </a:lnTo>
                  <a:lnTo>
                    <a:pt x="87462" y="51533"/>
                  </a:lnTo>
                  <a:lnTo>
                    <a:pt x="87643" y="52236"/>
                  </a:lnTo>
                  <a:lnTo>
                    <a:pt x="88659" y="56182"/>
                  </a:lnTo>
                  <a:lnTo>
                    <a:pt x="88747" y="56522"/>
                  </a:lnTo>
                  <a:lnTo>
                    <a:pt x="88800" y="56726"/>
                  </a:lnTo>
                  <a:lnTo>
                    <a:pt x="89253" y="58484"/>
                  </a:lnTo>
                  <a:lnTo>
                    <a:pt x="89430" y="59174"/>
                  </a:lnTo>
                  <a:lnTo>
                    <a:pt x="89622" y="59916"/>
                  </a:lnTo>
                  <a:lnTo>
                    <a:pt x="89737" y="60365"/>
                  </a:lnTo>
                  <a:lnTo>
                    <a:pt x="89954" y="61262"/>
                  </a:lnTo>
                  <a:lnTo>
                    <a:pt x="90062" y="61708"/>
                  </a:lnTo>
                  <a:lnTo>
                    <a:pt x="90107" y="61891"/>
                  </a:lnTo>
                  <a:lnTo>
                    <a:pt x="90145" y="62049"/>
                  </a:lnTo>
                  <a:lnTo>
                    <a:pt x="90226" y="62387"/>
                  </a:lnTo>
                  <a:lnTo>
                    <a:pt x="90311" y="62736"/>
                  </a:lnTo>
                  <a:lnTo>
                    <a:pt x="90817" y="64831"/>
                  </a:lnTo>
                  <a:lnTo>
                    <a:pt x="90967" y="65449"/>
                  </a:lnTo>
                  <a:lnTo>
                    <a:pt x="91052" y="65799"/>
                  </a:lnTo>
                  <a:lnTo>
                    <a:pt x="91453" y="67458"/>
                  </a:lnTo>
                  <a:lnTo>
                    <a:pt x="91526" y="67761"/>
                  </a:lnTo>
                  <a:lnTo>
                    <a:pt x="91914" y="67665"/>
                  </a:lnTo>
                  <a:lnTo>
                    <a:pt x="92646" y="67482"/>
                  </a:lnTo>
                  <a:lnTo>
                    <a:pt x="98393" y="66050"/>
                  </a:lnTo>
                  <a:lnTo>
                    <a:pt x="99640" y="65739"/>
                  </a:lnTo>
                  <a:lnTo>
                    <a:pt x="99991" y="65652"/>
                  </a:lnTo>
                  <a:lnTo>
                    <a:pt x="101162" y="65352"/>
                  </a:lnTo>
                  <a:lnTo>
                    <a:pt x="102098" y="65112"/>
                  </a:lnTo>
                  <a:lnTo>
                    <a:pt x="103910" y="64648"/>
                  </a:lnTo>
                  <a:lnTo>
                    <a:pt x="106913" y="63879"/>
                  </a:lnTo>
                  <a:lnTo>
                    <a:pt x="108242" y="63505"/>
                  </a:lnTo>
                  <a:lnTo>
                    <a:pt x="111324" y="62636"/>
                  </a:lnTo>
                  <a:lnTo>
                    <a:pt x="111636" y="62548"/>
                  </a:lnTo>
                  <a:lnTo>
                    <a:pt x="112132" y="62408"/>
                  </a:lnTo>
                  <a:lnTo>
                    <a:pt x="112503" y="62304"/>
                  </a:lnTo>
                  <a:lnTo>
                    <a:pt x="114202" y="61884"/>
                  </a:lnTo>
                  <a:lnTo>
                    <a:pt x="114952" y="61699"/>
                  </a:lnTo>
                  <a:lnTo>
                    <a:pt x="117343" y="61109"/>
                  </a:lnTo>
                  <a:lnTo>
                    <a:pt x="119241" y="60640"/>
                  </a:lnTo>
                  <a:lnTo>
                    <a:pt x="119803" y="60501"/>
                  </a:lnTo>
                  <a:lnTo>
                    <a:pt x="120317" y="60375"/>
                  </a:lnTo>
                  <a:lnTo>
                    <a:pt x="123814" y="59511"/>
                  </a:lnTo>
                  <a:lnTo>
                    <a:pt x="125477" y="59101"/>
                  </a:lnTo>
                  <a:lnTo>
                    <a:pt x="126066" y="58955"/>
                  </a:lnTo>
                  <a:lnTo>
                    <a:pt x="127819" y="58523"/>
                  </a:lnTo>
                  <a:lnTo>
                    <a:pt x="128019" y="58473"/>
                  </a:lnTo>
                  <a:lnTo>
                    <a:pt x="133027" y="57224"/>
                  </a:lnTo>
                  <a:lnTo>
                    <a:pt x="134050" y="56969"/>
                  </a:lnTo>
                  <a:lnTo>
                    <a:pt x="134316" y="56902"/>
                  </a:lnTo>
                  <a:lnTo>
                    <a:pt x="135039" y="56722"/>
                  </a:lnTo>
                  <a:lnTo>
                    <a:pt x="137785" y="56037"/>
                  </a:lnTo>
                  <a:lnTo>
                    <a:pt x="138534" y="55850"/>
                  </a:lnTo>
                  <a:lnTo>
                    <a:pt x="139730" y="55552"/>
                  </a:lnTo>
                  <a:lnTo>
                    <a:pt x="139944" y="56427"/>
                  </a:lnTo>
                  <a:lnTo>
                    <a:pt x="140100" y="57066"/>
                  </a:lnTo>
                  <a:lnTo>
                    <a:pt x="140546" y="58889"/>
                  </a:lnTo>
                  <a:lnTo>
                    <a:pt x="140597" y="59099"/>
                  </a:lnTo>
                  <a:lnTo>
                    <a:pt x="140816" y="59960"/>
                  </a:lnTo>
                  <a:lnTo>
                    <a:pt x="141098" y="61070"/>
                  </a:lnTo>
                  <a:lnTo>
                    <a:pt x="141142" y="61244"/>
                  </a:lnTo>
                  <a:lnTo>
                    <a:pt x="141205" y="61490"/>
                  </a:lnTo>
                  <a:lnTo>
                    <a:pt x="141537" y="62798"/>
                  </a:lnTo>
                  <a:lnTo>
                    <a:pt x="141688" y="63394"/>
                  </a:lnTo>
                  <a:lnTo>
                    <a:pt x="142254" y="65623"/>
                  </a:lnTo>
                  <a:lnTo>
                    <a:pt x="142334" y="65937"/>
                  </a:lnTo>
                  <a:lnTo>
                    <a:pt x="142389" y="66152"/>
                  </a:lnTo>
                  <a:lnTo>
                    <a:pt x="142468" y="66458"/>
                  </a:lnTo>
                  <a:lnTo>
                    <a:pt x="142574" y="66851"/>
                  </a:lnTo>
                  <a:lnTo>
                    <a:pt x="142735" y="67448"/>
                  </a:lnTo>
                  <a:lnTo>
                    <a:pt x="143267" y="69418"/>
                  </a:lnTo>
                  <a:lnTo>
                    <a:pt x="143456" y="70116"/>
                  </a:lnTo>
                  <a:lnTo>
                    <a:pt x="143510" y="70317"/>
                  </a:lnTo>
                  <a:lnTo>
                    <a:pt x="144284" y="73180"/>
                  </a:lnTo>
                  <a:lnTo>
                    <a:pt x="144389" y="73570"/>
                  </a:lnTo>
                  <a:lnTo>
                    <a:pt x="144519" y="74051"/>
                  </a:lnTo>
                  <a:lnTo>
                    <a:pt x="144648" y="74538"/>
                  </a:lnTo>
                  <a:lnTo>
                    <a:pt x="144948" y="75676"/>
                  </a:lnTo>
                  <a:lnTo>
                    <a:pt x="145142" y="76409"/>
                  </a:lnTo>
                  <a:lnTo>
                    <a:pt x="145465" y="77635"/>
                  </a:lnTo>
                  <a:lnTo>
                    <a:pt x="145993" y="79633"/>
                  </a:lnTo>
                  <a:lnTo>
                    <a:pt x="146161" y="80274"/>
                  </a:lnTo>
                  <a:lnTo>
                    <a:pt x="146342" y="80959"/>
                  </a:lnTo>
                  <a:lnTo>
                    <a:pt x="146569" y="81818"/>
                  </a:lnTo>
                  <a:lnTo>
                    <a:pt x="146618" y="82003"/>
                  </a:lnTo>
                  <a:lnTo>
                    <a:pt x="146718" y="82384"/>
                  </a:lnTo>
                  <a:lnTo>
                    <a:pt x="147235" y="84340"/>
                  </a:lnTo>
                  <a:lnTo>
                    <a:pt x="147459" y="85191"/>
                  </a:lnTo>
                  <a:lnTo>
                    <a:pt x="147681" y="86030"/>
                  </a:lnTo>
                  <a:lnTo>
                    <a:pt x="147756" y="86316"/>
                  </a:lnTo>
                  <a:lnTo>
                    <a:pt x="146684" y="86595"/>
                  </a:lnTo>
                  <a:lnTo>
                    <a:pt x="143185" y="87503"/>
                  </a:lnTo>
                  <a:lnTo>
                    <a:pt x="139442" y="88475"/>
                  </a:lnTo>
                  <a:lnTo>
                    <a:pt x="137856" y="88887"/>
                  </a:lnTo>
                  <a:lnTo>
                    <a:pt x="133994" y="89890"/>
                  </a:lnTo>
                  <a:lnTo>
                    <a:pt x="133481" y="90020"/>
                  </a:lnTo>
                  <a:lnTo>
                    <a:pt x="128978" y="91165"/>
                  </a:lnTo>
                  <a:lnTo>
                    <a:pt x="128141" y="91377"/>
                  </a:lnTo>
                  <a:lnTo>
                    <a:pt x="127811" y="91465"/>
                  </a:lnTo>
                  <a:lnTo>
                    <a:pt x="121586" y="93045"/>
                  </a:lnTo>
                  <a:lnTo>
                    <a:pt x="120118" y="93417"/>
                  </a:lnTo>
                  <a:lnTo>
                    <a:pt x="118711" y="93775"/>
                  </a:lnTo>
                  <a:lnTo>
                    <a:pt x="118301" y="93879"/>
                  </a:lnTo>
                  <a:lnTo>
                    <a:pt x="117760" y="94014"/>
                  </a:lnTo>
                  <a:lnTo>
                    <a:pt x="117268" y="94138"/>
                  </a:lnTo>
                  <a:lnTo>
                    <a:pt x="116720" y="94276"/>
                  </a:lnTo>
                  <a:lnTo>
                    <a:pt x="113337" y="95125"/>
                  </a:lnTo>
                  <a:lnTo>
                    <a:pt x="113207" y="95157"/>
                  </a:lnTo>
                  <a:lnTo>
                    <a:pt x="112235" y="95384"/>
                  </a:lnTo>
                  <a:lnTo>
                    <a:pt x="110513" y="95784"/>
                  </a:lnTo>
                  <a:lnTo>
                    <a:pt x="109049" y="96125"/>
                  </a:lnTo>
                  <a:lnTo>
                    <a:pt x="108761" y="96192"/>
                  </a:lnTo>
                  <a:lnTo>
                    <a:pt x="108480" y="96257"/>
                  </a:lnTo>
                  <a:lnTo>
                    <a:pt x="107662" y="96448"/>
                  </a:lnTo>
                  <a:lnTo>
                    <a:pt x="107869" y="97264"/>
                  </a:lnTo>
                  <a:lnTo>
                    <a:pt x="108374" y="99267"/>
                  </a:lnTo>
                  <a:lnTo>
                    <a:pt x="108412" y="99416"/>
                  </a:lnTo>
                  <a:lnTo>
                    <a:pt x="108876" y="101253"/>
                  </a:lnTo>
                  <a:lnTo>
                    <a:pt x="109014" y="101801"/>
                  </a:lnTo>
                  <a:lnTo>
                    <a:pt x="109904" y="105321"/>
                  </a:lnTo>
                  <a:lnTo>
                    <a:pt x="110183" y="106428"/>
                  </a:lnTo>
                  <a:lnTo>
                    <a:pt x="110232" y="106610"/>
                  </a:lnTo>
                  <a:lnTo>
                    <a:pt x="110363" y="107094"/>
                  </a:lnTo>
                  <a:lnTo>
                    <a:pt x="110793" y="108683"/>
                  </a:lnTo>
                  <a:lnTo>
                    <a:pt x="110951" y="109271"/>
                  </a:lnTo>
                  <a:lnTo>
                    <a:pt x="111478" y="111221"/>
                  </a:lnTo>
                  <a:lnTo>
                    <a:pt x="111750" y="112225"/>
                  </a:lnTo>
                  <a:lnTo>
                    <a:pt x="112339" y="114409"/>
                  </a:lnTo>
                  <a:lnTo>
                    <a:pt x="103331" y="116900"/>
                  </a:lnTo>
                  <a:lnTo>
                    <a:pt x="99305" y="118014"/>
                  </a:lnTo>
                  <a:lnTo>
                    <a:pt x="97676" y="118438"/>
                  </a:lnTo>
                  <a:lnTo>
                    <a:pt x="93511" y="119521"/>
                  </a:lnTo>
                  <a:lnTo>
                    <a:pt x="89989" y="120438"/>
                  </a:lnTo>
                  <a:lnTo>
                    <a:pt x="89089" y="120672"/>
                  </a:lnTo>
                  <a:lnTo>
                    <a:pt x="87442" y="121100"/>
                  </a:lnTo>
                  <a:lnTo>
                    <a:pt x="84517" y="121861"/>
                  </a:lnTo>
                  <a:lnTo>
                    <a:pt x="80213" y="122980"/>
                  </a:lnTo>
                  <a:lnTo>
                    <a:pt x="75492" y="124164"/>
                  </a:lnTo>
                  <a:lnTo>
                    <a:pt x="75245" y="124226"/>
                  </a:lnTo>
                  <a:lnTo>
                    <a:pt x="72982" y="124794"/>
                  </a:lnTo>
                  <a:lnTo>
                    <a:pt x="70390" y="125444"/>
                  </a:lnTo>
                  <a:lnTo>
                    <a:pt x="69505" y="125666"/>
                  </a:lnTo>
                  <a:lnTo>
                    <a:pt x="67583" y="126147"/>
                  </a:lnTo>
                  <a:lnTo>
                    <a:pt x="64692" y="126872"/>
                  </a:lnTo>
                  <a:lnTo>
                    <a:pt x="62714" y="127368"/>
                  </a:lnTo>
                  <a:lnTo>
                    <a:pt x="62485" y="127426"/>
                  </a:lnTo>
                  <a:lnTo>
                    <a:pt x="62216" y="127493"/>
                  </a:lnTo>
                  <a:lnTo>
                    <a:pt x="59070" y="128402"/>
                  </a:lnTo>
                  <a:lnTo>
                    <a:pt x="58734" y="128499"/>
                  </a:lnTo>
                  <a:lnTo>
                    <a:pt x="57927" y="128732"/>
                  </a:lnTo>
                  <a:lnTo>
                    <a:pt x="56515" y="129137"/>
                  </a:lnTo>
                  <a:lnTo>
                    <a:pt x="56312" y="129192"/>
                  </a:lnTo>
                  <a:lnTo>
                    <a:pt x="55911" y="129298"/>
                  </a:lnTo>
                  <a:lnTo>
                    <a:pt x="54254" y="129737"/>
                  </a:lnTo>
                  <a:lnTo>
                    <a:pt x="51972" y="130341"/>
                  </a:lnTo>
                  <a:lnTo>
                    <a:pt x="49204" y="131074"/>
                  </a:lnTo>
                  <a:lnTo>
                    <a:pt x="48824" y="131174"/>
                  </a:lnTo>
                  <a:lnTo>
                    <a:pt x="44388" y="132349"/>
                  </a:lnTo>
                  <a:lnTo>
                    <a:pt x="44075" y="132432"/>
                  </a:lnTo>
                  <a:lnTo>
                    <a:pt x="42596" y="132823"/>
                  </a:lnTo>
                  <a:lnTo>
                    <a:pt x="40310" y="133429"/>
                  </a:lnTo>
                  <a:lnTo>
                    <a:pt x="39911" y="133534"/>
                  </a:lnTo>
                  <a:lnTo>
                    <a:pt x="39405" y="133668"/>
                  </a:lnTo>
                  <a:lnTo>
                    <a:pt x="39176" y="133670"/>
                  </a:lnTo>
                  <a:lnTo>
                    <a:pt x="37936" y="129760"/>
                  </a:lnTo>
                  <a:lnTo>
                    <a:pt x="36821" y="126244"/>
                  </a:lnTo>
                  <a:lnTo>
                    <a:pt x="36592" y="125524"/>
                  </a:lnTo>
                  <a:lnTo>
                    <a:pt x="36062" y="123852"/>
                  </a:lnTo>
                  <a:lnTo>
                    <a:pt x="35135" y="120930"/>
                  </a:lnTo>
                  <a:lnTo>
                    <a:pt x="34868" y="120088"/>
                  </a:lnTo>
                  <a:lnTo>
                    <a:pt x="34147" y="117802"/>
                  </a:lnTo>
                  <a:lnTo>
                    <a:pt x="33784" y="116653"/>
                  </a:lnTo>
                  <a:lnTo>
                    <a:pt x="33587" y="116030"/>
                  </a:lnTo>
                  <a:lnTo>
                    <a:pt x="32561" y="112782"/>
                  </a:lnTo>
                  <a:lnTo>
                    <a:pt x="32107" y="111394"/>
                  </a:lnTo>
                  <a:lnTo>
                    <a:pt x="31349" y="109079"/>
                  </a:lnTo>
                  <a:lnTo>
                    <a:pt x="31112" y="108356"/>
                  </a:lnTo>
                  <a:lnTo>
                    <a:pt x="30772" y="107315"/>
                  </a:lnTo>
                  <a:lnTo>
                    <a:pt x="30318" y="105928"/>
                  </a:lnTo>
                  <a:lnTo>
                    <a:pt x="29377" y="103054"/>
                  </a:lnTo>
                  <a:lnTo>
                    <a:pt x="29332" y="102917"/>
                  </a:lnTo>
                  <a:lnTo>
                    <a:pt x="28549" y="100524"/>
                  </a:lnTo>
                  <a:lnTo>
                    <a:pt x="28423" y="100138"/>
                  </a:lnTo>
                  <a:lnTo>
                    <a:pt x="27915" y="98588"/>
                  </a:lnTo>
                  <a:lnTo>
                    <a:pt x="23640" y="85117"/>
                  </a:lnTo>
                  <a:lnTo>
                    <a:pt x="22958" y="82966"/>
                  </a:lnTo>
                  <a:lnTo>
                    <a:pt x="22427" y="81291"/>
                  </a:lnTo>
                  <a:lnTo>
                    <a:pt x="21584" y="78634"/>
                  </a:lnTo>
                  <a:lnTo>
                    <a:pt x="21326" y="77818"/>
                  </a:lnTo>
                  <a:lnTo>
                    <a:pt x="21265" y="77626"/>
                  </a:lnTo>
                  <a:lnTo>
                    <a:pt x="20962" y="76671"/>
                  </a:lnTo>
                  <a:lnTo>
                    <a:pt x="19226" y="71037"/>
                  </a:lnTo>
                  <a:lnTo>
                    <a:pt x="18550" y="68842"/>
                  </a:lnTo>
                  <a:lnTo>
                    <a:pt x="18511" y="68714"/>
                  </a:lnTo>
                  <a:lnTo>
                    <a:pt x="17472" y="65343"/>
                  </a:lnTo>
                  <a:lnTo>
                    <a:pt x="15691" y="59563"/>
                  </a:lnTo>
                  <a:lnTo>
                    <a:pt x="15612" y="59307"/>
                  </a:lnTo>
                  <a:lnTo>
                    <a:pt x="15226" y="58054"/>
                  </a:lnTo>
                  <a:lnTo>
                    <a:pt x="15043" y="57431"/>
                  </a:lnTo>
                  <a:lnTo>
                    <a:pt x="13790" y="53171"/>
                  </a:lnTo>
                  <a:lnTo>
                    <a:pt x="13637" y="52654"/>
                  </a:lnTo>
                  <a:lnTo>
                    <a:pt x="13251" y="51341"/>
                  </a:lnTo>
                  <a:lnTo>
                    <a:pt x="12838" y="49931"/>
                  </a:lnTo>
                  <a:lnTo>
                    <a:pt x="12464" y="48569"/>
                  </a:lnTo>
                  <a:lnTo>
                    <a:pt x="11631" y="45532"/>
                  </a:lnTo>
                  <a:lnTo>
                    <a:pt x="11398" y="44746"/>
                  </a:lnTo>
                  <a:lnTo>
                    <a:pt x="10996" y="43385"/>
                  </a:lnTo>
                  <a:lnTo>
                    <a:pt x="10735" y="42502"/>
                  </a:lnTo>
                  <a:lnTo>
                    <a:pt x="10157" y="40546"/>
                  </a:lnTo>
                  <a:lnTo>
                    <a:pt x="9824" y="39459"/>
                  </a:lnTo>
                  <a:lnTo>
                    <a:pt x="9189" y="37386"/>
                  </a:lnTo>
                  <a:lnTo>
                    <a:pt x="8621" y="35399"/>
                  </a:lnTo>
                  <a:lnTo>
                    <a:pt x="8195" y="33907"/>
                  </a:lnTo>
                  <a:lnTo>
                    <a:pt x="7410" y="31159"/>
                  </a:lnTo>
                  <a:lnTo>
                    <a:pt x="7011" y="29763"/>
                  </a:lnTo>
                  <a:lnTo>
                    <a:pt x="5677" y="25265"/>
                  </a:lnTo>
                  <a:lnTo>
                    <a:pt x="5382" y="24267"/>
                  </a:lnTo>
                  <a:lnTo>
                    <a:pt x="4762" y="22178"/>
                  </a:lnTo>
                  <a:lnTo>
                    <a:pt x="3530" y="18022"/>
                  </a:lnTo>
                  <a:lnTo>
                    <a:pt x="2890" y="15866"/>
                  </a:lnTo>
                  <a:lnTo>
                    <a:pt x="2746" y="15380"/>
                  </a:lnTo>
                  <a:lnTo>
                    <a:pt x="1451" y="11011"/>
                  </a:lnTo>
                  <a:lnTo>
                    <a:pt x="1330" y="10602"/>
                  </a:lnTo>
                  <a:lnTo>
                    <a:pt x="1155" y="10015"/>
                  </a:lnTo>
                  <a:lnTo>
                    <a:pt x="394" y="7448"/>
                  </a:lnTo>
                  <a:lnTo>
                    <a:pt x="176" y="6710"/>
                  </a:lnTo>
                  <a:lnTo>
                    <a:pt x="0" y="6112"/>
                  </a:lnTo>
                  <a:lnTo>
                    <a:pt x="337" y="6021"/>
                  </a:lnTo>
                  <a:lnTo>
                    <a:pt x="885" y="5872"/>
                  </a:lnTo>
                  <a:lnTo>
                    <a:pt x="4221" y="4967"/>
                  </a:lnTo>
                  <a:lnTo>
                    <a:pt x="9010" y="3669"/>
                  </a:lnTo>
                  <a:lnTo>
                    <a:pt x="9221" y="3612"/>
                  </a:lnTo>
                  <a:lnTo>
                    <a:pt x="19458" y="973"/>
                  </a:lnTo>
                  <a:lnTo>
                    <a:pt x="22290" y="242"/>
                  </a:lnTo>
                  <a:lnTo>
                    <a:pt x="23232" y="0"/>
                  </a:lnTo>
                  <a:lnTo>
                    <a:pt x="23293" y="215"/>
                  </a:lnTo>
                  <a:lnTo>
                    <a:pt x="23402" y="597"/>
                  </a:lnTo>
                  <a:lnTo>
                    <a:pt x="23472" y="843"/>
                  </a:lnTo>
                  <a:lnTo>
                    <a:pt x="23522" y="1022"/>
                  </a:lnTo>
                  <a:lnTo>
                    <a:pt x="23635" y="1394"/>
                  </a:lnTo>
                  <a:lnTo>
                    <a:pt x="23706" y="1630"/>
                  </a:lnTo>
                  <a:lnTo>
                    <a:pt x="23929" y="2367"/>
                  </a:lnTo>
                  <a:lnTo>
                    <a:pt x="24753" y="5092"/>
                  </a:lnTo>
                  <a:lnTo>
                    <a:pt x="24805" y="5264"/>
                  </a:lnTo>
                  <a:lnTo>
                    <a:pt x="24885" y="5529"/>
                  </a:lnTo>
                  <a:lnTo>
                    <a:pt x="25163" y="6565"/>
                  </a:lnTo>
                  <a:lnTo>
                    <a:pt x="25284" y="7056"/>
                  </a:lnTo>
                  <a:lnTo>
                    <a:pt x="25986" y="9910"/>
                  </a:lnTo>
                  <a:lnTo>
                    <a:pt x="26170" y="10655"/>
                  </a:lnTo>
                  <a:lnTo>
                    <a:pt x="28342" y="19477"/>
                  </a:lnTo>
                  <a:lnTo>
                    <a:pt x="28728" y="21037"/>
                  </a:lnTo>
                  <a:lnTo>
                    <a:pt x="28843" y="21469"/>
                  </a:lnTo>
                  <a:lnTo>
                    <a:pt x="28982" y="21993"/>
                  </a:lnTo>
                  <a:lnTo>
                    <a:pt x="29203" y="22825"/>
                  </a:lnTo>
                  <a:lnTo>
                    <a:pt x="29634" y="24449"/>
                  </a:lnTo>
                  <a:lnTo>
                    <a:pt x="30149" y="26387"/>
                  </a:lnTo>
                  <a:lnTo>
                    <a:pt x="30393" y="27307"/>
                  </a:lnTo>
                  <a:lnTo>
                    <a:pt x="30545" y="27876"/>
                  </a:lnTo>
                  <a:lnTo>
                    <a:pt x="30602" y="28092"/>
                  </a:lnTo>
                  <a:lnTo>
                    <a:pt x="30844" y="29003"/>
                  </a:lnTo>
                  <a:lnTo>
                    <a:pt x="31888" y="32931"/>
                  </a:lnTo>
                  <a:lnTo>
                    <a:pt x="31975" y="33261"/>
                  </a:lnTo>
                  <a:lnTo>
                    <a:pt x="32891" y="36708"/>
                  </a:lnTo>
                  <a:lnTo>
                    <a:pt x="33038" y="37262"/>
                  </a:lnTo>
                  <a:lnTo>
                    <a:pt x="33102" y="37503"/>
                  </a:lnTo>
                  <a:lnTo>
                    <a:pt x="33150" y="37684"/>
                  </a:lnTo>
                  <a:lnTo>
                    <a:pt x="33347" y="38424"/>
                  </a:lnTo>
                  <a:lnTo>
                    <a:pt x="33479" y="38919"/>
                  </a:lnTo>
                  <a:lnTo>
                    <a:pt x="33533" y="39125"/>
                  </a:lnTo>
                  <a:lnTo>
                    <a:pt x="34434" y="42514"/>
                  </a:lnTo>
                  <a:lnTo>
                    <a:pt x="34612" y="43184"/>
                  </a:lnTo>
                  <a:lnTo>
                    <a:pt x="35378" y="46068"/>
                  </a:lnTo>
                  <a:lnTo>
                    <a:pt x="35746" y="474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827465" y="4999886"/>
              <a:ext cx="62192" cy="191117"/>
            </a:xfrm>
            <a:custGeom>
              <a:avLst/>
              <a:pathLst>
                <a:path w="62192" h="191117">
                  <a:moveTo>
                    <a:pt x="32167" y="55279"/>
                  </a:moveTo>
                  <a:lnTo>
                    <a:pt x="32973" y="58126"/>
                  </a:lnTo>
                  <a:lnTo>
                    <a:pt x="33215" y="58981"/>
                  </a:lnTo>
                  <a:lnTo>
                    <a:pt x="33885" y="61273"/>
                  </a:lnTo>
                  <a:lnTo>
                    <a:pt x="34292" y="62667"/>
                  </a:lnTo>
                  <a:lnTo>
                    <a:pt x="35247" y="65933"/>
                  </a:lnTo>
                  <a:lnTo>
                    <a:pt x="35882" y="68108"/>
                  </a:lnTo>
                  <a:lnTo>
                    <a:pt x="37009" y="72229"/>
                  </a:lnTo>
                  <a:lnTo>
                    <a:pt x="37445" y="73824"/>
                  </a:lnTo>
                  <a:lnTo>
                    <a:pt x="37668" y="74638"/>
                  </a:lnTo>
                  <a:lnTo>
                    <a:pt x="37854" y="75225"/>
                  </a:lnTo>
                  <a:lnTo>
                    <a:pt x="38069" y="75899"/>
                  </a:lnTo>
                  <a:lnTo>
                    <a:pt x="38194" y="76294"/>
                  </a:lnTo>
                  <a:lnTo>
                    <a:pt x="38510" y="77289"/>
                  </a:lnTo>
                  <a:lnTo>
                    <a:pt x="39857" y="81527"/>
                  </a:lnTo>
                  <a:lnTo>
                    <a:pt x="40178" y="82651"/>
                  </a:lnTo>
                  <a:lnTo>
                    <a:pt x="40655" y="84326"/>
                  </a:lnTo>
                  <a:lnTo>
                    <a:pt x="42566" y="91028"/>
                  </a:lnTo>
                  <a:lnTo>
                    <a:pt x="42659" y="91354"/>
                  </a:lnTo>
                  <a:lnTo>
                    <a:pt x="43194" y="93230"/>
                  </a:lnTo>
                  <a:lnTo>
                    <a:pt x="43275" y="93516"/>
                  </a:lnTo>
                  <a:lnTo>
                    <a:pt x="44230" y="96763"/>
                  </a:lnTo>
                  <a:lnTo>
                    <a:pt x="44986" y="99330"/>
                  </a:lnTo>
                  <a:lnTo>
                    <a:pt x="45418" y="100800"/>
                  </a:lnTo>
                  <a:lnTo>
                    <a:pt x="48042" y="109721"/>
                  </a:lnTo>
                  <a:lnTo>
                    <a:pt x="48435" y="111053"/>
                  </a:lnTo>
                  <a:lnTo>
                    <a:pt x="49321" y="114065"/>
                  </a:lnTo>
                  <a:lnTo>
                    <a:pt x="49520" y="114742"/>
                  </a:lnTo>
                  <a:lnTo>
                    <a:pt x="49715" y="115401"/>
                  </a:lnTo>
                  <a:lnTo>
                    <a:pt x="50476" y="117968"/>
                  </a:lnTo>
                  <a:lnTo>
                    <a:pt x="50678" y="118647"/>
                  </a:lnTo>
                  <a:lnTo>
                    <a:pt x="50799" y="119056"/>
                  </a:lnTo>
                  <a:lnTo>
                    <a:pt x="52067" y="123333"/>
                  </a:lnTo>
                  <a:lnTo>
                    <a:pt x="52211" y="123819"/>
                  </a:lnTo>
                  <a:lnTo>
                    <a:pt x="52851" y="125975"/>
                  </a:lnTo>
                  <a:lnTo>
                    <a:pt x="54083" y="130131"/>
                  </a:lnTo>
                  <a:lnTo>
                    <a:pt x="54703" y="132221"/>
                  </a:lnTo>
                  <a:lnTo>
                    <a:pt x="54999" y="133218"/>
                  </a:lnTo>
                  <a:lnTo>
                    <a:pt x="56332" y="137716"/>
                  </a:lnTo>
                  <a:lnTo>
                    <a:pt x="56731" y="139112"/>
                  </a:lnTo>
                  <a:lnTo>
                    <a:pt x="57516" y="141860"/>
                  </a:lnTo>
                  <a:lnTo>
                    <a:pt x="57960" y="143414"/>
                  </a:lnTo>
                  <a:lnTo>
                    <a:pt x="58510" y="145340"/>
                  </a:lnTo>
                  <a:lnTo>
                    <a:pt x="59145" y="147413"/>
                  </a:lnTo>
                  <a:lnTo>
                    <a:pt x="59478" y="148500"/>
                  </a:lnTo>
                  <a:lnTo>
                    <a:pt x="60056" y="150455"/>
                  </a:lnTo>
                  <a:lnTo>
                    <a:pt x="60317" y="151339"/>
                  </a:lnTo>
                  <a:lnTo>
                    <a:pt x="60719" y="152700"/>
                  </a:lnTo>
                  <a:lnTo>
                    <a:pt x="60952" y="153486"/>
                  </a:lnTo>
                  <a:lnTo>
                    <a:pt x="61785" y="156522"/>
                  </a:lnTo>
                  <a:lnTo>
                    <a:pt x="62192" y="158003"/>
                  </a:lnTo>
                  <a:lnTo>
                    <a:pt x="62011" y="158320"/>
                  </a:lnTo>
                  <a:lnTo>
                    <a:pt x="61708" y="158849"/>
                  </a:lnTo>
                  <a:lnTo>
                    <a:pt x="61483" y="159243"/>
                  </a:lnTo>
                  <a:lnTo>
                    <a:pt x="61057" y="159989"/>
                  </a:lnTo>
                  <a:lnTo>
                    <a:pt x="60873" y="160311"/>
                  </a:lnTo>
                  <a:lnTo>
                    <a:pt x="60511" y="160943"/>
                  </a:lnTo>
                  <a:lnTo>
                    <a:pt x="60417" y="161109"/>
                  </a:lnTo>
                  <a:lnTo>
                    <a:pt x="60212" y="161487"/>
                  </a:lnTo>
                  <a:lnTo>
                    <a:pt x="59810" y="162227"/>
                  </a:lnTo>
                  <a:lnTo>
                    <a:pt x="59415" y="162956"/>
                  </a:lnTo>
                  <a:lnTo>
                    <a:pt x="58791" y="164108"/>
                  </a:lnTo>
                  <a:lnTo>
                    <a:pt x="58701" y="164275"/>
                  </a:lnTo>
                  <a:lnTo>
                    <a:pt x="58567" y="164521"/>
                  </a:lnTo>
                  <a:lnTo>
                    <a:pt x="58467" y="164705"/>
                  </a:lnTo>
                  <a:lnTo>
                    <a:pt x="58268" y="165072"/>
                  </a:lnTo>
                  <a:lnTo>
                    <a:pt x="57808" y="165922"/>
                  </a:lnTo>
                  <a:lnTo>
                    <a:pt x="57322" y="166818"/>
                  </a:lnTo>
                  <a:lnTo>
                    <a:pt x="57050" y="167295"/>
                  </a:lnTo>
                  <a:lnTo>
                    <a:pt x="56698" y="167911"/>
                  </a:lnTo>
                  <a:lnTo>
                    <a:pt x="56526" y="168211"/>
                  </a:lnTo>
                  <a:lnTo>
                    <a:pt x="56444" y="168355"/>
                  </a:lnTo>
                  <a:lnTo>
                    <a:pt x="55864" y="169371"/>
                  </a:lnTo>
                  <a:lnTo>
                    <a:pt x="55735" y="169596"/>
                  </a:lnTo>
                  <a:lnTo>
                    <a:pt x="55061" y="170775"/>
                  </a:lnTo>
                  <a:lnTo>
                    <a:pt x="54981" y="170915"/>
                  </a:lnTo>
                  <a:lnTo>
                    <a:pt x="53866" y="172867"/>
                  </a:lnTo>
                  <a:lnTo>
                    <a:pt x="53755" y="173062"/>
                  </a:lnTo>
                  <a:lnTo>
                    <a:pt x="53402" y="173681"/>
                  </a:lnTo>
                  <a:lnTo>
                    <a:pt x="52408" y="175421"/>
                  </a:lnTo>
                  <a:lnTo>
                    <a:pt x="51267" y="177417"/>
                  </a:lnTo>
                  <a:lnTo>
                    <a:pt x="51109" y="177695"/>
                  </a:lnTo>
                  <a:lnTo>
                    <a:pt x="50891" y="178076"/>
                  </a:lnTo>
                  <a:lnTo>
                    <a:pt x="50770" y="178288"/>
                  </a:lnTo>
                  <a:lnTo>
                    <a:pt x="50284" y="179138"/>
                  </a:lnTo>
                  <a:lnTo>
                    <a:pt x="49443" y="180611"/>
                  </a:lnTo>
                  <a:lnTo>
                    <a:pt x="48328" y="182563"/>
                  </a:lnTo>
                  <a:lnTo>
                    <a:pt x="47975" y="183318"/>
                  </a:lnTo>
                  <a:lnTo>
                    <a:pt x="47875" y="183532"/>
                  </a:lnTo>
                  <a:lnTo>
                    <a:pt x="47468" y="184404"/>
                  </a:lnTo>
                  <a:lnTo>
                    <a:pt x="46898" y="185623"/>
                  </a:lnTo>
                  <a:lnTo>
                    <a:pt x="46628" y="186200"/>
                  </a:lnTo>
                  <a:lnTo>
                    <a:pt x="45964" y="186484"/>
                  </a:lnTo>
                  <a:lnTo>
                    <a:pt x="45084" y="186695"/>
                  </a:lnTo>
                  <a:lnTo>
                    <a:pt x="44294" y="186951"/>
                  </a:lnTo>
                  <a:lnTo>
                    <a:pt x="43226" y="187208"/>
                  </a:lnTo>
                  <a:lnTo>
                    <a:pt x="42307" y="187357"/>
                  </a:lnTo>
                  <a:lnTo>
                    <a:pt x="40711" y="187560"/>
                  </a:lnTo>
                  <a:lnTo>
                    <a:pt x="38361" y="188815"/>
                  </a:lnTo>
                  <a:lnTo>
                    <a:pt x="34062" y="190097"/>
                  </a:lnTo>
                  <a:lnTo>
                    <a:pt x="33090" y="190245"/>
                  </a:lnTo>
                  <a:lnTo>
                    <a:pt x="30811" y="190525"/>
                  </a:lnTo>
                  <a:lnTo>
                    <a:pt x="30345" y="190583"/>
                  </a:lnTo>
                  <a:lnTo>
                    <a:pt x="29951" y="190723"/>
                  </a:lnTo>
                  <a:lnTo>
                    <a:pt x="29426" y="191117"/>
                  </a:lnTo>
                  <a:lnTo>
                    <a:pt x="25603" y="189963"/>
                  </a:lnTo>
                  <a:lnTo>
                    <a:pt x="26056" y="185582"/>
                  </a:lnTo>
                  <a:lnTo>
                    <a:pt x="26285" y="181472"/>
                  </a:lnTo>
                  <a:lnTo>
                    <a:pt x="26297" y="180865"/>
                  </a:lnTo>
                  <a:lnTo>
                    <a:pt x="26091" y="179154"/>
                  </a:lnTo>
                  <a:lnTo>
                    <a:pt x="25658" y="176896"/>
                  </a:lnTo>
                  <a:lnTo>
                    <a:pt x="25515" y="175840"/>
                  </a:lnTo>
                  <a:lnTo>
                    <a:pt x="25006" y="172354"/>
                  </a:lnTo>
                  <a:lnTo>
                    <a:pt x="24324" y="167683"/>
                  </a:lnTo>
                  <a:lnTo>
                    <a:pt x="24113" y="167311"/>
                  </a:lnTo>
                  <a:lnTo>
                    <a:pt x="21758" y="161352"/>
                  </a:lnTo>
                  <a:lnTo>
                    <a:pt x="20797" y="158920"/>
                  </a:lnTo>
                  <a:lnTo>
                    <a:pt x="20370" y="157929"/>
                  </a:lnTo>
                  <a:lnTo>
                    <a:pt x="19446" y="156643"/>
                  </a:lnTo>
                  <a:lnTo>
                    <a:pt x="16807" y="158046"/>
                  </a:lnTo>
                  <a:lnTo>
                    <a:pt x="15013" y="155098"/>
                  </a:lnTo>
                  <a:lnTo>
                    <a:pt x="17065" y="153160"/>
                  </a:lnTo>
                  <a:lnTo>
                    <a:pt x="15893" y="151418"/>
                  </a:lnTo>
                  <a:lnTo>
                    <a:pt x="15716" y="150973"/>
                  </a:lnTo>
                  <a:lnTo>
                    <a:pt x="13829" y="146211"/>
                  </a:lnTo>
                  <a:lnTo>
                    <a:pt x="11558" y="146613"/>
                  </a:lnTo>
                  <a:lnTo>
                    <a:pt x="11346" y="146650"/>
                  </a:lnTo>
                  <a:lnTo>
                    <a:pt x="10288" y="146838"/>
                  </a:lnTo>
                  <a:lnTo>
                    <a:pt x="4993" y="141956"/>
                  </a:lnTo>
                  <a:lnTo>
                    <a:pt x="2768" y="140258"/>
                  </a:lnTo>
                  <a:lnTo>
                    <a:pt x="188" y="136123"/>
                  </a:lnTo>
                  <a:lnTo>
                    <a:pt x="102" y="134961"/>
                  </a:lnTo>
                  <a:lnTo>
                    <a:pt x="0" y="133126"/>
                  </a:lnTo>
                  <a:lnTo>
                    <a:pt x="852" y="133065"/>
                  </a:lnTo>
                  <a:lnTo>
                    <a:pt x="1521" y="132910"/>
                  </a:lnTo>
                  <a:lnTo>
                    <a:pt x="1982" y="132688"/>
                  </a:lnTo>
                  <a:lnTo>
                    <a:pt x="2358" y="132534"/>
                  </a:lnTo>
                  <a:lnTo>
                    <a:pt x="2649" y="132295"/>
                  </a:lnTo>
                  <a:lnTo>
                    <a:pt x="2905" y="132004"/>
                  </a:lnTo>
                  <a:lnTo>
                    <a:pt x="3144" y="131628"/>
                  </a:lnTo>
                  <a:lnTo>
                    <a:pt x="3264" y="131184"/>
                  </a:lnTo>
                  <a:lnTo>
                    <a:pt x="3231" y="130972"/>
                  </a:lnTo>
                  <a:lnTo>
                    <a:pt x="3093" y="130620"/>
                  </a:lnTo>
                  <a:lnTo>
                    <a:pt x="2973" y="130022"/>
                  </a:lnTo>
                  <a:lnTo>
                    <a:pt x="2991" y="129561"/>
                  </a:lnTo>
                  <a:lnTo>
                    <a:pt x="3127" y="128826"/>
                  </a:lnTo>
                  <a:lnTo>
                    <a:pt x="3329" y="128112"/>
                  </a:lnTo>
                  <a:lnTo>
                    <a:pt x="3408" y="127971"/>
                  </a:lnTo>
                  <a:lnTo>
                    <a:pt x="3503" y="127800"/>
                  </a:lnTo>
                  <a:lnTo>
                    <a:pt x="3879" y="127373"/>
                  </a:lnTo>
                  <a:lnTo>
                    <a:pt x="4435" y="126607"/>
                  </a:lnTo>
                  <a:lnTo>
                    <a:pt x="4501" y="126401"/>
                  </a:lnTo>
                  <a:lnTo>
                    <a:pt x="4714" y="125732"/>
                  </a:lnTo>
                  <a:lnTo>
                    <a:pt x="4768" y="125563"/>
                  </a:lnTo>
                  <a:lnTo>
                    <a:pt x="5195" y="125647"/>
                  </a:lnTo>
                  <a:lnTo>
                    <a:pt x="8416" y="126278"/>
                  </a:lnTo>
                  <a:lnTo>
                    <a:pt x="8740" y="126341"/>
                  </a:lnTo>
                  <a:lnTo>
                    <a:pt x="8884" y="126369"/>
                  </a:lnTo>
                  <a:lnTo>
                    <a:pt x="8963" y="126133"/>
                  </a:lnTo>
                  <a:lnTo>
                    <a:pt x="9043" y="125884"/>
                  </a:lnTo>
                  <a:lnTo>
                    <a:pt x="9077" y="125740"/>
                  </a:lnTo>
                  <a:lnTo>
                    <a:pt x="9426" y="124269"/>
                  </a:lnTo>
                  <a:lnTo>
                    <a:pt x="9801" y="122693"/>
                  </a:lnTo>
                  <a:lnTo>
                    <a:pt x="10023" y="121756"/>
                  </a:lnTo>
                  <a:lnTo>
                    <a:pt x="10098" y="121442"/>
                  </a:lnTo>
                  <a:lnTo>
                    <a:pt x="10862" y="118223"/>
                  </a:lnTo>
                  <a:lnTo>
                    <a:pt x="11012" y="117721"/>
                  </a:lnTo>
                  <a:lnTo>
                    <a:pt x="11096" y="117439"/>
                  </a:lnTo>
                  <a:lnTo>
                    <a:pt x="11431" y="116217"/>
                  </a:lnTo>
                  <a:lnTo>
                    <a:pt x="11544" y="115807"/>
                  </a:lnTo>
                  <a:lnTo>
                    <a:pt x="11874" y="114602"/>
                  </a:lnTo>
                  <a:lnTo>
                    <a:pt x="12147" y="113607"/>
                  </a:lnTo>
                  <a:lnTo>
                    <a:pt x="12563" y="112089"/>
                  </a:lnTo>
                  <a:lnTo>
                    <a:pt x="12780" y="111295"/>
                  </a:lnTo>
                  <a:lnTo>
                    <a:pt x="12869" y="110973"/>
                  </a:lnTo>
                  <a:lnTo>
                    <a:pt x="12943" y="110704"/>
                  </a:lnTo>
                  <a:lnTo>
                    <a:pt x="13317" y="109251"/>
                  </a:lnTo>
                  <a:lnTo>
                    <a:pt x="13803" y="107674"/>
                  </a:lnTo>
                  <a:lnTo>
                    <a:pt x="13873" y="107445"/>
                  </a:lnTo>
                  <a:lnTo>
                    <a:pt x="13933" y="107251"/>
                  </a:lnTo>
                  <a:lnTo>
                    <a:pt x="14316" y="106010"/>
                  </a:lnTo>
                  <a:lnTo>
                    <a:pt x="15238" y="103017"/>
                  </a:lnTo>
                  <a:lnTo>
                    <a:pt x="15877" y="100941"/>
                  </a:lnTo>
                  <a:lnTo>
                    <a:pt x="15929" y="100486"/>
                  </a:lnTo>
                  <a:lnTo>
                    <a:pt x="16000" y="99804"/>
                  </a:lnTo>
                  <a:lnTo>
                    <a:pt x="15987" y="99384"/>
                  </a:lnTo>
                  <a:lnTo>
                    <a:pt x="15965" y="98665"/>
                  </a:lnTo>
                  <a:lnTo>
                    <a:pt x="15940" y="97848"/>
                  </a:lnTo>
                  <a:lnTo>
                    <a:pt x="15935" y="97683"/>
                  </a:lnTo>
                  <a:lnTo>
                    <a:pt x="15928" y="97460"/>
                  </a:lnTo>
                  <a:lnTo>
                    <a:pt x="15916" y="97071"/>
                  </a:lnTo>
                  <a:lnTo>
                    <a:pt x="15911" y="96888"/>
                  </a:lnTo>
                  <a:lnTo>
                    <a:pt x="15881" y="95904"/>
                  </a:lnTo>
                  <a:lnTo>
                    <a:pt x="15857" y="95124"/>
                  </a:lnTo>
                  <a:lnTo>
                    <a:pt x="15863" y="94850"/>
                  </a:lnTo>
                  <a:lnTo>
                    <a:pt x="15867" y="94645"/>
                  </a:lnTo>
                  <a:lnTo>
                    <a:pt x="15873" y="94366"/>
                  </a:lnTo>
                  <a:lnTo>
                    <a:pt x="15914" y="92521"/>
                  </a:lnTo>
                  <a:lnTo>
                    <a:pt x="15963" y="90291"/>
                  </a:lnTo>
                  <a:lnTo>
                    <a:pt x="15967" y="89842"/>
                  </a:lnTo>
                  <a:lnTo>
                    <a:pt x="15962" y="89508"/>
                  </a:lnTo>
                  <a:lnTo>
                    <a:pt x="15955" y="89004"/>
                  </a:lnTo>
                  <a:lnTo>
                    <a:pt x="15943" y="88162"/>
                  </a:lnTo>
                  <a:lnTo>
                    <a:pt x="15934" y="87542"/>
                  </a:lnTo>
                  <a:lnTo>
                    <a:pt x="15925" y="86921"/>
                  </a:lnTo>
                  <a:lnTo>
                    <a:pt x="15922" y="86773"/>
                  </a:lnTo>
                  <a:lnTo>
                    <a:pt x="15914" y="86200"/>
                  </a:lnTo>
                  <a:lnTo>
                    <a:pt x="15870" y="85290"/>
                  </a:lnTo>
                  <a:lnTo>
                    <a:pt x="15531" y="84712"/>
                  </a:lnTo>
                  <a:lnTo>
                    <a:pt x="15034" y="84314"/>
                  </a:lnTo>
                  <a:lnTo>
                    <a:pt x="13561" y="83116"/>
                  </a:lnTo>
                  <a:lnTo>
                    <a:pt x="12608" y="82113"/>
                  </a:lnTo>
                  <a:lnTo>
                    <a:pt x="12376" y="81709"/>
                  </a:lnTo>
                  <a:lnTo>
                    <a:pt x="12211" y="81424"/>
                  </a:lnTo>
                  <a:lnTo>
                    <a:pt x="11886" y="80843"/>
                  </a:lnTo>
                  <a:lnTo>
                    <a:pt x="11683" y="80480"/>
                  </a:lnTo>
                  <a:lnTo>
                    <a:pt x="11512" y="80169"/>
                  </a:lnTo>
                  <a:lnTo>
                    <a:pt x="11308" y="79771"/>
                  </a:lnTo>
                  <a:lnTo>
                    <a:pt x="11217" y="79592"/>
                  </a:lnTo>
                  <a:lnTo>
                    <a:pt x="10752" y="78683"/>
                  </a:lnTo>
                  <a:lnTo>
                    <a:pt x="10644" y="78421"/>
                  </a:lnTo>
                  <a:lnTo>
                    <a:pt x="10291" y="77557"/>
                  </a:lnTo>
                  <a:lnTo>
                    <a:pt x="10137" y="77157"/>
                  </a:lnTo>
                  <a:lnTo>
                    <a:pt x="9814" y="76313"/>
                  </a:lnTo>
                  <a:lnTo>
                    <a:pt x="9634" y="75499"/>
                  </a:lnTo>
                  <a:lnTo>
                    <a:pt x="9770" y="74421"/>
                  </a:lnTo>
                  <a:lnTo>
                    <a:pt x="9923" y="73209"/>
                  </a:lnTo>
                  <a:lnTo>
                    <a:pt x="10052" y="72190"/>
                  </a:lnTo>
                  <a:lnTo>
                    <a:pt x="10123" y="71631"/>
                  </a:lnTo>
                  <a:lnTo>
                    <a:pt x="10236" y="70740"/>
                  </a:lnTo>
                  <a:lnTo>
                    <a:pt x="10345" y="69871"/>
                  </a:lnTo>
                  <a:lnTo>
                    <a:pt x="10419" y="69289"/>
                  </a:lnTo>
                  <a:lnTo>
                    <a:pt x="10402" y="68671"/>
                  </a:lnTo>
                  <a:lnTo>
                    <a:pt x="10299" y="68329"/>
                  </a:lnTo>
                  <a:lnTo>
                    <a:pt x="9870" y="67613"/>
                  </a:lnTo>
                  <a:lnTo>
                    <a:pt x="9151" y="66728"/>
                  </a:lnTo>
                  <a:lnTo>
                    <a:pt x="7538" y="65137"/>
                  </a:lnTo>
                  <a:lnTo>
                    <a:pt x="6876" y="64592"/>
                  </a:lnTo>
                  <a:lnTo>
                    <a:pt x="6649" y="64462"/>
                  </a:lnTo>
                  <a:lnTo>
                    <a:pt x="5723" y="63930"/>
                  </a:lnTo>
                  <a:lnTo>
                    <a:pt x="5444" y="63765"/>
                  </a:lnTo>
                  <a:lnTo>
                    <a:pt x="5444" y="63612"/>
                  </a:lnTo>
                  <a:lnTo>
                    <a:pt x="5442" y="63261"/>
                  </a:lnTo>
                  <a:lnTo>
                    <a:pt x="5437" y="62366"/>
                  </a:lnTo>
                  <a:lnTo>
                    <a:pt x="5414" y="57568"/>
                  </a:lnTo>
                  <a:lnTo>
                    <a:pt x="5410" y="56887"/>
                  </a:lnTo>
                  <a:lnTo>
                    <a:pt x="5407" y="56256"/>
                  </a:lnTo>
                  <a:lnTo>
                    <a:pt x="5402" y="55805"/>
                  </a:lnTo>
                  <a:lnTo>
                    <a:pt x="3140" y="55819"/>
                  </a:lnTo>
                  <a:lnTo>
                    <a:pt x="3145" y="55631"/>
                  </a:lnTo>
                  <a:lnTo>
                    <a:pt x="3156" y="55220"/>
                  </a:lnTo>
                  <a:lnTo>
                    <a:pt x="3226" y="52504"/>
                  </a:lnTo>
                  <a:lnTo>
                    <a:pt x="3282" y="50288"/>
                  </a:lnTo>
                  <a:lnTo>
                    <a:pt x="3314" y="48989"/>
                  </a:lnTo>
                  <a:lnTo>
                    <a:pt x="3386" y="46091"/>
                  </a:lnTo>
                  <a:lnTo>
                    <a:pt x="3390" y="45926"/>
                  </a:lnTo>
                  <a:lnTo>
                    <a:pt x="3442" y="43853"/>
                  </a:lnTo>
                  <a:lnTo>
                    <a:pt x="3465" y="42949"/>
                  </a:lnTo>
                  <a:lnTo>
                    <a:pt x="3502" y="41487"/>
                  </a:lnTo>
                  <a:lnTo>
                    <a:pt x="3527" y="40457"/>
                  </a:lnTo>
                  <a:lnTo>
                    <a:pt x="3532" y="40256"/>
                  </a:lnTo>
                  <a:lnTo>
                    <a:pt x="3588" y="38410"/>
                  </a:lnTo>
                  <a:lnTo>
                    <a:pt x="3644" y="36590"/>
                  </a:lnTo>
                  <a:lnTo>
                    <a:pt x="3772" y="32356"/>
                  </a:lnTo>
                  <a:lnTo>
                    <a:pt x="3797" y="31520"/>
                  </a:lnTo>
                  <a:lnTo>
                    <a:pt x="3803" y="31337"/>
                  </a:lnTo>
                  <a:lnTo>
                    <a:pt x="3919" y="27520"/>
                  </a:lnTo>
                  <a:lnTo>
                    <a:pt x="3934" y="27043"/>
                  </a:lnTo>
                  <a:lnTo>
                    <a:pt x="3979" y="25537"/>
                  </a:lnTo>
                  <a:lnTo>
                    <a:pt x="4056" y="24507"/>
                  </a:lnTo>
                  <a:lnTo>
                    <a:pt x="4271" y="21628"/>
                  </a:lnTo>
                  <a:lnTo>
                    <a:pt x="4306" y="21153"/>
                  </a:lnTo>
                  <a:lnTo>
                    <a:pt x="4528" y="15271"/>
                  </a:lnTo>
                  <a:lnTo>
                    <a:pt x="4694" y="10889"/>
                  </a:lnTo>
                  <a:lnTo>
                    <a:pt x="4738" y="9712"/>
                  </a:lnTo>
                  <a:lnTo>
                    <a:pt x="5792" y="9352"/>
                  </a:lnTo>
                  <a:lnTo>
                    <a:pt x="7159" y="8908"/>
                  </a:lnTo>
                  <a:lnTo>
                    <a:pt x="7702" y="8771"/>
                  </a:lnTo>
                  <a:lnTo>
                    <a:pt x="8608" y="8532"/>
                  </a:lnTo>
                  <a:lnTo>
                    <a:pt x="9514" y="7995"/>
                  </a:lnTo>
                  <a:lnTo>
                    <a:pt x="10591" y="7098"/>
                  </a:lnTo>
                  <a:lnTo>
                    <a:pt x="10855" y="6812"/>
                  </a:lnTo>
                  <a:lnTo>
                    <a:pt x="11223" y="6414"/>
                  </a:lnTo>
                  <a:lnTo>
                    <a:pt x="11381" y="6156"/>
                  </a:lnTo>
                  <a:lnTo>
                    <a:pt x="11736" y="5573"/>
                  </a:lnTo>
                  <a:lnTo>
                    <a:pt x="12351" y="4158"/>
                  </a:lnTo>
                  <a:lnTo>
                    <a:pt x="12554" y="3692"/>
                  </a:lnTo>
                  <a:lnTo>
                    <a:pt x="12673" y="3417"/>
                  </a:lnTo>
                  <a:lnTo>
                    <a:pt x="13060" y="2527"/>
                  </a:lnTo>
                  <a:lnTo>
                    <a:pt x="13412" y="1843"/>
                  </a:lnTo>
                  <a:lnTo>
                    <a:pt x="13681" y="1320"/>
                  </a:lnTo>
                  <a:lnTo>
                    <a:pt x="14013" y="786"/>
                  </a:lnTo>
                  <a:lnTo>
                    <a:pt x="14184" y="487"/>
                  </a:lnTo>
                  <a:lnTo>
                    <a:pt x="14329" y="316"/>
                  </a:lnTo>
                  <a:lnTo>
                    <a:pt x="14526" y="162"/>
                  </a:lnTo>
                  <a:lnTo>
                    <a:pt x="14664" y="97"/>
                  </a:lnTo>
                  <a:lnTo>
                    <a:pt x="14937" y="19"/>
                  </a:lnTo>
                  <a:lnTo>
                    <a:pt x="15645" y="0"/>
                  </a:lnTo>
                  <a:lnTo>
                    <a:pt x="15970" y="0"/>
                  </a:lnTo>
                  <a:lnTo>
                    <a:pt x="16218" y="17"/>
                  </a:lnTo>
                  <a:lnTo>
                    <a:pt x="16440" y="102"/>
                  </a:lnTo>
                  <a:lnTo>
                    <a:pt x="16583" y="303"/>
                  </a:lnTo>
                  <a:lnTo>
                    <a:pt x="16931" y="2268"/>
                  </a:lnTo>
                  <a:lnTo>
                    <a:pt x="17348" y="4415"/>
                  </a:lnTo>
                  <a:lnTo>
                    <a:pt x="17541" y="5329"/>
                  </a:lnTo>
                  <a:lnTo>
                    <a:pt x="17824" y="6667"/>
                  </a:lnTo>
                  <a:lnTo>
                    <a:pt x="17874" y="6892"/>
                  </a:lnTo>
                  <a:lnTo>
                    <a:pt x="18845" y="10229"/>
                  </a:lnTo>
                  <a:lnTo>
                    <a:pt x="18917" y="10532"/>
                  </a:lnTo>
                  <a:lnTo>
                    <a:pt x="19238" y="11639"/>
                  </a:lnTo>
                  <a:lnTo>
                    <a:pt x="20332" y="15413"/>
                  </a:lnTo>
                  <a:lnTo>
                    <a:pt x="20478" y="15904"/>
                  </a:lnTo>
                  <a:lnTo>
                    <a:pt x="20814" y="17033"/>
                  </a:lnTo>
                  <a:lnTo>
                    <a:pt x="20950" y="17491"/>
                  </a:lnTo>
                  <a:lnTo>
                    <a:pt x="22027" y="21118"/>
                  </a:lnTo>
                  <a:lnTo>
                    <a:pt x="23171" y="24971"/>
                  </a:lnTo>
                  <a:lnTo>
                    <a:pt x="23419" y="25807"/>
                  </a:lnTo>
                  <a:lnTo>
                    <a:pt x="23760" y="26955"/>
                  </a:lnTo>
                  <a:lnTo>
                    <a:pt x="23908" y="27453"/>
                  </a:lnTo>
                  <a:lnTo>
                    <a:pt x="24186" y="28390"/>
                  </a:lnTo>
                  <a:lnTo>
                    <a:pt x="24800" y="30558"/>
                  </a:lnTo>
                  <a:lnTo>
                    <a:pt x="25318" y="32387"/>
                  </a:lnTo>
                  <a:lnTo>
                    <a:pt x="26507" y="36588"/>
                  </a:lnTo>
                  <a:lnTo>
                    <a:pt x="28144" y="42284"/>
                  </a:lnTo>
                  <a:lnTo>
                    <a:pt x="28340" y="42964"/>
                  </a:lnTo>
                  <a:lnTo>
                    <a:pt x="28680" y="44149"/>
                  </a:lnTo>
                  <a:lnTo>
                    <a:pt x="28776" y="44518"/>
                  </a:lnTo>
                  <a:lnTo>
                    <a:pt x="29053" y="45392"/>
                  </a:lnTo>
                  <a:lnTo>
                    <a:pt x="29813" y="47794"/>
                  </a:lnTo>
                  <a:lnTo>
                    <a:pt x="30619" y="503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848967" y="5157889"/>
              <a:ext cx="78622" cy="141556"/>
            </a:xfrm>
            <a:custGeom>
              <a:avLst/>
              <a:pathLst>
                <a:path w="78622" h="141556">
                  <a:moveTo>
                    <a:pt x="7969" y="141513"/>
                  </a:moveTo>
                  <a:lnTo>
                    <a:pt x="7828" y="141556"/>
                  </a:lnTo>
                  <a:lnTo>
                    <a:pt x="7456" y="139984"/>
                  </a:lnTo>
                  <a:lnTo>
                    <a:pt x="7388" y="139788"/>
                  </a:lnTo>
                  <a:lnTo>
                    <a:pt x="6783" y="138023"/>
                  </a:lnTo>
                  <a:lnTo>
                    <a:pt x="6684" y="137735"/>
                  </a:lnTo>
                  <a:lnTo>
                    <a:pt x="5573" y="134494"/>
                  </a:lnTo>
                  <a:lnTo>
                    <a:pt x="5509" y="134309"/>
                  </a:lnTo>
                  <a:lnTo>
                    <a:pt x="5016" y="132765"/>
                  </a:lnTo>
                  <a:lnTo>
                    <a:pt x="4211" y="130239"/>
                  </a:lnTo>
                  <a:lnTo>
                    <a:pt x="3330" y="127475"/>
                  </a:lnTo>
                  <a:lnTo>
                    <a:pt x="2556" y="125048"/>
                  </a:lnTo>
                  <a:lnTo>
                    <a:pt x="2465" y="124754"/>
                  </a:lnTo>
                  <a:lnTo>
                    <a:pt x="2104" y="123573"/>
                  </a:lnTo>
                  <a:lnTo>
                    <a:pt x="2052" y="123405"/>
                  </a:lnTo>
                  <a:lnTo>
                    <a:pt x="1885" y="122693"/>
                  </a:lnTo>
                  <a:lnTo>
                    <a:pt x="1143" y="119537"/>
                  </a:lnTo>
                  <a:lnTo>
                    <a:pt x="1079" y="119263"/>
                  </a:lnTo>
                  <a:lnTo>
                    <a:pt x="956" y="118742"/>
                  </a:lnTo>
                  <a:lnTo>
                    <a:pt x="791" y="117967"/>
                  </a:lnTo>
                  <a:lnTo>
                    <a:pt x="200" y="115185"/>
                  </a:lnTo>
                  <a:lnTo>
                    <a:pt x="133" y="114665"/>
                  </a:lnTo>
                  <a:lnTo>
                    <a:pt x="9" y="113711"/>
                  </a:lnTo>
                  <a:lnTo>
                    <a:pt x="6" y="113282"/>
                  </a:lnTo>
                  <a:lnTo>
                    <a:pt x="0" y="111777"/>
                  </a:lnTo>
                  <a:lnTo>
                    <a:pt x="162" y="109707"/>
                  </a:lnTo>
                  <a:lnTo>
                    <a:pt x="479" y="107970"/>
                  </a:lnTo>
                  <a:lnTo>
                    <a:pt x="521" y="107742"/>
                  </a:lnTo>
                  <a:lnTo>
                    <a:pt x="742" y="106776"/>
                  </a:lnTo>
                  <a:lnTo>
                    <a:pt x="931" y="105956"/>
                  </a:lnTo>
                  <a:lnTo>
                    <a:pt x="1919" y="102590"/>
                  </a:lnTo>
                  <a:lnTo>
                    <a:pt x="2133" y="101862"/>
                  </a:lnTo>
                  <a:lnTo>
                    <a:pt x="2843" y="99445"/>
                  </a:lnTo>
                  <a:lnTo>
                    <a:pt x="3060" y="98703"/>
                  </a:lnTo>
                  <a:lnTo>
                    <a:pt x="3325" y="97636"/>
                  </a:lnTo>
                  <a:lnTo>
                    <a:pt x="3401" y="97329"/>
                  </a:lnTo>
                  <a:lnTo>
                    <a:pt x="4254" y="94539"/>
                  </a:lnTo>
                  <a:lnTo>
                    <a:pt x="4536" y="93617"/>
                  </a:lnTo>
                  <a:lnTo>
                    <a:pt x="4634" y="93296"/>
                  </a:lnTo>
                  <a:lnTo>
                    <a:pt x="4854" y="92578"/>
                  </a:lnTo>
                  <a:lnTo>
                    <a:pt x="6173" y="88263"/>
                  </a:lnTo>
                  <a:lnTo>
                    <a:pt x="6748" y="86384"/>
                  </a:lnTo>
                  <a:lnTo>
                    <a:pt x="7004" y="85547"/>
                  </a:lnTo>
                  <a:lnTo>
                    <a:pt x="7326" y="84494"/>
                  </a:lnTo>
                  <a:lnTo>
                    <a:pt x="7448" y="84101"/>
                  </a:lnTo>
                  <a:lnTo>
                    <a:pt x="8398" y="81151"/>
                  </a:lnTo>
                  <a:lnTo>
                    <a:pt x="8925" y="79513"/>
                  </a:lnTo>
                  <a:lnTo>
                    <a:pt x="9117" y="78917"/>
                  </a:lnTo>
                  <a:lnTo>
                    <a:pt x="9595" y="77813"/>
                  </a:lnTo>
                  <a:lnTo>
                    <a:pt x="9825" y="77281"/>
                  </a:lnTo>
                  <a:lnTo>
                    <a:pt x="10234" y="76334"/>
                  </a:lnTo>
                  <a:lnTo>
                    <a:pt x="10841" y="74929"/>
                  </a:lnTo>
                  <a:lnTo>
                    <a:pt x="11234" y="73978"/>
                  </a:lnTo>
                  <a:lnTo>
                    <a:pt x="11481" y="73541"/>
                  </a:lnTo>
                  <a:lnTo>
                    <a:pt x="12013" y="72602"/>
                  </a:lnTo>
                  <a:lnTo>
                    <a:pt x="12145" y="72395"/>
                  </a:lnTo>
                  <a:lnTo>
                    <a:pt x="12934" y="71167"/>
                  </a:lnTo>
                  <a:lnTo>
                    <a:pt x="14404" y="68875"/>
                  </a:lnTo>
                  <a:lnTo>
                    <a:pt x="14636" y="68514"/>
                  </a:lnTo>
                  <a:lnTo>
                    <a:pt x="14818" y="68230"/>
                  </a:lnTo>
                  <a:lnTo>
                    <a:pt x="16257" y="65987"/>
                  </a:lnTo>
                  <a:lnTo>
                    <a:pt x="16547" y="65535"/>
                  </a:lnTo>
                  <a:lnTo>
                    <a:pt x="16738" y="65238"/>
                  </a:lnTo>
                  <a:lnTo>
                    <a:pt x="17875" y="63563"/>
                  </a:lnTo>
                  <a:lnTo>
                    <a:pt x="18066" y="63281"/>
                  </a:lnTo>
                  <a:lnTo>
                    <a:pt x="18378" y="62823"/>
                  </a:lnTo>
                  <a:lnTo>
                    <a:pt x="18560" y="62555"/>
                  </a:lnTo>
                  <a:lnTo>
                    <a:pt x="19668" y="60923"/>
                  </a:lnTo>
                  <a:lnTo>
                    <a:pt x="20576" y="59586"/>
                  </a:lnTo>
                  <a:lnTo>
                    <a:pt x="22250" y="57120"/>
                  </a:lnTo>
                  <a:lnTo>
                    <a:pt x="23069" y="55914"/>
                  </a:lnTo>
                  <a:lnTo>
                    <a:pt x="23634" y="55081"/>
                  </a:lnTo>
                  <a:lnTo>
                    <a:pt x="24110" y="53088"/>
                  </a:lnTo>
                  <a:lnTo>
                    <a:pt x="24126" y="52953"/>
                  </a:lnTo>
                  <a:lnTo>
                    <a:pt x="24161" y="52660"/>
                  </a:lnTo>
                  <a:lnTo>
                    <a:pt x="24214" y="52220"/>
                  </a:lnTo>
                  <a:lnTo>
                    <a:pt x="24378" y="50844"/>
                  </a:lnTo>
                  <a:lnTo>
                    <a:pt x="24406" y="50610"/>
                  </a:lnTo>
                  <a:lnTo>
                    <a:pt x="24523" y="49631"/>
                  </a:lnTo>
                  <a:lnTo>
                    <a:pt x="24568" y="49070"/>
                  </a:lnTo>
                  <a:lnTo>
                    <a:pt x="24592" y="48761"/>
                  </a:lnTo>
                  <a:lnTo>
                    <a:pt x="24746" y="46833"/>
                  </a:lnTo>
                  <a:lnTo>
                    <a:pt x="24825" y="45833"/>
                  </a:lnTo>
                  <a:lnTo>
                    <a:pt x="24911" y="44756"/>
                  </a:lnTo>
                  <a:lnTo>
                    <a:pt x="24960" y="42894"/>
                  </a:lnTo>
                  <a:lnTo>
                    <a:pt x="24981" y="42072"/>
                  </a:lnTo>
                  <a:lnTo>
                    <a:pt x="25053" y="39306"/>
                  </a:lnTo>
                  <a:lnTo>
                    <a:pt x="25062" y="38972"/>
                  </a:lnTo>
                  <a:lnTo>
                    <a:pt x="25083" y="38153"/>
                  </a:lnTo>
                  <a:lnTo>
                    <a:pt x="25159" y="35229"/>
                  </a:lnTo>
                  <a:lnTo>
                    <a:pt x="25185" y="34218"/>
                  </a:lnTo>
                  <a:lnTo>
                    <a:pt x="25199" y="33681"/>
                  </a:lnTo>
                  <a:lnTo>
                    <a:pt x="25260" y="31325"/>
                  </a:lnTo>
                  <a:lnTo>
                    <a:pt x="25278" y="30667"/>
                  </a:lnTo>
                  <a:lnTo>
                    <a:pt x="25262" y="30414"/>
                  </a:lnTo>
                  <a:lnTo>
                    <a:pt x="25167" y="28870"/>
                  </a:lnTo>
                  <a:lnTo>
                    <a:pt x="25262" y="27906"/>
                  </a:lnTo>
                  <a:lnTo>
                    <a:pt x="25395" y="27620"/>
                  </a:lnTo>
                  <a:lnTo>
                    <a:pt x="25965" y="26400"/>
                  </a:lnTo>
                  <a:lnTo>
                    <a:pt x="26372" y="25529"/>
                  </a:lnTo>
                  <a:lnTo>
                    <a:pt x="26472" y="25315"/>
                  </a:lnTo>
                  <a:lnTo>
                    <a:pt x="26825" y="24560"/>
                  </a:lnTo>
                  <a:lnTo>
                    <a:pt x="27940" y="22608"/>
                  </a:lnTo>
                  <a:lnTo>
                    <a:pt x="28782" y="21135"/>
                  </a:lnTo>
                  <a:lnTo>
                    <a:pt x="29267" y="20285"/>
                  </a:lnTo>
                  <a:lnTo>
                    <a:pt x="29389" y="20073"/>
                  </a:lnTo>
                  <a:lnTo>
                    <a:pt x="29606" y="19692"/>
                  </a:lnTo>
                  <a:lnTo>
                    <a:pt x="29823" y="19313"/>
                  </a:lnTo>
                  <a:lnTo>
                    <a:pt x="30905" y="17418"/>
                  </a:lnTo>
                  <a:lnTo>
                    <a:pt x="31969" y="15555"/>
                  </a:lnTo>
                  <a:lnTo>
                    <a:pt x="32253" y="15059"/>
                  </a:lnTo>
                  <a:lnTo>
                    <a:pt x="32364" y="14864"/>
                  </a:lnTo>
                  <a:lnTo>
                    <a:pt x="33479" y="12912"/>
                  </a:lnTo>
                  <a:lnTo>
                    <a:pt x="33559" y="12772"/>
                  </a:lnTo>
                  <a:lnTo>
                    <a:pt x="34233" y="11593"/>
                  </a:lnTo>
                  <a:lnTo>
                    <a:pt x="34362" y="11367"/>
                  </a:lnTo>
                  <a:lnTo>
                    <a:pt x="34942" y="10352"/>
                  </a:lnTo>
                  <a:lnTo>
                    <a:pt x="35024" y="10208"/>
                  </a:lnTo>
                  <a:lnTo>
                    <a:pt x="35196" y="9907"/>
                  </a:lnTo>
                  <a:lnTo>
                    <a:pt x="35547" y="9292"/>
                  </a:lnTo>
                  <a:lnTo>
                    <a:pt x="35820" y="8815"/>
                  </a:lnTo>
                  <a:lnTo>
                    <a:pt x="36336" y="7863"/>
                  </a:lnTo>
                  <a:lnTo>
                    <a:pt x="36766" y="7069"/>
                  </a:lnTo>
                  <a:lnTo>
                    <a:pt x="36965" y="6702"/>
                  </a:lnTo>
                  <a:lnTo>
                    <a:pt x="37065" y="6518"/>
                  </a:lnTo>
                  <a:lnTo>
                    <a:pt x="37218" y="6235"/>
                  </a:lnTo>
                  <a:lnTo>
                    <a:pt x="37360" y="5974"/>
                  </a:lnTo>
                  <a:lnTo>
                    <a:pt x="37962" y="4862"/>
                  </a:lnTo>
                  <a:lnTo>
                    <a:pt x="38308" y="4224"/>
                  </a:lnTo>
                  <a:lnTo>
                    <a:pt x="38742" y="3424"/>
                  </a:lnTo>
                  <a:lnTo>
                    <a:pt x="38914" y="3105"/>
                  </a:lnTo>
                  <a:lnTo>
                    <a:pt x="39009" y="2939"/>
                  </a:lnTo>
                  <a:lnTo>
                    <a:pt x="39370" y="2308"/>
                  </a:lnTo>
                  <a:lnTo>
                    <a:pt x="39554" y="1985"/>
                  </a:lnTo>
                  <a:lnTo>
                    <a:pt x="39981" y="1239"/>
                  </a:lnTo>
                  <a:lnTo>
                    <a:pt x="40206" y="846"/>
                  </a:lnTo>
                  <a:lnTo>
                    <a:pt x="40509" y="316"/>
                  </a:lnTo>
                  <a:lnTo>
                    <a:pt x="40690" y="0"/>
                  </a:lnTo>
                  <a:lnTo>
                    <a:pt x="41070" y="1291"/>
                  </a:lnTo>
                  <a:lnTo>
                    <a:pt x="41456" y="2604"/>
                  </a:lnTo>
                  <a:lnTo>
                    <a:pt x="41608" y="3121"/>
                  </a:lnTo>
                  <a:lnTo>
                    <a:pt x="42862" y="7381"/>
                  </a:lnTo>
                  <a:lnTo>
                    <a:pt x="43045" y="8004"/>
                  </a:lnTo>
                  <a:lnTo>
                    <a:pt x="43431" y="9257"/>
                  </a:lnTo>
                  <a:lnTo>
                    <a:pt x="43510" y="9513"/>
                  </a:lnTo>
                  <a:lnTo>
                    <a:pt x="45291" y="15293"/>
                  </a:lnTo>
                  <a:lnTo>
                    <a:pt x="46329" y="18664"/>
                  </a:lnTo>
                  <a:lnTo>
                    <a:pt x="46369" y="18792"/>
                  </a:lnTo>
                  <a:lnTo>
                    <a:pt x="47045" y="20987"/>
                  </a:lnTo>
                  <a:lnTo>
                    <a:pt x="48781" y="26621"/>
                  </a:lnTo>
                  <a:lnTo>
                    <a:pt x="49084" y="27576"/>
                  </a:lnTo>
                  <a:lnTo>
                    <a:pt x="49145" y="27768"/>
                  </a:lnTo>
                  <a:lnTo>
                    <a:pt x="49403" y="28584"/>
                  </a:lnTo>
                  <a:lnTo>
                    <a:pt x="50246" y="31241"/>
                  </a:lnTo>
                  <a:lnTo>
                    <a:pt x="50776" y="32916"/>
                  </a:lnTo>
                  <a:lnTo>
                    <a:pt x="51459" y="35068"/>
                  </a:lnTo>
                  <a:lnTo>
                    <a:pt x="55734" y="48538"/>
                  </a:lnTo>
                  <a:lnTo>
                    <a:pt x="56242" y="50089"/>
                  </a:lnTo>
                  <a:lnTo>
                    <a:pt x="56368" y="50474"/>
                  </a:lnTo>
                  <a:lnTo>
                    <a:pt x="57151" y="52868"/>
                  </a:lnTo>
                  <a:lnTo>
                    <a:pt x="57196" y="53005"/>
                  </a:lnTo>
                  <a:lnTo>
                    <a:pt x="58137" y="55878"/>
                  </a:lnTo>
                  <a:lnTo>
                    <a:pt x="58591" y="57265"/>
                  </a:lnTo>
                  <a:lnTo>
                    <a:pt x="58931" y="58306"/>
                  </a:lnTo>
                  <a:lnTo>
                    <a:pt x="59168" y="59029"/>
                  </a:lnTo>
                  <a:lnTo>
                    <a:pt x="59926" y="61344"/>
                  </a:lnTo>
                  <a:lnTo>
                    <a:pt x="60380" y="62732"/>
                  </a:lnTo>
                  <a:lnTo>
                    <a:pt x="61427" y="66047"/>
                  </a:lnTo>
                  <a:lnTo>
                    <a:pt x="61619" y="66655"/>
                  </a:lnTo>
                  <a:lnTo>
                    <a:pt x="61965" y="67753"/>
                  </a:lnTo>
                  <a:lnTo>
                    <a:pt x="62687" y="70038"/>
                  </a:lnTo>
                  <a:lnTo>
                    <a:pt x="62954" y="70880"/>
                  </a:lnTo>
                  <a:lnTo>
                    <a:pt x="63881" y="73802"/>
                  </a:lnTo>
                  <a:lnTo>
                    <a:pt x="64411" y="75474"/>
                  </a:lnTo>
                  <a:lnTo>
                    <a:pt x="64640" y="76195"/>
                  </a:lnTo>
                  <a:lnTo>
                    <a:pt x="65755" y="79710"/>
                  </a:lnTo>
                  <a:lnTo>
                    <a:pt x="67012" y="83675"/>
                  </a:lnTo>
                  <a:lnTo>
                    <a:pt x="67245" y="84398"/>
                  </a:lnTo>
                  <a:lnTo>
                    <a:pt x="67335" y="84675"/>
                  </a:lnTo>
                  <a:lnTo>
                    <a:pt x="67863" y="86311"/>
                  </a:lnTo>
                  <a:lnTo>
                    <a:pt x="69155" y="90319"/>
                  </a:lnTo>
                  <a:lnTo>
                    <a:pt x="69529" y="91495"/>
                  </a:lnTo>
                  <a:lnTo>
                    <a:pt x="70199" y="93608"/>
                  </a:lnTo>
                  <a:lnTo>
                    <a:pt x="70249" y="93766"/>
                  </a:lnTo>
                  <a:lnTo>
                    <a:pt x="71670" y="98244"/>
                  </a:lnTo>
                  <a:lnTo>
                    <a:pt x="72096" y="99587"/>
                  </a:lnTo>
                  <a:lnTo>
                    <a:pt x="72661" y="101367"/>
                  </a:lnTo>
                  <a:lnTo>
                    <a:pt x="72915" y="102167"/>
                  </a:lnTo>
                  <a:lnTo>
                    <a:pt x="73556" y="104188"/>
                  </a:lnTo>
                  <a:lnTo>
                    <a:pt x="74180" y="106156"/>
                  </a:lnTo>
                  <a:lnTo>
                    <a:pt x="74542" y="107297"/>
                  </a:lnTo>
                  <a:lnTo>
                    <a:pt x="75211" y="109405"/>
                  </a:lnTo>
                  <a:lnTo>
                    <a:pt x="75502" y="110322"/>
                  </a:lnTo>
                  <a:lnTo>
                    <a:pt x="76842" y="114545"/>
                  </a:lnTo>
                  <a:lnTo>
                    <a:pt x="77217" y="115729"/>
                  </a:lnTo>
                  <a:lnTo>
                    <a:pt x="77443" y="116442"/>
                  </a:lnTo>
                  <a:lnTo>
                    <a:pt x="77583" y="116881"/>
                  </a:lnTo>
                  <a:lnTo>
                    <a:pt x="77833" y="117623"/>
                  </a:lnTo>
                  <a:lnTo>
                    <a:pt x="78058" y="118293"/>
                  </a:lnTo>
                  <a:lnTo>
                    <a:pt x="78622" y="120210"/>
                  </a:lnTo>
                  <a:lnTo>
                    <a:pt x="78251" y="120322"/>
                  </a:lnTo>
                  <a:lnTo>
                    <a:pt x="77598" y="120520"/>
                  </a:lnTo>
                  <a:lnTo>
                    <a:pt x="77048" y="120686"/>
                  </a:lnTo>
                  <a:lnTo>
                    <a:pt x="76502" y="120851"/>
                  </a:lnTo>
                  <a:lnTo>
                    <a:pt x="75847" y="121050"/>
                  </a:lnTo>
                  <a:lnTo>
                    <a:pt x="75713" y="121090"/>
                  </a:lnTo>
                  <a:lnTo>
                    <a:pt x="75421" y="121179"/>
                  </a:lnTo>
                  <a:lnTo>
                    <a:pt x="75193" y="121248"/>
                  </a:lnTo>
                  <a:lnTo>
                    <a:pt x="74550" y="121442"/>
                  </a:lnTo>
                  <a:lnTo>
                    <a:pt x="74367" y="121498"/>
                  </a:lnTo>
                  <a:lnTo>
                    <a:pt x="73340" y="121809"/>
                  </a:lnTo>
                  <a:lnTo>
                    <a:pt x="72262" y="122135"/>
                  </a:lnTo>
                  <a:lnTo>
                    <a:pt x="70952" y="122532"/>
                  </a:lnTo>
                  <a:lnTo>
                    <a:pt x="68988" y="123126"/>
                  </a:lnTo>
                  <a:lnTo>
                    <a:pt x="66941" y="123746"/>
                  </a:lnTo>
                  <a:lnTo>
                    <a:pt x="66678" y="123826"/>
                  </a:lnTo>
                  <a:lnTo>
                    <a:pt x="66547" y="123863"/>
                  </a:lnTo>
                  <a:lnTo>
                    <a:pt x="66402" y="123904"/>
                  </a:lnTo>
                  <a:lnTo>
                    <a:pt x="64695" y="124390"/>
                  </a:lnTo>
                  <a:lnTo>
                    <a:pt x="63902" y="124615"/>
                  </a:lnTo>
                  <a:lnTo>
                    <a:pt x="61619" y="125264"/>
                  </a:lnTo>
                  <a:lnTo>
                    <a:pt x="61440" y="125315"/>
                  </a:lnTo>
                  <a:lnTo>
                    <a:pt x="60346" y="125626"/>
                  </a:lnTo>
                  <a:lnTo>
                    <a:pt x="59513" y="125863"/>
                  </a:lnTo>
                  <a:lnTo>
                    <a:pt x="57792" y="126352"/>
                  </a:lnTo>
                  <a:lnTo>
                    <a:pt x="56215" y="126801"/>
                  </a:lnTo>
                  <a:lnTo>
                    <a:pt x="56071" y="126842"/>
                  </a:lnTo>
                  <a:lnTo>
                    <a:pt x="55360" y="127062"/>
                  </a:lnTo>
                  <a:lnTo>
                    <a:pt x="53656" y="127592"/>
                  </a:lnTo>
                  <a:lnTo>
                    <a:pt x="50667" y="128521"/>
                  </a:lnTo>
                  <a:lnTo>
                    <a:pt x="49087" y="129013"/>
                  </a:lnTo>
                  <a:lnTo>
                    <a:pt x="45604" y="130095"/>
                  </a:lnTo>
                  <a:lnTo>
                    <a:pt x="45444" y="130145"/>
                  </a:lnTo>
                  <a:lnTo>
                    <a:pt x="45063" y="130263"/>
                  </a:lnTo>
                  <a:lnTo>
                    <a:pt x="41644" y="131326"/>
                  </a:lnTo>
                  <a:lnTo>
                    <a:pt x="40183" y="131780"/>
                  </a:lnTo>
                  <a:lnTo>
                    <a:pt x="40029" y="131828"/>
                  </a:lnTo>
                  <a:lnTo>
                    <a:pt x="34774" y="133410"/>
                  </a:lnTo>
                  <a:lnTo>
                    <a:pt x="33244" y="133870"/>
                  </a:lnTo>
                  <a:lnTo>
                    <a:pt x="32711" y="134031"/>
                  </a:lnTo>
                  <a:lnTo>
                    <a:pt x="32316" y="134149"/>
                  </a:lnTo>
                  <a:lnTo>
                    <a:pt x="29674" y="134944"/>
                  </a:lnTo>
                  <a:lnTo>
                    <a:pt x="29440" y="135015"/>
                  </a:lnTo>
                  <a:lnTo>
                    <a:pt x="26202" y="135989"/>
                  </a:lnTo>
                  <a:lnTo>
                    <a:pt x="24334" y="136551"/>
                  </a:lnTo>
                  <a:lnTo>
                    <a:pt x="22409" y="137134"/>
                  </a:lnTo>
                  <a:lnTo>
                    <a:pt x="18834" y="138218"/>
                  </a:lnTo>
                  <a:lnTo>
                    <a:pt x="14314" y="139589"/>
                  </a:lnTo>
                  <a:lnTo>
                    <a:pt x="14142" y="139641"/>
                  </a:lnTo>
                  <a:lnTo>
                    <a:pt x="11134" y="140553"/>
                  </a:lnTo>
                  <a:lnTo>
                    <a:pt x="10705" y="1406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2916063" y="5190236"/>
              <a:ext cx="139019" cy="97497"/>
            </a:xfrm>
            <a:custGeom>
              <a:avLst/>
              <a:pathLst>
                <a:path w="139019" h="97497">
                  <a:moveTo>
                    <a:pt x="122382" y="56554"/>
                  </a:moveTo>
                  <a:lnTo>
                    <a:pt x="122935" y="58735"/>
                  </a:lnTo>
                  <a:lnTo>
                    <a:pt x="123077" y="59295"/>
                  </a:lnTo>
                  <a:lnTo>
                    <a:pt x="123540" y="61118"/>
                  </a:lnTo>
                  <a:lnTo>
                    <a:pt x="124133" y="63454"/>
                  </a:lnTo>
                  <a:lnTo>
                    <a:pt x="124292" y="64083"/>
                  </a:lnTo>
                  <a:lnTo>
                    <a:pt x="124880" y="66401"/>
                  </a:lnTo>
                  <a:lnTo>
                    <a:pt x="125277" y="67964"/>
                  </a:lnTo>
                  <a:lnTo>
                    <a:pt x="125362" y="68240"/>
                  </a:lnTo>
                  <a:lnTo>
                    <a:pt x="125470" y="68518"/>
                  </a:lnTo>
                  <a:lnTo>
                    <a:pt x="126247" y="69448"/>
                  </a:lnTo>
                  <a:lnTo>
                    <a:pt x="126423" y="69824"/>
                  </a:lnTo>
                  <a:lnTo>
                    <a:pt x="126527" y="70241"/>
                  </a:lnTo>
                  <a:lnTo>
                    <a:pt x="126631" y="70641"/>
                  </a:lnTo>
                  <a:lnTo>
                    <a:pt x="126663" y="71330"/>
                  </a:lnTo>
                  <a:lnTo>
                    <a:pt x="126615" y="71747"/>
                  </a:lnTo>
                  <a:lnTo>
                    <a:pt x="126568" y="72008"/>
                  </a:lnTo>
                  <a:lnTo>
                    <a:pt x="126368" y="71952"/>
                  </a:lnTo>
                  <a:lnTo>
                    <a:pt x="126136" y="71887"/>
                  </a:lnTo>
                  <a:lnTo>
                    <a:pt x="125782" y="71788"/>
                  </a:lnTo>
                  <a:lnTo>
                    <a:pt x="125558" y="71725"/>
                  </a:lnTo>
                  <a:lnTo>
                    <a:pt x="124593" y="71455"/>
                  </a:lnTo>
                  <a:lnTo>
                    <a:pt x="124267" y="71364"/>
                  </a:lnTo>
                  <a:lnTo>
                    <a:pt x="123708" y="71208"/>
                  </a:lnTo>
                  <a:lnTo>
                    <a:pt x="119874" y="70136"/>
                  </a:lnTo>
                  <a:lnTo>
                    <a:pt x="118554" y="69767"/>
                  </a:lnTo>
                  <a:lnTo>
                    <a:pt x="117464" y="69462"/>
                  </a:lnTo>
                  <a:lnTo>
                    <a:pt x="117290" y="69413"/>
                  </a:lnTo>
                  <a:lnTo>
                    <a:pt x="116984" y="69328"/>
                  </a:lnTo>
                  <a:lnTo>
                    <a:pt x="116760" y="69265"/>
                  </a:lnTo>
                  <a:lnTo>
                    <a:pt x="114892" y="68743"/>
                  </a:lnTo>
                  <a:lnTo>
                    <a:pt x="111417" y="67771"/>
                  </a:lnTo>
                  <a:lnTo>
                    <a:pt x="105671" y="66164"/>
                  </a:lnTo>
                  <a:lnTo>
                    <a:pt x="100842" y="64814"/>
                  </a:lnTo>
                  <a:lnTo>
                    <a:pt x="96133" y="63422"/>
                  </a:lnTo>
                  <a:lnTo>
                    <a:pt x="95351" y="63191"/>
                  </a:lnTo>
                  <a:lnTo>
                    <a:pt x="89320" y="61408"/>
                  </a:lnTo>
                  <a:lnTo>
                    <a:pt x="79032" y="58367"/>
                  </a:lnTo>
                  <a:lnTo>
                    <a:pt x="79162" y="58826"/>
                  </a:lnTo>
                  <a:lnTo>
                    <a:pt x="79663" y="60861"/>
                  </a:lnTo>
                  <a:lnTo>
                    <a:pt x="79795" y="61399"/>
                  </a:lnTo>
                  <a:lnTo>
                    <a:pt x="80297" y="63436"/>
                  </a:lnTo>
                  <a:lnTo>
                    <a:pt x="80587" y="64615"/>
                  </a:lnTo>
                  <a:lnTo>
                    <a:pt x="81062" y="66545"/>
                  </a:lnTo>
                  <a:lnTo>
                    <a:pt x="81610" y="68771"/>
                  </a:lnTo>
                  <a:lnTo>
                    <a:pt x="81713" y="69188"/>
                  </a:lnTo>
                  <a:lnTo>
                    <a:pt x="81924" y="70046"/>
                  </a:lnTo>
                  <a:lnTo>
                    <a:pt x="82646" y="72554"/>
                  </a:lnTo>
                  <a:lnTo>
                    <a:pt x="82763" y="72962"/>
                  </a:lnTo>
                  <a:lnTo>
                    <a:pt x="85761" y="83383"/>
                  </a:lnTo>
                  <a:lnTo>
                    <a:pt x="85176" y="83529"/>
                  </a:lnTo>
                  <a:lnTo>
                    <a:pt x="84649" y="83662"/>
                  </a:lnTo>
                  <a:lnTo>
                    <a:pt x="83068" y="84058"/>
                  </a:lnTo>
                  <a:lnTo>
                    <a:pt x="82684" y="84155"/>
                  </a:lnTo>
                  <a:lnTo>
                    <a:pt x="77704" y="85404"/>
                  </a:lnTo>
                  <a:lnTo>
                    <a:pt x="73439" y="86489"/>
                  </a:lnTo>
                  <a:lnTo>
                    <a:pt x="68042" y="87862"/>
                  </a:lnTo>
                  <a:lnTo>
                    <a:pt x="64427" y="88782"/>
                  </a:lnTo>
                  <a:lnTo>
                    <a:pt x="63309" y="89066"/>
                  </a:lnTo>
                  <a:lnTo>
                    <a:pt x="60339" y="89895"/>
                  </a:lnTo>
                  <a:lnTo>
                    <a:pt x="57424" y="90708"/>
                  </a:lnTo>
                  <a:lnTo>
                    <a:pt x="53347" y="91846"/>
                  </a:lnTo>
                  <a:lnTo>
                    <a:pt x="52610" y="92052"/>
                  </a:lnTo>
                  <a:lnTo>
                    <a:pt x="51633" y="92324"/>
                  </a:lnTo>
                  <a:lnTo>
                    <a:pt x="47114" y="93585"/>
                  </a:lnTo>
                  <a:lnTo>
                    <a:pt x="42371" y="94761"/>
                  </a:lnTo>
                  <a:lnTo>
                    <a:pt x="41824" y="94897"/>
                  </a:lnTo>
                  <a:lnTo>
                    <a:pt x="40081" y="95329"/>
                  </a:lnTo>
                  <a:lnTo>
                    <a:pt x="39725" y="95417"/>
                  </a:lnTo>
                  <a:lnTo>
                    <a:pt x="31606" y="97430"/>
                  </a:lnTo>
                  <a:lnTo>
                    <a:pt x="30593" y="97437"/>
                  </a:lnTo>
                  <a:lnTo>
                    <a:pt x="30254" y="97497"/>
                  </a:lnTo>
                  <a:lnTo>
                    <a:pt x="29525" y="94897"/>
                  </a:lnTo>
                  <a:lnTo>
                    <a:pt x="29043" y="93178"/>
                  </a:lnTo>
                  <a:lnTo>
                    <a:pt x="25563" y="80764"/>
                  </a:lnTo>
                  <a:lnTo>
                    <a:pt x="25144" y="80869"/>
                  </a:lnTo>
                  <a:lnTo>
                    <a:pt x="16094" y="83132"/>
                  </a:lnTo>
                  <a:lnTo>
                    <a:pt x="11970" y="84163"/>
                  </a:lnTo>
                  <a:lnTo>
                    <a:pt x="11173" y="84363"/>
                  </a:lnTo>
                  <a:lnTo>
                    <a:pt x="10763" y="84465"/>
                  </a:lnTo>
                  <a:lnTo>
                    <a:pt x="10464" y="84461"/>
                  </a:lnTo>
                  <a:lnTo>
                    <a:pt x="10348" y="84095"/>
                  </a:lnTo>
                  <a:lnTo>
                    <a:pt x="10122" y="83382"/>
                  </a:lnTo>
                  <a:lnTo>
                    <a:pt x="9746" y="82198"/>
                  </a:lnTo>
                  <a:lnTo>
                    <a:pt x="8406" y="77975"/>
                  </a:lnTo>
                  <a:lnTo>
                    <a:pt x="8115" y="77058"/>
                  </a:lnTo>
                  <a:lnTo>
                    <a:pt x="7446" y="74950"/>
                  </a:lnTo>
                  <a:lnTo>
                    <a:pt x="7085" y="73809"/>
                  </a:lnTo>
                  <a:lnTo>
                    <a:pt x="6460" y="71841"/>
                  </a:lnTo>
                  <a:lnTo>
                    <a:pt x="5819" y="69820"/>
                  </a:lnTo>
                  <a:lnTo>
                    <a:pt x="5565" y="69020"/>
                  </a:lnTo>
                  <a:lnTo>
                    <a:pt x="5000" y="67240"/>
                  </a:lnTo>
                  <a:lnTo>
                    <a:pt x="4574" y="65897"/>
                  </a:lnTo>
                  <a:lnTo>
                    <a:pt x="3154" y="61419"/>
                  </a:lnTo>
                  <a:lnTo>
                    <a:pt x="3104" y="61261"/>
                  </a:lnTo>
                  <a:lnTo>
                    <a:pt x="2433" y="59148"/>
                  </a:lnTo>
                  <a:lnTo>
                    <a:pt x="2060" y="57971"/>
                  </a:lnTo>
                  <a:lnTo>
                    <a:pt x="767" y="53964"/>
                  </a:lnTo>
                  <a:lnTo>
                    <a:pt x="239" y="52328"/>
                  </a:lnTo>
                  <a:lnTo>
                    <a:pt x="150" y="52051"/>
                  </a:lnTo>
                  <a:lnTo>
                    <a:pt x="0" y="51305"/>
                  </a:lnTo>
                  <a:lnTo>
                    <a:pt x="384" y="51204"/>
                  </a:lnTo>
                  <a:lnTo>
                    <a:pt x="635" y="51137"/>
                  </a:lnTo>
                  <a:lnTo>
                    <a:pt x="1033" y="51032"/>
                  </a:lnTo>
                  <a:lnTo>
                    <a:pt x="3319" y="50426"/>
                  </a:lnTo>
                  <a:lnTo>
                    <a:pt x="4798" y="50035"/>
                  </a:lnTo>
                  <a:lnTo>
                    <a:pt x="5111" y="49952"/>
                  </a:lnTo>
                  <a:lnTo>
                    <a:pt x="9547" y="48777"/>
                  </a:lnTo>
                  <a:lnTo>
                    <a:pt x="9927" y="48677"/>
                  </a:lnTo>
                  <a:lnTo>
                    <a:pt x="12759" y="47927"/>
                  </a:lnTo>
                  <a:lnTo>
                    <a:pt x="14977" y="47340"/>
                  </a:lnTo>
                  <a:lnTo>
                    <a:pt x="16634" y="46901"/>
                  </a:lnTo>
                  <a:lnTo>
                    <a:pt x="17035" y="46795"/>
                  </a:lnTo>
                  <a:lnTo>
                    <a:pt x="17348" y="46711"/>
                  </a:lnTo>
                  <a:lnTo>
                    <a:pt x="18650" y="46335"/>
                  </a:lnTo>
                  <a:lnTo>
                    <a:pt x="19457" y="46102"/>
                  </a:lnTo>
                  <a:lnTo>
                    <a:pt x="19793" y="46005"/>
                  </a:lnTo>
                  <a:lnTo>
                    <a:pt x="22939" y="45096"/>
                  </a:lnTo>
                  <a:lnTo>
                    <a:pt x="23209" y="45029"/>
                  </a:lnTo>
                  <a:lnTo>
                    <a:pt x="23437" y="44971"/>
                  </a:lnTo>
                  <a:lnTo>
                    <a:pt x="25415" y="44475"/>
                  </a:lnTo>
                  <a:lnTo>
                    <a:pt x="28307" y="43750"/>
                  </a:lnTo>
                  <a:lnTo>
                    <a:pt x="30228" y="43269"/>
                  </a:lnTo>
                  <a:lnTo>
                    <a:pt x="31113" y="43047"/>
                  </a:lnTo>
                  <a:lnTo>
                    <a:pt x="33706" y="42397"/>
                  </a:lnTo>
                  <a:lnTo>
                    <a:pt x="35968" y="41829"/>
                  </a:lnTo>
                  <a:lnTo>
                    <a:pt x="36216" y="41767"/>
                  </a:lnTo>
                  <a:lnTo>
                    <a:pt x="40937" y="40584"/>
                  </a:lnTo>
                  <a:lnTo>
                    <a:pt x="45241" y="39464"/>
                  </a:lnTo>
                  <a:lnTo>
                    <a:pt x="48166" y="38703"/>
                  </a:lnTo>
                  <a:lnTo>
                    <a:pt x="49812" y="38275"/>
                  </a:lnTo>
                  <a:lnTo>
                    <a:pt x="50712" y="38041"/>
                  </a:lnTo>
                  <a:lnTo>
                    <a:pt x="54235" y="37124"/>
                  </a:lnTo>
                  <a:lnTo>
                    <a:pt x="58399" y="36041"/>
                  </a:lnTo>
                  <a:lnTo>
                    <a:pt x="60028" y="35617"/>
                  </a:lnTo>
                  <a:lnTo>
                    <a:pt x="64054" y="34503"/>
                  </a:lnTo>
                  <a:lnTo>
                    <a:pt x="73063" y="32012"/>
                  </a:lnTo>
                  <a:lnTo>
                    <a:pt x="72473" y="29828"/>
                  </a:lnTo>
                  <a:lnTo>
                    <a:pt x="72201" y="28824"/>
                  </a:lnTo>
                  <a:lnTo>
                    <a:pt x="71674" y="26874"/>
                  </a:lnTo>
                  <a:lnTo>
                    <a:pt x="71516" y="26287"/>
                  </a:lnTo>
                  <a:lnTo>
                    <a:pt x="71086" y="24697"/>
                  </a:lnTo>
                  <a:lnTo>
                    <a:pt x="70956" y="24214"/>
                  </a:lnTo>
                  <a:lnTo>
                    <a:pt x="70906" y="24031"/>
                  </a:lnTo>
                  <a:lnTo>
                    <a:pt x="70627" y="22924"/>
                  </a:lnTo>
                  <a:lnTo>
                    <a:pt x="69738" y="19404"/>
                  </a:lnTo>
                  <a:lnTo>
                    <a:pt x="69599" y="18856"/>
                  </a:lnTo>
                  <a:lnTo>
                    <a:pt x="69135" y="17020"/>
                  </a:lnTo>
                  <a:lnTo>
                    <a:pt x="69098" y="16870"/>
                  </a:lnTo>
                  <a:lnTo>
                    <a:pt x="68592" y="14867"/>
                  </a:lnTo>
                  <a:lnTo>
                    <a:pt x="68386" y="14051"/>
                  </a:lnTo>
                  <a:lnTo>
                    <a:pt x="69204" y="13860"/>
                  </a:lnTo>
                  <a:lnTo>
                    <a:pt x="69484" y="13795"/>
                  </a:lnTo>
                  <a:lnTo>
                    <a:pt x="69772" y="13728"/>
                  </a:lnTo>
                  <a:lnTo>
                    <a:pt x="71253" y="13383"/>
                  </a:lnTo>
                  <a:lnTo>
                    <a:pt x="73152" y="12942"/>
                  </a:lnTo>
                  <a:lnTo>
                    <a:pt x="73931" y="12761"/>
                  </a:lnTo>
                  <a:lnTo>
                    <a:pt x="74060" y="12728"/>
                  </a:lnTo>
                  <a:lnTo>
                    <a:pt x="77443" y="11879"/>
                  </a:lnTo>
                  <a:lnTo>
                    <a:pt x="77991" y="11741"/>
                  </a:lnTo>
                  <a:lnTo>
                    <a:pt x="78483" y="11618"/>
                  </a:lnTo>
                  <a:lnTo>
                    <a:pt x="79025" y="11482"/>
                  </a:lnTo>
                  <a:lnTo>
                    <a:pt x="79434" y="11378"/>
                  </a:lnTo>
                  <a:lnTo>
                    <a:pt x="80841" y="11020"/>
                  </a:lnTo>
                  <a:lnTo>
                    <a:pt x="82309" y="10648"/>
                  </a:lnTo>
                  <a:lnTo>
                    <a:pt x="88589" y="9051"/>
                  </a:lnTo>
                  <a:lnTo>
                    <a:pt x="88865" y="8980"/>
                  </a:lnTo>
                  <a:lnTo>
                    <a:pt x="89701" y="8768"/>
                  </a:lnTo>
                  <a:lnTo>
                    <a:pt x="94204" y="7623"/>
                  </a:lnTo>
                  <a:lnTo>
                    <a:pt x="94718" y="7493"/>
                  </a:lnTo>
                  <a:lnTo>
                    <a:pt x="98579" y="6490"/>
                  </a:lnTo>
                  <a:lnTo>
                    <a:pt x="100165" y="6078"/>
                  </a:lnTo>
                  <a:lnTo>
                    <a:pt x="103908" y="5106"/>
                  </a:lnTo>
                  <a:lnTo>
                    <a:pt x="107407" y="4198"/>
                  </a:lnTo>
                  <a:lnTo>
                    <a:pt x="108479" y="3919"/>
                  </a:lnTo>
                  <a:lnTo>
                    <a:pt x="108891" y="3783"/>
                  </a:lnTo>
                  <a:lnTo>
                    <a:pt x="109573" y="3558"/>
                  </a:lnTo>
                  <a:lnTo>
                    <a:pt x="110219" y="3344"/>
                  </a:lnTo>
                  <a:lnTo>
                    <a:pt x="110404" y="3294"/>
                  </a:lnTo>
                  <a:lnTo>
                    <a:pt x="110563" y="3251"/>
                  </a:lnTo>
                  <a:lnTo>
                    <a:pt x="112623" y="2694"/>
                  </a:lnTo>
                  <a:lnTo>
                    <a:pt x="112925" y="2612"/>
                  </a:lnTo>
                  <a:lnTo>
                    <a:pt x="114667" y="2140"/>
                  </a:lnTo>
                  <a:lnTo>
                    <a:pt x="117203" y="1454"/>
                  </a:lnTo>
                  <a:lnTo>
                    <a:pt x="118077" y="1218"/>
                  </a:lnTo>
                  <a:lnTo>
                    <a:pt x="118743" y="1037"/>
                  </a:lnTo>
                  <a:lnTo>
                    <a:pt x="118957" y="991"/>
                  </a:lnTo>
                  <a:lnTo>
                    <a:pt x="119675" y="837"/>
                  </a:lnTo>
                  <a:lnTo>
                    <a:pt x="119915" y="786"/>
                  </a:lnTo>
                  <a:lnTo>
                    <a:pt x="121616" y="422"/>
                  </a:lnTo>
                  <a:lnTo>
                    <a:pt x="122849" y="157"/>
                  </a:lnTo>
                  <a:lnTo>
                    <a:pt x="123528" y="12"/>
                  </a:lnTo>
                  <a:lnTo>
                    <a:pt x="123732" y="11"/>
                  </a:lnTo>
                  <a:lnTo>
                    <a:pt x="123947" y="11"/>
                  </a:lnTo>
                  <a:lnTo>
                    <a:pt x="124395" y="10"/>
                  </a:lnTo>
                  <a:lnTo>
                    <a:pt x="124860" y="8"/>
                  </a:lnTo>
                  <a:lnTo>
                    <a:pt x="127128" y="3"/>
                  </a:lnTo>
                  <a:lnTo>
                    <a:pt x="127612" y="1"/>
                  </a:lnTo>
                  <a:lnTo>
                    <a:pt x="128291" y="0"/>
                  </a:lnTo>
                  <a:lnTo>
                    <a:pt x="128732" y="50"/>
                  </a:lnTo>
                  <a:lnTo>
                    <a:pt x="129962" y="192"/>
                  </a:lnTo>
                  <a:lnTo>
                    <a:pt x="131318" y="348"/>
                  </a:lnTo>
                  <a:lnTo>
                    <a:pt x="131491" y="379"/>
                  </a:lnTo>
                  <a:lnTo>
                    <a:pt x="131619" y="403"/>
                  </a:lnTo>
                  <a:lnTo>
                    <a:pt x="133296" y="710"/>
                  </a:lnTo>
                  <a:lnTo>
                    <a:pt x="133689" y="782"/>
                  </a:lnTo>
                  <a:lnTo>
                    <a:pt x="134523" y="934"/>
                  </a:lnTo>
                  <a:lnTo>
                    <a:pt x="136417" y="1281"/>
                  </a:lnTo>
                  <a:lnTo>
                    <a:pt x="136836" y="1358"/>
                  </a:lnTo>
                  <a:lnTo>
                    <a:pt x="137293" y="1434"/>
                  </a:lnTo>
                  <a:lnTo>
                    <a:pt x="137460" y="1462"/>
                  </a:lnTo>
                  <a:lnTo>
                    <a:pt x="137925" y="1539"/>
                  </a:lnTo>
                  <a:lnTo>
                    <a:pt x="139019" y="1721"/>
                  </a:lnTo>
                  <a:lnTo>
                    <a:pt x="138847" y="2546"/>
                  </a:lnTo>
                  <a:lnTo>
                    <a:pt x="138712" y="3197"/>
                  </a:lnTo>
                  <a:lnTo>
                    <a:pt x="138648" y="3503"/>
                  </a:lnTo>
                  <a:lnTo>
                    <a:pt x="138621" y="3636"/>
                  </a:lnTo>
                  <a:lnTo>
                    <a:pt x="138337" y="5000"/>
                  </a:lnTo>
                  <a:lnTo>
                    <a:pt x="138265" y="5349"/>
                  </a:lnTo>
                  <a:lnTo>
                    <a:pt x="138005" y="6598"/>
                  </a:lnTo>
                  <a:lnTo>
                    <a:pt x="137950" y="6864"/>
                  </a:lnTo>
                  <a:lnTo>
                    <a:pt x="137774" y="7711"/>
                  </a:lnTo>
                  <a:lnTo>
                    <a:pt x="137722" y="7960"/>
                  </a:lnTo>
                  <a:lnTo>
                    <a:pt x="137507" y="8995"/>
                  </a:lnTo>
                  <a:lnTo>
                    <a:pt x="137374" y="9634"/>
                  </a:lnTo>
                  <a:lnTo>
                    <a:pt x="137293" y="10137"/>
                  </a:lnTo>
                  <a:lnTo>
                    <a:pt x="137264" y="10315"/>
                  </a:lnTo>
                  <a:lnTo>
                    <a:pt x="137076" y="11468"/>
                  </a:lnTo>
                  <a:lnTo>
                    <a:pt x="137044" y="11668"/>
                  </a:lnTo>
                  <a:lnTo>
                    <a:pt x="136895" y="12583"/>
                  </a:lnTo>
                  <a:lnTo>
                    <a:pt x="136619" y="14278"/>
                  </a:lnTo>
                  <a:lnTo>
                    <a:pt x="136572" y="14571"/>
                  </a:lnTo>
                  <a:lnTo>
                    <a:pt x="136371" y="15804"/>
                  </a:lnTo>
                  <a:lnTo>
                    <a:pt x="136173" y="17021"/>
                  </a:lnTo>
                  <a:lnTo>
                    <a:pt x="136143" y="17208"/>
                  </a:lnTo>
                  <a:lnTo>
                    <a:pt x="136030" y="17948"/>
                  </a:lnTo>
                  <a:lnTo>
                    <a:pt x="135980" y="18303"/>
                  </a:lnTo>
                  <a:lnTo>
                    <a:pt x="135885" y="18977"/>
                  </a:lnTo>
                  <a:lnTo>
                    <a:pt x="135696" y="20313"/>
                  </a:lnTo>
                  <a:lnTo>
                    <a:pt x="135650" y="20642"/>
                  </a:lnTo>
                  <a:lnTo>
                    <a:pt x="135400" y="22414"/>
                  </a:lnTo>
                  <a:lnTo>
                    <a:pt x="135265" y="23373"/>
                  </a:lnTo>
                  <a:lnTo>
                    <a:pt x="135153" y="24167"/>
                  </a:lnTo>
                  <a:lnTo>
                    <a:pt x="135060" y="24830"/>
                  </a:lnTo>
                  <a:lnTo>
                    <a:pt x="134989" y="25333"/>
                  </a:lnTo>
                  <a:lnTo>
                    <a:pt x="134808" y="26618"/>
                  </a:lnTo>
                  <a:lnTo>
                    <a:pt x="134760" y="26953"/>
                  </a:lnTo>
                  <a:lnTo>
                    <a:pt x="134598" y="28106"/>
                  </a:lnTo>
                  <a:lnTo>
                    <a:pt x="134488" y="28887"/>
                  </a:lnTo>
                  <a:lnTo>
                    <a:pt x="134360" y="29796"/>
                  </a:lnTo>
                  <a:lnTo>
                    <a:pt x="134263" y="30484"/>
                  </a:lnTo>
                  <a:lnTo>
                    <a:pt x="134180" y="31072"/>
                  </a:lnTo>
                  <a:lnTo>
                    <a:pt x="134096" y="31668"/>
                  </a:lnTo>
                  <a:lnTo>
                    <a:pt x="134036" y="32095"/>
                  </a:lnTo>
                  <a:lnTo>
                    <a:pt x="133969" y="32572"/>
                  </a:lnTo>
                  <a:lnTo>
                    <a:pt x="133855" y="33379"/>
                  </a:lnTo>
                  <a:lnTo>
                    <a:pt x="133835" y="33523"/>
                  </a:lnTo>
                  <a:lnTo>
                    <a:pt x="133732" y="34275"/>
                  </a:lnTo>
                  <a:lnTo>
                    <a:pt x="133610" y="35174"/>
                  </a:lnTo>
                  <a:lnTo>
                    <a:pt x="133577" y="35419"/>
                  </a:lnTo>
                  <a:lnTo>
                    <a:pt x="133516" y="35866"/>
                  </a:lnTo>
                  <a:lnTo>
                    <a:pt x="133455" y="36313"/>
                  </a:lnTo>
                  <a:lnTo>
                    <a:pt x="133399" y="36718"/>
                  </a:lnTo>
                  <a:lnTo>
                    <a:pt x="133131" y="38484"/>
                  </a:lnTo>
                  <a:lnTo>
                    <a:pt x="133069" y="38897"/>
                  </a:lnTo>
                  <a:lnTo>
                    <a:pt x="132871" y="40200"/>
                  </a:lnTo>
                  <a:lnTo>
                    <a:pt x="132638" y="41740"/>
                  </a:lnTo>
                  <a:lnTo>
                    <a:pt x="132157" y="41744"/>
                  </a:lnTo>
                  <a:lnTo>
                    <a:pt x="130575" y="41757"/>
                  </a:lnTo>
                  <a:lnTo>
                    <a:pt x="127762" y="41779"/>
                  </a:lnTo>
                  <a:lnTo>
                    <a:pt x="127569" y="41780"/>
                  </a:lnTo>
                  <a:lnTo>
                    <a:pt x="127381" y="41782"/>
                  </a:lnTo>
                  <a:lnTo>
                    <a:pt x="127165" y="41783"/>
                  </a:lnTo>
                  <a:lnTo>
                    <a:pt x="125717" y="41795"/>
                  </a:lnTo>
                  <a:lnTo>
                    <a:pt x="124173" y="41807"/>
                  </a:lnTo>
                  <a:lnTo>
                    <a:pt x="123870" y="41809"/>
                  </a:lnTo>
                  <a:lnTo>
                    <a:pt x="122139" y="41823"/>
                  </a:lnTo>
                  <a:lnTo>
                    <a:pt x="121986" y="41824"/>
                  </a:lnTo>
                  <a:lnTo>
                    <a:pt x="118919" y="41848"/>
                  </a:lnTo>
                  <a:lnTo>
                    <a:pt x="118652" y="41850"/>
                  </a:lnTo>
                  <a:lnTo>
                    <a:pt x="118446" y="41852"/>
                  </a:lnTo>
                  <a:lnTo>
                    <a:pt x="118783" y="43059"/>
                  </a:lnTo>
                  <a:lnTo>
                    <a:pt x="119553" y="45827"/>
                  </a:lnTo>
                  <a:lnTo>
                    <a:pt x="119928" y="47347"/>
                  </a:lnTo>
                  <a:lnTo>
                    <a:pt x="120138" y="48195"/>
                  </a:lnTo>
                  <a:lnTo>
                    <a:pt x="120287" y="48802"/>
                  </a:lnTo>
                  <a:lnTo>
                    <a:pt x="120322" y="48943"/>
                  </a:lnTo>
                  <a:lnTo>
                    <a:pt x="120706" y="50343"/>
                  </a:lnTo>
                  <a:lnTo>
                    <a:pt x="120893" y="51025"/>
                  </a:lnTo>
                  <a:lnTo>
                    <a:pt x="121587" y="53553"/>
                  </a:lnTo>
                  <a:lnTo>
                    <a:pt x="121664" y="53835"/>
                  </a:lnTo>
                  <a:lnTo>
                    <a:pt x="122045" y="552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034576" y="5231977"/>
              <a:ext cx="154769" cy="84941"/>
            </a:xfrm>
            <a:custGeom>
              <a:avLst/>
              <a:pathLst>
                <a:path w="154769" h="84941">
                  <a:moveTo>
                    <a:pt x="95080" y="51715"/>
                  </a:moveTo>
                  <a:lnTo>
                    <a:pt x="95220" y="46512"/>
                  </a:lnTo>
                  <a:lnTo>
                    <a:pt x="95271" y="44627"/>
                  </a:lnTo>
                  <a:lnTo>
                    <a:pt x="95321" y="42773"/>
                  </a:lnTo>
                  <a:lnTo>
                    <a:pt x="95384" y="40432"/>
                  </a:lnTo>
                  <a:lnTo>
                    <a:pt x="95370" y="39781"/>
                  </a:lnTo>
                  <a:lnTo>
                    <a:pt x="95362" y="39436"/>
                  </a:lnTo>
                  <a:lnTo>
                    <a:pt x="95356" y="39172"/>
                  </a:lnTo>
                  <a:lnTo>
                    <a:pt x="95340" y="38407"/>
                  </a:lnTo>
                  <a:lnTo>
                    <a:pt x="95328" y="37880"/>
                  </a:lnTo>
                  <a:lnTo>
                    <a:pt x="95646" y="35042"/>
                  </a:lnTo>
                  <a:lnTo>
                    <a:pt x="97061" y="35180"/>
                  </a:lnTo>
                  <a:lnTo>
                    <a:pt x="98933" y="35361"/>
                  </a:lnTo>
                  <a:lnTo>
                    <a:pt x="99145" y="35378"/>
                  </a:lnTo>
                  <a:lnTo>
                    <a:pt x="101648" y="35574"/>
                  </a:lnTo>
                  <a:lnTo>
                    <a:pt x="107340" y="36023"/>
                  </a:lnTo>
                  <a:lnTo>
                    <a:pt x="107499" y="36039"/>
                  </a:lnTo>
                  <a:lnTo>
                    <a:pt x="107630" y="36055"/>
                  </a:lnTo>
                  <a:lnTo>
                    <a:pt x="110005" y="36344"/>
                  </a:lnTo>
                  <a:lnTo>
                    <a:pt x="112192" y="36609"/>
                  </a:lnTo>
                  <a:lnTo>
                    <a:pt x="112883" y="36693"/>
                  </a:lnTo>
                  <a:lnTo>
                    <a:pt x="113090" y="36718"/>
                  </a:lnTo>
                  <a:lnTo>
                    <a:pt x="113548" y="36774"/>
                  </a:lnTo>
                  <a:lnTo>
                    <a:pt x="114498" y="36889"/>
                  </a:lnTo>
                  <a:lnTo>
                    <a:pt x="114640" y="36906"/>
                  </a:lnTo>
                  <a:lnTo>
                    <a:pt x="115004" y="36838"/>
                  </a:lnTo>
                  <a:lnTo>
                    <a:pt x="115372" y="37306"/>
                  </a:lnTo>
                  <a:lnTo>
                    <a:pt x="115552" y="37536"/>
                  </a:lnTo>
                  <a:lnTo>
                    <a:pt x="115679" y="37696"/>
                  </a:lnTo>
                  <a:lnTo>
                    <a:pt x="116311" y="38499"/>
                  </a:lnTo>
                  <a:lnTo>
                    <a:pt x="116787" y="39021"/>
                  </a:lnTo>
                  <a:lnTo>
                    <a:pt x="116923" y="39169"/>
                  </a:lnTo>
                  <a:lnTo>
                    <a:pt x="117334" y="39618"/>
                  </a:lnTo>
                  <a:lnTo>
                    <a:pt x="119183" y="41639"/>
                  </a:lnTo>
                  <a:lnTo>
                    <a:pt x="121330" y="43985"/>
                  </a:lnTo>
                  <a:lnTo>
                    <a:pt x="121646" y="44331"/>
                  </a:lnTo>
                  <a:lnTo>
                    <a:pt x="121786" y="44483"/>
                  </a:lnTo>
                  <a:lnTo>
                    <a:pt x="122167" y="44886"/>
                  </a:lnTo>
                  <a:lnTo>
                    <a:pt x="122416" y="45149"/>
                  </a:lnTo>
                  <a:lnTo>
                    <a:pt x="123202" y="45956"/>
                  </a:lnTo>
                  <a:lnTo>
                    <a:pt x="125698" y="48518"/>
                  </a:lnTo>
                  <a:lnTo>
                    <a:pt x="126966" y="49820"/>
                  </a:lnTo>
                  <a:lnTo>
                    <a:pt x="129884" y="50860"/>
                  </a:lnTo>
                  <a:lnTo>
                    <a:pt x="130504" y="51081"/>
                  </a:lnTo>
                  <a:lnTo>
                    <a:pt x="131044" y="51273"/>
                  </a:lnTo>
                  <a:lnTo>
                    <a:pt x="131393" y="51398"/>
                  </a:lnTo>
                  <a:lnTo>
                    <a:pt x="131590" y="51461"/>
                  </a:lnTo>
                  <a:lnTo>
                    <a:pt x="135130" y="52447"/>
                  </a:lnTo>
                  <a:lnTo>
                    <a:pt x="136744" y="52897"/>
                  </a:lnTo>
                  <a:lnTo>
                    <a:pt x="139093" y="53551"/>
                  </a:lnTo>
                  <a:lnTo>
                    <a:pt x="140121" y="53838"/>
                  </a:lnTo>
                  <a:lnTo>
                    <a:pt x="140303" y="53895"/>
                  </a:lnTo>
                  <a:lnTo>
                    <a:pt x="142176" y="54488"/>
                  </a:lnTo>
                  <a:lnTo>
                    <a:pt x="143122" y="54787"/>
                  </a:lnTo>
                  <a:lnTo>
                    <a:pt x="143701" y="54970"/>
                  </a:lnTo>
                  <a:lnTo>
                    <a:pt x="144305" y="55161"/>
                  </a:lnTo>
                  <a:lnTo>
                    <a:pt x="147267" y="56026"/>
                  </a:lnTo>
                  <a:lnTo>
                    <a:pt x="149823" y="55132"/>
                  </a:lnTo>
                  <a:lnTo>
                    <a:pt x="150030" y="55059"/>
                  </a:lnTo>
                  <a:lnTo>
                    <a:pt x="150193" y="55002"/>
                  </a:lnTo>
                  <a:lnTo>
                    <a:pt x="152359" y="54243"/>
                  </a:lnTo>
                  <a:lnTo>
                    <a:pt x="152518" y="55226"/>
                  </a:lnTo>
                  <a:lnTo>
                    <a:pt x="152577" y="55597"/>
                  </a:lnTo>
                  <a:lnTo>
                    <a:pt x="153250" y="59275"/>
                  </a:lnTo>
                  <a:lnTo>
                    <a:pt x="153717" y="59680"/>
                  </a:lnTo>
                  <a:lnTo>
                    <a:pt x="153791" y="60283"/>
                  </a:lnTo>
                  <a:lnTo>
                    <a:pt x="153851" y="60770"/>
                  </a:lnTo>
                  <a:lnTo>
                    <a:pt x="153923" y="61349"/>
                  </a:lnTo>
                  <a:lnTo>
                    <a:pt x="154017" y="62112"/>
                  </a:lnTo>
                  <a:lnTo>
                    <a:pt x="154068" y="62528"/>
                  </a:lnTo>
                  <a:lnTo>
                    <a:pt x="154323" y="62892"/>
                  </a:lnTo>
                  <a:lnTo>
                    <a:pt x="154489" y="63186"/>
                  </a:lnTo>
                  <a:lnTo>
                    <a:pt x="154725" y="64734"/>
                  </a:lnTo>
                  <a:lnTo>
                    <a:pt x="154769" y="65375"/>
                  </a:lnTo>
                  <a:lnTo>
                    <a:pt x="154652" y="67287"/>
                  </a:lnTo>
                  <a:lnTo>
                    <a:pt x="154408" y="68216"/>
                  </a:lnTo>
                  <a:lnTo>
                    <a:pt x="154339" y="68476"/>
                  </a:lnTo>
                  <a:lnTo>
                    <a:pt x="154149" y="69198"/>
                  </a:lnTo>
                  <a:lnTo>
                    <a:pt x="154236" y="71030"/>
                  </a:lnTo>
                  <a:lnTo>
                    <a:pt x="154149" y="71802"/>
                  </a:lnTo>
                  <a:lnTo>
                    <a:pt x="153495" y="77574"/>
                  </a:lnTo>
                  <a:lnTo>
                    <a:pt x="153389" y="78507"/>
                  </a:lnTo>
                  <a:lnTo>
                    <a:pt x="152767" y="83991"/>
                  </a:lnTo>
                  <a:lnTo>
                    <a:pt x="148318" y="84941"/>
                  </a:lnTo>
                  <a:lnTo>
                    <a:pt x="146231" y="84828"/>
                  </a:lnTo>
                  <a:lnTo>
                    <a:pt x="144504" y="84734"/>
                  </a:lnTo>
                  <a:lnTo>
                    <a:pt x="143549" y="84479"/>
                  </a:lnTo>
                  <a:lnTo>
                    <a:pt x="142984" y="84328"/>
                  </a:lnTo>
                  <a:lnTo>
                    <a:pt x="141470" y="83923"/>
                  </a:lnTo>
                  <a:lnTo>
                    <a:pt x="140224" y="83582"/>
                  </a:lnTo>
                  <a:lnTo>
                    <a:pt x="137982" y="82968"/>
                  </a:lnTo>
                  <a:lnTo>
                    <a:pt x="137839" y="82929"/>
                  </a:lnTo>
                  <a:lnTo>
                    <a:pt x="136370" y="82484"/>
                  </a:lnTo>
                  <a:lnTo>
                    <a:pt x="135456" y="82208"/>
                  </a:lnTo>
                  <a:lnTo>
                    <a:pt x="132946" y="81447"/>
                  </a:lnTo>
                  <a:lnTo>
                    <a:pt x="132019" y="81167"/>
                  </a:lnTo>
                  <a:lnTo>
                    <a:pt x="129576" y="80489"/>
                  </a:lnTo>
                  <a:lnTo>
                    <a:pt x="126165" y="79544"/>
                  </a:lnTo>
                  <a:lnTo>
                    <a:pt x="125482" y="79368"/>
                  </a:lnTo>
                  <a:lnTo>
                    <a:pt x="122588" y="78623"/>
                  </a:lnTo>
                  <a:lnTo>
                    <a:pt x="118404" y="77519"/>
                  </a:lnTo>
                  <a:lnTo>
                    <a:pt x="118036" y="77414"/>
                  </a:lnTo>
                  <a:lnTo>
                    <a:pt x="107188" y="74308"/>
                  </a:lnTo>
                  <a:lnTo>
                    <a:pt x="106864" y="74225"/>
                  </a:lnTo>
                  <a:lnTo>
                    <a:pt x="104420" y="73600"/>
                  </a:lnTo>
                  <a:lnTo>
                    <a:pt x="101259" y="72792"/>
                  </a:lnTo>
                  <a:lnTo>
                    <a:pt x="98994" y="72212"/>
                  </a:lnTo>
                  <a:lnTo>
                    <a:pt x="98483" y="72075"/>
                  </a:lnTo>
                  <a:lnTo>
                    <a:pt x="92698" y="70520"/>
                  </a:lnTo>
                  <a:lnTo>
                    <a:pt x="88829" y="69467"/>
                  </a:lnTo>
                  <a:lnTo>
                    <a:pt x="87483" y="69101"/>
                  </a:lnTo>
                  <a:lnTo>
                    <a:pt x="86557" y="68849"/>
                  </a:lnTo>
                  <a:lnTo>
                    <a:pt x="83843" y="68110"/>
                  </a:lnTo>
                  <a:lnTo>
                    <a:pt x="77671" y="66320"/>
                  </a:lnTo>
                  <a:lnTo>
                    <a:pt x="74232" y="65305"/>
                  </a:lnTo>
                  <a:lnTo>
                    <a:pt x="73367" y="65021"/>
                  </a:lnTo>
                  <a:lnTo>
                    <a:pt x="72544" y="64750"/>
                  </a:lnTo>
                  <a:lnTo>
                    <a:pt x="71257" y="64417"/>
                  </a:lnTo>
                  <a:lnTo>
                    <a:pt x="68411" y="63682"/>
                  </a:lnTo>
                  <a:lnTo>
                    <a:pt x="64000" y="62550"/>
                  </a:lnTo>
                  <a:lnTo>
                    <a:pt x="63566" y="62361"/>
                  </a:lnTo>
                  <a:lnTo>
                    <a:pt x="63017" y="62123"/>
                  </a:lnTo>
                  <a:lnTo>
                    <a:pt x="57266" y="60556"/>
                  </a:lnTo>
                  <a:lnTo>
                    <a:pt x="56822" y="60435"/>
                  </a:lnTo>
                  <a:lnTo>
                    <a:pt x="52709" y="59288"/>
                  </a:lnTo>
                  <a:lnTo>
                    <a:pt x="49920" y="58511"/>
                  </a:lnTo>
                  <a:lnTo>
                    <a:pt x="48670" y="58114"/>
                  </a:lnTo>
                  <a:lnTo>
                    <a:pt x="48542" y="57812"/>
                  </a:lnTo>
                  <a:lnTo>
                    <a:pt x="48135" y="57703"/>
                  </a:lnTo>
                  <a:lnTo>
                    <a:pt x="47853" y="57628"/>
                  </a:lnTo>
                  <a:lnTo>
                    <a:pt x="46449" y="57252"/>
                  </a:lnTo>
                  <a:lnTo>
                    <a:pt x="43619" y="56496"/>
                  </a:lnTo>
                  <a:lnTo>
                    <a:pt x="41877" y="56030"/>
                  </a:lnTo>
                  <a:lnTo>
                    <a:pt x="39966" y="55519"/>
                  </a:lnTo>
                  <a:lnTo>
                    <a:pt x="39837" y="55481"/>
                  </a:lnTo>
                  <a:lnTo>
                    <a:pt x="38064" y="54962"/>
                  </a:lnTo>
                  <a:lnTo>
                    <a:pt x="37096" y="54678"/>
                  </a:lnTo>
                  <a:lnTo>
                    <a:pt x="36488" y="54527"/>
                  </a:lnTo>
                  <a:lnTo>
                    <a:pt x="35069" y="54175"/>
                  </a:lnTo>
                  <a:lnTo>
                    <a:pt x="33758" y="53850"/>
                  </a:lnTo>
                  <a:lnTo>
                    <a:pt x="32726" y="53526"/>
                  </a:lnTo>
                  <a:lnTo>
                    <a:pt x="31784" y="53229"/>
                  </a:lnTo>
                  <a:lnTo>
                    <a:pt x="31448" y="53123"/>
                  </a:lnTo>
                  <a:lnTo>
                    <a:pt x="29293" y="52446"/>
                  </a:lnTo>
                  <a:lnTo>
                    <a:pt x="27772" y="51967"/>
                  </a:lnTo>
                  <a:lnTo>
                    <a:pt x="24760" y="51020"/>
                  </a:lnTo>
                  <a:lnTo>
                    <a:pt x="23165" y="50574"/>
                  </a:lnTo>
                  <a:lnTo>
                    <a:pt x="21590" y="50134"/>
                  </a:lnTo>
                  <a:lnTo>
                    <a:pt x="21310" y="50056"/>
                  </a:lnTo>
                  <a:lnTo>
                    <a:pt x="18617" y="49303"/>
                  </a:lnTo>
                  <a:lnTo>
                    <a:pt x="16814" y="48821"/>
                  </a:lnTo>
                  <a:lnTo>
                    <a:pt x="12551" y="47681"/>
                  </a:lnTo>
                  <a:lnTo>
                    <a:pt x="12372" y="47326"/>
                  </a:lnTo>
                  <a:lnTo>
                    <a:pt x="12271" y="46958"/>
                  </a:lnTo>
                  <a:lnTo>
                    <a:pt x="12090" y="46299"/>
                  </a:lnTo>
                  <a:lnTo>
                    <a:pt x="11878" y="45529"/>
                  </a:lnTo>
                  <a:lnTo>
                    <a:pt x="11692" y="44735"/>
                  </a:lnTo>
                  <a:lnTo>
                    <a:pt x="11583" y="44310"/>
                  </a:lnTo>
                  <a:lnTo>
                    <a:pt x="11475" y="43887"/>
                  </a:lnTo>
                  <a:lnTo>
                    <a:pt x="11408" y="43626"/>
                  </a:lnTo>
                  <a:lnTo>
                    <a:pt x="11145" y="42601"/>
                  </a:lnTo>
                  <a:lnTo>
                    <a:pt x="10760" y="41095"/>
                  </a:lnTo>
                  <a:lnTo>
                    <a:pt x="10674" y="40758"/>
                  </a:lnTo>
                  <a:lnTo>
                    <a:pt x="10534" y="40242"/>
                  </a:lnTo>
                  <a:lnTo>
                    <a:pt x="9935" y="38028"/>
                  </a:lnTo>
                  <a:lnTo>
                    <a:pt x="9737" y="37166"/>
                  </a:lnTo>
                  <a:lnTo>
                    <a:pt x="9468" y="35999"/>
                  </a:lnTo>
                  <a:lnTo>
                    <a:pt x="9314" y="35359"/>
                  </a:lnTo>
                  <a:lnTo>
                    <a:pt x="9156" y="34698"/>
                  </a:lnTo>
                  <a:lnTo>
                    <a:pt x="9058" y="34290"/>
                  </a:lnTo>
                  <a:lnTo>
                    <a:pt x="9002" y="34058"/>
                  </a:lnTo>
                  <a:lnTo>
                    <a:pt x="8781" y="33204"/>
                  </a:lnTo>
                  <a:lnTo>
                    <a:pt x="8693" y="32867"/>
                  </a:lnTo>
                  <a:lnTo>
                    <a:pt x="8497" y="32111"/>
                  </a:lnTo>
                  <a:lnTo>
                    <a:pt x="8047" y="30414"/>
                  </a:lnTo>
                  <a:lnTo>
                    <a:pt x="8062" y="30142"/>
                  </a:lnTo>
                  <a:lnTo>
                    <a:pt x="8128" y="29781"/>
                  </a:lnTo>
                  <a:lnTo>
                    <a:pt x="8150" y="29589"/>
                  </a:lnTo>
                  <a:lnTo>
                    <a:pt x="8118" y="28900"/>
                  </a:lnTo>
                  <a:lnTo>
                    <a:pt x="8014" y="28500"/>
                  </a:lnTo>
                  <a:lnTo>
                    <a:pt x="7910" y="28083"/>
                  </a:lnTo>
                  <a:lnTo>
                    <a:pt x="7734" y="27707"/>
                  </a:lnTo>
                  <a:lnTo>
                    <a:pt x="6909" y="26695"/>
                  </a:lnTo>
                  <a:lnTo>
                    <a:pt x="6849" y="26499"/>
                  </a:lnTo>
                  <a:lnTo>
                    <a:pt x="6763" y="26223"/>
                  </a:lnTo>
                  <a:lnTo>
                    <a:pt x="6353" y="24604"/>
                  </a:lnTo>
                  <a:lnTo>
                    <a:pt x="5779" y="22342"/>
                  </a:lnTo>
                  <a:lnTo>
                    <a:pt x="5620" y="21713"/>
                  </a:lnTo>
                  <a:lnTo>
                    <a:pt x="5027" y="19377"/>
                  </a:lnTo>
                  <a:lnTo>
                    <a:pt x="4565" y="17554"/>
                  </a:lnTo>
                  <a:lnTo>
                    <a:pt x="4422" y="16994"/>
                  </a:lnTo>
                  <a:lnTo>
                    <a:pt x="3869" y="14813"/>
                  </a:lnTo>
                  <a:lnTo>
                    <a:pt x="3532" y="13482"/>
                  </a:lnTo>
                  <a:lnTo>
                    <a:pt x="3151" y="12095"/>
                  </a:lnTo>
                  <a:lnTo>
                    <a:pt x="3074" y="11812"/>
                  </a:lnTo>
                  <a:lnTo>
                    <a:pt x="2380" y="9284"/>
                  </a:lnTo>
                  <a:lnTo>
                    <a:pt x="2193" y="8603"/>
                  </a:lnTo>
                  <a:lnTo>
                    <a:pt x="1809" y="7202"/>
                  </a:lnTo>
                  <a:lnTo>
                    <a:pt x="1774" y="7061"/>
                  </a:lnTo>
                  <a:lnTo>
                    <a:pt x="1625" y="6454"/>
                  </a:lnTo>
                  <a:lnTo>
                    <a:pt x="1415" y="5606"/>
                  </a:lnTo>
                  <a:lnTo>
                    <a:pt x="1040" y="4086"/>
                  </a:lnTo>
                  <a:lnTo>
                    <a:pt x="270" y="1318"/>
                  </a:lnTo>
                  <a:lnTo>
                    <a:pt x="0" y="110"/>
                  </a:lnTo>
                  <a:lnTo>
                    <a:pt x="207" y="109"/>
                  </a:lnTo>
                  <a:lnTo>
                    <a:pt x="406" y="107"/>
                  </a:lnTo>
                  <a:lnTo>
                    <a:pt x="3473" y="83"/>
                  </a:lnTo>
                  <a:lnTo>
                    <a:pt x="3626" y="82"/>
                  </a:lnTo>
                  <a:lnTo>
                    <a:pt x="5357" y="68"/>
                  </a:lnTo>
                  <a:lnTo>
                    <a:pt x="5660" y="66"/>
                  </a:lnTo>
                  <a:lnTo>
                    <a:pt x="7204" y="54"/>
                  </a:lnTo>
                  <a:lnTo>
                    <a:pt x="8652" y="42"/>
                  </a:lnTo>
                  <a:lnTo>
                    <a:pt x="8868" y="41"/>
                  </a:lnTo>
                  <a:lnTo>
                    <a:pt x="9056" y="39"/>
                  </a:lnTo>
                  <a:lnTo>
                    <a:pt x="9249" y="38"/>
                  </a:lnTo>
                  <a:lnTo>
                    <a:pt x="12062" y="16"/>
                  </a:lnTo>
                  <a:lnTo>
                    <a:pt x="13644" y="3"/>
                  </a:lnTo>
                  <a:lnTo>
                    <a:pt x="14125" y="0"/>
                  </a:lnTo>
                  <a:lnTo>
                    <a:pt x="14387" y="5"/>
                  </a:lnTo>
                  <a:lnTo>
                    <a:pt x="16455" y="49"/>
                  </a:lnTo>
                  <a:lnTo>
                    <a:pt x="21751" y="163"/>
                  </a:lnTo>
                  <a:lnTo>
                    <a:pt x="24676" y="225"/>
                  </a:lnTo>
                  <a:lnTo>
                    <a:pt x="25234" y="237"/>
                  </a:lnTo>
                  <a:lnTo>
                    <a:pt x="27248" y="280"/>
                  </a:lnTo>
                  <a:lnTo>
                    <a:pt x="28671" y="301"/>
                  </a:lnTo>
                  <a:lnTo>
                    <a:pt x="29002" y="306"/>
                  </a:lnTo>
                  <a:lnTo>
                    <a:pt x="29421" y="312"/>
                  </a:lnTo>
                  <a:lnTo>
                    <a:pt x="30912" y="333"/>
                  </a:lnTo>
                  <a:lnTo>
                    <a:pt x="32052" y="349"/>
                  </a:lnTo>
                  <a:lnTo>
                    <a:pt x="32536" y="351"/>
                  </a:lnTo>
                  <a:lnTo>
                    <a:pt x="32859" y="352"/>
                  </a:lnTo>
                  <a:lnTo>
                    <a:pt x="33493" y="354"/>
                  </a:lnTo>
                  <a:lnTo>
                    <a:pt x="35011" y="360"/>
                  </a:lnTo>
                  <a:lnTo>
                    <a:pt x="38123" y="370"/>
                  </a:lnTo>
                  <a:lnTo>
                    <a:pt x="39918" y="377"/>
                  </a:lnTo>
                  <a:lnTo>
                    <a:pt x="42182" y="385"/>
                  </a:lnTo>
                  <a:lnTo>
                    <a:pt x="43955" y="391"/>
                  </a:lnTo>
                  <a:lnTo>
                    <a:pt x="47111" y="402"/>
                  </a:lnTo>
                  <a:lnTo>
                    <a:pt x="47313" y="422"/>
                  </a:lnTo>
                  <a:lnTo>
                    <a:pt x="47270" y="1872"/>
                  </a:lnTo>
                  <a:lnTo>
                    <a:pt x="47185" y="4704"/>
                  </a:lnTo>
                  <a:lnTo>
                    <a:pt x="47177" y="4958"/>
                  </a:lnTo>
                  <a:lnTo>
                    <a:pt x="47154" y="5691"/>
                  </a:lnTo>
                  <a:lnTo>
                    <a:pt x="47135" y="6310"/>
                  </a:lnTo>
                  <a:lnTo>
                    <a:pt x="47054" y="8944"/>
                  </a:lnTo>
                  <a:lnTo>
                    <a:pt x="47039" y="9424"/>
                  </a:lnTo>
                  <a:lnTo>
                    <a:pt x="47001" y="10670"/>
                  </a:lnTo>
                  <a:lnTo>
                    <a:pt x="46993" y="10932"/>
                  </a:lnTo>
                  <a:lnTo>
                    <a:pt x="46986" y="11137"/>
                  </a:lnTo>
                  <a:lnTo>
                    <a:pt x="46951" y="12292"/>
                  </a:lnTo>
                  <a:lnTo>
                    <a:pt x="46934" y="12831"/>
                  </a:lnTo>
                  <a:lnTo>
                    <a:pt x="46926" y="13085"/>
                  </a:lnTo>
                  <a:lnTo>
                    <a:pt x="46919" y="13333"/>
                  </a:lnTo>
                  <a:lnTo>
                    <a:pt x="46899" y="13980"/>
                  </a:lnTo>
                  <a:lnTo>
                    <a:pt x="46884" y="14457"/>
                  </a:lnTo>
                  <a:lnTo>
                    <a:pt x="46845" y="15729"/>
                  </a:lnTo>
                  <a:lnTo>
                    <a:pt x="46832" y="16145"/>
                  </a:lnTo>
                  <a:lnTo>
                    <a:pt x="46778" y="17881"/>
                  </a:lnTo>
                  <a:lnTo>
                    <a:pt x="46768" y="18222"/>
                  </a:lnTo>
                  <a:lnTo>
                    <a:pt x="46719" y="19803"/>
                  </a:lnTo>
                  <a:lnTo>
                    <a:pt x="46712" y="20052"/>
                  </a:lnTo>
                  <a:lnTo>
                    <a:pt x="46667" y="21493"/>
                  </a:lnTo>
                  <a:lnTo>
                    <a:pt x="46656" y="21839"/>
                  </a:lnTo>
                  <a:lnTo>
                    <a:pt x="46618" y="23073"/>
                  </a:lnTo>
                  <a:lnTo>
                    <a:pt x="46600" y="23665"/>
                  </a:lnTo>
                  <a:lnTo>
                    <a:pt x="46594" y="23873"/>
                  </a:lnTo>
                  <a:lnTo>
                    <a:pt x="46568" y="24717"/>
                  </a:lnTo>
                  <a:lnTo>
                    <a:pt x="46560" y="24964"/>
                  </a:lnTo>
                  <a:lnTo>
                    <a:pt x="46545" y="25463"/>
                  </a:lnTo>
                  <a:lnTo>
                    <a:pt x="46283" y="34034"/>
                  </a:lnTo>
                  <a:lnTo>
                    <a:pt x="46276" y="34289"/>
                  </a:lnTo>
                  <a:lnTo>
                    <a:pt x="46213" y="36342"/>
                  </a:lnTo>
                  <a:lnTo>
                    <a:pt x="46202" y="36714"/>
                  </a:lnTo>
                  <a:lnTo>
                    <a:pt x="46194" y="36971"/>
                  </a:lnTo>
                  <a:lnTo>
                    <a:pt x="46184" y="37296"/>
                  </a:lnTo>
                  <a:lnTo>
                    <a:pt x="46175" y="37602"/>
                  </a:lnTo>
                  <a:lnTo>
                    <a:pt x="46553" y="37716"/>
                  </a:lnTo>
                  <a:lnTo>
                    <a:pt x="46716" y="37765"/>
                  </a:lnTo>
                  <a:lnTo>
                    <a:pt x="50393" y="38877"/>
                  </a:lnTo>
                  <a:lnTo>
                    <a:pt x="50538" y="38921"/>
                  </a:lnTo>
                  <a:lnTo>
                    <a:pt x="51544" y="39225"/>
                  </a:lnTo>
                  <a:lnTo>
                    <a:pt x="52105" y="39395"/>
                  </a:lnTo>
                  <a:lnTo>
                    <a:pt x="61300" y="41969"/>
                  </a:lnTo>
                  <a:lnTo>
                    <a:pt x="61968" y="42156"/>
                  </a:lnTo>
                  <a:lnTo>
                    <a:pt x="63229" y="42521"/>
                  </a:lnTo>
                  <a:lnTo>
                    <a:pt x="65457" y="43167"/>
                  </a:lnTo>
                  <a:lnTo>
                    <a:pt x="66402" y="43440"/>
                  </a:lnTo>
                  <a:lnTo>
                    <a:pt x="66812" y="43559"/>
                  </a:lnTo>
                  <a:lnTo>
                    <a:pt x="69013" y="44181"/>
                  </a:lnTo>
                  <a:lnTo>
                    <a:pt x="69632" y="44356"/>
                  </a:lnTo>
                  <a:lnTo>
                    <a:pt x="70691" y="44655"/>
                  </a:lnTo>
                  <a:lnTo>
                    <a:pt x="71157" y="44789"/>
                  </a:lnTo>
                  <a:lnTo>
                    <a:pt x="74202" y="45668"/>
                  </a:lnTo>
                  <a:lnTo>
                    <a:pt x="79092" y="47079"/>
                  </a:lnTo>
                  <a:lnTo>
                    <a:pt x="79656" y="47241"/>
                  </a:lnTo>
                  <a:lnTo>
                    <a:pt x="83926" y="48476"/>
                  </a:lnTo>
                  <a:lnTo>
                    <a:pt x="84280" y="48578"/>
                  </a:lnTo>
                  <a:lnTo>
                    <a:pt x="85559" y="48950"/>
                  </a:lnTo>
                  <a:lnTo>
                    <a:pt x="86573" y="49244"/>
                  </a:lnTo>
                  <a:lnTo>
                    <a:pt x="87463" y="49503"/>
                  </a:lnTo>
                  <a:lnTo>
                    <a:pt x="93358" y="5121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083270" y="5290146"/>
              <a:ext cx="111767" cy="69642"/>
            </a:xfrm>
            <a:custGeom>
              <a:avLst/>
              <a:pathLst>
                <a:path w="111767" h="69642">
                  <a:moveTo>
                    <a:pt x="110933" y="52230"/>
                  </a:moveTo>
                  <a:lnTo>
                    <a:pt x="110443" y="51877"/>
                  </a:lnTo>
                  <a:lnTo>
                    <a:pt x="110039" y="51672"/>
                  </a:lnTo>
                  <a:lnTo>
                    <a:pt x="109380" y="52717"/>
                  </a:lnTo>
                  <a:lnTo>
                    <a:pt x="109264" y="52997"/>
                  </a:lnTo>
                  <a:lnTo>
                    <a:pt x="108966" y="53713"/>
                  </a:lnTo>
                  <a:lnTo>
                    <a:pt x="108846" y="53999"/>
                  </a:lnTo>
                  <a:lnTo>
                    <a:pt x="108691" y="54503"/>
                  </a:lnTo>
                  <a:lnTo>
                    <a:pt x="108604" y="54784"/>
                  </a:lnTo>
                  <a:lnTo>
                    <a:pt x="108049" y="54503"/>
                  </a:lnTo>
                  <a:lnTo>
                    <a:pt x="106653" y="53795"/>
                  </a:lnTo>
                  <a:lnTo>
                    <a:pt x="106433" y="54101"/>
                  </a:lnTo>
                  <a:lnTo>
                    <a:pt x="106218" y="54402"/>
                  </a:lnTo>
                  <a:lnTo>
                    <a:pt x="105739" y="54155"/>
                  </a:lnTo>
                  <a:lnTo>
                    <a:pt x="103974" y="54630"/>
                  </a:lnTo>
                  <a:lnTo>
                    <a:pt x="104070" y="55302"/>
                  </a:lnTo>
                  <a:lnTo>
                    <a:pt x="104110" y="55584"/>
                  </a:lnTo>
                  <a:lnTo>
                    <a:pt x="102758" y="56916"/>
                  </a:lnTo>
                  <a:lnTo>
                    <a:pt x="102671" y="57436"/>
                  </a:lnTo>
                  <a:lnTo>
                    <a:pt x="102480" y="58577"/>
                  </a:lnTo>
                  <a:lnTo>
                    <a:pt x="97892" y="58601"/>
                  </a:lnTo>
                  <a:lnTo>
                    <a:pt x="97639" y="58550"/>
                  </a:lnTo>
                  <a:lnTo>
                    <a:pt x="97650" y="58372"/>
                  </a:lnTo>
                  <a:lnTo>
                    <a:pt x="97692" y="57665"/>
                  </a:lnTo>
                  <a:lnTo>
                    <a:pt x="95522" y="58010"/>
                  </a:lnTo>
                  <a:lnTo>
                    <a:pt x="95272" y="58017"/>
                  </a:lnTo>
                  <a:lnTo>
                    <a:pt x="94576" y="57510"/>
                  </a:lnTo>
                  <a:lnTo>
                    <a:pt x="94514" y="57116"/>
                  </a:lnTo>
                  <a:lnTo>
                    <a:pt x="93960" y="57221"/>
                  </a:lnTo>
                  <a:lnTo>
                    <a:pt x="93134" y="57376"/>
                  </a:lnTo>
                  <a:lnTo>
                    <a:pt x="93032" y="57140"/>
                  </a:lnTo>
                  <a:lnTo>
                    <a:pt x="92784" y="56562"/>
                  </a:lnTo>
                  <a:lnTo>
                    <a:pt x="91485" y="56786"/>
                  </a:lnTo>
                  <a:lnTo>
                    <a:pt x="91311" y="56816"/>
                  </a:lnTo>
                  <a:lnTo>
                    <a:pt x="90515" y="58162"/>
                  </a:lnTo>
                  <a:lnTo>
                    <a:pt x="89756" y="58384"/>
                  </a:lnTo>
                  <a:lnTo>
                    <a:pt x="88521" y="59479"/>
                  </a:lnTo>
                  <a:lnTo>
                    <a:pt x="88301" y="59741"/>
                  </a:lnTo>
                  <a:lnTo>
                    <a:pt x="87862" y="60262"/>
                  </a:lnTo>
                  <a:lnTo>
                    <a:pt x="87328" y="58505"/>
                  </a:lnTo>
                  <a:lnTo>
                    <a:pt x="84700" y="58998"/>
                  </a:lnTo>
                  <a:lnTo>
                    <a:pt x="82653" y="59382"/>
                  </a:lnTo>
                  <a:lnTo>
                    <a:pt x="82152" y="59743"/>
                  </a:lnTo>
                  <a:lnTo>
                    <a:pt x="81645" y="60109"/>
                  </a:lnTo>
                  <a:lnTo>
                    <a:pt x="79985" y="61307"/>
                  </a:lnTo>
                  <a:lnTo>
                    <a:pt x="76831" y="63549"/>
                  </a:lnTo>
                  <a:lnTo>
                    <a:pt x="73019" y="66260"/>
                  </a:lnTo>
                  <a:lnTo>
                    <a:pt x="72820" y="66405"/>
                  </a:lnTo>
                  <a:lnTo>
                    <a:pt x="68671" y="69436"/>
                  </a:lnTo>
                  <a:lnTo>
                    <a:pt x="68395" y="69642"/>
                  </a:lnTo>
                  <a:lnTo>
                    <a:pt x="66923" y="65094"/>
                  </a:lnTo>
                  <a:lnTo>
                    <a:pt x="66722" y="64216"/>
                  </a:lnTo>
                  <a:lnTo>
                    <a:pt x="66690" y="64079"/>
                  </a:lnTo>
                  <a:lnTo>
                    <a:pt x="66384" y="62746"/>
                  </a:lnTo>
                  <a:lnTo>
                    <a:pt x="65829" y="60076"/>
                  </a:lnTo>
                  <a:lnTo>
                    <a:pt x="65578" y="59450"/>
                  </a:lnTo>
                  <a:lnTo>
                    <a:pt x="65521" y="59308"/>
                  </a:lnTo>
                  <a:lnTo>
                    <a:pt x="65273" y="58690"/>
                  </a:lnTo>
                  <a:lnTo>
                    <a:pt x="65113" y="58292"/>
                  </a:lnTo>
                  <a:lnTo>
                    <a:pt x="63627" y="54235"/>
                  </a:lnTo>
                  <a:lnTo>
                    <a:pt x="63487" y="53620"/>
                  </a:lnTo>
                  <a:lnTo>
                    <a:pt x="62923" y="51165"/>
                  </a:lnTo>
                  <a:lnTo>
                    <a:pt x="62440" y="51277"/>
                  </a:lnTo>
                  <a:lnTo>
                    <a:pt x="60884" y="51503"/>
                  </a:lnTo>
                  <a:lnTo>
                    <a:pt x="60090" y="51618"/>
                  </a:lnTo>
                  <a:lnTo>
                    <a:pt x="51623" y="53036"/>
                  </a:lnTo>
                  <a:lnTo>
                    <a:pt x="51436" y="53067"/>
                  </a:lnTo>
                  <a:lnTo>
                    <a:pt x="51009" y="53542"/>
                  </a:lnTo>
                  <a:lnTo>
                    <a:pt x="50835" y="53736"/>
                  </a:lnTo>
                  <a:lnTo>
                    <a:pt x="50101" y="54520"/>
                  </a:lnTo>
                  <a:lnTo>
                    <a:pt x="49274" y="55402"/>
                  </a:lnTo>
                  <a:lnTo>
                    <a:pt x="47993" y="56372"/>
                  </a:lnTo>
                  <a:lnTo>
                    <a:pt x="46621" y="57188"/>
                  </a:lnTo>
                  <a:lnTo>
                    <a:pt x="46432" y="57299"/>
                  </a:lnTo>
                  <a:lnTo>
                    <a:pt x="46154" y="56734"/>
                  </a:lnTo>
                  <a:lnTo>
                    <a:pt x="43210" y="51782"/>
                  </a:lnTo>
                  <a:lnTo>
                    <a:pt x="40879" y="47920"/>
                  </a:lnTo>
                  <a:lnTo>
                    <a:pt x="38418" y="43956"/>
                  </a:lnTo>
                  <a:lnTo>
                    <a:pt x="37787" y="42938"/>
                  </a:lnTo>
                  <a:lnTo>
                    <a:pt x="37447" y="42544"/>
                  </a:lnTo>
                  <a:lnTo>
                    <a:pt x="37226" y="42286"/>
                  </a:lnTo>
                  <a:lnTo>
                    <a:pt x="35371" y="39179"/>
                  </a:lnTo>
                  <a:lnTo>
                    <a:pt x="33280" y="35464"/>
                  </a:lnTo>
                  <a:lnTo>
                    <a:pt x="32393" y="33888"/>
                  </a:lnTo>
                  <a:lnTo>
                    <a:pt x="29494" y="34153"/>
                  </a:lnTo>
                  <a:lnTo>
                    <a:pt x="28639" y="34460"/>
                  </a:lnTo>
                  <a:lnTo>
                    <a:pt x="28347" y="34575"/>
                  </a:lnTo>
                  <a:lnTo>
                    <a:pt x="26886" y="35429"/>
                  </a:lnTo>
                  <a:lnTo>
                    <a:pt x="23449" y="37438"/>
                  </a:lnTo>
                  <a:lnTo>
                    <a:pt x="21846" y="38484"/>
                  </a:lnTo>
                  <a:lnTo>
                    <a:pt x="21646" y="38133"/>
                  </a:lnTo>
                  <a:lnTo>
                    <a:pt x="21513" y="37899"/>
                  </a:lnTo>
                  <a:lnTo>
                    <a:pt x="21211" y="37369"/>
                  </a:lnTo>
                  <a:lnTo>
                    <a:pt x="20547" y="36201"/>
                  </a:lnTo>
                  <a:lnTo>
                    <a:pt x="19695" y="34704"/>
                  </a:lnTo>
                  <a:lnTo>
                    <a:pt x="19553" y="34480"/>
                  </a:lnTo>
                  <a:lnTo>
                    <a:pt x="19130" y="33814"/>
                  </a:lnTo>
                  <a:lnTo>
                    <a:pt x="18781" y="33267"/>
                  </a:lnTo>
                  <a:lnTo>
                    <a:pt x="17527" y="31305"/>
                  </a:lnTo>
                  <a:lnTo>
                    <a:pt x="17384" y="31080"/>
                  </a:lnTo>
                  <a:lnTo>
                    <a:pt x="17262" y="30890"/>
                  </a:lnTo>
                  <a:lnTo>
                    <a:pt x="17081" y="30609"/>
                  </a:lnTo>
                  <a:lnTo>
                    <a:pt x="15901" y="28619"/>
                  </a:lnTo>
                  <a:lnTo>
                    <a:pt x="14968" y="27045"/>
                  </a:lnTo>
                  <a:lnTo>
                    <a:pt x="14152" y="25669"/>
                  </a:lnTo>
                  <a:lnTo>
                    <a:pt x="13948" y="25324"/>
                  </a:lnTo>
                  <a:lnTo>
                    <a:pt x="13719" y="24938"/>
                  </a:lnTo>
                  <a:lnTo>
                    <a:pt x="10916" y="20286"/>
                  </a:lnTo>
                  <a:lnTo>
                    <a:pt x="10010" y="18783"/>
                  </a:lnTo>
                  <a:lnTo>
                    <a:pt x="9663" y="18236"/>
                  </a:lnTo>
                  <a:lnTo>
                    <a:pt x="9197" y="17503"/>
                  </a:lnTo>
                  <a:lnTo>
                    <a:pt x="8061" y="15712"/>
                  </a:lnTo>
                  <a:lnTo>
                    <a:pt x="7038" y="14005"/>
                  </a:lnTo>
                  <a:lnTo>
                    <a:pt x="6410" y="12956"/>
                  </a:lnTo>
                  <a:lnTo>
                    <a:pt x="5471" y="11387"/>
                  </a:lnTo>
                  <a:lnTo>
                    <a:pt x="4880" y="10450"/>
                  </a:lnTo>
                  <a:lnTo>
                    <a:pt x="3676" y="8544"/>
                  </a:lnTo>
                  <a:lnTo>
                    <a:pt x="3399" y="8104"/>
                  </a:lnTo>
                  <a:lnTo>
                    <a:pt x="3254" y="7875"/>
                  </a:lnTo>
                  <a:lnTo>
                    <a:pt x="2629" y="6507"/>
                  </a:lnTo>
                  <a:lnTo>
                    <a:pt x="2480" y="6180"/>
                  </a:lnTo>
                  <a:lnTo>
                    <a:pt x="2392" y="5993"/>
                  </a:lnTo>
                  <a:lnTo>
                    <a:pt x="2184" y="5551"/>
                  </a:lnTo>
                  <a:lnTo>
                    <a:pt x="2066" y="5301"/>
                  </a:lnTo>
                  <a:lnTo>
                    <a:pt x="1826" y="4791"/>
                  </a:lnTo>
                  <a:lnTo>
                    <a:pt x="1493" y="3733"/>
                  </a:lnTo>
                  <a:lnTo>
                    <a:pt x="1434" y="3548"/>
                  </a:lnTo>
                  <a:lnTo>
                    <a:pt x="1225" y="2882"/>
                  </a:lnTo>
                  <a:lnTo>
                    <a:pt x="1061" y="2497"/>
                  </a:lnTo>
                  <a:lnTo>
                    <a:pt x="775" y="1824"/>
                  </a:lnTo>
                  <a:lnTo>
                    <a:pt x="578" y="1359"/>
                  </a:lnTo>
                  <a:lnTo>
                    <a:pt x="222" y="523"/>
                  </a:lnTo>
                  <a:lnTo>
                    <a:pt x="0" y="0"/>
                  </a:lnTo>
                  <a:lnTo>
                    <a:pt x="1226" y="341"/>
                  </a:lnTo>
                  <a:lnTo>
                    <a:pt x="4014" y="1119"/>
                  </a:lnTo>
                  <a:lnTo>
                    <a:pt x="8128" y="2266"/>
                  </a:lnTo>
                  <a:lnTo>
                    <a:pt x="8571" y="2386"/>
                  </a:lnTo>
                  <a:lnTo>
                    <a:pt x="14322" y="3953"/>
                  </a:lnTo>
                  <a:lnTo>
                    <a:pt x="14871" y="4192"/>
                  </a:lnTo>
                  <a:lnTo>
                    <a:pt x="15305" y="4380"/>
                  </a:lnTo>
                  <a:lnTo>
                    <a:pt x="19716" y="5513"/>
                  </a:lnTo>
                  <a:lnTo>
                    <a:pt x="22562" y="6248"/>
                  </a:lnTo>
                  <a:lnTo>
                    <a:pt x="23850" y="6581"/>
                  </a:lnTo>
                  <a:lnTo>
                    <a:pt x="24673" y="6851"/>
                  </a:lnTo>
                  <a:lnTo>
                    <a:pt x="25537" y="7136"/>
                  </a:lnTo>
                  <a:lnTo>
                    <a:pt x="28976" y="8151"/>
                  </a:lnTo>
                  <a:lnTo>
                    <a:pt x="35149" y="9941"/>
                  </a:lnTo>
                  <a:lnTo>
                    <a:pt x="37863" y="10680"/>
                  </a:lnTo>
                  <a:lnTo>
                    <a:pt x="38788" y="10931"/>
                  </a:lnTo>
                  <a:lnTo>
                    <a:pt x="40135" y="11298"/>
                  </a:lnTo>
                  <a:lnTo>
                    <a:pt x="44004" y="12351"/>
                  </a:lnTo>
                  <a:lnTo>
                    <a:pt x="49789" y="13905"/>
                  </a:lnTo>
                  <a:lnTo>
                    <a:pt x="50300" y="14043"/>
                  </a:lnTo>
                  <a:lnTo>
                    <a:pt x="52565" y="14622"/>
                  </a:lnTo>
                  <a:lnTo>
                    <a:pt x="55726" y="15431"/>
                  </a:lnTo>
                  <a:lnTo>
                    <a:pt x="58169" y="16056"/>
                  </a:lnTo>
                  <a:lnTo>
                    <a:pt x="58493" y="16139"/>
                  </a:lnTo>
                  <a:lnTo>
                    <a:pt x="69342" y="19244"/>
                  </a:lnTo>
                  <a:lnTo>
                    <a:pt x="69709" y="19350"/>
                  </a:lnTo>
                  <a:lnTo>
                    <a:pt x="73893" y="20454"/>
                  </a:lnTo>
                  <a:lnTo>
                    <a:pt x="76788" y="21198"/>
                  </a:lnTo>
                  <a:lnTo>
                    <a:pt x="77470" y="21374"/>
                  </a:lnTo>
                  <a:lnTo>
                    <a:pt x="80882" y="22320"/>
                  </a:lnTo>
                  <a:lnTo>
                    <a:pt x="83325" y="22997"/>
                  </a:lnTo>
                  <a:lnTo>
                    <a:pt x="84251" y="23278"/>
                  </a:lnTo>
                  <a:lnTo>
                    <a:pt x="86761" y="24038"/>
                  </a:lnTo>
                  <a:lnTo>
                    <a:pt x="87675" y="24315"/>
                  </a:lnTo>
                  <a:lnTo>
                    <a:pt x="89144" y="24760"/>
                  </a:lnTo>
                  <a:lnTo>
                    <a:pt x="89287" y="24799"/>
                  </a:lnTo>
                  <a:lnTo>
                    <a:pt x="91530" y="25412"/>
                  </a:lnTo>
                  <a:lnTo>
                    <a:pt x="92776" y="25753"/>
                  </a:lnTo>
                  <a:lnTo>
                    <a:pt x="94290" y="26158"/>
                  </a:lnTo>
                  <a:lnTo>
                    <a:pt x="94855" y="26309"/>
                  </a:lnTo>
                  <a:lnTo>
                    <a:pt x="95809" y="26565"/>
                  </a:lnTo>
                  <a:lnTo>
                    <a:pt x="97536" y="26659"/>
                  </a:lnTo>
                  <a:lnTo>
                    <a:pt x="99642" y="26773"/>
                  </a:lnTo>
                  <a:lnTo>
                    <a:pt x="99744" y="27153"/>
                  </a:lnTo>
                  <a:lnTo>
                    <a:pt x="99932" y="27857"/>
                  </a:lnTo>
                  <a:lnTo>
                    <a:pt x="100535" y="30056"/>
                  </a:lnTo>
                  <a:lnTo>
                    <a:pt x="100594" y="30271"/>
                  </a:lnTo>
                  <a:lnTo>
                    <a:pt x="100931" y="31597"/>
                  </a:lnTo>
                  <a:lnTo>
                    <a:pt x="101438" y="33593"/>
                  </a:lnTo>
                  <a:lnTo>
                    <a:pt x="101642" y="34251"/>
                  </a:lnTo>
                  <a:lnTo>
                    <a:pt x="101742" y="34572"/>
                  </a:lnTo>
                  <a:lnTo>
                    <a:pt x="101885" y="35030"/>
                  </a:lnTo>
                  <a:lnTo>
                    <a:pt x="101929" y="35266"/>
                  </a:lnTo>
                  <a:lnTo>
                    <a:pt x="102029" y="35788"/>
                  </a:lnTo>
                  <a:lnTo>
                    <a:pt x="102252" y="36966"/>
                  </a:lnTo>
                  <a:lnTo>
                    <a:pt x="102281" y="37119"/>
                  </a:lnTo>
                  <a:lnTo>
                    <a:pt x="102360" y="37533"/>
                  </a:lnTo>
                  <a:lnTo>
                    <a:pt x="102404" y="37765"/>
                  </a:lnTo>
                  <a:lnTo>
                    <a:pt x="102830" y="38872"/>
                  </a:lnTo>
                  <a:lnTo>
                    <a:pt x="102938" y="39153"/>
                  </a:lnTo>
                  <a:lnTo>
                    <a:pt x="103421" y="40788"/>
                  </a:lnTo>
                  <a:lnTo>
                    <a:pt x="103572" y="40464"/>
                  </a:lnTo>
                  <a:lnTo>
                    <a:pt x="103737" y="40443"/>
                  </a:lnTo>
                  <a:lnTo>
                    <a:pt x="103989" y="40411"/>
                  </a:lnTo>
                  <a:lnTo>
                    <a:pt x="106481" y="40132"/>
                  </a:lnTo>
                  <a:lnTo>
                    <a:pt x="106661" y="40296"/>
                  </a:lnTo>
                  <a:lnTo>
                    <a:pt x="106956" y="40564"/>
                  </a:lnTo>
                  <a:lnTo>
                    <a:pt x="107235" y="40832"/>
                  </a:lnTo>
                  <a:lnTo>
                    <a:pt x="107933" y="40872"/>
                  </a:lnTo>
                  <a:lnTo>
                    <a:pt x="108441" y="41685"/>
                  </a:lnTo>
                  <a:lnTo>
                    <a:pt x="108556" y="41868"/>
                  </a:lnTo>
                  <a:lnTo>
                    <a:pt x="108704" y="42106"/>
                  </a:lnTo>
                  <a:lnTo>
                    <a:pt x="109388" y="43783"/>
                  </a:lnTo>
                  <a:lnTo>
                    <a:pt x="109474" y="44104"/>
                  </a:lnTo>
                  <a:lnTo>
                    <a:pt x="109516" y="44264"/>
                  </a:lnTo>
                  <a:lnTo>
                    <a:pt x="111029" y="46692"/>
                  </a:lnTo>
                  <a:lnTo>
                    <a:pt x="111515" y="46686"/>
                  </a:lnTo>
                  <a:lnTo>
                    <a:pt x="111767" y="48389"/>
                  </a:lnTo>
                  <a:lnTo>
                    <a:pt x="111591" y="49631"/>
                  </a:lnTo>
                  <a:lnTo>
                    <a:pt x="111456" y="50200"/>
                  </a:lnTo>
                  <a:lnTo>
                    <a:pt x="111328" y="514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3065419" y="5324035"/>
              <a:ext cx="106648" cy="93339"/>
            </a:xfrm>
            <a:custGeom>
              <a:avLst/>
              <a:pathLst>
                <a:path w="106648" h="93339">
                  <a:moveTo>
                    <a:pt x="64005" y="22845"/>
                  </a:moveTo>
                  <a:lnTo>
                    <a:pt x="64283" y="23411"/>
                  </a:lnTo>
                  <a:lnTo>
                    <a:pt x="64472" y="23300"/>
                  </a:lnTo>
                  <a:lnTo>
                    <a:pt x="65844" y="22483"/>
                  </a:lnTo>
                  <a:lnTo>
                    <a:pt x="67125" y="21514"/>
                  </a:lnTo>
                  <a:lnTo>
                    <a:pt x="67952" y="20631"/>
                  </a:lnTo>
                  <a:lnTo>
                    <a:pt x="68686" y="19847"/>
                  </a:lnTo>
                  <a:lnTo>
                    <a:pt x="68860" y="19654"/>
                  </a:lnTo>
                  <a:lnTo>
                    <a:pt x="69287" y="19179"/>
                  </a:lnTo>
                  <a:lnTo>
                    <a:pt x="69474" y="19147"/>
                  </a:lnTo>
                  <a:lnTo>
                    <a:pt x="77941" y="17730"/>
                  </a:lnTo>
                  <a:lnTo>
                    <a:pt x="78735" y="17614"/>
                  </a:lnTo>
                  <a:lnTo>
                    <a:pt x="80291" y="17388"/>
                  </a:lnTo>
                  <a:lnTo>
                    <a:pt x="80789" y="17323"/>
                  </a:lnTo>
                  <a:lnTo>
                    <a:pt x="81338" y="19731"/>
                  </a:lnTo>
                  <a:lnTo>
                    <a:pt x="81478" y="20347"/>
                  </a:lnTo>
                  <a:lnTo>
                    <a:pt x="82964" y="24404"/>
                  </a:lnTo>
                  <a:lnTo>
                    <a:pt x="83124" y="24801"/>
                  </a:lnTo>
                  <a:lnTo>
                    <a:pt x="83372" y="25420"/>
                  </a:lnTo>
                  <a:lnTo>
                    <a:pt x="83429" y="25562"/>
                  </a:lnTo>
                  <a:lnTo>
                    <a:pt x="83680" y="26188"/>
                  </a:lnTo>
                  <a:lnTo>
                    <a:pt x="84236" y="28858"/>
                  </a:lnTo>
                  <a:lnTo>
                    <a:pt x="84541" y="30190"/>
                  </a:lnTo>
                  <a:lnTo>
                    <a:pt x="84573" y="30328"/>
                  </a:lnTo>
                  <a:lnTo>
                    <a:pt x="84774" y="31206"/>
                  </a:lnTo>
                  <a:lnTo>
                    <a:pt x="86246" y="35754"/>
                  </a:lnTo>
                  <a:lnTo>
                    <a:pt x="86522" y="35547"/>
                  </a:lnTo>
                  <a:lnTo>
                    <a:pt x="90671" y="32516"/>
                  </a:lnTo>
                  <a:lnTo>
                    <a:pt x="90870" y="32371"/>
                  </a:lnTo>
                  <a:lnTo>
                    <a:pt x="94682" y="29661"/>
                  </a:lnTo>
                  <a:lnTo>
                    <a:pt x="97836" y="27418"/>
                  </a:lnTo>
                  <a:lnTo>
                    <a:pt x="99496" y="26221"/>
                  </a:lnTo>
                  <a:lnTo>
                    <a:pt x="100003" y="25855"/>
                  </a:lnTo>
                  <a:lnTo>
                    <a:pt x="100504" y="25494"/>
                  </a:lnTo>
                  <a:lnTo>
                    <a:pt x="102551" y="25110"/>
                  </a:lnTo>
                  <a:lnTo>
                    <a:pt x="105179" y="24617"/>
                  </a:lnTo>
                  <a:lnTo>
                    <a:pt x="105713" y="26373"/>
                  </a:lnTo>
                  <a:lnTo>
                    <a:pt x="105800" y="26659"/>
                  </a:lnTo>
                  <a:lnTo>
                    <a:pt x="106648" y="28084"/>
                  </a:lnTo>
                  <a:lnTo>
                    <a:pt x="104517" y="29470"/>
                  </a:lnTo>
                  <a:lnTo>
                    <a:pt x="103345" y="30233"/>
                  </a:lnTo>
                  <a:lnTo>
                    <a:pt x="102332" y="30893"/>
                  </a:lnTo>
                  <a:lnTo>
                    <a:pt x="100822" y="31875"/>
                  </a:lnTo>
                  <a:lnTo>
                    <a:pt x="98439" y="33601"/>
                  </a:lnTo>
                  <a:lnTo>
                    <a:pt x="96342" y="35143"/>
                  </a:lnTo>
                  <a:lnTo>
                    <a:pt x="93770" y="37034"/>
                  </a:lnTo>
                  <a:lnTo>
                    <a:pt x="92900" y="37674"/>
                  </a:lnTo>
                  <a:lnTo>
                    <a:pt x="91430" y="38755"/>
                  </a:lnTo>
                  <a:lnTo>
                    <a:pt x="89738" y="40005"/>
                  </a:lnTo>
                  <a:lnTo>
                    <a:pt x="89305" y="40324"/>
                  </a:lnTo>
                  <a:lnTo>
                    <a:pt x="88159" y="41171"/>
                  </a:lnTo>
                  <a:lnTo>
                    <a:pt x="85602" y="42983"/>
                  </a:lnTo>
                  <a:lnTo>
                    <a:pt x="84565" y="43718"/>
                  </a:lnTo>
                  <a:lnTo>
                    <a:pt x="83724" y="44287"/>
                  </a:lnTo>
                  <a:lnTo>
                    <a:pt x="83243" y="44613"/>
                  </a:lnTo>
                  <a:lnTo>
                    <a:pt x="81716" y="45748"/>
                  </a:lnTo>
                  <a:lnTo>
                    <a:pt x="79705" y="47243"/>
                  </a:lnTo>
                  <a:lnTo>
                    <a:pt x="78795" y="47915"/>
                  </a:lnTo>
                  <a:lnTo>
                    <a:pt x="78277" y="48298"/>
                  </a:lnTo>
                  <a:lnTo>
                    <a:pt x="77324" y="49019"/>
                  </a:lnTo>
                  <a:lnTo>
                    <a:pt x="75249" y="50591"/>
                  </a:lnTo>
                  <a:lnTo>
                    <a:pt x="74533" y="51105"/>
                  </a:lnTo>
                  <a:lnTo>
                    <a:pt x="73999" y="51489"/>
                  </a:lnTo>
                  <a:lnTo>
                    <a:pt x="73158" y="52109"/>
                  </a:lnTo>
                  <a:lnTo>
                    <a:pt x="70434" y="54119"/>
                  </a:lnTo>
                  <a:lnTo>
                    <a:pt x="69984" y="54591"/>
                  </a:lnTo>
                  <a:lnTo>
                    <a:pt x="69442" y="55152"/>
                  </a:lnTo>
                  <a:lnTo>
                    <a:pt x="69249" y="55344"/>
                  </a:lnTo>
                  <a:lnTo>
                    <a:pt x="69710" y="56578"/>
                  </a:lnTo>
                  <a:lnTo>
                    <a:pt x="71969" y="60210"/>
                  </a:lnTo>
                  <a:lnTo>
                    <a:pt x="69328" y="62870"/>
                  </a:lnTo>
                  <a:lnTo>
                    <a:pt x="68811" y="63358"/>
                  </a:lnTo>
                  <a:lnTo>
                    <a:pt x="68384" y="63761"/>
                  </a:lnTo>
                  <a:lnTo>
                    <a:pt x="68217" y="63920"/>
                  </a:lnTo>
                  <a:lnTo>
                    <a:pt x="65419" y="66565"/>
                  </a:lnTo>
                  <a:lnTo>
                    <a:pt x="64882" y="66930"/>
                  </a:lnTo>
                  <a:lnTo>
                    <a:pt x="64083" y="67473"/>
                  </a:lnTo>
                  <a:lnTo>
                    <a:pt x="62936" y="68618"/>
                  </a:lnTo>
                  <a:lnTo>
                    <a:pt x="62571" y="68982"/>
                  </a:lnTo>
                  <a:lnTo>
                    <a:pt x="61536" y="70015"/>
                  </a:lnTo>
                  <a:lnTo>
                    <a:pt x="60804" y="70665"/>
                  </a:lnTo>
                  <a:lnTo>
                    <a:pt x="60241" y="71163"/>
                  </a:lnTo>
                  <a:lnTo>
                    <a:pt x="57228" y="74059"/>
                  </a:lnTo>
                  <a:lnTo>
                    <a:pt x="56724" y="74525"/>
                  </a:lnTo>
                  <a:lnTo>
                    <a:pt x="57039" y="75097"/>
                  </a:lnTo>
                  <a:lnTo>
                    <a:pt x="57736" y="76538"/>
                  </a:lnTo>
                  <a:lnTo>
                    <a:pt x="58017" y="77024"/>
                  </a:lnTo>
                  <a:lnTo>
                    <a:pt x="58497" y="77853"/>
                  </a:lnTo>
                  <a:lnTo>
                    <a:pt x="58617" y="78855"/>
                  </a:lnTo>
                  <a:lnTo>
                    <a:pt x="58465" y="79014"/>
                  </a:lnTo>
                  <a:lnTo>
                    <a:pt x="58994" y="80095"/>
                  </a:lnTo>
                  <a:lnTo>
                    <a:pt x="59074" y="80238"/>
                  </a:lnTo>
                  <a:lnTo>
                    <a:pt x="59937" y="81777"/>
                  </a:lnTo>
                  <a:lnTo>
                    <a:pt x="56003" y="83698"/>
                  </a:lnTo>
                  <a:lnTo>
                    <a:pt x="55520" y="83030"/>
                  </a:lnTo>
                  <a:lnTo>
                    <a:pt x="53060" y="84995"/>
                  </a:lnTo>
                  <a:lnTo>
                    <a:pt x="52829" y="85180"/>
                  </a:lnTo>
                  <a:lnTo>
                    <a:pt x="52579" y="84932"/>
                  </a:lnTo>
                  <a:lnTo>
                    <a:pt x="51294" y="83657"/>
                  </a:lnTo>
                  <a:lnTo>
                    <a:pt x="50175" y="84628"/>
                  </a:lnTo>
                  <a:lnTo>
                    <a:pt x="49561" y="84501"/>
                  </a:lnTo>
                  <a:lnTo>
                    <a:pt x="48888" y="83682"/>
                  </a:lnTo>
                  <a:lnTo>
                    <a:pt x="48495" y="84288"/>
                  </a:lnTo>
                  <a:lnTo>
                    <a:pt x="48126" y="84689"/>
                  </a:lnTo>
                  <a:lnTo>
                    <a:pt x="46957" y="85450"/>
                  </a:lnTo>
                  <a:lnTo>
                    <a:pt x="46088" y="85946"/>
                  </a:lnTo>
                  <a:lnTo>
                    <a:pt x="44511" y="86845"/>
                  </a:lnTo>
                  <a:lnTo>
                    <a:pt x="43728" y="87292"/>
                  </a:lnTo>
                  <a:lnTo>
                    <a:pt x="41339" y="88728"/>
                  </a:lnTo>
                  <a:lnTo>
                    <a:pt x="40594" y="89175"/>
                  </a:lnTo>
                  <a:lnTo>
                    <a:pt x="38950" y="90163"/>
                  </a:lnTo>
                  <a:lnTo>
                    <a:pt x="34810" y="92622"/>
                  </a:lnTo>
                  <a:lnTo>
                    <a:pt x="34406" y="92862"/>
                  </a:lnTo>
                  <a:lnTo>
                    <a:pt x="33941" y="93138"/>
                  </a:lnTo>
                  <a:lnTo>
                    <a:pt x="33602" y="93339"/>
                  </a:lnTo>
                  <a:lnTo>
                    <a:pt x="32319" y="91180"/>
                  </a:lnTo>
                  <a:lnTo>
                    <a:pt x="31995" y="90644"/>
                  </a:lnTo>
                  <a:lnTo>
                    <a:pt x="31683" y="90128"/>
                  </a:lnTo>
                  <a:lnTo>
                    <a:pt x="31101" y="89156"/>
                  </a:lnTo>
                  <a:lnTo>
                    <a:pt x="30678" y="88452"/>
                  </a:lnTo>
                  <a:lnTo>
                    <a:pt x="29670" y="86769"/>
                  </a:lnTo>
                  <a:lnTo>
                    <a:pt x="28965" y="85591"/>
                  </a:lnTo>
                  <a:lnTo>
                    <a:pt x="28312" y="84466"/>
                  </a:lnTo>
                  <a:lnTo>
                    <a:pt x="28176" y="84232"/>
                  </a:lnTo>
                  <a:lnTo>
                    <a:pt x="28086" y="84080"/>
                  </a:lnTo>
                  <a:lnTo>
                    <a:pt x="26747" y="81834"/>
                  </a:lnTo>
                  <a:lnTo>
                    <a:pt x="25349" y="79489"/>
                  </a:lnTo>
                  <a:lnTo>
                    <a:pt x="21726" y="73413"/>
                  </a:lnTo>
                  <a:lnTo>
                    <a:pt x="21423" y="72903"/>
                  </a:lnTo>
                  <a:lnTo>
                    <a:pt x="20784" y="71833"/>
                  </a:lnTo>
                  <a:lnTo>
                    <a:pt x="20193" y="70841"/>
                  </a:lnTo>
                  <a:lnTo>
                    <a:pt x="19785" y="70157"/>
                  </a:lnTo>
                  <a:lnTo>
                    <a:pt x="18803" y="68448"/>
                  </a:lnTo>
                  <a:lnTo>
                    <a:pt x="18672" y="68222"/>
                  </a:lnTo>
                  <a:lnTo>
                    <a:pt x="18479" y="67890"/>
                  </a:lnTo>
                  <a:lnTo>
                    <a:pt x="18255" y="67505"/>
                  </a:lnTo>
                  <a:lnTo>
                    <a:pt x="18009" y="67094"/>
                  </a:lnTo>
                  <a:lnTo>
                    <a:pt x="16396" y="64399"/>
                  </a:lnTo>
                  <a:lnTo>
                    <a:pt x="16219" y="64103"/>
                  </a:lnTo>
                  <a:lnTo>
                    <a:pt x="15045" y="62141"/>
                  </a:lnTo>
                  <a:lnTo>
                    <a:pt x="14381" y="61031"/>
                  </a:lnTo>
                  <a:lnTo>
                    <a:pt x="14237" y="60790"/>
                  </a:lnTo>
                  <a:lnTo>
                    <a:pt x="13587" y="59703"/>
                  </a:lnTo>
                  <a:lnTo>
                    <a:pt x="12704" y="58200"/>
                  </a:lnTo>
                  <a:lnTo>
                    <a:pt x="11000" y="55297"/>
                  </a:lnTo>
                  <a:lnTo>
                    <a:pt x="10692" y="54773"/>
                  </a:lnTo>
                  <a:lnTo>
                    <a:pt x="10398" y="54275"/>
                  </a:lnTo>
                  <a:lnTo>
                    <a:pt x="10058" y="53697"/>
                  </a:lnTo>
                  <a:lnTo>
                    <a:pt x="7540" y="49457"/>
                  </a:lnTo>
                  <a:lnTo>
                    <a:pt x="7143" y="48788"/>
                  </a:lnTo>
                  <a:lnTo>
                    <a:pt x="6595" y="47889"/>
                  </a:lnTo>
                  <a:lnTo>
                    <a:pt x="6236" y="47273"/>
                  </a:lnTo>
                  <a:lnTo>
                    <a:pt x="4728" y="44690"/>
                  </a:lnTo>
                  <a:lnTo>
                    <a:pt x="945" y="38208"/>
                  </a:lnTo>
                  <a:lnTo>
                    <a:pt x="148" y="36844"/>
                  </a:lnTo>
                  <a:lnTo>
                    <a:pt x="0" y="36588"/>
                  </a:lnTo>
                  <a:lnTo>
                    <a:pt x="257" y="36412"/>
                  </a:lnTo>
                  <a:lnTo>
                    <a:pt x="2044" y="35184"/>
                  </a:lnTo>
                  <a:lnTo>
                    <a:pt x="5150" y="33463"/>
                  </a:lnTo>
                  <a:lnTo>
                    <a:pt x="8959" y="31353"/>
                  </a:lnTo>
                  <a:lnTo>
                    <a:pt x="9286" y="31178"/>
                  </a:lnTo>
                  <a:lnTo>
                    <a:pt x="10873" y="30326"/>
                  </a:lnTo>
                  <a:lnTo>
                    <a:pt x="14856" y="28187"/>
                  </a:lnTo>
                  <a:lnTo>
                    <a:pt x="15807" y="27668"/>
                  </a:lnTo>
                  <a:lnTo>
                    <a:pt x="18922" y="25969"/>
                  </a:lnTo>
                  <a:lnTo>
                    <a:pt x="19121" y="25856"/>
                  </a:lnTo>
                  <a:lnTo>
                    <a:pt x="24601" y="22735"/>
                  </a:lnTo>
                  <a:lnTo>
                    <a:pt x="24867" y="22580"/>
                  </a:lnTo>
                  <a:lnTo>
                    <a:pt x="27517" y="21026"/>
                  </a:lnTo>
                  <a:lnTo>
                    <a:pt x="28766" y="20305"/>
                  </a:lnTo>
                  <a:lnTo>
                    <a:pt x="31213" y="18890"/>
                  </a:lnTo>
                  <a:lnTo>
                    <a:pt x="32976" y="17915"/>
                  </a:lnTo>
                  <a:lnTo>
                    <a:pt x="34225" y="17224"/>
                  </a:lnTo>
                  <a:lnTo>
                    <a:pt x="38449" y="14848"/>
                  </a:lnTo>
                  <a:lnTo>
                    <a:pt x="43391" y="12138"/>
                  </a:lnTo>
                  <a:lnTo>
                    <a:pt x="43634" y="12004"/>
                  </a:lnTo>
                  <a:lnTo>
                    <a:pt x="44096" y="11750"/>
                  </a:lnTo>
                  <a:lnTo>
                    <a:pt x="43759" y="11205"/>
                  </a:lnTo>
                  <a:lnTo>
                    <a:pt x="43352" y="10545"/>
                  </a:lnTo>
                  <a:lnTo>
                    <a:pt x="41945" y="8267"/>
                  </a:lnTo>
                  <a:lnTo>
                    <a:pt x="40736" y="6310"/>
                  </a:lnTo>
                  <a:lnTo>
                    <a:pt x="39933" y="5011"/>
                  </a:lnTo>
                  <a:lnTo>
                    <a:pt x="39813" y="4800"/>
                  </a:lnTo>
                  <a:lnTo>
                    <a:pt x="39717" y="4583"/>
                  </a:lnTo>
                  <a:lnTo>
                    <a:pt x="41300" y="3550"/>
                  </a:lnTo>
                  <a:lnTo>
                    <a:pt x="44737" y="1541"/>
                  </a:lnTo>
                  <a:lnTo>
                    <a:pt x="46198" y="687"/>
                  </a:lnTo>
                  <a:lnTo>
                    <a:pt x="46490" y="572"/>
                  </a:lnTo>
                  <a:lnTo>
                    <a:pt x="47345" y="265"/>
                  </a:lnTo>
                  <a:lnTo>
                    <a:pt x="50244" y="0"/>
                  </a:lnTo>
                  <a:lnTo>
                    <a:pt x="51131" y="1575"/>
                  </a:lnTo>
                  <a:lnTo>
                    <a:pt x="53222" y="5291"/>
                  </a:lnTo>
                  <a:lnTo>
                    <a:pt x="55077" y="8398"/>
                  </a:lnTo>
                  <a:lnTo>
                    <a:pt x="55298" y="8655"/>
                  </a:lnTo>
                  <a:lnTo>
                    <a:pt x="55638" y="9049"/>
                  </a:lnTo>
                  <a:lnTo>
                    <a:pt x="56269" y="10067"/>
                  </a:lnTo>
                  <a:lnTo>
                    <a:pt x="58730" y="14032"/>
                  </a:lnTo>
                  <a:lnTo>
                    <a:pt x="61061" y="1789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2926550" y="5248603"/>
              <a:ext cx="182965" cy="177995"/>
            </a:xfrm>
            <a:custGeom>
              <a:avLst/>
              <a:pathLst>
                <a:path w="182965" h="177995">
                  <a:moveTo>
                    <a:pt x="147991" y="38893"/>
                  </a:moveTo>
                  <a:lnTo>
                    <a:pt x="149903" y="39404"/>
                  </a:lnTo>
                  <a:lnTo>
                    <a:pt x="151644" y="39869"/>
                  </a:lnTo>
                  <a:lnTo>
                    <a:pt x="154474" y="40626"/>
                  </a:lnTo>
                  <a:lnTo>
                    <a:pt x="155878" y="41001"/>
                  </a:lnTo>
                  <a:lnTo>
                    <a:pt x="156160" y="41076"/>
                  </a:lnTo>
                  <a:lnTo>
                    <a:pt x="156567" y="41185"/>
                  </a:lnTo>
                  <a:lnTo>
                    <a:pt x="156719" y="41543"/>
                  </a:lnTo>
                  <a:lnTo>
                    <a:pt x="156942" y="42066"/>
                  </a:lnTo>
                  <a:lnTo>
                    <a:pt x="157297" y="42902"/>
                  </a:lnTo>
                  <a:lnTo>
                    <a:pt x="157544" y="43483"/>
                  </a:lnTo>
                  <a:lnTo>
                    <a:pt x="157781" y="44040"/>
                  </a:lnTo>
                  <a:lnTo>
                    <a:pt x="157945" y="44425"/>
                  </a:lnTo>
                  <a:lnTo>
                    <a:pt x="158154" y="45091"/>
                  </a:lnTo>
                  <a:lnTo>
                    <a:pt x="158213" y="45276"/>
                  </a:lnTo>
                  <a:lnTo>
                    <a:pt x="158545" y="46334"/>
                  </a:lnTo>
                  <a:lnTo>
                    <a:pt x="158786" y="46844"/>
                  </a:lnTo>
                  <a:lnTo>
                    <a:pt x="158950" y="47193"/>
                  </a:lnTo>
                  <a:lnTo>
                    <a:pt x="159111" y="47536"/>
                  </a:lnTo>
                  <a:lnTo>
                    <a:pt x="159200" y="47723"/>
                  </a:lnTo>
                  <a:lnTo>
                    <a:pt x="159349" y="48050"/>
                  </a:lnTo>
                  <a:lnTo>
                    <a:pt x="159977" y="49423"/>
                  </a:lnTo>
                  <a:lnTo>
                    <a:pt x="160119" y="49647"/>
                  </a:lnTo>
                  <a:lnTo>
                    <a:pt x="160396" y="50087"/>
                  </a:lnTo>
                  <a:lnTo>
                    <a:pt x="161599" y="51993"/>
                  </a:lnTo>
                  <a:lnTo>
                    <a:pt x="162190" y="52930"/>
                  </a:lnTo>
                  <a:lnTo>
                    <a:pt x="163130" y="54499"/>
                  </a:lnTo>
                  <a:lnTo>
                    <a:pt x="163758" y="55548"/>
                  </a:lnTo>
                  <a:lnTo>
                    <a:pt x="164819" y="57316"/>
                  </a:lnTo>
                  <a:lnTo>
                    <a:pt x="165917" y="59046"/>
                  </a:lnTo>
                  <a:lnTo>
                    <a:pt x="166382" y="59779"/>
                  </a:lnTo>
                  <a:lnTo>
                    <a:pt x="166730" y="60326"/>
                  </a:lnTo>
                  <a:lnTo>
                    <a:pt x="167635" y="61829"/>
                  </a:lnTo>
                  <a:lnTo>
                    <a:pt x="170438" y="66481"/>
                  </a:lnTo>
                  <a:lnTo>
                    <a:pt x="170667" y="66867"/>
                  </a:lnTo>
                  <a:lnTo>
                    <a:pt x="170872" y="67212"/>
                  </a:lnTo>
                  <a:lnTo>
                    <a:pt x="171688" y="68588"/>
                  </a:lnTo>
                  <a:lnTo>
                    <a:pt x="172621" y="70162"/>
                  </a:lnTo>
                  <a:lnTo>
                    <a:pt x="173854" y="72234"/>
                  </a:lnTo>
                  <a:lnTo>
                    <a:pt x="173982" y="72433"/>
                  </a:lnTo>
                  <a:lnTo>
                    <a:pt x="174134" y="72671"/>
                  </a:lnTo>
                  <a:lnTo>
                    <a:pt x="174247" y="72848"/>
                  </a:lnTo>
                  <a:lnTo>
                    <a:pt x="175574" y="74924"/>
                  </a:lnTo>
                  <a:lnTo>
                    <a:pt x="176007" y="75603"/>
                  </a:lnTo>
                  <a:lnTo>
                    <a:pt x="176273" y="76023"/>
                  </a:lnTo>
                  <a:lnTo>
                    <a:pt x="176415" y="76247"/>
                  </a:lnTo>
                  <a:lnTo>
                    <a:pt x="177267" y="77744"/>
                  </a:lnTo>
                  <a:lnTo>
                    <a:pt x="177931" y="78912"/>
                  </a:lnTo>
                  <a:lnTo>
                    <a:pt x="178233" y="79442"/>
                  </a:lnTo>
                  <a:lnTo>
                    <a:pt x="178366" y="79676"/>
                  </a:lnTo>
                  <a:lnTo>
                    <a:pt x="178566" y="80027"/>
                  </a:lnTo>
                  <a:lnTo>
                    <a:pt x="178682" y="80232"/>
                  </a:lnTo>
                  <a:lnTo>
                    <a:pt x="178802" y="80442"/>
                  </a:lnTo>
                  <a:lnTo>
                    <a:pt x="179637" y="81795"/>
                  </a:lnTo>
                  <a:lnTo>
                    <a:pt x="180813" y="83699"/>
                  </a:lnTo>
                  <a:lnTo>
                    <a:pt x="182220" y="85977"/>
                  </a:lnTo>
                  <a:lnTo>
                    <a:pt x="182628" y="86636"/>
                  </a:lnTo>
                  <a:lnTo>
                    <a:pt x="182965" y="87182"/>
                  </a:lnTo>
                  <a:lnTo>
                    <a:pt x="182503" y="87436"/>
                  </a:lnTo>
                  <a:lnTo>
                    <a:pt x="182259" y="87569"/>
                  </a:lnTo>
                  <a:lnTo>
                    <a:pt x="177318" y="90279"/>
                  </a:lnTo>
                  <a:lnTo>
                    <a:pt x="173093" y="92656"/>
                  </a:lnTo>
                  <a:lnTo>
                    <a:pt x="171845" y="93346"/>
                  </a:lnTo>
                  <a:lnTo>
                    <a:pt x="170081" y="94322"/>
                  </a:lnTo>
                  <a:lnTo>
                    <a:pt x="167635" y="95736"/>
                  </a:lnTo>
                  <a:lnTo>
                    <a:pt x="166386" y="96458"/>
                  </a:lnTo>
                  <a:lnTo>
                    <a:pt x="163736" y="98011"/>
                  </a:lnTo>
                  <a:lnTo>
                    <a:pt x="163470" y="98167"/>
                  </a:lnTo>
                  <a:lnTo>
                    <a:pt x="157989" y="101287"/>
                  </a:lnTo>
                  <a:lnTo>
                    <a:pt x="157790" y="101400"/>
                  </a:lnTo>
                  <a:lnTo>
                    <a:pt x="154676" y="103100"/>
                  </a:lnTo>
                  <a:lnTo>
                    <a:pt x="153725" y="103619"/>
                  </a:lnTo>
                  <a:lnTo>
                    <a:pt x="149741" y="105757"/>
                  </a:lnTo>
                  <a:lnTo>
                    <a:pt x="148154" y="106609"/>
                  </a:lnTo>
                  <a:lnTo>
                    <a:pt x="147828" y="106784"/>
                  </a:lnTo>
                  <a:lnTo>
                    <a:pt x="144019" y="108895"/>
                  </a:lnTo>
                  <a:lnTo>
                    <a:pt x="140912" y="110616"/>
                  </a:lnTo>
                  <a:lnTo>
                    <a:pt x="139126" y="111843"/>
                  </a:lnTo>
                  <a:lnTo>
                    <a:pt x="138868" y="112020"/>
                  </a:lnTo>
                  <a:lnTo>
                    <a:pt x="139017" y="112275"/>
                  </a:lnTo>
                  <a:lnTo>
                    <a:pt x="139813" y="113640"/>
                  </a:lnTo>
                  <a:lnTo>
                    <a:pt x="143597" y="120122"/>
                  </a:lnTo>
                  <a:lnTo>
                    <a:pt x="145104" y="122705"/>
                  </a:lnTo>
                  <a:lnTo>
                    <a:pt x="145464" y="123321"/>
                  </a:lnTo>
                  <a:lnTo>
                    <a:pt x="146012" y="124219"/>
                  </a:lnTo>
                  <a:lnTo>
                    <a:pt x="146409" y="124889"/>
                  </a:lnTo>
                  <a:lnTo>
                    <a:pt x="148927" y="129129"/>
                  </a:lnTo>
                  <a:lnTo>
                    <a:pt x="149267" y="129707"/>
                  </a:lnTo>
                  <a:lnTo>
                    <a:pt x="149561" y="130205"/>
                  </a:lnTo>
                  <a:lnTo>
                    <a:pt x="149869" y="130729"/>
                  </a:lnTo>
                  <a:lnTo>
                    <a:pt x="151573" y="133631"/>
                  </a:lnTo>
                  <a:lnTo>
                    <a:pt x="152455" y="135134"/>
                  </a:lnTo>
                  <a:lnTo>
                    <a:pt x="153106" y="136222"/>
                  </a:lnTo>
                  <a:lnTo>
                    <a:pt x="153250" y="136462"/>
                  </a:lnTo>
                  <a:lnTo>
                    <a:pt x="153914" y="137572"/>
                  </a:lnTo>
                  <a:lnTo>
                    <a:pt x="155088" y="139534"/>
                  </a:lnTo>
                  <a:lnTo>
                    <a:pt x="155265" y="139830"/>
                  </a:lnTo>
                  <a:lnTo>
                    <a:pt x="156878" y="142526"/>
                  </a:lnTo>
                  <a:lnTo>
                    <a:pt x="157124" y="142937"/>
                  </a:lnTo>
                  <a:lnTo>
                    <a:pt x="157347" y="143321"/>
                  </a:lnTo>
                  <a:lnTo>
                    <a:pt x="157540" y="143654"/>
                  </a:lnTo>
                  <a:lnTo>
                    <a:pt x="157672" y="143879"/>
                  </a:lnTo>
                  <a:lnTo>
                    <a:pt x="158654" y="145588"/>
                  </a:lnTo>
                  <a:lnTo>
                    <a:pt x="159062" y="146273"/>
                  </a:lnTo>
                  <a:lnTo>
                    <a:pt x="159653" y="147264"/>
                  </a:lnTo>
                  <a:lnTo>
                    <a:pt x="160291" y="148335"/>
                  </a:lnTo>
                  <a:lnTo>
                    <a:pt x="160595" y="148844"/>
                  </a:lnTo>
                  <a:lnTo>
                    <a:pt x="164217" y="154920"/>
                  </a:lnTo>
                  <a:lnTo>
                    <a:pt x="165616" y="157266"/>
                  </a:lnTo>
                  <a:lnTo>
                    <a:pt x="166955" y="159512"/>
                  </a:lnTo>
                  <a:lnTo>
                    <a:pt x="167045" y="159663"/>
                  </a:lnTo>
                  <a:lnTo>
                    <a:pt x="167181" y="159897"/>
                  </a:lnTo>
                  <a:lnTo>
                    <a:pt x="167834" y="161022"/>
                  </a:lnTo>
                  <a:lnTo>
                    <a:pt x="168539" y="162200"/>
                  </a:lnTo>
                  <a:lnTo>
                    <a:pt x="169566" y="163915"/>
                  </a:lnTo>
                  <a:lnTo>
                    <a:pt x="169969" y="164588"/>
                  </a:lnTo>
                  <a:lnTo>
                    <a:pt x="170552" y="165559"/>
                  </a:lnTo>
                  <a:lnTo>
                    <a:pt x="170864" y="166075"/>
                  </a:lnTo>
                  <a:lnTo>
                    <a:pt x="171188" y="166611"/>
                  </a:lnTo>
                  <a:lnTo>
                    <a:pt x="172471" y="168771"/>
                  </a:lnTo>
                  <a:lnTo>
                    <a:pt x="170163" y="170409"/>
                  </a:lnTo>
                  <a:lnTo>
                    <a:pt x="168788" y="170703"/>
                  </a:lnTo>
                  <a:lnTo>
                    <a:pt x="167999" y="170863"/>
                  </a:lnTo>
                  <a:lnTo>
                    <a:pt x="166502" y="171165"/>
                  </a:lnTo>
                  <a:lnTo>
                    <a:pt x="163649" y="171537"/>
                  </a:lnTo>
                  <a:lnTo>
                    <a:pt x="161695" y="171792"/>
                  </a:lnTo>
                  <a:lnTo>
                    <a:pt x="160500" y="171948"/>
                  </a:lnTo>
                  <a:lnTo>
                    <a:pt x="158089" y="172205"/>
                  </a:lnTo>
                  <a:lnTo>
                    <a:pt x="150308" y="173034"/>
                  </a:lnTo>
                  <a:lnTo>
                    <a:pt x="146554" y="173538"/>
                  </a:lnTo>
                  <a:lnTo>
                    <a:pt x="146404" y="173558"/>
                  </a:lnTo>
                  <a:lnTo>
                    <a:pt x="146085" y="173601"/>
                  </a:lnTo>
                  <a:lnTo>
                    <a:pt x="140236" y="174385"/>
                  </a:lnTo>
                  <a:lnTo>
                    <a:pt x="131080" y="175436"/>
                  </a:lnTo>
                  <a:lnTo>
                    <a:pt x="129569" y="175609"/>
                  </a:lnTo>
                  <a:lnTo>
                    <a:pt x="121944" y="176485"/>
                  </a:lnTo>
                  <a:lnTo>
                    <a:pt x="111978" y="177644"/>
                  </a:lnTo>
                  <a:lnTo>
                    <a:pt x="109071" y="177866"/>
                  </a:lnTo>
                  <a:lnTo>
                    <a:pt x="107395" y="177995"/>
                  </a:lnTo>
                  <a:lnTo>
                    <a:pt x="105488" y="177947"/>
                  </a:lnTo>
                  <a:lnTo>
                    <a:pt x="104538" y="177924"/>
                  </a:lnTo>
                  <a:lnTo>
                    <a:pt x="101543" y="177524"/>
                  </a:lnTo>
                  <a:lnTo>
                    <a:pt x="96827" y="176895"/>
                  </a:lnTo>
                  <a:lnTo>
                    <a:pt x="88496" y="175485"/>
                  </a:lnTo>
                  <a:lnTo>
                    <a:pt x="82537" y="174332"/>
                  </a:lnTo>
                  <a:lnTo>
                    <a:pt x="74898" y="173029"/>
                  </a:lnTo>
                  <a:lnTo>
                    <a:pt x="71225" y="172402"/>
                  </a:lnTo>
                  <a:lnTo>
                    <a:pt x="70526" y="172282"/>
                  </a:lnTo>
                  <a:lnTo>
                    <a:pt x="63141" y="171022"/>
                  </a:lnTo>
                  <a:lnTo>
                    <a:pt x="60849" y="170631"/>
                  </a:lnTo>
                  <a:lnTo>
                    <a:pt x="58350" y="170097"/>
                  </a:lnTo>
                  <a:lnTo>
                    <a:pt x="54892" y="168939"/>
                  </a:lnTo>
                  <a:lnTo>
                    <a:pt x="41812" y="164558"/>
                  </a:lnTo>
                  <a:lnTo>
                    <a:pt x="41647" y="163654"/>
                  </a:lnTo>
                  <a:lnTo>
                    <a:pt x="41582" y="163251"/>
                  </a:lnTo>
                  <a:lnTo>
                    <a:pt x="41114" y="160347"/>
                  </a:lnTo>
                  <a:lnTo>
                    <a:pt x="41040" y="159899"/>
                  </a:lnTo>
                  <a:lnTo>
                    <a:pt x="40840" y="158691"/>
                  </a:lnTo>
                  <a:lnTo>
                    <a:pt x="40489" y="156566"/>
                  </a:lnTo>
                  <a:lnTo>
                    <a:pt x="40256" y="155056"/>
                  </a:lnTo>
                  <a:lnTo>
                    <a:pt x="40138" y="154295"/>
                  </a:lnTo>
                  <a:lnTo>
                    <a:pt x="40098" y="154034"/>
                  </a:lnTo>
                  <a:lnTo>
                    <a:pt x="39946" y="153051"/>
                  </a:lnTo>
                  <a:lnTo>
                    <a:pt x="39908" y="152910"/>
                  </a:lnTo>
                  <a:lnTo>
                    <a:pt x="39796" y="152501"/>
                  </a:lnTo>
                  <a:lnTo>
                    <a:pt x="39610" y="151814"/>
                  </a:lnTo>
                  <a:lnTo>
                    <a:pt x="39529" y="151519"/>
                  </a:lnTo>
                  <a:lnTo>
                    <a:pt x="39307" y="150699"/>
                  </a:lnTo>
                  <a:lnTo>
                    <a:pt x="39005" y="149591"/>
                  </a:lnTo>
                  <a:lnTo>
                    <a:pt x="38717" y="148531"/>
                  </a:lnTo>
                  <a:lnTo>
                    <a:pt x="38456" y="147570"/>
                  </a:lnTo>
                  <a:lnTo>
                    <a:pt x="38274" y="146902"/>
                  </a:lnTo>
                  <a:lnTo>
                    <a:pt x="38151" y="146450"/>
                  </a:lnTo>
                  <a:lnTo>
                    <a:pt x="38033" y="146071"/>
                  </a:lnTo>
                  <a:lnTo>
                    <a:pt x="37625" y="144762"/>
                  </a:lnTo>
                  <a:lnTo>
                    <a:pt x="36866" y="142328"/>
                  </a:lnTo>
                  <a:lnTo>
                    <a:pt x="36308" y="140540"/>
                  </a:lnTo>
                  <a:lnTo>
                    <a:pt x="36079" y="139807"/>
                  </a:lnTo>
                  <a:lnTo>
                    <a:pt x="35940" y="139377"/>
                  </a:lnTo>
                  <a:lnTo>
                    <a:pt x="34308" y="134351"/>
                  </a:lnTo>
                  <a:lnTo>
                    <a:pt x="33841" y="132912"/>
                  </a:lnTo>
                  <a:lnTo>
                    <a:pt x="33424" y="131625"/>
                  </a:lnTo>
                  <a:lnTo>
                    <a:pt x="32517" y="128832"/>
                  </a:lnTo>
                  <a:lnTo>
                    <a:pt x="32354" y="128329"/>
                  </a:lnTo>
                  <a:lnTo>
                    <a:pt x="32249" y="127972"/>
                  </a:lnTo>
                  <a:lnTo>
                    <a:pt x="31860" y="126659"/>
                  </a:lnTo>
                  <a:lnTo>
                    <a:pt x="31805" y="126474"/>
                  </a:lnTo>
                  <a:lnTo>
                    <a:pt x="31450" y="125274"/>
                  </a:lnTo>
                  <a:lnTo>
                    <a:pt x="30899" y="123412"/>
                  </a:lnTo>
                  <a:lnTo>
                    <a:pt x="30120" y="120783"/>
                  </a:lnTo>
                  <a:lnTo>
                    <a:pt x="29821" y="119770"/>
                  </a:lnTo>
                  <a:lnTo>
                    <a:pt x="29730" y="119492"/>
                  </a:lnTo>
                  <a:lnTo>
                    <a:pt x="28799" y="116636"/>
                  </a:lnTo>
                  <a:lnTo>
                    <a:pt x="28605" y="116039"/>
                  </a:lnTo>
                  <a:lnTo>
                    <a:pt x="28153" y="114654"/>
                  </a:lnTo>
                  <a:lnTo>
                    <a:pt x="28100" y="114489"/>
                  </a:lnTo>
                  <a:lnTo>
                    <a:pt x="27552" y="112806"/>
                  </a:lnTo>
                  <a:lnTo>
                    <a:pt x="27466" y="112543"/>
                  </a:lnTo>
                  <a:lnTo>
                    <a:pt x="26403" y="109281"/>
                  </a:lnTo>
                  <a:lnTo>
                    <a:pt x="22060" y="95296"/>
                  </a:lnTo>
                  <a:lnTo>
                    <a:pt x="21746" y="94285"/>
                  </a:lnTo>
                  <a:lnTo>
                    <a:pt x="21673" y="94056"/>
                  </a:lnTo>
                  <a:lnTo>
                    <a:pt x="20572" y="90610"/>
                  </a:lnTo>
                  <a:lnTo>
                    <a:pt x="17025" y="79503"/>
                  </a:lnTo>
                  <a:lnTo>
                    <a:pt x="16791" y="78778"/>
                  </a:lnTo>
                  <a:lnTo>
                    <a:pt x="15625" y="75159"/>
                  </a:lnTo>
                  <a:lnTo>
                    <a:pt x="15513" y="74813"/>
                  </a:lnTo>
                  <a:lnTo>
                    <a:pt x="15126" y="73611"/>
                  </a:lnTo>
                  <a:lnTo>
                    <a:pt x="14939" y="73033"/>
                  </a:lnTo>
                  <a:lnTo>
                    <a:pt x="14830" y="72692"/>
                  </a:lnTo>
                  <a:lnTo>
                    <a:pt x="14569" y="71883"/>
                  </a:lnTo>
                  <a:lnTo>
                    <a:pt x="13959" y="69993"/>
                  </a:lnTo>
                  <a:lnTo>
                    <a:pt x="13879" y="69744"/>
                  </a:lnTo>
                  <a:lnTo>
                    <a:pt x="13052" y="67178"/>
                  </a:lnTo>
                  <a:lnTo>
                    <a:pt x="10424" y="58911"/>
                  </a:lnTo>
                  <a:lnTo>
                    <a:pt x="8294" y="52089"/>
                  </a:lnTo>
                  <a:lnTo>
                    <a:pt x="7263" y="48786"/>
                  </a:lnTo>
                  <a:lnTo>
                    <a:pt x="7003" y="47971"/>
                  </a:lnTo>
                  <a:lnTo>
                    <a:pt x="5694" y="43868"/>
                  </a:lnTo>
                  <a:lnTo>
                    <a:pt x="4550" y="40284"/>
                  </a:lnTo>
                  <a:lnTo>
                    <a:pt x="3270" y="36257"/>
                  </a:lnTo>
                  <a:lnTo>
                    <a:pt x="1100" y="29436"/>
                  </a:lnTo>
                  <a:lnTo>
                    <a:pt x="475" y="27579"/>
                  </a:lnTo>
                  <a:lnTo>
                    <a:pt x="249" y="26908"/>
                  </a:lnTo>
                  <a:lnTo>
                    <a:pt x="0" y="26167"/>
                  </a:lnTo>
                  <a:lnTo>
                    <a:pt x="276" y="26098"/>
                  </a:lnTo>
                  <a:lnTo>
                    <a:pt x="685" y="25995"/>
                  </a:lnTo>
                  <a:lnTo>
                    <a:pt x="1545" y="25780"/>
                  </a:lnTo>
                  <a:lnTo>
                    <a:pt x="5606" y="24765"/>
                  </a:lnTo>
                  <a:lnTo>
                    <a:pt x="14656" y="22501"/>
                  </a:lnTo>
                  <a:lnTo>
                    <a:pt x="15076" y="22397"/>
                  </a:lnTo>
                  <a:lnTo>
                    <a:pt x="18556" y="34811"/>
                  </a:lnTo>
                  <a:lnTo>
                    <a:pt x="19037" y="36529"/>
                  </a:lnTo>
                  <a:lnTo>
                    <a:pt x="19766" y="39129"/>
                  </a:lnTo>
                  <a:lnTo>
                    <a:pt x="20106" y="39069"/>
                  </a:lnTo>
                  <a:lnTo>
                    <a:pt x="21118" y="39063"/>
                  </a:lnTo>
                  <a:lnTo>
                    <a:pt x="29238" y="37050"/>
                  </a:lnTo>
                  <a:lnTo>
                    <a:pt x="29594" y="36962"/>
                  </a:lnTo>
                  <a:lnTo>
                    <a:pt x="31336" y="36529"/>
                  </a:lnTo>
                  <a:lnTo>
                    <a:pt x="31883" y="36394"/>
                  </a:lnTo>
                  <a:lnTo>
                    <a:pt x="36626" y="35218"/>
                  </a:lnTo>
                  <a:lnTo>
                    <a:pt x="41145" y="33957"/>
                  </a:lnTo>
                  <a:lnTo>
                    <a:pt x="42122" y="33684"/>
                  </a:lnTo>
                  <a:lnTo>
                    <a:pt x="42860" y="33479"/>
                  </a:lnTo>
                  <a:lnTo>
                    <a:pt x="46936" y="32341"/>
                  </a:lnTo>
                  <a:lnTo>
                    <a:pt x="49851" y="31528"/>
                  </a:lnTo>
                  <a:lnTo>
                    <a:pt x="52821" y="30699"/>
                  </a:lnTo>
                  <a:lnTo>
                    <a:pt x="53939" y="30415"/>
                  </a:lnTo>
                  <a:lnTo>
                    <a:pt x="57554" y="29495"/>
                  </a:lnTo>
                  <a:lnTo>
                    <a:pt x="62952" y="28121"/>
                  </a:lnTo>
                  <a:lnTo>
                    <a:pt x="67216" y="27036"/>
                  </a:lnTo>
                  <a:lnTo>
                    <a:pt x="72196" y="25787"/>
                  </a:lnTo>
                  <a:lnTo>
                    <a:pt x="72580" y="25691"/>
                  </a:lnTo>
                  <a:lnTo>
                    <a:pt x="74161" y="25294"/>
                  </a:lnTo>
                  <a:lnTo>
                    <a:pt x="74689" y="25162"/>
                  </a:lnTo>
                  <a:lnTo>
                    <a:pt x="75230" y="24865"/>
                  </a:lnTo>
                  <a:lnTo>
                    <a:pt x="72276" y="14595"/>
                  </a:lnTo>
                  <a:lnTo>
                    <a:pt x="72158" y="14187"/>
                  </a:lnTo>
                  <a:lnTo>
                    <a:pt x="71437" y="11679"/>
                  </a:lnTo>
                  <a:lnTo>
                    <a:pt x="71225" y="10821"/>
                  </a:lnTo>
                  <a:lnTo>
                    <a:pt x="71123" y="10404"/>
                  </a:lnTo>
                  <a:lnTo>
                    <a:pt x="70575" y="8178"/>
                  </a:lnTo>
                  <a:lnTo>
                    <a:pt x="70099" y="6247"/>
                  </a:lnTo>
                  <a:lnTo>
                    <a:pt x="69809" y="5069"/>
                  </a:lnTo>
                  <a:lnTo>
                    <a:pt x="69307" y="3031"/>
                  </a:lnTo>
                  <a:lnTo>
                    <a:pt x="69175" y="2493"/>
                  </a:lnTo>
                  <a:lnTo>
                    <a:pt x="68674" y="458"/>
                  </a:lnTo>
                  <a:lnTo>
                    <a:pt x="68544" y="0"/>
                  </a:lnTo>
                  <a:lnTo>
                    <a:pt x="78832" y="3041"/>
                  </a:lnTo>
                  <a:lnTo>
                    <a:pt x="84863" y="4823"/>
                  </a:lnTo>
                  <a:lnTo>
                    <a:pt x="85645" y="5054"/>
                  </a:lnTo>
                  <a:lnTo>
                    <a:pt x="90354" y="6446"/>
                  </a:lnTo>
                  <a:lnTo>
                    <a:pt x="95183" y="7797"/>
                  </a:lnTo>
                  <a:lnTo>
                    <a:pt x="100930" y="9404"/>
                  </a:lnTo>
                  <a:lnTo>
                    <a:pt x="104506" y="10404"/>
                  </a:lnTo>
                  <a:lnTo>
                    <a:pt x="106272" y="10897"/>
                  </a:lnTo>
                  <a:lnTo>
                    <a:pt x="106496" y="10960"/>
                  </a:lnTo>
                  <a:lnTo>
                    <a:pt x="106802" y="11046"/>
                  </a:lnTo>
                  <a:lnTo>
                    <a:pt x="106977" y="11095"/>
                  </a:lnTo>
                  <a:lnTo>
                    <a:pt x="108066" y="11399"/>
                  </a:lnTo>
                  <a:lnTo>
                    <a:pt x="109386" y="11768"/>
                  </a:lnTo>
                  <a:lnTo>
                    <a:pt x="113221" y="12841"/>
                  </a:lnTo>
                  <a:lnTo>
                    <a:pt x="113779" y="12997"/>
                  </a:lnTo>
                  <a:lnTo>
                    <a:pt x="114105" y="13088"/>
                  </a:lnTo>
                  <a:lnTo>
                    <a:pt x="115070" y="13358"/>
                  </a:lnTo>
                  <a:lnTo>
                    <a:pt x="115294" y="13420"/>
                  </a:lnTo>
                  <a:lnTo>
                    <a:pt x="115648" y="13519"/>
                  </a:lnTo>
                  <a:lnTo>
                    <a:pt x="115880" y="13584"/>
                  </a:lnTo>
                  <a:lnTo>
                    <a:pt x="116080" y="13640"/>
                  </a:lnTo>
                  <a:lnTo>
                    <a:pt x="116072" y="13788"/>
                  </a:lnTo>
                  <a:lnTo>
                    <a:pt x="116523" y="15485"/>
                  </a:lnTo>
                  <a:lnTo>
                    <a:pt x="116719" y="16241"/>
                  </a:lnTo>
                  <a:lnTo>
                    <a:pt x="116806" y="16577"/>
                  </a:lnTo>
                  <a:lnTo>
                    <a:pt x="117027" y="17431"/>
                  </a:lnTo>
                  <a:lnTo>
                    <a:pt x="117083" y="17664"/>
                  </a:lnTo>
                  <a:lnTo>
                    <a:pt x="117181" y="18072"/>
                  </a:lnTo>
                  <a:lnTo>
                    <a:pt x="117340" y="18733"/>
                  </a:lnTo>
                  <a:lnTo>
                    <a:pt x="117508" y="19434"/>
                  </a:lnTo>
                  <a:lnTo>
                    <a:pt x="117762" y="20540"/>
                  </a:lnTo>
                  <a:lnTo>
                    <a:pt x="117971" y="21447"/>
                  </a:lnTo>
                  <a:lnTo>
                    <a:pt x="118559" y="23616"/>
                  </a:lnTo>
                  <a:lnTo>
                    <a:pt x="118699" y="24132"/>
                  </a:lnTo>
                  <a:lnTo>
                    <a:pt x="118785" y="24469"/>
                  </a:lnTo>
                  <a:lnTo>
                    <a:pt x="119171" y="25974"/>
                  </a:lnTo>
                  <a:lnTo>
                    <a:pt x="119433" y="27000"/>
                  </a:lnTo>
                  <a:lnTo>
                    <a:pt x="119500" y="27260"/>
                  </a:lnTo>
                  <a:lnTo>
                    <a:pt x="119608" y="27683"/>
                  </a:lnTo>
                  <a:lnTo>
                    <a:pt x="119717" y="28108"/>
                  </a:lnTo>
                  <a:lnTo>
                    <a:pt x="119903" y="28903"/>
                  </a:lnTo>
                  <a:lnTo>
                    <a:pt x="120115" y="29673"/>
                  </a:lnTo>
                  <a:lnTo>
                    <a:pt x="120296" y="30332"/>
                  </a:lnTo>
                  <a:lnTo>
                    <a:pt x="120433" y="30771"/>
                  </a:lnTo>
                  <a:lnTo>
                    <a:pt x="120577" y="31055"/>
                  </a:lnTo>
                  <a:lnTo>
                    <a:pt x="124839" y="32194"/>
                  </a:lnTo>
                  <a:lnTo>
                    <a:pt x="126642" y="32676"/>
                  </a:lnTo>
                  <a:lnTo>
                    <a:pt x="129336" y="33429"/>
                  </a:lnTo>
                  <a:lnTo>
                    <a:pt x="129615" y="33507"/>
                  </a:lnTo>
                  <a:lnTo>
                    <a:pt x="131190" y="33948"/>
                  </a:lnTo>
                  <a:lnTo>
                    <a:pt x="132785" y="34393"/>
                  </a:lnTo>
                  <a:lnTo>
                    <a:pt x="135798" y="35341"/>
                  </a:lnTo>
                  <a:lnTo>
                    <a:pt x="137318" y="35819"/>
                  </a:lnTo>
                  <a:lnTo>
                    <a:pt x="139473" y="36497"/>
                  </a:lnTo>
                  <a:lnTo>
                    <a:pt x="139809" y="36603"/>
                  </a:lnTo>
                  <a:lnTo>
                    <a:pt x="140751" y="36899"/>
                  </a:lnTo>
                  <a:lnTo>
                    <a:pt x="141783" y="37224"/>
                  </a:lnTo>
                  <a:lnTo>
                    <a:pt x="143094" y="37549"/>
                  </a:lnTo>
                  <a:lnTo>
                    <a:pt x="144513" y="37901"/>
                  </a:lnTo>
                  <a:lnTo>
                    <a:pt x="145121" y="38052"/>
                  </a:lnTo>
                  <a:lnTo>
                    <a:pt x="146089" y="38335"/>
                  </a:lnTo>
                  <a:lnTo>
                    <a:pt x="147862" y="388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2841508" y="5278081"/>
              <a:ext cx="99938" cy="82321"/>
            </a:xfrm>
            <a:custGeom>
              <a:avLst/>
              <a:pathLst>
                <a:path w="99938" h="82321">
                  <a:moveTo>
                    <a:pt x="99002" y="40515"/>
                  </a:moveTo>
                  <a:lnTo>
                    <a:pt x="99611" y="42405"/>
                  </a:lnTo>
                  <a:lnTo>
                    <a:pt x="99938" y="43418"/>
                  </a:lnTo>
                  <a:lnTo>
                    <a:pt x="99926" y="43572"/>
                  </a:lnTo>
                  <a:lnTo>
                    <a:pt x="99484" y="43701"/>
                  </a:lnTo>
                  <a:lnTo>
                    <a:pt x="98636" y="43949"/>
                  </a:lnTo>
                  <a:lnTo>
                    <a:pt x="96663" y="44526"/>
                  </a:lnTo>
                  <a:lnTo>
                    <a:pt x="96502" y="44573"/>
                  </a:lnTo>
                  <a:lnTo>
                    <a:pt x="96103" y="44689"/>
                  </a:lnTo>
                  <a:lnTo>
                    <a:pt x="95483" y="44871"/>
                  </a:lnTo>
                  <a:lnTo>
                    <a:pt x="93723" y="45385"/>
                  </a:lnTo>
                  <a:lnTo>
                    <a:pt x="92883" y="45631"/>
                  </a:lnTo>
                  <a:lnTo>
                    <a:pt x="91664" y="45987"/>
                  </a:lnTo>
                  <a:lnTo>
                    <a:pt x="91214" y="46118"/>
                  </a:lnTo>
                  <a:lnTo>
                    <a:pt x="90429" y="46347"/>
                  </a:lnTo>
                  <a:lnTo>
                    <a:pt x="90045" y="46460"/>
                  </a:lnTo>
                  <a:lnTo>
                    <a:pt x="89209" y="46704"/>
                  </a:lnTo>
                  <a:lnTo>
                    <a:pt x="87776" y="47121"/>
                  </a:lnTo>
                  <a:lnTo>
                    <a:pt x="87289" y="45567"/>
                  </a:lnTo>
                  <a:lnTo>
                    <a:pt x="86148" y="42365"/>
                  </a:lnTo>
                  <a:lnTo>
                    <a:pt x="84678" y="42808"/>
                  </a:lnTo>
                  <a:lnTo>
                    <a:pt x="81704" y="43703"/>
                  </a:lnTo>
                  <a:lnTo>
                    <a:pt x="81526" y="43757"/>
                  </a:lnTo>
                  <a:lnTo>
                    <a:pt x="81073" y="43893"/>
                  </a:lnTo>
                  <a:lnTo>
                    <a:pt x="80812" y="43971"/>
                  </a:lnTo>
                  <a:lnTo>
                    <a:pt x="80339" y="44114"/>
                  </a:lnTo>
                  <a:lnTo>
                    <a:pt x="79571" y="44345"/>
                  </a:lnTo>
                  <a:lnTo>
                    <a:pt x="78657" y="44620"/>
                  </a:lnTo>
                  <a:lnTo>
                    <a:pt x="77896" y="44849"/>
                  </a:lnTo>
                  <a:lnTo>
                    <a:pt x="77593" y="44940"/>
                  </a:lnTo>
                  <a:lnTo>
                    <a:pt x="76899" y="45149"/>
                  </a:lnTo>
                  <a:lnTo>
                    <a:pt x="76134" y="45379"/>
                  </a:lnTo>
                  <a:lnTo>
                    <a:pt x="75834" y="45470"/>
                  </a:lnTo>
                  <a:lnTo>
                    <a:pt x="75319" y="45625"/>
                  </a:lnTo>
                  <a:lnTo>
                    <a:pt x="75090" y="45694"/>
                  </a:lnTo>
                  <a:lnTo>
                    <a:pt x="74331" y="45922"/>
                  </a:lnTo>
                  <a:lnTo>
                    <a:pt x="73308" y="46230"/>
                  </a:lnTo>
                  <a:lnTo>
                    <a:pt x="72848" y="46368"/>
                  </a:lnTo>
                  <a:lnTo>
                    <a:pt x="72525" y="46466"/>
                  </a:lnTo>
                  <a:lnTo>
                    <a:pt x="71927" y="46645"/>
                  </a:lnTo>
                  <a:lnTo>
                    <a:pt x="71573" y="46752"/>
                  </a:lnTo>
                  <a:lnTo>
                    <a:pt x="70506" y="47057"/>
                  </a:lnTo>
                  <a:lnTo>
                    <a:pt x="70002" y="47201"/>
                  </a:lnTo>
                  <a:lnTo>
                    <a:pt x="69189" y="47434"/>
                  </a:lnTo>
                  <a:lnTo>
                    <a:pt x="68549" y="47617"/>
                  </a:lnTo>
                  <a:lnTo>
                    <a:pt x="67827" y="47823"/>
                  </a:lnTo>
                  <a:lnTo>
                    <a:pt x="67154" y="48016"/>
                  </a:lnTo>
                  <a:lnTo>
                    <a:pt x="66636" y="48164"/>
                  </a:lnTo>
                  <a:lnTo>
                    <a:pt x="66207" y="48287"/>
                  </a:lnTo>
                  <a:lnTo>
                    <a:pt x="65454" y="48502"/>
                  </a:lnTo>
                  <a:lnTo>
                    <a:pt x="65238" y="48564"/>
                  </a:lnTo>
                  <a:lnTo>
                    <a:pt x="65048" y="48618"/>
                  </a:lnTo>
                  <a:lnTo>
                    <a:pt x="64838" y="48678"/>
                  </a:lnTo>
                  <a:lnTo>
                    <a:pt x="64485" y="48779"/>
                  </a:lnTo>
                  <a:lnTo>
                    <a:pt x="64080" y="48895"/>
                  </a:lnTo>
                  <a:lnTo>
                    <a:pt x="62590" y="49321"/>
                  </a:lnTo>
                  <a:lnTo>
                    <a:pt x="61881" y="49524"/>
                  </a:lnTo>
                  <a:lnTo>
                    <a:pt x="61354" y="49738"/>
                  </a:lnTo>
                  <a:lnTo>
                    <a:pt x="61458" y="50091"/>
                  </a:lnTo>
                  <a:lnTo>
                    <a:pt x="61567" y="50458"/>
                  </a:lnTo>
                  <a:lnTo>
                    <a:pt x="61680" y="50840"/>
                  </a:lnTo>
                  <a:lnTo>
                    <a:pt x="61839" y="51378"/>
                  </a:lnTo>
                  <a:lnTo>
                    <a:pt x="61934" y="51698"/>
                  </a:lnTo>
                  <a:lnTo>
                    <a:pt x="62018" y="51982"/>
                  </a:lnTo>
                  <a:lnTo>
                    <a:pt x="62102" y="52265"/>
                  </a:lnTo>
                  <a:lnTo>
                    <a:pt x="62195" y="52580"/>
                  </a:lnTo>
                  <a:lnTo>
                    <a:pt x="62293" y="52909"/>
                  </a:lnTo>
                  <a:lnTo>
                    <a:pt x="62380" y="53205"/>
                  </a:lnTo>
                  <a:lnTo>
                    <a:pt x="62439" y="53402"/>
                  </a:lnTo>
                  <a:lnTo>
                    <a:pt x="62495" y="53591"/>
                  </a:lnTo>
                  <a:lnTo>
                    <a:pt x="62639" y="54078"/>
                  </a:lnTo>
                  <a:lnTo>
                    <a:pt x="62730" y="54386"/>
                  </a:lnTo>
                  <a:lnTo>
                    <a:pt x="62776" y="54541"/>
                  </a:lnTo>
                  <a:lnTo>
                    <a:pt x="62876" y="54877"/>
                  </a:lnTo>
                  <a:lnTo>
                    <a:pt x="62950" y="55127"/>
                  </a:lnTo>
                  <a:lnTo>
                    <a:pt x="63063" y="55509"/>
                  </a:lnTo>
                  <a:lnTo>
                    <a:pt x="63264" y="56190"/>
                  </a:lnTo>
                  <a:lnTo>
                    <a:pt x="63382" y="56589"/>
                  </a:lnTo>
                  <a:lnTo>
                    <a:pt x="63449" y="56815"/>
                  </a:lnTo>
                  <a:lnTo>
                    <a:pt x="63533" y="57098"/>
                  </a:lnTo>
                  <a:lnTo>
                    <a:pt x="63649" y="57488"/>
                  </a:lnTo>
                  <a:lnTo>
                    <a:pt x="63717" y="57720"/>
                  </a:lnTo>
                  <a:lnTo>
                    <a:pt x="63763" y="57876"/>
                  </a:lnTo>
                  <a:lnTo>
                    <a:pt x="63818" y="58061"/>
                  </a:lnTo>
                  <a:lnTo>
                    <a:pt x="63873" y="58245"/>
                  </a:lnTo>
                  <a:lnTo>
                    <a:pt x="63936" y="58458"/>
                  </a:lnTo>
                  <a:lnTo>
                    <a:pt x="64045" y="58826"/>
                  </a:lnTo>
                  <a:lnTo>
                    <a:pt x="64163" y="59225"/>
                  </a:lnTo>
                  <a:lnTo>
                    <a:pt x="64446" y="60179"/>
                  </a:lnTo>
                  <a:lnTo>
                    <a:pt x="64783" y="61321"/>
                  </a:lnTo>
                  <a:lnTo>
                    <a:pt x="65309" y="63096"/>
                  </a:lnTo>
                  <a:lnTo>
                    <a:pt x="65363" y="63276"/>
                  </a:lnTo>
                  <a:lnTo>
                    <a:pt x="65437" y="63528"/>
                  </a:lnTo>
                  <a:lnTo>
                    <a:pt x="65578" y="64002"/>
                  </a:lnTo>
                  <a:lnTo>
                    <a:pt x="65696" y="64404"/>
                  </a:lnTo>
                  <a:lnTo>
                    <a:pt x="65754" y="64599"/>
                  </a:lnTo>
                  <a:lnTo>
                    <a:pt x="65835" y="64872"/>
                  </a:lnTo>
                  <a:lnTo>
                    <a:pt x="65673" y="65092"/>
                  </a:lnTo>
                  <a:lnTo>
                    <a:pt x="65367" y="65188"/>
                  </a:lnTo>
                  <a:lnTo>
                    <a:pt x="65095" y="65274"/>
                  </a:lnTo>
                  <a:lnTo>
                    <a:pt x="64910" y="65332"/>
                  </a:lnTo>
                  <a:lnTo>
                    <a:pt x="64102" y="65587"/>
                  </a:lnTo>
                  <a:lnTo>
                    <a:pt x="63875" y="65658"/>
                  </a:lnTo>
                  <a:lnTo>
                    <a:pt x="63723" y="65706"/>
                  </a:lnTo>
                  <a:lnTo>
                    <a:pt x="62977" y="65941"/>
                  </a:lnTo>
                  <a:lnTo>
                    <a:pt x="62719" y="66022"/>
                  </a:lnTo>
                  <a:lnTo>
                    <a:pt x="61858" y="66293"/>
                  </a:lnTo>
                  <a:lnTo>
                    <a:pt x="61458" y="66419"/>
                  </a:lnTo>
                  <a:lnTo>
                    <a:pt x="61328" y="66460"/>
                  </a:lnTo>
                  <a:lnTo>
                    <a:pt x="61144" y="66518"/>
                  </a:lnTo>
                  <a:lnTo>
                    <a:pt x="60488" y="66724"/>
                  </a:lnTo>
                  <a:lnTo>
                    <a:pt x="59732" y="66962"/>
                  </a:lnTo>
                  <a:lnTo>
                    <a:pt x="59458" y="67048"/>
                  </a:lnTo>
                  <a:lnTo>
                    <a:pt x="59125" y="67153"/>
                  </a:lnTo>
                  <a:lnTo>
                    <a:pt x="58608" y="67316"/>
                  </a:lnTo>
                  <a:lnTo>
                    <a:pt x="58283" y="67418"/>
                  </a:lnTo>
                  <a:lnTo>
                    <a:pt x="58133" y="67465"/>
                  </a:lnTo>
                  <a:lnTo>
                    <a:pt x="56889" y="67857"/>
                  </a:lnTo>
                  <a:lnTo>
                    <a:pt x="56402" y="68010"/>
                  </a:lnTo>
                  <a:lnTo>
                    <a:pt x="56089" y="68109"/>
                  </a:lnTo>
                  <a:lnTo>
                    <a:pt x="55661" y="68243"/>
                  </a:lnTo>
                  <a:lnTo>
                    <a:pt x="55458" y="68307"/>
                  </a:lnTo>
                  <a:lnTo>
                    <a:pt x="55212" y="68385"/>
                  </a:lnTo>
                  <a:lnTo>
                    <a:pt x="54944" y="68469"/>
                  </a:lnTo>
                  <a:lnTo>
                    <a:pt x="54758" y="68528"/>
                  </a:lnTo>
                  <a:lnTo>
                    <a:pt x="54160" y="68717"/>
                  </a:lnTo>
                  <a:lnTo>
                    <a:pt x="53542" y="68912"/>
                  </a:lnTo>
                  <a:lnTo>
                    <a:pt x="53294" y="68990"/>
                  </a:lnTo>
                  <a:lnTo>
                    <a:pt x="52750" y="69162"/>
                  </a:lnTo>
                  <a:lnTo>
                    <a:pt x="52462" y="69253"/>
                  </a:lnTo>
                  <a:lnTo>
                    <a:pt x="51247" y="69637"/>
                  </a:lnTo>
                  <a:lnTo>
                    <a:pt x="50714" y="69806"/>
                  </a:lnTo>
                  <a:lnTo>
                    <a:pt x="50103" y="69999"/>
                  </a:lnTo>
                  <a:lnTo>
                    <a:pt x="49863" y="70075"/>
                  </a:lnTo>
                  <a:lnTo>
                    <a:pt x="49583" y="70161"/>
                  </a:lnTo>
                  <a:lnTo>
                    <a:pt x="49160" y="70292"/>
                  </a:lnTo>
                  <a:lnTo>
                    <a:pt x="48618" y="70460"/>
                  </a:lnTo>
                  <a:lnTo>
                    <a:pt x="48440" y="70515"/>
                  </a:lnTo>
                  <a:lnTo>
                    <a:pt x="47689" y="70748"/>
                  </a:lnTo>
                  <a:lnTo>
                    <a:pt x="47455" y="70821"/>
                  </a:lnTo>
                  <a:lnTo>
                    <a:pt x="47148" y="70916"/>
                  </a:lnTo>
                  <a:lnTo>
                    <a:pt x="46694" y="71056"/>
                  </a:lnTo>
                  <a:lnTo>
                    <a:pt x="46332" y="71168"/>
                  </a:lnTo>
                  <a:lnTo>
                    <a:pt x="45864" y="71313"/>
                  </a:lnTo>
                  <a:lnTo>
                    <a:pt x="45333" y="71478"/>
                  </a:lnTo>
                  <a:lnTo>
                    <a:pt x="45113" y="71546"/>
                  </a:lnTo>
                  <a:lnTo>
                    <a:pt x="44892" y="71615"/>
                  </a:lnTo>
                  <a:lnTo>
                    <a:pt x="44456" y="71750"/>
                  </a:lnTo>
                  <a:lnTo>
                    <a:pt x="44024" y="71883"/>
                  </a:lnTo>
                  <a:lnTo>
                    <a:pt x="43178" y="72146"/>
                  </a:lnTo>
                  <a:lnTo>
                    <a:pt x="42902" y="72231"/>
                  </a:lnTo>
                  <a:lnTo>
                    <a:pt x="42553" y="72339"/>
                  </a:lnTo>
                  <a:lnTo>
                    <a:pt x="42207" y="72446"/>
                  </a:lnTo>
                  <a:lnTo>
                    <a:pt x="41116" y="72784"/>
                  </a:lnTo>
                  <a:lnTo>
                    <a:pt x="40843" y="72869"/>
                  </a:lnTo>
                  <a:lnTo>
                    <a:pt x="40493" y="72977"/>
                  </a:lnTo>
                  <a:lnTo>
                    <a:pt x="40244" y="73054"/>
                  </a:lnTo>
                  <a:lnTo>
                    <a:pt x="40023" y="73123"/>
                  </a:lnTo>
                  <a:lnTo>
                    <a:pt x="39287" y="73297"/>
                  </a:lnTo>
                  <a:lnTo>
                    <a:pt x="38911" y="73288"/>
                  </a:lnTo>
                  <a:lnTo>
                    <a:pt x="38381" y="73275"/>
                  </a:lnTo>
                  <a:lnTo>
                    <a:pt x="38073" y="73267"/>
                  </a:lnTo>
                  <a:lnTo>
                    <a:pt x="37740" y="73268"/>
                  </a:lnTo>
                  <a:lnTo>
                    <a:pt x="37562" y="73314"/>
                  </a:lnTo>
                  <a:lnTo>
                    <a:pt x="37216" y="73403"/>
                  </a:lnTo>
                  <a:lnTo>
                    <a:pt x="36893" y="73487"/>
                  </a:lnTo>
                  <a:lnTo>
                    <a:pt x="36571" y="73570"/>
                  </a:lnTo>
                  <a:lnTo>
                    <a:pt x="36142" y="73680"/>
                  </a:lnTo>
                  <a:lnTo>
                    <a:pt x="35992" y="73719"/>
                  </a:lnTo>
                  <a:lnTo>
                    <a:pt x="35776" y="73775"/>
                  </a:lnTo>
                  <a:lnTo>
                    <a:pt x="35310" y="73895"/>
                  </a:lnTo>
                  <a:lnTo>
                    <a:pt x="35165" y="73932"/>
                  </a:lnTo>
                  <a:lnTo>
                    <a:pt x="34723" y="74046"/>
                  </a:lnTo>
                  <a:lnTo>
                    <a:pt x="34046" y="74221"/>
                  </a:lnTo>
                  <a:lnTo>
                    <a:pt x="33849" y="74272"/>
                  </a:lnTo>
                  <a:lnTo>
                    <a:pt x="33484" y="74366"/>
                  </a:lnTo>
                  <a:lnTo>
                    <a:pt x="33285" y="74417"/>
                  </a:lnTo>
                  <a:lnTo>
                    <a:pt x="32532" y="74612"/>
                  </a:lnTo>
                  <a:lnTo>
                    <a:pt x="31969" y="74757"/>
                  </a:lnTo>
                  <a:lnTo>
                    <a:pt x="30786" y="75062"/>
                  </a:lnTo>
                  <a:lnTo>
                    <a:pt x="30545" y="75124"/>
                  </a:lnTo>
                  <a:lnTo>
                    <a:pt x="28297" y="75704"/>
                  </a:lnTo>
                  <a:lnTo>
                    <a:pt x="26793" y="76092"/>
                  </a:lnTo>
                  <a:lnTo>
                    <a:pt x="24977" y="76560"/>
                  </a:lnTo>
                  <a:lnTo>
                    <a:pt x="24828" y="76599"/>
                  </a:lnTo>
                  <a:lnTo>
                    <a:pt x="23856" y="76850"/>
                  </a:lnTo>
                  <a:lnTo>
                    <a:pt x="20911" y="77610"/>
                  </a:lnTo>
                  <a:lnTo>
                    <a:pt x="19803" y="77895"/>
                  </a:lnTo>
                  <a:lnTo>
                    <a:pt x="19359" y="78010"/>
                  </a:lnTo>
                  <a:lnTo>
                    <a:pt x="18711" y="78177"/>
                  </a:lnTo>
                  <a:lnTo>
                    <a:pt x="17734" y="78429"/>
                  </a:lnTo>
                  <a:lnTo>
                    <a:pt x="15202" y="79082"/>
                  </a:lnTo>
                  <a:lnTo>
                    <a:pt x="14937" y="79151"/>
                  </a:lnTo>
                  <a:lnTo>
                    <a:pt x="12822" y="79696"/>
                  </a:lnTo>
                  <a:lnTo>
                    <a:pt x="11246" y="80103"/>
                  </a:lnTo>
                  <a:lnTo>
                    <a:pt x="11017" y="80162"/>
                  </a:lnTo>
                  <a:lnTo>
                    <a:pt x="10618" y="80265"/>
                  </a:lnTo>
                  <a:lnTo>
                    <a:pt x="10148" y="80386"/>
                  </a:lnTo>
                  <a:lnTo>
                    <a:pt x="8720" y="80754"/>
                  </a:lnTo>
                  <a:lnTo>
                    <a:pt x="7868" y="80974"/>
                  </a:lnTo>
                  <a:lnTo>
                    <a:pt x="4839" y="81756"/>
                  </a:lnTo>
                  <a:lnTo>
                    <a:pt x="4601" y="81817"/>
                  </a:lnTo>
                  <a:lnTo>
                    <a:pt x="4345" y="81883"/>
                  </a:lnTo>
                  <a:lnTo>
                    <a:pt x="3627" y="82068"/>
                  </a:lnTo>
                  <a:lnTo>
                    <a:pt x="3150" y="82191"/>
                  </a:lnTo>
                  <a:lnTo>
                    <a:pt x="2647" y="82321"/>
                  </a:lnTo>
                  <a:lnTo>
                    <a:pt x="686" y="66909"/>
                  </a:lnTo>
                  <a:lnTo>
                    <a:pt x="658" y="66688"/>
                  </a:lnTo>
                  <a:lnTo>
                    <a:pt x="316" y="64046"/>
                  </a:lnTo>
                  <a:lnTo>
                    <a:pt x="199" y="63139"/>
                  </a:lnTo>
                  <a:lnTo>
                    <a:pt x="69" y="62136"/>
                  </a:lnTo>
                  <a:lnTo>
                    <a:pt x="0" y="61598"/>
                  </a:lnTo>
                  <a:lnTo>
                    <a:pt x="10156" y="59090"/>
                  </a:lnTo>
                  <a:lnTo>
                    <a:pt x="12175" y="58591"/>
                  </a:lnTo>
                  <a:lnTo>
                    <a:pt x="20730" y="56689"/>
                  </a:lnTo>
                  <a:lnTo>
                    <a:pt x="21348" y="56552"/>
                  </a:lnTo>
                  <a:lnTo>
                    <a:pt x="20550" y="51063"/>
                  </a:lnTo>
                  <a:lnTo>
                    <a:pt x="19884" y="46486"/>
                  </a:lnTo>
                  <a:lnTo>
                    <a:pt x="19404" y="43190"/>
                  </a:lnTo>
                  <a:lnTo>
                    <a:pt x="19306" y="42352"/>
                  </a:lnTo>
                  <a:lnTo>
                    <a:pt x="19238" y="41769"/>
                  </a:lnTo>
                  <a:lnTo>
                    <a:pt x="19191" y="41364"/>
                  </a:lnTo>
                  <a:lnTo>
                    <a:pt x="18819" y="38175"/>
                  </a:lnTo>
                  <a:lnTo>
                    <a:pt x="18697" y="37129"/>
                  </a:lnTo>
                  <a:lnTo>
                    <a:pt x="18574" y="36080"/>
                  </a:lnTo>
                  <a:lnTo>
                    <a:pt x="17439" y="30750"/>
                  </a:lnTo>
                  <a:lnTo>
                    <a:pt x="16691" y="27247"/>
                  </a:lnTo>
                  <a:lnTo>
                    <a:pt x="15287" y="21364"/>
                  </a:lnTo>
                  <a:lnTo>
                    <a:pt x="15429" y="21321"/>
                  </a:lnTo>
                  <a:lnTo>
                    <a:pt x="18165" y="20491"/>
                  </a:lnTo>
                  <a:lnTo>
                    <a:pt x="18593" y="20361"/>
                  </a:lnTo>
                  <a:lnTo>
                    <a:pt x="21602" y="19449"/>
                  </a:lnTo>
                  <a:lnTo>
                    <a:pt x="21773" y="19397"/>
                  </a:lnTo>
                  <a:lnTo>
                    <a:pt x="26300" y="18024"/>
                  </a:lnTo>
                  <a:lnTo>
                    <a:pt x="29869" y="16942"/>
                  </a:lnTo>
                  <a:lnTo>
                    <a:pt x="31842" y="16344"/>
                  </a:lnTo>
                  <a:lnTo>
                    <a:pt x="33661" y="15797"/>
                  </a:lnTo>
                  <a:lnTo>
                    <a:pt x="36950" y="14807"/>
                  </a:lnTo>
                  <a:lnTo>
                    <a:pt x="37133" y="14752"/>
                  </a:lnTo>
                  <a:lnTo>
                    <a:pt x="39775" y="13957"/>
                  </a:lnTo>
                  <a:lnTo>
                    <a:pt x="40170" y="13839"/>
                  </a:lnTo>
                  <a:lnTo>
                    <a:pt x="40704" y="13678"/>
                  </a:lnTo>
                  <a:lnTo>
                    <a:pt x="42233" y="13218"/>
                  </a:lnTo>
                  <a:lnTo>
                    <a:pt x="47488" y="11636"/>
                  </a:lnTo>
                  <a:lnTo>
                    <a:pt x="47642" y="11588"/>
                  </a:lnTo>
                  <a:lnTo>
                    <a:pt x="49103" y="11134"/>
                  </a:lnTo>
                  <a:lnTo>
                    <a:pt x="52522" y="10071"/>
                  </a:lnTo>
                  <a:lnTo>
                    <a:pt x="52903" y="9953"/>
                  </a:lnTo>
                  <a:lnTo>
                    <a:pt x="53063" y="9903"/>
                  </a:lnTo>
                  <a:lnTo>
                    <a:pt x="56546" y="8820"/>
                  </a:lnTo>
                  <a:lnTo>
                    <a:pt x="58237" y="8295"/>
                  </a:lnTo>
                  <a:lnTo>
                    <a:pt x="61115" y="7400"/>
                  </a:lnTo>
                  <a:lnTo>
                    <a:pt x="62819" y="6870"/>
                  </a:lnTo>
                  <a:lnTo>
                    <a:pt x="63530" y="6649"/>
                  </a:lnTo>
                  <a:lnTo>
                    <a:pt x="63750" y="6587"/>
                  </a:lnTo>
                  <a:lnTo>
                    <a:pt x="65251" y="6160"/>
                  </a:lnTo>
                  <a:lnTo>
                    <a:pt x="66972" y="5671"/>
                  </a:lnTo>
                  <a:lnTo>
                    <a:pt x="67805" y="5434"/>
                  </a:lnTo>
                  <a:lnTo>
                    <a:pt x="68900" y="5123"/>
                  </a:lnTo>
                  <a:lnTo>
                    <a:pt x="69078" y="5072"/>
                  </a:lnTo>
                  <a:lnTo>
                    <a:pt x="71362" y="4423"/>
                  </a:lnTo>
                  <a:lnTo>
                    <a:pt x="72154" y="4198"/>
                  </a:lnTo>
                  <a:lnTo>
                    <a:pt x="73861" y="3712"/>
                  </a:lnTo>
                  <a:lnTo>
                    <a:pt x="74006" y="3671"/>
                  </a:lnTo>
                  <a:lnTo>
                    <a:pt x="74138" y="3634"/>
                  </a:lnTo>
                  <a:lnTo>
                    <a:pt x="74401" y="3554"/>
                  </a:lnTo>
                  <a:lnTo>
                    <a:pt x="76448" y="2934"/>
                  </a:lnTo>
                  <a:lnTo>
                    <a:pt x="78411" y="2340"/>
                  </a:lnTo>
                  <a:lnTo>
                    <a:pt x="79833" y="1909"/>
                  </a:lnTo>
                  <a:lnTo>
                    <a:pt x="80866" y="1596"/>
                  </a:lnTo>
                  <a:lnTo>
                    <a:pt x="81827" y="1306"/>
                  </a:lnTo>
                  <a:lnTo>
                    <a:pt x="82036" y="1242"/>
                  </a:lnTo>
                  <a:lnTo>
                    <a:pt x="82653" y="1055"/>
                  </a:lnTo>
                  <a:lnTo>
                    <a:pt x="82880" y="987"/>
                  </a:lnTo>
                  <a:lnTo>
                    <a:pt x="83172" y="898"/>
                  </a:lnTo>
                  <a:lnTo>
                    <a:pt x="83306" y="858"/>
                  </a:lnTo>
                  <a:lnTo>
                    <a:pt x="83961" y="659"/>
                  </a:lnTo>
                  <a:lnTo>
                    <a:pt x="84648" y="451"/>
                  </a:lnTo>
                  <a:lnTo>
                    <a:pt x="85057" y="327"/>
                  </a:lnTo>
                  <a:lnTo>
                    <a:pt x="85710" y="130"/>
                  </a:lnTo>
                  <a:lnTo>
                    <a:pt x="86157" y="0"/>
                  </a:lnTo>
                  <a:lnTo>
                    <a:pt x="88312" y="6780"/>
                  </a:lnTo>
                  <a:lnTo>
                    <a:pt x="89593" y="10806"/>
                  </a:lnTo>
                  <a:lnTo>
                    <a:pt x="90736" y="14391"/>
                  </a:lnTo>
                  <a:lnTo>
                    <a:pt x="92046" y="18493"/>
                  </a:lnTo>
                  <a:lnTo>
                    <a:pt x="92305" y="19308"/>
                  </a:lnTo>
                  <a:lnTo>
                    <a:pt x="93337" y="22611"/>
                  </a:lnTo>
                  <a:lnTo>
                    <a:pt x="95467" y="29433"/>
                  </a:lnTo>
                  <a:lnTo>
                    <a:pt x="98094" y="37700"/>
                  </a:lnTo>
                  <a:lnTo>
                    <a:pt x="98922" y="402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2844307" y="5320409"/>
              <a:ext cx="109749" cy="56434"/>
            </a:xfrm>
            <a:custGeom>
              <a:avLst/>
              <a:pathLst>
                <a:path w="109749" h="56434">
                  <a:moveTo>
                    <a:pt x="40781" y="43786"/>
                  </a:moveTo>
                  <a:lnTo>
                    <a:pt x="38841" y="43092"/>
                  </a:lnTo>
                  <a:lnTo>
                    <a:pt x="36566" y="42359"/>
                  </a:lnTo>
                  <a:lnTo>
                    <a:pt x="35140" y="42031"/>
                  </a:lnTo>
                  <a:lnTo>
                    <a:pt x="34943" y="42084"/>
                  </a:lnTo>
                  <a:lnTo>
                    <a:pt x="34250" y="42270"/>
                  </a:lnTo>
                  <a:lnTo>
                    <a:pt x="33930" y="42356"/>
                  </a:lnTo>
                  <a:lnTo>
                    <a:pt x="33319" y="42521"/>
                  </a:lnTo>
                  <a:lnTo>
                    <a:pt x="33094" y="42581"/>
                  </a:lnTo>
                  <a:lnTo>
                    <a:pt x="31995" y="42877"/>
                  </a:lnTo>
                  <a:lnTo>
                    <a:pt x="31394" y="43039"/>
                  </a:lnTo>
                  <a:lnTo>
                    <a:pt x="30897" y="43173"/>
                  </a:lnTo>
                  <a:lnTo>
                    <a:pt x="30369" y="43315"/>
                  </a:lnTo>
                  <a:lnTo>
                    <a:pt x="26919" y="44243"/>
                  </a:lnTo>
                  <a:lnTo>
                    <a:pt x="26250" y="44423"/>
                  </a:lnTo>
                  <a:lnTo>
                    <a:pt x="25921" y="44512"/>
                  </a:lnTo>
                  <a:lnTo>
                    <a:pt x="24940" y="44776"/>
                  </a:lnTo>
                  <a:lnTo>
                    <a:pt x="24744" y="44828"/>
                  </a:lnTo>
                  <a:lnTo>
                    <a:pt x="24505" y="44893"/>
                  </a:lnTo>
                  <a:lnTo>
                    <a:pt x="24316" y="44944"/>
                  </a:lnTo>
                  <a:lnTo>
                    <a:pt x="23630" y="45128"/>
                  </a:lnTo>
                  <a:lnTo>
                    <a:pt x="23255" y="45229"/>
                  </a:lnTo>
                  <a:lnTo>
                    <a:pt x="22656" y="45390"/>
                  </a:lnTo>
                  <a:lnTo>
                    <a:pt x="18380" y="46521"/>
                  </a:lnTo>
                  <a:lnTo>
                    <a:pt x="17613" y="46723"/>
                  </a:lnTo>
                  <a:lnTo>
                    <a:pt x="13925" y="47699"/>
                  </a:lnTo>
                  <a:lnTo>
                    <a:pt x="13295" y="47865"/>
                  </a:lnTo>
                  <a:lnTo>
                    <a:pt x="12559" y="48060"/>
                  </a:lnTo>
                  <a:lnTo>
                    <a:pt x="11966" y="48217"/>
                  </a:lnTo>
                  <a:lnTo>
                    <a:pt x="10779" y="48531"/>
                  </a:lnTo>
                  <a:lnTo>
                    <a:pt x="10481" y="48609"/>
                  </a:lnTo>
                  <a:lnTo>
                    <a:pt x="10230" y="48668"/>
                  </a:lnTo>
                  <a:lnTo>
                    <a:pt x="9957" y="48733"/>
                  </a:lnTo>
                  <a:lnTo>
                    <a:pt x="8329" y="49117"/>
                  </a:lnTo>
                  <a:lnTo>
                    <a:pt x="7672" y="49272"/>
                  </a:lnTo>
                  <a:lnTo>
                    <a:pt x="7172" y="49390"/>
                  </a:lnTo>
                  <a:lnTo>
                    <a:pt x="6556" y="49535"/>
                  </a:lnTo>
                  <a:lnTo>
                    <a:pt x="6271" y="49602"/>
                  </a:lnTo>
                  <a:lnTo>
                    <a:pt x="5775" y="49719"/>
                  </a:lnTo>
                  <a:lnTo>
                    <a:pt x="5411" y="49824"/>
                  </a:lnTo>
                  <a:lnTo>
                    <a:pt x="4835" y="49991"/>
                  </a:lnTo>
                  <a:lnTo>
                    <a:pt x="1919" y="50834"/>
                  </a:lnTo>
                  <a:lnTo>
                    <a:pt x="1433" y="48999"/>
                  </a:lnTo>
                  <a:lnTo>
                    <a:pt x="1295" y="48477"/>
                  </a:lnTo>
                  <a:lnTo>
                    <a:pt x="715" y="46291"/>
                  </a:lnTo>
                  <a:lnTo>
                    <a:pt x="540" y="45017"/>
                  </a:lnTo>
                  <a:lnTo>
                    <a:pt x="489" y="44646"/>
                  </a:lnTo>
                  <a:lnTo>
                    <a:pt x="0" y="39954"/>
                  </a:lnTo>
                  <a:lnTo>
                    <a:pt x="351" y="39863"/>
                  </a:lnTo>
                  <a:lnTo>
                    <a:pt x="829" y="39740"/>
                  </a:lnTo>
                  <a:lnTo>
                    <a:pt x="1547" y="39555"/>
                  </a:lnTo>
                  <a:lnTo>
                    <a:pt x="1802" y="39489"/>
                  </a:lnTo>
                  <a:lnTo>
                    <a:pt x="2040" y="39427"/>
                  </a:lnTo>
                  <a:lnTo>
                    <a:pt x="5070" y="38646"/>
                  </a:lnTo>
                  <a:lnTo>
                    <a:pt x="5921" y="38426"/>
                  </a:lnTo>
                  <a:lnTo>
                    <a:pt x="7349" y="38058"/>
                  </a:lnTo>
                  <a:lnTo>
                    <a:pt x="7820" y="37937"/>
                  </a:lnTo>
                  <a:lnTo>
                    <a:pt x="8219" y="37834"/>
                  </a:lnTo>
                  <a:lnTo>
                    <a:pt x="8448" y="37774"/>
                  </a:lnTo>
                  <a:lnTo>
                    <a:pt x="10024" y="37368"/>
                  </a:lnTo>
                  <a:lnTo>
                    <a:pt x="12139" y="36822"/>
                  </a:lnTo>
                  <a:lnTo>
                    <a:pt x="12403" y="36754"/>
                  </a:lnTo>
                  <a:lnTo>
                    <a:pt x="14935" y="36101"/>
                  </a:lnTo>
                  <a:lnTo>
                    <a:pt x="15912" y="35849"/>
                  </a:lnTo>
                  <a:lnTo>
                    <a:pt x="16560" y="35682"/>
                  </a:lnTo>
                  <a:lnTo>
                    <a:pt x="17004" y="35567"/>
                  </a:lnTo>
                  <a:lnTo>
                    <a:pt x="18112" y="35281"/>
                  </a:lnTo>
                  <a:lnTo>
                    <a:pt x="21058" y="34521"/>
                  </a:lnTo>
                  <a:lnTo>
                    <a:pt x="22029" y="34271"/>
                  </a:lnTo>
                  <a:lnTo>
                    <a:pt x="22179" y="34232"/>
                  </a:lnTo>
                  <a:lnTo>
                    <a:pt x="23994" y="33764"/>
                  </a:lnTo>
                  <a:lnTo>
                    <a:pt x="25498" y="33376"/>
                  </a:lnTo>
                  <a:lnTo>
                    <a:pt x="27746" y="32796"/>
                  </a:lnTo>
                  <a:lnTo>
                    <a:pt x="27987" y="32734"/>
                  </a:lnTo>
                  <a:lnTo>
                    <a:pt x="29170" y="32429"/>
                  </a:lnTo>
                  <a:lnTo>
                    <a:pt x="29845" y="32254"/>
                  </a:lnTo>
                  <a:lnTo>
                    <a:pt x="30487" y="32089"/>
                  </a:lnTo>
                  <a:lnTo>
                    <a:pt x="30685" y="32038"/>
                  </a:lnTo>
                  <a:lnTo>
                    <a:pt x="31050" y="31944"/>
                  </a:lnTo>
                  <a:lnTo>
                    <a:pt x="31513" y="31824"/>
                  </a:lnTo>
                  <a:lnTo>
                    <a:pt x="31925" y="31718"/>
                  </a:lnTo>
                  <a:lnTo>
                    <a:pt x="32366" y="31604"/>
                  </a:lnTo>
                  <a:lnTo>
                    <a:pt x="32511" y="31567"/>
                  </a:lnTo>
                  <a:lnTo>
                    <a:pt x="32977" y="31447"/>
                  </a:lnTo>
                  <a:lnTo>
                    <a:pt x="33194" y="31391"/>
                  </a:lnTo>
                  <a:lnTo>
                    <a:pt x="33344" y="31352"/>
                  </a:lnTo>
                  <a:lnTo>
                    <a:pt x="33826" y="31228"/>
                  </a:lnTo>
                  <a:lnTo>
                    <a:pt x="34213" y="31128"/>
                  </a:lnTo>
                  <a:lnTo>
                    <a:pt x="34552" y="31040"/>
                  </a:lnTo>
                  <a:lnTo>
                    <a:pt x="34764" y="30986"/>
                  </a:lnTo>
                  <a:lnTo>
                    <a:pt x="35118" y="30935"/>
                  </a:lnTo>
                  <a:lnTo>
                    <a:pt x="35275" y="30939"/>
                  </a:lnTo>
                  <a:lnTo>
                    <a:pt x="35881" y="30954"/>
                  </a:lnTo>
                  <a:lnTo>
                    <a:pt x="36320" y="30965"/>
                  </a:lnTo>
                  <a:lnTo>
                    <a:pt x="36948" y="30880"/>
                  </a:lnTo>
                  <a:lnTo>
                    <a:pt x="37224" y="30795"/>
                  </a:lnTo>
                  <a:lnTo>
                    <a:pt x="37482" y="30715"/>
                  </a:lnTo>
                  <a:lnTo>
                    <a:pt x="37694" y="30649"/>
                  </a:lnTo>
                  <a:lnTo>
                    <a:pt x="38045" y="30541"/>
                  </a:lnTo>
                  <a:lnTo>
                    <a:pt x="38317" y="30456"/>
                  </a:lnTo>
                  <a:lnTo>
                    <a:pt x="39408" y="30118"/>
                  </a:lnTo>
                  <a:lnTo>
                    <a:pt x="39754" y="30011"/>
                  </a:lnTo>
                  <a:lnTo>
                    <a:pt x="40104" y="29903"/>
                  </a:lnTo>
                  <a:lnTo>
                    <a:pt x="40410" y="29808"/>
                  </a:lnTo>
                  <a:lnTo>
                    <a:pt x="41225" y="29555"/>
                  </a:lnTo>
                  <a:lnTo>
                    <a:pt x="41657" y="29422"/>
                  </a:lnTo>
                  <a:lnTo>
                    <a:pt x="42093" y="29286"/>
                  </a:lnTo>
                  <a:lnTo>
                    <a:pt x="42314" y="29218"/>
                  </a:lnTo>
                  <a:lnTo>
                    <a:pt x="42534" y="29150"/>
                  </a:lnTo>
                  <a:lnTo>
                    <a:pt x="43146" y="28960"/>
                  </a:lnTo>
                  <a:lnTo>
                    <a:pt x="43534" y="28840"/>
                  </a:lnTo>
                  <a:lnTo>
                    <a:pt x="43896" y="28728"/>
                  </a:lnTo>
                  <a:lnTo>
                    <a:pt x="44432" y="28562"/>
                  </a:lnTo>
                  <a:lnTo>
                    <a:pt x="44656" y="28493"/>
                  </a:lnTo>
                  <a:lnTo>
                    <a:pt x="44890" y="28420"/>
                  </a:lnTo>
                  <a:lnTo>
                    <a:pt x="45684" y="28174"/>
                  </a:lnTo>
                  <a:lnTo>
                    <a:pt x="45819" y="28132"/>
                  </a:lnTo>
                  <a:lnTo>
                    <a:pt x="46362" y="27964"/>
                  </a:lnTo>
                  <a:lnTo>
                    <a:pt x="46784" y="27833"/>
                  </a:lnTo>
                  <a:lnTo>
                    <a:pt x="47110" y="27732"/>
                  </a:lnTo>
                  <a:lnTo>
                    <a:pt x="47305" y="27671"/>
                  </a:lnTo>
                  <a:lnTo>
                    <a:pt x="47915" y="27478"/>
                  </a:lnTo>
                  <a:lnTo>
                    <a:pt x="48649" y="27246"/>
                  </a:lnTo>
                  <a:lnTo>
                    <a:pt x="49776" y="26890"/>
                  </a:lnTo>
                  <a:lnTo>
                    <a:pt x="50073" y="26796"/>
                  </a:lnTo>
                  <a:lnTo>
                    <a:pt x="50496" y="26662"/>
                  </a:lnTo>
                  <a:lnTo>
                    <a:pt x="50743" y="26584"/>
                  </a:lnTo>
                  <a:lnTo>
                    <a:pt x="51430" y="26367"/>
                  </a:lnTo>
                  <a:lnTo>
                    <a:pt x="52012" y="26183"/>
                  </a:lnTo>
                  <a:lnTo>
                    <a:pt x="52146" y="26141"/>
                  </a:lnTo>
                  <a:lnTo>
                    <a:pt x="52413" y="26057"/>
                  </a:lnTo>
                  <a:lnTo>
                    <a:pt x="52659" y="25979"/>
                  </a:lnTo>
                  <a:lnTo>
                    <a:pt x="52862" y="25915"/>
                  </a:lnTo>
                  <a:lnTo>
                    <a:pt x="53291" y="25780"/>
                  </a:lnTo>
                  <a:lnTo>
                    <a:pt x="53694" y="25653"/>
                  </a:lnTo>
                  <a:lnTo>
                    <a:pt x="54270" y="25472"/>
                  </a:lnTo>
                  <a:lnTo>
                    <a:pt x="55334" y="25137"/>
                  </a:lnTo>
                  <a:lnTo>
                    <a:pt x="55484" y="25090"/>
                  </a:lnTo>
                  <a:lnTo>
                    <a:pt x="55809" y="24988"/>
                  </a:lnTo>
                  <a:lnTo>
                    <a:pt x="56376" y="24809"/>
                  </a:lnTo>
                  <a:lnTo>
                    <a:pt x="56659" y="24720"/>
                  </a:lnTo>
                  <a:lnTo>
                    <a:pt x="56934" y="24634"/>
                  </a:lnTo>
                  <a:lnTo>
                    <a:pt x="57689" y="24396"/>
                  </a:lnTo>
                  <a:lnTo>
                    <a:pt x="58364" y="24184"/>
                  </a:lnTo>
                  <a:lnTo>
                    <a:pt x="58529" y="24132"/>
                  </a:lnTo>
                  <a:lnTo>
                    <a:pt x="58659" y="24091"/>
                  </a:lnTo>
                  <a:lnTo>
                    <a:pt x="59141" y="23939"/>
                  </a:lnTo>
                  <a:lnTo>
                    <a:pt x="60047" y="23654"/>
                  </a:lnTo>
                  <a:lnTo>
                    <a:pt x="60612" y="23476"/>
                  </a:lnTo>
                  <a:lnTo>
                    <a:pt x="60925" y="23378"/>
                  </a:lnTo>
                  <a:lnTo>
                    <a:pt x="61145" y="23308"/>
                  </a:lnTo>
                  <a:lnTo>
                    <a:pt x="61646" y="23151"/>
                  </a:lnTo>
                  <a:lnTo>
                    <a:pt x="62167" y="22987"/>
                  </a:lnTo>
                  <a:lnTo>
                    <a:pt x="62406" y="22911"/>
                  </a:lnTo>
                  <a:lnTo>
                    <a:pt x="62693" y="22821"/>
                  </a:lnTo>
                  <a:lnTo>
                    <a:pt x="63082" y="22699"/>
                  </a:lnTo>
                  <a:lnTo>
                    <a:pt x="63018" y="22485"/>
                  </a:lnTo>
                  <a:lnTo>
                    <a:pt x="62955" y="22271"/>
                  </a:lnTo>
                  <a:lnTo>
                    <a:pt x="62896" y="22071"/>
                  </a:lnTo>
                  <a:lnTo>
                    <a:pt x="62778" y="21674"/>
                  </a:lnTo>
                  <a:lnTo>
                    <a:pt x="62638" y="21200"/>
                  </a:lnTo>
                  <a:lnTo>
                    <a:pt x="62563" y="20948"/>
                  </a:lnTo>
                  <a:lnTo>
                    <a:pt x="62485" y="20683"/>
                  </a:lnTo>
                  <a:lnTo>
                    <a:pt x="61984" y="18993"/>
                  </a:lnTo>
                  <a:lnTo>
                    <a:pt x="61418" y="17083"/>
                  </a:lnTo>
                  <a:lnTo>
                    <a:pt x="61308" y="16710"/>
                  </a:lnTo>
                  <a:lnTo>
                    <a:pt x="61177" y="16268"/>
                  </a:lnTo>
                  <a:lnTo>
                    <a:pt x="61112" y="16047"/>
                  </a:lnTo>
                  <a:lnTo>
                    <a:pt x="61070" y="15906"/>
                  </a:lnTo>
                  <a:lnTo>
                    <a:pt x="61019" y="15733"/>
                  </a:lnTo>
                  <a:lnTo>
                    <a:pt x="60964" y="15548"/>
                  </a:lnTo>
                  <a:lnTo>
                    <a:pt x="60895" y="15313"/>
                  </a:lnTo>
                  <a:lnTo>
                    <a:pt x="60785" y="14944"/>
                  </a:lnTo>
                  <a:lnTo>
                    <a:pt x="60734" y="14770"/>
                  </a:lnTo>
                  <a:lnTo>
                    <a:pt x="60633" y="14429"/>
                  </a:lnTo>
                  <a:lnTo>
                    <a:pt x="60563" y="14192"/>
                  </a:lnTo>
                  <a:lnTo>
                    <a:pt x="60397" y="13632"/>
                  </a:lnTo>
                  <a:lnTo>
                    <a:pt x="60230" y="13070"/>
                  </a:lnTo>
                  <a:lnTo>
                    <a:pt x="60127" y="12719"/>
                  </a:lnTo>
                  <a:lnTo>
                    <a:pt x="60061" y="12498"/>
                  </a:lnTo>
                  <a:lnTo>
                    <a:pt x="59977" y="12213"/>
                  </a:lnTo>
                  <a:lnTo>
                    <a:pt x="59931" y="12058"/>
                  </a:lnTo>
                  <a:lnTo>
                    <a:pt x="59793" y="11592"/>
                  </a:lnTo>
                  <a:lnTo>
                    <a:pt x="59695" y="11263"/>
                  </a:lnTo>
                  <a:lnTo>
                    <a:pt x="59639" y="11074"/>
                  </a:lnTo>
                  <a:lnTo>
                    <a:pt x="59581" y="10877"/>
                  </a:lnTo>
                  <a:lnTo>
                    <a:pt x="59493" y="10581"/>
                  </a:lnTo>
                  <a:lnTo>
                    <a:pt x="59354" y="10109"/>
                  </a:lnTo>
                  <a:lnTo>
                    <a:pt x="59303" y="9937"/>
                  </a:lnTo>
                  <a:lnTo>
                    <a:pt x="59219" y="9654"/>
                  </a:lnTo>
                  <a:lnTo>
                    <a:pt x="59135" y="9370"/>
                  </a:lnTo>
                  <a:lnTo>
                    <a:pt x="59040" y="9050"/>
                  </a:lnTo>
                  <a:lnTo>
                    <a:pt x="58881" y="8512"/>
                  </a:lnTo>
                  <a:lnTo>
                    <a:pt x="58768" y="8130"/>
                  </a:lnTo>
                  <a:lnTo>
                    <a:pt x="58659" y="7763"/>
                  </a:lnTo>
                  <a:lnTo>
                    <a:pt x="58882" y="7253"/>
                  </a:lnTo>
                  <a:lnTo>
                    <a:pt x="59621" y="7042"/>
                  </a:lnTo>
                  <a:lnTo>
                    <a:pt x="61049" y="6633"/>
                  </a:lnTo>
                  <a:lnTo>
                    <a:pt x="61442" y="6521"/>
                  </a:lnTo>
                  <a:lnTo>
                    <a:pt x="61759" y="6430"/>
                  </a:lnTo>
                  <a:lnTo>
                    <a:pt x="62082" y="6338"/>
                  </a:lnTo>
                  <a:lnTo>
                    <a:pt x="62267" y="6285"/>
                  </a:lnTo>
                  <a:lnTo>
                    <a:pt x="62439" y="6236"/>
                  </a:lnTo>
                  <a:lnTo>
                    <a:pt x="62689" y="6164"/>
                  </a:lnTo>
                  <a:lnTo>
                    <a:pt x="63456" y="5945"/>
                  </a:lnTo>
                  <a:lnTo>
                    <a:pt x="63837" y="5836"/>
                  </a:lnTo>
                  <a:lnTo>
                    <a:pt x="64407" y="5673"/>
                  </a:lnTo>
                  <a:lnTo>
                    <a:pt x="65028" y="5495"/>
                  </a:lnTo>
                  <a:lnTo>
                    <a:pt x="65750" y="5289"/>
                  </a:lnTo>
                  <a:lnTo>
                    <a:pt x="66390" y="5106"/>
                  </a:lnTo>
                  <a:lnTo>
                    <a:pt x="67260" y="4857"/>
                  </a:lnTo>
                  <a:lnTo>
                    <a:pt x="67823" y="4696"/>
                  </a:lnTo>
                  <a:lnTo>
                    <a:pt x="68775" y="4424"/>
                  </a:lnTo>
                  <a:lnTo>
                    <a:pt x="69129" y="4317"/>
                  </a:lnTo>
                  <a:lnTo>
                    <a:pt x="69726" y="4138"/>
                  </a:lnTo>
                  <a:lnTo>
                    <a:pt x="70049" y="4040"/>
                  </a:lnTo>
                  <a:lnTo>
                    <a:pt x="70508" y="3902"/>
                  </a:lnTo>
                  <a:lnTo>
                    <a:pt x="71576" y="3581"/>
                  </a:lnTo>
                  <a:lnTo>
                    <a:pt x="72291" y="3366"/>
                  </a:lnTo>
                  <a:lnTo>
                    <a:pt x="72520" y="3297"/>
                  </a:lnTo>
                  <a:lnTo>
                    <a:pt x="73035" y="3142"/>
                  </a:lnTo>
                  <a:lnTo>
                    <a:pt x="73335" y="3051"/>
                  </a:lnTo>
                  <a:lnTo>
                    <a:pt x="74100" y="2821"/>
                  </a:lnTo>
                  <a:lnTo>
                    <a:pt x="74801" y="2610"/>
                  </a:lnTo>
                  <a:lnTo>
                    <a:pt x="75097" y="2521"/>
                  </a:lnTo>
                  <a:lnTo>
                    <a:pt x="75858" y="2292"/>
                  </a:lnTo>
                  <a:lnTo>
                    <a:pt x="76801" y="2008"/>
                  </a:lnTo>
                  <a:lnTo>
                    <a:pt x="77597" y="1769"/>
                  </a:lnTo>
                  <a:lnTo>
                    <a:pt x="78013" y="1643"/>
                  </a:lnTo>
                  <a:lnTo>
                    <a:pt x="78274" y="1565"/>
                  </a:lnTo>
                  <a:lnTo>
                    <a:pt x="78726" y="1429"/>
                  </a:lnTo>
                  <a:lnTo>
                    <a:pt x="78904" y="1375"/>
                  </a:lnTo>
                  <a:lnTo>
                    <a:pt x="81879" y="480"/>
                  </a:lnTo>
                  <a:lnTo>
                    <a:pt x="83475" y="0"/>
                  </a:lnTo>
                  <a:lnTo>
                    <a:pt x="84490" y="3239"/>
                  </a:lnTo>
                  <a:lnTo>
                    <a:pt x="84977" y="4794"/>
                  </a:lnTo>
                  <a:lnTo>
                    <a:pt x="86637" y="4309"/>
                  </a:lnTo>
                  <a:lnTo>
                    <a:pt x="87246" y="4132"/>
                  </a:lnTo>
                  <a:lnTo>
                    <a:pt x="87630" y="4019"/>
                  </a:lnTo>
                  <a:lnTo>
                    <a:pt x="88460" y="3777"/>
                  </a:lnTo>
                  <a:lnTo>
                    <a:pt x="88864" y="3659"/>
                  </a:lnTo>
                  <a:lnTo>
                    <a:pt x="90230" y="3260"/>
                  </a:lnTo>
                  <a:lnTo>
                    <a:pt x="90924" y="3057"/>
                  </a:lnTo>
                  <a:lnTo>
                    <a:pt x="92684" y="2542"/>
                  </a:lnTo>
                  <a:lnTo>
                    <a:pt x="93304" y="2361"/>
                  </a:lnTo>
                  <a:lnTo>
                    <a:pt x="93702" y="2245"/>
                  </a:lnTo>
                  <a:lnTo>
                    <a:pt x="93864" y="2198"/>
                  </a:lnTo>
                  <a:lnTo>
                    <a:pt x="95837" y="1621"/>
                  </a:lnTo>
                  <a:lnTo>
                    <a:pt x="96685" y="1373"/>
                  </a:lnTo>
                  <a:lnTo>
                    <a:pt x="97183" y="1227"/>
                  </a:lnTo>
                  <a:lnTo>
                    <a:pt x="97369" y="1806"/>
                  </a:lnTo>
                  <a:lnTo>
                    <a:pt x="97756" y="3008"/>
                  </a:lnTo>
                  <a:lnTo>
                    <a:pt x="97868" y="3354"/>
                  </a:lnTo>
                  <a:lnTo>
                    <a:pt x="99035" y="6973"/>
                  </a:lnTo>
                  <a:lnTo>
                    <a:pt x="99268" y="7698"/>
                  </a:lnTo>
                  <a:lnTo>
                    <a:pt x="102815" y="18804"/>
                  </a:lnTo>
                  <a:lnTo>
                    <a:pt x="103916" y="22250"/>
                  </a:lnTo>
                  <a:lnTo>
                    <a:pt x="103989" y="22480"/>
                  </a:lnTo>
                  <a:lnTo>
                    <a:pt x="104303" y="23490"/>
                  </a:lnTo>
                  <a:lnTo>
                    <a:pt x="108646" y="37475"/>
                  </a:lnTo>
                  <a:lnTo>
                    <a:pt x="109714" y="40753"/>
                  </a:lnTo>
                  <a:lnTo>
                    <a:pt x="109749" y="41011"/>
                  </a:lnTo>
                  <a:lnTo>
                    <a:pt x="109350" y="41101"/>
                  </a:lnTo>
                  <a:lnTo>
                    <a:pt x="109170" y="41139"/>
                  </a:lnTo>
                  <a:lnTo>
                    <a:pt x="108958" y="41183"/>
                  </a:lnTo>
                  <a:lnTo>
                    <a:pt x="108461" y="41284"/>
                  </a:lnTo>
                  <a:lnTo>
                    <a:pt x="106400" y="41702"/>
                  </a:lnTo>
                  <a:lnTo>
                    <a:pt x="105826" y="41819"/>
                  </a:lnTo>
                  <a:lnTo>
                    <a:pt x="105164" y="41953"/>
                  </a:lnTo>
                  <a:lnTo>
                    <a:pt x="103250" y="42369"/>
                  </a:lnTo>
                  <a:lnTo>
                    <a:pt x="102844" y="42457"/>
                  </a:lnTo>
                  <a:lnTo>
                    <a:pt x="102577" y="42515"/>
                  </a:lnTo>
                  <a:lnTo>
                    <a:pt x="101186" y="42817"/>
                  </a:lnTo>
                  <a:lnTo>
                    <a:pt x="100758" y="42911"/>
                  </a:lnTo>
                  <a:lnTo>
                    <a:pt x="100424" y="42983"/>
                  </a:lnTo>
                  <a:lnTo>
                    <a:pt x="99462" y="43192"/>
                  </a:lnTo>
                  <a:lnTo>
                    <a:pt x="96569" y="43821"/>
                  </a:lnTo>
                  <a:lnTo>
                    <a:pt x="96173" y="43907"/>
                  </a:lnTo>
                  <a:lnTo>
                    <a:pt x="95778" y="43993"/>
                  </a:lnTo>
                  <a:lnTo>
                    <a:pt x="94910" y="44182"/>
                  </a:lnTo>
                  <a:lnTo>
                    <a:pt x="94477" y="44276"/>
                  </a:lnTo>
                  <a:lnTo>
                    <a:pt x="93850" y="44412"/>
                  </a:lnTo>
                  <a:lnTo>
                    <a:pt x="93458" y="44496"/>
                  </a:lnTo>
                  <a:lnTo>
                    <a:pt x="92884" y="44613"/>
                  </a:lnTo>
                  <a:lnTo>
                    <a:pt x="91982" y="44798"/>
                  </a:lnTo>
                  <a:lnTo>
                    <a:pt x="90974" y="45004"/>
                  </a:lnTo>
                  <a:lnTo>
                    <a:pt x="90842" y="45031"/>
                  </a:lnTo>
                  <a:lnTo>
                    <a:pt x="89182" y="45370"/>
                  </a:lnTo>
                  <a:lnTo>
                    <a:pt x="89019" y="45403"/>
                  </a:lnTo>
                  <a:lnTo>
                    <a:pt x="88358" y="45538"/>
                  </a:lnTo>
                  <a:lnTo>
                    <a:pt x="87573" y="45699"/>
                  </a:lnTo>
                  <a:lnTo>
                    <a:pt x="86441" y="45930"/>
                  </a:lnTo>
                  <a:lnTo>
                    <a:pt x="86218" y="45975"/>
                  </a:lnTo>
                  <a:lnTo>
                    <a:pt x="85463" y="46130"/>
                  </a:lnTo>
                  <a:lnTo>
                    <a:pt x="84915" y="46241"/>
                  </a:lnTo>
                  <a:lnTo>
                    <a:pt x="84662" y="46293"/>
                  </a:lnTo>
                  <a:lnTo>
                    <a:pt x="84258" y="46376"/>
                  </a:lnTo>
                  <a:lnTo>
                    <a:pt x="83594" y="46512"/>
                  </a:lnTo>
                  <a:lnTo>
                    <a:pt x="83273" y="46577"/>
                  </a:lnTo>
                  <a:lnTo>
                    <a:pt x="82768" y="46681"/>
                  </a:lnTo>
                  <a:lnTo>
                    <a:pt x="82408" y="46755"/>
                  </a:lnTo>
                  <a:lnTo>
                    <a:pt x="81915" y="46856"/>
                  </a:lnTo>
                  <a:lnTo>
                    <a:pt x="81447" y="46952"/>
                  </a:lnTo>
                  <a:lnTo>
                    <a:pt x="81142" y="47014"/>
                  </a:lnTo>
                  <a:lnTo>
                    <a:pt x="80783" y="47088"/>
                  </a:lnTo>
                  <a:lnTo>
                    <a:pt x="80540" y="47138"/>
                  </a:lnTo>
                  <a:lnTo>
                    <a:pt x="80384" y="47170"/>
                  </a:lnTo>
                  <a:lnTo>
                    <a:pt x="80180" y="47212"/>
                  </a:lnTo>
                  <a:lnTo>
                    <a:pt x="79530" y="47345"/>
                  </a:lnTo>
                  <a:lnTo>
                    <a:pt x="79387" y="47374"/>
                  </a:lnTo>
                  <a:lnTo>
                    <a:pt x="78698" y="47515"/>
                  </a:lnTo>
                  <a:lnTo>
                    <a:pt x="78495" y="47557"/>
                  </a:lnTo>
                  <a:lnTo>
                    <a:pt x="77437" y="47774"/>
                  </a:lnTo>
                  <a:lnTo>
                    <a:pt x="76705" y="47924"/>
                  </a:lnTo>
                  <a:lnTo>
                    <a:pt x="76512" y="47964"/>
                  </a:lnTo>
                  <a:lnTo>
                    <a:pt x="76289" y="48009"/>
                  </a:lnTo>
                  <a:lnTo>
                    <a:pt x="76028" y="48063"/>
                  </a:lnTo>
                  <a:lnTo>
                    <a:pt x="75622" y="48147"/>
                  </a:lnTo>
                  <a:lnTo>
                    <a:pt x="75324" y="48209"/>
                  </a:lnTo>
                  <a:lnTo>
                    <a:pt x="74497" y="48380"/>
                  </a:lnTo>
                  <a:lnTo>
                    <a:pt x="73719" y="48541"/>
                  </a:lnTo>
                  <a:lnTo>
                    <a:pt x="73458" y="48595"/>
                  </a:lnTo>
                  <a:lnTo>
                    <a:pt x="72518" y="48789"/>
                  </a:lnTo>
                  <a:lnTo>
                    <a:pt x="72184" y="48858"/>
                  </a:lnTo>
                  <a:lnTo>
                    <a:pt x="71943" y="48911"/>
                  </a:lnTo>
                  <a:lnTo>
                    <a:pt x="71399" y="49030"/>
                  </a:lnTo>
                  <a:lnTo>
                    <a:pt x="70732" y="49176"/>
                  </a:lnTo>
                  <a:lnTo>
                    <a:pt x="70534" y="49219"/>
                  </a:lnTo>
                  <a:lnTo>
                    <a:pt x="70115" y="49310"/>
                  </a:lnTo>
                  <a:lnTo>
                    <a:pt x="69650" y="49412"/>
                  </a:lnTo>
                  <a:lnTo>
                    <a:pt x="68957" y="49563"/>
                  </a:lnTo>
                  <a:lnTo>
                    <a:pt x="68680" y="49624"/>
                  </a:lnTo>
                  <a:lnTo>
                    <a:pt x="68231" y="49722"/>
                  </a:lnTo>
                  <a:lnTo>
                    <a:pt x="67839" y="49807"/>
                  </a:lnTo>
                  <a:lnTo>
                    <a:pt x="67484" y="49885"/>
                  </a:lnTo>
                  <a:lnTo>
                    <a:pt x="66879" y="50017"/>
                  </a:lnTo>
                  <a:lnTo>
                    <a:pt x="66700" y="50056"/>
                  </a:lnTo>
                  <a:lnTo>
                    <a:pt x="66207" y="50164"/>
                  </a:lnTo>
                  <a:lnTo>
                    <a:pt x="65235" y="50376"/>
                  </a:lnTo>
                  <a:lnTo>
                    <a:pt x="64324" y="51072"/>
                  </a:lnTo>
                  <a:lnTo>
                    <a:pt x="64150" y="51357"/>
                  </a:lnTo>
                  <a:lnTo>
                    <a:pt x="63929" y="51717"/>
                  </a:lnTo>
                  <a:lnTo>
                    <a:pt x="63787" y="51948"/>
                  </a:lnTo>
                  <a:lnTo>
                    <a:pt x="63592" y="52266"/>
                  </a:lnTo>
                  <a:lnTo>
                    <a:pt x="63281" y="52774"/>
                  </a:lnTo>
                  <a:lnTo>
                    <a:pt x="62881" y="53427"/>
                  </a:lnTo>
                  <a:lnTo>
                    <a:pt x="62677" y="53759"/>
                  </a:lnTo>
                  <a:lnTo>
                    <a:pt x="62566" y="53939"/>
                  </a:lnTo>
                  <a:lnTo>
                    <a:pt x="61386" y="55856"/>
                  </a:lnTo>
                  <a:lnTo>
                    <a:pt x="60593" y="55891"/>
                  </a:lnTo>
                  <a:lnTo>
                    <a:pt x="59170" y="55953"/>
                  </a:lnTo>
                  <a:lnTo>
                    <a:pt x="57903" y="56008"/>
                  </a:lnTo>
                  <a:lnTo>
                    <a:pt x="56819" y="56056"/>
                  </a:lnTo>
                  <a:lnTo>
                    <a:pt x="55720" y="56104"/>
                  </a:lnTo>
                  <a:lnTo>
                    <a:pt x="55389" y="56119"/>
                  </a:lnTo>
                  <a:lnTo>
                    <a:pt x="55044" y="56134"/>
                  </a:lnTo>
                  <a:lnTo>
                    <a:pt x="54740" y="56147"/>
                  </a:lnTo>
                  <a:lnTo>
                    <a:pt x="53231" y="56213"/>
                  </a:lnTo>
                  <a:lnTo>
                    <a:pt x="52951" y="56225"/>
                  </a:lnTo>
                  <a:lnTo>
                    <a:pt x="51548" y="56287"/>
                  </a:lnTo>
                  <a:lnTo>
                    <a:pt x="50824" y="56318"/>
                  </a:lnTo>
                  <a:lnTo>
                    <a:pt x="50135" y="56349"/>
                  </a:lnTo>
                  <a:lnTo>
                    <a:pt x="48611" y="56415"/>
                  </a:lnTo>
                  <a:lnTo>
                    <a:pt x="48190" y="56434"/>
                  </a:lnTo>
                  <a:lnTo>
                    <a:pt x="47687" y="56196"/>
                  </a:lnTo>
                  <a:lnTo>
                    <a:pt x="47673" y="55578"/>
                  </a:lnTo>
                  <a:lnTo>
                    <a:pt x="47660" y="55158"/>
                  </a:lnTo>
                  <a:lnTo>
                    <a:pt x="47652" y="54922"/>
                  </a:lnTo>
                  <a:lnTo>
                    <a:pt x="47631" y="54263"/>
                  </a:lnTo>
                  <a:lnTo>
                    <a:pt x="47615" y="53746"/>
                  </a:lnTo>
                  <a:lnTo>
                    <a:pt x="47598" y="53230"/>
                  </a:lnTo>
                  <a:lnTo>
                    <a:pt x="47531" y="51121"/>
                  </a:lnTo>
                  <a:lnTo>
                    <a:pt x="47505" y="50315"/>
                  </a:lnTo>
                  <a:lnTo>
                    <a:pt x="45440" y="47799"/>
                  </a:lnTo>
                  <a:lnTo>
                    <a:pt x="45251" y="47568"/>
                  </a:lnTo>
                  <a:lnTo>
                    <a:pt x="43576" y="45528"/>
                  </a:lnTo>
                  <a:lnTo>
                    <a:pt x="43126" y="45244"/>
                  </a:lnTo>
                  <a:lnTo>
                    <a:pt x="42782" y="45027"/>
                  </a:lnTo>
                  <a:lnTo>
                    <a:pt x="42326" y="44739"/>
                  </a:lnTo>
                  <a:lnTo>
                    <a:pt x="41866" y="44448"/>
                  </a:lnTo>
                  <a:lnTo>
                    <a:pt x="41718" y="44355"/>
                  </a:lnTo>
                  <a:lnTo>
                    <a:pt x="41360" y="4412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2892016" y="5361410"/>
              <a:ext cx="72505" cy="53931"/>
            </a:xfrm>
            <a:custGeom>
              <a:avLst/>
              <a:pathLst>
                <a:path w="72505" h="53931">
                  <a:moveTo>
                    <a:pt x="39850" y="41551"/>
                  </a:moveTo>
                  <a:lnTo>
                    <a:pt x="37605" y="42375"/>
                  </a:lnTo>
                  <a:lnTo>
                    <a:pt x="37183" y="42529"/>
                  </a:lnTo>
                  <a:lnTo>
                    <a:pt x="36670" y="42718"/>
                  </a:lnTo>
                  <a:lnTo>
                    <a:pt x="36381" y="42823"/>
                  </a:lnTo>
                  <a:lnTo>
                    <a:pt x="35781" y="43044"/>
                  </a:lnTo>
                  <a:lnTo>
                    <a:pt x="35153" y="43274"/>
                  </a:lnTo>
                  <a:lnTo>
                    <a:pt x="34417" y="43544"/>
                  </a:lnTo>
                  <a:lnTo>
                    <a:pt x="34050" y="43679"/>
                  </a:lnTo>
                  <a:lnTo>
                    <a:pt x="33906" y="43731"/>
                  </a:lnTo>
                  <a:lnTo>
                    <a:pt x="33152" y="44008"/>
                  </a:lnTo>
                  <a:lnTo>
                    <a:pt x="32781" y="44144"/>
                  </a:lnTo>
                  <a:lnTo>
                    <a:pt x="31670" y="44552"/>
                  </a:lnTo>
                  <a:lnTo>
                    <a:pt x="31493" y="44616"/>
                  </a:lnTo>
                  <a:lnTo>
                    <a:pt x="31303" y="44686"/>
                  </a:lnTo>
                  <a:lnTo>
                    <a:pt x="31001" y="44797"/>
                  </a:lnTo>
                  <a:lnTo>
                    <a:pt x="30863" y="44847"/>
                  </a:lnTo>
                  <a:lnTo>
                    <a:pt x="30628" y="44934"/>
                  </a:lnTo>
                  <a:lnTo>
                    <a:pt x="29561" y="43633"/>
                  </a:lnTo>
                  <a:lnTo>
                    <a:pt x="28632" y="42500"/>
                  </a:lnTo>
                  <a:lnTo>
                    <a:pt x="28249" y="42032"/>
                  </a:lnTo>
                  <a:lnTo>
                    <a:pt x="27847" y="42301"/>
                  </a:lnTo>
                  <a:lnTo>
                    <a:pt x="27467" y="42555"/>
                  </a:lnTo>
                  <a:lnTo>
                    <a:pt x="26321" y="43321"/>
                  </a:lnTo>
                  <a:lnTo>
                    <a:pt x="25309" y="43997"/>
                  </a:lnTo>
                  <a:lnTo>
                    <a:pt x="24842" y="44292"/>
                  </a:lnTo>
                  <a:lnTo>
                    <a:pt x="24213" y="44691"/>
                  </a:lnTo>
                  <a:lnTo>
                    <a:pt x="23355" y="45234"/>
                  </a:lnTo>
                  <a:lnTo>
                    <a:pt x="23033" y="45439"/>
                  </a:lnTo>
                  <a:lnTo>
                    <a:pt x="21623" y="46332"/>
                  </a:lnTo>
                  <a:lnTo>
                    <a:pt x="20128" y="47279"/>
                  </a:lnTo>
                  <a:lnTo>
                    <a:pt x="19979" y="47373"/>
                  </a:lnTo>
                  <a:lnTo>
                    <a:pt x="18639" y="48222"/>
                  </a:lnTo>
                  <a:lnTo>
                    <a:pt x="18446" y="48345"/>
                  </a:lnTo>
                  <a:lnTo>
                    <a:pt x="17379" y="49021"/>
                  </a:lnTo>
                  <a:lnTo>
                    <a:pt x="16564" y="49537"/>
                  </a:lnTo>
                  <a:lnTo>
                    <a:pt x="14037" y="51138"/>
                  </a:lnTo>
                  <a:lnTo>
                    <a:pt x="13430" y="51523"/>
                  </a:lnTo>
                  <a:lnTo>
                    <a:pt x="12548" y="52081"/>
                  </a:lnTo>
                  <a:lnTo>
                    <a:pt x="10222" y="53555"/>
                  </a:lnTo>
                  <a:lnTo>
                    <a:pt x="10024" y="53680"/>
                  </a:lnTo>
                  <a:lnTo>
                    <a:pt x="9629" y="53931"/>
                  </a:lnTo>
                  <a:lnTo>
                    <a:pt x="8695" y="52053"/>
                  </a:lnTo>
                  <a:lnTo>
                    <a:pt x="7430" y="49510"/>
                  </a:lnTo>
                  <a:lnTo>
                    <a:pt x="6678" y="47999"/>
                  </a:lnTo>
                  <a:lnTo>
                    <a:pt x="6563" y="47768"/>
                  </a:lnTo>
                  <a:lnTo>
                    <a:pt x="6472" y="47583"/>
                  </a:lnTo>
                  <a:lnTo>
                    <a:pt x="5688" y="46009"/>
                  </a:lnTo>
                  <a:lnTo>
                    <a:pt x="5215" y="45059"/>
                  </a:lnTo>
                  <a:lnTo>
                    <a:pt x="4119" y="42855"/>
                  </a:lnTo>
                  <a:lnTo>
                    <a:pt x="4041" y="42697"/>
                  </a:lnTo>
                  <a:lnTo>
                    <a:pt x="3577" y="41764"/>
                  </a:lnTo>
                  <a:lnTo>
                    <a:pt x="3047" y="40700"/>
                  </a:lnTo>
                  <a:lnTo>
                    <a:pt x="2688" y="39963"/>
                  </a:lnTo>
                  <a:lnTo>
                    <a:pt x="1833" y="37818"/>
                  </a:lnTo>
                  <a:lnTo>
                    <a:pt x="1228" y="36299"/>
                  </a:lnTo>
                  <a:lnTo>
                    <a:pt x="941" y="35579"/>
                  </a:lnTo>
                  <a:lnTo>
                    <a:pt x="861" y="34857"/>
                  </a:lnTo>
                  <a:lnTo>
                    <a:pt x="791" y="34220"/>
                  </a:lnTo>
                  <a:lnTo>
                    <a:pt x="706" y="33454"/>
                  </a:lnTo>
                  <a:lnTo>
                    <a:pt x="668" y="33106"/>
                  </a:lnTo>
                  <a:lnTo>
                    <a:pt x="555" y="32090"/>
                  </a:lnTo>
                  <a:lnTo>
                    <a:pt x="405" y="27731"/>
                  </a:lnTo>
                  <a:lnTo>
                    <a:pt x="385" y="27133"/>
                  </a:lnTo>
                  <a:lnTo>
                    <a:pt x="364" y="26538"/>
                  </a:lnTo>
                  <a:lnTo>
                    <a:pt x="302" y="24732"/>
                  </a:lnTo>
                  <a:lnTo>
                    <a:pt x="260" y="23510"/>
                  </a:lnTo>
                  <a:lnTo>
                    <a:pt x="207" y="21970"/>
                  </a:lnTo>
                  <a:lnTo>
                    <a:pt x="169" y="20866"/>
                  </a:lnTo>
                  <a:lnTo>
                    <a:pt x="157" y="20500"/>
                  </a:lnTo>
                  <a:lnTo>
                    <a:pt x="139" y="19984"/>
                  </a:lnTo>
                  <a:lnTo>
                    <a:pt x="120" y="19450"/>
                  </a:lnTo>
                  <a:lnTo>
                    <a:pt x="89" y="18527"/>
                  </a:lnTo>
                  <a:lnTo>
                    <a:pt x="30" y="16810"/>
                  </a:lnTo>
                  <a:lnTo>
                    <a:pt x="0" y="15454"/>
                  </a:lnTo>
                  <a:lnTo>
                    <a:pt x="481" y="15432"/>
                  </a:lnTo>
                  <a:lnTo>
                    <a:pt x="902" y="15414"/>
                  </a:lnTo>
                  <a:lnTo>
                    <a:pt x="2426" y="15347"/>
                  </a:lnTo>
                  <a:lnTo>
                    <a:pt x="3115" y="15317"/>
                  </a:lnTo>
                  <a:lnTo>
                    <a:pt x="3839" y="15285"/>
                  </a:lnTo>
                  <a:lnTo>
                    <a:pt x="5337" y="15220"/>
                  </a:lnTo>
                  <a:lnTo>
                    <a:pt x="5523" y="15212"/>
                  </a:lnTo>
                  <a:lnTo>
                    <a:pt x="7183" y="15139"/>
                  </a:lnTo>
                  <a:lnTo>
                    <a:pt x="7336" y="15132"/>
                  </a:lnTo>
                  <a:lnTo>
                    <a:pt x="7681" y="15117"/>
                  </a:lnTo>
                  <a:lnTo>
                    <a:pt x="8011" y="15103"/>
                  </a:lnTo>
                  <a:lnTo>
                    <a:pt x="9110" y="15055"/>
                  </a:lnTo>
                  <a:lnTo>
                    <a:pt x="10194" y="15007"/>
                  </a:lnTo>
                  <a:lnTo>
                    <a:pt x="11461" y="14952"/>
                  </a:lnTo>
                  <a:lnTo>
                    <a:pt x="12884" y="14889"/>
                  </a:lnTo>
                  <a:lnTo>
                    <a:pt x="14746" y="13119"/>
                  </a:lnTo>
                  <a:lnTo>
                    <a:pt x="14879" y="12902"/>
                  </a:lnTo>
                  <a:lnTo>
                    <a:pt x="15023" y="12668"/>
                  </a:lnTo>
                  <a:lnTo>
                    <a:pt x="15427" y="12009"/>
                  </a:lnTo>
                  <a:lnTo>
                    <a:pt x="15713" y="11543"/>
                  </a:lnTo>
                  <a:lnTo>
                    <a:pt x="15983" y="11102"/>
                  </a:lnTo>
                  <a:lnTo>
                    <a:pt x="16095" y="10919"/>
                  </a:lnTo>
                  <a:lnTo>
                    <a:pt x="16274" y="10627"/>
                  </a:lnTo>
                  <a:lnTo>
                    <a:pt x="16502" y="10255"/>
                  </a:lnTo>
                  <a:lnTo>
                    <a:pt x="17394" y="9404"/>
                  </a:lnTo>
                  <a:lnTo>
                    <a:pt x="18353" y="9194"/>
                  </a:lnTo>
                  <a:lnTo>
                    <a:pt x="18839" y="9088"/>
                  </a:lnTo>
                  <a:lnTo>
                    <a:pt x="18991" y="9055"/>
                  </a:lnTo>
                  <a:lnTo>
                    <a:pt x="19377" y="8971"/>
                  </a:lnTo>
                  <a:lnTo>
                    <a:pt x="19784" y="8882"/>
                  </a:lnTo>
                  <a:lnTo>
                    <a:pt x="20130" y="8806"/>
                  </a:lnTo>
                  <a:lnTo>
                    <a:pt x="20602" y="8703"/>
                  </a:lnTo>
                  <a:lnTo>
                    <a:pt x="20971" y="8623"/>
                  </a:lnTo>
                  <a:lnTo>
                    <a:pt x="21477" y="8512"/>
                  </a:lnTo>
                  <a:lnTo>
                    <a:pt x="21988" y="8400"/>
                  </a:lnTo>
                  <a:lnTo>
                    <a:pt x="22505" y="8287"/>
                  </a:lnTo>
                  <a:lnTo>
                    <a:pt x="22825" y="8218"/>
                  </a:lnTo>
                  <a:lnTo>
                    <a:pt x="23023" y="8174"/>
                  </a:lnTo>
                  <a:lnTo>
                    <a:pt x="23691" y="8029"/>
                  </a:lnTo>
                  <a:lnTo>
                    <a:pt x="24263" y="7904"/>
                  </a:lnTo>
                  <a:lnTo>
                    <a:pt x="24516" y="7849"/>
                  </a:lnTo>
                  <a:lnTo>
                    <a:pt x="24809" y="7788"/>
                  </a:lnTo>
                  <a:lnTo>
                    <a:pt x="25749" y="7594"/>
                  </a:lnTo>
                  <a:lnTo>
                    <a:pt x="26011" y="7540"/>
                  </a:lnTo>
                  <a:lnTo>
                    <a:pt x="26788" y="7379"/>
                  </a:lnTo>
                  <a:lnTo>
                    <a:pt x="27615" y="7208"/>
                  </a:lnTo>
                  <a:lnTo>
                    <a:pt x="27913" y="7146"/>
                  </a:lnTo>
                  <a:lnTo>
                    <a:pt x="28320" y="7062"/>
                  </a:lnTo>
                  <a:lnTo>
                    <a:pt x="28580" y="7008"/>
                  </a:lnTo>
                  <a:lnTo>
                    <a:pt x="28803" y="6962"/>
                  </a:lnTo>
                  <a:lnTo>
                    <a:pt x="29103" y="6901"/>
                  </a:lnTo>
                  <a:lnTo>
                    <a:pt x="29728" y="6773"/>
                  </a:lnTo>
                  <a:lnTo>
                    <a:pt x="30787" y="6556"/>
                  </a:lnTo>
                  <a:lnTo>
                    <a:pt x="31050" y="6502"/>
                  </a:lnTo>
                  <a:lnTo>
                    <a:pt x="31678" y="6373"/>
                  </a:lnTo>
                  <a:lnTo>
                    <a:pt x="32081" y="6290"/>
                  </a:lnTo>
                  <a:lnTo>
                    <a:pt x="32471" y="6210"/>
                  </a:lnTo>
                  <a:lnTo>
                    <a:pt x="32675" y="6168"/>
                  </a:lnTo>
                  <a:lnTo>
                    <a:pt x="32831" y="6136"/>
                  </a:lnTo>
                  <a:lnTo>
                    <a:pt x="33074" y="6087"/>
                  </a:lnTo>
                  <a:lnTo>
                    <a:pt x="33460" y="6007"/>
                  </a:lnTo>
                  <a:lnTo>
                    <a:pt x="33863" y="5925"/>
                  </a:lnTo>
                  <a:lnTo>
                    <a:pt x="34442" y="5806"/>
                  </a:lnTo>
                  <a:lnTo>
                    <a:pt x="34699" y="5753"/>
                  </a:lnTo>
                  <a:lnTo>
                    <a:pt x="35059" y="5680"/>
                  </a:lnTo>
                  <a:lnTo>
                    <a:pt x="35736" y="5541"/>
                  </a:lnTo>
                  <a:lnTo>
                    <a:pt x="36133" y="5459"/>
                  </a:lnTo>
                  <a:lnTo>
                    <a:pt x="36549" y="5374"/>
                  </a:lnTo>
                  <a:lnTo>
                    <a:pt x="36953" y="5292"/>
                  </a:lnTo>
                  <a:lnTo>
                    <a:pt x="37206" y="5240"/>
                  </a:lnTo>
                  <a:lnTo>
                    <a:pt x="37754" y="5128"/>
                  </a:lnTo>
                  <a:lnTo>
                    <a:pt x="38509" y="4974"/>
                  </a:lnTo>
                  <a:lnTo>
                    <a:pt x="38793" y="4916"/>
                  </a:lnTo>
                  <a:lnTo>
                    <a:pt x="39864" y="4697"/>
                  </a:lnTo>
                  <a:lnTo>
                    <a:pt x="40653" y="4536"/>
                  </a:lnTo>
                  <a:lnTo>
                    <a:pt x="41310" y="4402"/>
                  </a:lnTo>
                  <a:lnTo>
                    <a:pt x="41598" y="4343"/>
                  </a:lnTo>
                  <a:lnTo>
                    <a:pt x="43133" y="4029"/>
                  </a:lnTo>
                  <a:lnTo>
                    <a:pt x="43265" y="4002"/>
                  </a:lnTo>
                  <a:lnTo>
                    <a:pt x="44273" y="3796"/>
                  </a:lnTo>
                  <a:lnTo>
                    <a:pt x="45175" y="3612"/>
                  </a:lnTo>
                  <a:lnTo>
                    <a:pt x="45833" y="3478"/>
                  </a:lnTo>
                  <a:lnTo>
                    <a:pt x="46141" y="3411"/>
                  </a:lnTo>
                  <a:lnTo>
                    <a:pt x="46768" y="3274"/>
                  </a:lnTo>
                  <a:lnTo>
                    <a:pt x="47201" y="3180"/>
                  </a:lnTo>
                  <a:lnTo>
                    <a:pt x="48069" y="2992"/>
                  </a:lnTo>
                  <a:lnTo>
                    <a:pt x="48508" y="2896"/>
                  </a:lnTo>
                  <a:lnTo>
                    <a:pt x="48860" y="2820"/>
                  </a:lnTo>
                  <a:lnTo>
                    <a:pt x="51852" y="2169"/>
                  </a:lnTo>
                  <a:lnTo>
                    <a:pt x="52715" y="1982"/>
                  </a:lnTo>
                  <a:lnTo>
                    <a:pt x="53049" y="1909"/>
                  </a:lnTo>
                  <a:lnTo>
                    <a:pt x="53477" y="1816"/>
                  </a:lnTo>
                  <a:lnTo>
                    <a:pt x="54868" y="1514"/>
                  </a:lnTo>
                  <a:lnTo>
                    <a:pt x="55135" y="1456"/>
                  </a:lnTo>
                  <a:lnTo>
                    <a:pt x="55541" y="1367"/>
                  </a:lnTo>
                  <a:lnTo>
                    <a:pt x="57455" y="952"/>
                  </a:lnTo>
                  <a:lnTo>
                    <a:pt x="58117" y="817"/>
                  </a:lnTo>
                  <a:lnTo>
                    <a:pt x="58691" y="701"/>
                  </a:lnTo>
                  <a:lnTo>
                    <a:pt x="60752" y="283"/>
                  </a:lnTo>
                  <a:lnTo>
                    <a:pt x="61249" y="182"/>
                  </a:lnTo>
                  <a:lnTo>
                    <a:pt x="61461" y="137"/>
                  </a:lnTo>
                  <a:lnTo>
                    <a:pt x="61641" y="100"/>
                  </a:lnTo>
                  <a:lnTo>
                    <a:pt x="62086" y="0"/>
                  </a:lnTo>
                  <a:lnTo>
                    <a:pt x="62634" y="1682"/>
                  </a:lnTo>
                  <a:lnTo>
                    <a:pt x="62712" y="1920"/>
                  </a:lnTo>
                  <a:lnTo>
                    <a:pt x="63139" y="3232"/>
                  </a:lnTo>
                  <a:lnTo>
                    <a:pt x="63334" y="3829"/>
                  </a:lnTo>
                  <a:lnTo>
                    <a:pt x="64264" y="6685"/>
                  </a:lnTo>
                  <a:lnTo>
                    <a:pt x="64355" y="6963"/>
                  </a:lnTo>
                  <a:lnTo>
                    <a:pt x="64655" y="7976"/>
                  </a:lnTo>
                  <a:lnTo>
                    <a:pt x="65433" y="10605"/>
                  </a:lnTo>
                  <a:lnTo>
                    <a:pt x="65984" y="12467"/>
                  </a:lnTo>
                  <a:lnTo>
                    <a:pt x="66339" y="13667"/>
                  </a:lnTo>
                  <a:lnTo>
                    <a:pt x="66394" y="13852"/>
                  </a:lnTo>
                  <a:lnTo>
                    <a:pt x="66783" y="15165"/>
                  </a:lnTo>
                  <a:lnTo>
                    <a:pt x="66897" y="15550"/>
                  </a:lnTo>
                  <a:lnTo>
                    <a:pt x="67051" y="16025"/>
                  </a:lnTo>
                  <a:lnTo>
                    <a:pt x="67958" y="18818"/>
                  </a:lnTo>
                  <a:lnTo>
                    <a:pt x="68376" y="20105"/>
                  </a:lnTo>
                  <a:lnTo>
                    <a:pt x="68843" y="21544"/>
                  </a:lnTo>
                  <a:lnTo>
                    <a:pt x="70474" y="26570"/>
                  </a:lnTo>
                  <a:lnTo>
                    <a:pt x="70614" y="27000"/>
                  </a:lnTo>
                  <a:lnTo>
                    <a:pt x="70842" y="27733"/>
                  </a:lnTo>
                  <a:lnTo>
                    <a:pt x="71400" y="29521"/>
                  </a:lnTo>
                  <a:lnTo>
                    <a:pt x="72159" y="31955"/>
                  </a:lnTo>
                  <a:lnTo>
                    <a:pt x="72505" y="33280"/>
                  </a:lnTo>
                  <a:lnTo>
                    <a:pt x="72122" y="33379"/>
                  </a:lnTo>
                  <a:lnTo>
                    <a:pt x="71226" y="33609"/>
                  </a:lnTo>
                  <a:lnTo>
                    <a:pt x="70195" y="33875"/>
                  </a:lnTo>
                  <a:lnTo>
                    <a:pt x="69606" y="34026"/>
                  </a:lnTo>
                  <a:lnTo>
                    <a:pt x="69317" y="34101"/>
                  </a:lnTo>
                  <a:lnTo>
                    <a:pt x="68681" y="34263"/>
                  </a:lnTo>
                  <a:lnTo>
                    <a:pt x="68163" y="34382"/>
                  </a:lnTo>
                  <a:lnTo>
                    <a:pt x="67718" y="34484"/>
                  </a:lnTo>
                  <a:lnTo>
                    <a:pt x="66598" y="34741"/>
                  </a:lnTo>
                  <a:lnTo>
                    <a:pt x="66161" y="34841"/>
                  </a:lnTo>
                  <a:lnTo>
                    <a:pt x="65910" y="34899"/>
                  </a:lnTo>
                  <a:lnTo>
                    <a:pt x="65098" y="35085"/>
                  </a:lnTo>
                  <a:lnTo>
                    <a:pt x="64452" y="35233"/>
                  </a:lnTo>
                  <a:lnTo>
                    <a:pt x="63599" y="35429"/>
                  </a:lnTo>
                  <a:lnTo>
                    <a:pt x="63447" y="35464"/>
                  </a:lnTo>
                  <a:lnTo>
                    <a:pt x="61498" y="35911"/>
                  </a:lnTo>
                  <a:lnTo>
                    <a:pt x="60950" y="36037"/>
                  </a:lnTo>
                  <a:lnTo>
                    <a:pt x="60493" y="36141"/>
                  </a:lnTo>
                  <a:lnTo>
                    <a:pt x="59391" y="36394"/>
                  </a:lnTo>
                  <a:lnTo>
                    <a:pt x="58493" y="36600"/>
                  </a:lnTo>
                  <a:lnTo>
                    <a:pt x="58351" y="36633"/>
                  </a:lnTo>
                  <a:lnTo>
                    <a:pt x="56922" y="36961"/>
                  </a:lnTo>
                  <a:lnTo>
                    <a:pt x="56667" y="37019"/>
                  </a:lnTo>
                  <a:lnTo>
                    <a:pt x="56527" y="37051"/>
                  </a:lnTo>
                  <a:lnTo>
                    <a:pt x="55528" y="37281"/>
                  </a:lnTo>
                  <a:lnTo>
                    <a:pt x="55270" y="37340"/>
                  </a:lnTo>
                  <a:lnTo>
                    <a:pt x="54437" y="37531"/>
                  </a:lnTo>
                  <a:lnTo>
                    <a:pt x="53733" y="37692"/>
                  </a:lnTo>
                  <a:lnTo>
                    <a:pt x="53540" y="37737"/>
                  </a:lnTo>
                  <a:lnTo>
                    <a:pt x="52582" y="37956"/>
                  </a:lnTo>
                  <a:lnTo>
                    <a:pt x="52226" y="38038"/>
                  </a:lnTo>
                  <a:lnTo>
                    <a:pt x="51058" y="38306"/>
                  </a:lnTo>
                  <a:lnTo>
                    <a:pt x="50144" y="38516"/>
                  </a:lnTo>
                  <a:lnTo>
                    <a:pt x="49664" y="38626"/>
                  </a:lnTo>
                  <a:lnTo>
                    <a:pt x="49438" y="38678"/>
                  </a:lnTo>
                  <a:lnTo>
                    <a:pt x="48295" y="38940"/>
                  </a:lnTo>
                  <a:lnTo>
                    <a:pt x="47721" y="39072"/>
                  </a:lnTo>
                  <a:lnTo>
                    <a:pt x="47168" y="39199"/>
                  </a:lnTo>
                  <a:lnTo>
                    <a:pt x="46879" y="39266"/>
                  </a:lnTo>
                  <a:lnTo>
                    <a:pt x="46676" y="39331"/>
                  </a:lnTo>
                  <a:lnTo>
                    <a:pt x="45156" y="39818"/>
                  </a:lnTo>
                  <a:lnTo>
                    <a:pt x="44718" y="39958"/>
                  </a:lnTo>
                  <a:lnTo>
                    <a:pt x="44403" y="40059"/>
                  </a:lnTo>
                  <a:lnTo>
                    <a:pt x="44221" y="40117"/>
                  </a:lnTo>
                  <a:lnTo>
                    <a:pt x="43551" y="40331"/>
                  </a:lnTo>
                  <a:lnTo>
                    <a:pt x="42619" y="40629"/>
                  </a:lnTo>
                  <a:lnTo>
                    <a:pt x="42106" y="40794"/>
                  </a:lnTo>
                  <a:lnTo>
                    <a:pt x="40612" y="4127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2901646" y="5394790"/>
              <a:ext cx="67285" cy="54386"/>
            </a:xfrm>
            <a:custGeom>
              <a:avLst/>
              <a:pathLst>
                <a:path w="67285" h="54386">
                  <a:moveTo>
                    <a:pt x="65394" y="10380"/>
                  </a:moveTo>
                  <a:lnTo>
                    <a:pt x="65745" y="12505"/>
                  </a:lnTo>
                  <a:lnTo>
                    <a:pt x="65944" y="13713"/>
                  </a:lnTo>
                  <a:lnTo>
                    <a:pt x="66019" y="14161"/>
                  </a:lnTo>
                  <a:lnTo>
                    <a:pt x="66486" y="17065"/>
                  </a:lnTo>
                  <a:lnTo>
                    <a:pt x="66563" y="17542"/>
                  </a:lnTo>
                  <a:lnTo>
                    <a:pt x="66720" y="18393"/>
                  </a:lnTo>
                  <a:lnTo>
                    <a:pt x="66823" y="18953"/>
                  </a:lnTo>
                  <a:lnTo>
                    <a:pt x="66856" y="19132"/>
                  </a:lnTo>
                  <a:lnTo>
                    <a:pt x="66900" y="19368"/>
                  </a:lnTo>
                  <a:lnTo>
                    <a:pt x="67011" y="21519"/>
                  </a:lnTo>
                  <a:lnTo>
                    <a:pt x="67059" y="22435"/>
                  </a:lnTo>
                  <a:lnTo>
                    <a:pt x="67092" y="23082"/>
                  </a:lnTo>
                  <a:lnTo>
                    <a:pt x="67189" y="24958"/>
                  </a:lnTo>
                  <a:lnTo>
                    <a:pt x="67213" y="26502"/>
                  </a:lnTo>
                  <a:lnTo>
                    <a:pt x="67239" y="28284"/>
                  </a:lnTo>
                  <a:lnTo>
                    <a:pt x="67285" y="31350"/>
                  </a:lnTo>
                  <a:lnTo>
                    <a:pt x="67263" y="31739"/>
                  </a:lnTo>
                  <a:lnTo>
                    <a:pt x="67014" y="36007"/>
                  </a:lnTo>
                  <a:lnTo>
                    <a:pt x="66965" y="36845"/>
                  </a:lnTo>
                  <a:lnTo>
                    <a:pt x="66484" y="41205"/>
                  </a:lnTo>
                  <a:lnTo>
                    <a:pt x="66354" y="42381"/>
                  </a:lnTo>
                  <a:lnTo>
                    <a:pt x="65251" y="49406"/>
                  </a:lnTo>
                  <a:lnTo>
                    <a:pt x="64450" y="54386"/>
                  </a:lnTo>
                  <a:lnTo>
                    <a:pt x="60031" y="53439"/>
                  </a:lnTo>
                  <a:lnTo>
                    <a:pt x="58031" y="53010"/>
                  </a:lnTo>
                  <a:lnTo>
                    <a:pt x="57605" y="52919"/>
                  </a:lnTo>
                  <a:lnTo>
                    <a:pt x="56333" y="52646"/>
                  </a:lnTo>
                  <a:lnTo>
                    <a:pt x="55838" y="52569"/>
                  </a:lnTo>
                  <a:lnTo>
                    <a:pt x="55158" y="52464"/>
                  </a:lnTo>
                  <a:lnTo>
                    <a:pt x="54544" y="52369"/>
                  </a:lnTo>
                  <a:lnTo>
                    <a:pt x="49573" y="51598"/>
                  </a:lnTo>
                  <a:lnTo>
                    <a:pt x="47268" y="51241"/>
                  </a:lnTo>
                  <a:lnTo>
                    <a:pt x="46708" y="51154"/>
                  </a:lnTo>
                  <a:lnTo>
                    <a:pt x="46028" y="51048"/>
                  </a:lnTo>
                  <a:lnTo>
                    <a:pt x="45545" y="50974"/>
                  </a:lnTo>
                  <a:lnTo>
                    <a:pt x="45032" y="50894"/>
                  </a:lnTo>
                  <a:lnTo>
                    <a:pt x="44428" y="50800"/>
                  </a:lnTo>
                  <a:lnTo>
                    <a:pt x="44203" y="50765"/>
                  </a:lnTo>
                  <a:lnTo>
                    <a:pt x="42278" y="50432"/>
                  </a:lnTo>
                  <a:lnTo>
                    <a:pt x="41800" y="50349"/>
                  </a:lnTo>
                  <a:lnTo>
                    <a:pt x="41114" y="50230"/>
                  </a:lnTo>
                  <a:lnTo>
                    <a:pt x="40674" y="50154"/>
                  </a:lnTo>
                  <a:lnTo>
                    <a:pt x="40163" y="50065"/>
                  </a:lnTo>
                  <a:lnTo>
                    <a:pt x="39726" y="49990"/>
                  </a:lnTo>
                  <a:lnTo>
                    <a:pt x="39231" y="49904"/>
                  </a:lnTo>
                  <a:lnTo>
                    <a:pt x="38509" y="49779"/>
                  </a:lnTo>
                  <a:lnTo>
                    <a:pt x="37314" y="49572"/>
                  </a:lnTo>
                  <a:lnTo>
                    <a:pt x="36581" y="49445"/>
                  </a:lnTo>
                  <a:lnTo>
                    <a:pt x="35832" y="49315"/>
                  </a:lnTo>
                  <a:lnTo>
                    <a:pt x="33832" y="48969"/>
                  </a:lnTo>
                  <a:lnTo>
                    <a:pt x="33070" y="48837"/>
                  </a:lnTo>
                  <a:lnTo>
                    <a:pt x="31112" y="48505"/>
                  </a:lnTo>
                  <a:lnTo>
                    <a:pt x="28748" y="48105"/>
                  </a:lnTo>
                  <a:lnTo>
                    <a:pt x="26598" y="47741"/>
                  </a:lnTo>
                  <a:lnTo>
                    <a:pt x="23872" y="47279"/>
                  </a:lnTo>
                  <a:lnTo>
                    <a:pt x="21622" y="46898"/>
                  </a:lnTo>
                  <a:lnTo>
                    <a:pt x="20528" y="46713"/>
                  </a:lnTo>
                  <a:lnTo>
                    <a:pt x="19979" y="46620"/>
                  </a:lnTo>
                  <a:lnTo>
                    <a:pt x="18391" y="46351"/>
                  </a:lnTo>
                  <a:lnTo>
                    <a:pt x="17748" y="46242"/>
                  </a:lnTo>
                  <a:lnTo>
                    <a:pt x="17458" y="46142"/>
                  </a:lnTo>
                  <a:lnTo>
                    <a:pt x="17154" y="45859"/>
                  </a:lnTo>
                  <a:lnTo>
                    <a:pt x="14097" y="43021"/>
                  </a:lnTo>
                  <a:lnTo>
                    <a:pt x="13904" y="42842"/>
                  </a:lnTo>
                  <a:lnTo>
                    <a:pt x="12774" y="41793"/>
                  </a:lnTo>
                  <a:lnTo>
                    <a:pt x="12607" y="41637"/>
                  </a:lnTo>
                  <a:lnTo>
                    <a:pt x="12438" y="41481"/>
                  </a:lnTo>
                  <a:lnTo>
                    <a:pt x="11688" y="40388"/>
                  </a:lnTo>
                  <a:lnTo>
                    <a:pt x="10901" y="39240"/>
                  </a:lnTo>
                  <a:lnTo>
                    <a:pt x="10392" y="38498"/>
                  </a:lnTo>
                  <a:lnTo>
                    <a:pt x="9658" y="37430"/>
                  </a:lnTo>
                  <a:lnTo>
                    <a:pt x="9236" y="36814"/>
                  </a:lnTo>
                  <a:lnTo>
                    <a:pt x="8781" y="36152"/>
                  </a:lnTo>
                  <a:lnTo>
                    <a:pt x="7749" y="34647"/>
                  </a:lnTo>
                  <a:lnTo>
                    <a:pt x="6062" y="32189"/>
                  </a:lnTo>
                  <a:lnTo>
                    <a:pt x="3662" y="28692"/>
                  </a:lnTo>
                  <a:lnTo>
                    <a:pt x="3547" y="28458"/>
                  </a:lnTo>
                  <a:lnTo>
                    <a:pt x="2066" y="25454"/>
                  </a:lnTo>
                  <a:lnTo>
                    <a:pt x="1050" y="23394"/>
                  </a:lnTo>
                  <a:lnTo>
                    <a:pt x="804" y="22727"/>
                  </a:lnTo>
                  <a:lnTo>
                    <a:pt x="525" y="21973"/>
                  </a:lnTo>
                  <a:lnTo>
                    <a:pt x="0" y="20551"/>
                  </a:lnTo>
                  <a:lnTo>
                    <a:pt x="394" y="20301"/>
                  </a:lnTo>
                  <a:lnTo>
                    <a:pt x="693" y="20112"/>
                  </a:lnTo>
                  <a:lnTo>
                    <a:pt x="2919" y="18702"/>
                  </a:lnTo>
                  <a:lnTo>
                    <a:pt x="3800" y="18143"/>
                  </a:lnTo>
                  <a:lnTo>
                    <a:pt x="4407" y="17759"/>
                  </a:lnTo>
                  <a:lnTo>
                    <a:pt x="6934" y="16158"/>
                  </a:lnTo>
                  <a:lnTo>
                    <a:pt x="7859" y="15572"/>
                  </a:lnTo>
                  <a:lnTo>
                    <a:pt x="8816" y="14966"/>
                  </a:lnTo>
                  <a:lnTo>
                    <a:pt x="9009" y="14843"/>
                  </a:lnTo>
                  <a:lnTo>
                    <a:pt x="10350" y="13994"/>
                  </a:lnTo>
                  <a:lnTo>
                    <a:pt x="10498" y="13900"/>
                  </a:lnTo>
                  <a:lnTo>
                    <a:pt x="12174" y="12838"/>
                  </a:lnTo>
                  <a:lnTo>
                    <a:pt x="13403" y="12059"/>
                  </a:lnTo>
                  <a:lnTo>
                    <a:pt x="13725" y="11855"/>
                  </a:lnTo>
                  <a:lnTo>
                    <a:pt x="14584" y="11311"/>
                  </a:lnTo>
                  <a:lnTo>
                    <a:pt x="15213" y="10913"/>
                  </a:lnTo>
                  <a:lnTo>
                    <a:pt x="15706" y="10600"/>
                  </a:lnTo>
                  <a:lnTo>
                    <a:pt x="16691" y="9942"/>
                  </a:lnTo>
                  <a:lnTo>
                    <a:pt x="17837" y="9176"/>
                  </a:lnTo>
                  <a:lnTo>
                    <a:pt x="18218" y="8921"/>
                  </a:lnTo>
                  <a:lnTo>
                    <a:pt x="18628" y="8664"/>
                  </a:lnTo>
                  <a:lnTo>
                    <a:pt x="19003" y="9120"/>
                  </a:lnTo>
                  <a:lnTo>
                    <a:pt x="19932" y="10253"/>
                  </a:lnTo>
                  <a:lnTo>
                    <a:pt x="20998" y="11555"/>
                  </a:lnTo>
                  <a:lnTo>
                    <a:pt x="21234" y="11468"/>
                  </a:lnTo>
                  <a:lnTo>
                    <a:pt x="21371" y="11418"/>
                  </a:lnTo>
                  <a:lnTo>
                    <a:pt x="21673" y="11307"/>
                  </a:lnTo>
                  <a:lnTo>
                    <a:pt x="21863" y="11237"/>
                  </a:lnTo>
                  <a:lnTo>
                    <a:pt x="22093" y="11153"/>
                  </a:lnTo>
                  <a:lnTo>
                    <a:pt x="23151" y="10765"/>
                  </a:lnTo>
                  <a:lnTo>
                    <a:pt x="23542" y="10621"/>
                  </a:lnTo>
                  <a:lnTo>
                    <a:pt x="24276" y="10352"/>
                  </a:lnTo>
                  <a:lnTo>
                    <a:pt x="24420" y="10299"/>
                  </a:lnTo>
                  <a:lnTo>
                    <a:pt x="24787" y="10165"/>
                  </a:lnTo>
                  <a:lnTo>
                    <a:pt x="25523" y="9895"/>
                  </a:lnTo>
                  <a:lnTo>
                    <a:pt x="26151" y="9664"/>
                  </a:lnTo>
                  <a:lnTo>
                    <a:pt x="26751" y="9444"/>
                  </a:lnTo>
                  <a:lnTo>
                    <a:pt x="27040" y="9338"/>
                  </a:lnTo>
                  <a:lnTo>
                    <a:pt x="27554" y="9150"/>
                  </a:lnTo>
                  <a:lnTo>
                    <a:pt x="27975" y="8996"/>
                  </a:lnTo>
                  <a:lnTo>
                    <a:pt x="30220" y="8172"/>
                  </a:lnTo>
                  <a:lnTo>
                    <a:pt x="30982" y="7893"/>
                  </a:lnTo>
                  <a:lnTo>
                    <a:pt x="32476" y="7414"/>
                  </a:lnTo>
                  <a:lnTo>
                    <a:pt x="32989" y="7250"/>
                  </a:lnTo>
                  <a:lnTo>
                    <a:pt x="33930" y="6949"/>
                  </a:lnTo>
                  <a:lnTo>
                    <a:pt x="34591" y="6738"/>
                  </a:lnTo>
                  <a:lnTo>
                    <a:pt x="34773" y="6680"/>
                  </a:lnTo>
                  <a:lnTo>
                    <a:pt x="35088" y="6579"/>
                  </a:lnTo>
                  <a:lnTo>
                    <a:pt x="35526" y="6439"/>
                  </a:lnTo>
                  <a:lnTo>
                    <a:pt x="37114" y="5930"/>
                  </a:lnTo>
                  <a:lnTo>
                    <a:pt x="37249" y="5887"/>
                  </a:lnTo>
                  <a:lnTo>
                    <a:pt x="37538" y="5819"/>
                  </a:lnTo>
                  <a:lnTo>
                    <a:pt x="38091" y="5693"/>
                  </a:lnTo>
                  <a:lnTo>
                    <a:pt x="38665" y="5561"/>
                  </a:lnTo>
                  <a:lnTo>
                    <a:pt x="39808" y="5299"/>
                  </a:lnTo>
                  <a:lnTo>
                    <a:pt x="40034" y="5247"/>
                  </a:lnTo>
                  <a:lnTo>
                    <a:pt x="40514" y="5137"/>
                  </a:lnTo>
                  <a:lnTo>
                    <a:pt x="41437" y="4925"/>
                  </a:lnTo>
                  <a:lnTo>
                    <a:pt x="42596" y="4659"/>
                  </a:lnTo>
                  <a:lnTo>
                    <a:pt x="43024" y="4561"/>
                  </a:lnTo>
                  <a:lnTo>
                    <a:pt x="43910" y="4358"/>
                  </a:lnTo>
                  <a:lnTo>
                    <a:pt x="44103" y="4313"/>
                  </a:lnTo>
                  <a:lnTo>
                    <a:pt x="44808" y="4152"/>
                  </a:lnTo>
                  <a:lnTo>
                    <a:pt x="45640" y="3961"/>
                  </a:lnTo>
                  <a:lnTo>
                    <a:pt x="45898" y="3901"/>
                  </a:lnTo>
                  <a:lnTo>
                    <a:pt x="46898" y="3672"/>
                  </a:lnTo>
                  <a:lnTo>
                    <a:pt x="47037" y="3640"/>
                  </a:lnTo>
                  <a:lnTo>
                    <a:pt x="47293" y="3581"/>
                  </a:lnTo>
                  <a:lnTo>
                    <a:pt x="48721" y="3254"/>
                  </a:lnTo>
                  <a:lnTo>
                    <a:pt x="48864" y="3221"/>
                  </a:lnTo>
                  <a:lnTo>
                    <a:pt x="49761" y="3015"/>
                  </a:lnTo>
                  <a:lnTo>
                    <a:pt x="50863" y="2762"/>
                  </a:lnTo>
                  <a:lnTo>
                    <a:pt x="51320" y="2657"/>
                  </a:lnTo>
                  <a:lnTo>
                    <a:pt x="51868" y="2532"/>
                  </a:lnTo>
                  <a:lnTo>
                    <a:pt x="53817" y="2085"/>
                  </a:lnTo>
                  <a:lnTo>
                    <a:pt x="53969" y="2050"/>
                  </a:lnTo>
                  <a:lnTo>
                    <a:pt x="54912" y="1833"/>
                  </a:lnTo>
                  <a:lnTo>
                    <a:pt x="55509" y="1696"/>
                  </a:lnTo>
                  <a:lnTo>
                    <a:pt x="56281" y="1519"/>
                  </a:lnTo>
                  <a:lnTo>
                    <a:pt x="56621" y="1441"/>
                  </a:lnTo>
                  <a:lnTo>
                    <a:pt x="56968" y="1362"/>
                  </a:lnTo>
                  <a:lnTo>
                    <a:pt x="58088" y="1105"/>
                  </a:lnTo>
                  <a:lnTo>
                    <a:pt x="58534" y="1003"/>
                  </a:lnTo>
                  <a:lnTo>
                    <a:pt x="59199" y="847"/>
                  </a:lnTo>
                  <a:lnTo>
                    <a:pt x="59687" y="722"/>
                  </a:lnTo>
                  <a:lnTo>
                    <a:pt x="59976" y="647"/>
                  </a:lnTo>
                  <a:lnTo>
                    <a:pt x="60565" y="496"/>
                  </a:lnTo>
                  <a:lnTo>
                    <a:pt x="61597" y="230"/>
                  </a:lnTo>
                  <a:lnTo>
                    <a:pt x="62493" y="0"/>
                  </a:lnTo>
                  <a:lnTo>
                    <a:pt x="62976" y="8"/>
                  </a:lnTo>
                  <a:lnTo>
                    <a:pt x="63056" y="264"/>
                  </a:lnTo>
                  <a:lnTo>
                    <a:pt x="63179" y="716"/>
                  </a:lnTo>
                  <a:lnTo>
                    <a:pt x="63360" y="1383"/>
                  </a:lnTo>
                  <a:lnTo>
                    <a:pt x="63622" y="2345"/>
                  </a:lnTo>
                  <a:lnTo>
                    <a:pt x="63912" y="3412"/>
                  </a:lnTo>
                  <a:lnTo>
                    <a:pt x="64211" y="4513"/>
                  </a:lnTo>
                  <a:lnTo>
                    <a:pt x="64434" y="5332"/>
                  </a:lnTo>
                  <a:lnTo>
                    <a:pt x="64514" y="5627"/>
                  </a:lnTo>
                  <a:lnTo>
                    <a:pt x="64701" y="6315"/>
                  </a:lnTo>
                  <a:lnTo>
                    <a:pt x="64812" y="6724"/>
                  </a:lnTo>
                  <a:lnTo>
                    <a:pt x="64850" y="6864"/>
                  </a:lnTo>
                  <a:lnTo>
                    <a:pt x="65002" y="7848"/>
                  </a:lnTo>
                  <a:lnTo>
                    <a:pt x="65043" y="8109"/>
                  </a:lnTo>
                  <a:lnTo>
                    <a:pt x="65160" y="88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3121423" y="5352113"/>
              <a:ext cx="53099" cy="64775"/>
            </a:xfrm>
            <a:custGeom>
              <a:avLst/>
              <a:pathLst>
                <a:path w="53099" h="64775">
                  <a:moveTo>
                    <a:pt x="9084" y="62292"/>
                  </a:moveTo>
                  <a:lnTo>
                    <a:pt x="4878" y="64775"/>
                  </a:lnTo>
                  <a:lnTo>
                    <a:pt x="2660" y="60612"/>
                  </a:lnTo>
                  <a:lnTo>
                    <a:pt x="2227" y="59801"/>
                  </a:lnTo>
                  <a:lnTo>
                    <a:pt x="1917" y="59219"/>
                  </a:lnTo>
                  <a:lnTo>
                    <a:pt x="0" y="55620"/>
                  </a:lnTo>
                  <a:lnTo>
                    <a:pt x="3933" y="53700"/>
                  </a:lnTo>
                  <a:lnTo>
                    <a:pt x="3071" y="52161"/>
                  </a:lnTo>
                  <a:lnTo>
                    <a:pt x="2990" y="52017"/>
                  </a:lnTo>
                  <a:lnTo>
                    <a:pt x="2462" y="50936"/>
                  </a:lnTo>
                  <a:lnTo>
                    <a:pt x="2614" y="50777"/>
                  </a:lnTo>
                  <a:lnTo>
                    <a:pt x="2493" y="49775"/>
                  </a:lnTo>
                  <a:lnTo>
                    <a:pt x="2014" y="48947"/>
                  </a:lnTo>
                  <a:lnTo>
                    <a:pt x="1733" y="48461"/>
                  </a:lnTo>
                  <a:lnTo>
                    <a:pt x="1036" y="47019"/>
                  </a:lnTo>
                  <a:lnTo>
                    <a:pt x="720" y="46448"/>
                  </a:lnTo>
                  <a:lnTo>
                    <a:pt x="1224" y="45982"/>
                  </a:lnTo>
                  <a:lnTo>
                    <a:pt x="4237" y="43086"/>
                  </a:lnTo>
                  <a:lnTo>
                    <a:pt x="4928" y="42474"/>
                  </a:lnTo>
                  <a:lnTo>
                    <a:pt x="5532" y="41937"/>
                  </a:lnTo>
                  <a:lnTo>
                    <a:pt x="6568" y="40904"/>
                  </a:lnTo>
                  <a:lnTo>
                    <a:pt x="6932" y="40541"/>
                  </a:lnTo>
                  <a:lnTo>
                    <a:pt x="8080" y="39395"/>
                  </a:lnTo>
                  <a:lnTo>
                    <a:pt x="8976" y="38786"/>
                  </a:lnTo>
                  <a:lnTo>
                    <a:pt x="9496" y="38410"/>
                  </a:lnTo>
                  <a:lnTo>
                    <a:pt x="12213" y="35842"/>
                  </a:lnTo>
                  <a:lnTo>
                    <a:pt x="12381" y="35684"/>
                  </a:lnTo>
                  <a:lnTo>
                    <a:pt x="12807" y="35281"/>
                  </a:lnTo>
                  <a:lnTo>
                    <a:pt x="13324" y="34792"/>
                  </a:lnTo>
                  <a:lnTo>
                    <a:pt x="15959" y="32123"/>
                  </a:lnTo>
                  <a:lnTo>
                    <a:pt x="13706" y="28501"/>
                  </a:lnTo>
                  <a:lnTo>
                    <a:pt x="13245" y="27266"/>
                  </a:lnTo>
                  <a:lnTo>
                    <a:pt x="13553" y="26961"/>
                  </a:lnTo>
                  <a:lnTo>
                    <a:pt x="13980" y="26513"/>
                  </a:lnTo>
                  <a:lnTo>
                    <a:pt x="14431" y="26041"/>
                  </a:lnTo>
                  <a:lnTo>
                    <a:pt x="17154" y="24031"/>
                  </a:lnTo>
                  <a:lnTo>
                    <a:pt x="17995" y="23411"/>
                  </a:lnTo>
                  <a:lnTo>
                    <a:pt x="18529" y="23028"/>
                  </a:lnTo>
                  <a:lnTo>
                    <a:pt x="19245" y="22514"/>
                  </a:lnTo>
                  <a:lnTo>
                    <a:pt x="21321" y="20941"/>
                  </a:lnTo>
                  <a:lnTo>
                    <a:pt x="22273" y="20220"/>
                  </a:lnTo>
                  <a:lnTo>
                    <a:pt x="22791" y="19837"/>
                  </a:lnTo>
                  <a:lnTo>
                    <a:pt x="23702" y="19165"/>
                  </a:lnTo>
                  <a:lnTo>
                    <a:pt x="25712" y="17671"/>
                  </a:lnTo>
                  <a:lnTo>
                    <a:pt x="27240" y="16535"/>
                  </a:lnTo>
                  <a:lnTo>
                    <a:pt x="27721" y="16210"/>
                  </a:lnTo>
                  <a:lnTo>
                    <a:pt x="28561" y="15641"/>
                  </a:lnTo>
                  <a:lnTo>
                    <a:pt x="29599" y="14906"/>
                  </a:lnTo>
                  <a:lnTo>
                    <a:pt x="32155" y="13093"/>
                  </a:lnTo>
                  <a:lnTo>
                    <a:pt x="33302" y="12246"/>
                  </a:lnTo>
                  <a:lnTo>
                    <a:pt x="33734" y="11927"/>
                  </a:lnTo>
                  <a:lnTo>
                    <a:pt x="35426" y="10677"/>
                  </a:lnTo>
                  <a:lnTo>
                    <a:pt x="36896" y="9596"/>
                  </a:lnTo>
                  <a:lnTo>
                    <a:pt x="37766" y="8956"/>
                  </a:lnTo>
                  <a:lnTo>
                    <a:pt x="40338" y="7065"/>
                  </a:lnTo>
                  <a:lnTo>
                    <a:pt x="42436" y="5523"/>
                  </a:lnTo>
                  <a:lnTo>
                    <a:pt x="44819" y="3797"/>
                  </a:lnTo>
                  <a:lnTo>
                    <a:pt x="46328" y="2815"/>
                  </a:lnTo>
                  <a:lnTo>
                    <a:pt x="47341" y="2155"/>
                  </a:lnTo>
                  <a:lnTo>
                    <a:pt x="48513" y="1392"/>
                  </a:lnTo>
                  <a:lnTo>
                    <a:pt x="50654" y="0"/>
                  </a:lnTo>
                  <a:lnTo>
                    <a:pt x="50917" y="1152"/>
                  </a:lnTo>
                  <a:lnTo>
                    <a:pt x="51131" y="3855"/>
                  </a:lnTo>
                  <a:lnTo>
                    <a:pt x="51313" y="7377"/>
                  </a:lnTo>
                  <a:lnTo>
                    <a:pt x="51333" y="7530"/>
                  </a:lnTo>
                  <a:lnTo>
                    <a:pt x="51601" y="9558"/>
                  </a:lnTo>
                  <a:lnTo>
                    <a:pt x="51597" y="10141"/>
                  </a:lnTo>
                  <a:lnTo>
                    <a:pt x="51590" y="11064"/>
                  </a:lnTo>
                  <a:lnTo>
                    <a:pt x="51318" y="13836"/>
                  </a:lnTo>
                  <a:lnTo>
                    <a:pt x="51302" y="15566"/>
                  </a:lnTo>
                  <a:lnTo>
                    <a:pt x="51302" y="17889"/>
                  </a:lnTo>
                  <a:lnTo>
                    <a:pt x="51110" y="20837"/>
                  </a:lnTo>
                  <a:lnTo>
                    <a:pt x="51038" y="21725"/>
                  </a:lnTo>
                  <a:lnTo>
                    <a:pt x="50892" y="23525"/>
                  </a:lnTo>
                  <a:lnTo>
                    <a:pt x="50853" y="24009"/>
                  </a:lnTo>
                  <a:lnTo>
                    <a:pt x="50549" y="26428"/>
                  </a:lnTo>
                  <a:lnTo>
                    <a:pt x="50266" y="28111"/>
                  </a:lnTo>
                  <a:lnTo>
                    <a:pt x="50233" y="28341"/>
                  </a:lnTo>
                  <a:lnTo>
                    <a:pt x="50152" y="28915"/>
                  </a:lnTo>
                  <a:lnTo>
                    <a:pt x="50154" y="29189"/>
                  </a:lnTo>
                  <a:lnTo>
                    <a:pt x="50224" y="29476"/>
                  </a:lnTo>
                  <a:lnTo>
                    <a:pt x="50359" y="30029"/>
                  </a:lnTo>
                  <a:lnTo>
                    <a:pt x="50760" y="30982"/>
                  </a:lnTo>
                  <a:lnTo>
                    <a:pt x="51193" y="31845"/>
                  </a:lnTo>
                  <a:lnTo>
                    <a:pt x="51962" y="32910"/>
                  </a:lnTo>
                  <a:lnTo>
                    <a:pt x="52386" y="33687"/>
                  </a:lnTo>
                  <a:lnTo>
                    <a:pt x="53099" y="34985"/>
                  </a:lnTo>
                  <a:lnTo>
                    <a:pt x="50776" y="37564"/>
                  </a:lnTo>
                  <a:lnTo>
                    <a:pt x="50218" y="38120"/>
                  </a:lnTo>
                  <a:lnTo>
                    <a:pt x="49661" y="38675"/>
                  </a:lnTo>
                  <a:lnTo>
                    <a:pt x="48728" y="39603"/>
                  </a:lnTo>
                  <a:lnTo>
                    <a:pt x="47809" y="40126"/>
                  </a:lnTo>
                  <a:lnTo>
                    <a:pt x="45748" y="41301"/>
                  </a:lnTo>
                  <a:lnTo>
                    <a:pt x="45363" y="41515"/>
                  </a:lnTo>
                  <a:lnTo>
                    <a:pt x="44573" y="41953"/>
                  </a:lnTo>
                  <a:lnTo>
                    <a:pt x="41497" y="43736"/>
                  </a:lnTo>
                  <a:lnTo>
                    <a:pt x="41082" y="43973"/>
                  </a:lnTo>
                  <a:lnTo>
                    <a:pt x="39136" y="45082"/>
                  </a:lnTo>
                  <a:lnTo>
                    <a:pt x="38422" y="45476"/>
                  </a:lnTo>
                  <a:lnTo>
                    <a:pt x="36586" y="46491"/>
                  </a:lnTo>
                  <a:lnTo>
                    <a:pt x="33785" y="48351"/>
                  </a:lnTo>
                  <a:lnTo>
                    <a:pt x="31639" y="49590"/>
                  </a:lnTo>
                  <a:lnTo>
                    <a:pt x="28979" y="51074"/>
                  </a:lnTo>
                  <a:lnTo>
                    <a:pt x="27544" y="51883"/>
                  </a:lnTo>
                  <a:lnTo>
                    <a:pt x="27369" y="52003"/>
                  </a:lnTo>
                  <a:lnTo>
                    <a:pt x="25882" y="53018"/>
                  </a:lnTo>
                  <a:lnTo>
                    <a:pt x="23061" y="54541"/>
                  </a:lnTo>
                  <a:lnTo>
                    <a:pt x="22646" y="54765"/>
                  </a:lnTo>
                  <a:lnTo>
                    <a:pt x="21951" y="55140"/>
                  </a:lnTo>
                  <a:lnTo>
                    <a:pt x="18747" y="56935"/>
                  </a:lnTo>
                  <a:lnTo>
                    <a:pt x="18124" y="57276"/>
                  </a:lnTo>
                  <a:lnTo>
                    <a:pt x="17374" y="57686"/>
                  </a:lnTo>
                  <a:lnTo>
                    <a:pt x="12439" y="60490"/>
                  </a:lnTo>
                  <a:lnTo>
                    <a:pt x="12181" y="60637"/>
                  </a:lnTo>
                  <a:lnTo>
                    <a:pt x="9346" y="621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1626842" y="2551475"/>
              <a:ext cx="96274" cy="130489"/>
            </a:xfrm>
            <a:custGeom>
              <a:avLst/>
              <a:pathLst>
                <a:path w="96274" h="130489">
                  <a:moveTo>
                    <a:pt x="77660" y="93505"/>
                  </a:moveTo>
                  <a:lnTo>
                    <a:pt x="77209" y="94445"/>
                  </a:lnTo>
                  <a:lnTo>
                    <a:pt x="76851" y="95126"/>
                  </a:lnTo>
                  <a:lnTo>
                    <a:pt x="76008" y="96729"/>
                  </a:lnTo>
                  <a:lnTo>
                    <a:pt x="75081" y="98491"/>
                  </a:lnTo>
                  <a:lnTo>
                    <a:pt x="74558" y="99486"/>
                  </a:lnTo>
                  <a:lnTo>
                    <a:pt x="73860" y="100813"/>
                  </a:lnTo>
                  <a:lnTo>
                    <a:pt x="72999" y="103283"/>
                  </a:lnTo>
                  <a:lnTo>
                    <a:pt x="72630" y="104341"/>
                  </a:lnTo>
                  <a:lnTo>
                    <a:pt x="72549" y="104574"/>
                  </a:lnTo>
                  <a:lnTo>
                    <a:pt x="71779" y="106783"/>
                  </a:lnTo>
                  <a:lnTo>
                    <a:pt x="71002" y="109013"/>
                  </a:lnTo>
                  <a:lnTo>
                    <a:pt x="70893" y="109324"/>
                  </a:lnTo>
                  <a:lnTo>
                    <a:pt x="70832" y="109669"/>
                  </a:lnTo>
                  <a:lnTo>
                    <a:pt x="70557" y="111210"/>
                  </a:lnTo>
                  <a:lnTo>
                    <a:pt x="70141" y="113549"/>
                  </a:lnTo>
                  <a:lnTo>
                    <a:pt x="69844" y="115218"/>
                  </a:lnTo>
                  <a:lnTo>
                    <a:pt x="69039" y="119737"/>
                  </a:lnTo>
                  <a:lnTo>
                    <a:pt x="68743" y="119740"/>
                  </a:lnTo>
                  <a:lnTo>
                    <a:pt x="67886" y="119747"/>
                  </a:lnTo>
                  <a:lnTo>
                    <a:pt x="63864" y="119779"/>
                  </a:lnTo>
                  <a:lnTo>
                    <a:pt x="62436" y="118865"/>
                  </a:lnTo>
                  <a:lnTo>
                    <a:pt x="61841" y="118484"/>
                  </a:lnTo>
                  <a:lnTo>
                    <a:pt x="61359" y="118175"/>
                  </a:lnTo>
                  <a:lnTo>
                    <a:pt x="60299" y="117496"/>
                  </a:lnTo>
                  <a:lnTo>
                    <a:pt x="60156" y="117367"/>
                  </a:lnTo>
                  <a:lnTo>
                    <a:pt x="59704" y="116961"/>
                  </a:lnTo>
                  <a:lnTo>
                    <a:pt x="58851" y="116193"/>
                  </a:lnTo>
                  <a:lnTo>
                    <a:pt x="58473" y="115853"/>
                  </a:lnTo>
                  <a:lnTo>
                    <a:pt x="58043" y="115522"/>
                  </a:lnTo>
                  <a:lnTo>
                    <a:pt x="57492" y="115098"/>
                  </a:lnTo>
                  <a:lnTo>
                    <a:pt x="54832" y="113051"/>
                  </a:lnTo>
                  <a:lnTo>
                    <a:pt x="54399" y="112717"/>
                  </a:lnTo>
                  <a:lnTo>
                    <a:pt x="54245" y="112564"/>
                  </a:lnTo>
                  <a:lnTo>
                    <a:pt x="53945" y="112264"/>
                  </a:lnTo>
                  <a:lnTo>
                    <a:pt x="53639" y="112733"/>
                  </a:lnTo>
                  <a:lnTo>
                    <a:pt x="52096" y="115098"/>
                  </a:lnTo>
                  <a:lnTo>
                    <a:pt x="51328" y="116274"/>
                  </a:lnTo>
                  <a:lnTo>
                    <a:pt x="50839" y="117025"/>
                  </a:lnTo>
                  <a:lnTo>
                    <a:pt x="49139" y="119928"/>
                  </a:lnTo>
                  <a:lnTo>
                    <a:pt x="48345" y="121286"/>
                  </a:lnTo>
                  <a:lnTo>
                    <a:pt x="46988" y="123536"/>
                  </a:lnTo>
                  <a:lnTo>
                    <a:pt x="45666" y="125728"/>
                  </a:lnTo>
                  <a:lnTo>
                    <a:pt x="44524" y="127330"/>
                  </a:lnTo>
                  <a:lnTo>
                    <a:pt x="43755" y="128184"/>
                  </a:lnTo>
                  <a:lnTo>
                    <a:pt x="43433" y="128499"/>
                  </a:lnTo>
                  <a:lnTo>
                    <a:pt x="41403" y="130489"/>
                  </a:lnTo>
                  <a:lnTo>
                    <a:pt x="38916" y="128499"/>
                  </a:lnTo>
                  <a:lnTo>
                    <a:pt x="38311" y="128016"/>
                  </a:lnTo>
                  <a:lnTo>
                    <a:pt x="36777" y="126306"/>
                  </a:lnTo>
                  <a:lnTo>
                    <a:pt x="35287" y="124750"/>
                  </a:lnTo>
                  <a:lnTo>
                    <a:pt x="34113" y="123536"/>
                  </a:lnTo>
                  <a:lnTo>
                    <a:pt x="33526" y="122929"/>
                  </a:lnTo>
                  <a:lnTo>
                    <a:pt x="31473" y="120805"/>
                  </a:lnTo>
                  <a:lnTo>
                    <a:pt x="30336" y="119528"/>
                  </a:lnTo>
                  <a:lnTo>
                    <a:pt x="29698" y="118810"/>
                  </a:lnTo>
                  <a:lnTo>
                    <a:pt x="27186" y="116279"/>
                  </a:lnTo>
                  <a:lnTo>
                    <a:pt x="26936" y="116027"/>
                  </a:lnTo>
                  <a:lnTo>
                    <a:pt x="24043" y="112820"/>
                  </a:lnTo>
                  <a:lnTo>
                    <a:pt x="23146" y="111826"/>
                  </a:lnTo>
                  <a:lnTo>
                    <a:pt x="20916" y="109354"/>
                  </a:lnTo>
                  <a:lnTo>
                    <a:pt x="18617" y="106806"/>
                  </a:lnTo>
                  <a:lnTo>
                    <a:pt x="18038" y="106164"/>
                  </a:lnTo>
                  <a:lnTo>
                    <a:pt x="17884" y="105992"/>
                  </a:lnTo>
                  <a:lnTo>
                    <a:pt x="17748" y="105841"/>
                  </a:lnTo>
                  <a:lnTo>
                    <a:pt x="16084" y="103985"/>
                  </a:lnTo>
                  <a:lnTo>
                    <a:pt x="15901" y="103781"/>
                  </a:lnTo>
                  <a:lnTo>
                    <a:pt x="14103" y="101944"/>
                  </a:lnTo>
                  <a:lnTo>
                    <a:pt x="10849" y="98493"/>
                  </a:lnTo>
                  <a:lnTo>
                    <a:pt x="10413" y="97992"/>
                  </a:lnTo>
                  <a:lnTo>
                    <a:pt x="10061" y="97608"/>
                  </a:lnTo>
                  <a:lnTo>
                    <a:pt x="7112" y="94389"/>
                  </a:lnTo>
                  <a:lnTo>
                    <a:pt x="6624" y="93837"/>
                  </a:lnTo>
                  <a:lnTo>
                    <a:pt x="6211" y="94217"/>
                  </a:lnTo>
                  <a:lnTo>
                    <a:pt x="4668" y="92334"/>
                  </a:lnTo>
                  <a:lnTo>
                    <a:pt x="2339" y="89609"/>
                  </a:lnTo>
                  <a:lnTo>
                    <a:pt x="926" y="87771"/>
                  </a:lnTo>
                  <a:lnTo>
                    <a:pt x="0" y="86219"/>
                  </a:lnTo>
                  <a:lnTo>
                    <a:pt x="1721" y="85291"/>
                  </a:lnTo>
                  <a:lnTo>
                    <a:pt x="4935" y="83558"/>
                  </a:lnTo>
                  <a:lnTo>
                    <a:pt x="6120" y="82919"/>
                  </a:lnTo>
                  <a:lnTo>
                    <a:pt x="6751" y="82579"/>
                  </a:lnTo>
                  <a:lnTo>
                    <a:pt x="7655" y="82092"/>
                  </a:lnTo>
                  <a:lnTo>
                    <a:pt x="10680" y="80461"/>
                  </a:lnTo>
                  <a:lnTo>
                    <a:pt x="20522" y="74586"/>
                  </a:lnTo>
                  <a:lnTo>
                    <a:pt x="20800" y="74419"/>
                  </a:lnTo>
                  <a:lnTo>
                    <a:pt x="25096" y="71263"/>
                  </a:lnTo>
                  <a:lnTo>
                    <a:pt x="25239" y="71137"/>
                  </a:lnTo>
                  <a:lnTo>
                    <a:pt x="28734" y="68061"/>
                  </a:lnTo>
                  <a:lnTo>
                    <a:pt x="29536" y="67355"/>
                  </a:lnTo>
                  <a:lnTo>
                    <a:pt x="35505" y="62105"/>
                  </a:lnTo>
                  <a:lnTo>
                    <a:pt x="43840" y="54611"/>
                  </a:lnTo>
                  <a:lnTo>
                    <a:pt x="46929" y="51833"/>
                  </a:lnTo>
                  <a:lnTo>
                    <a:pt x="51680" y="47562"/>
                  </a:lnTo>
                  <a:lnTo>
                    <a:pt x="55198" y="44399"/>
                  </a:lnTo>
                  <a:lnTo>
                    <a:pt x="56477" y="42901"/>
                  </a:lnTo>
                  <a:lnTo>
                    <a:pt x="58269" y="40803"/>
                  </a:lnTo>
                  <a:lnTo>
                    <a:pt x="59425" y="38920"/>
                  </a:lnTo>
                  <a:lnTo>
                    <a:pt x="66873" y="26785"/>
                  </a:lnTo>
                  <a:lnTo>
                    <a:pt x="67046" y="26528"/>
                  </a:lnTo>
                  <a:lnTo>
                    <a:pt x="67659" y="25617"/>
                  </a:lnTo>
                  <a:lnTo>
                    <a:pt x="68810" y="23103"/>
                  </a:lnTo>
                  <a:lnTo>
                    <a:pt x="70834" y="19735"/>
                  </a:lnTo>
                  <a:lnTo>
                    <a:pt x="72463" y="16888"/>
                  </a:lnTo>
                  <a:lnTo>
                    <a:pt x="73188" y="15795"/>
                  </a:lnTo>
                  <a:lnTo>
                    <a:pt x="75558" y="12221"/>
                  </a:lnTo>
                  <a:lnTo>
                    <a:pt x="78916" y="8270"/>
                  </a:lnTo>
                  <a:lnTo>
                    <a:pt x="80217" y="6743"/>
                  </a:lnTo>
                  <a:lnTo>
                    <a:pt x="80448" y="6539"/>
                  </a:lnTo>
                  <a:lnTo>
                    <a:pt x="82535" y="4695"/>
                  </a:lnTo>
                  <a:lnTo>
                    <a:pt x="86832" y="1185"/>
                  </a:lnTo>
                  <a:lnTo>
                    <a:pt x="88283" y="0"/>
                  </a:lnTo>
                  <a:lnTo>
                    <a:pt x="89573" y="2877"/>
                  </a:lnTo>
                  <a:lnTo>
                    <a:pt x="89949" y="3716"/>
                  </a:lnTo>
                  <a:lnTo>
                    <a:pt x="90133" y="6746"/>
                  </a:lnTo>
                  <a:lnTo>
                    <a:pt x="90160" y="7200"/>
                  </a:lnTo>
                  <a:lnTo>
                    <a:pt x="90303" y="9563"/>
                  </a:lnTo>
                  <a:lnTo>
                    <a:pt x="90732" y="16665"/>
                  </a:lnTo>
                  <a:lnTo>
                    <a:pt x="90757" y="17077"/>
                  </a:lnTo>
                  <a:lnTo>
                    <a:pt x="90884" y="19181"/>
                  </a:lnTo>
                  <a:lnTo>
                    <a:pt x="90956" y="19882"/>
                  </a:lnTo>
                  <a:lnTo>
                    <a:pt x="90546" y="22664"/>
                  </a:lnTo>
                  <a:lnTo>
                    <a:pt x="90328" y="23308"/>
                  </a:lnTo>
                  <a:lnTo>
                    <a:pt x="90155" y="23821"/>
                  </a:lnTo>
                  <a:lnTo>
                    <a:pt x="90033" y="24181"/>
                  </a:lnTo>
                  <a:lnTo>
                    <a:pt x="89764" y="24979"/>
                  </a:lnTo>
                  <a:lnTo>
                    <a:pt x="93121" y="25821"/>
                  </a:lnTo>
                  <a:lnTo>
                    <a:pt x="94723" y="27642"/>
                  </a:lnTo>
                  <a:lnTo>
                    <a:pt x="95418" y="28017"/>
                  </a:lnTo>
                  <a:lnTo>
                    <a:pt x="95521" y="29077"/>
                  </a:lnTo>
                  <a:lnTo>
                    <a:pt x="95561" y="29496"/>
                  </a:lnTo>
                  <a:lnTo>
                    <a:pt x="96274" y="36876"/>
                  </a:lnTo>
                  <a:lnTo>
                    <a:pt x="96170" y="37969"/>
                  </a:lnTo>
                  <a:lnTo>
                    <a:pt x="95847" y="41361"/>
                  </a:lnTo>
                  <a:lnTo>
                    <a:pt x="95451" y="43067"/>
                  </a:lnTo>
                  <a:lnTo>
                    <a:pt x="95361" y="43455"/>
                  </a:lnTo>
                  <a:lnTo>
                    <a:pt x="94789" y="45919"/>
                  </a:lnTo>
                  <a:lnTo>
                    <a:pt x="94728" y="46183"/>
                  </a:lnTo>
                  <a:lnTo>
                    <a:pt x="94499" y="47168"/>
                  </a:lnTo>
                  <a:lnTo>
                    <a:pt x="94459" y="47343"/>
                  </a:lnTo>
                  <a:lnTo>
                    <a:pt x="94355" y="47672"/>
                  </a:lnTo>
                  <a:lnTo>
                    <a:pt x="93606" y="50060"/>
                  </a:lnTo>
                  <a:lnTo>
                    <a:pt x="93532" y="50296"/>
                  </a:lnTo>
                  <a:lnTo>
                    <a:pt x="93383" y="50771"/>
                  </a:lnTo>
                  <a:lnTo>
                    <a:pt x="92693" y="52970"/>
                  </a:lnTo>
                  <a:lnTo>
                    <a:pt x="91028" y="58280"/>
                  </a:lnTo>
                  <a:lnTo>
                    <a:pt x="89934" y="61849"/>
                  </a:lnTo>
                  <a:lnTo>
                    <a:pt x="88426" y="66768"/>
                  </a:lnTo>
                  <a:lnTo>
                    <a:pt x="87783" y="68864"/>
                  </a:lnTo>
                  <a:lnTo>
                    <a:pt x="87280" y="70132"/>
                  </a:lnTo>
                  <a:lnTo>
                    <a:pt x="86556" y="71953"/>
                  </a:lnTo>
                  <a:lnTo>
                    <a:pt x="86239" y="72752"/>
                  </a:lnTo>
                  <a:lnTo>
                    <a:pt x="85838" y="73762"/>
                  </a:lnTo>
                  <a:lnTo>
                    <a:pt x="84793" y="76394"/>
                  </a:lnTo>
                  <a:lnTo>
                    <a:pt x="84532" y="77115"/>
                  </a:lnTo>
                  <a:lnTo>
                    <a:pt x="83222" y="80746"/>
                  </a:lnTo>
                  <a:lnTo>
                    <a:pt x="83134" y="80988"/>
                  </a:lnTo>
                  <a:lnTo>
                    <a:pt x="82906" y="81620"/>
                  </a:lnTo>
                  <a:lnTo>
                    <a:pt x="82207" y="83558"/>
                  </a:lnTo>
                  <a:lnTo>
                    <a:pt x="81475" y="85545"/>
                  </a:lnTo>
                  <a:lnTo>
                    <a:pt x="80743" y="87072"/>
                  </a:lnTo>
                  <a:lnTo>
                    <a:pt x="80457" y="87668"/>
                  </a:lnTo>
                  <a:lnTo>
                    <a:pt x="79827" y="889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1597937" y="2637697"/>
              <a:ext cx="101295" cy="95463"/>
            </a:xfrm>
            <a:custGeom>
              <a:avLst/>
              <a:pathLst>
                <a:path w="101295" h="95463">
                  <a:moveTo>
                    <a:pt x="33573" y="6112"/>
                  </a:moveTo>
                  <a:lnTo>
                    <a:pt x="35116" y="7995"/>
                  </a:lnTo>
                  <a:lnTo>
                    <a:pt x="35529" y="7615"/>
                  </a:lnTo>
                  <a:lnTo>
                    <a:pt x="36087" y="8246"/>
                  </a:lnTo>
                  <a:lnTo>
                    <a:pt x="38966" y="11386"/>
                  </a:lnTo>
                  <a:lnTo>
                    <a:pt x="39390" y="11853"/>
                  </a:lnTo>
                  <a:lnTo>
                    <a:pt x="39754" y="12271"/>
                  </a:lnTo>
                  <a:lnTo>
                    <a:pt x="43009" y="15722"/>
                  </a:lnTo>
                  <a:lnTo>
                    <a:pt x="44806" y="17560"/>
                  </a:lnTo>
                  <a:lnTo>
                    <a:pt x="44989" y="17764"/>
                  </a:lnTo>
                  <a:lnTo>
                    <a:pt x="46653" y="19620"/>
                  </a:lnTo>
                  <a:lnTo>
                    <a:pt x="46789" y="19771"/>
                  </a:lnTo>
                  <a:lnTo>
                    <a:pt x="46943" y="19942"/>
                  </a:lnTo>
                  <a:lnTo>
                    <a:pt x="47522" y="20584"/>
                  </a:lnTo>
                  <a:lnTo>
                    <a:pt x="49821" y="23133"/>
                  </a:lnTo>
                  <a:lnTo>
                    <a:pt x="52051" y="25604"/>
                  </a:lnTo>
                  <a:lnTo>
                    <a:pt x="52948" y="26599"/>
                  </a:lnTo>
                  <a:lnTo>
                    <a:pt x="55841" y="29805"/>
                  </a:lnTo>
                  <a:lnTo>
                    <a:pt x="56164" y="30130"/>
                  </a:lnTo>
                  <a:lnTo>
                    <a:pt x="58752" y="32756"/>
                  </a:lnTo>
                  <a:lnTo>
                    <a:pt x="59241" y="33306"/>
                  </a:lnTo>
                  <a:lnTo>
                    <a:pt x="60378" y="34583"/>
                  </a:lnTo>
                  <a:lnTo>
                    <a:pt x="62431" y="36707"/>
                  </a:lnTo>
                  <a:lnTo>
                    <a:pt x="63018" y="37314"/>
                  </a:lnTo>
                  <a:lnTo>
                    <a:pt x="64192" y="38528"/>
                  </a:lnTo>
                  <a:lnTo>
                    <a:pt x="65682" y="40085"/>
                  </a:lnTo>
                  <a:lnTo>
                    <a:pt x="67216" y="41794"/>
                  </a:lnTo>
                  <a:lnTo>
                    <a:pt x="67821" y="42278"/>
                  </a:lnTo>
                  <a:lnTo>
                    <a:pt x="70308" y="44268"/>
                  </a:lnTo>
                  <a:lnTo>
                    <a:pt x="72338" y="42278"/>
                  </a:lnTo>
                  <a:lnTo>
                    <a:pt x="72660" y="41963"/>
                  </a:lnTo>
                  <a:lnTo>
                    <a:pt x="73429" y="41108"/>
                  </a:lnTo>
                  <a:lnTo>
                    <a:pt x="74571" y="39506"/>
                  </a:lnTo>
                  <a:lnTo>
                    <a:pt x="75893" y="37314"/>
                  </a:lnTo>
                  <a:lnTo>
                    <a:pt x="77315" y="34953"/>
                  </a:lnTo>
                  <a:lnTo>
                    <a:pt x="78044" y="33706"/>
                  </a:lnTo>
                  <a:lnTo>
                    <a:pt x="79824" y="30680"/>
                  </a:lnTo>
                  <a:lnTo>
                    <a:pt x="80233" y="30053"/>
                  </a:lnTo>
                  <a:lnTo>
                    <a:pt x="81001" y="28876"/>
                  </a:lnTo>
                  <a:lnTo>
                    <a:pt x="82544" y="26511"/>
                  </a:lnTo>
                  <a:lnTo>
                    <a:pt x="82850" y="26042"/>
                  </a:lnTo>
                  <a:lnTo>
                    <a:pt x="83151" y="26342"/>
                  </a:lnTo>
                  <a:lnTo>
                    <a:pt x="83304" y="26496"/>
                  </a:lnTo>
                  <a:lnTo>
                    <a:pt x="83737" y="26829"/>
                  </a:lnTo>
                  <a:lnTo>
                    <a:pt x="86397" y="28876"/>
                  </a:lnTo>
                  <a:lnTo>
                    <a:pt x="86948" y="29300"/>
                  </a:lnTo>
                  <a:lnTo>
                    <a:pt x="87477" y="29720"/>
                  </a:lnTo>
                  <a:lnTo>
                    <a:pt x="87756" y="29971"/>
                  </a:lnTo>
                  <a:lnTo>
                    <a:pt x="88609" y="30739"/>
                  </a:lnTo>
                  <a:lnTo>
                    <a:pt x="89061" y="31146"/>
                  </a:lnTo>
                  <a:lnTo>
                    <a:pt x="89204" y="31275"/>
                  </a:lnTo>
                  <a:lnTo>
                    <a:pt x="90264" y="31953"/>
                  </a:lnTo>
                  <a:lnTo>
                    <a:pt x="90746" y="32262"/>
                  </a:lnTo>
                  <a:lnTo>
                    <a:pt x="91341" y="32643"/>
                  </a:lnTo>
                  <a:lnTo>
                    <a:pt x="92769" y="33558"/>
                  </a:lnTo>
                  <a:lnTo>
                    <a:pt x="96791" y="33525"/>
                  </a:lnTo>
                  <a:lnTo>
                    <a:pt x="97648" y="33518"/>
                  </a:lnTo>
                  <a:lnTo>
                    <a:pt x="97944" y="33516"/>
                  </a:lnTo>
                  <a:lnTo>
                    <a:pt x="98946" y="40685"/>
                  </a:lnTo>
                  <a:lnTo>
                    <a:pt x="99012" y="41194"/>
                  </a:lnTo>
                  <a:lnTo>
                    <a:pt x="99224" y="42821"/>
                  </a:lnTo>
                  <a:lnTo>
                    <a:pt x="99428" y="44391"/>
                  </a:lnTo>
                  <a:lnTo>
                    <a:pt x="99999" y="48778"/>
                  </a:lnTo>
                  <a:lnTo>
                    <a:pt x="100196" y="50288"/>
                  </a:lnTo>
                  <a:lnTo>
                    <a:pt x="100284" y="50960"/>
                  </a:lnTo>
                  <a:lnTo>
                    <a:pt x="100551" y="53012"/>
                  </a:lnTo>
                  <a:lnTo>
                    <a:pt x="100912" y="55395"/>
                  </a:lnTo>
                  <a:lnTo>
                    <a:pt x="101049" y="56292"/>
                  </a:lnTo>
                  <a:lnTo>
                    <a:pt x="101249" y="58061"/>
                  </a:lnTo>
                  <a:lnTo>
                    <a:pt x="101295" y="58329"/>
                  </a:lnTo>
                  <a:lnTo>
                    <a:pt x="99037" y="58599"/>
                  </a:lnTo>
                  <a:lnTo>
                    <a:pt x="94259" y="59170"/>
                  </a:lnTo>
                  <a:lnTo>
                    <a:pt x="91000" y="59615"/>
                  </a:lnTo>
                  <a:lnTo>
                    <a:pt x="90500" y="59683"/>
                  </a:lnTo>
                  <a:lnTo>
                    <a:pt x="90212" y="59722"/>
                  </a:lnTo>
                  <a:lnTo>
                    <a:pt x="89951" y="59758"/>
                  </a:lnTo>
                  <a:lnTo>
                    <a:pt x="89808" y="59777"/>
                  </a:lnTo>
                  <a:lnTo>
                    <a:pt x="89618" y="59803"/>
                  </a:lnTo>
                  <a:lnTo>
                    <a:pt x="83295" y="59930"/>
                  </a:lnTo>
                  <a:lnTo>
                    <a:pt x="82465" y="59947"/>
                  </a:lnTo>
                  <a:lnTo>
                    <a:pt x="82331" y="59890"/>
                  </a:lnTo>
                  <a:lnTo>
                    <a:pt x="82189" y="59829"/>
                  </a:lnTo>
                  <a:lnTo>
                    <a:pt x="81724" y="59631"/>
                  </a:lnTo>
                  <a:lnTo>
                    <a:pt x="78941" y="58442"/>
                  </a:lnTo>
                  <a:lnTo>
                    <a:pt x="77754" y="57708"/>
                  </a:lnTo>
                  <a:lnTo>
                    <a:pt x="76610" y="57001"/>
                  </a:lnTo>
                  <a:lnTo>
                    <a:pt x="75913" y="57748"/>
                  </a:lnTo>
                  <a:lnTo>
                    <a:pt x="74063" y="59733"/>
                  </a:lnTo>
                  <a:lnTo>
                    <a:pt x="72049" y="61914"/>
                  </a:lnTo>
                  <a:lnTo>
                    <a:pt x="71451" y="62528"/>
                  </a:lnTo>
                  <a:lnTo>
                    <a:pt x="71104" y="62883"/>
                  </a:lnTo>
                  <a:lnTo>
                    <a:pt x="70718" y="63279"/>
                  </a:lnTo>
                  <a:lnTo>
                    <a:pt x="72617" y="66826"/>
                  </a:lnTo>
                  <a:lnTo>
                    <a:pt x="72745" y="67067"/>
                  </a:lnTo>
                  <a:lnTo>
                    <a:pt x="72923" y="67398"/>
                  </a:lnTo>
                  <a:lnTo>
                    <a:pt x="73207" y="67964"/>
                  </a:lnTo>
                  <a:lnTo>
                    <a:pt x="73317" y="68183"/>
                  </a:lnTo>
                  <a:lnTo>
                    <a:pt x="70409" y="70176"/>
                  </a:lnTo>
                  <a:lnTo>
                    <a:pt x="68183" y="71875"/>
                  </a:lnTo>
                  <a:lnTo>
                    <a:pt x="63978" y="75060"/>
                  </a:lnTo>
                  <a:lnTo>
                    <a:pt x="62884" y="75943"/>
                  </a:lnTo>
                  <a:lnTo>
                    <a:pt x="62652" y="76130"/>
                  </a:lnTo>
                  <a:lnTo>
                    <a:pt x="61955" y="76693"/>
                  </a:lnTo>
                  <a:lnTo>
                    <a:pt x="60180" y="78125"/>
                  </a:lnTo>
                  <a:lnTo>
                    <a:pt x="59622" y="78570"/>
                  </a:lnTo>
                  <a:lnTo>
                    <a:pt x="58230" y="79681"/>
                  </a:lnTo>
                  <a:lnTo>
                    <a:pt x="58092" y="79791"/>
                  </a:lnTo>
                  <a:lnTo>
                    <a:pt x="57666" y="80130"/>
                  </a:lnTo>
                  <a:lnTo>
                    <a:pt x="56206" y="81295"/>
                  </a:lnTo>
                  <a:lnTo>
                    <a:pt x="55442" y="81864"/>
                  </a:lnTo>
                  <a:lnTo>
                    <a:pt x="55245" y="82011"/>
                  </a:lnTo>
                  <a:lnTo>
                    <a:pt x="54659" y="82448"/>
                  </a:lnTo>
                  <a:lnTo>
                    <a:pt x="52582" y="83996"/>
                  </a:lnTo>
                  <a:lnTo>
                    <a:pt x="52177" y="84298"/>
                  </a:lnTo>
                  <a:lnTo>
                    <a:pt x="50761" y="85353"/>
                  </a:lnTo>
                  <a:lnTo>
                    <a:pt x="50578" y="85490"/>
                  </a:lnTo>
                  <a:lnTo>
                    <a:pt x="49490" y="86301"/>
                  </a:lnTo>
                  <a:lnTo>
                    <a:pt x="47896" y="87489"/>
                  </a:lnTo>
                  <a:lnTo>
                    <a:pt x="47365" y="87884"/>
                  </a:lnTo>
                  <a:lnTo>
                    <a:pt x="46649" y="88418"/>
                  </a:lnTo>
                  <a:lnTo>
                    <a:pt x="45361" y="89378"/>
                  </a:lnTo>
                  <a:lnTo>
                    <a:pt x="44707" y="89865"/>
                  </a:lnTo>
                  <a:lnTo>
                    <a:pt x="43424" y="90822"/>
                  </a:lnTo>
                  <a:lnTo>
                    <a:pt x="42081" y="91823"/>
                  </a:lnTo>
                  <a:lnTo>
                    <a:pt x="37796" y="95016"/>
                  </a:lnTo>
                  <a:lnTo>
                    <a:pt x="37246" y="95463"/>
                  </a:lnTo>
                  <a:lnTo>
                    <a:pt x="37117" y="95301"/>
                  </a:lnTo>
                  <a:lnTo>
                    <a:pt x="35478" y="93246"/>
                  </a:lnTo>
                  <a:lnTo>
                    <a:pt x="35106" y="92779"/>
                  </a:lnTo>
                  <a:lnTo>
                    <a:pt x="33229" y="90426"/>
                  </a:lnTo>
                  <a:lnTo>
                    <a:pt x="32248" y="89196"/>
                  </a:lnTo>
                  <a:lnTo>
                    <a:pt x="30460" y="86955"/>
                  </a:lnTo>
                  <a:lnTo>
                    <a:pt x="29845" y="86184"/>
                  </a:lnTo>
                  <a:lnTo>
                    <a:pt x="29667" y="85960"/>
                  </a:lnTo>
                  <a:lnTo>
                    <a:pt x="28382" y="84349"/>
                  </a:lnTo>
                  <a:lnTo>
                    <a:pt x="27251" y="82931"/>
                  </a:lnTo>
                  <a:lnTo>
                    <a:pt x="26857" y="82437"/>
                  </a:lnTo>
                  <a:lnTo>
                    <a:pt x="26663" y="82194"/>
                  </a:lnTo>
                  <a:lnTo>
                    <a:pt x="26263" y="81686"/>
                  </a:lnTo>
                  <a:lnTo>
                    <a:pt x="24591" y="79563"/>
                  </a:lnTo>
                  <a:lnTo>
                    <a:pt x="24438" y="79369"/>
                  </a:lnTo>
                  <a:lnTo>
                    <a:pt x="22350" y="76717"/>
                  </a:lnTo>
                  <a:lnTo>
                    <a:pt x="21232" y="75317"/>
                  </a:lnTo>
                  <a:lnTo>
                    <a:pt x="20842" y="74842"/>
                  </a:lnTo>
                  <a:lnTo>
                    <a:pt x="19258" y="72919"/>
                  </a:lnTo>
                  <a:lnTo>
                    <a:pt x="18967" y="72572"/>
                  </a:lnTo>
                  <a:lnTo>
                    <a:pt x="18631" y="72172"/>
                  </a:lnTo>
                  <a:lnTo>
                    <a:pt x="18496" y="72011"/>
                  </a:lnTo>
                  <a:lnTo>
                    <a:pt x="18318" y="71799"/>
                  </a:lnTo>
                  <a:lnTo>
                    <a:pt x="17091" y="70309"/>
                  </a:lnTo>
                  <a:lnTo>
                    <a:pt x="16855" y="70022"/>
                  </a:lnTo>
                  <a:lnTo>
                    <a:pt x="14970" y="67732"/>
                  </a:lnTo>
                  <a:lnTo>
                    <a:pt x="14809" y="67537"/>
                  </a:lnTo>
                  <a:lnTo>
                    <a:pt x="14522" y="67188"/>
                  </a:lnTo>
                  <a:lnTo>
                    <a:pt x="13783" y="66291"/>
                  </a:lnTo>
                  <a:lnTo>
                    <a:pt x="12905" y="65224"/>
                  </a:lnTo>
                  <a:lnTo>
                    <a:pt x="12799" y="65069"/>
                  </a:lnTo>
                  <a:lnTo>
                    <a:pt x="12508" y="64640"/>
                  </a:lnTo>
                  <a:lnTo>
                    <a:pt x="11328" y="62901"/>
                  </a:lnTo>
                  <a:lnTo>
                    <a:pt x="10932" y="62319"/>
                  </a:lnTo>
                  <a:lnTo>
                    <a:pt x="10419" y="61563"/>
                  </a:lnTo>
                  <a:lnTo>
                    <a:pt x="9739" y="60562"/>
                  </a:lnTo>
                  <a:lnTo>
                    <a:pt x="9450" y="60135"/>
                  </a:lnTo>
                  <a:lnTo>
                    <a:pt x="8381" y="58993"/>
                  </a:lnTo>
                  <a:lnTo>
                    <a:pt x="8046" y="58710"/>
                  </a:lnTo>
                  <a:lnTo>
                    <a:pt x="7775" y="58480"/>
                  </a:lnTo>
                  <a:lnTo>
                    <a:pt x="7332" y="58104"/>
                  </a:lnTo>
                  <a:lnTo>
                    <a:pt x="7103" y="57911"/>
                  </a:lnTo>
                  <a:lnTo>
                    <a:pt x="6459" y="57365"/>
                  </a:lnTo>
                  <a:lnTo>
                    <a:pt x="6139" y="56990"/>
                  </a:lnTo>
                  <a:lnTo>
                    <a:pt x="5918" y="56732"/>
                  </a:lnTo>
                  <a:lnTo>
                    <a:pt x="5561" y="56314"/>
                  </a:lnTo>
                  <a:lnTo>
                    <a:pt x="5331" y="56044"/>
                  </a:lnTo>
                  <a:lnTo>
                    <a:pt x="4908" y="55549"/>
                  </a:lnTo>
                  <a:lnTo>
                    <a:pt x="4385" y="54937"/>
                  </a:lnTo>
                  <a:lnTo>
                    <a:pt x="4081" y="54581"/>
                  </a:lnTo>
                  <a:lnTo>
                    <a:pt x="3781" y="54228"/>
                  </a:lnTo>
                  <a:lnTo>
                    <a:pt x="3203" y="53537"/>
                  </a:lnTo>
                  <a:lnTo>
                    <a:pt x="3059" y="53366"/>
                  </a:lnTo>
                  <a:lnTo>
                    <a:pt x="2440" y="52625"/>
                  </a:lnTo>
                  <a:lnTo>
                    <a:pt x="1649" y="51680"/>
                  </a:lnTo>
                  <a:lnTo>
                    <a:pt x="1401" y="51384"/>
                  </a:lnTo>
                  <a:lnTo>
                    <a:pt x="1293" y="51190"/>
                  </a:lnTo>
                  <a:lnTo>
                    <a:pt x="825" y="50358"/>
                  </a:lnTo>
                  <a:lnTo>
                    <a:pt x="0" y="49766"/>
                  </a:lnTo>
                  <a:lnTo>
                    <a:pt x="901" y="48392"/>
                  </a:lnTo>
                  <a:lnTo>
                    <a:pt x="1107" y="48033"/>
                  </a:lnTo>
                  <a:lnTo>
                    <a:pt x="1570" y="47225"/>
                  </a:lnTo>
                  <a:lnTo>
                    <a:pt x="4614" y="40124"/>
                  </a:lnTo>
                  <a:lnTo>
                    <a:pt x="4760" y="39393"/>
                  </a:lnTo>
                  <a:lnTo>
                    <a:pt x="5110" y="37641"/>
                  </a:lnTo>
                  <a:lnTo>
                    <a:pt x="5296" y="35831"/>
                  </a:lnTo>
                  <a:lnTo>
                    <a:pt x="5338" y="35422"/>
                  </a:lnTo>
                  <a:lnTo>
                    <a:pt x="5398" y="31007"/>
                  </a:lnTo>
                  <a:lnTo>
                    <a:pt x="5463" y="26188"/>
                  </a:lnTo>
                  <a:lnTo>
                    <a:pt x="5480" y="24932"/>
                  </a:lnTo>
                  <a:lnTo>
                    <a:pt x="5622" y="23476"/>
                  </a:lnTo>
                  <a:lnTo>
                    <a:pt x="5959" y="20180"/>
                  </a:lnTo>
                  <a:lnTo>
                    <a:pt x="6405" y="19125"/>
                  </a:lnTo>
                  <a:lnTo>
                    <a:pt x="7227" y="17176"/>
                  </a:lnTo>
                  <a:lnTo>
                    <a:pt x="9380" y="14879"/>
                  </a:lnTo>
                  <a:lnTo>
                    <a:pt x="10977" y="13176"/>
                  </a:lnTo>
                  <a:lnTo>
                    <a:pt x="11311" y="12782"/>
                  </a:lnTo>
                  <a:lnTo>
                    <a:pt x="13295" y="11217"/>
                  </a:lnTo>
                  <a:lnTo>
                    <a:pt x="15350" y="9596"/>
                  </a:lnTo>
                  <a:lnTo>
                    <a:pt x="18251" y="7321"/>
                  </a:lnTo>
                  <a:lnTo>
                    <a:pt x="19656" y="6329"/>
                  </a:lnTo>
                  <a:lnTo>
                    <a:pt x="21152" y="5273"/>
                  </a:lnTo>
                  <a:lnTo>
                    <a:pt x="25279" y="2263"/>
                  </a:lnTo>
                  <a:lnTo>
                    <a:pt x="28906" y="0"/>
                  </a:lnTo>
                  <a:lnTo>
                    <a:pt x="29831" y="1549"/>
                  </a:lnTo>
                  <a:lnTo>
                    <a:pt x="31244" y="33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1523274" y="2687465"/>
              <a:ext cx="101326" cy="104805"/>
            </a:xfrm>
            <a:custGeom>
              <a:avLst/>
              <a:pathLst>
                <a:path w="101326" h="104805">
                  <a:moveTo>
                    <a:pt x="84216" y="10520"/>
                  </a:moveTo>
                  <a:lnTo>
                    <a:pt x="84467" y="10890"/>
                  </a:lnTo>
                  <a:lnTo>
                    <a:pt x="85164" y="11917"/>
                  </a:lnTo>
                  <a:lnTo>
                    <a:pt x="85595" y="12551"/>
                  </a:lnTo>
                  <a:lnTo>
                    <a:pt x="85990" y="13133"/>
                  </a:lnTo>
                  <a:lnTo>
                    <a:pt x="87171" y="14872"/>
                  </a:lnTo>
                  <a:lnTo>
                    <a:pt x="87462" y="15301"/>
                  </a:lnTo>
                  <a:lnTo>
                    <a:pt x="87567" y="15456"/>
                  </a:lnTo>
                  <a:lnTo>
                    <a:pt x="88446" y="16523"/>
                  </a:lnTo>
                  <a:lnTo>
                    <a:pt x="89185" y="17421"/>
                  </a:lnTo>
                  <a:lnTo>
                    <a:pt x="89471" y="17769"/>
                  </a:lnTo>
                  <a:lnTo>
                    <a:pt x="89633" y="17965"/>
                  </a:lnTo>
                  <a:lnTo>
                    <a:pt x="91518" y="20254"/>
                  </a:lnTo>
                  <a:lnTo>
                    <a:pt x="91754" y="20541"/>
                  </a:lnTo>
                  <a:lnTo>
                    <a:pt x="92981" y="22032"/>
                  </a:lnTo>
                  <a:lnTo>
                    <a:pt x="93159" y="22244"/>
                  </a:lnTo>
                  <a:lnTo>
                    <a:pt x="93294" y="22404"/>
                  </a:lnTo>
                  <a:lnTo>
                    <a:pt x="93630" y="22804"/>
                  </a:lnTo>
                  <a:lnTo>
                    <a:pt x="94011" y="23259"/>
                  </a:lnTo>
                  <a:lnTo>
                    <a:pt x="95504" y="25074"/>
                  </a:lnTo>
                  <a:lnTo>
                    <a:pt x="96259" y="25992"/>
                  </a:lnTo>
                  <a:lnTo>
                    <a:pt x="97013" y="26950"/>
                  </a:lnTo>
                  <a:lnTo>
                    <a:pt x="99101" y="29601"/>
                  </a:lnTo>
                  <a:lnTo>
                    <a:pt x="99254" y="29795"/>
                  </a:lnTo>
                  <a:lnTo>
                    <a:pt x="100925" y="31918"/>
                  </a:lnTo>
                  <a:lnTo>
                    <a:pt x="101326" y="32426"/>
                  </a:lnTo>
                  <a:lnTo>
                    <a:pt x="100966" y="32670"/>
                  </a:lnTo>
                  <a:lnTo>
                    <a:pt x="100716" y="32839"/>
                  </a:lnTo>
                  <a:lnTo>
                    <a:pt x="100378" y="33067"/>
                  </a:lnTo>
                  <a:lnTo>
                    <a:pt x="99544" y="33666"/>
                  </a:lnTo>
                  <a:lnTo>
                    <a:pt x="99272" y="33861"/>
                  </a:lnTo>
                  <a:lnTo>
                    <a:pt x="98807" y="34217"/>
                  </a:lnTo>
                  <a:lnTo>
                    <a:pt x="96346" y="36098"/>
                  </a:lnTo>
                  <a:lnTo>
                    <a:pt x="95716" y="36535"/>
                  </a:lnTo>
                  <a:lnTo>
                    <a:pt x="95422" y="36736"/>
                  </a:lnTo>
                  <a:lnTo>
                    <a:pt x="95232" y="36883"/>
                  </a:lnTo>
                  <a:lnTo>
                    <a:pt x="94654" y="37331"/>
                  </a:lnTo>
                  <a:lnTo>
                    <a:pt x="92844" y="38734"/>
                  </a:lnTo>
                  <a:lnTo>
                    <a:pt x="91414" y="39826"/>
                  </a:lnTo>
                  <a:lnTo>
                    <a:pt x="90700" y="40371"/>
                  </a:lnTo>
                  <a:lnTo>
                    <a:pt x="90059" y="40905"/>
                  </a:lnTo>
                  <a:lnTo>
                    <a:pt x="89373" y="41504"/>
                  </a:lnTo>
                  <a:lnTo>
                    <a:pt x="87185" y="43412"/>
                  </a:lnTo>
                  <a:lnTo>
                    <a:pt x="86493" y="44016"/>
                  </a:lnTo>
                  <a:lnTo>
                    <a:pt x="85145" y="45100"/>
                  </a:lnTo>
                  <a:lnTo>
                    <a:pt x="84452" y="45658"/>
                  </a:lnTo>
                  <a:lnTo>
                    <a:pt x="83009" y="46790"/>
                  </a:lnTo>
                  <a:lnTo>
                    <a:pt x="81063" y="48317"/>
                  </a:lnTo>
                  <a:lnTo>
                    <a:pt x="80002" y="49149"/>
                  </a:lnTo>
                  <a:lnTo>
                    <a:pt x="79325" y="49680"/>
                  </a:lnTo>
                  <a:lnTo>
                    <a:pt x="78755" y="50127"/>
                  </a:lnTo>
                  <a:lnTo>
                    <a:pt x="76710" y="51732"/>
                  </a:lnTo>
                  <a:lnTo>
                    <a:pt x="75961" y="52320"/>
                  </a:lnTo>
                  <a:lnTo>
                    <a:pt x="77496" y="54229"/>
                  </a:lnTo>
                  <a:lnTo>
                    <a:pt x="75051" y="56301"/>
                  </a:lnTo>
                  <a:lnTo>
                    <a:pt x="73771" y="57385"/>
                  </a:lnTo>
                  <a:lnTo>
                    <a:pt x="73494" y="57460"/>
                  </a:lnTo>
                  <a:lnTo>
                    <a:pt x="73222" y="57131"/>
                  </a:lnTo>
                  <a:lnTo>
                    <a:pt x="72149" y="58029"/>
                  </a:lnTo>
                  <a:lnTo>
                    <a:pt x="71710" y="58396"/>
                  </a:lnTo>
                  <a:lnTo>
                    <a:pt x="70865" y="59103"/>
                  </a:lnTo>
                  <a:lnTo>
                    <a:pt x="69887" y="59922"/>
                  </a:lnTo>
                  <a:lnTo>
                    <a:pt x="69009" y="60656"/>
                  </a:lnTo>
                  <a:lnTo>
                    <a:pt x="68771" y="60856"/>
                  </a:lnTo>
                  <a:lnTo>
                    <a:pt x="69455" y="61656"/>
                  </a:lnTo>
                  <a:lnTo>
                    <a:pt x="69902" y="62179"/>
                  </a:lnTo>
                  <a:lnTo>
                    <a:pt x="70499" y="62877"/>
                  </a:lnTo>
                  <a:lnTo>
                    <a:pt x="70463" y="63863"/>
                  </a:lnTo>
                  <a:lnTo>
                    <a:pt x="70445" y="64075"/>
                  </a:lnTo>
                  <a:lnTo>
                    <a:pt x="70410" y="64504"/>
                  </a:lnTo>
                  <a:lnTo>
                    <a:pt x="70356" y="65267"/>
                  </a:lnTo>
                  <a:lnTo>
                    <a:pt x="70330" y="65652"/>
                  </a:lnTo>
                  <a:lnTo>
                    <a:pt x="70240" y="66342"/>
                  </a:lnTo>
                  <a:lnTo>
                    <a:pt x="70092" y="67485"/>
                  </a:lnTo>
                  <a:lnTo>
                    <a:pt x="71528" y="67598"/>
                  </a:lnTo>
                  <a:lnTo>
                    <a:pt x="72037" y="67701"/>
                  </a:lnTo>
                  <a:lnTo>
                    <a:pt x="76193" y="68537"/>
                  </a:lnTo>
                  <a:lnTo>
                    <a:pt x="76581" y="68615"/>
                  </a:lnTo>
                  <a:lnTo>
                    <a:pt x="77644" y="68829"/>
                  </a:lnTo>
                  <a:lnTo>
                    <a:pt x="79136" y="69028"/>
                  </a:lnTo>
                  <a:lnTo>
                    <a:pt x="81513" y="69346"/>
                  </a:lnTo>
                  <a:lnTo>
                    <a:pt x="78154" y="71879"/>
                  </a:lnTo>
                  <a:lnTo>
                    <a:pt x="77857" y="72106"/>
                  </a:lnTo>
                  <a:lnTo>
                    <a:pt x="72576" y="76131"/>
                  </a:lnTo>
                  <a:lnTo>
                    <a:pt x="71236" y="77175"/>
                  </a:lnTo>
                  <a:lnTo>
                    <a:pt x="62625" y="83883"/>
                  </a:lnTo>
                  <a:lnTo>
                    <a:pt x="62127" y="84277"/>
                  </a:lnTo>
                  <a:lnTo>
                    <a:pt x="59115" y="86662"/>
                  </a:lnTo>
                  <a:lnTo>
                    <a:pt x="58960" y="86785"/>
                  </a:lnTo>
                  <a:lnTo>
                    <a:pt x="58594" y="87075"/>
                  </a:lnTo>
                  <a:lnTo>
                    <a:pt x="55050" y="89882"/>
                  </a:lnTo>
                  <a:lnTo>
                    <a:pt x="51235" y="92905"/>
                  </a:lnTo>
                  <a:lnTo>
                    <a:pt x="49436" y="94329"/>
                  </a:lnTo>
                  <a:lnTo>
                    <a:pt x="48872" y="94777"/>
                  </a:lnTo>
                  <a:lnTo>
                    <a:pt x="48473" y="95094"/>
                  </a:lnTo>
                  <a:lnTo>
                    <a:pt x="45723" y="97276"/>
                  </a:lnTo>
                  <a:lnTo>
                    <a:pt x="44654" y="98124"/>
                  </a:lnTo>
                  <a:lnTo>
                    <a:pt x="44008" y="98637"/>
                  </a:lnTo>
                  <a:lnTo>
                    <a:pt x="43782" y="98816"/>
                  </a:lnTo>
                  <a:lnTo>
                    <a:pt x="39145" y="102478"/>
                  </a:lnTo>
                  <a:lnTo>
                    <a:pt x="37864" y="101132"/>
                  </a:lnTo>
                  <a:lnTo>
                    <a:pt x="34314" y="97399"/>
                  </a:lnTo>
                  <a:lnTo>
                    <a:pt x="32437" y="95435"/>
                  </a:lnTo>
                  <a:lnTo>
                    <a:pt x="31974" y="95045"/>
                  </a:lnTo>
                  <a:lnTo>
                    <a:pt x="29231" y="92734"/>
                  </a:lnTo>
                  <a:lnTo>
                    <a:pt x="29092" y="92617"/>
                  </a:lnTo>
                  <a:lnTo>
                    <a:pt x="28071" y="92021"/>
                  </a:lnTo>
                  <a:lnTo>
                    <a:pt x="27715" y="92343"/>
                  </a:lnTo>
                  <a:lnTo>
                    <a:pt x="24215" y="95517"/>
                  </a:lnTo>
                  <a:lnTo>
                    <a:pt x="23937" y="95769"/>
                  </a:lnTo>
                  <a:lnTo>
                    <a:pt x="23608" y="96067"/>
                  </a:lnTo>
                  <a:lnTo>
                    <a:pt x="13934" y="104805"/>
                  </a:lnTo>
                  <a:lnTo>
                    <a:pt x="11284" y="101775"/>
                  </a:lnTo>
                  <a:lnTo>
                    <a:pt x="11163" y="101637"/>
                  </a:lnTo>
                  <a:lnTo>
                    <a:pt x="9883" y="100174"/>
                  </a:lnTo>
                  <a:lnTo>
                    <a:pt x="9724" y="99992"/>
                  </a:lnTo>
                  <a:lnTo>
                    <a:pt x="8364" y="98436"/>
                  </a:lnTo>
                  <a:lnTo>
                    <a:pt x="7407" y="97343"/>
                  </a:lnTo>
                  <a:lnTo>
                    <a:pt x="7249" y="97161"/>
                  </a:lnTo>
                  <a:lnTo>
                    <a:pt x="6716" y="96552"/>
                  </a:lnTo>
                  <a:lnTo>
                    <a:pt x="6383" y="96171"/>
                  </a:lnTo>
                  <a:lnTo>
                    <a:pt x="1224" y="90273"/>
                  </a:lnTo>
                  <a:lnTo>
                    <a:pt x="794" y="89782"/>
                  </a:lnTo>
                  <a:lnTo>
                    <a:pt x="576" y="89532"/>
                  </a:lnTo>
                  <a:lnTo>
                    <a:pt x="0" y="88873"/>
                  </a:lnTo>
                  <a:lnTo>
                    <a:pt x="4674" y="84303"/>
                  </a:lnTo>
                  <a:lnTo>
                    <a:pt x="3802" y="83423"/>
                  </a:lnTo>
                  <a:lnTo>
                    <a:pt x="1080" y="80679"/>
                  </a:lnTo>
                  <a:lnTo>
                    <a:pt x="945" y="80228"/>
                  </a:lnTo>
                  <a:lnTo>
                    <a:pt x="1057" y="80097"/>
                  </a:lnTo>
                  <a:lnTo>
                    <a:pt x="1323" y="79783"/>
                  </a:lnTo>
                  <a:lnTo>
                    <a:pt x="1744" y="79288"/>
                  </a:lnTo>
                  <a:lnTo>
                    <a:pt x="2172" y="78784"/>
                  </a:lnTo>
                  <a:lnTo>
                    <a:pt x="2684" y="78182"/>
                  </a:lnTo>
                  <a:lnTo>
                    <a:pt x="3236" y="77532"/>
                  </a:lnTo>
                  <a:lnTo>
                    <a:pt x="3780" y="76892"/>
                  </a:lnTo>
                  <a:lnTo>
                    <a:pt x="4067" y="76554"/>
                  </a:lnTo>
                  <a:lnTo>
                    <a:pt x="4338" y="76236"/>
                  </a:lnTo>
                  <a:lnTo>
                    <a:pt x="4725" y="76045"/>
                  </a:lnTo>
                  <a:lnTo>
                    <a:pt x="5274" y="75775"/>
                  </a:lnTo>
                  <a:lnTo>
                    <a:pt x="5624" y="75603"/>
                  </a:lnTo>
                  <a:lnTo>
                    <a:pt x="5881" y="75476"/>
                  </a:lnTo>
                  <a:lnTo>
                    <a:pt x="6021" y="75408"/>
                  </a:lnTo>
                  <a:lnTo>
                    <a:pt x="6386" y="75228"/>
                  </a:lnTo>
                  <a:lnTo>
                    <a:pt x="6554" y="75145"/>
                  </a:lnTo>
                  <a:lnTo>
                    <a:pt x="6779" y="75035"/>
                  </a:lnTo>
                  <a:lnTo>
                    <a:pt x="7198" y="74828"/>
                  </a:lnTo>
                  <a:lnTo>
                    <a:pt x="7988" y="74444"/>
                  </a:lnTo>
                  <a:lnTo>
                    <a:pt x="9122" y="74263"/>
                  </a:lnTo>
                  <a:lnTo>
                    <a:pt x="9565" y="74192"/>
                  </a:lnTo>
                  <a:lnTo>
                    <a:pt x="11410" y="73898"/>
                  </a:lnTo>
                  <a:lnTo>
                    <a:pt x="17722" y="72890"/>
                  </a:lnTo>
                  <a:lnTo>
                    <a:pt x="18920" y="72699"/>
                  </a:lnTo>
                  <a:lnTo>
                    <a:pt x="19965" y="72532"/>
                  </a:lnTo>
                  <a:lnTo>
                    <a:pt x="20759" y="72405"/>
                  </a:lnTo>
                  <a:lnTo>
                    <a:pt x="21846" y="72231"/>
                  </a:lnTo>
                  <a:lnTo>
                    <a:pt x="23513" y="71965"/>
                  </a:lnTo>
                  <a:lnTo>
                    <a:pt x="25180" y="71699"/>
                  </a:lnTo>
                  <a:lnTo>
                    <a:pt x="25669" y="71621"/>
                  </a:lnTo>
                  <a:lnTo>
                    <a:pt x="28215" y="71215"/>
                  </a:lnTo>
                  <a:lnTo>
                    <a:pt x="28805" y="70046"/>
                  </a:lnTo>
                  <a:lnTo>
                    <a:pt x="30371" y="66787"/>
                  </a:lnTo>
                  <a:lnTo>
                    <a:pt x="30278" y="66612"/>
                  </a:lnTo>
                  <a:lnTo>
                    <a:pt x="28226" y="62778"/>
                  </a:lnTo>
                  <a:lnTo>
                    <a:pt x="27163" y="60782"/>
                  </a:lnTo>
                  <a:lnTo>
                    <a:pt x="26955" y="60392"/>
                  </a:lnTo>
                  <a:lnTo>
                    <a:pt x="26886" y="60263"/>
                  </a:lnTo>
                  <a:lnTo>
                    <a:pt x="26628" y="59777"/>
                  </a:lnTo>
                  <a:lnTo>
                    <a:pt x="24561" y="55894"/>
                  </a:lnTo>
                  <a:lnTo>
                    <a:pt x="24445" y="55675"/>
                  </a:lnTo>
                  <a:lnTo>
                    <a:pt x="23613" y="54144"/>
                  </a:lnTo>
                  <a:lnTo>
                    <a:pt x="23542" y="54013"/>
                  </a:lnTo>
                  <a:lnTo>
                    <a:pt x="22991" y="52999"/>
                  </a:lnTo>
                  <a:lnTo>
                    <a:pt x="22069" y="51299"/>
                  </a:lnTo>
                  <a:lnTo>
                    <a:pt x="21958" y="51087"/>
                  </a:lnTo>
                  <a:lnTo>
                    <a:pt x="21380" y="49988"/>
                  </a:lnTo>
                  <a:lnTo>
                    <a:pt x="20609" y="48521"/>
                  </a:lnTo>
                  <a:lnTo>
                    <a:pt x="20091" y="47537"/>
                  </a:lnTo>
                  <a:lnTo>
                    <a:pt x="20159" y="47289"/>
                  </a:lnTo>
                  <a:lnTo>
                    <a:pt x="20326" y="46674"/>
                  </a:lnTo>
                  <a:lnTo>
                    <a:pt x="20664" y="45435"/>
                  </a:lnTo>
                  <a:lnTo>
                    <a:pt x="20779" y="45012"/>
                  </a:lnTo>
                  <a:lnTo>
                    <a:pt x="21347" y="44430"/>
                  </a:lnTo>
                  <a:lnTo>
                    <a:pt x="22027" y="43731"/>
                  </a:lnTo>
                  <a:lnTo>
                    <a:pt x="23403" y="41150"/>
                  </a:lnTo>
                  <a:lnTo>
                    <a:pt x="25296" y="36077"/>
                  </a:lnTo>
                  <a:lnTo>
                    <a:pt x="25347" y="35942"/>
                  </a:lnTo>
                  <a:lnTo>
                    <a:pt x="26774" y="33857"/>
                  </a:lnTo>
                  <a:lnTo>
                    <a:pt x="30150" y="28866"/>
                  </a:lnTo>
                  <a:lnTo>
                    <a:pt x="32535" y="24773"/>
                  </a:lnTo>
                  <a:lnTo>
                    <a:pt x="33040" y="23907"/>
                  </a:lnTo>
                  <a:lnTo>
                    <a:pt x="34328" y="21696"/>
                  </a:lnTo>
                  <a:lnTo>
                    <a:pt x="34560" y="21299"/>
                  </a:lnTo>
                  <a:lnTo>
                    <a:pt x="34494" y="20599"/>
                  </a:lnTo>
                  <a:lnTo>
                    <a:pt x="34420" y="19808"/>
                  </a:lnTo>
                  <a:lnTo>
                    <a:pt x="34221" y="19662"/>
                  </a:lnTo>
                  <a:lnTo>
                    <a:pt x="33140" y="18876"/>
                  </a:lnTo>
                  <a:lnTo>
                    <a:pt x="30730" y="17789"/>
                  </a:lnTo>
                  <a:lnTo>
                    <a:pt x="30513" y="17649"/>
                  </a:lnTo>
                  <a:lnTo>
                    <a:pt x="30125" y="17398"/>
                  </a:lnTo>
                  <a:lnTo>
                    <a:pt x="29001" y="16670"/>
                  </a:lnTo>
                  <a:lnTo>
                    <a:pt x="27323" y="15658"/>
                  </a:lnTo>
                  <a:lnTo>
                    <a:pt x="28150" y="14060"/>
                  </a:lnTo>
                  <a:lnTo>
                    <a:pt x="28330" y="13727"/>
                  </a:lnTo>
                  <a:lnTo>
                    <a:pt x="28575" y="13381"/>
                  </a:lnTo>
                  <a:lnTo>
                    <a:pt x="32844" y="7355"/>
                  </a:lnTo>
                  <a:lnTo>
                    <a:pt x="36199" y="8124"/>
                  </a:lnTo>
                  <a:lnTo>
                    <a:pt x="41103" y="9597"/>
                  </a:lnTo>
                  <a:lnTo>
                    <a:pt x="46377" y="10599"/>
                  </a:lnTo>
                  <a:lnTo>
                    <a:pt x="55792" y="9340"/>
                  </a:lnTo>
                  <a:lnTo>
                    <a:pt x="56584" y="9312"/>
                  </a:lnTo>
                  <a:lnTo>
                    <a:pt x="61494" y="7942"/>
                  </a:lnTo>
                  <a:lnTo>
                    <a:pt x="64701" y="6841"/>
                  </a:lnTo>
                  <a:lnTo>
                    <a:pt x="65438" y="6588"/>
                  </a:lnTo>
                  <a:lnTo>
                    <a:pt x="69420" y="5450"/>
                  </a:lnTo>
                  <a:lnTo>
                    <a:pt x="72094" y="3914"/>
                  </a:lnTo>
                  <a:lnTo>
                    <a:pt x="74662" y="0"/>
                  </a:lnTo>
                  <a:lnTo>
                    <a:pt x="75487" y="591"/>
                  </a:lnTo>
                  <a:lnTo>
                    <a:pt x="75955" y="1422"/>
                  </a:lnTo>
                  <a:lnTo>
                    <a:pt x="76064" y="1616"/>
                  </a:lnTo>
                  <a:lnTo>
                    <a:pt x="76312" y="1913"/>
                  </a:lnTo>
                  <a:lnTo>
                    <a:pt x="77102" y="2857"/>
                  </a:lnTo>
                  <a:lnTo>
                    <a:pt x="77722" y="3598"/>
                  </a:lnTo>
                  <a:lnTo>
                    <a:pt x="77865" y="3770"/>
                  </a:lnTo>
                  <a:lnTo>
                    <a:pt x="78484" y="4509"/>
                  </a:lnTo>
                  <a:lnTo>
                    <a:pt x="78744" y="4813"/>
                  </a:lnTo>
                  <a:lnTo>
                    <a:pt x="79048" y="5169"/>
                  </a:lnTo>
                  <a:lnTo>
                    <a:pt x="79570" y="5781"/>
                  </a:lnTo>
                  <a:lnTo>
                    <a:pt x="79993" y="6276"/>
                  </a:lnTo>
                  <a:lnTo>
                    <a:pt x="80288" y="6621"/>
                  </a:lnTo>
                  <a:lnTo>
                    <a:pt x="80581" y="6964"/>
                  </a:lnTo>
                  <a:lnTo>
                    <a:pt x="80929" y="7372"/>
                  </a:lnTo>
                  <a:lnTo>
                    <a:pt x="81309" y="7756"/>
                  </a:lnTo>
                  <a:lnTo>
                    <a:pt x="81766" y="8143"/>
                  </a:lnTo>
                  <a:lnTo>
                    <a:pt x="82092" y="8420"/>
                  </a:lnTo>
                  <a:lnTo>
                    <a:pt x="82437" y="8712"/>
                  </a:lnTo>
                  <a:lnTo>
                    <a:pt x="82899" y="9103"/>
                  </a:lnTo>
                  <a:lnTo>
                    <a:pt x="83733" y="98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1592046" y="2694698"/>
              <a:ext cx="115445" cy="86921"/>
            </a:xfrm>
            <a:custGeom>
              <a:avLst/>
              <a:pathLst>
                <a:path w="115445" h="86921">
                  <a:moveTo>
                    <a:pt x="88222" y="2889"/>
                  </a:moveTo>
                  <a:lnTo>
                    <a:pt x="88356" y="2946"/>
                  </a:lnTo>
                  <a:lnTo>
                    <a:pt x="89186" y="2929"/>
                  </a:lnTo>
                  <a:lnTo>
                    <a:pt x="95509" y="2802"/>
                  </a:lnTo>
                  <a:lnTo>
                    <a:pt x="95699" y="2776"/>
                  </a:lnTo>
                  <a:lnTo>
                    <a:pt x="95842" y="2757"/>
                  </a:lnTo>
                  <a:lnTo>
                    <a:pt x="96116" y="2719"/>
                  </a:lnTo>
                  <a:lnTo>
                    <a:pt x="96517" y="2665"/>
                  </a:lnTo>
                  <a:lnTo>
                    <a:pt x="96891" y="2614"/>
                  </a:lnTo>
                  <a:lnTo>
                    <a:pt x="100150" y="2169"/>
                  </a:lnTo>
                  <a:lnTo>
                    <a:pt x="104928" y="1598"/>
                  </a:lnTo>
                  <a:lnTo>
                    <a:pt x="107186" y="1328"/>
                  </a:lnTo>
                  <a:lnTo>
                    <a:pt x="108324" y="7916"/>
                  </a:lnTo>
                  <a:lnTo>
                    <a:pt x="108742" y="10339"/>
                  </a:lnTo>
                  <a:lnTo>
                    <a:pt x="108935" y="11088"/>
                  </a:lnTo>
                  <a:lnTo>
                    <a:pt x="109328" y="12611"/>
                  </a:lnTo>
                  <a:lnTo>
                    <a:pt x="109396" y="12877"/>
                  </a:lnTo>
                  <a:lnTo>
                    <a:pt x="109765" y="16838"/>
                  </a:lnTo>
                  <a:lnTo>
                    <a:pt x="110107" y="20513"/>
                  </a:lnTo>
                  <a:lnTo>
                    <a:pt x="110231" y="21852"/>
                  </a:lnTo>
                  <a:lnTo>
                    <a:pt x="110512" y="24871"/>
                  </a:lnTo>
                  <a:lnTo>
                    <a:pt x="110571" y="25502"/>
                  </a:lnTo>
                  <a:lnTo>
                    <a:pt x="110677" y="26830"/>
                  </a:lnTo>
                  <a:lnTo>
                    <a:pt x="110770" y="27996"/>
                  </a:lnTo>
                  <a:lnTo>
                    <a:pt x="111020" y="31111"/>
                  </a:lnTo>
                  <a:lnTo>
                    <a:pt x="111445" y="35195"/>
                  </a:lnTo>
                  <a:lnTo>
                    <a:pt x="111796" y="37804"/>
                  </a:lnTo>
                  <a:lnTo>
                    <a:pt x="112292" y="41492"/>
                  </a:lnTo>
                  <a:lnTo>
                    <a:pt x="112555" y="42899"/>
                  </a:lnTo>
                  <a:lnTo>
                    <a:pt x="114959" y="55754"/>
                  </a:lnTo>
                  <a:lnTo>
                    <a:pt x="115183" y="56951"/>
                  </a:lnTo>
                  <a:lnTo>
                    <a:pt x="115445" y="58353"/>
                  </a:lnTo>
                  <a:lnTo>
                    <a:pt x="106041" y="59801"/>
                  </a:lnTo>
                  <a:lnTo>
                    <a:pt x="102016" y="60420"/>
                  </a:lnTo>
                  <a:lnTo>
                    <a:pt x="100491" y="60921"/>
                  </a:lnTo>
                  <a:lnTo>
                    <a:pt x="100202" y="61016"/>
                  </a:lnTo>
                  <a:lnTo>
                    <a:pt x="100013" y="61095"/>
                  </a:lnTo>
                  <a:lnTo>
                    <a:pt x="99763" y="61199"/>
                  </a:lnTo>
                  <a:lnTo>
                    <a:pt x="99156" y="61453"/>
                  </a:lnTo>
                  <a:lnTo>
                    <a:pt x="98662" y="61659"/>
                  </a:lnTo>
                  <a:lnTo>
                    <a:pt x="98359" y="61786"/>
                  </a:lnTo>
                  <a:lnTo>
                    <a:pt x="97037" y="62338"/>
                  </a:lnTo>
                  <a:lnTo>
                    <a:pt x="96042" y="62754"/>
                  </a:lnTo>
                  <a:lnTo>
                    <a:pt x="95729" y="63013"/>
                  </a:lnTo>
                  <a:lnTo>
                    <a:pt x="95388" y="63295"/>
                  </a:lnTo>
                  <a:lnTo>
                    <a:pt x="94960" y="63649"/>
                  </a:lnTo>
                  <a:lnTo>
                    <a:pt x="94649" y="63906"/>
                  </a:lnTo>
                  <a:lnTo>
                    <a:pt x="94484" y="64043"/>
                  </a:lnTo>
                  <a:lnTo>
                    <a:pt x="93591" y="64781"/>
                  </a:lnTo>
                  <a:lnTo>
                    <a:pt x="93109" y="65180"/>
                  </a:lnTo>
                  <a:lnTo>
                    <a:pt x="92873" y="65375"/>
                  </a:lnTo>
                  <a:lnTo>
                    <a:pt x="92120" y="65998"/>
                  </a:lnTo>
                  <a:lnTo>
                    <a:pt x="91323" y="66657"/>
                  </a:lnTo>
                  <a:lnTo>
                    <a:pt x="90854" y="67045"/>
                  </a:lnTo>
                  <a:lnTo>
                    <a:pt x="88897" y="68665"/>
                  </a:lnTo>
                  <a:lnTo>
                    <a:pt x="87637" y="69707"/>
                  </a:lnTo>
                  <a:lnTo>
                    <a:pt x="86286" y="70400"/>
                  </a:lnTo>
                  <a:lnTo>
                    <a:pt x="79457" y="69686"/>
                  </a:lnTo>
                  <a:lnTo>
                    <a:pt x="76246" y="69379"/>
                  </a:lnTo>
                  <a:lnTo>
                    <a:pt x="71614" y="68746"/>
                  </a:lnTo>
                  <a:lnTo>
                    <a:pt x="68168" y="68275"/>
                  </a:lnTo>
                  <a:lnTo>
                    <a:pt x="61181" y="67447"/>
                  </a:lnTo>
                  <a:lnTo>
                    <a:pt x="53761" y="66614"/>
                  </a:lnTo>
                  <a:lnTo>
                    <a:pt x="53139" y="67169"/>
                  </a:lnTo>
                  <a:lnTo>
                    <a:pt x="46113" y="72150"/>
                  </a:lnTo>
                  <a:lnTo>
                    <a:pt x="41570" y="75388"/>
                  </a:lnTo>
                  <a:lnTo>
                    <a:pt x="37383" y="78378"/>
                  </a:lnTo>
                  <a:lnTo>
                    <a:pt x="37018" y="78639"/>
                  </a:lnTo>
                  <a:lnTo>
                    <a:pt x="33271" y="81324"/>
                  </a:lnTo>
                  <a:lnTo>
                    <a:pt x="31200" y="82806"/>
                  </a:lnTo>
                  <a:lnTo>
                    <a:pt x="25649" y="86546"/>
                  </a:lnTo>
                  <a:lnTo>
                    <a:pt x="25419" y="86701"/>
                  </a:lnTo>
                  <a:lnTo>
                    <a:pt x="25092" y="86921"/>
                  </a:lnTo>
                  <a:lnTo>
                    <a:pt x="22405" y="83025"/>
                  </a:lnTo>
                  <a:lnTo>
                    <a:pt x="22257" y="82832"/>
                  </a:lnTo>
                  <a:lnTo>
                    <a:pt x="17181" y="76172"/>
                  </a:lnTo>
                  <a:lnTo>
                    <a:pt x="16962" y="75884"/>
                  </a:lnTo>
                  <a:lnTo>
                    <a:pt x="13230" y="68333"/>
                  </a:lnTo>
                  <a:lnTo>
                    <a:pt x="14590" y="62359"/>
                  </a:lnTo>
                  <a:lnTo>
                    <a:pt x="12741" y="62112"/>
                  </a:lnTo>
                  <a:lnTo>
                    <a:pt x="10364" y="61795"/>
                  </a:lnTo>
                  <a:lnTo>
                    <a:pt x="8873" y="61595"/>
                  </a:lnTo>
                  <a:lnTo>
                    <a:pt x="7810" y="61382"/>
                  </a:lnTo>
                  <a:lnTo>
                    <a:pt x="7422" y="61304"/>
                  </a:lnTo>
                  <a:lnTo>
                    <a:pt x="3266" y="60467"/>
                  </a:lnTo>
                  <a:lnTo>
                    <a:pt x="2756" y="60365"/>
                  </a:lnTo>
                  <a:lnTo>
                    <a:pt x="1321" y="60251"/>
                  </a:lnTo>
                  <a:lnTo>
                    <a:pt x="1469" y="59108"/>
                  </a:lnTo>
                  <a:lnTo>
                    <a:pt x="1558" y="58418"/>
                  </a:lnTo>
                  <a:lnTo>
                    <a:pt x="1585" y="58034"/>
                  </a:lnTo>
                  <a:lnTo>
                    <a:pt x="1638" y="57270"/>
                  </a:lnTo>
                  <a:lnTo>
                    <a:pt x="1678" y="56795"/>
                  </a:lnTo>
                  <a:lnTo>
                    <a:pt x="1692" y="56629"/>
                  </a:lnTo>
                  <a:lnTo>
                    <a:pt x="1728" y="55644"/>
                  </a:lnTo>
                  <a:lnTo>
                    <a:pt x="1131" y="54946"/>
                  </a:lnTo>
                  <a:lnTo>
                    <a:pt x="664" y="54399"/>
                  </a:lnTo>
                  <a:lnTo>
                    <a:pt x="0" y="53622"/>
                  </a:lnTo>
                  <a:lnTo>
                    <a:pt x="246" y="53416"/>
                  </a:lnTo>
                  <a:lnTo>
                    <a:pt x="1115" y="52688"/>
                  </a:lnTo>
                  <a:lnTo>
                    <a:pt x="2153" y="51820"/>
                  </a:lnTo>
                  <a:lnTo>
                    <a:pt x="2938" y="51163"/>
                  </a:lnTo>
                  <a:lnTo>
                    <a:pt x="3378" y="50795"/>
                  </a:lnTo>
                  <a:lnTo>
                    <a:pt x="4451" y="49897"/>
                  </a:lnTo>
                  <a:lnTo>
                    <a:pt x="4722" y="50226"/>
                  </a:lnTo>
                  <a:lnTo>
                    <a:pt x="5000" y="50152"/>
                  </a:lnTo>
                  <a:lnTo>
                    <a:pt x="6280" y="49067"/>
                  </a:lnTo>
                  <a:lnTo>
                    <a:pt x="8725" y="46996"/>
                  </a:lnTo>
                  <a:lnTo>
                    <a:pt x="7189" y="45086"/>
                  </a:lnTo>
                  <a:lnTo>
                    <a:pt x="7939" y="44498"/>
                  </a:lnTo>
                  <a:lnTo>
                    <a:pt x="9984" y="42894"/>
                  </a:lnTo>
                  <a:lnTo>
                    <a:pt x="10553" y="42447"/>
                  </a:lnTo>
                  <a:lnTo>
                    <a:pt x="11230" y="41916"/>
                  </a:lnTo>
                  <a:lnTo>
                    <a:pt x="12291" y="41083"/>
                  </a:lnTo>
                  <a:lnTo>
                    <a:pt x="14238" y="39556"/>
                  </a:lnTo>
                  <a:lnTo>
                    <a:pt x="15680" y="38424"/>
                  </a:lnTo>
                  <a:lnTo>
                    <a:pt x="16373" y="37867"/>
                  </a:lnTo>
                  <a:lnTo>
                    <a:pt x="17722" y="36782"/>
                  </a:lnTo>
                  <a:lnTo>
                    <a:pt x="18414" y="36178"/>
                  </a:lnTo>
                  <a:lnTo>
                    <a:pt x="20601" y="34270"/>
                  </a:lnTo>
                  <a:lnTo>
                    <a:pt x="21288" y="33671"/>
                  </a:lnTo>
                  <a:lnTo>
                    <a:pt x="22130" y="32983"/>
                  </a:lnTo>
                  <a:lnTo>
                    <a:pt x="22643" y="32592"/>
                  </a:lnTo>
                  <a:lnTo>
                    <a:pt x="24073" y="31500"/>
                  </a:lnTo>
                  <a:lnTo>
                    <a:pt x="25883" y="30098"/>
                  </a:lnTo>
                  <a:lnTo>
                    <a:pt x="26460" y="29650"/>
                  </a:lnTo>
                  <a:lnTo>
                    <a:pt x="26651" y="29502"/>
                  </a:lnTo>
                  <a:lnTo>
                    <a:pt x="26945" y="29302"/>
                  </a:lnTo>
                  <a:lnTo>
                    <a:pt x="27574" y="28864"/>
                  </a:lnTo>
                  <a:lnTo>
                    <a:pt x="30035" y="26983"/>
                  </a:lnTo>
                  <a:lnTo>
                    <a:pt x="30500" y="26628"/>
                  </a:lnTo>
                  <a:lnTo>
                    <a:pt x="30772" y="26432"/>
                  </a:lnTo>
                  <a:lnTo>
                    <a:pt x="31606" y="25834"/>
                  </a:lnTo>
                  <a:lnTo>
                    <a:pt x="31944" y="25605"/>
                  </a:lnTo>
                  <a:lnTo>
                    <a:pt x="32194" y="25436"/>
                  </a:lnTo>
                  <a:lnTo>
                    <a:pt x="32554" y="25193"/>
                  </a:lnTo>
                  <a:lnTo>
                    <a:pt x="32748" y="25436"/>
                  </a:lnTo>
                  <a:lnTo>
                    <a:pt x="33142" y="25930"/>
                  </a:lnTo>
                  <a:lnTo>
                    <a:pt x="34317" y="27404"/>
                  </a:lnTo>
                  <a:lnTo>
                    <a:pt x="35558" y="28959"/>
                  </a:lnTo>
                  <a:lnTo>
                    <a:pt x="35736" y="29183"/>
                  </a:lnTo>
                  <a:lnTo>
                    <a:pt x="36351" y="29954"/>
                  </a:lnTo>
                  <a:lnTo>
                    <a:pt x="38139" y="32195"/>
                  </a:lnTo>
                  <a:lnTo>
                    <a:pt x="39120" y="33425"/>
                  </a:lnTo>
                  <a:lnTo>
                    <a:pt x="40997" y="35778"/>
                  </a:lnTo>
                  <a:lnTo>
                    <a:pt x="41369" y="36245"/>
                  </a:lnTo>
                  <a:lnTo>
                    <a:pt x="43008" y="38300"/>
                  </a:lnTo>
                  <a:lnTo>
                    <a:pt x="43137" y="38462"/>
                  </a:lnTo>
                  <a:lnTo>
                    <a:pt x="43687" y="38015"/>
                  </a:lnTo>
                  <a:lnTo>
                    <a:pt x="47972" y="34822"/>
                  </a:lnTo>
                  <a:lnTo>
                    <a:pt x="49315" y="33821"/>
                  </a:lnTo>
                  <a:lnTo>
                    <a:pt x="50598" y="32864"/>
                  </a:lnTo>
                  <a:lnTo>
                    <a:pt x="51252" y="32377"/>
                  </a:lnTo>
                  <a:lnTo>
                    <a:pt x="52540" y="31417"/>
                  </a:lnTo>
                  <a:lnTo>
                    <a:pt x="53256" y="30883"/>
                  </a:lnTo>
                  <a:lnTo>
                    <a:pt x="53787" y="30488"/>
                  </a:lnTo>
                  <a:lnTo>
                    <a:pt x="55381" y="29299"/>
                  </a:lnTo>
                  <a:lnTo>
                    <a:pt x="56469" y="28489"/>
                  </a:lnTo>
                  <a:lnTo>
                    <a:pt x="56652" y="28352"/>
                  </a:lnTo>
                  <a:lnTo>
                    <a:pt x="58068" y="27296"/>
                  </a:lnTo>
                  <a:lnTo>
                    <a:pt x="58473" y="26995"/>
                  </a:lnTo>
                  <a:lnTo>
                    <a:pt x="60550" y="25447"/>
                  </a:lnTo>
                  <a:lnTo>
                    <a:pt x="61136" y="25010"/>
                  </a:lnTo>
                  <a:lnTo>
                    <a:pt x="61333" y="24863"/>
                  </a:lnTo>
                  <a:lnTo>
                    <a:pt x="62097" y="24294"/>
                  </a:lnTo>
                  <a:lnTo>
                    <a:pt x="63557" y="23129"/>
                  </a:lnTo>
                  <a:lnTo>
                    <a:pt x="63983" y="22789"/>
                  </a:lnTo>
                  <a:lnTo>
                    <a:pt x="64121" y="22679"/>
                  </a:lnTo>
                  <a:lnTo>
                    <a:pt x="65513" y="21569"/>
                  </a:lnTo>
                  <a:lnTo>
                    <a:pt x="66154" y="21057"/>
                  </a:lnTo>
                  <a:lnTo>
                    <a:pt x="67846" y="19692"/>
                  </a:lnTo>
                  <a:lnTo>
                    <a:pt x="68543" y="19129"/>
                  </a:lnTo>
                  <a:lnTo>
                    <a:pt x="68775" y="18942"/>
                  </a:lnTo>
                  <a:lnTo>
                    <a:pt x="69869" y="18059"/>
                  </a:lnTo>
                  <a:lnTo>
                    <a:pt x="74074" y="14874"/>
                  </a:lnTo>
                  <a:lnTo>
                    <a:pt x="76300" y="13175"/>
                  </a:lnTo>
                  <a:lnTo>
                    <a:pt x="79208" y="11182"/>
                  </a:lnTo>
                  <a:lnTo>
                    <a:pt x="79098" y="10963"/>
                  </a:lnTo>
                  <a:lnTo>
                    <a:pt x="78814" y="10397"/>
                  </a:lnTo>
                  <a:lnTo>
                    <a:pt x="78636" y="10066"/>
                  </a:lnTo>
                  <a:lnTo>
                    <a:pt x="78454" y="9725"/>
                  </a:lnTo>
                  <a:lnTo>
                    <a:pt x="76609" y="6278"/>
                  </a:lnTo>
                  <a:lnTo>
                    <a:pt x="76995" y="5882"/>
                  </a:lnTo>
                  <a:lnTo>
                    <a:pt x="77342" y="5527"/>
                  </a:lnTo>
                  <a:lnTo>
                    <a:pt x="78053" y="4790"/>
                  </a:lnTo>
                  <a:lnTo>
                    <a:pt x="79954" y="2732"/>
                  </a:lnTo>
                  <a:lnTo>
                    <a:pt x="81841" y="707"/>
                  </a:lnTo>
                  <a:lnTo>
                    <a:pt x="82501" y="0"/>
                  </a:lnTo>
                  <a:lnTo>
                    <a:pt x="83645" y="707"/>
                  </a:lnTo>
                  <a:lnTo>
                    <a:pt x="84832" y="1441"/>
                  </a:lnTo>
                  <a:lnTo>
                    <a:pt x="87615" y="2630"/>
                  </a:lnTo>
                  <a:lnTo>
                    <a:pt x="88093" y="28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1659670" y="2753022"/>
              <a:ext cx="64156" cy="128323"/>
            </a:xfrm>
            <a:custGeom>
              <a:avLst/>
              <a:pathLst>
                <a:path w="64156" h="128323">
                  <a:moveTo>
                    <a:pt x="57860" y="58988"/>
                  </a:moveTo>
                  <a:lnTo>
                    <a:pt x="59265" y="67712"/>
                  </a:lnTo>
                  <a:lnTo>
                    <a:pt x="58895" y="67815"/>
                  </a:lnTo>
                  <a:lnTo>
                    <a:pt x="58366" y="67961"/>
                  </a:lnTo>
                  <a:lnTo>
                    <a:pt x="57363" y="68239"/>
                  </a:lnTo>
                  <a:lnTo>
                    <a:pt x="57424" y="68694"/>
                  </a:lnTo>
                  <a:lnTo>
                    <a:pt x="58898" y="77621"/>
                  </a:lnTo>
                  <a:lnTo>
                    <a:pt x="60287" y="87014"/>
                  </a:lnTo>
                  <a:lnTo>
                    <a:pt x="61226" y="93845"/>
                  </a:lnTo>
                  <a:lnTo>
                    <a:pt x="62440" y="102455"/>
                  </a:lnTo>
                  <a:lnTo>
                    <a:pt x="62971" y="106082"/>
                  </a:lnTo>
                  <a:lnTo>
                    <a:pt x="64095" y="114066"/>
                  </a:lnTo>
                  <a:lnTo>
                    <a:pt x="64111" y="116594"/>
                  </a:lnTo>
                  <a:lnTo>
                    <a:pt x="64156" y="119469"/>
                  </a:lnTo>
                  <a:lnTo>
                    <a:pt x="56394" y="119939"/>
                  </a:lnTo>
                  <a:lnTo>
                    <a:pt x="56217" y="119950"/>
                  </a:lnTo>
                  <a:lnTo>
                    <a:pt x="55714" y="119979"/>
                  </a:lnTo>
                  <a:lnTo>
                    <a:pt x="55389" y="119997"/>
                  </a:lnTo>
                  <a:lnTo>
                    <a:pt x="55198" y="119997"/>
                  </a:lnTo>
                  <a:lnTo>
                    <a:pt x="52359" y="119990"/>
                  </a:lnTo>
                  <a:lnTo>
                    <a:pt x="52074" y="119989"/>
                  </a:lnTo>
                  <a:lnTo>
                    <a:pt x="51902" y="119989"/>
                  </a:lnTo>
                  <a:lnTo>
                    <a:pt x="51091" y="119987"/>
                  </a:lnTo>
                  <a:lnTo>
                    <a:pt x="48372" y="119361"/>
                  </a:lnTo>
                  <a:lnTo>
                    <a:pt x="46506" y="117967"/>
                  </a:lnTo>
                  <a:lnTo>
                    <a:pt x="45440" y="116406"/>
                  </a:lnTo>
                  <a:lnTo>
                    <a:pt x="44502" y="114995"/>
                  </a:lnTo>
                  <a:lnTo>
                    <a:pt x="43021" y="115566"/>
                  </a:lnTo>
                  <a:lnTo>
                    <a:pt x="43453" y="116419"/>
                  </a:lnTo>
                  <a:lnTo>
                    <a:pt x="44349" y="118499"/>
                  </a:lnTo>
                  <a:lnTo>
                    <a:pt x="44713" y="119309"/>
                  </a:lnTo>
                  <a:lnTo>
                    <a:pt x="44963" y="120788"/>
                  </a:lnTo>
                  <a:lnTo>
                    <a:pt x="44844" y="121610"/>
                  </a:lnTo>
                  <a:lnTo>
                    <a:pt x="44568" y="122074"/>
                  </a:lnTo>
                  <a:lnTo>
                    <a:pt x="44353" y="122436"/>
                  </a:lnTo>
                  <a:lnTo>
                    <a:pt x="43677" y="123576"/>
                  </a:lnTo>
                  <a:lnTo>
                    <a:pt x="43551" y="123788"/>
                  </a:lnTo>
                  <a:lnTo>
                    <a:pt x="42732" y="124028"/>
                  </a:lnTo>
                  <a:lnTo>
                    <a:pt x="40256" y="125310"/>
                  </a:lnTo>
                  <a:lnTo>
                    <a:pt x="39890" y="125532"/>
                  </a:lnTo>
                  <a:lnTo>
                    <a:pt x="40134" y="126373"/>
                  </a:lnTo>
                  <a:lnTo>
                    <a:pt x="38438" y="127398"/>
                  </a:lnTo>
                  <a:lnTo>
                    <a:pt x="38172" y="127557"/>
                  </a:lnTo>
                  <a:lnTo>
                    <a:pt x="34124" y="128323"/>
                  </a:lnTo>
                  <a:lnTo>
                    <a:pt x="33880" y="125946"/>
                  </a:lnTo>
                  <a:lnTo>
                    <a:pt x="32905" y="124237"/>
                  </a:lnTo>
                  <a:lnTo>
                    <a:pt x="31641" y="123662"/>
                  </a:lnTo>
                  <a:lnTo>
                    <a:pt x="30243" y="123337"/>
                  </a:lnTo>
                  <a:lnTo>
                    <a:pt x="27699" y="122749"/>
                  </a:lnTo>
                  <a:lnTo>
                    <a:pt x="24448" y="122207"/>
                  </a:lnTo>
                  <a:lnTo>
                    <a:pt x="24095" y="122148"/>
                  </a:lnTo>
                  <a:lnTo>
                    <a:pt x="23646" y="121996"/>
                  </a:lnTo>
                  <a:lnTo>
                    <a:pt x="23073" y="121660"/>
                  </a:lnTo>
                  <a:lnTo>
                    <a:pt x="22779" y="121332"/>
                  </a:lnTo>
                  <a:lnTo>
                    <a:pt x="22686" y="120912"/>
                  </a:lnTo>
                  <a:lnTo>
                    <a:pt x="22851" y="119756"/>
                  </a:lnTo>
                  <a:lnTo>
                    <a:pt x="22901" y="119424"/>
                  </a:lnTo>
                  <a:lnTo>
                    <a:pt x="21891" y="115423"/>
                  </a:lnTo>
                  <a:lnTo>
                    <a:pt x="21753" y="115243"/>
                  </a:lnTo>
                  <a:lnTo>
                    <a:pt x="21352" y="114719"/>
                  </a:lnTo>
                  <a:lnTo>
                    <a:pt x="20542" y="114079"/>
                  </a:lnTo>
                  <a:lnTo>
                    <a:pt x="19563" y="113846"/>
                  </a:lnTo>
                  <a:lnTo>
                    <a:pt x="18740" y="114237"/>
                  </a:lnTo>
                  <a:lnTo>
                    <a:pt x="17464" y="114337"/>
                  </a:lnTo>
                  <a:lnTo>
                    <a:pt x="15751" y="113615"/>
                  </a:lnTo>
                  <a:lnTo>
                    <a:pt x="14937" y="113440"/>
                  </a:lnTo>
                  <a:lnTo>
                    <a:pt x="13294" y="113023"/>
                  </a:lnTo>
                  <a:lnTo>
                    <a:pt x="10099" y="110135"/>
                  </a:lnTo>
                  <a:lnTo>
                    <a:pt x="8808" y="109549"/>
                  </a:lnTo>
                  <a:lnTo>
                    <a:pt x="8108" y="108970"/>
                  </a:lnTo>
                  <a:lnTo>
                    <a:pt x="9074" y="105302"/>
                  </a:lnTo>
                  <a:lnTo>
                    <a:pt x="9087" y="104857"/>
                  </a:lnTo>
                  <a:lnTo>
                    <a:pt x="9103" y="104324"/>
                  </a:lnTo>
                  <a:lnTo>
                    <a:pt x="8526" y="102933"/>
                  </a:lnTo>
                  <a:lnTo>
                    <a:pt x="7465" y="101516"/>
                  </a:lnTo>
                  <a:lnTo>
                    <a:pt x="4055" y="97512"/>
                  </a:lnTo>
                  <a:lnTo>
                    <a:pt x="0" y="93185"/>
                  </a:lnTo>
                  <a:lnTo>
                    <a:pt x="4242" y="89598"/>
                  </a:lnTo>
                  <a:lnTo>
                    <a:pt x="12380" y="82717"/>
                  </a:lnTo>
                  <a:lnTo>
                    <a:pt x="12669" y="82462"/>
                  </a:lnTo>
                  <a:lnTo>
                    <a:pt x="13941" y="81336"/>
                  </a:lnTo>
                  <a:lnTo>
                    <a:pt x="16551" y="79028"/>
                  </a:lnTo>
                  <a:lnTo>
                    <a:pt x="11848" y="73301"/>
                  </a:lnTo>
                  <a:lnTo>
                    <a:pt x="11240" y="72560"/>
                  </a:lnTo>
                  <a:lnTo>
                    <a:pt x="19503" y="66054"/>
                  </a:lnTo>
                  <a:lnTo>
                    <a:pt x="21778" y="64549"/>
                  </a:lnTo>
                  <a:lnTo>
                    <a:pt x="23517" y="63486"/>
                  </a:lnTo>
                  <a:lnTo>
                    <a:pt x="25345" y="62369"/>
                  </a:lnTo>
                  <a:lnTo>
                    <a:pt x="26102" y="62440"/>
                  </a:lnTo>
                  <a:lnTo>
                    <a:pt x="31777" y="59521"/>
                  </a:lnTo>
                  <a:lnTo>
                    <a:pt x="30904" y="55374"/>
                  </a:lnTo>
                  <a:lnTo>
                    <a:pt x="30073" y="50265"/>
                  </a:lnTo>
                  <a:lnTo>
                    <a:pt x="29420" y="46037"/>
                  </a:lnTo>
                  <a:lnTo>
                    <a:pt x="28984" y="42335"/>
                  </a:lnTo>
                  <a:lnTo>
                    <a:pt x="28419" y="38413"/>
                  </a:lnTo>
                  <a:lnTo>
                    <a:pt x="28391" y="38242"/>
                  </a:lnTo>
                  <a:lnTo>
                    <a:pt x="26660" y="27524"/>
                  </a:lnTo>
                  <a:lnTo>
                    <a:pt x="26139" y="24297"/>
                  </a:lnTo>
                  <a:lnTo>
                    <a:pt x="25849" y="22177"/>
                  </a:lnTo>
                  <a:lnTo>
                    <a:pt x="25421" y="19055"/>
                  </a:lnTo>
                  <a:lnTo>
                    <a:pt x="24109" y="10901"/>
                  </a:lnTo>
                  <a:lnTo>
                    <a:pt x="23786" y="8882"/>
                  </a:lnTo>
                  <a:lnTo>
                    <a:pt x="23699" y="8334"/>
                  </a:lnTo>
                  <a:lnTo>
                    <a:pt x="24496" y="7674"/>
                  </a:lnTo>
                  <a:lnTo>
                    <a:pt x="25248" y="7052"/>
                  </a:lnTo>
                  <a:lnTo>
                    <a:pt x="25485" y="6856"/>
                  </a:lnTo>
                  <a:lnTo>
                    <a:pt x="26061" y="6379"/>
                  </a:lnTo>
                  <a:lnTo>
                    <a:pt x="26860" y="5719"/>
                  </a:lnTo>
                  <a:lnTo>
                    <a:pt x="27024" y="5583"/>
                  </a:lnTo>
                  <a:lnTo>
                    <a:pt x="27335" y="5325"/>
                  </a:lnTo>
                  <a:lnTo>
                    <a:pt x="27763" y="4971"/>
                  </a:lnTo>
                  <a:lnTo>
                    <a:pt x="28104" y="4689"/>
                  </a:lnTo>
                  <a:lnTo>
                    <a:pt x="28418" y="4430"/>
                  </a:lnTo>
                  <a:lnTo>
                    <a:pt x="29413" y="4014"/>
                  </a:lnTo>
                  <a:lnTo>
                    <a:pt x="30735" y="3462"/>
                  </a:lnTo>
                  <a:lnTo>
                    <a:pt x="31037" y="3336"/>
                  </a:lnTo>
                  <a:lnTo>
                    <a:pt x="31531" y="3129"/>
                  </a:lnTo>
                  <a:lnTo>
                    <a:pt x="32139" y="2876"/>
                  </a:lnTo>
                  <a:lnTo>
                    <a:pt x="32388" y="2771"/>
                  </a:lnTo>
                  <a:lnTo>
                    <a:pt x="32577" y="2693"/>
                  </a:lnTo>
                  <a:lnTo>
                    <a:pt x="32866" y="2597"/>
                  </a:lnTo>
                  <a:lnTo>
                    <a:pt x="34392" y="2096"/>
                  </a:lnTo>
                  <a:lnTo>
                    <a:pt x="38416" y="1477"/>
                  </a:lnTo>
                  <a:lnTo>
                    <a:pt x="47821" y="30"/>
                  </a:lnTo>
                  <a:lnTo>
                    <a:pt x="48697" y="0"/>
                  </a:lnTo>
                  <a:lnTo>
                    <a:pt x="48795" y="631"/>
                  </a:lnTo>
                  <a:lnTo>
                    <a:pt x="48878" y="1166"/>
                  </a:lnTo>
                  <a:lnTo>
                    <a:pt x="49738" y="6704"/>
                  </a:lnTo>
                  <a:lnTo>
                    <a:pt x="49902" y="7761"/>
                  </a:lnTo>
                  <a:lnTo>
                    <a:pt x="50078" y="8894"/>
                  </a:lnTo>
                  <a:lnTo>
                    <a:pt x="50607" y="12296"/>
                  </a:lnTo>
                  <a:lnTo>
                    <a:pt x="50735" y="13123"/>
                  </a:lnTo>
                  <a:lnTo>
                    <a:pt x="52670" y="25575"/>
                  </a:lnTo>
                  <a:lnTo>
                    <a:pt x="52754" y="26118"/>
                  </a:lnTo>
                  <a:lnTo>
                    <a:pt x="52991" y="27643"/>
                  </a:lnTo>
                  <a:lnTo>
                    <a:pt x="53473" y="30746"/>
                  </a:lnTo>
                  <a:lnTo>
                    <a:pt x="55049" y="40887"/>
                  </a:lnTo>
                  <a:lnTo>
                    <a:pt x="55449" y="43464"/>
                  </a:lnTo>
                  <a:lnTo>
                    <a:pt x="55530" y="43988"/>
                  </a:lnTo>
                  <a:lnTo>
                    <a:pt x="56354" y="49287"/>
                  </a:lnTo>
                  <a:lnTo>
                    <a:pt x="56614" y="51245"/>
                  </a:lnTo>
                  <a:lnTo>
                    <a:pt x="57151" y="54579"/>
                  </a:lnTo>
                  <a:lnTo>
                    <a:pt x="57415" y="562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1647450" y="2862573"/>
              <a:ext cx="78043" cy="70791"/>
            </a:xfrm>
            <a:custGeom>
              <a:avLst/>
              <a:pathLst>
                <a:path w="78043" h="70791">
                  <a:moveTo>
                    <a:pt x="29686" y="4787"/>
                  </a:moveTo>
                  <a:lnTo>
                    <a:pt x="30960" y="4687"/>
                  </a:lnTo>
                  <a:lnTo>
                    <a:pt x="31787" y="4294"/>
                  </a:lnTo>
                  <a:lnTo>
                    <a:pt x="32762" y="4528"/>
                  </a:lnTo>
                  <a:lnTo>
                    <a:pt x="33572" y="5169"/>
                  </a:lnTo>
                  <a:lnTo>
                    <a:pt x="33974" y="5693"/>
                  </a:lnTo>
                  <a:lnTo>
                    <a:pt x="34111" y="5873"/>
                  </a:lnTo>
                  <a:lnTo>
                    <a:pt x="35119" y="9890"/>
                  </a:lnTo>
                  <a:lnTo>
                    <a:pt x="35072" y="10205"/>
                  </a:lnTo>
                  <a:lnTo>
                    <a:pt x="34909" y="11372"/>
                  </a:lnTo>
                  <a:lnTo>
                    <a:pt x="35000" y="11782"/>
                  </a:lnTo>
                  <a:lnTo>
                    <a:pt x="35294" y="12109"/>
                  </a:lnTo>
                  <a:lnTo>
                    <a:pt x="35866" y="12445"/>
                  </a:lnTo>
                  <a:lnTo>
                    <a:pt x="36316" y="12597"/>
                  </a:lnTo>
                  <a:lnTo>
                    <a:pt x="36669" y="12656"/>
                  </a:lnTo>
                  <a:lnTo>
                    <a:pt x="39929" y="13200"/>
                  </a:lnTo>
                  <a:lnTo>
                    <a:pt x="42463" y="13786"/>
                  </a:lnTo>
                  <a:lnTo>
                    <a:pt x="43862" y="14111"/>
                  </a:lnTo>
                  <a:lnTo>
                    <a:pt x="45125" y="14687"/>
                  </a:lnTo>
                  <a:lnTo>
                    <a:pt x="46100" y="16395"/>
                  </a:lnTo>
                  <a:lnTo>
                    <a:pt x="46345" y="18775"/>
                  </a:lnTo>
                  <a:lnTo>
                    <a:pt x="50477" y="17956"/>
                  </a:lnTo>
                  <a:lnTo>
                    <a:pt x="50707" y="17818"/>
                  </a:lnTo>
                  <a:lnTo>
                    <a:pt x="52353" y="16791"/>
                  </a:lnTo>
                  <a:lnTo>
                    <a:pt x="52103" y="15958"/>
                  </a:lnTo>
                  <a:lnTo>
                    <a:pt x="52520" y="15736"/>
                  </a:lnTo>
                  <a:lnTo>
                    <a:pt x="54953" y="14478"/>
                  </a:lnTo>
                  <a:lnTo>
                    <a:pt x="55772" y="14237"/>
                  </a:lnTo>
                  <a:lnTo>
                    <a:pt x="55897" y="14026"/>
                  </a:lnTo>
                  <a:lnTo>
                    <a:pt x="56574" y="12885"/>
                  </a:lnTo>
                  <a:lnTo>
                    <a:pt x="56788" y="12524"/>
                  </a:lnTo>
                  <a:lnTo>
                    <a:pt x="57064" y="12059"/>
                  </a:lnTo>
                  <a:lnTo>
                    <a:pt x="57185" y="11223"/>
                  </a:lnTo>
                  <a:lnTo>
                    <a:pt x="56933" y="9758"/>
                  </a:lnTo>
                  <a:lnTo>
                    <a:pt x="56569" y="8948"/>
                  </a:lnTo>
                  <a:lnTo>
                    <a:pt x="55674" y="6868"/>
                  </a:lnTo>
                  <a:lnTo>
                    <a:pt x="55230" y="5993"/>
                  </a:lnTo>
                  <a:lnTo>
                    <a:pt x="56731" y="5441"/>
                  </a:lnTo>
                  <a:lnTo>
                    <a:pt x="57660" y="6855"/>
                  </a:lnTo>
                  <a:lnTo>
                    <a:pt x="58818" y="8512"/>
                  </a:lnTo>
                  <a:lnTo>
                    <a:pt x="60593" y="9810"/>
                  </a:lnTo>
                  <a:lnTo>
                    <a:pt x="63311" y="10436"/>
                  </a:lnTo>
                  <a:lnTo>
                    <a:pt x="64123" y="10438"/>
                  </a:lnTo>
                  <a:lnTo>
                    <a:pt x="64294" y="10438"/>
                  </a:lnTo>
                  <a:lnTo>
                    <a:pt x="64579" y="10439"/>
                  </a:lnTo>
                  <a:lnTo>
                    <a:pt x="67419" y="10446"/>
                  </a:lnTo>
                  <a:lnTo>
                    <a:pt x="67610" y="10446"/>
                  </a:lnTo>
                  <a:lnTo>
                    <a:pt x="68034" y="10423"/>
                  </a:lnTo>
                  <a:lnTo>
                    <a:pt x="68437" y="10399"/>
                  </a:lnTo>
                  <a:lnTo>
                    <a:pt x="68660" y="10385"/>
                  </a:lnTo>
                  <a:lnTo>
                    <a:pt x="76376" y="9919"/>
                  </a:lnTo>
                  <a:lnTo>
                    <a:pt x="77049" y="9878"/>
                  </a:lnTo>
                  <a:lnTo>
                    <a:pt x="78043" y="9818"/>
                  </a:lnTo>
                  <a:lnTo>
                    <a:pt x="78038" y="12397"/>
                  </a:lnTo>
                  <a:lnTo>
                    <a:pt x="78037" y="13131"/>
                  </a:lnTo>
                  <a:lnTo>
                    <a:pt x="78031" y="16458"/>
                  </a:lnTo>
                  <a:lnTo>
                    <a:pt x="78027" y="18766"/>
                  </a:lnTo>
                  <a:lnTo>
                    <a:pt x="77772" y="21370"/>
                  </a:lnTo>
                  <a:lnTo>
                    <a:pt x="77526" y="23881"/>
                  </a:lnTo>
                  <a:lnTo>
                    <a:pt x="77372" y="25451"/>
                  </a:lnTo>
                  <a:lnTo>
                    <a:pt x="77271" y="25962"/>
                  </a:lnTo>
                  <a:lnTo>
                    <a:pt x="76431" y="30201"/>
                  </a:lnTo>
                  <a:lnTo>
                    <a:pt x="75943" y="32666"/>
                  </a:lnTo>
                  <a:lnTo>
                    <a:pt x="75690" y="33943"/>
                  </a:lnTo>
                  <a:lnTo>
                    <a:pt x="75145" y="35578"/>
                  </a:lnTo>
                  <a:lnTo>
                    <a:pt x="73731" y="39821"/>
                  </a:lnTo>
                  <a:lnTo>
                    <a:pt x="73346" y="40974"/>
                  </a:lnTo>
                  <a:lnTo>
                    <a:pt x="72446" y="43675"/>
                  </a:lnTo>
                  <a:lnTo>
                    <a:pt x="69876" y="49433"/>
                  </a:lnTo>
                  <a:lnTo>
                    <a:pt x="69208" y="50930"/>
                  </a:lnTo>
                  <a:lnTo>
                    <a:pt x="67250" y="55295"/>
                  </a:lnTo>
                  <a:lnTo>
                    <a:pt x="64847" y="58973"/>
                  </a:lnTo>
                  <a:lnTo>
                    <a:pt x="63578" y="60916"/>
                  </a:lnTo>
                  <a:lnTo>
                    <a:pt x="60446" y="65709"/>
                  </a:lnTo>
                  <a:lnTo>
                    <a:pt x="59781" y="66727"/>
                  </a:lnTo>
                  <a:lnTo>
                    <a:pt x="59064" y="67824"/>
                  </a:lnTo>
                  <a:lnTo>
                    <a:pt x="58777" y="68263"/>
                  </a:lnTo>
                  <a:lnTo>
                    <a:pt x="58396" y="68846"/>
                  </a:lnTo>
                  <a:lnTo>
                    <a:pt x="58231" y="69098"/>
                  </a:lnTo>
                  <a:lnTo>
                    <a:pt x="57339" y="70465"/>
                  </a:lnTo>
                  <a:lnTo>
                    <a:pt x="57223" y="70642"/>
                  </a:lnTo>
                  <a:lnTo>
                    <a:pt x="57125" y="70791"/>
                  </a:lnTo>
                  <a:lnTo>
                    <a:pt x="47328" y="65650"/>
                  </a:lnTo>
                  <a:lnTo>
                    <a:pt x="43871" y="63790"/>
                  </a:lnTo>
                  <a:lnTo>
                    <a:pt x="43622" y="63656"/>
                  </a:lnTo>
                  <a:lnTo>
                    <a:pt x="43487" y="63574"/>
                  </a:lnTo>
                  <a:lnTo>
                    <a:pt x="42921" y="63230"/>
                  </a:lnTo>
                  <a:lnTo>
                    <a:pt x="38767" y="60704"/>
                  </a:lnTo>
                  <a:lnTo>
                    <a:pt x="37521" y="59972"/>
                  </a:lnTo>
                  <a:lnTo>
                    <a:pt x="37254" y="59727"/>
                  </a:lnTo>
                  <a:lnTo>
                    <a:pt x="33062" y="55882"/>
                  </a:lnTo>
                  <a:lnTo>
                    <a:pt x="27610" y="50880"/>
                  </a:lnTo>
                  <a:lnTo>
                    <a:pt x="26719" y="50063"/>
                  </a:lnTo>
                  <a:lnTo>
                    <a:pt x="25923" y="49332"/>
                  </a:lnTo>
                  <a:lnTo>
                    <a:pt x="25492" y="48954"/>
                  </a:lnTo>
                  <a:lnTo>
                    <a:pt x="21977" y="45869"/>
                  </a:lnTo>
                  <a:lnTo>
                    <a:pt x="17079" y="41975"/>
                  </a:lnTo>
                  <a:lnTo>
                    <a:pt x="16739" y="41705"/>
                  </a:lnTo>
                  <a:lnTo>
                    <a:pt x="16602" y="41534"/>
                  </a:lnTo>
                  <a:lnTo>
                    <a:pt x="16428" y="41319"/>
                  </a:lnTo>
                  <a:lnTo>
                    <a:pt x="15309" y="39932"/>
                  </a:lnTo>
                  <a:lnTo>
                    <a:pt x="14097" y="38415"/>
                  </a:lnTo>
                  <a:lnTo>
                    <a:pt x="13910" y="38186"/>
                  </a:lnTo>
                  <a:lnTo>
                    <a:pt x="12790" y="36788"/>
                  </a:lnTo>
                  <a:lnTo>
                    <a:pt x="11767" y="35128"/>
                  </a:lnTo>
                  <a:lnTo>
                    <a:pt x="9845" y="32808"/>
                  </a:lnTo>
                  <a:lnTo>
                    <a:pt x="9444" y="32324"/>
                  </a:lnTo>
                  <a:lnTo>
                    <a:pt x="8370" y="30997"/>
                  </a:lnTo>
                  <a:lnTo>
                    <a:pt x="6942" y="29234"/>
                  </a:lnTo>
                  <a:lnTo>
                    <a:pt x="5959" y="28039"/>
                  </a:lnTo>
                  <a:lnTo>
                    <a:pt x="2580" y="23930"/>
                  </a:lnTo>
                  <a:lnTo>
                    <a:pt x="173" y="21066"/>
                  </a:lnTo>
                  <a:lnTo>
                    <a:pt x="0" y="20861"/>
                  </a:lnTo>
                  <a:lnTo>
                    <a:pt x="3878" y="17548"/>
                  </a:lnTo>
                  <a:lnTo>
                    <a:pt x="4311" y="17188"/>
                  </a:lnTo>
                  <a:lnTo>
                    <a:pt x="7934" y="13995"/>
                  </a:lnTo>
                  <a:lnTo>
                    <a:pt x="11908" y="9899"/>
                  </a:lnTo>
                  <a:lnTo>
                    <a:pt x="20207" y="891"/>
                  </a:lnTo>
                  <a:lnTo>
                    <a:pt x="20402" y="681"/>
                  </a:lnTo>
                  <a:lnTo>
                    <a:pt x="21031" y="0"/>
                  </a:lnTo>
                  <a:lnTo>
                    <a:pt x="22393" y="647"/>
                  </a:lnTo>
                  <a:lnTo>
                    <a:pt x="25514" y="3472"/>
                  </a:lnTo>
                  <a:lnTo>
                    <a:pt x="27158" y="3890"/>
                  </a:lnTo>
                  <a:lnTo>
                    <a:pt x="27971" y="40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1606467" y="2761402"/>
              <a:ext cx="84989" cy="122031"/>
            </a:xfrm>
            <a:custGeom>
              <a:avLst/>
              <a:pathLst>
                <a:path w="84989" h="122031">
                  <a:moveTo>
                    <a:pt x="77313" y="2531"/>
                  </a:moveTo>
                  <a:lnTo>
                    <a:pt x="78624" y="10675"/>
                  </a:lnTo>
                  <a:lnTo>
                    <a:pt x="79052" y="13797"/>
                  </a:lnTo>
                  <a:lnTo>
                    <a:pt x="79342" y="15916"/>
                  </a:lnTo>
                  <a:lnTo>
                    <a:pt x="79864" y="19145"/>
                  </a:lnTo>
                  <a:lnTo>
                    <a:pt x="81594" y="29862"/>
                  </a:lnTo>
                  <a:lnTo>
                    <a:pt x="81622" y="30032"/>
                  </a:lnTo>
                  <a:lnTo>
                    <a:pt x="82188" y="33954"/>
                  </a:lnTo>
                  <a:lnTo>
                    <a:pt x="82623" y="37656"/>
                  </a:lnTo>
                  <a:lnTo>
                    <a:pt x="83276" y="41884"/>
                  </a:lnTo>
                  <a:lnTo>
                    <a:pt x="84107" y="46994"/>
                  </a:lnTo>
                  <a:lnTo>
                    <a:pt x="84989" y="51213"/>
                  </a:lnTo>
                  <a:lnTo>
                    <a:pt x="79305" y="54059"/>
                  </a:lnTo>
                  <a:lnTo>
                    <a:pt x="78548" y="53989"/>
                  </a:lnTo>
                  <a:lnTo>
                    <a:pt x="76720" y="55106"/>
                  </a:lnTo>
                  <a:lnTo>
                    <a:pt x="74981" y="56168"/>
                  </a:lnTo>
                  <a:lnTo>
                    <a:pt x="72705" y="57674"/>
                  </a:lnTo>
                  <a:lnTo>
                    <a:pt x="64456" y="64196"/>
                  </a:lnTo>
                  <a:lnTo>
                    <a:pt x="65051" y="64921"/>
                  </a:lnTo>
                  <a:lnTo>
                    <a:pt x="69741" y="70659"/>
                  </a:lnTo>
                  <a:lnTo>
                    <a:pt x="67144" y="72956"/>
                  </a:lnTo>
                  <a:lnTo>
                    <a:pt x="65872" y="74081"/>
                  </a:lnTo>
                  <a:lnTo>
                    <a:pt x="65583" y="74337"/>
                  </a:lnTo>
                  <a:lnTo>
                    <a:pt x="57445" y="81218"/>
                  </a:lnTo>
                  <a:lnTo>
                    <a:pt x="53217" y="84819"/>
                  </a:lnTo>
                  <a:lnTo>
                    <a:pt x="57259" y="89131"/>
                  </a:lnTo>
                  <a:lnTo>
                    <a:pt x="60668" y="93136"/>
                  </a:lnTo>
                  <a:lnTo>
                    <a:pt x="61729" y="94553"/>
                  </a:lnTo>
                  <a:lnTo>
                    <a:pt x="62305" y="95968"/>
                  </a:lnTo>
                  <a:lnTo>
                    <a:pt x="62290" y="96477"/>
                  </a:lnTo>
                  <a:lnTo>
                    <a:pt x="62275" y="96928"/>
                  </a:lnTo>
                  <a:lnTo>
                    <a:pt x="61311" y="100590"/>
                  </a:lnTo>
                  <a:lnTo>
                    <a:pt x="62008" y="101172"/>
                  </a:lnTo>
                  <a:lnTo>
                    <a:pt x="61384" y="101851"/>
                  </a:lnTo>
                  <a:lnTo>
                    <a:pt x="61190" y="102061"/>
                  </a:lnTo>
                  <a:lnTo>
                    <a:pt x="52890" y="111070"/>
                  </a:lnTo>
                  <a:lnTo>
                    <a:pt x="48917" y="115165"/>
                  </a:lnTo>
                  <a:lnTo>
                    <a:pt x="45294" y="118358"/>
                  </a:lnTo>
                  <a:lnTo>
                    <a:pt x="44861" y="118718"/>
                  </a:lnTo>
                  <a:lnTo>
                    <a:pt x="40982" y="122031"/>
                  </a:lnTo>
                  <a:lnTo>
                    <a:pt x="40595" y="121588"/>
                  </a:lnTo>
                  <a:lnTo>
                    <a:pt x="40216" y="121152"/>
                  </a:lnTo>
                  <a:lnTo>
                    <a:pt x="37265" y="117765"/>
                  </a:lnTo>
                  <a:lnTo>
                    <a:pt x="32243" y="112000"/>
                  </a:lnTo>
                  <a:lnTo>
                    <a:pt x="32033" y="111759"/>
                  </a:lnTo>
                  <a:lnTo>
                    <a:pt x="31340" y="110964"/>
                  </a:lnTo>
                  <a:lnTo>
                    <a:pt x="30914" y="110475"/>
                  </a:lnTo>
                  <a:lnTo>
                    <a:pt x="29755" y="109144"/>
                  </a:lnTo>
                  <a:lnTo>
                    <a:pt x="28844" y="108071"/>
                  </a:lnTo>
                  <a:lnTo>
                    <a:pt x="27614" y="106622"/>
                  </a:lnTo>
                  <a:lnTo>
                    <a:pt x="27362" y="106324"/>
                  </a:lnTo>
                  <a:lnTo>
                    <a:pt x="26811" y="105667"/>
                  </a:lnTo>
                  <a:lnTo>
                    <a:pt x="23108" y="101247"/>
                  </a:lnTo>
                  <a:lnTo>
                    <a:pt x="21209" y="98669"/>
                  </a:lnTo>
                  <a:lnTo>
                    <a:pt x="20532" y="97750"/>
                  </a:lnTo>
                  <a:lnTo>
                    <a:pt x="18988" y="95855"/>
                  </a:lnTo>
                  <a:lnTo>
                    <a:pt x="16112" y="92324"/>
                  </a:lnTo>
                  <a:lnTo>
                    <a:pt x="14758" y="90663"/>
                  </a:lnTo>
                  <a:lnTo>
                    <a:pt x="14564" y="90425"/>
                  </a:lnTo>
                  <a:lnTo>
                    <a:pt x="13786" y="89446"/>
                  </a:lnTo>
                  <a:lnTo>
                    <a:pt x="12595" y="87948"/>
                  </a:lnTo>
                  <a:lnTo>
                    <a:pt x="11647" y="86756"/>
                  </a:lnTo>
                  <a:lnTo>
                    <a:pt x="11392" y="86435"/>
                  </a:lnTo>
                  <a:lnTo>
                    <a:pt x="8425" y="82703"/>
                  </a:lnTo>
                  <a:lnTo>
                    <a:pt x="8181" y="82396"/>
                  </a:lnTo>
                  <a:lnTo>
                    <a:pt x="6696" y="80714"/>
                  </a:lnTo>
                  <a:lnTo>
                    <a:pt x="4689" y="78442"/>
                  </a:lnTo>
                  <a:lnTo>
                    <a:pt x="505" y="73706"/>
                  </a:lnTo>
                  <a:lnTo>
                    <a:pt x="257" y="73425"/>
                  </a:lnTo>
                  <a:lnTo>
                    <a:pt x="0" y="73134"/>
                  </a:lnTo>
                  <a:lnTo>
                    <a:pt x="3777" y="69631"/>
                  </a:lnTo>
                  <a:lnTo>
                    <a:pt x="4730" y="68788"/>
                  </a:lnTo>
                  <a:lnTo>
                    <a:pt x="6921" y="66864"/>
                  </a:lnTo>
                  <a:lnTo>
                    <a:pt x="7088" y="66724"/>
                  </a:lnTo>
                  <a:lnTo>
                    <a:pt x="7604" y="66290"/>
                  </a:lnTo>
                  <a:lnTo>
                    <a:pt x="11492" y="63004"/>
                  </a:lnTo>
                  <a:lnTo>
                    <a:pt x="14652" y="60477"/>
                  </a:lnTo>
                  <a:lnTo>
                    <a:pt x="18675" y="57261"/>
                  </a:lnTo>
                  <a:lnTo>
                    <a:pt x="21835" y="54733"/>
                  </a:lnTo>
                  <a:lnTo>
                    <a:pt x="22190" y="54450"/>
                  </a:lnTo>
                  <a:lnTo>
                    <a:pt x="26125" y="51307"/>
                  </a:lnTo>
                  <a:lnTo>
                    <a:pt x="26498" y="51008"/>
                  </a:lnTo>
                  <a:lnTo>
                    <a:pt x="33645" y="45299"/>
                  </a:lnTo>
                  <a:lnTo>
                    <a:pt x="42063" y="38430"/>
                  </a:lnTo>
                  <a:lnTo>
                    <a:pt x="45972" y="35292"/>
                  </a:lnTo>
                  <a:lnTo>
                    <a:pt x="49132" y="32756"/>
                  </a:lnTo>
                  <a:lnTo>
                    <a:pt x="53400" y="29209"/>
                  </a:lnTo>
                  <a:lnTo>
                    <a:pt x="53737" y="28933"/>
                  </a:lnTo>
                  <a:lnTo>
                    <a:pt x="57622" y="25757"/>
                  </a:lnTo>
                  <a:lnTo>
                    <a:pt x="57985" y="25464"/>
                  </a:lnTo>
                  <a:lnTo>
                    <a:pt x="61321" y="22779"/>
                  </a:lnTo>
                  <a:lnTo>
                    <a:pt x="64324" y="19073"/>
                  </a:lnTo>
                  <a:lnTo>
                    <a:pt x="68730" y="10209"/>
                  </a:lnTo>
                  <a:lnTo>
                    <a:pt x="70386" y="6768"/>
                  </a:lnTo>
                  <a:lnTo>
                    <a:pt x="71945" y="3704"/>
                  </a:lnTo>
                  <a:lnTo>
                    <a:pt x="73215" y="3003"/>
                  </a:lnTo>
                  <a:lnTo>
                    <a:pt x="74475" y="1961"/>
                  </a:lnTo>
                  <a:lnTo>
                    <a:pt x="76433" y="341"/>
                  </a:lnTo>
                  <a:lnTo>
                    <a:pt x="76909" y="0"/>
                  </a:lnTo>
                  <a:lnTo>
                    <a:pt x="76989" y="5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1562540" y="2756811"/>
              <a:ext cx="115791" cy="77725"/>
            </a:xfrm>
            <a:custGeom>
              <a:avLst/>
              <a:pathLst>
                <a:path w="115791" h="77725">
                  <a:moveTo>
                    <a:pt x="51910" y="20913"/>
                  </a:moveTo>
                  <a:lnTo>
                    <a:pt x="54597" y="24808"/>
                  </a:lnTo>
                  <a:lnTo>
                    <a:pt x="54924" y="24588"/>
                  </a:lnTo>
                  <a:lnTo>
                    <a:pt x="55155" y="24433"/>
                  </a:lnTo>
                  <a:lnTo>
                    <a:pt x="60767" y="20652"/>
                  </a:lnTo>
                  <a:lnTo>
                    <a:pt x="62776" y="19211"/>
                  </a:lnTo>
                  <a:lnTo>
                    <a:pt x="66523" y="16526"/>
                  </a:lnTo>
                  <a:lnTo>
                    <a:pt x="66904" y="16254"/>
                  </a:lnTo>
                  <a:lnTo>
                    <a:pt x="71104" y="13255"/>
                  </a:lnTo>
                  <a:lnTo>
                    <a:pt x="75619" y="10037"/>
                  </a:lnTo>
                  <a:lnTo>
                    <a:pt x="82644" y="5056"/>
                  </a:lnTo>
                  <a:lnTo>
                    <a:pt x="83267" y="4502"/>
                  </a:lnTo>
                  <a:lnTo>
                    <a:pt x="90687" y="5334"/>
                  </a:lnTo>
                  <a:lnTo>
                    <a:pt x="97673" y="6162"/>
                  </a:lnTo>
                  <a:lnTo>
                    <a:pt x="101119" y="6633"/>
                  </a:lnTo>
                  <a:lnTo>
                    <a:pt x="105751" y="7266"/>
                  </a:lnTo>
                  <a:lnTo>
                    <a:pt x="108987" y="7576"/>
                  </a:lnTo>
                  <a:lnTo>
                    <a:pt x="115791" y="8287"/>
                  </a:lnTo>
                  <a:lnTo>
                    <a:pt x="114313" y="11359"/>
                  </a:lnTo>
                  <a:lnTo>
                    <a:pt x="112657" y="14800"/>
                  </a:lnTo>
                  <a:lnTo>
                    <a:pt x="108251" y="23664"/>
                  </a:lnTo>
                  <a:lnTo>
                    <a:pt x="105247" y="27370"/>
                  </a:lnTo>
                  <a:lnTo>
                    <a:pt x="101912" y="30055"/>
                  </a:lnTo>
                  <a:lnTo>
                    <a:pt x="101548" y="30348"/>
                  </a:lnTo>
                  <a:lnTo>
                    <a:pt x="97664" y="33524"/>
                  </a:lnTo>
                  <a:lnTo>
                    <a:pt x="97326" y="33800"/>
                  </a:lnTo>
                  <a:lnTo>
                    <a:pt x="93059" y="37347"/>
                  </a:lnTo>
                  <a:lnTo>
                    <a:pt x="89899" y="39883"/>
                  </a:lnTo>
                  <a:lnTo>
                    <a:pt x="85990" y="43021"/>
                  </a:lnTo>
                  <a:lnTo>
                    <a:pt x="77571" y="49890"/>
                  </a:lnTo>
                  <a:lnTo>
                    <a:pt x="70425" y="55600"/>
                  </a:lnTo>
                  <a:lnTo>
                    <a:pt x="70051" y="55898"/>
                  </a:lnTo>
                  <a:lnTo>
                    <a:pt x="66117" y="59041"/>
                  </a:lnTo>
                  <a:lnTo>
                    <a:pt x="65762" y="59325"/>
                  </a:lnTo>
                  <a:lnTo>
                    <a:pt x="62601" y="61852"/>
                  </a:lnTo>
                  <a:lnTo>
                    <a:pt x="58579" y="65068"/>
                  </a:lnTo>
                  <a:lnTo>
                    <a:pt x="55418" y="67596"/>
                  </a:lnTo>
                  <a:lnTo>
                    <a:pt x="51531" y="70881"/>
                  </a:lnTo>
                  <a:lnTo>
                    <a:pt x="51014" y="71316"/>
                  </a:lnTo>
                  <a:lnTo>
                    <a:pt x="50848" y="71456"/>
                  </a:lnTo>
                  <a:lnTo>
                    <a:pt x="48657" y="73379"/>
                  </a:lnTo>
                  <a:lnTo>
                    <a:pt x="47704" y="74222"/>
                  </a:lnTo>
                  <a:lnTo>
                    <a:pt x="43926" y="77725"/>
                  </a:lnTo>
                  <a:lnTo>
                    <a:pt x="43173" y="76913"/>
                  </a:lnTo>
                  <a:lnTo>
                    <a:pt x="40043" y="73537"/>
                  </a:lnTo>
                  <a:lnTo>
                    <a:pt x="37077" y="70338"/>
                  </a:lnTo>
                  <a:lnTo>
                    <a:pt x="36143" y="69330"/>
                  </a:lnTo>
                  <a:lnTo>
                    <a:pt x="36024" y="69202"/>
                  </a:lnTo>
                  <a:lnTo>
                    <a:pt x="32678" y="65593"/>
                  </a:lnTo>
                  <a:lnTo>
                    <a:pt x="32357" y="65271"/>
                  </a:lnTo>
                  <a:lnTo>
                    <a:pt x="28682" y="61584"/>
                  </a:lnTo>
                  <a:lnTo>
                    <a:pt x="28515" y="61416"/>
                  </a:lnTo>
                  <a:lnTo>
                    <a:pt x="28324" y="61225"/>
                  </a:lnTo>
                  <a:lnTo>
                    <a:pt x="24447" y="57335"/>
                  </a:lnTo>
                  <a:lnTo>
                    <a:pt x="19182" y="52053"/>
                  </a:lnTo>
                  <a:lnTo>
                    <a:pt x="18717" y="51586"/>
                  </a:lnTo>
                  <a:lnTo>
                    <a:pt x="10901" y="43799"/>
                  </a:lnTo>
                  <a:lnTo>
                    <a:pt x="10327" y="43265"/>
                  </a:lnTo>
                  <a:lnTo>
                    <a:pt x="2584" y="35976"/>
                  </a:lnTo>
                  <a:lnTo>
                    <a:pt x="2212" y="35586"/>
                  </a:lnTo>
                  <a:lnTo>
                    <a:pt x="0" y="33037"/>
                  </a:lnTo>
                  <a:lnTo>
                    <a:pt x="4516" y="29470"/>
                  </a:lnTo>
                  <a:lnTo>
                    <a:pt x="4849" y="29205"/>
                  </a:lnTo>
                  <a:lnTo>
                    <a:pt x="5387" y="28778"/>
                  </a:lnTo>
                  <a:lnTo>
                    <a:pt x="6456" y="27930"/>
                  </a:lnTo>
                  <a:lnTo>
                    <a:pt x="9207" y="25747"/>
                  </a:lnTo>
                  <a:lnTo>
                    <a:pt x="9605" y="25431"/>
                  </a:lnTo>
                  <a:lnTo>
                    <a:pt x="10170" y="24983"/>
                  </a:lnTo>
                  <a:lnTo>
                    <a:pt x="11968" y="23558"/>
                  </a:lnTo>
                  <a:lnTo>
                    <a:pt x="15784" y="20536"/>
                  </a:lnTo>
                  <a:lnTo>
                    <a:pt x="19382" y="17686"/>
                  </a:lnTo>
                  <a:lnTo>
                    <a:pt x="19694" y="17438"/>
                  </a:lnTo>
                  <a:lnTo>
                    <a:pt x="19848" y="17316"/>
                  </a:lnTo>
                  <a:lnTo>
                    <a:pt x="22860" y="14931"/>
                  </a:lnTo>
                  <a:lnTo>
                    <a:pt x="23359" y="14536"/>
                  </a:lnTo>
                  <a:lnTo>
                    <a:pt x="31970" y="7829"/>
                  </a:lnTo>
                  <a:lnTo>
                    <a:pt x="33310" y="6785"/>
                  </a:lnTo>
                  <a:lnTo>
                    <a:pt x="38590" y="2760"/>
                  </a:lnTo>
                  <a:lnTo>
                    <a:pt x="38888" y="2533"/>
                  </a:lnTo>
                  <a:lnTo>
                    <a:pt x="42246" y="0"/>
                  </a:lnTo>
                  <a:lnTo>
                    <a:pt x="44095" y="247"/>
                  </a:lnTo>
                  <a:lnTo>
                    <a:pt x="42735" y="6220"/>
                  </a:lnTo>
                  <a:lnTo>
                    <a:pt x="46481" y="13791"/>
                  </a:lnTo>
                  <a:lnTo>
                    <a:pt x="46686" y="14059"/>
                  </a:lnTo>
                  <a:lnTo>
                    <a:pt x="51763" y="207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1569990" y="2822460"/>
              <a:ext cx="67391" cy="74474"/>
            </a:xfrm>
            <a:custGeom>
              <a:avLst/>
              <a:pathLst>
                <a:path w="67391" h="74474">
                  <a:moveTo>
                    <a:pt x="32593" y="7888"/>
                  </a:moveTo>
                  <a:lnTo>
                    <a:pt x="35723" y="11264"/>
                  </a:lnTo>
                  <a:lnTo>
                    <a:pt x="36476" y="12076"/>
                  </a:lnTo>
                  <a:lnTo>
                    <a:pt x="36733" y="12368"/>
                  </a:lnTo>
                  <a:lnTo>
                    <a:pt x="36981" y="12648"/>
                  </a:lnTo>
                  <a:lnTo>
                    <a:pt x="41165" y="17385"/>
                  </a:lnTo>
                  <a:lnTo>
                    <a:pt x="43172" y="19657"/>
                  </a:lnTo>
                  <a:lnTo>
                    <a:pt x="44657" y="21338"/>
                  </a:lnTo>
                  <a:lnTo>
                    <a:pt x="44902" y="21646"/>
                  </a:lnTo>
                  <a:lnTo>
                    <a:pt x="47881" y="25393"/>
                  </a:lnTo>
                  <a:lnTo>
                    <a:pt x="48124" y="25698"/>
                  </a:lnTo>
                  <a:lnTo>
                    <a:pt x="49071" y="26890"/>
                  </a:lnTo>
                  <a:lnTo>
                    <a:pt x="50262" y="28389"/>
                  </a:lnTo>
                  <a:lnTo>
                    <a:pt x="51040" y="29367"/>
                  </a:lnTo>
                  <a:lnTo>
                    <a:pt x="51235" y="29606"/>
                  </a:lnTo>
                  <a:lnTo>
                    <a:pt x="52588" y="31267"/>
                  </a:lnTo>
                  <a:lnTo>
                    <a:pt x="55464" y="34797"/>
                  </a:lnTo>
                  <a:lnTo>
                    <a:pt x="57009" y="36693"/>
                  </a:lnTo>
                  <a:lnTo>
                    <a:pt x="57720" y="37659"/>
                  </a:lnTo>
                  <a:lnTo>
                    <a:pt x="59585" y="40190"/>
                  </a:lnTo>
                  <a:lnTo>
                    <a:pt x="63288" y="44610"/>
                  </a:lnTo>
                  <a:lnTo>
                    <a:pt x="63838" y="45267"/>
                  </a:lnTo>
                  <a:lnTo>
                    <a:pt x="64091" y="45564"/>
                  </a:lnTo>
                  <a:lnTo>
                    <a:pt x="65320" y="47013"/>
                  </a:lnTo>
                  <a:lnTo>
                    <a:pt x="66231" y="48087"/>
                  </a:lnTo>
                  <a:lnTo>
                    <a:pt x="67391" y="49418"/>
                  </a:lnTo>
                  <a:lnTo>
                    <a:pt x="66986" y="49788"/>
                  </a:lnTo>
                  <a:lnTo>
                    <a:pt x="66507" y="50227"/>
                  </a:lnTo>
                  <a:lnTo>
                    <a:pt x="65867" y="50813"/>
                  </a:lnTo>
                  <a:lnTo>
                    <a:pt x="65498" y="51092"/>
                  </a:lnTo>
                  <a:lnTo>
                    <a:pt x="64666" y="51722"/>
                  </a:lnTo>
                  <a:lnTo>
                    <a:pt x="63065" y="52926"/>
                  </a:lnTo>
                  <a:lnTo>
                    <a:pt x="62286" y="53719"/>
                  </a:lnTo>
                  <a:lnTo>
                    <a:pt x="60657" y="55378"/>
                  </a:lnTo>
                  <a:lnTo>
                    <a:pt x="59435" y="56622"/>
                  </a:lnTo>
                  <a:lnTo>
                    <a:pt x="59204" y="56858"/>
                  </a:lnTo>
                  <a:lnTo>
                    <a:pt x="59013" y="57065"/>
                  </a:lnTo>
                  <a:lnTo>
                    <a:pt x="57831" y="58352"/>
                  </a:lnTo>
                  <a:lnTo>
                    <a:pt x="55161" y="61279"/>
                  </a:lnTo>
                  <a:lnTo>
                    <a:pt x="54383" y="62100"/>
                  </a:lnTo>
                  <a:lnTo>
                    <a:pt x="54128" y="62370"/>
                  </a:lnTo>
                  <a:lnTo>
                    <a:pt x="53876" y="62636"/>
                  </a:lnTo>
                  <a:lnTo>
                    <a:pt x="52954" y="63609"/>
                  </a:lnTo>
                  <a:lnTo>
                    <a:pt x="50993" y="65611"/>
                  </a:lnTo>
                  <a:lnTo>
                    <a:pt x="48084" y="68569"/>
                  </a:lnTo>
                  <a:lnTo>
                    <a:pt x="47048" y="69598"/>
                  </a:lnTo>
                  <a:lnTo>
                    <a:pt x="46587" y="70056"/>
                  </a:lnTo>
                  <a:lnTo>
                    <a:pt x="46043" y="70596"/>
                  </a:lnTo>
                  <a:lnTo>
                    <a:pt x="43885" y="72763"/>
                  </a:lnTo>
                  <a:lnTo>
                    <a:pt x="42138" y="74474"/>
                  </a:lnTo>
                  <a:lnTo>
                    <a:pt x="40736" y="73170"/>
                  </a:lnTo>
                  <a:lnTo>
                    <a:pt x="40281" y="72747"/>
                  </a:lnTo>
                  <a:lnTo>
                    <a:pt x="38769" y="71341"/>
                  </a:lnTo>
                  <a:lnTo>
                    <a:pt x="38329" y="70893"/>
                  </a:lnTo>
                  <a:lnTo>
                    <a:pt x="37506" y="70056"/>
                  </a:lnTo>
                  <a:lnTo>
                    <a:pt x="37114" y="69656"/>
                  </a:lnTo>
                  <a:lnTo>
                    <a:pt x="36349" y="68877"/>
                  </a:lnTo>
                  <a:lnTo>
                    <a:pt x="35095" y="67600"/>
                  </a:lnTo>
                  <a:lnTo>
                    <a:pt x="34855" y="67356"/>
                  </a:lnTo>
                  <a:lnTo>
                    <a:pt x="34280" y="66771"/>
                  </a:lnTo>
                  <a:lnTo>
                    <a:pt x="33936" y="66419"/>
                  </a:lnTo>
                  <a:lnTo>
                    <a:pt x="33558" y="66007"/>
                  </a:lnTo>
                  <a:lnTo>
                    <a:pt x="33291" y="65716"/>
                  </a:lnTo>
                  <a:lnTo>
                    <a:pt x="33103" y="65511"/>
                  </a:lnTo>
                  <a:lnTo>
                    <a:pt x="32811" y="65193"/>
                  </a:lnTo>
                  <a:lnTo>
                    <a:pt x="32485" y="64838"/>
                  </a:lnTo>
                  <a:lnTo>
                    <a:pt x="31702" y="63984"/>
                  </a:lnTo>
                  <a:lnTo>
                    <a:pt x="31297" y="63542"/>
                  </a:lnTo>
                  <a:lnTo>
                    <a:pt x="31002" y="63221"/>
                  </a:lnTo>
                  <a:lnTo>
                    <a:pt x="30817" y="63013"/>
                  </a:lnTo>
                  <a:lnTo>
                    <a:pt x="30226" y="62344"/>
                  </a:lnTo>
                  <a:lnTo>
                    <a:pt x="29830" y="61898"/>
                  </a:lnTo>
                  <a:lnTo>
                    <a:pt x="29105" y="61078"/>
                  </a:lnTo>
                  <a:lnTo>
                    <a:pt x="28903" y="60850"/>
                  </a:lnTo>
                  <a:lnTo>
                    <a:pt x="28427" y="60312"/>
                  </a:lnTo>
                  <a:lnTo>
                    <a:pt x="28135" y="59984"/>
                  </a:lnTo>
                  <a:lnTo>
                    <a:pt x="27970" y="59798"/>
                  </a:lnTo>
                  <a:lnTo>
                    <a:pt x="26080" y="57671"/>
                  </a:lnTo>
                  <a:lnTo>
                    <a:pt x="24553" y="55952"/>
                  </a:lnTo>
                  <a:lnTo>
                    <a:pt x="23692" y="54984"/>
                  </a:lnTo>
                  <a:lnTo>
                    <a:pt x="21407" y="52411"/>
                  </a:lnTo>
                  <a:lnTo>
                    <a:pt x="19203" y="49931"/>
                  </a:lnTo>
                  <a:lnTo>
                    <a:pt x="17184" y="47659"/>
                  </a:lnTo>
                  <a:lnTo>
                    <a:pt x="16793" y="47219"/>
                  </a:lnTo>
                  <a:lnTo>
                    <a:pt x="14926" y="45168"/>
                  </a:lnTo>
                  <a:lnTo>
                    <a:pt x="14341" y="44526"/>
                  </a:lnTo>
                  <a:lnTo>
                    <a:pt x="13487" y="43587"/>
                  </a:lnTo>
                  <a:lnTo>
                    <a:pt x="13194" y="43265"/>
                  </a:lnTo>
                  <a:lnTo>
                    <a:pt x="13012" y="43065"/>
                  </a:lnTo>
                  <a:lnTo>
                    <a:pt x="10570" y="40383"/>
                  </a:lnTo>
                  <a:lnTo>
                    <a:pt x="10427" y="40225"/>
                  </a:lnTo>
                  <a:lnTo>
                    <a:pt x="9687" y="39412"/>
                  </a:lnTo>
                  <a:lnTo>
                    <a:pt x="5797" y="35139"/>
                  </a:lnTo>
                  <a:lnTo>
                    <a:pt x="2744" y="31848"/>
                  </a:lnTo>
                  <a:lnTo>
                    <a:pt x="8835" y="26933"/>
                  </a:lnTo>
                  <a:lnTo>
                    <a:pt x="5646" y="23322"/>
                  </a:lnTo>
                  <a:lnTo>
                    <a:pt x="3023" y="20352"/>
                  </a:lnTo>
                  <a:lnTo>
                    <a:pt x="1419" y="18536"/>
                  </a:lnTo>
                  <a:lnTo>
                    <a:pt x="408" y="17391"/>
                  </a:lnTo>
                  <a:lnTo>
                    <a:pt x="0" y="16929"/>
                  </a:lnTo>
                  <a:lnTo>
                    <a:pt x="3905" y="13800"/>
                  </a:lnTo>
                  <a:lnTo>
                    <a:pt x="4226" y="13544"/>
                  </a:lnTo>
                  <a:lnTo>
                    <a:pt x="9966" y="8946"/>
                  </a:lnTo>
                  <a:lnTo>
                    <a:pt x="10940" y="8166"/>
                  </a:lnTo>
                  <a:lnTo>
                    <a:pt x="11228" y="7935"/>
                  </a:lnTo>
                  <a:lnTo>
                    <a:pt x="13514" y="9234"/>
                  </a:lnTo>
                  <a:lnTo>
                    <a:pt x="17341" y="6009"/>
                  </a:lnTo>
                  <a:lnTo>
                    <a:pt x="17773" y="5646"/>
                  </a:lnTo>
                  <a:lnTo>
                    <a:pt x="20659" y="3213"/>
                  </a:lnTo>
                  <a:lnTo>
                    <a:pt x="25279" y="0"/>
                  </a:lnTo>
                  <a:lnTo>
                    <a:pt x="28574" y="3553"/>
                  </a:lnTo>
                  <a:lnTo>
                    <a:pt x="28693" y="3682"/>
                  </a:lnTo>
                  <a:lnTo>
                    <a:pt x="29627" y="46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1513520" y="2844618"/>
              <a:ext cx="119225" cy="94635"/>
            </a:xfrm>
            <a:custGeom>
              <a:avLst/>
              <a:pathLst>
                <a:path w="119225" h="94635">
                  <a:moveTo>
                    <a:pt x="51430" y="1225"/>
                  </a:moveTo>
                  <a:lnTo>
                    <a:pt x="57331" y="7671"/>
                  </a:lnTo>
                  <a:lnTo>
                    <a:pt x="57812" y="8189"/>
                  </a:lnTo>
                  <a:lnTo>
                    <a:pt x="59211" y="9693"/>
                  </a:lnTo>
                  <a:lnTo>
                    <a:pt x="62267" y="12980"/>
                  </a:lnTo>
                  <a:lnTo>
                    <a:pt x="66161" y="17258"/>
                  </a:lnTo>
                  <a:lnTo>
                    <a:pt x="66900" y="18070"/>
                  </a:lnTo>
                  <a:lnTo>
                    <a:pt x="67044" y="18228"/>
                  </a:lnTo>
                  <a:lnTo>
                    <a:pt x="69485" y="20910"/>
                  </a:lnTo>
                  <a:lnTo>
                    <a:pt x="69667" y="21110"/>
                  </a:lnTo>
                  <a:lnTo>
                    <a:pt x="69961" y="21432"/>
                  </a:lnTo>
                  <a:lnTo>
                    <a:pt x="70815" y="22371"/>
                  </a:lnTo>
                  <a:lnTo>
                    <a:pt x="71400" y="23014"/>
                  </a:lnTo>
                  <a:lnTo>
                    <a:pt x="73266" y="25064"/>
                  </a:lnTo>
                  <a:lnTo>
                    <a:pt x="73658" y="25505"/>
                  </a:lnTo>
                  <a:lnTo>
                    <a:pt x="75677" y="27777"/>
                  </a:lnTo>
                  <a:lnTo>
                    <a:pt x="77880" y="30257"/>
                  </a:lnTo>
                  <a:lnTo>
                    <a:pt x="80166" y="32830"/>
                  </a:lnTo>
                  <a:lnTo>
                    <a:pt x="81026" y="33798"/>
                  </a:lnTo>
                  <a:lnTo>
                    <a:pt x="82638" y="35611"/>
                  </a:lnTo>
                  <a:lnTo>
                    <a:pt x="84440" y="37640"/>
                  </a:lnTo>
                  <a:lnTo>
                    <a:pt x="84776" y="38018"/>
                  </a:lnTo>
                  <a:lnTo>
                    <a:pt x="85249" y="38552"/>
                  </a:lnTo>
                  <a:lnTo>
                    <a:pt x="85428" y="38754"/>
                  </a:lnTo>
                  <a:lnTo>
                    <a:pt x="85579" y="38924"/>
                  </a:lnTo>
                  <a:lnTo>
                    <a:pt x="86304" y="39743"/>
                  </a:lnTo>
                  <a:lnTo>
                    <a:pt x="86700" y="40190"/>
                  </a:lnTo>
                  <a:lnTo>
                    <a:pt x="87291" y="40858"/>
                  </a:lnTo>
                  <a:lnTo>
                    <a:pt x="87475" y="41066"/>
                  </a:lnTo>
                  <a:lnTo>
                    <a:pt x="87770" y="41388"/>
                  </a:lnTo>
                  <a:lnTo>
                    <a:pt x="88175" y="41829"/>
                  </a:lnTo>
                  <a:lnTo>
                    <a:pt x="88959" y="42683"/>
                  </a:lnTo>
                  <a:lnTo>
                    <a:pt x="89285" y="43039"/>
                  </a:lnTo>
                  <a:lnTo>
                    <a:pt x="89608" y="43391"/>
                  </a:lnTo>
                  <a:lnTo>
                    <a:pt x="89765" y="43562"/>
                  </a:lnTo>
                  <a:lnTo>
                    <a:pt x="90117" y="43946"/>
                  </a:lnTo>
                  <a:lnTo>
                    <a:pt x="90409" y="44265"/>
                  </a:lnTo>
                  <a:lnTo>
                    <a:pt x="91177" y="45046"/>
                  </a:lnTo>
                  <a:lnTo>
                    <a:pt x="91326" y="45198"/>
                  </a:lnTo>
                  <a:lnTo>
                    <a:pt x="91565" y="45442"/>
                  </a:lnTo>
                  <a:lnTo>
                    <a:pt x="92819" y="46719"/>
                  </a:lnTo>
                  <a:lnTo>
                    <a:pt x="93584" y="47497"/>
                  </a:lnTo>
                  <a:lnTo>
                    <a:pt x="93977" y="47897"/>
                  </a:lnTo>
                  <a:lnTo>
                    <a:pt x="94799" y="48735"/>
                  </a:lnTo>
                  <a:lnTo>
                    <a:pt x="95239" y="49183"/>
                  </a:lnTo>
                  <a:lnTo>
                    <a:pt x="96861" y="50691"/>
                  </a:lnTo>
                  <a:lnTo>
                    <a:pt x="97206" y="51012"/>
                  </a:lnTo>
                  <a:lnTo>
                    <a:pt x="98684" y="52391"/>
                  </a:lnTo>
                  <a:lnTo>
                    <a:pt x="99687" y="53386"/>
                  </a:lnTo>
                  <a:lnTo>
                    <a:pt x="101784" y="55476"/>
                  </a:lnTo>
                  <a:lnTo>
                    <a:pt x="102208" y="55898"/>
                  </a:lnTo>
                  <a:lnTo>
                    <a:pt x="104598" y="58279"/>
                  </a:lnTo>
                  <a:lnTo>
                    <a:pt x="104835" y="58524"/>
                  </a:lnTo>
                  <a:lnTo>
                    <a:pt x="105027" y="58722"/>
                  </a:lnTo>
                  <a:lnTo>
                    <a:pt x="106511" y="60253"/>
                  </a:lnTo>
                  <a:lnTo>
                    <a:pt x="107727" y="61508"/>
                  </a:lnTo>
                  <a:lnTo>
                    <a:pt x="107854" y="61639"/>
                  </a:lnTo>
                  <a:lnTo>
                    <a:pt x="108312" y="62111"/>
                  </a:lnTo>
                  <a:lnTo>
                    <a:pt x="108833" y="62629"/>
                  </a:lnTo>
                  <a:lnTo>
                    <a:pt x="109121" y="62875"/>
                  </a:lnTo>
                  <a:lnTo>
                    <a:pt x="110650" y="64183"/>
                  </a:lnTo>
                  <a:lnTo>
                    <a:pt x="111470" y="64894"/>
                  </a:lnTo>
                  <a:lnTo>
                    <a:pt x="114627" y="68197"/>
                  </a:lnTo>
                  <a:lnTo>
                    <a:pt x="115988" y="69622"/>
                  </a:lnTo>
                  <a:lnTo>
                    <a:pt x="117823" y="71542"/>
                  </a:lnTo>
                  <a:lnTo>
                    <a:pt x="118134" y="71868"/>
                  </a:lnTo>
                  <a:lnTo>
                    <a:pt x="119225" y="73272"/>
                  </a:lnTo>
                  <a:lnTo>
                    <a:pt x="118877" y="73625"/>
                  </a:lnTo>
                  <a:lnTo>
                    <a:pt x="118743" y="73761"/>
                  </a:lnTo>
                  <a:lnTo>
                    <a:pt x="118575" y="73931"/>
                  </a:lnTo>
                  <a:lnTo>
                    <a:pt x="118393" y="74116"/>
                  </a:lnTo>
                  <a:lnTo>
                    <a:pt x="118112" y="74401"/>
                  </a:lnTo>
                  <a:lnTo>
                    <a:pt x="117419" y="74866"/>
                  </a:lnTo>
                  <a:lnTo>
                    <a:pt x="116996" y="75150"/>
                  </a:lnTo>
                  <a:lnTo>
                    <a:pt x="116808" y="75276"/>
                  </a:lnTo>
                  <a:lnTo>
                    <a:pt x="116322" y="75602"/>
                  </a:lnTo>
                  <a:lnTo>
                    <a:pt x="115851" y="75918"/>
                  </a:lnTo>
                  <a:lnTo>
                    <a:pt x="115712" y="76012"/>
                  </a:lnTo>
                  <a:lnTo>
                    <a:pt x="115501" y="76153"/>
                  </a:lnTo>
                  <a:lnTo>
                    <a:pt x="115212" y="76347"/>
                  </a:lnTo>
                  <a:lnTo>
                    <a:pt x="114698" y="76692"/>
                  </a:lnTo>
                  <a:lnTo>
                    <a:pt x="114432" y="76871"/>
                  </a:lnTo>
                  <a:lnTo>
                    <a:pt x="114180" y="77040"/>
                  </a:lnTo>
                  <a:lnTo>
                    <a:pt x="114004" y="77157"/>
                  </a:lnTo>
                  <a:lnTo>
                    <a:pt x="113539" y="77470"/>
                  </a:lnTo>
                  <a:lnTo>
                    <a:pt x="113069" y="77785"/>
                  </a:lnTo>
                  <a:lnTo>
                    <a:pt x="112866" y="77921"/>
                  </a:lnTo>
                  <a:lnTo>
                    <a:pt x="111813" y="78628"/>
                  </a:lnTo>
                  <a:lnTo>
                    <a:pt x="111670" y="78724"/>
                  </a:lnTo>
                  <a:lnTo>
                    <a:pt x="111321" y="78958"/>
                  </a:lnTo>
                  <a:lnTo>
                    <a:pt x="110333" y="79621"/>
                  </a:lnTo>
                  <a:lnTo>
                    <a:pt x="109657" y="80075"/>
                  </a:lnTo>
                  <a:lnTo>
                    <a:pt x="109354" y="80278"/>
                  </a:lnTo>
                  <a:lnTo>
                    <a:pt x="109227" y="80363"/>
                  </a:lnTo>
                  <a:lnTo>
                    <a:pt x="108200" y="81053"/>
                  </a:lnTo>
                  <a:lnTo>
                    <a:pt x="107826" y="81303"/>
                  </a:lnTo>
                  <a:lnTo>
                    <a:pt x="107614" y="81445"/>
                  </a:lnTo>
                  <a:lnTo>
                    <a:pt x="107365" y="81612"/>
                  </a:lnTo>
                  <a:lnTo>
                    <a:pt x="107232" y="81702"/>
                  </a:lnTo>
                  <a:lnTo>
                    <a:pt x="106628" y="82108"/>
                  </a:lnTo>
                  <a:lnTo>
                    <a:pt x="106221" y="82381"/>
                  </a:lnTo>
                  <a:lnTo>
                    <a:pt x="105383" y="82943"/>
                  </a:lnTo>
                  <a:lnTo>
                    <a:pt x="105166" y="83089"/>
                  </a:lnTo>
                  <a:lnTo>
                    <a:pt x="103947" y="83907"/>
                  </a:lnTo>
                  <a:lnTo>
                    <a:pt x="103267" y="84365"/>
                  </a:lnTo>
                  <a:lnTo>
                    <a:pt x="102842" y="84654"/>
                  </a:lnTo>
                  <a:lnTo>
                    <a:pt x="102375" y="84972"/>
                  </a:lnTo>
                  <a:lnTo>
                    <a:pt x="101977" y="85242"/>
                  </a:lnTo>
                  <a:lnTo>
                    <a:pt x="101238" y="85745"/>
                  </a:lnTo>
                  <a:lnTo>
                    <a:pt x="100625" y="86162"/>
                  </a:lnTo>
                  <a:lnTo>
                    <a:pt x="100408" y="86309"/>
                  </a:lnTo>
                  <a:lnTo>
                    <a:pt x="99853" y="86687"/>
                  </a:lnTo>
                  <a:lnTo>
                    <a:pt x="99123" y="87184"/>
                  </a:lnTo>
                  <a:lnTo>
                    <a:pt x="98724" y="87455"/>
                  </a:lnTo>
                  <a:lnTo>
                    <a:pt x="98582" y="87552"/>
                  </a:lnTo>
                  <a:lnTo>
                    <a:pt x="98352" y="87708"/>
                  </a:lnTo>
                  <a:lnTo>
                    <a:pt x="98223" y="87796"/>
                  </a:lnTo>
                  <a:lnTo>
                    <a:pt x="97749" y="88118"/>
                  </a:lnTo>
                  <a:lnTo>
                    <a:pt x="97329" y="88404"/>
                  </a:lnTo>
                  <a:lnTo>
                    <a:pt x="96728" y="88813"/>
                  </a:lnTo>
                  <a:lnTo>
                    <a:pt x="96497" y="88970"/>
                  </a:lnTo>
                  <a:lnTo>
                    <a:pt x="96026" y="89290"/>
                  </a:lnTo>
                  <a:lnTo>
                    <a:pt x="95863" y="89402"/>
                  </a:lnTo>
                  <a:lnTo>
                    <a:pt x="95679" y="89527"/>
                  </a:lnTo>
                  <a:lnTo>
                    <a:pt x="94741" y="90164"/>
                  </a:lnTo>
                  <a:lnTo>
                    <a:pt x="94553" y="90292"/>
                  </a:lnTo>
                  <a:lnTo>
                    <a:pt x="94221" y="90519"/>
                  </a:lnTo>
                  <a:lnTo>
                    <a:pt x="94055" y="90631"/>
                  </a:lnTo>
                  <a:lnTo>
                    <a:pt x="93209" y="91207"/>
                  </a:lnTo>
                  <a:lnTo>
                    <a:pt x="92918" y="91406"/>
                  </a:lnTo>
                  <a:lnTo>
                    <a:pt x="92659" y="91584"/>
                  </a:lnTo>
                  <a:lnTo>
                    <a:pt x="92183" y="91911"/>
                  </a:lnTo>
                  <a:lnTo>
                    <a:pt x="91823" y="92159"/>
                  </a:lnTo>
                  <a:lnTo>
                    <a:pt x="90356" y="93168"/>
                  </a:lnTo>
                  <a:lnTo>
                    <a:pt x="89888" y="93490"/>
                  </a:lnTo>
                  <a:lnTo>
                    <a:pt x="89616" y="93677"/>
                  </a:lnTo>
                  <a:lnTo>
                    <a:pt x="88217" y="94635"/>
                  </a:lnTo>
                  <a:lnTo>
                    <a:pt x="87812" y="94283"/>
                  </a:lnTo>
                  <a:lnTo>
                    <a:pt x="86118" y="92814"/>
                  </a:lnTo>
                  <a:lnTo>
                    <a:pt x="84895" y="91754"/>
                  </a:lnTo>
                  <a:lnTo>
                    <a:pt x="84631" y="91525"/>
                  </a:lnTo>
                  <a:lnTo>
                    <a:pt x="83966" y="90948"/>
                  </a:lnTo>
                  <a:lnTo>
                    <a:pt x="81426" y="88746"/>
                  </a:lnTo>
                  <a:lnTo>
                    <a:pt x="80628" y="88016"/>
                  </a:lnTo>
                  <a:lnTo>
                    <a:pt x="79989" y="87431"/>
                  </a:lnTo>
                  <a:lnTo>
                    <a:pt x="78818" y="86358"/>
                  </a:lnTo>
                  <a:lnTo>
                    <a:pt x="77906" y="85524"/>
                  </a:lnTo>
                  <a:lnTo>
                    <a:pt x="77611" y="85253"/>
                  </a:lnTo>
                  <a:lnTo>
                    <a:pt x="77205" y="84882"/>
                  </a:lnTo>
                  <a:lnTo>
                    <a:pt x="75869" y="83659"/>
                  </a:lnTo>
                  <a:lnTo>
                    <a:pt x="74626" y="82520"/>
                  </a:lnTo>
                  <a:lnTo>
                    <a:pt x="74488" y="82394"/>
                  </a:lnTo>
                  <a:lnTo>
                    <a:pt x="74140" y="82046"/>
                  </a:lnTo>
                  <a:lnTo>
                    <a:pt x="73902" y="81809"/>
                  </a:lnTo>
                  <a:lnTo>
                    <a:pt x="72182" y="80090"/>
                  </a:lnTo>
                  <a:lnTo>
                    <a:pt x="71190" y="79099"/>
                  </a:lnTo>
                  <a:lnTo>
                    <a:pt x="70926" y="78835"/>
                  </a:lnTo>
                  <a:lnTo>
                    <a:pt x="69055" y="74917"/>
                  </a:lnTo>
                  <a:lnTo>
                    <a:pt x="68640" y="74047"/>
                  </a:lnTo>
                  <a:lnTo>
                    <a:pt x="67630" y="71933"/>
                  </a:lnTo>
                  <a:lnTo>
                    <a:pt x="66783" y="70157"/>
                  </a:lnTo>
                  <a:lnTo>
                    <a:pt x="66681" y="69944"/>
                  </a:lnTo>
                  <a:lnTo>
                    <a:pt x="65450" y="67124"/>
                  </a:lnTo>
                  <a:lnTo>
                    <a:pt x="64457" y="64850"/>
                  </a:lnTo>
                  <a:lnTo>
                    <a:pt x="61249" y="57505"/>
                  </a:lnTo>
                  <a:lnTo>
                    <a:pt x="60165" y="58342"/>
                  </a:lnTo>
                  <a:lnTo>
                    <a:pt x="59840" y="58358"/>
                  </a:lnTo>
                  <a:lnTo>
                    <a:pt x="58492" y="58425"/>
                  </a:lnTo>
                  <a:lnTo>
                    <a:pt x="54873" y="57761"/>
                  </a:lnTo>
                  <a:lnTo>
                    <a:pt x="50787" y="57012"/>
                  </a:lnTo>
                  <a:lnTo>
                    <a:pt x="49458" y="56769"/>
                  </a:lnTo>
                  <a:lnTo>
                    <a:pt x="47011" y="56320"/>
                  </a:lnTo>
                  <a:lnTo>
                    <a:pt x="45517" y="56010"/>
                  </a:lnTo>
                  <a:lnTo>
                    <a:pt x="44338" y="55765"/>
                  </a:lnTo>
                  <a:lnTo>
                    <a:pt x="38107" y="54472"/>
                  </a:lnTo>
                  <a:lnTo>
                    <a:pt x="33576" y="53531"/>
                  </a:lnTo>
                  <a:lnTo>
                    <a:pt x="31566" y="53023"/>
                  </a:lnTo>
                  <a:lnTo>
                    <a:pt x="27678" y="52040"/>
                  </a:lnTo>
                  <a:lnTo>
                    <a:pt x="26288" y="51730"/>
                  </a:lnTo>
                  <a:lnTo>
                    <a:pt x="25478" y="51549"/>
                  </a:lnTo>
                  <a:lnTo>
                    <a:pt x="22096" y="50794"/>
                  </a:lnTo>
                  <a:lnTo>
                    <a:pt x="12995" y="48975"/>
                  </a:lnTo>
                  <a:lnTo>
                    <a:pt x="12692" y="48914"/>
                  </a:lnTo>
                  <a:lnTo>
                    <a:pt x="10884" y="48517"/>
                  </a:lnTo>
                  <a:lnTo>
                    <a:pt x="6962" y="47657"/>
                  </a:lnTo>
                  <a:lnTo>
                    <a:pt x="0" y="45249"/>
                  </a:lnTo>
                  <a:lnTo>
                    <a:pt x="493" y="44713"/>
                  </a:lnTo>
                  <a:lnTo>
                    <a:pt x="884" y="44288"/>
                  </a:lnTo>
                  <a:lnTo>
                    <a:pt x="7071" y="37570"/>
                  </a:lnTo>
                  <a:lnTo>
                    <a:pt x="7385" y="37229"/>
                  </a:lnTo>
                  <a:lnTo>
                    <a:pt x="7990" y="36638"/>
                  </a:lnTo>
                  <a:lnTo>
                    <a:pt x="10294" y="34390"/>
                  </a:lnTo>
                  <a:lnTo>
                    <a:pt x="10612" y="34079"/>
                  </a:lnTo>
                  <a:lnTo>
                    <a:pt x="14845" y="29948"/>
                  </a:lnTo>
                  <a:lnTo>
                    <a:pt x="15207" y="29595"/>
                  </a:lnTo>
                  <a:lnTo>
                    <a:pt x="19234" y="26236"/>
                  </a:lnTo>
                  <a:lnTo>
                    <a:pt x="19685" y="25866"/>
                  </a:lnTo>
                  <a:lnTo>
                    <a:pt x="20983" y="24571"/>
                  </a:lnTo>
                  <a:lnTo>
                    <a:pt x="21183" y="24371"/>
                  </a:lnTo>
                  <a:lnTo>
                    <a:pt x="22856" y="22702"/>
                  </a:lnTo>
                  <a:lnTo>
                    <a:pt x="24167" y="21394"/>
                  </a:lnTo>
                  <a:lnTo>
                    <a:pt x="24434" y="21128"/>
                  </a:lnTo>
                  <a:lnTo>
                    <a:pt x="25306" y="20258"/>
                  </a:lnTo>
                  <a:lnTo>
                    <a:pt x="26380" y="19213"/>
                  </a:lnTo>
                  <a:lnTo>
                    <a:pt x="26745" y="18859"/>
                  </a:lnTo>
                  <a:lnTo>
                    <a:pt x="30060" y="15634"/>
                  </a:lnTo>
                  <a:lnTo>
                    <a:pt x="30439" y="15265"/>
                  </a:lnTo>
                  <a:lnTo>
                    <a:pt x="32076" y="13673"/>
                  </a:lnTo>
                  <a:lnTo>
                    <a:pt x="32543" y="13219"/>
                  </a:lnTo>
                  <a:lnTo>
                    <a:pt x="29295" y="10654"/>
                  </a:lnTo>
                  <a:lnTo>
                    <a:pt x="30873" y="9147"/>
                  </a:lnTo>
                  <a:lnTo>
                    <a:pt x="32480" y="7614"/>
                  </a:lnTo>
                  <a:lnTo>
                    <a:pt x="32704" y="7451"/>
                  </a:lnTo>
                  <a:lnTo>
                    <a:pt x="36133" y="4964"/>
                  </a:lnTo>
                  <a:lnTo>
                    <a:pt x="39825" y="2286"/>
                  </a:lnTo>
                  <a:lnTo>
                    <a:pt x="40300" y="1962"/>
                  </a:lnTo>
                  <a:lnTo>
                    <a:pt x="43170" y="4831"/>
                  </a:lnTo>
                  <a:lnTo>
                    <a:pt x="43388" y="5048"/>
                  </a:lnTo>
                  <a:lnTo>
                    <a:pt x="43598" y="4884"/>
                  </a:lnTo>
                  <a:lnTo>
                    <a:pt x="44878" y="3718"/>
                  </a:lnTo>
                  <a:lnTo>
                    <a:pt x="45941" y="3013"/>
                  </a:lnTo>
                  <a:lnTo>
                    <a:pt x="47700" y="1847"/>
                  </a:lnTo>
                  <a:lnTo>
                    <a:pt x="50489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1601744" y="2871878"/>
              <a:ext cx="102831" cy="91396"/>
            </a:xfrm>
            <a:custGeom>
              <a:avLst/>
              <a:pathLst>
                <a:path w="102831" h="91396">
                  <a:moveTo>
                    <a:pt x="75032" y="89381"/>
                  </a:moveTo>
                  <a:lnTo>
                    <a:pt x="72786" y="90680"/>
                  </a:lnTo>
                  <a:lnTo>
                    <a:pt x="72399" y="90527"/>
                  </a:lnTo>
                  <a:lnTo>
                    <a:pt x="68782" y="91014"/>
                  </a:lnTo>
                  <a:lnTo>
                    <a:pt x="67394" y="91201"/>
                  </a:lnTo>
                  <a:lnTo>
                    <a:pt x="65945" y="91396"/>
                  </a:lnTo>
                  <a:lnTo>
                    <a:pt x="64946" y="91111"/>
                  </a:lnTo>
                  <a:lnTo>
                    <a:pt x="61302" y="90070"/>
                  </a:lnTo>
                  <a:lnTo>
                    <a:pt x="59976" y="89691"/>
                  </a:lnTo>
                  <a:lnTo>
                    <a:pt x="59584" y="89579"/>
                  </a:lnTo>
                  <a:lnTo>
                    <a:pt x="59020" y="89418"/>
                  </a:lnTo>
                  <a:lnTo>
                    <a:pt x="57441" y="88967"/>
                  </a:lnTo>
                  <a:lnTo>
                    <a:pt x="52824" y="87648"/>
                  </a:lnTo>
                  <a:lnTo>
                    <a:pt x="52687" y="87609"/>
                  </a:lnTo>
                  <a:lnTo>
                    <a:pt x="50439" y="86967"/>
                  </a:lnTo>
                  <a:lnTo>
                    <a:pt x="47860" y="86230"/>
                  </a:lnTo>
                  <a:lnTo>
                    <a:pt x="47051" y="85999"/>
                  </a:lnTo>
                  <a:lnTo>
                    <a:pt x="46592" y="85868"/>
                  </a:lnTo>
                  <a:lnTo>
                    <a:pt x="44638" y="85310"/>
                  </a:lnTo>
                  <a:lnTo>
                    <a:pt x="41624" y="84441"/>
                  </a:lnTo>
                  <a:lnTo>
                    <a:pt x="40861" y="84222"/>
                  </a:lnTo>
                  <a:lnTo>
                    <a:pt x="36816" y="83056"/>
                  </a:lnTo>
                  <a:lnTo>
                    <a:pt x="36463" y="82954"/>
                  </a:lnTo>
                  <a:lnTo>
                    <a:pt x="31648" y="81566"/>
                  </a:lnTo>
                  <a:lnTo>
                    <a:pt x="30801" y="81322"/>
                  </a:lnTo>
                  <a:lnTo>
                    <a:pt x="30216" y="81174"/>
                  </a:lnTo>
                  <a:lnTo>
                    <a:pt x="28667" y="80782"/>
                  </a:lnTo>
                  <a:lnTo>
                    <a:pt x="28352" y="80700"/>
                  </a:lnTo>
                  <a:lnTo>
                    <a:pt x="26368" y="80116"/>
                  </a:lnTo>
                  <a:lnTo>
                    <a:pt x="26129" y="80045"/>
                  </a:lnTo>
                  <a:lnTo>
                    <a:pt x="25649" y="79904"/>
                  </a:lnTo>
                  <a:lnTo>
                    <a:pt x="22779" y="79093"/>
                  </a:lnTo>
                  <a:lnTo>
                    <a:pt x="21929" y="78857"/>
                  </a:lnTo>
                  <a:lnTo>
                    <a:pt x="20482" y="78455"/>
                  </a:lnTo>
                  <a:lnTo>
                    <a:pt x="18434" y="77887"/>
                  </a:lnTo>
                  <a:lnTo>
                    <a:pt x="18251" y="77836"/>
                  </a:lnTo>
                  <a:lnTo>
                    <a:pt x="18112" y="77797"/>
                  </a:lnTo>
                  <a:lnTo>
                    <a:pt x="17955" y="77754"/>
                  </a:lnTo>
                  <a:lnTo>
                    <a:pt x="17595" y="77654"/>
                  </a:lnTo>
                  <a:lnTo>
                    <a:pt x="17420" y="77606"/>
                  </a:lnTo>
                  <a:lnTo>
                    <a:pt x="17196" y="77544"/>
                  </a:lnTo>
                  <a:lnTo>
                    <a:pt x="16937" y="77472"/>
                  </a:lnTo>
                  <a:lnTo>
                    <a:pt x="16458" y="77340"/>
                  </a:lnTo>
                  <a:lnTo>
                    <a:pt x="16313" y="77300"/>
                  </a:lnTo>
                  <a:lnTo>
                    <a:pt x="15890" y="77183"/>
                  </a:lnTo>
                  <a:lnTo>
                    <a:pt x="15758" y="77147"/>
                  </a:lnTo>
                  <a:lnTo>
                    <a:pt x="15107" y="76967"/>
                  </a:lnTo>
                  <a:lnTo>
                    <a:pt x="14407" y="76774"/>
                  </a:lnTo>
                  <a:lnTo>
                    <a:pt x="14151" y="76703"/>
                  </a:lnTo>
                  <a:lnTo>
                    <a:pt x="13897" y="76633"/>
                  </a:lnTo>
                  <a:lnTo>
                    <a:pt x="13481" y="76518"/>
                  </a:lnTo>
                  <a:lnTo>
                    <a:pt x="12918" y="76363"/>
                  </a:lnTo>
                  <a:lnTo>
                    <a:pt x="12677" y="76296"/>
                  </a:lnTo>
                  <a:lnTo>
                    <a:pt x="12503" y="76248"/>
                  </a:lnTo>
                  <a:lnTo>
                    <a:pt x="12179" y="76159"/>
                  </a:lnTo>
                  <a:lnTo>
                    <a:pt x="11830" y="76053"/>
                  </a:lnTo>
                  <a:lnTo>
                    <a:pt x="9428" y="75119"/>
                  </a:lnTo>
                  <a:lnTo>
                    <a:pt x="7757" y="73714"/>
                  </a:lnTo>
                  <a:lnTo>
                    <a:pt x="7359" y="73376"/>
                  </a:lnTo>
                  <a:lnTo>
                    <a:pt x="6499" y="72658"/>
                  </a:lnTo>
                  <a:lnTo>
                    <a:pt x="4420" y="70922"/>
                  </a:lnTo>
                  <a:lnTo>
                    <a:pt x="3262" y="69955"/>
                  </a:lnTo>
                  <a:lnTo>
                    <a:pt x="952" y="68132"/>
                  </a:lnTo>
                  <a:lnTo>
                    <a:pt x="0" y="67376"/>
                  </a:lnTo>
                  <a:lnTo>
                    <a:pt x="1392" y="66418"/>
                  </a:lnTo>
                  <a:lnTo>
                    <a:pt x="1664" y="66230"/>
                  </a:lnTo>
                  <a:lnTo>
                    <a:pt x="2168" y="65884"/>
                  </a:lnTo>
                  <a:lnTo>
                    <a:pt x="3599" y="64899"/>
                  </a:lnTo>
                  <a:lnTo>
                    <a:pt x="3959" y="64651"/>
                  </a:lnTo>
                  <a:lnTo>
                    <a:pt x="4520" y="64266"/>
                  </a:lnTo>
                  <a:lnTo>
                    <a:pt x="4806" y="64069"/>
                  </a:lnTo>
                  <a:lnTo>
                    <a:pt x="5127" y="63850"/>
                  </a:lnTo>
                  <a:lnTo>
                    <a:pt x="5831" y="63371"/>
                  </a:lnTo>
                  <a:lnTo>
                    <a:pt x="6087" y="63198"/>
                  </a:lnTo>
                  <a:lnTo>
                    <a:pt x="6329" y="63033"/>
                  </a:lnTo>
                  <a:lnTo>
                    <a:pt x="7073" y="62526"/>
                  </a:lnTo>
                  <a:lnTo>
                    <a:pt x="7456" y="62266"/>
                  </a:lnTo>
                  <a:lnTo>
                    <a:pt x="7639" y="62142"/>
                  </a:lnTo>
                  <a:lnTo>
                    <a:pt x="7802" y="62031"/>
                  </a:lnTo>
                  <a:lnTo>
                    <a:pt x="8304" y="61689"/>
                  </a:lnTo>
                  <a:lnTo>
                    <a:pt x="8599" y="61488"/>
                  </a:lnTo>
                  <a:lnTo>
                    <a:pt x="9105" y="61145"/>
                  </a:lnTo>
                  <a:lnTo>
                    <a:pt x="9587" y="60816"/>
                  </a:lnTo>
                  <a:lnTo>
                    <a:pt x="9999" y="60536"/>
                  </a:lnTo>
                  <a:lnTo>
                    <a:pt x="10128" y="60448"/>
                  </a:lnTo>
                  <a:lnTo>
                    <a:pt x="10357" y="60292"/>
                  </a:lnTo>
                  <a:lnTo>
                    <a:pt x="10500" y="60195"/>
                  </a:lnTo>
                  <a:lnTo>
                    <a:pt x="10956" y="59885"/>
                  </a:lnTo>
                  <a:lnTo>
                    <a:pt x="11812" y="59302"/>
                  </a:lnTo>
                  <a:lnTo>
                    <a:pt x="12184" y="59049"/>
                  </a:lnTo>
                  <a:lnTo>
                    <a:pt x="12401" y="58902"/>
                  </a:lnTo>
                  <a:lnTo>
                    <a:pt x="13014" y="58485"/>
                  </a:lnTo>
                  <a:lnTo>
                    <a:pt x="13928" y="57863"/>
                  </a:lnTo>
                  <a:lnTo>
                    <a:pt x="14397" y="57544"/>
                  </a:lnTo>
                  <a:lnTo>
                    <a:pt x="14862" y="57228"/>
                  </a:lnTo>
                  <a:lnTo>
                    <a:pt x="15355" y="56894"/>
                  </a:lnTo>
                  <a:lnTo>
                    <a:pt x="15722" y="56647"/>
                  </a:lnTo>
                  <a:lnTo>
                    <a:pt x="16942" y="55829"/>
                  </a:lnTo>
                  <a:lnTo>
                    <a:pt x="17159" y="55683"/>
                  </a:lnTo>
                  <a:lnTo>
                    <a:pt x="18269" y="54938"/>
                  </a:lnTo>
                  <a:lnTo>
                    <a:pt x="18407" y="54846"/>
                  </a:lnTo>
                  <a:lnTo>
                    <a:pt x="19007" y="54443"/>
                  </a:lnTo>
                  <a:lnTo>
                    <a:pt x="19141" y="54353"/>
                  </a:lnTo>
                  <a:lnTo>
                    <a:pt x="19390" y="54186"/>
                  </a:lnTo>
                  <a:lnTo>
                    <a:pt x="19602" y="54043"/>
                  </a:lnTo>
                  <a:lnTo>
                    <a:pt x="19975" y="53793"/>
                  </a:lnTo>
                  <a:lnTo>
                    <a:pt x="21003" y="53103"/>
                  </a:lnTo>
                  <a:lnTo>
                    <a:pt x="21130" y="53018"/>
                  </a:lnTo>
                  <a:lnTo>
                    <a:pt x="21433" y="52815"/>
                  </a:lnTo>
                  <a:lnTo>
                    <a:pt x="22109" y="52361"/>
                  </a:lnTo>
                  <a:lnTo>
                    <a:pt x="23097" y="51698"/>
                  </a:lnTo>
                  <a:lnTo>
                    <a:pt x="23446" y="51464"/>
                  </a:lnTo>
                  <a:lnTo>
                    <a:pt x="23589" y="51368"/>
                  </a:lnTo>
                  <a:lnTo>
                    <a:pt x="24642" y="50661"/>
                  </a:lnTo>
                  <a:lnTo>
                    <a:pt x="24845" y="50525"/>
                  </a:lnTo>
                  <a:lnTo>
                    <a:pt x="25457" y="50114"/>
                  </a:lnTo>
                  <a:lnTo>
                    <a:pt x="25780" y="49898"/>
                  </a:lnTo>
                  <a:lnTo>
                    <a:pt x="25955" y="49780"/>
                  </a:lnTo>
                  <a:lnTo>
                    <a:pt x="26310" y="49542"/>
                  </a:lnTo>
                  <a:lnTo>
                    <a:pt x="26474" y="49432"/>
                  </a:lnTo>
                  <a:lnTo>
                    <a:pt x="26993" y="49084"/>
                  </a:lnTo>
                  <a:lnTo>
                    <a:pt x="27277" y="48893"/>
                  </a:lnTo>
                  <a:lnTo>
                    <a:pt x="27487" y="48752"/>
                  </a:lnTo>
                  <a:lnTo>
                    <a:pt x="27626" y="48659"/>
                  </a:lnTo>
                  <a:lnTo>
                    <a:pt x="28147" y="48310"/>
                  </a:lnTo>
                  <a:lnTo>
                    <a:pt x="28584" y="48016"/>
                  </a:lnTo>
                  <a:lnTo>
                    <a:pt x="28772" y="47890"/>
                  </a:lnTo>
                  <a:lnTo>
                    <a:pt x="29267" y="47558"/>
                  </a:lnTo>
                  <a:lnTo>
                    <a:pt x="29899" y="47129"/>
                  </a:lnTo>
                  <a:lnTo>
                    <a:pt x="30169" y="46856"/>
                  </a:lnTo>
                  <a:lnTo>
                    <a:pt x="30351" y="46672"/>
                  </a:lnTo>
                  <a:lnTo>
                    <a:pt x="30519" y="46501"/>
                  </a:lnTo>
                  <a:lnTo>
                    <a:pt x="30810" y="46206"/>
                  </a:lnTo>
                  <a:lnTo>
                    <a:pt x="30541" y="45269"/>
                  </a:lnTo>
                  <a:lnTo>
                    <a:pt x="29910" y="44609"/>
                  </a:lnTo>
                  <a:lnTo>
                    <a:pt x="29598" y="44282"/>
                  </a:lnTo>
                  <a:lnTo>
                    <a:pt x="27751" y="42349"/>
                  </a:lnTo>
                  <a:lnTo>
                    <a:pt x="26323" y="40854"/>
                  </a:lnTo>
                  <a:lnTo>
                    <a:pt x="23121" y="37503"/>
                  </a:lnTo>
                  <a:lnTo>
                    <a:pt x="22420" y="36919"/>
                  </a:lnTo>
                  <a:lnTo>
                    <a:pt x="20897" y="35615"/>
                  </a:lnTo>
                  <a:lnTo>
                    <a:pt x="20494" y="35271"/>
                  </a:lnTo>
                  <a:lnTo>
                    <a:pt x="20088" y="34852"/>
                  </a:lnTo>
                  <a:lnTo>
                    <a:pt x="19630" y="34379"/>
                  </a:lnTo>
                  <a:lnTo>
                    <a:pt x="19503" y="34248"/>
                  </a:lnTo>
                  <a:lnTo>
                    <a:pt x="18287" y="32993"/>
                  </a:lnTo>
                  <a:lnTo>
                    <a:pt x="16792" y="31451"/>
                  </a:lnTo>
                  <a:lnTo>
                    <a:pt x="16611" y="31264"/>
                  </a:lnTo>
                  <a:lnTo>
                    <a:pt x="16374" y="31019"/>
                  </a:lnTo>
                  <a:lnTo>
                    <a:pt x="13924" y="28579"/>
                  </a:lnTo>
                  <a:lnTo>
                    <a:pt x="13560" y="28216"/>
                  </a:lnTo>
                  <a:lnTo>
                    <a:pt x="11463" y="26126"/>
                  </a:lnTo>
                  <a:lnTo>
                    <a:pt x="10384" y="25057"/>
                  </a:lnTo>
                  <a:lnTo>
                    <a:pt x="12132" y="23345"/>
                  </a:lnTo>
                  <a:lnTo>
                    <a:pt x="14290" y="21178"/>
                  </a:lnTo>
                  <a:lnTo>
                    <a:pt x="14833" y="20638"/>
                  </a:lnTo>
                  <a:lnTo>
                    <a:pt x="15294" y="20180"/>
                  </a:lnTo>
                  <a:lnTo>
                    <a:pt x="16331" y="19151"/>
                  </a:lnTo>
                  <a:lnTo>
                    <a:pt x="19239" y="16193"/>
                  </a:lnTo>
                  <a:lnTo>
                    <a:pt x="21200" y="14191"/>
                  </a:lnTo>
                  <a:lnTo>
                    <a:pt x="22122" y="13218"/>
                  </a:lnTo>
                  <a:lnTo>
                    <a:pt x="22374" y="12952"/>
                  </a:lnTo>
                  <a:lnTo>
                    <a:pt x="22630" y="12682"/>
                  </a:lnTo>
                  <a:lnTo>
                    <a:pt x="23407" y="11861"/>
                  </a:lnTo>
                  <a:lnTo>
                    <a:pt x="26077" y="8934"/>
                  </a:lnTo>
                  <a:lnTo>
                    <a:pt x="27259" y="7647"/>
                  </a:lnTo>
                  <a:lnTo>
                    <a:pt x="27450" y="7440"/>
                  </a:lnTo>
                  <a:lnTo>
                    <a:pt x="27682" y="7204"/>
                  </a:lnTo>
                  <a:lnTo>
                    <a:pt x="28903" y="5960"/>
                  </a:lnTo>
                  <a:lnTo>
                    <a:pt x="30532" y="4301"/>
                  </a:lnTo>
                  <a:lnTo>
                    <a:pt x="31340" y="3478"/>
                  </a:lnTo>
                  <a:lnTo>
                    <a:pt x="32912" y="2304"/>
                  </a:lnTo>
                  <a:lnTo>
                    <a:pt x="33745" y="1674"/>
                  </a:lnTo>
                  <a:lnTo>
                    <a:pt x="34113" y="1395"/>
                  </a:lnTo>
                  <a:lnTo>
                    <a:pt x="34753" y="809"/>
                  </a:lnTo>
                  <a:lnTo>
                    <a:pt x="35232" y="370"/>
                  </a:lnTo>
                  <a:lnTo>
                    <a:pt x="35637" y="0"/>
                  </a:lnTo>
                  <a:lnTo>
                    <a:pt x="36063" y="488"/>
                  </a:lnTo>
                  <a:lnTo>
                    <a:pt x="36798" y="1332"/>
                  </a:lnTo>
                  <a:lnTo>
                    <a:pt x="36966" y="1525"/>
                  </a:lnTo>
                  <a:lnTo>
                    <a:pt x="41988" y="7289"/>
                  </a:lnTo>
                  <a:lnTo>
                    <a:pt x="44939" y="10677"/>
                  </a:lnTo>
                  <a:lnTo>
                    <a:pt x="45318" y="11112"/>
                  </a:lnTo>
                  <a:lnTo>
                    <a:pt x="45743" y="11600"/>
                  </a:lnTo>
                  <a:lnTo>
                    <a:pt x="45879" y="11761"/>
                  </a:lnTo>
                  <a:lnTo>
                    <a:pt x="48286" y="14625"/>
                  </a:lnTo>
                  <a:lnTo>
                    <a:pt x="51664" y="18734"/>
                  </a:lnTo>
                  <a:lnTo>
                    <a:pt x="52647" y="19929"/>
                  </a:lnTo>
                  <a:lnTo>
                    <a:pt x="54075" y="21692"/>
                  </a:lnTo>
                  <a:lnTo>
                    <a:pt x="55149" y="23019"/>
                  </a:lnTo>
                  <a:lnTo>
                    <a:pt x="55550" y="23503"/>
                  </a:lnTo>
                  <a:lnTo>
                    <a:pt x="57472" y="25823"/>
                  </a:lnTo>
                  <a:lnTo>
                    <a:pt x="58571" y="27606"/>
                  </a:lnTo>
                  <a:lnTo>
                    <a:pt x="59615" y="28881"/>
                  </a:lnTo>
                  <a:lnTo>
                    <a:pt x="59803" y="29110"/>
                  </a:lnTo>
                  <a:lnTo>
                    <a:pt x="61014" y="30626"/>
                  </a:lnTo>
                  <a:lnTo>
                    <a:pt x="62133" y="32014"/>
                  </a:lnTo>
                  <a:lnTo>
                    <a:pt x="62334" y="32263"/>
                  </a:lnTo>
                  <a:lnTo>
                    <a:pt x="62444" y="32400"/>
                  </a:lnTo>
                  <a:lnTo>
                    <a:pt x="62784" y="32670"/>
                  </a:lnTo>
                  <a:lnTo>
                    <a:pt x="67683" y="36564"/>
                  </a:lnTo>
                  <a:lnTo>
                    <a:pt x="71197" y="39649"/>
                  </a:lnTo>
                  <a:lnTo>
                    <a:pt x="71628" y="40027"/>
                  </a:lnTo>
                  <a:lnTo>
                    <a:pt x="72490" y="40818"/>
                  </a:lnTo>
                  <a:lnTo>
                    <a:pt x="73315" y="41575"/>
                  </a:lnTo>
                  <a:lnTo>
                    <a:pt x="78767" y="46577"/>
                  </a:lnTo>
                  <a:lnTo>
                    <a:pt x="82980" y="50441"/>
                  </a:lnTo>
                  <a:lnTo>
                    <a:pt x="83226" y="50667"/>
                  </a:lnTo>
                  <a:lnTo>
                    <a:pt x="84473" y="51399"/>
                  </a:lnTo>
                  <a:lnTo>
                    <a:pt x="88626" y="53925"/>
                  </a:lnTo>
                  <a:lnTo>
                    <a:pt x="89192" y="54268"/>
                  </a:lnTo>
                  <a:lnTo>
                    <a:pt x="89328" y="54351"/>
                  </a:lnTo>
                  <a:lnTo>
                    <a:pt x="89577" y="54485"/>
                  </a:lnTo>
                  <a:lnTo>
                    <a:pt x="93034" y="56345"/>
                  </a:lnTo>
                  <a:lnTo>
                    <a:pt x="102831" y="61486"/>
                  </a:lnTo>
                  <a:lnTo>
                    <a:pt x="98912" y="66043"/>
                  </a:lnTo>
                  <a:lnTo>
                    <a:pt x="96596" y="68736"/>
                  </a:lnTo>
                  <a:lnTo>
                    <a:pt x="95892" y="69555"/>
                  </a:lnTo>
                  <a:lnTo>
                    <a:pt x="93015" y="72901"/>
                  </a:lnTo>
                  <a:lnTo>
                    <a:pt x="92918" y="73038"/>
                  </a:lnTo>
                  <a:lnTo>
                    <a:pt x="92566" y="73541"/>
                  </a:lnTo>
                  <a:lnTo>
                    <a:pt x="92229" y="73939"/>
                  </a:lnTo>
                  <a:lnTo>
                    <a:pt x="88580" y="78233"/>
                  </a:lnTo>
                  <a:lnTo>
                    <a:pt x="84910" y="82553"/>
                  </a:lnTo>
                  <a:lnTo>
                    <a:pt x="81726" y="85444"/>
                  </a:lnTo>
                  <a:lnTo>
                    <a:pt x="81411" y="85690"/>
                  </a:lnTo>
                  <a:lnTo>
                    <a:pt x="78741" y="87235"/>
                  </a:lnTo>
                  <a:lnTo>
                    <a:pt x="77373" y="8802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1595348" y="2952660"/>
              <a:ext cx="112386" cy="72594"/>
            </a:xfrm>
            <a:custGeom>
              <a:avLst/>
              <a:pathLst>
                <a:path w="112386" h="72594">
                  <a:moveTo>
                    <a:pt x="71342" y="10328"/>
                  </a:moveTo>
                  <a:lnTo>
                    <a:pt x="72341" y="10614"/>
                  </a:lnTo>
                  <a:lnTo>
                    <a:pt x="73790" y="10419"/>
                  </a:lnTo>
                  <a:lnTo>
                    <a:pt x="75178" y="10232"/>
                  </a:lnTo>
                  <a:lnTo>
                    <a:pt x="78795" y="9745"/>
                  </a:lnTo>
                  <a:lnTo>
                    <a:pt x="79182" y="9897"/>
                  </a:lnTo>
                  <a:lnTo>
                    <a:pt x="80724" y="12710"/>
                  </a:lnTo>
                  <a:lnTo>
                    <a:pt x="84197" y="14649"/>
                  </a:lnTo>
                  <a:lnTo>
                    <a:pt x="84762" y="14964"/>
                  </a:lnTo>
                  <a:lnTo>
                    <a:pt x="86083" y="16613"/>
                  </a:lnTo>
                  <a:lnTo>
                    <a:pt x="87179" y="17981"/>
                  </a:lnTo>
                  <a:lnTo>
                    <a:pt x="87321" y="18122"/>
                  </a:lnTo>
                  <a:lnTo>
                    <a:pt x="87841" y="18637"/>
                  </a:lnTo>
                  <a:lnTo>
                    <a:pt x="92759" y="23509"/>
                  </a:lnTo>
                  <a:lnTo>
                    <a:pt x="94130" y="24762"/>
                  </a:lnTo>
                  <a:lnTo>
                    <a:pt x="94408" y="25017"/>
                  </a:lnTo>
                  <a:lnTo>
                    <a:pt x="94637" y="25226"/>
                  </a:lnTo>
                  <a:lnTo>
                    <a:pt x="99502" y="29677"/>
                  </a:lnTo>
                  <a:lnTo>
                    <a:pt x="101383" y="31153"/>
                  </a:lnTo>
                  <a:lnTo>
                    <a:pt x="102153" y="31757"/>
                  </a:lnTo>
                  <a:lnTo>
                    <a:pt x="103090" y="32493"/>
                  </a:lnTo>
                  <a:lnTo>
                    <a:pt x="104027" y="33228"/>
                  </a:lnTo>
                  <a:lnTo>
                    <a:pt x="109727" y="36265"/>
                  </a:lnTo>
                  <a:lnTo>
                    <a:pt x="109855" y="36310"/>
                  </a:lnTo>
                  <a:lnTo>
                    <a:pt x="111841" y="36997"/>
                  </a:lnTo>
                  <a:lnTo>
                    <a:pt x="112386" y="37185"/>
                  </a:lnTo>
                  <a:lnTo>
                    <a:pt x="112326" y="37510"/>
                  </a:lnTo>
                  <a:lnTo>
                    <a:pt x="112274" y="37766"/>
                  </a:lnTo>
                  <a:lnTo>
                    <a:pt x="112221" y="38028"/>
                  </a:lnTo>
                  <a:lnTo>
                    <a:pt x="112140" y="38431"/>
                  </a:lnTo>
                  <a:lnTo>
                    <a:pt x="111901" y="39613"/>
                  </a:lnTo>
                  <a:lnTo>
                    <a:pt x="111636" y="40923"/>
                  </a:lnTo>
                  <a:lnTo>
                    <a:pt x="111601" y="41074"/>
                  </a:lnTo>
                  <a:lnTo>
                    <a:pt x="111171" y="42719"/>
                  </a:lnTo>
                  <a:lnTo>
                    <a:pt x="110867" y="43049"/>
                  </a:lnTo>
                  <a:lnTo>
                    <a:pt x="109795" y="44214"/>
                  </a:lnTo>
                  <a:lnTo>
                    <a:pt x="109629" y="44394"/>
                  </a:lnTo>
                  <a:lnTo>
                    <a:pt x="109285" y="44768"/>
                  </a:lnTo>
                  <a:lnTo>
                    <a:pt x="108282" y="45904"/>
                  </a:lnTo>
                  <a:lnTo>
                    <a:pt x="107385" y="46920"/>
                  </a:lnTo>
                  <a:lnTo>
                    <a:pt x="106524" y="47895"/>
                  </a:lnTo>
                  <a:lnTo>
                    <a:pt x="106083" y="48395"/>
                  </a:lnTo>
                  <a:lnTo>
                    <a:pt x="105881" y="48624"/>
                  </a:lnTo>
                  <a:lnTo>
                    <a:pt x="101739" y="52703"/>
                  </a:lnTo>
                  <a:lnTo>
                    <a:pt x="101585" y="52854"/>
                  </a:lnTo>
                  <a:lnTo>
                    <a:pt x="97424" y="56999"/>
                  </a:lnTo>
                  <a:lnTo>
                    <a:pt x="95195" y="59219"/>
                  </a:lnTo>
                  <a:lnTo>
                    <a:pt x="94693" y="59719"/>
                  </a:lnTo>
                  <a:lnTo>
                    <a:pt x="94349" y="60062"/>
                  </a:lnTo>
                  <a:lnTo>
                    <a:pt x="92335" y="62067"/>
                  </a:lnTo>
                  <a:lnTo>
                    <a:pt x="84906" y="69468"/>
                  </a:lnTo>
                  <a:lnTo>
                    <a:pt x="81560" y="72594"/>
                  </a:lnTo>
                  <a:lnTo>
                    <a:pt x="77517" y="71912"/>
                  </a:lnTo>
                  <a:lnTo>
                    <a:pt x="77360" y="71889"/>
                  </a:lnTo>
                  <a:lnTo>
                    <a:pt x="74956" y="71533"/>
                  </a:lnTo>
                  <a:lnTo>
                    <a:pt x="74627" y="71484"/>
                  </a:lnTo>
                  <a:lnTo>
                    <a:pt x="70853" y="71088"/>
                  </a:lnTo>
                  <a:lnTo>
                    <a:pt x="69410" y="70936"/>
                  </a:lnTo>
                  <a:lnTo>
                    <a:pt x="65377" y="70564"/>
                  </a:lnTo>
                  <a:lnTo>
                    <a:pt x="64381" y="70443"/>
                  </a:lnTo>
                  <a:lnTo>
                    <a:pt x="63927" y="70388"/>
                  </a:lnTo>
                  <a:lnTo>
                    <a:pt x="57969" y="69665"/>
                  </a:lnTo>
                  <a:lnTo>
                    <a:pt x="57365" y="69596"/>
                  </a:lnTo>
                  <a:lnTo>
                    <a:pt x="50110" y="68763"/>
                  </a:lnTo>
                  <a:lnTo>
                    <a:pt x="46597" y="68360"/>
                  </a:lnTo>
                  <a:lnTo>
                    <a:pt x="46358" y="68333"/>
                  </a:lnTo>
                  <a:lnTo>
                    <a:pt x="46054" y="68298"/>
                  </a:lnTo>
                  <a:lnTo>
                    <a:pt x="43603" y="68016"/>
                  </a:lnTo>
                  <a:lnTo>
                    <a:pt x="39252" y="67517"/>
                  </a:lnTo>
                  <a:lnTo>
                    <a:pt x="37693" y="67331"/>
                  </a:lnTo>
                  <a:lnTo>
                    <a:pt x="37041" y="67253"/>
                  </a:lnTo>
                  <a:lnTo>
                    <a:pt x="35425" y="67060"/>
                  </a:lnTo>
                  <a:lnTo>
                    <a:pt x="34642" y="66966"/>
                  </a:lnTo>
                  <a:lnTo>
                    <a:pt x="31052" y="63185"/>
                  </a:lnTo>
                  <a:lnTo>
                    <a:pt x="25313" y="56673"/>
                  </a:lnTo>
                  <a:lnTo>
                    <a:pt x="19514" y="52454"/>
                  </a:lnTo>
                  <a:lnTo>
                    <a:pt x="17893" y="51275"/>
                  </a:lnTo>
                  <a:lnTo>
                    <a:pt x="9464" y="45612"/>
                  </a:lnTo>
                  <a:lnTo>
                    <a:pt x="8705" y="45102"/>
                  </a:lnTo>
                  <a:lnTo>
                    <a:pt x="8476" y="44945"/>
                  </a:lnTo>
                  <a:lnTo>
                    <a:pt x="6590" y="43650"/>
                  </a:lnTo>
                  <a:lnTo>
                    <a:pt x="6195" y="43379"/>
                  </a:lnTo>
                  <a:lnTo>
                    <a:pt x="2494" y="40805"/>
                  </a:lnTo>
                  <a:lnTo>
                    <a:pt x="984" y="39755"/>
                  </a:lnTo>
                  <a:lnTo>
                    <a:pt x="0" y="39033"/>
                  </a:lnTo>
                  <a:lnTo>
                    <a:pt x="2257" y="36760"/>
                  </a:lnTo>
                  <a:lnTo>
                    <a:pt x="5846" y="33147"/>
                  </a:lnTo>
                  <a:lnTo>
                    <a:pt x="7477" y="31514"/>
                  </a:lnTo>
                  <a:lnTo>
                    <a:pt x="7848" y="31131"/>
                  </a:lnTo>
                  <a:lnTo>
                    <a:pt x="9115" y="29830"/>
                  </a:lnTo>
                  <a:lnTo>
                    <a:pt x="11430" y="27596"/>
                  </a:lnTo>
                  <a:lnTo>
                    <a:pt x="12884" y="26309"/>
                  </a:lnTo>
                  <a:lnTo>
                    <a:pt x="13744" y="25325"/>
                  </a:lnTo>
                  <a:lnTo>
                    <a:pt x="15284" y="23564"/>
                  </a:lnTo>
                  <a:lnTo>
                    <a:pt x="15561" y="23247"/>
                  </a:lnTo>
                  <a:lnTo>
                    <a:pt x="15899" y="22861"/>
                  </a:lnTo>
                  <a:lnTo>
                    <a:pt x="16058" y="22693"/>
                  </a:lnTo>
                  <a:lnTo>
                    <a:pt x="16281" y="22459"/>
                  </a:lnTo>
                  <a:lnTo>
                    <a:pt x="16808" y="21931"/>
                  </a:lnTo>
                  <a:lnTo>
                    <a:pt x="16975" y="21764"/>
                  </a:lnTo>
                  <a:lnTo>
                    <a:pt x="17633" y="21104"/>
                  </a:lnTo>
                  <a:lnTo>
                    <a:pt x="18294" y="20442"/>
                  </a:lnTo>
                  <a:lnTo>
                    <a:pt x="18943" y="19791"/>
                  </a:lnTo>
                  <a:lnTo>
                    <a:pt x="19445" y="19288"/>
                  </a:lnTo>
                  <a:lnTo>
                    <a:pt x="19703" y="19030"/>
                  </a:lnTo>
                  <a:lnTo>
                    <a:pt x="20445" y="18346"/>
                  </a:lnTo>
                  <a:lnTo>
                    <a:pt x="20989" y="17844"/>
                  </a:lnTo>
                  <a:lnTo>
                    <a:pt x="22046" y="16870"/>
                  </a:lnTo>
                  <a:lnTo>
                    <a:pt x="22983" y="15952"/>
                  </a:lnTo>
                  <a:lnTo>
                    <a:pt x="25743" y="13035"/>
                  </a:lnTo>
                  <a:lnTo>
                    <a:pt x="24388" y="11459"/>
                  </a:lnTo>
                  <a:lnTo>
                    <a:pt x="24183" y="11219"/>
                  </a:lnTo>
                  <a:lnTo>
                    <a:pt x="24079" y="11010"/>
                  </a:lnTo>
                  <a:lnTo>
                    <a:pt x="26034" y="9161"/>
                  </a:lnTo>
                  <a:lnTo>
                    <a:pt x="27875" y="7420"/>
                  </a:lnTo>
                  <a:lnTo>
                    <a:pt x="31547" y="3629"/>
                  </a:lnTo>
                  <a:lnTo>
                    <a:pt x="31869" y="3297"/>
                  </a:lnTo>
                  <a:lnTo>
                    <a:pt x="35063" y="0"/>
                  </a:lnTo>
                  <a:lnTo>
                    <a:pt x="36612" y="391"/>
                  </a:lnTo>
                  <a:lnTo>
                    <a:pt x="37197" y="539"/>
                  </a:lnTo>
                  <a:lnTo>
                    <a:pt x="38043" y="783"/>
                  </a:lnTo>
                  <a:lnTo>
                    <a:pt x="42859" y="2171"/>
                  </a:lnTo>
                  <a:lnTo>
                    <a:pt x="43212" y="2273"/>
                  </a:lnTo>
                  <a:lnTo>
                    <a:pt x="47257" y="3439"/>
                  </a:lnTo>
                  <a:lnTo>
                    <a:pt x="48092" y="3679"/>
                  </a:lnTo>
                  <a:lnTo>
                    <a:pt x="51034" y="4527"/>
                  </a:lnTo>
                  <a:lnTo>
                    <a:pt x="52991" y="5086"/>
                  </a:lnTo>
                  <a:lnTo>
                    <a:pt x="53447" y="5216"/>
                  </a:lnTo>
                  <a:lnTo>
                    <a:pt x="54256" y="5447"/>
                  </a:lnTo>
                  <a:lnTo>
                    <a:pt x="56835" y="6184"/>
                  </a:lnTo>
                  <a:lnTo>
                    <a:pt x="59083" y="6826"/>
                  </a:lnTo>
                  <a:lnTo>
                    <a:pt x="59220" y="6865"/>
                  </a:lnTo>
                  <a:lnTo>
                    <a:pt x="63837" y="8184"/>
                  </a:lnTo>
                  <a:lnTo>
                    <a:pt x="65416" y="8635"/>
                  </a:lnTo>
                  <a:lnTo>
                    <a:pt x="65980" y="8796"/>
                  </a:lnTo>
                  <a:lnTo>
                    <a:pt x="66372" y="8908"/>
                  </a:lnTo>
                  <a:lnTo>
                    <a:pt x="67698" y="928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1527583" y="2902123"/>
              <a:ext cx="102828" cy="80322"/>
            </a:xfrm>
            <a:custGeom>
              <a:avLst/>
              <a:pathLst>
                <a:path w="102828" h="80322">
                  <a:moveTo>
                    <a:pt x="93742" y="59754"/>
                  </a:moveTo>
                  <a:lnTo>
                    <a:pt x="91804" y="61589"/>
                  </a:lnTo>
                  <a:lnTo>
                    <a:pt x="91948" y="61757"/>
                  </a:lnTo>
                  <a:lnTo>
                    <a:pt x="92154" y="61996"/>
                  </a:lnTo>
                  <a:lnTo>
                    <a:pt x="93608" y="63689"/>
                  </a:lnTo>
                  <a:lnTo>
                    <a:pt x="90749" y="66490"/>
                  </a:lnTo>
                  <a:lnTo>
                    <a:pt x="89811" y="67408"/>
                  </a:lnTo>
                  <a:lnTo>
                    <a:pt x="88755" y="68382"/>
                  </a:lnTo>
                  <a:lnTo>
                    <a:pt x="88208" y="68886"/>
                  </a:lnTo>
                  <a:lnTo>
                    <a:pt x="87366" y="69670"/>
                  </a:lnTo>
                  <a:lnTo>
                    <a:pt x="87210" y="69826"/>
                  </a:lnTo>
                  <a:lnTo>
                    <a:pt x="86609" y="70429"/>
                  </a:lnTo>
                  <a:lnTo>
                    <a:pt x="86008" y="71031"/>
                  </a:lnTo>
                  <a:lnTo>
                    <a:pt x="85317" y="71723"/>
                  </a:lnTo>
                  <a:lnTo>
                    <a:pt x="84740" y="72302"/>
                  </a:lnTo>
                  <a:lnTo>
                    <a:pt x="84573" y="72469"/>
                  </a:lnTo>
                  <a:lnTo>
                    <a:pt x="83959" y="73088"/>
                  </a:lnTo>
                  <a:lnTo>
                    <a:pt x="83807" y="73249"/>
                  </a:lnTo>
                  <a:lnTo>
                    <a:pt x="83659" y="73405"/>
                  </a:lnTo>
                  <a:lnTo>
                    <a:pt x="83225" y="73900"/>
                  </a:lnTo>
                  <a:lnTo>
                    <a:pt x="83049" y="74102"/>
                  </a:lnTo>
                  <a:lnTo>
                    <a:pt x="81510" y="75863"/>
                  </a:lnTo>
                  <a:lnTo>
                    <a:pt x="80635" y="76863"/>
                  </a:lnTo>
                  <a:lnTo>
                    <a:pt x="79195" y="78134"/>
                  </a:lnTo>
                  <a:lnTo>
                    <a:pt x="76738" y="80322"/>
                  </a:lnTo>
                  <a:lnTo>
                    <a:pt x="70768" y="74645"/>
                  </a:lnTo>
                  <a:lnTo>
                    <a:pt x="65979" y="70090"/>
                  </a:lnTo>
                  <a:lnTo>
                    <a:pt x="60953" y="65183"/>
                  </a:lnTo>
                  <a:lnTo>
                    <a:pt x="57524" y="61836"/>
                  </a:lnTo>
                  <a:lnTo>
                    <a:pt x="56219" y="60562"/>
                  </a:lnTo>
                  <a:lnTo>
                    <a:pt x="55983" y="60332"/>
                  </a:lnTo>
                  <a:lnTo>
                    <a:pt x="52709" y="63578"/>
                  </a:lnTo>
                  <a:lnTo>
                    <a:pt x="50619" y="65719"/>
                  </a:lnTo>
                  <a:lnTo>
                    <a:pt x="50281" y="66066"/>
                  </a:lnTo>
                  <a:lnTo>
                    <a:pt x="49430" y="66938"/>
                  </a:lnTo>
                  <a:lnTo>
                    <a:pt x="49201" y="67173"/>
                  </a:lnTo>
                  <a:lnTo>
                    <a:pt x="47481" y="68933"/>
                  </a:lnTo>
                  <a:lnTo>
                    <a:pt x="46629" y="69805"/>
                  </a:lnTo>
                  <a:lnTo>
                    <a:pt x="39877" y="76627"/>
                  </a:lnTo>
                  <a:lnTo>
                    <a:pt x="35631" y="73301"/>
                  </a:lnTo>
                  <a:lnTo>
                    <a:pt x="30249" y="68887"/>
                  </a:lnTo>
                  <a:lnTo>
                    <a:pt x="27425" y="66517"/>
                  </a:lnTo>
                  <a:lnTo>
                    <a:pt x="26790" y="65984"/>
                  </a:lnTo>
                  <a:lnTo>
                    <a:pt x="18007" y="58613"/>
                  </a:lnTo>
                  <a:lnTo>
                    <a:pt x="21282" y="55206"/>
                  </a:lnTo>
                  <a:lnTo>
                    <a:pt x="22797" y="53630"/>
                  </a:lnTo>
                  <a:lnTo>
                    <a:pt x="19182" y="50432"/>
                  </a:lnTo>
                  <a:lnTo>
                    <a:pt x="18932" y="50211"/>
                  </a:lnTo>
                  <a:lnTo>
                    <a:pt x="18458" y="49898"/>
                  </a:lnTo>
                  <a:lnTo>
                    <a:pt x="9635" y="44063"/>
                  </a:lnTo>
                  <a:lnTo>
                    <a:pt x="5169" y="40794"/>
                  </a:lnTo>
                  <a:lnTo>
                    <a:pt x="0" y="36870"/>
                  </a:lnTo>
                  <a:lnTo>
                    <a:pt x="9876" y="29917"/>
                  </a:lnTo>
                  <a:lnTo>
                    <a:pt x="12716" y="27917"/>
                  </a:lnTo>
                  <a:lnTo>
                    <a:pt x="13020" y="27670"/>
                  </a:lnTo>
                  <a:lnTo>
                    <a:pt x="13342" y="27407"/>
                  </a:lnTo>
                  <a:lnTo>
                    <a:pt x="14037" y="26840"/>
                  </a:lnTo>
                  <a:lnTo>
                    <a:pt x="22653" y="19810"/>
                  </a:lnTo>
                  <a:lnTo>
                    <a:pt x="24900" y="17955"/>
                  </a:lnTo>
                  <a:lnTo>
                    <a:pt x="25161" y="17740"/>
                  </a:lnTo>
                  <a:lnTo>
                    <a:pt x="26598" y="16553"/>
                  </a:lnTo>
                  <a:lnTo>
                    <a:pt x="29654" y="14030"/>
                  </a:lnTo>
                  <a:lnTo>
                    <a:pt x="34841" y="9852"/>
                  </a:lnTo>
                  <a:lnTo>
                    <a:pt x="35402" y="9400"/>
                  </a:lnTo>
                  <a:lnTo>
                    <a:pt x="38647" y="6786"/>
                  </a:lnTo>
                  <a:lnTo>
                    <a:pt x="40237" y="5505"/>
                  </a:lnTo>
                  <a:lnTo>
                    <a:pt x="41310" y="4640"/>
                  </a:lnTo>
                  <a:lnTo>
                    <a:pt x="42722" y="3520"/>
                  </a:lnTo>
                  <a:lnTo>
                    <a:pt x="44127" y="2405"/>
                  </a:lnTo>
                  <a:lnTo>
                    <a:pt x="46102" y="837"/>
                  </a:lnTo>
                  <a:lnTo>
                    <a:pt x="47187" y="0"/>
                  </a:lnTo>
                  <a:lnTo>
                    <a:pt x="50394" y="7346"/>
                  </a:lnTo>
                  <a:lnTo>
                    <a:pt x="51387" y="9619"/>
                  </a:lnTo>
                  <a:lnTo>
                    <a:pt x="52618" y="12439"/>
                  </a:lnTo>
                  <a:lnTo>
                    <a:pt x="52720" y="12652"/>
                  </a:lnTo>
                  <a:lnTo>
                    <a:pt x="53567" y="14428"/>
                  </a:lnTo>
                  <a:lnTo>
                    <a:pt x="54577" y="16543"/>
                  </a:lnTo>
                  <a:lnTo>
                    <a:pt x="54992" y="17412"/>
                  </a:lnTo>
                  <a:lnTo>
                    <a:pt x="56864" y="21331"/>
                  </a:lnTo>
                  <a:lnTo>
                    <a:pt x="57127" y="21595"/>
                  </a:lnTo>
                  <a:lnTo>
                    <a:pt x="58119" y="22585"/>
                  </a:lnTo>
                  <a:lnTo>
                    <a:pt x="59839" y="24304"/>
                  </a:lnTo>
                  <a:lnTo>
                    <a:pt x="60077" y="24542"/>
                  </a:lnTo>
                  <a:lnTo>
                    <a:pt x="60425" y="24890"/>
                  </a:lnTo>
                  <a:lnTo>
                    <a:pt x="60563" y="25016"/>
                  </a:lnTo>
                  <a:lnTo>
                    <a:pt x="61807" y="26154"/>
                  </a:lnTo>
                  <a:lnTo>
                    <a:pt x="63237" y="27464"/>
                  </a:lnTo>
                  <a:lnTo>
                    <a:pt x="63548" y="27749"/>
                  </a:lnTo>
                  <a:lnTo>
                    <a:pt x="63843" y="28019"/>
                  </a:lnTo>
                  <a:lnTo>
                    <a:pt x="64755" y="28853"/>
                  </a:lnTo>
                  <a:lnTo>
                    <a:pt x="65926" y="29926"/>
                  </a:lnTo>
                  <a:lnTo>
                    <a:pt x="66565" y="30511"/>
                  </a:lnTo>
                  <a:lnTo>
                    <a:pt x="67363" y="31241"/>
                  </a:lnTo>
                  <a:lnTo>
                    <a:pt x="69903" y="33444"/>
                  </a:lnTo>
                  <a:lnTo>
                    <a:pt x="70568" y="34021"/>
                  </a:lnTo>
                  <a:lnTo>
                    <a:pt x="70832" y="34249"/>
                  </a:lnTo>
                  <a:lnTo>
                    <a:pt x="72160" y="35400"/>
                  </a:lnTo>
                  <a:lnTo>
                    <a:pt x="73749" y="36778"/>
                  </a:lnTo>
                  <a:lnTo>
                    <a:pt x="74159" y="37134"/>
                  </a:lnTo>
                  <a:lnTo>
                    <a:pt x="75114" y="37887"/>
                  </a:lnTo>
                  <a:lnTo>
                    <a:pt x="77423" y="39710"/>
                  </a:lnTo>
                  <a:lnTo>
                    <a:pt x="78581" y="40677"/>
                  </a:lnTo>
                  <a:lnTo>
                    <a:pt x="80660" y="42413"/>
                  </a:lnTo>
                  <a:lnTo>
                    <a:pt x="81520" y="43131"/>
                  </a:lnTo>
                  <a:lnTo>
                    <a:pt x="82008" y="43545"/>
                  </a:lnTo>
                  <a:lnTo>
                    <a:pt x="83589" y="44874"/>
                  </a:lnTo>
                  <a:lnTo>
                    <a:pt x="86177" y="45869"/>
                  </a:lnTo>
                  <a:lnTo>
                    <a:pt x="86413" y="45934"/>
                  </a:lnTo>
                  <a:lnTo>
                    <a:pt x="86665" y="46003"/>
                  </a:lnTo>
                  <a:lnTo>
                    <a:pt x="86839" y="46051"/>
                  </a:lnTo>
                  <a:lnTo>
                    <a:pt x="87176" y="46144"/>
                  </a:lnTo>
                  <a:lnTo>
                    <a:pt x="87642" y="46273"/>
                  </a:lnTo>
                  <a:lnTo>
                    <a:pt x="88059" y="46388"/>
                  </a:lnTo>
                  <a:lnTo>
                    <a:pt x="88312" y="46458"/>
                  </a:lnTo>
                  <a:lnTo>
                    <a:pt x="88679" y="46560"/>
                  </a:lnTo>
                  <a:lnTo>
                    <a:pt x="89360" y="46748"/>
                  </a:lnTo>
                  <a:lnTo>
                    <a:pt x="89919" y="46902"/>
                  </a:lnTo>
                  <a:lnTo>
                    <a:pt x="90052" y="46938"/>
                  </a:lnTo>
                  <a:lnTo>
                    <a:pt x="90474" y="47055"/>
                  </a:lnTo>
                  <a:lnTo>
                    <a:pt x="90694" y="47116"/>
                  </a:lnTo>
                  <a:lnTo>
                    <a:pt x="91098" y="47227"/>
                  </a:lnTo>
                  <a:lnTo>
                    <a:pt x="91358" y="47299"/>
                  </a:lnTo>
                  <a:lnTo>
                    <a:pt x="91582" y="47361"/>
                  </a:lnTo>
                  <a:lnTo>
                    <a:pt x="91757" y="47409"/>
                  </a:lnTo>
                  <a:lnTo>
                    <a:pt x="92116" y="47509"/>
                  </a:lnTo>
                  <a:lnTo>
                    <a:pt x="92273" y="47552"/>
                  </a:lnTo>
                  <a:lnTo>
                    <a:pt x="92412" y="47591"/>
                  </a:lnTo>
                  <a:lnTo>
                    <a:pt x="92595" y="47642"/>
                  </a:lnTo>
                  <a:lnTo>
                    <a:pt x="94643" y="48210"/>
                  </a:lnTo>
                  <a:lnTo>
                    <a:pt x="96091" y="48612"/>
                  </a:lnTo>
                  <a:lnTo>
                    <a:pt x="96952" y="48851"/>
                  </a:lnTo>
                  <a:lnTo>
                    <a:pt x="99818" y="49661"/>
                  </a:lnTo>
                  <a:lnTo>
                    <a:pt x="100290" y="49800"/>
                  </a:lnTo>
                  <a:lnTo>
                    <a:pt x="100530" y="49871"/>
                  </a:lnTo>
                  <a:lnTo>
                    <a:pt x="102563" y="50470"/>
                  </a:lnTo>
                  <a:lnTo>
                    <a:pt x="102828" y="50537"/>
                  </a:lnTo>
                  <a:lnTo>
                    <a:pt x="99634" y="53835"/>
                  </a:lnTo>
                  <a:lnTo>
                    <a:pt x="99312" y="54167"/>
                  </a:lnTo>
                  <a:lnTo>
                    <a:pt x="95641" y="5795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1426388" y="2854756"/>
              <a:ext cx="147298" cy="113557"/>
            </a:xfrm>
            <a:custGeom>
              <a:avLst/>
              <a:pathLst>
                <a:path w="147298" h="113557">
                  <a:moveTo>
                    <a:pt x="142005" y="47623"/>
                  </a:moveTo>
                  <a:lnTo>
                    <a:pt x="145624" y="48286"/>
                  </a:lnTo>
                  <a:lnTo>
                    <a:pt x="146973" y="48220"/>
                  </a:lnTo>
                  <a:lnTo>
                    <a:pt x="147298" y="48204"/>
                  </a:lnTo>
                  <a:lnTo>
                    <a:pt x="145323" y="49771"/>
                  </a:lnTo>
                  <a:lnTo>
                    <a:pt x="143918" y="50886"/>
                  </a:lnTo>
                  <a:lnTo>
                    <a:pt x="142506" y="52006"/>
                  </a:lnTo>
                  <a:lnTo>
                    <a:pt x="141432" y="52871"/>
                  </a:lnTo>
                  <a:lnTo>
                    <a:pt x="139842" y="54152"/>
                  </a:lnTo>
                  <a:lnTo>
                    <a:pt x="136597" y="56766"/>
                  </a:lnTo>
                  <a:lnTo>
                    <a:pt x="136036" y="57218"/>
                  </a:lnTo>
                  <a:lnTo>
                    <a:pt x="130849" y="61397"/>
                  </a:lnTo>
                  <a:lnTo>
                    <a:pt x="127794" y="63919"/>
                  </a:lnTo>
                  <a:lnTo>
                    <a:pt x="126356" y="65106"/>
                  </a:lnTo>
                  <a:lnTo>
                    <a:pt x="126095" y="65322"/>
                  </a:lnTo>
                  <a:lnTo>
                    <a:pt x="123848" y="67177"/>
                  </a:lnTo>
                  <a:lnTo>
                    <a:pt x="115232" y="74206"/>
                  </a:lnTo>
                  <a:lnTo>
                    <a:pt x="114537" y="74773"/>
                  </a:lnTo>
                  <a:lnTo>
                    <a:pt x="114215" y="75036"/>
                  </a:lnTo>
                  <a:lnTo>
                    <a:pt x="113912" y="75283"/>
                  </a:lnTo>
                  <a:lnTo>
                    <a:pt x="111071" y="77283"/>
                  </a:lnTo>
                  <a:lnTo>
                    <a:pt x="101099" y="84305"/>
                  </a:lnTo>
                  <a:lnTo>
                    <a:pt x="100852" y="84480"/>
                  </a:lnTo>
                  <a:lnTo>
                    <a:pt x="95846" y="88043"/>
                  </a:lnTo>
                  <a:lnTo>
                    <a:pt x="89180" y="92787"/>
                  </a:lnTo>
                  <a:lnTo>
                    <a:pt x="87030" y="94317"/>
                  </a:lnTo>
                  <a:lnTo>
                    <a:pt x="86731" y="94530"/>
                  </a:lnTo>
                  <a:lnTo>
                    <a:pt x="86522" y="94684"/>
                  </a:lnTo>
                  <a:lnTo>
                    <a:pt x="85418" y="95931"/>
                  </a:lnTo>
                  <a:lnTo>
                    <a:pt x="85290" y="96076"/>
                  </a:lnTo>
                  <a:lnTo>
                    <a:pt x="82830" y="98812"/>
                  </a:lnTo>
                  <a:lnTo>
                    <a:pt x="82548" y="99150"/>
                  </a:lnTo>
                  <a:lnTo>
                    <a:pt x="80090" y="102398"/>
                  </a:lnTo>
                  <a:lnTo>
                    <a:pt x="77693" y="104568"/>
                  </a:lnTo>
                  <a:lnTo>
                    <a:pt x="77432" y="104805"/>
                  </a:lnTo>
                  <a:lnTo>
                    <a:pt x="77161" y="105116"/>
                  </a:lnTo>
                  <a:lnTo>
                    <a:pt x="76831" y="105496"/>
                  </a:lnTo>
                  <a:lnTo>
                    <a:pt x="70901" y="112314"/>
                  </a:lnTo>
                  <a:lnTo>
                    <a:pt x="69456" y="113557"/>
                  </a:lnTo>
                  <a:lnTo>
                    <a:pt x="64781" y="109608"/>
                  </a:lnTo>
                  <a:lnTo>
                    <a:pt x="60553" y="106585"/>
                  </a:lnTo>
                  <a:lnTo>
                    <a:pt x="56264" y="103355"/>
                  </a:lnTo>
                  <a:lnTo>
                    <a:pt x="55170" y="102467"/>
                  </a:lnTo>
                  <a:lnTo>
                    <a:pt x="52983" y="100621"/>
                  </a:lnTo>
                  <a:lnTo>
                    <a:pt x="51237" y="99222"/>
                  </a:lnTo>
                  <a:lnTo>
                    <a:pt x="47552" y="96267"/>
                  </a:lnTo>
                  <a:lnTo>
                    <a:pt x="46576" y="96005"/>
                  </a:lnTo>
                  <a:lnTo>
                    <a:pt x="44875" y="94649"/>
                  </a:lnTo>
                  <a:lnTo>
                    <a:pt x="44302" y="94191"/>
                  </a:lnTo>
                  <a:lnTo>
                    <a:pt x="43663" y="93682"/>
                  </a:lnTo>
                  <a:lnTo>
                    <a:pt x="42328" y="92617"/>
                  </a:lnTo>
                  <a:lnTo>
                    <a:pt x="43380" y="91090"/>
                  </a:lnTo>
                  <a:lnTo>
                    <a:pt x="47556" y="86605"/>
                  </a:lnTo>
                  <a:lnTo>
                    <a:pt x="51725" y="82126"/>
                  </a:lnTo>
                  <a:lnTo>
                    <a:pt x="54492" y="78472"/>
                  </a:lnTo>
                  <a:lnTo>
                    <a:pt x="54993" y="77811"/>
                  </a:lnTo>
                  <a:lnTo>
                    <a:pt x="53258" y="76775"/>
                  </a:lnTo>
                  <a:lnTo>
                    <a:pt x="52360" y="75389"/>
                  </a:lnTo>
                  <a:lnTo>
                    <a:pt x="53285" y="75152"/>
                  </a:lnTo>
                  <a:lnTo>
                    <a:pt x="53509" y="75094"/>
                  </a:lnTo>
                  <a:lnTo>
                    <a:pt x="53330" y="72535"/>
                  </a:lnTo>
                  <a:lnTo>
                    <a:pt x="52816" y="69174"/>
                  </a:lnTo>
                  <a:lnTo>
                    <a:pt x="52615" y="68561"/>
                  </a:lnTo>
                  <a:lnTo>
                    <a:pt x="51946" y="67442"/>
                  </a:lnTo>
                  <a:lnTo>
                    <a:pt x="44525" y="61005"/>
                  </a:lnTo>
                  <a:lnTo>
                    <a:pt x="41334" y="57936"/>
                  </a:lnTo>
                  <a:lnTo>
                    <a:pt x="39833" y="58450"/>
                  </a:lnTo>
                  <a:lnTo>
                    <a:pt x="38672" y="58757"/>
                  </a:lnTo>
                  <a:lnTo>
                    <a:pt x="38518" y="58798"/>
                  </a:lnTo>
                  <a:lnTo>
                    <a:pt x="37542" y="59057"/>
                  </a:lnTo>
                  <a:lnTo>
                    <a:pt x="33660" y="58996"/>
                  </a:lnTo>
                  <a:lnTo>
                    <a:pt x="31382" y="58529"/>
                  </a:lnTo>
                  <a:lnTo>
                    <a:pt x="28473" y="57180"/>
                  </a:lnTo>
                  <a:lnTo>
                    <a:pt x="26429" y="55331"/>
                  </a:lnTo>
                  <a:lnTo>
                    <a:pt x="24318" y="53340"/>
                  </a:lnTo>
                  <a:lnTo>
                    <a:pt x="21225" y="50349"/>
                  </a:lnTo>
                  <a:lnTo>
                    <a:pt x="18439" y="47444"/>
                  </a:lnTo>
                  <a:lnTo>
                    <a:pt x="14977" y="44136"/>
                  </a:lnTo>
                  <a:lnTo>
                    <a:pt x="3905" y="33594"/>
                  </a:lnTo>
                  <a:lnTo>
                    <a:pt x="2042" y="31846"/>
                  </a:lnTo>
                  <a:lnTo>
                    <a:pt x="1802" y="31621"/>
                  </a:lnTo>
                  <a:lnTo>
                    <a:pt x="518" y="30416"/>
                  </a:lnTo>
                  <a:lnTo>
                    <a:pt x="0" y="29834"/>
                  </a:lnTo>
                  <a:lnTo>
                    <a:pt x="3333" y="28172"/>
                  </a:lnTo>
                  <a:lnTo>
                    <a:pt x="5392" y="26899"/>
                  </a:lnTo>
                  <a:lnTo>
                    <a:pt x="9152" y="24777"/>
                  </a:lnTo>
                  <a:lnTo>
                    <a:pt x="9294" y="24684"/>
                  </a:lnTo>
                  <a:lnTo>
                    <a:pt x="12351" y="22680"/>
                  </a:lnTo>
                  <a:lnTo>
                    <a:pt x="13504" y="21987"/>
                  </a:lnTo>
                  <a:lnTo>
                    <a:pt x="16529" y="19934"/>
                  </a:lnTo>
                  <a:lnTo>
                    <a:pt x="16677" y="19834"/>
                  </a:lnTo>
                  <a:lnTo>
                    <a:pt x="17450" y="19395"/>
                  </a:lnTo>
                  <a:lnTo>
                    <a:pt x="17642" y="19291"/>
                  </a:lnTo>
                  <a:lnTo>
                    <a:pt x="19065" y="18514"/>
                  </a:lnTo>
                  <a:lnTo>
                    <a:pt x="23391" y="16045"/>
                  </a:lnTo>
                  <a:lnTo>
                    <a:pt x="24007" y="15693"/>
                  </a:lnTo>
                  <a:lnTo>
                    <a:pt x="26999" y="13977"/>
                  </a:lnTo>
                  <a:lnTo>
                    <a:pt x="28391" y="13333"/>
                  </a:lnTo>
                  <a:lnTo>
                    <a:pt x="36074" y="6219"/>
                  </a:lnTo>
                  <a:lnTo>
                    <a:pt x="42655" y="0"/>
                  </a:lnTo>
                  <a:lnTo>
                    <a:pt x="42823" y="167"/>
                  </a:lnTo>
                  <a:lnTo>
                    <a:pt x="43582" y="929"/>
                  </a:lnTo>
                  <a:lnTo>
                    <a:pt x="43817" y="1165"/>
                  </a:lnTo>
                  <a:lnTo>
                    <a:pt x="46132" y="3487"/>
                  </a:lnTo>
                  <a:lnTo>
                    <a:pt x="46442" y="3801"/>
                  </a:lnTo>
                  <a:lnTo>
                    <a:pt x="47658" y="5029"/>
                  </a:lnTo>
                  <a:lnTo>
                    <a:pt x="49572" y="6964"/>
                  </a:lnTo>
                  <a:lnTo>
                    <a:pt x="50128" y="7526"/>
                  </a:lnTo>
                  <a:lnTo>
                    <a:pt x="50344" y="7744"/>
                  </a:lnTo>
                  <a:lnTo>
                    <a:pt x="53364" y="10796"/>
                  </a:lnTo>
                  <a:lnTo>
                    <a:pt x="53907" y="11295"/>
                  </a:lnTo>
                  <a:lnTo>
                    <a:pt x="54219" y="11582"/>
                  </a:lnTo>
                  <a:lnTo>
                    <a:pt x="61143" y="17954"/>
                  </a:lnTo>
                  <a:lnTo>
                    <a:pt x="61445" y="18222"/>
                  </a:lnTo>
                  <a:lnTo>
                    <a:pt x="61774" y="18514"/>
                  </a:lnTo>
                  <a:lnTo>
                    <a:pt x="65515" y="21835"/>
                  </a:lnTo>
                  <a:lnTo>
                    <a:pt x="70134" y="24948"/>
                  </a:lnTo>
                  <a:lnTo>
                    <a:pt x="70549" y="25228"/>
                  </a:lnTo>
                  <a:lnTo>
                    <a:pt x="70746" y="25361"/>
                  </a:lnTo>
                  <a:lnTo>
                    <a:pt x="76120" y="28688"/>
                  </a:lnTo>
                  <a:lnTo>
                    <a:pt x="82577" y="32683"/>
                  </a:lnTo>
                  <a:lnTo>
                    <a:pt x="85409" y="34376"/>
                  </a:lnTo>
                  <a:lnTo>
                    <a:pt x="87132" y="35111"/>
                  </a:lnTo>
                  <a:lnTo>
                    <a:pt x="94094" y="37518"/>
                  </a:lnTo>
                  <a:lnTo>
                    <a:pt x="98016" y="38379"/>
                  </a:lnTo>
                  <a:lnTo>
                    <a:pt x="99824" y="38776"/>
                  </a:lnTo>
                  <a:lnTo>
                    <a:pt x="100128" y="38837"/>
                  </a:lnTo>
                  <a:lnTo>
                    <a:pt x="109228" y="40655"/>
                  </a:lnTo>
                  <a:lnTo>
                    <a:pt x="112610" y="41411"/>
                  </a:lnTo>
                  <a:lnTo>
                    <a:pt x="113420" y="41592"/>
                  </a:lnTo>
                  <a:lnTo>
                    <a:pt x="114811" y="41902"/>
                  </a:lnTo>
                  <a:lnTo>
                    <a:pt x="118698" y="42884"/>
                  </a:lnTo>
                  <a:lnTo>
                    <a:pt x="120708" y="43393"/>
                  </a:lnTo>
                  <a:lnTo>
                    <a:pt x="125364" y="44359"/>
                  </a:lnTo>
                  <a:lnTo>
                    <a:pt x="131470" y="45627"/>
                  </a:lnTo>
                  <a:lnTo>
                    <a:pt x="132650" y="45872"/>
                  </a:lnTo>
                  <a:lnTo>
                    <a:pt x="134143" y="46182"/>
                  </a:lnTo>
                  <a:lnTo>
                    <a:pt x="136590" y="46630"/>
                  </a:lnTo>
                  <a:lnTo>
                    <a:pt x="137919" y="4687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1385122" y="2801257"/>
              <a:ext cx="83895" cy="83354"/>
            </a:xfrm>
            <a:custGeom>
              <a:avLst/>
              <a:pathLst>
                <a:path w="83895" h="83354">
                  <a:moveTo>
                    <a:pt x="77976" y="48055"/>
                  </a:moveTo>
                  <a:lnTo>
                    <a:pt x="80227" y="49850"/>
                  </a:lnTo>
                  <a:lnTo>
                    <a:pt x="80557" y="50112"/>
                  </a:lnTo>
                  <a:lnTo>
                    <a:pt x="82898" y="52469"/>
                  </a:lnTo>
                  <a:lnTo>
                    <a:pt x="83348" y="52922"/>
                  </a:lnTo>
                  <a:lnTo>
                    <a:pt x="83895" y="53473"/>
                  </a:lnTo>
                  <a:lnTo>
                    <a:pt x="77339" y="59718"/>
                  </a:lnTo>
                  <a:lnTo>
                    <a:pt x="69657" y="66832"/>
                  </a:lnTo>
                  <a:lnTo>
                    <a:pt x="68265" y="67477"/>
                  </a:lnTo>
                  <a:lnTo>
                    <a:pt x="65192" y="69239"/>
                  </a:lnTo>
                  <a:lnTo>
                    <a:pt x="64657" y="69545"/>
                  </a:lnTo>
                  <a:lnTo>
                    <a:pt x="60330" y="72014"/>
                  </a:lnTo>
                  <a:lnTo>
                    <a:pt x="58907" y="72790"/>
                  </a:lnTo>
                  <a:lnTo>
                    <a:pt x="58716" y="72895"/>
                  </a:lnTo>
                  <a:lnTo>
                    <a:pt x="57942" y="73333"/>
                  </a:lnTo>
                  <a:lnTo>
                    <a:pt x="57715" y="73487"/>
                  </a:lnTo>
                  <a:lnTo>
                    <a:pt x="54770" y="75487"/>
                  </a:lnTo>
                  <a:lnTo>
                    <a:pt x="53616" y="76180"/>
                  </a:lnTo>
                  <a:lnTo>
                    <a:pt x="50560" y="78184"/>
                  </a:lnTo>
                  <a:lnTo>
                    <a:pt x="50417" y="78277"/>
                  </a:lnTo>
                  <a:lnTo>
                    <a:pt x="46657" y="80398"/>
                  </a:lnTo>
                  <a:lnTo>
                    <a:pt x="44598" y="81671"/>
                  </a:lnTo>
                  <a:lnTo>
                    <a:pt x="41225" y="83354"/>
                  </a:lnTo>
                  <a:lnTo>
                    <a:pt x="40692" y="82754"/>
                  </a:lnTo>
                  <a:lnTo>
                    <a:pt x="37573" y="79242"/>
                  </a:lnTo>
                  <a:lnTo>
                    <a:pt x="34303" y="76013"/>
                  </a:lnTo>
                  <a:lnTo>
                    <a:pt x="33819" y="76009"/>
                  </a:lnTo>
                  <a:lnTo>
                    <a:pt x="29066" y="75973"/>
                  </a:lnTo>
                  <a:lnTo>
                    <a:pt x="24781" y="71774"/>
                  </a:lnTo>
                  <a:lnTo>
                    <a:pt x="25142" y="71453"/>
                  </a:lnTo>
                  <a:lnTo>
                    <a:pt x="27454" y="69402"/>
                  </a:lnTo>
                  <a:lnTo>
                    <a:pt x="22903" y="64899"/>
                  </a:lnTo>
                  <a:lnTo>
                    <a:pt x="15698" y="58328"/>
                  </a:lnTo>
                  <a:lnTo>
                    <a:pt x="11335" y="54372"/>
                  </a:lnTo>
                  <a:lnTo>
                    <a:pt x="9205" y="56548"/>
                  </a:lnTo>
                  <a:lnTo>
                    <a:pt x="5792" y="55220"/>
                  </a:lnTo>
                  <a:lnTo>
                    <a:pt x="2741" y="54033"/>
                  </a:lnTo>
                  <a:lnTo>
                    <a:pt x="1862" y="53691"/>
                  </a:lnTo>
                  <a:lnTo>
                    <a:pt x="0" y="51929"/>
                  </a:lnTo>
                  <a:lnTo>
                    <a:pt x="147" y="51763"/>
                  </a:lnTo>
                  <a:lnTo>
                    <a:pt x="1755" y="49955"/>
                  </a:lnTo>
                  <a:lnTo>
                    <a:pt x="2922" y="48956"/>
                  </a:lnTo>
                  <a:lnTo>
                    <a:pt x="3743" y="48878"/>
                  </a:lnTo>
                  <a:lnTo>
                    <a:pt x="4818" y="49256"/>
                  </a:lnTo>
                  <a:lnTo>
                    <a:pt x="5225" y="48316"/>
                  </a:lnTo>
                  <a:lnTo>
                    <a:pt x="5335" y="48062"/>
                  </a:lnTo>
                  <a:lnTo>
                    <a:pt x="6004" y="47874"/>
                  </a:lnTo>
                  <a:lnTo>
                    <a:pt x="7083" y="47571"/>
                  </a:lnTo>
                  <a:lnTo>
                    <a:pt x="9004" y="47031"/>
                  </a:lnTo>
                  <a:lnTo>
                    <a:pt x="9869" y="46710"/>
                  </a:lnTo>
                  <a:lnTo>
                    <a:pt x="11250" y="46198"/>
                  </a:lnTo>
                  <a:lnTo>
                    <a:pt x="13588" y="45332"/>
                  </a:lnTo>
                  <a:lnTo>
                    <a:pt x="15034" y="44516"/>
                  </a:lnTo>
                  <a:lnTo>
                    <a:pt x="16250" y="43830"/>
                  </a:lnTo>
                  <a:lnTo>
                    <a:pt x="16641" y="43609"/>
                  </a:lnTo>
                  <a:lnTo>
                    <a:pt x="17001" y="43406"/>
                  </a:lnTo>
                  <a:lnTo>
                    <a:pt x="18228" y="42714"/>
                  </a:lnTo>
                  <a:lnTo>
                    <a:pt x="19573" y="41477"/>
                  </a:lnTo>
                  <a:lnTo>
                    <a:pt x="19717" y="41344"/>
                  </a:lnTo>
                  <a:lnTo>
                    <a:pt x="21969" y="39349"/>
                  </a:lnTo>
                  <a:lnTo>
                    <a:pt x="24763" y="36699"/>
                  </a:lnTo>
                  <a:lnTo>
                    <a:pt x="25353" y="35701"/>
                  </a:lnTo>
                  <a:lnTo>
                    <a:pt x="25511" y="35434"/>
                  </a:lnTo>
                  <a:lnTo>
                    <a:pt x="26282" y="34129"/>
                  </a:lnTo>
                  <a:lnTo>
                    <a:pt x="27711" y="31186"/>
                  </a:lnTo>
                  <a:lnTo>
                    <a:pt x="27783" y="31039"/>
                  </a:lnTo>
                  <a:lnTo>
                    <a:pt x="28963" y="28606"/>
                  </a:lnTo>
                  <a:lnTo>
                    <a:pt x="29025" y="28243"/>
                  </a:lnTo>
                  <a:lnTo>
                    <a:pt x="29670" y="24437"/>
                  </a:lnTo>
                  <a:lnTo>
                    <a:pt x="29965" y="22699"/>
                  </a:lnTo>
                  <a:lnTo>
                    <a:pt x="30294" y="21360"/>
                  </a:lnTo>
                  <a:lnTo>
                    <a:pt x="30493" y="20563"/>
                  </a:lnTo>
                  <a:lnTo>
                    <a:pt x="31011" y="19285"/>
                  </a:lnTo>
                  <a:lnTo>
                    <a:pt x="31233" y="18735"/>
                  </a:lnTo>
                  <a:lnTo>
                    <a:pt x="32221" y="18100"/>
                  </a:lnTo>
                  <a:lnTo>
                    <a:pt x="32701" y="17792"/>
                  </a:lnTo>
                  <a:lnTo>
                    <a:pt x="35018" y="16303"/>
                  </a:lnTo>
                  <a:lnTo>
                    <a:pt x="36835" y="15136"/>
                  </a:lnTo>
                  <a:lnTo>
                    <a:pt x="38652" y="14336"/>
                  </a:lnTo>
                  <a:lnTo>
                    <a:pt x="39802" y="13830"/>
                  </a:lnTo>
                  <a:lnTo>
                    <a:pt x="41341" y="13153"/>
                  </a:lnTo>
                  <a:lnTo>
                    <a:pt x="41674" y="12923"/>
                  </a:lnTo>
                  <a:lnTo>
                    <a:pt x="45434" y="10323"/>
                  </a:lnTo>
                  <a:lnTo>
                    <a:pt x="45997" y="9933"/>
                  </a:lnTo>
                  <a:lnTo>
                    <a:pt x="47895" y="8621"/>
                  </a:lnTo>
                  <a:lnTo>
                    <a:pt x="50930" y="6986"/>
                  </a:lnTo>
                  <a:lnTo>
                    <a:pt x="51072" y="6885"/>
                  </a:lnTo>
                  <a:lnTo>
                    <a:pt x="51675" y="6456"/>
                  </a:lnTo>
                  <a:lnTo>
                    <a:pt x="52336" y="5987"/>
                  </a:lnTo>
                  <a:lnTo>
                    <a:pt x="58384" y="1686"/>
                  </a:lnTo>
                  <a:lnTo>
                    <a:pt x="59520" y="681"/>
                  </a:lnTo>
                  <a:lnTo>
                    <a:pt x="60429" y="0"/>
                  </a:lnTo>
                  <a:lnTo>
                    <a:pt x="81992" y="23353"/>
                  </a:lnTo>
                  <a:lnTo>
                    <a:pt x="81844" y="23518"/>
                  </a:lnTo>
                  <a:lnTo>
                    <a:pt x="72931" y="30952"/>
                  </a:lnTo>
                  <a:lnTo>
                    <a:pt x="69120" y="34132"/>
                  </a:lnTo>
                  <a:lnTo>
                    <a:pt x="65336" y="37288"/>
                  </a:lnTo>
                  <a:lnTo>
                    <a:pt x="65883" y="37767"/>
                  </a:lnTo>
                  <a:lnTo>
                    <a:pt x="70419" y="41731"/>
                  </a:lnTo>
                  <a:lnTo>
                    <a:pt x="71639" y="42797"/>
                  </a:lnTo>
                  <a:lnTo>
                    <a:pt x="73114" y="44086"/>
                  </a:lnTo>
                  <a:lnTo>
                    <a:pt x="74452" y="4524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1404575" y="2880499"/>
              <a:ext cx="76806" cy="100993"/>
            </a:xfrm>
            <a:custGeom>
              <a:avLst/>
              <a:pathLst>
                <a:path w="76806" h="100993">
                  <a:moveTo>
                    <a:pt x="17946" y="178"/>
                  </a:moveTo>
                  <a:lnTo>
                    <a:pt x="18120" y="0"/>
                  </a:lnTo>
                  <a:lnTo>
                    <a:pt x="21240" y="3512"/>
                  </a:lnTo>
                  <a:lnTo>
                    <a:pt x="21772" y="4111"/>
                  </a:lnTo>
                  <a:lnTo>
                    <a:pt x="22331" y="4673"/>
                  </a:lnTo>
                  <a:lnTo>
                    <a:pt x="23615" y="5878"/>
                  </a:lnTo>
                  <a:lnTo>
                    <a:pt x="23855" y="6103"/>
                  </a:lnTo>
                  <a:lnTo>
                    <a:pt x="25721" y="7854"/>
                  </a:lnTo>
                  <a:lnTo>
                    <a:pt x="36792" y="18394"/>
                  </a:lnTo>
                  <a:lnTo>
                    <a:pt x="40259" y="21708"/>
                  </a:lnTo>
                  <a:lnTo>
                    <a:pt x="43038" y="24606"/>
                  </a:lnTo>
                  <a:lnTo>
                    <a:pt x="46131" y="27597"/>
                  </a:lnTo>
                  <a:lnTo>
                    <a:pt x="48264" y="29609"/>
                  </a:lnTo>
                  <a:lnTo>
                    <a:pt x="50286" y="31437"/>
                  </a:lnTo>
                  <a:lnTo>
                    <a:pt x="53195" y="32786"/>
                  </a:lnTo>
                  <a:lnTo>
                    <a:pt x="55579" y="33273"/>
                  </a:lnTo>
                  <a:lnTo>
                    <a:pt x="59355" y="33314"/>
                  </a:lnTo>
                  <a:lnTo>
                    <a:pt x="60331" y="33055"/>
                  </a:lnTo>
                  <a:lnTo>
                    <a:pt x="60485" y="33015"/>
                  </a:lnTo>
                  <a:lnTo>
                    <a:pt x="61649" y="32706"/>
                  </a:lnTo>
                  <a:lnTo>
                    <a:pt x="63147" y="32193"/>
                  </a:lnTo>
                  <a:lnTo>
                    <a:pt x="66338" y="35262"/>
                  </a:lnTo>
                  <a:lnTo>
                    <a:pt x="73759" y="41699"/>
                  </a:lnTo>
                  <a:lnTo>
                    <a:pt x="74428" y="42818"/>
                  </a:lnTo>
                  <a:lnTo>
                    <a:pt x="74629" y="43431"/>
                  </a:lnTo>
                  <a:lnTo>
                    <a:pt x="75143" y="46792"/>
                  </a:lnTo>
                  <a:lnTo>
                    <a:pt x="75322" y="49352"/>
                  </a:lnTo>
                  <a:lnTo>
                    <a:pt x="75085" y="49412"/>
                  </a:lnTo>
                  <a:lnTo>
                    <a:pt x="74173" y="49646"/>
                  </a:lnTo>
                  <a:lnTo>
                    <a:pt x="75071" y="51033"/>
                  </a:lnTo>
                  <a:lnTo>
                    <a:pt x="76806" y="52069"/>
                  </a:lnTo>
                  <a:lnTo>
                    <a:pt x="76305" y="52730"/>
                  </a:lnTo>
                  <a:lnTo>
                    <a:pt x="73538" y="56383"/>
                  </a:lnTo>
                  <a:lnTo>
                    <a:pt x="69369" y="60862"/>
                  </a:lnTo>
                  <a:lnTo>
                    <a:pt x="65193" y="65347"/>
                  </a:lnTo>
                  <a:lnTo>
                    <a:pt x="64141" y="66874"/>
                  </a:lnTo>
                  <a:lnTo>
                    <a:pt x="62407" y="68872"/>
                  </a:lnTo>
                  <a:lnTo>
                    <a:pt x="61118" y="70353"/>
                  </a:lnTo>
                  <a:lnTo>
                    <a:pt x="60215" y="71758"/>
                  </a:lnTo>
                  <a:lnTo>
                    <a:pt x="59620" y="72686"/>
                  </a:lnTo>
                  <a:lnTo>
                    <a:pt x="57798" y="74937"/>
                  </a:lnTo>
                  <a:lnTo>
                    <a:pt x="57389" y="75453"/>
                  </a:lnTo>
                  <a:lnTo>
                    <a:pt x="56366" y="76743"/>
                  </a:lnTo>
                  <a:lnTo>
                    <a:pt x="55715" y="77564"/>
                  </a:lnTo>
                  <a:lnTo>
                    <a:pt x="55184" y="78234"/>
                  </a:lnTo>
                  <a:lnTo>
                    <a:pt x="53076" y="80893"/>
                  </a:lnTo>
                  <a:lnTo>
                    <a:pt x="52609" y="81482"/>
                  </a:lnTo>
                  <a:lnTo>
                    <a:pt x="50659" y="83953"/>
                  </a:lnTo>
                  <a:lnTo>
                    <a:pt x="50556" y="84083"/>
                  </a:lnTo>
                  <a:lnTo>
                    <a:pt x="48035" y="87275"/>
                  </a:lnTo>
                  <a:lnTo>
                    <a:pt x="47699" y="88162"/>
                  </a:lnTo>
                  <a:lnTo>
                    <a:pt x="47270" y="89294"/>
                  </a:lnTo>
                  <a:lnTo>
                    <a:pt x="45955" y="92761"/>
                  </a:lnTo>
                  <a:lnTo>
                    <a:pt x="44729" y="95997"/>
                  </a:lnTo>
                  <a:lnTo>
                    <a:pt x="44366" y="96956"/>
                  </a:lnTo>
                  <a:lnTo>
                    <a:pt x="43694" y="98532"/>
                  </a:lnTo>
                  <a:lnTo>
                    <a:pt x="42763" y="100027"/>
                  </a:lnTo>
                  <a:lnTo>
                    <a:pt x="41780" y="100745"/>
                  </a:lnTo>
                  <a:lnTo>
                    <a:pt x="41011" y="100993"/>
                  </a:lnTo>
                  <a:lnTo>
                    <a:pt x="40490" y="100950"/>
                  </a:lnTo>
                  <a:lnTo>
                    <a:pt x="39524" y="100557"/>
                  </a:lnTo>
                  <a:lnTo>
                    <a:pt x="38685" y="100105"/>
                  </a:lnTo>
                  <a:lnTo>
                    <a:pt x="37790" y="99622"/>
                  </a:lnTo>
                  <a:lnTo>
                    <a:pt x="36662" y="98864"/>
                  </a:lnTo>
                  <a:lnTo>
                    <a:pt x="35801" y="98286"/>
                  </a:lnTo>
                  <a:lnTo>
                    <a:pt x="35342" y="97805"/>
                  </a:lnTo>
                  <a:lnTo>
                    <a:pt x="34816" y="96693"/>
                  </a:lnTo>
                  <a:lnTo>
                    <a:pt x="34717" y="96484"/>
                  </a:lnTo>
                  <a:lnTo>
                    <a:pt x="33070" y="94816"/>
                  </a:lnTo>
                  <a:lnTo>
                    <a:pt x="32925" y="94672"/>
                  </a:lnTo>
                  <a:lnTo>
                    <a:pt x="27630" y="89395"/>
                  </a:lnTo>
                  <a:lnTo>
                    <a:pt x="24311" y="86075"/>
                  </a:lnTo>
                  <a:lnTo>
                    <a:pt x="23802" y="86318"/>
                  </a:lnTo>
                  <a:lnTo>
                    <a:pt x="22064" y="87147"/>
                  </a:lnTo>
                  <a:lnTo>
                    <a:pt x="21458" y="87110"/>
                  </a:lnTo>
                  <a:lnTo>
                    <a:pt x="19992" y="87019"/>
                  </a:lnTo>
                  <a:lnTo>
                    <a:pt x="19126" y="86635"/>
                  </a:lnTo>
                  <a:lnTo>
                    <a:pt x="18229" y="86058"/>
                  </a:lnTo>
                  <a:lnTo>
                    <a:pt x="17805" y="85634"/>
                  </a:lnTo>
                  <a:lnTo>
                    <a:pt x="17578" y="85073"/>
                  </a:lnTo>
                  <a:lnTo>
                    <a:pt x="17679" y="84417"/>
                  </a:lnTo>
                  <a:lnTo>
                    <a:pt x="17704" y="84255"/>
                  </a:lnTo>
                  <a:lnTo>
                    <a:pt x="18578" y="83104"/>
                  </a:lnTo>
                  <a:lnTo>
                    <a:pt x="19522" y="82463"/>
                  </a:lnTo>
                  <a:lnTo>
                    <a:pt x="19855" y="82278"/>
                  </a:lnTo>
                  <a:lnTo>
                    <a:pt x="21665" y="81268"/>
                  </a:lnTo>
                  <a:lnTo>
                    <a:pt x="22510" y="80537"/>
                  </a:lnTo>
                  <a:lnTo>
                    <a:pt x="23010" y="79935"/>
                  </a:lnTo>
                  <a:lnTo>
                    <a:pt x="23177" y="79563"/>
                  </a:lnTo>
                  <a:lnTo>
                    <a:pt x="23549" y="78192"/>
                  </a:lnTo>
                  <a:lnTo>
                    <a:pt x="24279" y="76154"/>
                  </a:lnTo>
                  <a:lnTo>
                    <a:pt x="25381" y="74526"/>
                  </a:lnTo>
                  <a:lnTo>
                    <a:pt x="25997" y="73668"/>
                  </a:lnTo>
                  <a:lnTo>
                    <a:pt x="26804" y="72181"/>
                  </a:lnTo>
                  <a:lnTo>
                    <a:pt x="27189" y="71591"/>
                  </a:lnTo>
                  <a:lnTo>
                    <a:pt x="28445" y="69669"/>
                  </a:lnTo>
                  <a:lnTo>
                    <a:pt x="28906" y="68989"/>
                  </a:lnTo>
                  <a:lnTo>
                    <a:pt x="29139" y="68357"/>
                  </a:lnTo>
                  <a:lnTo>
                    <a:pt x="29669" y="66909"/>
                  </a:lnTo>
                  <a:lnTo>
                    <a:pt x="28383" y="65416"/>
                  </a:lnTo>
                  <a:lnTo>
                    <a:pt x="27882" y="63105"/>
                  </a:lnTo>
                  <a:lnTo>
                    <a:pt x="28858" y="61044"/>
                  </a:lnTo>
                  <a:lnTo>
                    <a:pt x="29856" y="58937"/>
                  </a:lnTo>
                  <a:lnTo>
                    <a:pt x="28423" y="58141"/>
                  </a:lnTo>
                  <a:lnTo>
                    <a:pt x="27110" y="57412"/>
                  </a:lnTo>
                  <a:lnTo>
                    <a:pt x="26584" y="57120"/>
                  </a:lnTo>
                  <a:lnTo>
                    <a:pt x="26154" y="57033"/>
                  </a:lnTo>
                  <a:lnTo>
                    <a:pt x="22285" y="56245"/>
                  </a:lnTo>
                  <a:lnTo>
                    <a:pt x="20507" y="55883"/>
                  </a:lnTo>
                  <a:lnTo>
                    <a:pt x="17904" y="55353"/>
                  </a:lnTo>
                  <a:lnTo>
                    <a:pt x="17773" y="53861"/>
                  </a:lnTo>
                  <a:lnTo>
                    <a:pt x="17753" y="53625"/>
                  </a:lnTo>
                  <a:lnTo>
                    <a:pt x="17225" y="51196"/>
                  </a:lnTo>
                  <a:lnTo>
                    <a:pt x="16445" y="51092"/>
                  </a:lnTo>
                  <a:lnTo>
                    <a:pt x="15351" y="50945"/>
                  </a:lnTo>
                  <a:lnTo>
                    <a:pt x="14871" y="50666"/>
                  </a:lnTo>
                  <a:lnTo>
                    <a:pt x="15106" y="50222"/>
                  </a:lnTo>
                  <a:lnTo>
                    <a:pt x="15960" y="46249"/>
                  </a:lnTo>
                  <a:lnTo>
                    <a:pt x="16133" y="43357"/>
                  </a:lnTo>
                  <a:lnTo>
                    <a:pt x="16182" y="42538"/>
                  </a:lnTo>
                  <a:lnTo>
                    <a:pt x="15960" y="41207"/>
                  </a:lnTo>
                  <a:lnTo>
                    <a:pt x="14916" y="38948"/>
                  </a:lnTo>
                  <a:lnTo>
                    <a:pt x="14144" y="37405"/>
                  </a:lnTo>
                  <a:lnTo>
                    <a:pt x="13119" y="36166"/>
                  </a:lnTo>
                  <a:lnTo>
                    <a:pt x="11581" y="34094"/>
                  </a:lnTo>
                  <a:lnTo>
                    <a:pt x="11004" y="32983"/>
                  </a:lnTo>
                  <a:lnTo>
                    <a:pt x="10299" y="31232"/>
                  </a:lnTo>
                  <a:lnTo>
                    <a:pt x="9649" y="29874"/>
                  </a:lnTo>
                  <a:lnTo>
                    <a:pt x="8277" y="28669"/>
                  </a:lnTo>
                  <a:lnTo>
                    <a:pt x="7010" y="27611"/>
                  </a:lnTo>
                  <a:lnTo>
                    <a:pt x="6166" y="25304"/>
                  </a:lnTo>
                  <a:lnTo>
                    <a:pt x="6058" y="25173"/>
                  </a:lnTo>
                  <a:lnTo>
                    <a:pt x="3519" y="22098"/>
                  </a:lnTo>
                  <a:lnTo>
                    <a:pt x="0" y="18101"/>
                  </a:lnTo>
                  <a:lnTo>
                    <a:pt x="1101" y="1739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1340588" y="2855503"/>
              <a:ext cx="99281" cy="134685"/>
            </a:xfrm>
            <a:custGeom>
              <a:avLst/>
              <a:pathLst>
                <a:path w="99281" h="134685">
                  <a:moveTo>
                    <a:pt x="55993" y="0"/>
                  </a:moveTo>
                  <a:lnTo>
                    <a:pt x="60232" y="4082"/>
                  </a:lnTo>
                  <a:lnTo>
                    <a:pt x="67437" y="10653"/>
                  </a:lnTo>
                  <a:lnTo>
                    <a:pt x="71988" y="15156"/>
                  </a:lnTo>
                  <a:lnTo>
                    <a:pt x="69662" y="17220"/>
                  </a:lnTo>
                  <a:lnTo>
                    <a:pt x="69315" y="17528"/>
                  </a:lnTo>
                  <a:lnTo>
                    <a:pt x="73600" y="21728"/>
                  </a:lnTo>
                  <a:lnTo>
                    <a:pt x="78358" y="21764"/>
                  </a:lnTo>
                  <a:lnTo>
                    <a:pt x="78837" y="21767"/>
                  </a:lnTo>
                  <a:lnTo>
                    <a:pt x="82107" y="24996"/>
                  </a:lnTo>
                  <a:lnTo>
                    <a:pt x="81932" y="25174"/>
                  </a:lnTo>
                  <a:lnTo>
                    <a:pt x="65088" y="42386"/>
                  </a:lnTo>
                  <a:lnTo>
                    <a:pt x="63986" y="43098"/>
                  </a:lnTo>
                  <a:lnTo>
                    <a:pt x="67506" y="47094"/>
                  </a:lnTo>
                  <a:lnTo>
                    <a:pt x="70045" y="50170"/>
                  </a:lnTo>
                  <a:lnTo>
                    <a:pt x="70153" y="50301"/>
                  </a:lnTo>
                  <a:lnTo>
                    <a:pt x="70997" y="52608"/>
                  </a:lnTo>
                  <a:lnTo>
                    <a:pt x="72264" y="53666"/>
                  </a:lnTo>
                  <a:lnTo>
                    <a:pt x="73635" y="54870"/>
                  </a:lnTo>
                  <a:lnTo>
                    <a:pt x="74286" y="56228"/>
                  </a:lnTo>
                  <a:lnTo>
                    <a:pt x="74991" y="57980"/>
                  </a:lnTo>
                  <a:lnTo>
                    <a:pt x="75567" y="59090"/>
                  </a:lnTo>
                  <a:lnTo>
                    <a:pt x="77105" y="61162"/>
                  </a:lnTo>
                  <a:lnTo>
                    <a:pt x="78131" y="62401"/>
                  </a:lnTo>
                  <a:lnTo>
                    <a:pt x="78942" y="64025"/>
                  </a:lnTo>
                  <a:lnTo>
                    <a:pt x="79946" y="66204"/>
                  </a:lnTo>
                  <a:lnTo>
                    <a:pt x="80168" y="67534"/>
                  </a:lnTo>
                  <a:lnTo>
                    <a:pt x="80119" y="68354"/>
                  </a:lnTo>
                  <a:lnTo>
                    <a:pt x="79946" y="71245"/>
                  </a:lnTo>
                  <a:lnTo>
                    <a:pt x="79092" y="75218"/>
                  </a:lnTo>
                  <a:lnTo>
                    <a:pt x="78842" y="75692"/>
                  </a:lnTo>
                  <a:lnTo>
                    <a:pt x="79337" y="75942"/>
                  </a:lnTo>
                  <a:lnTo>
                    <a:pt x="80431" y="76088"/>
                  </a:lnTo>
                  <a:lnTo>
                    <a:pt x="81212" y="76193"/>
                  </a:lnTo>
                  <a:lnTo>
                    <a:pt x="81739" y="78621"/>
                  </a:lnTo>
                  <a:lnTo>
                    <a:pt x="81760" y="78857"/>
                  </a:lnTo>
                  <a:lnTo>
                    <a:pt x="81923" y="80357"/>
                  </a:lnTo>
                  <a:lnTo>
                    <a:pt x="84493" y="80880"/>
                  </a:lnTo>
                  <a:lnTo>
                    <a:pt x="86382" y="81264"/>
                  </a:lnTo>
                  <a:lnTo>
                    <a:pt x="90140" y="82029"/>
                  </a:lnTo>
                  <a:lnTo>
                    <a:pt x="90599" y="82133"/>
                  </a:lnTo>
                  <a:lnTo>
                    <a:pt x="91096" y="82408"/>
                  </a:lnTo>
                  <a:lnTo>
                    <a:pt x="92410" y="83138"/>
                  </a:lnTo>
                  <a:lnTo>
                    <a:pt x="93843" y="83934"/>
                  </a:lnTo>
                  <a:lnTo>
                    <a:pt x="92844" y="86041"/>
                  </a:lnTo>
                  <a:lnTo>
                    <a:pt x="91868" y="88101"/>
                  </a:lnTo>
                  <a:lnTo>
                    <a:pt x="92369" y="90413"/>
                  </a:lnTo>
                  <a:lnTo>
                    <a:pt x="93788" y="92058"/>
                  </a:lnTo>
                  <a:lnTo>
                    <a:pt x="93125" y="93354"/>
                  </a:lnTo>
                  <a:lnTo>
                    <a:pt x="92892" y="93986"/>
                  </a:lnTo>
                  <a:lnTo>
                    <a:pt x="92429" y="94668"/>
                  </a:lnTo>
                  <a:lnTo>
                    <a:pt x="91176" y="96587"/>
                  </a:lnTo>
                  <a:lnTo>
                    <a:pt x="90791" y="97177"/>
                  </a:lnTo>
                  <a:lnTo>
                    <a:pt x="89983" y="98664"/>
                  </a:lnTo>
                  <a:lnTo>
                    <a:pt x="89368" y="99523"/>
                  </a:lnTo>
                  <a:lnTo>
                    <a:pt x="88266" y="101150"/>
                  </a:lnTo>
                  <a:lnTo>
                    <a:pt x="87535" y="103188"/>
                  </a:lnTo>
                  <a:lnTo>
                    <a:pt x="87163" y="104560"/>
                  </a:lnTo>
                  <a:lnTo>
                    <a:pt x="86997" y="104931"/>
                  </a:lnTo>
                  <a:lnTo>
                    <a:pt x="86497" y="105534"/>
                  </a:lnTo>
                  <a:lnTo>
                    <a:pt x="85651" y="106264"/>
                  </a:lnTo>
                  <a:lnTo>
                    <a:pt x="83841" y="107274"/>
                  </a:lnTo>
                  <a:lnTo>
                    <a:pt x="83508" y="107460"/>
                  </a:lnTo>
                  <a:lnTo>
                    <a:pt x="82564" y="108101"/>
                  </a:lnTo>
                  <a:lnTo>
                    <a:pt x="81690" y="109251"/>
                  </a:lnTo>
                  <a:lnTo>
                    <a:pt x="81652" y="109499"/>
                  </a:lnTo>
                  <a:lnTo>
                    <a:pt x="81565" y="110069"/>
                  </a:lnTo>
                  <a:lnTo>
                    <a:pt x="81792" y="110630"/>
                  </a:lnTo>
                  <a:lnTo>
                    <a:pt x="82216" y="111054"/>
                  </a:lnTo>
                  <a:lnTo>
                    <a:pt x="83113" y="111631"/>
                  </a:lnTo>
                  <a:lnTo>
                    <a:pt x="83978" y="112016"/>
                  </a:lnTo>
                  <a:lnTo>
                    <a:pt x="85515" y="112111"/>
                  </a:lnTo>
                  <a:lnTo>
                    <a:pt x="86050" y="112144"/>
                  </a:lnTo>
                  <a:lnTo>
                    <a:pt x="87820" y="111299"/>
                  </a:lnTo>
                  <a:lnTo>
                    <a:pt x="88297" y="111072"/>
                  </a:lnTo>
                  <a:lnTo>
                    <a:pt x="91617" y="114391"/>
                  </a:lnTo>
                  <a:lnTo>
                    <a:pt x="96911" y="119668"/>
                  </a:lnTo>
                  <a:lnTo>
                    <a:pt x="97056" y="119813"/>
                  </a:lnTo>
                  <a:lnTo>
                    <a:pt x="98703" y="121481"/>
                  </a:lnTo>
                  <a:lnTo>
                    <a:pt x="98802" y="121690"/>
                  </a:lnTo>
                  <a:lnTo>
                    <a:pt x="99281" y="122862"/>
                  </a:lnTo>
                  <a:lnTo>
                    <a:pt x="97072" y="125690"/>
                  </a:lnTo>
                  <a:lnTo>
                    <a:pt x="95942" y="127119"/>
                  </a:lnTo>
                  <a:lnTo>
                    <a:pt x="92565" y="131543"/>
                  </a:lnTo>
                  <a:lnTo>
                    <a:pt x="91365" y="133203"/>
                  </a:lnTo>
                  <a:lnTo>
                    <a:pt x="90410" y="134524"/>
                  </a:lnTo>
                  <a:lnTo>
                    <a:pt x="90264" y="134685"/>
                  </a:lnTo>
                  <a:lnTo>
                    <a:pt x="89320" y="133448"/>
                  </a:lnTo>
                  <a:lnTo>
                    <a:pt x="86873" y="130239"/>
                  </a:lnTo>
                  <a:lnTo>
                    <a:pt x="83669" y="126661"/>
                  </a:lnTo>
                  <a:lnTo>
                    <a:pt x="80097" y="130564"/>
                  </a:lnTo>
                  <a:lnTo>
                    <a:pt x="73042" y="121508"/>
                  </a:lnTo>
                  <a:lnTo>
                    <a:pt x="70480" y="118345"/>
                  </a:lnTo>
                  <a:lnTo>
                    <a:pt x="70259" y="118071"/>
                  </a:lnTo>
                  <a:lnTo>
                    <a:pt x="67622" y="114978"/>
                  </a:lnTo>
                  <a:lnTo>
                    <a:pt x="66501" y="113664"/>
                  </a:lnTo>
                  <a:lnTo>
                    <a:pt x="65196" y="112133"/>
                  </a:lnTo>
                  <a:lnTo>
                    <a:pt x="63316" y="110039"/>
                  </a:lnTo>
                  <a:lnTo>
                    <a:pt x="60913" y="104453"/>
                  </a:lnTo>
                  <a:lnTo>
                    <a:pt x="60849" y="103940"/>
                  </a:lnTo>
                  <a:lnTo>
                    <a:pt x="60529" y="102947"/>
                  </a:lnTo>
                  <a:lnTo>
                    <a:pt x="60287" y="102761"/>
                  </a:lnTo>
                  <a:lnTo>
                    <a:pt x="57715" y="100775"/>
                  </a:lnTo>
                  <a:lnTo>
                    <a:pt x="55599" y="99142"/>
                  </a:lnTo>
                  <a:lnTo>
                    <a:pt x="53575" y="97579"/>
                  </a:lnTo>
                  <a:lnTo>
                    <a:pt x="49881" y="94551"/>
                  </a:lnTo>
                  <a:lnTo>
                    <a:pt x="46541" y="93660"/>
                  </a:lnTo>
                  <a:lnTo>
                    <a:pt x="44472" y="93108"/>
                  </a:lnTo>
                  <a:lnTo>
                    <a:pt x="44102" y="93010"/>
                  </a:lnTo>
                  <a:lnTo>
                    <a:pt x="40868" y="92200"/>
                  </a:lnTo>
                  <a:lnTo>
                    <a:pt x="40696" y="92157"/>
                  </a:lnTo>
                  <a:lnTo>
                    <a:pt x="39416" y="91837"/>
                  </a:lnTo>
                  <a:lnTo>
                    <a:pt x="34427" y="90512"/>
                  </a:lnTo>
                  <a:lnTo>
                    <a:pt x="30516" y="86984"/>
                  </a:lnTo>
                  <a:lnTo>
                    <a:pt x="30034" y="86550"/>
                  </a:lnTo>
                  <a:lnTo>
                    <a:pt x="28381" y="85058"/>
                  </a:lnTo>
                  <a:lnTo>
                    <a:pt x="26030" y="82761"/>
                  </a:lnTo>
                  <a:lnTo>
                    <a:pt x="24841" y="81865"/>
                  </a:lnTo>
                  <a:lnTo>
                    <a:pt x="23991" y="81286"/>
                  </a:lnTo>
                  <a:lnTo>
                    <a:pt x="25953" y="77946"/>
                  </a:lnTo>
                  <a:lnTo>
                    <a:pt x="23472" y="75550"/>
                  </a:lnTo>
                  <a:lnTo>
                    <a:pt x="19738" y="72868"/>
                  </a:lnTo>
                  <a:lnTo>
                    <a:pt x="15793" y="76445"/>
                  </a:lnTo>
                  <a:lnTo>
                    <a:pt x="11258" y="73363"/>
                  </a:lnTo>
                  <a:lnTo>
                    <a:pt x="6713" y="77632"/>
                  </a:lnTo>
                  <a:lnTo>
                    <a:pt x="5998" y="78303"/>
                  </a:lnTo>
                  <a:lnTo>
                    <a:pt x="4741" y="75959"/>
                  </a:lnTo>
                  <a:lnTo>
                    <a:pt x="2609" y="75107"/>
                  </a:lnTo>
                  <a:lnTo>
                    <a:pt x="573" y="74420"/>
                  </a:lnTo>
                  <a:lnTo>
                    <a:pt x="0" y="74245"/>
                  </a:lnTo>
                  <a:lnTo>
                    <a:pt x="195" y="72910"/>
                  </a:lnTo>
                  <a:lnTo>
                    <a:pt x="431" y="71300"/>
                  </a:lnTo>
                  <a:lnTo>
                    <a:pt x="1107" y="65805"/>
                  </a:lnTo>
                  <a:lnTo>
                    <a:pt x="2333" y="61053"/>
                  </a:lnTo>
                  <a:lnTo>
                    <a:pt x="3410" y="58573"/>
                  </a:lnTo>
                  <a:lnTo>
                    <a:pt x="5143" y="54582"/>
                  </a:lnTo>
                  <a:lnTo>
                    <a:pt x="5392" y="54008"/>
                  </a:lnTo>
                  <a:lnTo>
                    <a:pt x="6454" y="50287"/>
                  </a:lnTo>
                  <a:lnTo>
                    <a:pt x="6496" y="49638"/>
                  </a:lnTo>
                  <a:lnTo>
                    <a:pt x="6549" y="48830"/>
                  </a:lnTo>
                  <a:lnTo>
                    <a:pt x="6619" y="47762"/>
                  </a:lnTo>
                  <a:lnTo>
                    <a:pt x="7538" y="44051"/>
                  </a:lnTo>
                  <a:lnTo>
                    <a:pt x="7488" y="42717"/>
                  </a:lnTo>
                  <a:lnTo>
                    <a:pt x="7405" y="40494"/>
                  </a:lnTo>
                  <a:lnTo>
                    <a:pt x="7857" y="36167"/>
                  </a:lnTo>
                  <a:lnTo>
                    <a:pt x="9912" y="31618"/>
                  </a:lnTo>
                  <a:lnTo>
                    <a:pt x="10107" y="31640"/>
                  </a:lnTo>
                  <a:lnTo>
                    <a:pt x="10850" y="31723"/>
                  </a:lnTo>
                  <a:lnTo>
                    <a:pt x="11888" y="31839"/>
                  </a:lnTo>
                  <a:lnTo>
                    <a:pt x="13079" y="31972"/>
                  </a:lnTo>
                  <a:lnTo>
                    <a:pt x="13559" y="32038"/>
                  </a:lnTo>
                  <a:lnTo>
                    <a:pt x="14698" y="32193"/>
                  </a:lnTo>
                  <a:lnTo>
                    <a:pt x="15929" y="32360"/>
                  </a:lnTo>
                  <a:lnTo>
                    <a:pt x="16466" y="32296"/>
                  </a:lnTo>
                  <a:lnTo>
                    <a:pt x="16892" y="32246"/>
                  </a:lnTo>
                  <a:lnTo>
                    <a:pt x="17416" y="32184"/>
                  </a:lnTo>
                  <a:lnTo>
                    <a:pt x="17921" y="32044"/>
                  </a:lnTo>
                  <a:lnTo>
                    <a:pt x="18131" y="31986"/>
                  </a:lnTo>
                  <a:lnTo>
                    <a:pt x="18387" y="31915"/>
                  </a:lnTo>
                  <a:lnTo>
                    <a:pt x="18796" y="31813"/>
                  </a:lnTo>
                  <a:lnTo>
                    <a:pt x="19263" y="31698"/>
                  </a:lnTo>
                  <a:lnTo>
                    <a:pt x="20745" y="31073"/>
                  </a:lnTo>
                  <a:lnTo>
                    <a:pt x="20952" y="30985"/>
                  </a:lnTo>
                  <a:lnTo>
                    <a:pt x="21635" y="30698"/>
                  </a:lnTo>
                  <a:lnTo>
                    <a:pt x="23087" y="30354"/>
                  </a:lnTo>
                  <a:lnTo>
                    <a:pt x="23215" y="30392"/>
                  </a:lnTo>
                  <a:lnTo>
                    <a:pt x="23549" y="30414"/>
                  </a:lnTo>
                  <a:lnTo>
                    <a:pt x="24067" y="30449"/>
                  </a:lnTo>
                  <a:lnTo>
                    <a:pt x="24797" y="30637"/>
                  </a:lnTo>
                  <a:lnTo>
                    <a:pt x="25494" y="30845"/>
                  </a:lnTo>
                  <a:lnTo>
                    <a:pt x="25975" y="31061"/>
                  </a:lnTo>
                  <a:lnTo>
                    <a:pt x="26335" y="31229"/>
                  </a:lnTo>
                  <a:lnTo>
                    <a:pt x="26936" y="31318"/>
                  </a:lnTo>
                  <a:lnTo>
                    <a:pt x="28005" y="31287"/>
                  </a:lnTo>
                  <a:lnTo>
                    <a:pt x="28267" y="31347"/>
                  </a:lnTo>
                  <a:lnTo>
                    <a:pt x="28568" y="31416"/>
                  </a:lnTo>
                  <a:lnTo>
                    <a:pt x="29126" y="31323"/>
                  </a:lnTo>
                  <a:lnTo>
                    <a:pt x="29261" y="31300"/>
                  </a:lnTo>
                  <a:lnTo>
                    <a:pt x="29891" y="31287"/>
                  </a:lnTo>
                  <a:lnTo>
                    <a:pt x="30504" y="31275"/>
                  </a:lnTo>
                  <a:lnTo>
                    <a:pt x="30992" y="31372"/>
                  </a:lnTo>
                  <a:lnTo>
                    <a:pt x="31209" y="31416"/>
                  </a:lnTo>
                  <a:lnTo>
                    <a:pt x="31753" y="29852"/>
                  </a:lnTo>
                  <a:lnTo>
                    <a:pt x="32587" y="28503"/>
                  </a:lnTo>
                  <a:lnTo>
                    <a:pt x="33485" y="27585"/>
                  </a:lnTo>
                  <a:lnTo>
                    <a:pt x="35215" y="26431"/>
                  </a:lnTo>
                  <a:lnTo>
                    <a:pt x="35834" y="25662"/>
                  </a:lnTo>
                  <a:lnTo>
                    <a:pt x="35831" y="24837"/>
                  </a:lnTo>
                  <a:lnTo>
                    <a:pt x="35830" y="24563"/>
                  </a:lnTo>
                  <a:lnTo>
                    <a:pt x="42354" y="12768"/>
                  </a:lnTo>
                  <a:lnTo>
                    <a:pt x="42591" y="12806"/>
                  </a:lnTo>
                  <a:lnTo>
                    <a:pt x="44731" y="10651"/>
                  </a:lnTo>
                  <a:lnTo>
                    <a:pt x="46574" y="7527"/>
                  </a:lnTo>
                  <a:lnTo>
                    <a:pt x="47936" y="5444"/>
                  </a:lnTo>
                  <a:lnTo>
                    <a:pt x="50326" y="974"/>
                  </a:lnTo>
                  <a:lnTo>
                    <a:pt x="53739" y="230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1334659" y="2834075"/>
              <a:ext cx="56255" cy="62019"/>
            </a:xfrm>
            <a:custGeom>
              <a:avLst/>
              <a:pathLst>
                <a:path w="56255" h="62019">
                  <a:moveTo>
                    <a:pt x="45737" y="12091"/>
                  </a:moveTo>
                  <a:lnTo>
                    <a:pt x="46131" y="12349"/>
                  </a:lnTo>
                  <a:lnTo>
                    <a:pt x="47357" y="13153"/>
                  </a:lnTo>
                  <a:lnTo>
                    <a:pt x="47789" y="13436"/>
                  </a:lnTo>
                  <a:lnTo>
                    <a:pt x="48939" y="13943"/>
                  </a:lnTo>
                  <a:lnTo>
                    <a:pt x="51307" y="14986"/>
                  </a:lnTo>
                  <a:lnTo>
                    <a:pt x="51895" y="15245"/>
                  </a:lnTo>
                  <a:lnTo>
                    <a:pt x="52351" y="15406"/>
                  </a:lnTo>
                  <a:lnTo>
                    <a:pt x="54091" y="16103"/>
                  </a:lnTo>
                  <a:lnTo>
                    <a:pt x="53385" y="16138"/>
                  </a:lnTo>
                  <a:lnTo>
                    <a:pt x="52219" y="17138"/>
                  </a:lnTo>
                  <a:lnTo>
                    <a:pt x="50610" y="18946"/>
                  </a:lnTo>
                  <a:lnTo>
                    <a:pt x="50463" y="19111"/>
                  </a:lnTo>
                  <a:lnTo>
                    <a:pt x="52325" y="20873"/>
                  </a:lnTo>
                  <a:lnTo>
                    <a:pt x="53204" y="21215"/>
                  </a:lnTo>
                  <a:lnTo>
                    <a:pt x="56255" y="22402"/>
                  </a:lnTo>
                  <a:lnTo>
                    <a:pt x="53865" y="26873"/>
                  </a:lnTo>
                  <a:lnTo>
                    <a:pt x="52503" y="28955"/>
                  </a:lnTo>
                  <a:lnTo>
                    <a:pt x="50661" y="32079"/>
                  </a:lnTo>
                  <a:lnTo>
                    <a:pt x="48520" y="34234"/>
                  </a:lnTo>
                  <a:lnTo>
                    <a:pt x="48283" y="34197"/>
                  </a:lnTo>
                  <a:lnTo>
                    <a:pt x="41759" y="45991"/>
                  </a:lnTo>
                  <a:lnTo>
                    <a:pt x="41760" y="46265"/>
                  </a:lnTo>
                  <a:lnTo>
                    <a:pt x="41764" y="47090"/>
                  </a:lnTo>
                  <a:lnTo>
                    <a:pt x="41144" y="47859"/>
                  </a:lnTo>
                  <a:lnTo>
                    <a:pt x="39414" y="49013"/>
                  </a:lnTo>
                  <a:lnTo>
                    <a:pt x="38517" y="49931"/>
                  </a:lnTo>
                  <a:lnTo>
                    <a:pt x="37682" y="51280"/>
                  </a:lnTo>
                  <a:lnTo>
                    <a:pt x="37138" y="52844"/>
                  </a:lnTo>
                  <a:lnTo>
                    <a:pt x="36921" y="52800"/>
                  </a:lnTo>
                  <a:lnTo>
                    <a:pt x="36432" y="52703"/>
                  </a:lnTo>
                  <a:lnTo>
                    <a:pt x="35820" y="52715"/>
                  </a:lnTo>
                  <a:lnTo>
                    <a:pt x="35190" y="52728"/>
                  </a:lnTo>
                  <a:lnTo>
                    <a:pt x="35055" y="52751"/>
                  </a:lnTo>
                  <a:lnTo>
                    <a:pt x="34496" y="52843"/>
                  </a:lnTo>
                  <a:lnTo>
                    <a:pt x="34196" y="52775"/>
                  </a:lnTo>
                  <a:lnTo>
                    <a:pt x="33922" y="52711"/>
                  </a:lnTo>
                  <a:lnTo>
                    <a:pt x="32865" y="52746"/>
                  </a:lnTo>
                  <a:lnTo>
                    <a:pt x="32265" y="52657"/>
                  </a:lnTo>
                  <a:lnTo>
                    <a:pt x="31904" y="52489"/>
                  </a:lnTo>
                  <a:lnTo>
                    <a:pt x="31423" y="52273"/>
                  </a:lnTo>
                  <a:lnTo>
                    <a:pt x="30726" y="52065"/>
                  </a:lnTo>
                  <a:lnTo>
                    <a:pt x="29996" y="51877"/>
                  </a:lnTo>
                  <a:lnTo>
                    <a:pt x="29478" y="51842"/>
                  </a:lnTo>
                  <a:lnTo>
                    <a:pt x="29144" y="51820"/>
                  </a:lnTo>
                  <a:lnTo>
                    <a:pt x="29000" y="51786"/>
                  </a:lnTo>
                  <a:lnTo>
                    <a:pt x="27564" y="52126"/>
                  </a:lnTo>
                  <a:lnTo>
                    <a:pt x="26882" y="52413"/>
                  </a:lnTo>
                  <a:lnTo>
                    <a:pt x="26674" y="52501"/>
                  </a:lnTo>
                  <a:lnTo>
                    <a:pt x="25193" y="53126"/>
                  </a:lnTo>
                  <a:lnTo>
                    <a:pt x="24725" y="53241"/>
                  </a:lnTo>
                  <a:lnTo>
                    <a:pt x="24316" y="53343"/>
                  </a:lnTo>
                  <a:lnTo>
                    <a:pt x="24060" y="53414"/>
                  </a:lnTo>
                  <a:lnTo>
                    <a:pt x="23850" y="53472"/>
                  </a:lnTo>
                  <a:lnTo>
                    <a:pt x="23346" y="53612"/>
                  </a:lnTo>
                  <a:lnTo>
                    <a:pt x="22821" y="53674"/>
                  </a:lnTo>
                  <a:lnTo>
                    <a:pt x="22395" y="53724"/>
                  </a:lnTo>
                  <a:lnTo>
                    <a:pt x="21858" y="53788"/>
                  </a:lnTo>
                  <a:lnTo>
                    <a:pt x="20627" y="53621"/>
                  </a:lnTo>
                  <a:lnTo>
                    <a:pt x="19488" y="53466"/>
                  </a:lnTo>
                  <a:lnTo>
                    <a:pt x="19008" y="53401"/>
                  </a:lnTo>
                  <a:lnTo>
                    <a:pt x="17817" y="53267"/>
                  </a:lnTo>
                  <a:lnTo>
                    <a:pt x="16779" y="53151"/>
                  </a:lnTo>
                  <a:lnTo>
                    <a:pt x="16036" y="53068"/>
                  </a:lnTo>
                  <a:lnTo>
                    <a:pt x="15841" y="53046"/>
                  </a:lnTo>
                  <a:lnTo>
                    <a:pt x="13787" y="57595"/>
                  </a:lnTo>
                  <a:lnTo>
                    <a:pt x="13337" y="62019"/>
                  </a:lnTo>
                  <a:lnTo>
                    <a:pt x="13230" y="61695"/>
                  </a:lnTo>
                  <a:lnTo>
                    <a:pt x="12449" y="59332"/>
                  </a:lnTo>
                  <a:lnTo>
                    <a:pt x="12361" y="56658"/>
                  </a:lnTo>
                  <a:lnTo>
                    <a:pt x="12624" y="54948"/>
                  </a:lnTo>
                  <a:lnTo>
                    <a:pt x="13316" y="53435"/>
                  </a:lnTo>
                  <a:lnTo>
                    <a:pt x="13917" y="52121"/>
                  </a:lnTo>
                  <a:lnTo>
                    <a:pt x="14224" y="50762"/>
                  </a:lnTo>
                  <a:lnTo>
                    <a:pt x="14147" y="49330"/>
                  </a:lnTo>
                  <a:lnTo>
                    <a:pt x="14071" y="47913"/>
                  </a:lnTo>
                  <a:lnTo>
                    <a:pt x="13917" y="45655"/>
                  </a:lnTo>
                  <a:lnTo>
                    <a:pt x="13720" y="42828"/>
                  </a:lnTo>
                  <a:lnTo>
                    <a:pt x="13554" y="41590"/>
                  </a:lnTo>
                  <a:lnTo>
                    <a:pt x="13420" y="40648"/>
                  </a:lnTo>
                  <a:lnTo>
                    <a:pt x="12948" y="38914"/>
                  </a:lnTo>
                  <a:lnTo>
                    <a:pt x="12251" y="37173"/>
                  </a:lnTo>
                  <a:lnTo>
                    <a:pt x="11287" y="35201"/>
                  </a:lnTo>
                  <a:lnTo>
                    <a:pt x="9949" y="33116"/>
                  </a:lnTo>
                  <a:lnTo>
                    <a:pt x="9534" y="31606"/>
                  </a:lnTo>
                  <a:lnTo>
                    <a:pt x="8153" y="29809"/>
                  </a:lnTo>
                  <a:lnTo>
                    <a:pt x="6762" y="29038"/>
                  </a:lnTo>
                  <a:lnTo>
                    <a:pt x="6334" y="28801"/>
                  </a:lnTo>
                  <a:lnTo>
                    <a:pt x="5041" y="27573"/>
                  </a:lnTo>
                  <a:lnTo>
                    <a:pt x="4269" y="26941"/>
                  </a:lnTo>
                  <a:lnTo>
                    <a:pt x="3704" y="26477"/>
                  </a:lnTo>
                  <a:lnTo>
                    <a:pt x="3686" y="25905"/>
                  </a:lnTo>
                  <a:lnTo>
                    <a:pt x="3660" y="25053"/>
                  </a:lnTo>
                  <a:lnTo>
                    <a:pt x="3989" y="23321"/>
                  </a:lnTo>
                  <a:lnTo>
                    <a:pt x="3908" y="23096"/>
                  </a:lnTo>
                  <a:lnTo>
                    <a:pt x="3331" y="21480"/>
                  </a:lnTo>
                  <a:lnTo>
                    <a:pt x="2958" y="20976"/>
                  </a:lnTo>
                  <a:lnTo>
                    <a:pt x="2432" y="20297"/>
                  </a:lnTo>
                  <a:lnTo>
                    <a:pt x="1152" y="19035"/>
                  </a:lnTo>
                  <a:lnTo>
                    <a:pt x="964" y="18850"/>
                  </a:lnTo>
                  <a:lnTo>
                    <a:pt x="0" y="17426"/>
                  </a:lnTo>
                  <a:lnTo>
                    <a:pt x="635" y="16352"/>
                  </a:lnTo>
                  <a:lnTo>
                    <a:pt x="1884" y="14949"/>
                  </a:lnTo>
                  <a:lnTo>
                    <a:pt x="1968" y="14815"/>
                  </a:lnTo>
                  <a:lnTo>
                    <a:pt x="2849" y="13393"/>
                  </a:lnTo>
                  <a:lnTo>
                    <a:pt x="3506" y="12406"/>
                  </a:lnTo>
                  <a:lnTo>
                    <a:pt x="4361" y="11223"/>
                  </a:lnTo>
                  <a:lnTo>
                    <a:pt x="4481" y="10554"/>
                  </a:lnTo>
                  <a:lnTo>
                    <a:pt x="4668" y="9513"/>
                  </a:lnTo>
                  <a:lnTo>
                    <a:pt x="5435" y="7957"/>
                  </a:lnTo>
                  <a:lnTo>
                    <a:pt x="6340" y="7124"/>
                  </a:lnTo>
                  <a:lnTo>
                    <a:pt x="6531" y="6949"/>
                  </a:lnTo>
                  <a:lnTo>
                    <a:pt x="6443" y="7980"/>
                  </a:lnTo>
                  <a:lnTo>
                    <a:pt x="12651" y="9702"/>
                  </a:lnTo>
                  <a:lnTo>
                    <a:pt x="20176" y="10089"/>
                  </a:lnTo>
                  <a:lnTo>
                    <a:pt x="20341" y="8207"/>
                  </a:lnTo>
                  <a:lnTo>
                    <a:pt x="22387" y="8239"/>
                  </a:lnTo>
                  <a:lnTo>
                    <a:pt x="22634" y="8243"/>
                  </a:lnTo>
                  <a:lnTo>
                    <a:pt x="22632" y="8613"/>
                  </a:lnTo>
                  <a:lnTo>
                    <a:pt x="22668" y="10272"/>
                  </a:lnTo>
                  <a:lnTo>
                    <a:pt x="22671" y="10441"/>
                  </a:lnTo>
                  <a:lnTo>
                    <a:pt x="22674" y="10583"/>
                  </a:lnTo>
                  <a:lnTo>
                    <a:pt x="30758" y="9877"/>
                  </a:lnTo>
                  <a:lnTo>
                    <a:pt x="31801" y="11890"/>
                  </a:lnTo>
                  <a:lnTo>
                    <a:pt x="31908" y="12096"/>
                  </a:lnTo>
                  <a:lnTo>
                    <a:pt x="33014" y="11734"/>
                  </a:lnTo>
                  <a:lnTo>
                    <a:pt x="34295" y="11264"/>
                  </a:lnTo>
                  <a:lnTo>
                    <a:pt x="35935" y="10008"/>
                  </a:lnTo>
                  <a:lnTo>
                    <a:pt x="36330" y="9740"/>
                  </a:lnTo>
                  <a:lnTo>
                    <a:pt x="36503" y="9565"/>
                  </a:lnTo>
                  <a:lnTo>
                    <a:pt x="36904" y="9140"/>
                  </a:lnTo>
                  <a:lnTo>
                    <a:pt x="37240" y="8543"/>
                  </a:lnTo>
                  <a:lnTo>
                    <a:pt x="42048" y="0"/>
                  </a:lnTo>
                  <a:lnTo>
                    <a:pt x="42646" y="3946"/>
                  </a:lnTo>
                  <a:lnTo>
                    <a:pt x="42698" y="5337"/>
                  </a:lnTo>
                  <a:lnTo>
                    <a:pt x="42930" y="6852"/>
                  </a:lnTo>
                  <a:lnTo>
                    <a:pt x="43094" y="7925"/>
                  </a:lnTo>
                  <a:lnTo>
                    <a:pt x="43147" y="8268"/>
                  </a:lnTo>
                  <a:lnTo>
                    <a:pt x="43912" y="10263"/>
                  </a:lnTo>
                  <a:lnTo>
                    <a:pt x="44505" y="11283"/>
                  </a:lnTo>
                  <a:lnTo>
                    <a:pt x="45224" y="1175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1396104" y="2947374"/>
              <a:ext cx="126876" cy="110612"/>
            </a:xfrm>
            <a:custGeom>
              <a:avLst/>
              <a:pathLst>
                <a:path w="126876" h="110612">
                  <a:moveTo>
                    <a:pt x="90271" y="30812"/>
                  </a:moveTo>
                  <a:lnTo>
                    <a:pt x="82624" y="39007"/>
                  </a:lnTo>
                  <a:lnTo>
                    <a:pt x="81607" y="40349"/>
                  </a:lnTo>
                  <a:lnTo>
                    <a:pt x="81335" y="40709"/>
                  </a:lnTo>
                  <a:lnTo>
                    <a:pt x="86537" y="44313"/>
                  </a:lnTo>
                  <a:lnTo>
                    <a:pt x="90787" y="47488"/>
                  </a:lnTo>
                  <a:lnTo>
                    <a:pt x="92098" y="48108"/>
                  </a:lnTo>
                  <a:lnTo>
                    <a:pt x="100532" y="54482"/>
                  </a:lnTo>
                  <a:lnTo>
                    <a:pt x="104489" y="57994"/>
                  </a:lnTo>
                  <a:lnTo>
                    <a:pt x="104758" y="58233"/>
                  </a:lnTo>
                  <a:lnTo>
                    <a:pt x="106007" y="56798"/>
                  </a:lnTo>
                  <a:lnTo>
                    <a:pt x="106245" y="56524"/>
                  </a:lnTo>
                  <a:lnTo>
                    <a:pt x="109863" y="60174"/>
                  </a:lnTo>
                  <a:lnTo>
                    <a:pt x="112610" y="62279"/>
                  </a:lnTo>
                  <a:lnTo>
                    <a:pt x="119359" y="68554"/>
                  </a:lnTo>
                  <a:lnTo>
                    <a:pt x="122946" y="72102"/>
                  </a:lnTo>
                  <a:lnTo>
                    <a:pt x="126646" y="75882"/>
                  </a:lnTo>
                  <a:lnTo>
                    <a:pt x="126876" y="76117"/>
                  </a:lnTo>
                  <a:lnTo>
                    <a:pt x="125441" y="77496"/>
                  </a:lnTo>
                  <a:lnTo>
                    <a:pt x="116205" y="86371"/>
                  </a:lnTo>
                  <a:lnTo>
                    <a:pt x="116066" y="86505"/>
                  </a:lnTo>
                  <a:lnTo>
                    <a:pt x="109003" y="93449"/>
                  </a:lnTo>
                  <a:lnTo>
                    <a:pt x="106815" y="95611"/>
                  </a:lnTo>
                  <a:lnTo>
                    <a:pt x="106760" y="96165"/>
                  </a:lnTo>
                  <a:lnTo>
                    <a:pt x="106733" y="96433"/>
                  </a:lnTo>
                  <a:lnTo>
                    <a:pt x="103486" y="96054"/>
                  </a:lnTo>
                  <a:lnTo>
                    <a:pt x="102716" y="95959"/>
                  </a:lnTo>
                  <a:lnTo>
                    <a:pt x="99707" y="95587"/>
                  </a:lnTo>
                  <a:lnTo>
                    <a:pt x="91472" y="94568"/>
                  </a:lnTo>
                  <a:lnTo>
                    <a:pt x="87201" y="94167"/>
                  </a:lnTo>
                  <a:lnTo>
                    <a:pt x="85098" y="93970"/>
                  </a:lnTo>
                  <a:lnTo>
                    <a:pt x="84205" y="93853"/>
                  </a:lnTo>
                  <a:lnTo>
                    <a:pt x="82991" y="93695"/>
                  </a:lnTo>
                  <a:lnTo>
                    <a:pt x="74717" y="92615"/>
                  </a:lnTo>
                  <a:lnTo>
                    <a:pt x="69868" y="91590"/>
                  </a:lnTo>
                  <a:lnTo>
                    <a:pt x="65574" y="90052"/>
                  </a:lnTo>
                  <a:lnTo>
                    <a:pt x="65245" y="89873"/>
                  </a:lnTo>
                  <a:lnTo>
                    <a:pt x="57179" y="85502"/>
                  </a:lnTo>
                  <a:lnTo>
                    <a:pt x="53628" y="83455"/>
                  </a:lnTo>
                  <a:lnTo>
                    <a:pt x="52803" y="82978"/>
                  </a:lnTo>
                  <a:lnTo>
                    <a:pt x="47139" y="79284"/>
                  </a:lnTo>
                  <a:lnTo>
                    <a:pt x="46639" y="79741"/>
                  </a:lnTo>
                  <a:lnTo>
                    <a:pt x="45218" y="81042"/>
                  </a:lnTo>
                  <a:lnTo>
                    <a:pt x="44491" y="82266"/>
                  </a:lnTo>
                  <a:lnTo>
                    <a:pt x="39963" y="89885"/>
                  </a:lnTo>
                  <a:lnTo>
                    <a:pt x="36833" y="95613"/>
                  </a:lnTo>
                  <a:lnTo>
                    <a:pt x="36204" y="96764"/>
                  </a:lnTo>
                  <a:lnTo>
                    <a:pt x="36065" y="97023"/>
                  </a:lnTo>
                  <a:lnTo>
                    <a:pt x="34729" y="99519"/>
                  </a:lnTo>
                  <a:lnTo>
                    <a:pt x="32838" y="103053"/>
                  </a:lnTo>
                  <a:lnTo>
                    <a:pt x="28971" y="110279"/>
                  </a:lnTo>
                  <a:lnTo>
                    <a:pt x="28766" y="110612"/>
                  </a:lnTo>
                  <a:lnTo>
                    <a:pt x="24858" y="107428"/>
                  </a:lnTo>
                  <a:lnTo>
                    <a:pt x="24592" y="107202"/>
                  </a:lnTo>
                  <a:lnTo>
                    <a:pt x="24309" y="106962"/>
                  </a:lnTo>
                  <a:lnTo>
                    <a:pt x="19372" y="102780"/>
                  </a:lnTo>
                  <a:lnTo>
                    <a:pt x="17792" y="101442"/>
                  </a:lnTo>
                  <a:lnTo>
                    <a:pt x="12752" y="97174"/>
                  </a:lnTo>
                  <a:lnTo>
                    <a:pt x="11263" y="95912"/>
                  </a:lnTo>
                  <a:lnTo>
                    <a:pt x="8018" y="93163"/>
                  </a:lnTo>
                  <a:lnTo>
                    <a:pt x="7835" y="93036"/>
                  </a:lnTo>
                  <a:lnTo>
                    <a:pt x="7310" y="92669"/>
                  </a:lnTo>
                  <a:lnTo>
                    <a:pt x="4150" y="90466"/>
                  </a:lnTo>
                  <a:lnTo>
                    <a:pt x="3990" y="90385"/>
                  </a:lnTo>
                  <a:lnTo>
                    <a:pt x="3300" y="90035"/>
                  </a:lnTo>
                  <a:lnTo>
                    <a:pt x="2519" y="89639"/>
                  </a:lnTo>
                  <a:lnTo>
                    <a:pt x="0" y="88360"/>
                  </a:lnTo>
                  <a:lnTo>
                    <a:pt x="702" y="87631"/>
                  </a:lnTo>
                  <a:lnTo>
                    <a:pt x="1258" y="86984"/>
                  </a:lnTo>
                  <a:lnTo>
                    <a:pt x="1748" y="86414"/>
                  </a:lnTo>
                  <a:lnTo>
                    <a:pt x="2023" y="86094"/>
                  </a:lnTo>
                  <a:lnTo>
                    <a:pt x="3644" y="83776"/>
                  </a:lnTo>
                  <a:lnTo>
                    <a:pt x="4288" y="82856"/>
                  </a:lnTo>
                  <a:lnTo>
                    <a:pt x="4637" y="82357"/>
                  </a:lnTo>
                  <a:lnTo>
                    <a:pt x="5618" y="80955"/>
                  </a:lnTo>
                  <a:lnTo>
                    <a:pt x="2362" y="78495"/>
                  </a:lnTo>
                  <a:lnTo>
                    <a:pt x="2887" y="77915"/>
                  </a:lnTo>
                  <a:lnTo>
                    <a:pt x="5144" y="75417"/>
                  </a:lnTo>
                  <a:lnTo>
                    <a:pt x="12119" y="67697"/>
                  </a:lnTo>
                  <a:lnTo>
                    <a:pt x="13545" y="66002"/>
                  </a:lnTo>
                  <a:lnTo>
                    <a:pt x="15772" y="63355"/>
                  </a:lnTo>
                  <a:lnTo>
                    <a:pt x="19977" y="58668"/>
                  </a:lnTo>
                  <a:lnTo>
                    <a:pt x="23240" y="55031"/>
                  </a:lnTo>
                  <a:lnTo>
                    <a:pt x="24463" y="53667"/>
                  </a:lnTo>
                  <a:lnTo>
                    <a:pt x="25460" y="52556"/>
                  </a:lnTo>
                  <a:lnTo>
                    <a:pt x="32142" y="45548"/>
                  </a:lnTo>
                  <a:lnTo>
                    <a:pt x="34749" y="42814"/>
                  </a:lnTo>
                  <a:lnTo>
                    <a:pt x="34895" y="42652"/>
                  </a:lnTo>
                  <a:lnTo>
                    <a:pt x="35849" y="41332"/>
                  </a:lnTo>
                  <a:lnTo>
                    <a:pt x="37049" y="39672"/>
                  </a:lnTo>
                  <a:lnTo>
                    <a:pt x="40426" y="35247"/>
                  </a:lnTo>
                  <a:lnTo>
                    <a:pt x="41556" y="33818"/>
                  </a:lnTo>
                  <a:lnTo>
                    <a:pt x="43813" y="30930"/>
                  </a:lnTo>
                  <a:lnTo>
                    <a:pt x="44272" y="31411"/>
                  </a:lnTo>
                  <a:lnTo>
                    <a:pt x="45133" y="31989"/>
                  </a:lnTo>
                  <a:lnTo>
                    <a:pt x="46261" y="32747"/>
                  </a:lnTo>
                  <a:lnTo>
                    <a:pt x="47156" y="33230"/>
                  </a:lnTo>
                  <a:lnTo>
                    <a:pt x="47995" y="33682"/>
                  </a:lnTo>
                  <a:lnTo>
                    <a:pt x="48961" y="34075"/>
                  </a:lnTo>
                  <a:lnTo>
                    <a:pt x="49482" y="34118"/>
                  </a:lnTo>
                  <a:lnTo>
                    <a:pt x="50251" y="33870"/>
                  </a:lnTo>
                  <a:lnTo>
                    <a:pt x="51234" y="33153"/>
                  </a:lnTo>
                  <a:lnTo>
                    <a:pt x="52165" y="31657"/>
                  </a:lnTo>
                  <a:lnTo>
                    <a:pt x="52837" y="30081"/>
                  </a:lnTo>
                  <a:lnTo>
                    <a:pt x="53200" y="29122"/>
                  </a:lnTo>
                  <a:lnTo>
                    <a:pt x="54426" y="25886"/>
                  </a:lnTo>
                  <a:lnTo>
                    <a:pt x="55741" y="22419"/>
                  </a:lnTo>
                  <a:lnTo>
                    <a:pt x="56170" y="21287"/>
                  </a:lnTo>
                  <a:lnTo>
                    <a:pt x="56506" y="20400"/>
                  </a:lnTo>
                  <a:lnTo>
                    <a:pt x="59027" y="17208"/>
                  </a:lnTo>
                  <a:lnTo>
                    <a:pt x="59130" y="17078"/>
                  </a:lnTo>
                  <a:lnTo>
                    <a:pt x="61132" y="14542"/>
                  </a:lnTo>
                  <a:lnTo>
                    <a:pt x="61547" y="14018"/>
                  </a:lnTo>
                  <a:lnTo>
                    <a:pt x="63655" y="11359"/>
                  </a:lnTo>
                  <a:lnTo>
                    <a:pt x="64186" y="10689"/>
                  </a:lnTo>
                  <a:lnTo>
                    <a:pt x="64864" y="9834"/>
                  </a:lnTo>
                  <a:lnTo>
                    <a:pt x="65860" y="8578"/>
                  </a:lnTo>
                  <a:lnTo>
                    <a:pt x="66343" y="7968"/>
                  </a:lnTo>
                  <a:lnTo>
                    <a:pt x="68091" y="5811"/>
                  </a:lnTo>
                  <a:lnTo>
                    <a:pt x="68686" y="4883"/>
                  </a:lnTo>
                  <a:lnTo>
                    <a:pt x="69589" y="3478"/>
                  </a:lnTo>
                  <a:lnTo>
                    <a:pt x="70878" y="1997"/>
                  </a:lnTo>
                  <a:lnTo>
                    <a:pt x="72612" y="0"/>
                  </a:lnTo>
                  <a:lnTo>
                    <a:pt x="74016" y="1119"/>
                  </a:lnTo>
                  <a:lnTo>
                    <a:pt x="74586" y="1573"/>
                  </a:lnTo>
                  <a:lnTo>
                    <a:pt x="75159" y="2031"/>
                  </a:lnTo>
                  <a:lnTo>
                    <a:pt x="76879" y="3393"/>
                  </a:lnTo>
                  <a:lnTo>
                    <a:pt x="77836" y="3650"/>
                  </a:lnTo>
                  <a:lnTo>
                    <a:pt x="81521" y="6604"/>
                  </a:lnTo>
                  <a:lnTo>
                    <a:pt x="83267" y="8004"/>
                  </a:lnTo>
                  <a:lnTo>
                    <a:pt x="85454" y="9849"/>
                  </a:lnTo>
                  <a:lnTo>
                    <a:pt x="86548" y="10738"/>
                  </a:lnTo>
                  <a:lnTo>
                    <a:pt x="90837" y="13968"/>
                  </a:lnTo>
                  <a:lnTo>
                    <a:pt x="95065" y="16990"/>
                  </a:lnTo>
                  <a:lnTo>
                    <a:pt x="99861" y="21042"/>
                  </a:lnTo>
                  <a:lnTo>
                    <a:pt x="93386" y="27489"/>
                  </a:lnTo>
                  <a:lnTo>
                    <a:pt x="93241" y="27633"/>
                  </a:lnTo>
                  <a:lnTo>
                    <a:pt x="91618" y="29371"/>
                  </a:lnTo>
                  <a:lnTo>
                    <a:pt x="90986" y="3004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1477439" y="2939062"/>
              <a:ext cx="90022" cy="84429"/>
            </a:xfrm>
            <a:custGeom>
              <a:avLst/>
              <a:pathLst>
                <a:path w="90022" h="84429">
                  <a:moveTo>
                    <a:pt x="68645" y="61781"/>
                  </a:moveTo>
                  <a:lnTo>
                    <a:pt x="58257" y="71964"/>
                  </a:lnTo>
                  <a:lnTo>
                    <a:pt x="55165" y="74994"/>
                  </a:lnTo>
                  <a:lnTo>
                    <a:pt x="53139" y="76981"/>
                  </a:lnTo>
                  <a:lnTo>
                    <a:pt x="45541" y="84429"/>
                  </a:lnTo>
                  <a:lnTo>
                    <a:pt x="45311" y="84195"/>
                  </a:lnTo>
                  <a:lnTo>
                    <a:pt x="41538" y="80341"/>
                  </a:lnTo>
                  <a:lnTo>
                    <a:pt x="38024" y="76866"/>
                  </a:lnTo>
                  <a:lnTo>
                    <a:pt x="31275" y="70591"/>
                  </a:lnTo>
                  <a:lnTo>
                    <a:pt x="28528" y="68486"/>
                  </a:lnTo>
                  <a:lnTo>
                    <a:pt x="24910" y="64836"/>
                  </a:lnTo>
                  <a:lnTo>
                    <a:pt x="24672" y="65110"/>
                  </a:lnTo>
                  <a:lnTo>
                    <a:pt x="23423" y="66545"/>
                  </a:lnTo>
                  <a:lnTo>
                    <a:pt x="23154" y="66306"/>
                  </a:lnTo>
                  <a:lnTo>
                    <a:pt x="19197" y="62794"/>
                  </a:lnTo>
                  <a:lnTo>
                    <a:pt x="10763" y="56420"/>
                  </a:lnTo>
                  <a:lnTo>
                    <a:pt x="9452" y="55800"/>
                  </a:lnTo>
                  <a:lnTo>
                    <a:pt x="5202" y="52625"/>
                  </a:lnTo>
                  <a:lnTo>
                    <a:pt x="0" y="49021"/>
                  </a:lnTo>
                  <a:lnTo>
                    <a:pt x="272" y="48661"/>
                  </a:lnTo>
                  <a:lnTo>
                    <a:pt x="1332" y="47263"/>
                  </a:lnTo>
                  <a:lnTo>
                    <a:pt x="8936" y="39125"/>
                  </a:lnTo>
                  <a:lnTo>
                    <a:pt x="9651" y="38359"/>
                  </a:lnTo>
                  <a:lnTo>
                    <a:pt x="10283" y="37683"/>
                  </a:lnTo>
                  <a:lnTo>
                    <a:pt x="11906" y="35945"/>
                  </a:lnTo>
                  <a:lnTo>
                    <a:pt x="12051" y="35801"/>
                  </a:lnTo>
                  <a:lnTo>
                    <a:pt x="18526" y="29354"/>
                  </a:lnTo>
                  <a:lnTo>
                    <a:pt x="19850" y="28008"/>
                  </a:lnTo>
                  <a:lnTo>
                    <a:pt x="25780" y="21191"/>
                  </a:lnTo>
                  <a:lnTo>
                    <a:pt x="26110" y="20810"/>
                  </a:lnTo>
                  <a:lnTo>
                    <a:pt x="26503" y="20388"/>
                  </a:lnTo>
                  <a:lnTo>
                    <a:pt x="26660" y="20246"/>
                  </a:lnTo>
                  <a:lnTo>
                    <a:pt x="29039" y="18092"/>
                  </a:lnTo>
                  <a:lnTo>
                    <a:pt x="31635" y="14667"/>
                  </a:lnTo>
                  <a:lnTo>
                    <a:pt x="31779" y="14507"/>
                  </a:lnTo>
                  <a:lnTo>
                    <a:pt x="34239" y="11771"/>
                  </a:lnTo>
                  <a:lnTo>
                    <a:pt x="34477" y="11502"/>
                  </a:lnTo>
                  <a:lnTo>
                    <a:pt x="35471" y="10379"/>
                  </a:lnTo>
                  <a:lnTo>
                    <a:pt x="35681" y="10225"/>
                  </a:lnTo>
                  <a:lnTo>
                    <a:pt x="35979" y="10012"/>
                  </a:lnTo>
                  <a:lnTo>
                    <a:pt x="38130" y="8482"/>
                  </a:lnTo>
                  <a:lnTo>
                    <a:pt x="44795" y="3738"/>
                  </a:lnTo>
                  <a:lnTo>
                    <a:pt x="49801" y="175"/>
                  </a:lnTo>
                  <a:lnTo>
                    <a:pt x="50048" y="0"/>
                  </a:lnTo>
                  <a:lnTo>
                    <a:pt x="55439" y="3946"/>
                  </a:lnTo>
                  <a:lnTo>
                    <a:pt x="59780" y="7124"/>
                  </a:lnTo>
                  <a:lnTo>
                    <a:pt x="68602" y="12958"/>
                  </a:lnTo>
                  <a:lnTo>
                    <a:pt x="69150" y="13337"/>
                  </a:lnTo>
                  <a:lnTo>
                    <a:pt x="69327" y="13493"/>
                  </a:lnTo>
                  <a:lnTo>
                    <a:pt x="72941" y="16690"/>
                  </a:lnTo>
                  <a:lnTo>
                    <a:pt x="71426" y="18266"/>
                  </a:lnTo>
                  <a:lnTo>
                    <a:pt x="68152" y="21674"/>
                  </a:lnTo>
                  <a:lnTo>
                    <a:pt x="76934" y="29045"/>
                  </a:lnTo>
                  <a:lnTo>
                    <a:pt x="77569" y="29578"/>
                  </a:lnTo>
                  <a:lnTo>
                    <a:pt x="80394" y="31948"/>
                  </a:lnTo>
                  <a:lnTo>
                    <a:pt x="85775" y="36362"/>
                  </a:lnTo>
                  <a:lnTo>
                    <a:pt x="90022" y="39687"/>
                  </a:lnTo>
                  <a:lnTo>
                    <a:pt x="89584" y="40129"/>
                  </a:lnTo>
                  <a:lnTo>
                    <a:pt x="89181" y="40537"/>
                  </a:lnTo>
                  <a:lnTo>
                    <a:pt x="81202" y="48598"/>
                  </a:lnTo>
                  <a:lnTo>
                    <a:pt x="79809" y="50066"/>
                  </a:lnTo>
                  <a:lnTo>
                    <a:pt x="78895" y="51031"/>
                  </a:lnTo>
                  <a:lnTo>
                    <a:pt x="76114" y="53962"/>
                  </a:lnTo>
                  <a:lnTo>
                    <a:pt x="69411" y="6103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1502923" y="2962455"/>
              <a:ext cx="117739" cy="88046"/>
            </a:xfrm>
            <a:custGeom>
              <a:avLst/>
              <a:pathLst>
                <a:path w="117739" h="88046">
                  <a:moveTo>
                    <a:pt x="72203" y="87355"/>
                  </a:moveTo>
                  <a:lnTo>
                    <a:pt x="71381" y="88046"/>
                  </a:lnTo>
                  <a:lnTo>
                    <a:pt x="71014" y="87994"/>
                  </a:lnTo>
                  <a:lnTo>
                    <a:pt x="65502" y="87220"/>
                  </a:lnTo>
                  <a:lnTo>
                    <a:pt x="64627" y="87097"/>
                  </a:lnTo>
                  <a:lnTo>
                    <a:pt x="62893" y="86853"/>
                  </a:lnTo>
                  <a:lnTo>
                    <a:pt x="61186" y="86613"/>
                  </a:lnTo>
                  <a:lnTo>
                    <a:pt x="59829" y="86464"/>
                  </a:lnTo>
                  <a:lnTo>
                    <a:pt x="58792" y="86349"/>
                  </a:lnTo>
                  <a:lnTo>
                    <a:pt x="58627" y="86331"/>
                  </a:lnTo>
                  <a:lnTo>
                    <a:pt x="55755" y="86014"/>
                  </a:lnTo>
                  <a:lnTo>
                    <a:pt x="55071" y="85938"/>
                  </a:lnTo>
                  <a:lnTo>
                    <a:pt x="48423" y="85205"/>
                  </a:lnTo>
                  <a:lnTo>
                    <a:pt x="48200" y="85180"/>
                  </a:lnTo>
                  <a:lnTo>
                    <a:pt x="46386" y="84980"/>
                  </a:lnTo>
                  <a:lnTo>
                    <a:pt x="41629" y="84455"/>
                  </a:lnTo>
                  <a:lnTo>
                    <a:pt x="40186" y="84296"/>
                  </a:lnTo>
                  <a:lnTo>
                    <a:pt x="39951" y="84270"/>
                  </a:lnTo>
                  <a:lnTo>
                    <a:pt x="37941" y="84048"/>
                  </a:lnTo>
                  <a:lnTo>
                    <a:pt x="37656" y="84018"/>
                  </a:lnTo>
                  <a:lnTo>
                    <a:pt x="32139" y="83471"/>
                  </a:lnTo>
                  <a:lnTo>
                    <a:pt x="31899" y="83448"/>
                  </a:lnTo>
                  <a:lnTo>
                    <a:pt x="29837" y="83255"/>
                  </a:lnTo>
                  <a:lnTo>
                    <a:pt x="29345" y="83209"/>
                  </a:lnTo>
                  <a:lnTo>
                    <a:pt x="24382" y="82744"/>
                  </a:lnTo>
                  <a:lnTo>
                    <a:pt x="23962" y="82704"/>
                  </a:lnTo>
                  <a:lnTo>
                    <a:pt x="23791" y="82688"/>
                  </a:lnTo>
                  <a:lnTo>
                    <a:pt x="22975" y="82612"/>
                  </a:lnTo>
                  <a:lnTo>
                    <a:pt x="19015" y="82372"/>
                  </a:lnTo>
                  <a:lnTo>
                    <a:pt x="18066" y="82314"/>
                  </a:lnTo>
                  <a:lnTo>
                    <a:pt x="17770" y="82296"/>
                  </a:lnTo>
                  <a:lnTo>
                    <a:pt x="14468" y="82096"/>
                  </a:lnTo>
                  <a:lnTo>
                    <a:pt x="14156" y="82077"/>
                  </a:lnTo>
                  <a:lnTo>
                    <a:pt x="13063" y="82012"/>
                  </a:lnTo>
                  <a:lnTo>
                    <a:pt x="12808" y="81996"/>
                  </a:lnTo>
                  <a:lnTo>
                    <a:pt x="9120" y="81775"/>
                  </a:lnTo>
                  <a:lnTo>
                    <a:pt x="8986" y="81767"/>
                  </a:lnTo>
                  <a:lnTo>
                    <a:pt x="7800" y="81696"/>
                  </a:lnTo>
                  <a:lnTo>
                    <a:pt x="7592" y="81676"/>
                  </a:lnTo>
                  <a:lnTo>
                    <a:pt x="3731" y="81315"/>
                  </a:lnTo>
                  <a:lnTo>
                    <a:pt x="3548" y="81298"/>
                  </a:lnTo>
                  <a:lnTo>
                    <a:pt x="2672" y="81105"/>
                  </a:lnTo>
                  <a:lnTo>
                    <a:pt x="2452" y="81057"/>
                  </a:lnTo>
                  <a:lnTo>
                    <a:pt x="1750" y="80903"/>
                  </a:lnTo>
                  <a:lnTo>
                    <a:pt x="1100" y="80760"/>
                  </a:lnTo>
                  <a:lnTo>
                    <a:pt x="409" y="80608"/>
                  </a:lnTo>
                  <a:lnTo>
                    <a:pt x="0" y="80515"/>
                  </a:lnTo>
                  <a:lnTo>
                    <a:pt x="2184" y="78368"/>
                  </a:lnTo>
                  <a:lnTo>
                    <a:pt x="9247" y="71423"/>
                  </a:lnTo>
                  <a:lnTo>
                    <a:pt x="9386" y="71290"/>
                  </a:lnTo>
                  <a:lnTo>
                    <a:pt x="18625" y="62411"/>
                  </a:lnTo>
                  <a:lnTo>
                    <a:pt x="20085" y="61008"/>
                  </a:lnTo>
                  <a:lnTo>
                    <a:pt x="27654" y="53588"/>
                  </a:lnTo>
                  <a:lnTo>
                    <a:pt x="29681" y="51601"/>
                  </a:lnTo>
                  <a:lnTo>
                    <a:pt x="32773" y="48571"/>
                  </a:lnTo>
                  <a:lnTo>
                    <a:pt x="43161" y="38387"/>
                  </a:lnTo>
                  <a:lnTo>
                    <a:pt x="43927" y="37636"/>
                  </a:lnTo>
                  <a:lnTo>
                    <a:pt x="50630" y="30569"/>
                  </a:lnTo>
                  <a:lnTo>
                    <a:pt x="53454" y="27591"/>
                  </a:lnTo>
                  <a:lnTo>
                    <a:pt x="54325" y="26673"/>
                  </a:lnTo>
                  <a:lnTo>
                    <a:pt x="55718" y="25204"/>
                  </a:lnTo>
                  <a:lnTo>
                    <a:pt x="63749" y="17090"/>
                  </a:lnTo>
                  <a:lnTo>
                    <a:pt x="64100" y="16736"/>
                  </a:lnTo>
                  <a:lnTo>
                    <a:pt x="64538" y="16294"/>
                  </a:lnTo>
                  <a:lnTo>
                    <a:pt x="71289" y="9473"/>
                  </a:lnTo>
                  <a:lnTo>
                    <a:pt x="72141" y="8600"/>
                  </a:lnTo>
                  <a:lnTo>
                    <a:pt x="73956" y="6743"/>
                  </a:lnTo>
                  <a:lnTo>
                    <a:pt x="74091" y="6605"/>
                  </a:lnTo>
                  <a:lnTo>
                    <a:pt x="74941" y="5734"/>
                  </a:lnTo>
                  <a:lnTo>
                    <a:pt x="75279" y="5387"/>
                  </a:lnTo>
                  <a:lnTo>
                    <a:pt x="77370" y="3245"/>
                  </a:lnTo>
                  <a:lnTo>
                    <a:pt x="80644" y="0"/>
                  </a:lnTo>
                  <a:lnTo>
                    <a:pt x="80879" y="230"/>
                  </a:lnTo>
                  <a:lnTo>
                    <a:pt x="82184" y="1504"/>
                  </a:lnTo>
                  <a:lnTo>
                    <a:pt x="85751" y="4985"/>
                  </a:lnTo>
                  <a:lnTo>
                    <a:pt x="90639" y="9757"/>
                  </a:lnTo>
                  <a:lnTo>
                    <a:pt x="95429" y="14312"/>
                  </a:lnTo>
                  <a:lnTo>
                    <a:pt x="101493" y="20080"/>
                  </a:lnTo>
                  <a:lnTo>
                    <a:pt x="100274" y="21336"/>
                  </a:lnTo>
                  <a:lnTo>
                    <a:pt x="99899" y="21722"/>
                  </a:lnTo>
                  <a:lnTo>
                    <a:pt x="98271" y="23352"/>
                  </a:lnTo>
                  <a:lnTo>
                    <a:pt x="94682" y="26965"/>
                  </a:lnTo>
                  <a:lnTo>
                    <a:pt x="92402" y="29260"/>
                  </a:lnTo>
                  <a:lnTo>
                    <a:pt x="93410" y="29961"/>
                  </a:lnTo>
                  <a:lnTo>
                    <a:pt x="94919" y="31010"/>
                  </a:lnTo>
                  <a:lnTo>
                    <a:pt x="98778" y="33692"/>
                  </a:lnTo>
                  <a:lnTo>
                    <a:pt x="99016" y="33855"/>
                  </a:lnTo>
                  <a:lnTo>
                    <a:pt x="100901" y="35150"/>
                  </a:lnTo>
                  <a:lnTo>
                    <a:pt x="101131" y="35307"/>
                  </a:lnTo>
                  <a:lnTo>
                    <a:pt x="101889" y="35817"/>
                  </a:lnTo>
                  <a:lnTo>
                    <a:pt x="110318" y="41480"/>
                  </a:lnTo>
                  <a:lnTo>
                    <a:pt x="111939" y="42659"/>
                  </a:lnTo>
                  <a:lnTo>
                    <a:pt x="117739" y="46878"/>
                  </a:lnTo>
                  <a:lnTo>
                    <a:pt x="117054" y="47469"/>
                  </a:lnTo>
                  <a:lnTo>
                    <a:pt x="116493" y="47953"/>
                  </a:lnTo>
                  <a:lnTo>
                    <a:pt x="112919" y="51038"/>
                  </a:lnTo>
                  <a:lnTo>
                    <a:pt x="112654" y="51274"/>
                  </a:lnTo>
                  <a:lnTo>
                    <a:pt x="112066" y="51798"/>
                  </a:lnTo>
                  <a:lnTo>
                    <a:pt x="111453" y="52345"/>
                  </a:lnTo>
                  <a:lnTo>
                    <a:pt x="110805" y="52922"/>
                  </a:lnTo>
                  <a:lnTo>
                    <a:pt x="109636" y="53963"/>
                  </a:lnTo>
                  <a:lnTo>
                    <a:pt x="106640" y="56633"/>
                  </a:lnTo>
                  <a:lnTo>
                    <a:pt x="105217" y="57901"/>
                  </a:lnTo>
                  <a:lnTo>
                    <a:pt x="104382" y="58645"/>
                  </a:lnTo>
                  <a:lnTo>
                    <a:pt x="103791" y="59172"/>
                  </a:lnTo>
                  <a:lnTo>
                    <a:pt x="103484" y="59445"/>
                  </a:lnTo>
                  <a:lnTo>
                    <a:pt x="102932" y="59937"/>
                  </a:lnTo>
                  <a:lnTo>
                    <a:pt x="100344" y="62244"/>
                  </a:lnTo>
                  <a:lnTo>
                    <a:pt x="99784" y="62743"/>
                  </a:lnTo>
                  <a:lnTo>
                    <a:pt x="99557" y="62945"/>
                  </a:lnTo>
                  <a:lnTo>
                    <a:pt x="95851" y="66248"/>
                  </a:lnTo>
                  <a:lnTo>
                    <a:pt x="95637" y="66438"/>
                  </a:lnTo>
                  <a:lnTo>
                    <a:pt x="95289" y="66748"/>
                  </a:lnTo>
                  <a:lnTo>
                    <a:pt x="90442" y="71067"/>
                  </a:lnTo>
                  <a:lnTo>
                    <a:pt x="88350" y="72931"/>
                  </a:lnTo>
                  <a:lnTo>
                    <a:pt x="86150" y="74891"/>
                  </a:lnTo>
                  <a:lnTo>
                    <a:pt x="81737" y="78824"/>
                  </a:lnTo>
                  <a:lnTo>
                    <a:pt x="79305" y="80991"/>
                  </a:lnTo>
                  <a:lnTo>
                    <a:pt x="79130" y="81148"/>
                  </a:lnTo>
                  <a:lnTo>
                    <a:pt x="77551" y="82563"/>
                  </a:lnTo>
                  <a:lnTo>
                    <a:pt x="77028" y="83031"/>
                  </a:lnTo>
                  <a:lnTo>
                    <a:pt x="75609" y="84303"/>
                  </a:lnTo>
                  <a:lnTo>
                    <a:pt x="73530" y="8616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1574349" y="2990171"/>
              <a:ext cx="153060" cy="71716"/>
            </a:xfrm>
            <a:custGeom>
              <a:avLst/>
              <a:pathLst>
                <a:path w="153060" h="71716">
                  <a:moveTo>
                    <a:pt x="139687" y="34712"/>
                  </a:moveTo>
                  <a:lnTo>
                    <a:pt x="139509" y="35118"/>
                  </a:lnTo>
                  <a:lnTo>
                    <a:pt x="137294" y="40153"/>
                  </a:lnTo>
                  <a:lnTo>
                    <a:pt x="135324" y="44633"/>
                  </a:lnTo>
                  <a:lnTo>
                    <a:pt x="133705" y="48277"/>
                  </a:lnTo>
                  <a:lnTo>
                    <a:pt x="133438" y="48878"/>
                  </a:lnTo>
                  <a:lnTo>
                    <a:pt x="133013" y="49831"/>
                  </a:lnTo>
                  <a:lnTo>
                    <a:pt x="132882" y="50116"/>
                  </a:lnTo>
                  <a:lnTo>
                    <a:pt x="131771" y="52513"/>
                  </a:lnTo>
                  <a:lnTo>
                    <a:pt x="131599" y="52885"/>
                  </a:lnTo>
                  <a:lnTo>
                    <a:pt x="131021" y="54134"/>
                  </a:lnTo>
                  <a:lnTo>
                    <a:pt x="130630" y="55009"/>
                  </a:lnTo>
                  <a:lnTo>
                    <a:pt x="130306" y="55733"/>
                  </a:lnTo>
                  <a:lnTo>
                    <a:pt x="129713" y="57061"/>
                  </a:lnTo>
                  <a:lnTo>
                    <a:pt x="128966" y="58732"/>
                  </a:lnTo>
                  <a:lnTo>
                    <a:pt x="127715" y="61533"/>
                  </a:lnTo>
                  <a:lnTo>
                    <a:pt x="126884" y="63393"/>
                  </a:lnTo>
                  <a:lnTo>
                    <a:pt x="125958" y="65467"/>
                  </a:lnTo>
                  <a:lnTo>
                    <a:pt x="125674" y="66102"/>
                  </a:lnTo>
                  <a:lnTo>
                    <a:pt x="124757" y="68154"/>
                  </a:lnTo>
                  <a:lnTo>
                    <a:pt x="124202" y="69397"/>
                  </a:lnTo>
                  <a:lnTo>
                    <a:pt x="124104" y="69616"/>
                  </a:lnTo>
                  <a:lnTo>
                    <a:pt x="123961" y="69937"/>
                  </a:lnTo>
                  <a:lnTo>
                    <a:pt x="123491" y="70988"/>
                  </a:lnTo>
                  <a:lnTo>
                    <a:pt x="123327" y="71355"/>
                  </a:lnTo>
                  <a:lnTo>
                    <a:pt x="123200" y="71474"/>
                  </a:lnTo>
                  <a:lnTo>
                    <a:pt x="123072" y="71531"/>
                  </a:lnTo>
                  <a:lnTo>
                    <a:pt x="122898" y="71553"/>
                  </a:lnTo>
                  <a:lnTo>
                    <a:pt x="121578" y="71586"/>
                  </a:lnTo>
                  <a:lnTo>
                    <a:pt x="119533" y="71637"/>
                  </a:lnTo>
                  <a:lnTo>
                    <a:pt x="118551" y="71661"/>
                  </a:lnTo>
                  <a:lnTo>
                    <a:pt x="117544" y="71687"/>
                  </a:lnTo>
                  <a:lnTo>
                    <a:pt x="116855" y="71704"/>
                  </a:lnTo>
                  <a:lnTo>
                    <a:pt x="116382" y="71716"/>
                  </a:lnTo>
                  <a:lnTo>
                    <a:pt x="114934" y="71613"/>
                  </a:lnTo>
                  <a:lnTo>
                    <a:pt x="113123" y="71485"/>
                  </a:lnTo>
                  <a:lnTo>
                    <a:pt x="112789" y="71462"/>
                  </a:lnTo>
                  <a:lnTo>
                    <a:pt x="112402" y="71435"/>
                  </a:lnTo>
                  <a:lnTo>
                    <a:pt x="106945" y="71049"/>
                  </a:lnTo>
                  <a:lnTo>
                    <a:pt x="105721" y="70930"/>
                  </a:lnTo>
                  <a:lnTo>
                    <a:pt x="93576" y="69747"/>
                  </a:lnTo>
                  <a:lnTo>
                    <a:pt x="93183" y="69707"/>
                  </a:lnTo>
                  <a:lnTo>
                    <a:pt x="91905" y="69551"/>
                  </a:lnTo>
                  <a:lnTo>
                    <a:pt x="91494" y="69500"/>
                  </a:lnTo>
                  <a:lnTo>
                    <a:pt x="90290" y="69378"/>
                  </a:lnTo>
                  <a:lnTo>
                    <a:pt x="89436" y="69291"/>
                  </a:lnTo>
                  <a:lnTo>
                    <a:pt x="83763" y="68713"/>
                  </a:lnTo>
                  <a:lnTo>
                    <a:pt x="83526" y="68689"/>
                  </a:lnTo>
                  <a:lnTo>
                    <a:pt x="82700" y="68616"/>
                  </a:lnTo>
                  <a:lnTo>
                    <a:pt x="78480" y="68244"/>
                  </a:lnTo>
                  <a:lnTo>
                    <a:pt x="78258" y="68218"/>
                  </a:lnTo>
                  <a:lnTo>
                    <a:pt x="78106" y="68202"/>
                  </a:lnTo>
                  <a:lnTo>
                    <a:pt x="73256" y="67707"/>
                  </a:lnTo>
                  <a:lnTo>
                    <a:pt x="73078" y="67689"/>
                  </a:lnTo>
                  <a:lnTo>
                    <a:pt x="71671" y="67560"/>
                  </a:lnTo>
                  <a:lnTo>
                    <a:pt x="69803" y="67390"/>
                  </a:lnTo>
                  <a:lnTo>
                    <a:pt x="67902" y="67216"/>
                  </a:lnTo>
                  <a:lnTo>
                    <a:pt x="67709" y="67199"/>
                  </a:lnTo>
                  <a:lnTo>
                    <a:pt x="66430" y="67082"/>
                  </a:lnTo>
                  <a:lnTo>
                    <a:pt x="60846" y="66572"/>
                  </a:lnTo>
                  <a:lnTo>
                    <a:pt x="59903" y="66488"/>
                  </a:lnTo>
                  <a:lnTo>
                    <a:pt x="57890" y="66308"/>
                  </a:lnTo>
                  <a:lnTo>
                    <a:pt x="57749" y="66296"/>
                  </a:lnTo>
                  <a:lnTo>
                    <a:pt x="56254" y="66162"/>
                  </a:lnTo>
                  <a:lnTo>
                    <a:pt x="55692" y="66112"/>
                  </a:lnTo>
                  <a:lnTo>
                    <a:pt x="54873" y="66029"/>
                  </a:lnTo>
                  <a:lnTo>
                    <a:pt x="51149" y="65650"/>
                  </a:lnTo>
                  <a:lnTo>
                    <a:pt x="49567" y="65489"/>
                  </a:lnTo>
                  <a:lnTo>
                    <a:pt x="44418" y="64966"/>
                  </a:lnTo>
                  <a:lnTo>
                    <a:pt x="40138" y="64531"/>
                  </a:lnTo>
                  <a:lnTo>
                    <a:pt x="39270" y="64442"/>
                  </a:lnTo>
                  <a:lnTo>
                    <a:pt x="35161" y="64036"/>
                  </a:lnTo>
                  <a:lnTo>
                    <a:pt x="34144" y="63935"/>
                  </a:lnTo>
                  <a:lnTo>
                    <a:pt x="31986" y="63722"/>
                  </a:lnTo>
                  <a:lnTo>
                    <a:pt x="30154" y="63540"/>
                  </a:lnTo>
                  <a:lnTo>
                    <a:pt x="26227" y="63153"/>
                  </a:lnTo>
                  <a:lnTo>
                    <a:pt x="23440" y="62905"/>
                  </a:lnTo>
                  <a:lnTo>
                    <a:pt x="18177" y="62437"/>
                  </a:lnTo>
                  <a:lnTo>
                    <a:pt x="14365" y="62098"/>
                  </a:lnTo>
                  <a:lnTo>
                    <a:pt x="12817" y="61960"/>
                  </a:lnTo>
                  <a:lnTo>
                    <a:pt x="5346" y="61116"/>
                  </a:lnTo>
                  <a:lnTo>
                    <a:pt x="4985" y="61075"/>
                  </a:lnTo>
                  <a:lnTo>
                    <a:pt x="1341" y="60535"/>
                  </a:lnTo>
                  <a:lnTo>
                    <a:pt x="0" y="60336"/>
                  </a:lnTo>
                  <a:lnTo>
                    <a:pt x="829" y="59593"/>
                  </a:lnTo>
                  <a:lnTo>
                    <a:pt x="2104" y="58450"/>
                  </a:lnTo>
                  <a:lnTo>
                    <a:pt x="4183" y="56587"/>
                  </a:lnTo>
                  <a:lnTo>
                    <a:pt x="5603" y="55315"/>
                  </a:lnTo>
                  <a:lnTo>
                    <a:pt x="6125" y="54848"/>
                  </a:lnTo>
                  <a:lnTo>
                    <a:pt x="7704" y="53432"/>
                  </a:lnTo>
                  <a:lnTo>
                    <a:pt x="7879" y="53275"/>
                  </a:lnTo>
                  <a:lnTo>
                    <a:pt x="10311" y="51109"/>
                  </a:lnTo>
                  <a:lnTo>
                    <a:pt x="14725" y="47175"/>
                  </a:lnTo>
                  <a:lnTo>
                    <a:pt x="16924" y="45215"/>
                  </a:lnTo>
                  <a:lnTo>
                    <a:pt x="19173" y="43211"/>
                  </a:lnTo>
                  <a:lnTo>
                    <a:pt x="23863" y="39032"/>
                  </a:lnTo>
                  <a:lnTo>
                    <a:pt x="24211" y="38722"/>
                  </a:lnTo>
                  <a:lnTo>
                    <a:pt x="24485" y="38478"/>
                  </a:lnTo>
                  <a:lnTo>
                    <a:pt x="28143" y="35219"/>
                  </a:lnTo>
                  <a:lnTo>
                    <a:pt x="28358" y="35027"/>
                  </a:lnTo>
                  <a:lnTo>
                    <a:pt x="28918" y="34528"/>
                  </a:lnTo>
                  <a:lnTo>
                    <a:pt x="31506" y="32222"/>
                  </a:lnTo>
                  <a:lnTo>
                    <a:pt x="32086" y="31705"/>
                  </a:lnTo>
                  <a:lnTo>
                    <a:pt x="32366" y="31456"/>
                  </a:lnTo>
                  <a:lnTo>
                    <a:pt x="32956" y="30929"/>
                  </a:lnTo>
                  <a:lnTo>
                    <a:pt x="33791" y="30185"/>
                  </a:lnTo>
                  <a:lnTo>
                    <a:pt x="35214" y="28918"/>
                  </a:lnTo>
                  <a:lnTo>
                    <a:pt x="38210" y="26248"/>
                  </a:lnTo>
                  <a:lnTo>
                    <a:pt x="39379" y="25206"/>
                  </a:lnTo>
                  <a:lnTo>
                    <a:pt x="40027" y="24629"/>
                  </a:lnTo>
                  <a:lnTo>
                    <a:pt x="40641" y="24082"/>
                  </a:lnTo>
                  <a:lnTo>
                    <a:pt x="41229" y="23558"/>
                  </a:lnTo>
                  <a:lnTo>
                    <a:pt x="41493" y="23323"/>
                  </a:lnTo>
                  <a:lnTo>
                    <a:pt x="45067" y="20238"/>
                  </a:lnTo>
                  <a:lnTo>
                    <a:pt x="45628" y="19753"/>
                  </a:lnTo>
                  <a:lnTo>
                    <a:pt x="46313" y="19162"/>
                  </a:lnTo>
                  <a:lnTo>
                    <a:pt x="52113" y="25739"/>
                  </a:lnTo>
                  <a:lnTo>
                    <a:pt x="55642" y="29456"/>
                  </a:lnTo>
                  <a:lnTo>
                    <a:pt x="56424" y="29549"/>
                  </a:lnTo>
                  <a:lnTo>
                    <a:pt x="58093" y="29749"/>
                  </a:lnTo>
                  <a:lnTo>
                    <a:pt x="58692" y="29820"/>
                  </a:lnTo>
                  <a:lnTo>
                    <a:pt x="60251" y="30006"/>
                  </a:lnTo>
                  <a:lnTo>
                    <a:pt x="64603" y="30506"/>
                  </a:lnTo>
                  <a:lnTo>
                    <a:pt x="67054" y="30787"/>
                  </a:lnTo>
                  <a:lnTo>
                    <a:pt x="67358" y="30822"/>
                  </a:lnTo>
                  <a:lnTo>
                    <a:pt x="67596" y="30849"/>
                  </a:lnTo>
                  <a:lnTo>
                    <a:pt x="71191" y="31262"/>
                  </a:lnTo>
                  <a:lnTo>
                    <a:pt x="78364" y="32085"/>
                  </a:lnTo>
                  <a:lnTo>
                    <a:pt x="78969" y="32154"/>
                  </a:lnTo>
                  <a:lnTo>
                    <a:pt x="84927" y="32877"/>
                  </a:lnTo>
                  <a:lnTo>
                    <a:pt x="85381" y="32932"/>
                  </a:lnTo>
                  <a:lnTo>
                    <a:pt x="86377" y="33053"/>
                  </a:lnTo>
                  <a:lnTo>
                    <a:pt x="90410" y="33426"/>
                  </a:lnTo>
                  <a:lnTo>
                    <a:pt x="91853" y="33577"/>
                  </a:lnTo>
                  <a:lnTo>
                    <a:pt x="95647" y="33977"/>
                  </a:lnTo>
                  <a:lnTo>
                    <a:pt x="95955" y="34022"/>
                  </a:lnTo>
                  <a:lnTo>
                    <a:pt x="98360" y="34379"/>
                  </a:lnTo>
                  <a:lnTo>
                    <a:pt x="98516" y="34402"/>
                  </a:lnTo>
                  <a:lnTo>
                    <a:pt x="102560" y="35083"/>
                  </a:lnTo>
                  <a:lnTo>
                    <a:pt x="105994" y="31869"/>
                  </a:lnTo>
                  <a:lnTo>
                    <a:pt x="113335" y="24557"/>
                  </a:lnTo>
                  <a:lnTo>
                    <a:pt x="115349" y="22551"/>
                  </a:lnTo>
                  <a:lnTo>
                    <a:pt x="115692" y="22209"/>
                  </a:lnTo>
                  <a:lnTo>
                    <a:pt x="116203" y="21700"/>
                  </a:lnTo>
                  <a:lnTo>
                    <a:pt x="118423" y="19488"/>
                  </a:lnTo>
                  <a:lnTo>
                    <a:pt x="122585" y="15344"/>
                  </a:lnTo>
                  <a:lnTo>
                    <a:pt x="122765" y="15166"/>
                  </a:lnTo>
                  <a:lnTo>
                    <a:pt x="126881" y="11113"/>
                  </a:lnTo>
                  <a:lnTo>
                    <a:pt x="127166" y="10790"/>
                  </a:lnTo>
                  <a:lnTo>
                    <a:pt x="127524" y="10385"/>
                  </a:lnTo>
                  <a:lnTo>
                    <a:pt x="128440" y="9347"/>
                  </a:lnTo>
                  <a:lnTo>
                    <a:pt x="129282" y="8394"/>
                  </a:lnTo>
                  <a:lnTo>
                    <a:pt x="130285" y="7258"/>
                  </a:lnTo>
                  <a:lnTo>
                    <a:pt x="130629" y="6884"/>
                  </a:lnTo>
                  <a:lnTo>
                    <a:pt x="130795" y="6704"/>
                  </a:lnTo>
                  <a:lnTo>
                    <a:pt x="131866" y="5539"/>
                  </a:lnTo>
                  <a:lnTo>
                    <a:pt x="132233" y="5140"/>
                  </a:lnTo>
                  <a:lnTo>
                    <a:pt x="132600" y="3564"/>
                  </a:lnTo>
                  <a:lnTo>
                    <a:pt x="132635" y="3412"/>
                  </a:lnTo>
                  <a:lnTo>
                    <a:pt x="132900" y="2102"/>
                  </a:lnTo>
                  <a:lnTo>
                    <a:pt x="133139" y="920"/>
                  </a:lnTo>
                  <a:lnTo>
                    <a:pt x="133221" y="517"/>
                  </a:lnTo>
                  <a:lnTo>
                    <a:pt x="133298" y="135"/>
                  </a:lnTo>
                  <a:lnTo>
                    <a:pt x="133326" y="0"/>
                  </a:lnTo>
                  <a:lnTo>
                    <a:pt x="136174" y="988"/>
                  </a:lnTo>
                  <a:lnTo>
                    <a:pt x="143669" y="2916"/>
                  </a:lnTo>
                  <a:lnTo>
                    <a:pt x="145094" y="3267"/>
                  </a:lnTo>
                  <a:lnTo>
                    <a:pt x="145905" y="3464"/>
                  </a:lnTo>
                  <a:lnTo>
                    <a:pt x="146349" y="3570"/>
                  </a:lnTo>
                  <a:lnTo>
                    <a:pt x="148667" y="4122"/>
                  </a:lnTo>
                  <a:lnTo>
                    <a:pt x="149527" y="4332"/>
                  </a:lnTo>
                  <a:lnTo>
                    <a:pt x="150727" y="4626"/>
                  </a:lnTo>
                  <a:lnTo>
                    <a:pt x="152189" y="4999"/>
                  </a:lnTo>
                  <a:lnTo>
                    <a:pt x="152696" y="5129"/>
                  </a:lnTo>
                  <a:lnTo>
                    <a:pt x="153060" y="5222"/>
                  </a:lnTo>
                  <a:lnTo>
                    <a:pt x="152333" y="6813"/>
                  </a:lnTo>
                  <a:lnTo>
                    <a:pt x="152184" y="7140"/>
                  </a:lnTo>
                  <a:lnTo>
                    <a:pt x="151821" y="7936"/>
                  </a:lnTo>
                  <a:lnTo>
                    <a:pt x="151711" y="8176"/>
                  </a:lnTo>
                  <a:lnTo>
                    <a:pt x="149430" y="13174"/>
                  </a:lnTo>
                  <a:lnTo>
                    <a:pt x="148953" y="14221"/>
                  </a:lnTo>
                  <a:lnTo>
                    <a:pt x="147858" y="16619"/>
                  </a:lnTo>
                  <a:lnTo>
                    <a:pt x="146000" y="20690"/>
                  </a:lnTo>
                  <a:lnTo>
                    <a:pt x="145028" y="22820"/>
                  </a:lnTo>
                  <a:lnTo>
                    <a:pt x="144275" y="24469"/>
                  </a:lnTo>
                  <a:lnTo>
                    <a:pt x="143698" y="25735"/>
                  </a:lnTo>
                  <a:lnTo>
                    <a:pt x="142476" y="28412"/>
                  </a:lnTo>
                  <a:lnTo>
                    <a:pt x="142085" y="29267"/>
                  </a:lnTo>
                  <a:lnTo>
                    <a:pt x="141980" y="29497"/>
                  </a:lnTo>
                  <a:lnTo>
                    <a:pt x="141921" y="2963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1658753" y="3059722"/>
              <a:ext cx="122995" cy="70263"/>
            </a:xfrm>
            <a:custGeom>
              <a:avLst/>
              <a:pathLst>
                <a:path w="122995" h="70263">
                  <a:moveTo>
                    <a:pt x="30529" y="2062"/>
                  </a:moveTo>
                  <a:lnTo>
                    <a:pt x="31978" y="2164"/>
                  </a:lnTo>
                  <a:lnTo>
                    <a:pt x="32451" y="2153"/>
                  </a:lnTo>
                  <a:lnTo>
                    <a:pt x="33140" y="2135"/>
                  </a:lnTo>
                  <a:lnTo>
                    <a:pt x="34147" y="2110"/>
                  </a:lnTo>
                  <a:lnTo>
                    <a:pt x="35129" y="2086"/>
                  </a:lnTo>
                  <a:lnTo>
                    <a:pt x="37174" y="2034"/>
                  </a:lnTo>
                  <a:lnTo>
                    <a:pt x="38494" y="2001"/>
                  </a:lnTo>
                  <a:lnTo>
                    <a:pt x="38668" y="1979"/>
                  </a:lnTo>
                  <a:lnTo>
                    <a:pt x="38796" y="1923"/>
                  </a:lnTo>
                  <a:lnTo>
                    <a:pt x="38923" y="1803"/>
                  </a:lnTo>
                  <a:lnTo>
                    <a:pt x="39887" y="1919"/>
                  </a:lnTo>
                  <a:lnTo>
                    <a:pt x="40350" y="1974"/>
                  </a:lnTo>
                  <a:lnTo>
                    <a:pt x="40783" y="2026"/>
                  </a:lnTo>
                  <a:lnTo>
                    <a:pt x="41035" y="2056"/>
                  </a:lnTo>
                  <a:lnTo>
                    <a:pt x="41509" y="2092"/>
                  </a:lnTo>
                  <a:lnTo>
                    <a:pt x="41925" y="2123"/>
                  </a:lnTo>
                  <a:lnTo>
                    <a:pt x="42187" y="2142"/>
                  </a:lnTo>
                  <a:lnTo>
                    <a:pt x="42920" y="2197"/>
                  </a:lnTo>
                  <a:lnTo>
                    <a:pt x="43406" y="2233"/>
                  </a:lnTo>
                  <a:lnTo>
                    <a:pt x="43757" y="2265"/>
                  </a:lnTo>
                  <a:lnTo>
                    <a:pt x="44529" y="2336"/>
                  </a:lnTo>
                  <a:lnTo>
                    <a:pt x="44745" y="2356"/>
                  </a:lnTo>
                  <a:lnTo>
                    <a:pt x="45944" y="2467"/>
                  </a:lnTo>
                  <a:lnTo>
                    <a:pt x="46521" y="2520"/>
                  </a:lnTo>
                  <a:lnTo>
                    <a:pt x="47524" y="2613"/>
                  </a:lnTo>
                  <a:lnTo>
                    <a:pt x="47664" y="2626"/>
                  </a:lnTo>
                  <a:lnTo>
                    <a:pt x="48429" y="2696"/>
                  </a:lnTo>
                  <a:lnTo>
                    <a:pt x="48806" y="2731"/>
                  </a:lnTo>
                  <a:lnTo>
                    <a:pt x="49688" y="2813"/>
                  </a:lnTo>
                  <a:lnTo>
                    <a:pt x="50617" y="2898"/>
                  </a:lnTo>
                  <a:lnTo>
                    <a:pt x="51513" y="2981"/>
                  </a:lnTo>
                  <a:lnTo>
                    <a:pt x="52778" y="3098"/>
                  </a:lnTo>
                  <a:lnTo>
                    <a:pt x="53555" y="3164"/>
                  </a:lnTo>
                  <a:lnTo>
                    <a:pt x="54564" y="3250"/>
                  </a:lnTo>
                  <a:lnTo>
                    <a:pt x="55037" y="3290"/>
                  </a:lnTo>
                  <a:lnTo>
                    <a:pt x="55356" y="3321"/>
                  </a:lnTo>
                  <a:lnTo>
                    <a:pt x="56299" y="3414"/>
                  </a:lnTo>
                  <a:lnTo>
                    <a:pt x="56482" y="3432"/>
                  </a:lnTo>
                  <a:lnTo>
                    <a:pt x="57331" y="3515"/>
                  </a:lnTo>
                  <a:lnTo>
                    <a:pt x="58771" y="3656"/>
                  </a:lnTo>
                  <a:lnTo>
                    <a:pt x="59194" y="3696"/>
                  </a:lnTo>
                  <a:lnTo>
                    <a:pt x="60859" y="3852"/>
                  </a:lnTo>
                  <a:lnTo>
                    <a:pt x="61207" y="3887"/>
                  </a:lnTo>
                  <a:lnTo>
                    <a:pt x="65677" y="4333"/>
                  </a:lnTo>
                  <a:lnTo>
                    <a:pt x="67218" y="4487"/>
                  </a:lnTo>
                  <a:lnTo>
                    <a:pt x="69738" y="4739"/>
                  </a:lnTo>
                  <a:lnTo>
                    <a:pt x="70517" y="4813"/>
                  </a:lnTo>
                  <a:lnTo>
                    <a:pt x="72203" y="4975"/>
                  </a:lnTo>
                  <a:lnTo>
                    <a:pt x="74497" y="5195"/>
                  </a:lnTo>
                  <a:lnTo>
                    <a:pt x="74898" y="5233"/>
                  </a:lnTo>
                  <a:lnTo>
                    <a:pt x="75323" y="5274"/>
                  </a:lnTo>
                  <a:lnTo>
                    <a:pt x="76377" y="5371"/>
                  </a:lnTo>
                  <a:lnTo>
                    <a:pt x="78648" y="5579"/>
                  </a:lnTo>
                  <a:lnTo>
                    <a:pt x="80833" y="5797"/>
                  </a:lnTo>
                  <a:lnTo>
                    <a:pt x="82319" y="5946"/>
                  </a:lnTo>
                  <a:lnTo>
                    <a:pt x="84923" y="6206"/>
                  </a:lnTo>
                  <a:lnTo>
                    <a:pt x="89976" y="6686"/>
                  </a:lnTo>
                  <a:lnTo>
                    <a:pt x="90740" y="6758"/>
                  </a:lnTo>
                  <a:lnTo>
                    <a:pt x="91436" y="6824"/>
                  </a:lnTo>
                  <a:lnTo>
                    <a:pt x="91679" y="6847"/>
                  </a:lnTo>
                  <a:lnTo>
                    <a:pt x="92998" y="6983"/>
                  </a:lnTo>
                  <a:lnTo>
                    <a:pt x="93224" y="7006"/>
                  </a:lnTo>
                  <a:lnTo>
                    <a:pt x="96600" y="7354"/>
                  </a:lnTo>
                  <a:lnTo>
                    <a:pt x="96779" y="7372"/>
                  </a:lnTo>
                  <a:lnTo>
                    <a:pt x="97001" y="7395"/>
                  </a:lnTo>
                  <a:lnTo>
                    <a:pt x="97375" y="7434"/>
                  </a:lnTo>
                  <a:lnTo>
                    <a:pt x="98486" y="7550"/>
                  </a:lnTo>
                  <a:lnTo>
                    <a:pt x="99035" y="7607"/>
                  </a:lnTo>
                  <a:lnTo>
                    <a:pt x="99550" y="7660"/>
                  </a:lnTo>
                  <a:lnTo>
                    <a:pt x="100717" y="7782"/>
                  </a:lnTo>
                  <a:lnTo>
                    <a:pt x="101591" y="7861"/>
                  </a:lnTo>
                  <a:lnTo>
                    <a:pt x="103621" y="8044"/>
                  </a:lnTo>
                  <a:lnTo>
                    <a:pt x="104306" y="8107"/>
                  </a:lnTo>
                  <a:lnTo>
                    <a:pt x="105591" y="8241"/>
                  </a:lnTo>
                  <a:lnTo>
                    <a:pt x="107206" y="8409"/>
                  </a:lnTo>
                  <a:lnTo>
                    <a:pt x="107811" y="8458"/>
                  </a:lnTo>
                  <a:lnTo>
                    <a:pt x="110186" y="8651"/>
                  </a:lnTo>
                  <a:lnTo>
                    <a:pt x="111119" y="8735"/>
                  </a:lnTo>
                  <a:lnTo>
                    <a:pt x="113057" y="8910"/>
                  </a:lnTo>
                  <a:lnTo>
                    <a:pt x="113635" y="8963"/>
                  </a:lnTo>
                  <a:lnTo>
                    <a:pt x="113990" y="8998"/>
                  </a:lnTo>
                  <a:lnTo>
                    <a:pt x="115379" y="9134"/>
                  </a:lnTo>
                  <a:lnTo>
                    <a:pt x="116361" y="9231"/>
                  </a:lnTo>
                  <a:lnTo>
                    <a:pt x="118790" y="9470"/>
                  </a:lnTo>
                  <a:lnTo>
                    <a:pt x="120776" y="9665"/>
                  </a:lnTo>
                  <a:lnTo>
                    <a:pt x="121119" y="9698"/>
                  </a:lnTo>
                  <a:lnTo>
                    <a:pt x="122584" y="9843"/>
                  </a:lnTo>
                  <a:lnTo>
                    <a:pt x="122995" y="9883"/>
                  </a:lnTo>
                  <a:lnTo>
                    <a:pt x="122961" y="10216"/>
                  </a:lnTo>
                  <a:lnTo>
                    <a:pt x="122841" y="11387"/>
                  </a:lnTo>
                  <a:lnTo>
                    <a:pt x="122824" y="11559"/>
                  </a:lnTo>
                  <a:lnTo>
                    <a:pt x="122771" y="12080"/>
                  </a:lnTo>
                  <a:lnTo>
                    <a:pt x="122130" y="15564"/>
                  </a:lnTo>
                  <a:lnTo>
                    <a:pt x="121489" y="18248"/>
                  </a:lnTo>
                  <a:lnTo>
                    <a:pt x="120328" y="22013"/>
                  </a:lnTo>
                  <a:lnTo>
                    <a:pt x="120182" y="22420"/>
                  </a:lnTo>
                  <a:lnTo>
                    <a:pt x="119899" y="23208"/>
                  </a:lnTo>
                  <a:lnTo>
                    <a:pt x="119567" y="24136"/>
                  </a:lnTo>
                  <a:lnTo>
                    <a:pt x="118846" y="25818"/>
                  </a:lnTo>
                  <a:lnTo>
                    <a:pt x="118708" y="26120"/>
                  </a:lnTo>
                  <a:lnTo>
                    <a:pt x="118423" y="26747"/>
                  </a:lnTo>
                  <a:lnTo>
                    <a:pt x="118171" y="27277"/>
                  </a:lnTo>
                  <a:lnTo>
                    <a:pt x="117887" y="27809"/>
                  </a:lnTo>
                  <a:lnTo>
                    <a:pt x="117324" y="28862"/>
                  </a:lnTo>
                  <a:lnTo>
                    <a:pt x="115699" y="31640"/>
                  </a:lnTo>
                  <a:lnTo>
                    <a:pt x="113599" y="35230"/>
                  </a:lnTo>
                  <a:lnTo>
                    <a:pt x="113408" y="35561"/>
                  </a:lnTo>
                  <a:lnTo>
                    <a:pt x="113093" y="36107"/>
                  </a:lnTo>
                  <a:lnTo>
                    <a:pt x="111446" y="38967"/>
                  </a:lnTo>
                  <a:lnTo>
                    <a:pt x="108180" y="44637"/>
                  </a:lnTo>
                  <a:lnTo>
                    <a:pt x="107230" y="46285"/>
                  </a:lnTo>
                  <a:lnTo>
                    <a:pt x="107150" y="46430"/>
                  </a:lnTo>
                  <a:lnTo>
                    <a:pt x="105658" y="49124"/>
                  </a:lnTo>
                  <a:lnTo>
                    <a:pt x="103801" y="52480"/>
                  </a:lnTo>
                  <a:lnTo>
                    <a:pt x="103505" y="53014"/>
                  </a:lnTo>
                  <a:lnTo>
                    <a:pt x="101943" y="55857"/>
                  </a:lnTo>
                  <a:lnTo>
                    <a:pt x="101407" y="56832"/>
                  </a:lnTo>
                  <a:lnTo>
                    <a:pt x="101257" y="57103"/>
                  </a:lnTo>
                  <a:lnTo>
                    <a:pt x="101141" y="57313"/>
                  </a:lnTo>
                  <a:lnTo>
                    <a:pt x="100124" y="59162"/>
                  </a:lnTo>
                  <a:lnTo>
                    <a:pt x="99633" y="60052"/>
                  </a:lnTo>
                  <a:lnTo>
                    <a:pt x="98899" y="61385"/>
                  </a:lnTo>
                  <a:lnTo>
                    <a:pt x="98719" y="61740"/>
                  </a:lnTo>
                  <a:lnTo>
                    <a:pt x="96454" y="65829"/>
                  </a:lnTo>
                  <a:lnTo>
                    <a:pt x="94611" y="69155"/>
                  </a:lnTo>
                  <a:lnTo>
                    <a:pt x="94507" y="69342"/>
                  </a:lnTo>
                  <a:lnTo>
                    <a:pt x="94278" y="69755"/>
                  </a:lnTo>
                  <a:lnTo>
                    <a:pt x="93997" y="70263"/>
                  </a:lnTo>
                  <a:lnTo>
                    <a:pt x="93191" y="70020"/>
                  </a:lnTo>
                  <a:lnTo>
                    <a:pt x="85105" y="67580"/>
                  </a:lnTo>
                  <a:lnTo>
                    <a:pt x="81012" y="66694"/>
                  </a:lnTo>
                  <a:lnTo>
                    <a:pt x="80610" y="66583"/>
                  </a:lnTo>
                  <a:lnTo>
                    <a:pt x="78623" y="66037"/>
                  </a:lnTo>
                  <a:lnTo>
                    <a:pt x="76034" y="65326"/>
                  </a:lnTo>
                  <a:lnTo>
                    <a:pt x="75839" y="65272"/>
                  </a:lnTo>
                  <a:lnTo>
                    <a:pt x="62407" y="61580"/>
                  </a:lnTo>
                  <a:lnTo>
                    <a:pt x="61847" y="61426"/>
                  </a:lnTo>
                  <a:lnTo>
                    <a:pt x="57666" y="60277"/>
                  </a:lnTo>
                  <a:lnTo>
                    <a:pt x="57377" y="60198"/>
                  </a:lnTo>
                  <a:lnTo>
                    <a:pt x="57138" y="60132"/>
                  </a:lnTo>
                  <a:lnTo>
                    <a:pt x="57011" y="60097"/>
                  </a:lnTo>
                  <a:lnTo>
                    <a:pt x="56804" y="60040"/>
                  </a:lnTo>
                  <a:lnTo>
                    <a:pt x="53093" y="59064"/>
                  </a:lnTo>
                  <a:lnTo>
                    <a:pt x="52879" y="59008"/>
                  </a:lnTo>
                  <a:lnTo>
                    <a:pt x="51641" y="58682"/>
                  </a:lnTo>
                  <a:lnTo>
                    <a:pt x="48733" y="57917"/>
                  </a:lnTo>
                  <a:lnTo>
                    <a:pt x="48123" y="57756"/>
                  </a:lnTo>
                  <a:lnTo>
                    <a:pt x="47145" y="57499"/>
                  </a:lnTo>
                  <a:lnTo>
                    <a:pt x="46989" y="57458"/>
                  </a:lnTo>
                  <a:lnTo>
                    <a:pt x="46805" y="57410"/>
                  </a:lnTo>
                  <a:lnTo>
                    <a:pt x="46480" y="57324"/>
                  </a:lnTo>
                  <a:lnTo>
                    <a:pt x="43564" y="56557"/>
                  </a:lnTo>
                  <a:lnTo>
                    <a:pt x="43346" y="56499"/>
                  </a:lnTo>
                  <a:lnTo>
                    <a:pt x="38538" y="55234"/>
                  </a:lnTo>
                  <a:lnTo>
                    <a:pt x="34966" y="54299"/>
                  </a:lnTo>
                  <a:lnTo>
                    <a:pt x="33693" y="53966"/>
                  </a:lnTo>
                  <a:lnTo>
                    <a:pt x="33355" y="53862"/>
                  </a:lnTo>
                  <a:lnTo>
                    <a:pt x="33721" y="52278"/>
                  </a:lnTo>
                  <a:lnTo>
                    <a:pt x="33914" y="50120"/>
                  </a:lnTo>
                  <a:lnTo>
                    <a:pt x="33919" y="48283"/>
                  </a:lnTo>
                  <a:lnTo>
                    <a:pt x="33593" y="45463"/>
                  </a:lnTo>
                  <a:lnTo>
                    <a:pt x="33389" y="44674"/>
                  </a:lnTo>
                  <a:lnTo>
                    <a:pt x="33102" y="43567"/>
                  </a:lnTo>
                  <a:lnTo>
                    <a:pt x="32498" y="41646"/>
                  </a:lnTo>
                  <a:lnTo>
                    <a:pt x="32352" y="41143"/>
                  </a:lnTo>
                  <a:lnTo>
                    <a:pt x="32076" y="40192"/>
                  </a:lnTo>
                  <a:lnTo>
                    <a:pt x="31030" y="35832"/>
                  </a:lnTo>
                  <a:lnTo>
                    <a:pt x="30898" y="35166"/>
                  </a:lnTo>
                  <a:lnTo>
                    <a:pt x="30588" y="33742"/>
                  </a:lnTo>
                  <a:lnTo>
                    <a:pt x="30305" y="32436"/>
                  </a:lnTo>
                  <a:lnTo>
                    <a:pt x="29882" y="30491"/>
                  </a:lnTo>
                  <a:lnTo>
                    <a:pt x="29681" y="29561"/>
                  </a:lnTo>
                  <a:lnTo>
                    <a:pt x="29210" y="27276"/>
                  </a:lnTo>
                  <a:lnTo>
                    <a:pt x="29034" y="26424"/>
                  </a:lnTo>
                  <a:lnTo>
                    <a:pt x="28961" y="26067"/>
                  </a:lnTo>
                  <a:lnTo>
                    <a:pt x="28883" y="25688"/>
                  </a:lnTo>
                  <a:lnTo>
                    <a:pt x="28854" y="25548"/>
                  </a:lnTo>
                  <a:lnTo>
                    <a:pt x="28651" y="24572"/>
                  </a:lnTo>
                  <a:lnTo>
                    <a:pt x="27769" y="21396"/>
                  </a:lnTo>
                  <a:lnTo>
                    <a:pt x="27511" y="20468"/>
                  </a:lnTo>
                  <a:lnTo>
                    <a:pt x="27502" y="20335"/>
                  </a:lnTo>
                  <a:lnTo>
                    <a:pt x="26682" y="20251"/>
                  </a:lnTo>
                  <a:lnTo>
                    <a:pt x="22908" y="19861"/>
                  </a:lnTo>
                  <a:lnTo>
                    <a:pt x="22247" y="19793"/>
                  </a:lnTo>
                  <a:lnTo>
                    <a:pt x="18228" y="19432"/>
                  </a:lnTo>
                  <a:lnTo>
                    <a:pt x="17508" y="19361"/>
                  </a:lnTo>
                  <a:lnTo>
                    <a:pt x="14156" y="19032"/>
                  </a:lnTo>
                  <a:lnTo>
                    <a:pt x="13321" y="18954"/>
                  </a:lnTo>
                  <a:lnTo>
                    <a:pt x="9564" y="18604"/>
                  </a:lnTo>
                  <a:lnTo>
                    <a:pt x="6217" y="18297"/>
                  </a:lnTo>
                  <a:lnTo>
                    <a:pt x="5082" y="18193"/>
                  </a:lnTo>
                  <a:lnTo>
                    <a:pt x="2443" y="17936"/>
                  </a:lnTo>
                  <a:lnTo>
                    <a:pt x="1783" y="17882"/>
                  </a:lnTo>
                  <a:lnTo>
                    <a:pt x="1012" y="17819"/>
                  </a:lnTo>
                  <a:lnTo>
                    <a:pt x="210" y="17752"/>
                  </a:lnTo>
                  <a:lnTo>
                    <a:pt x="0" y="17734"/>
                  </a:lnTo>
                  <a:lnTo>
                    <a:pt x="185" y="17065"/>
                  </a:lnTo>
                  <a:lnTo>
                    <a:pt x="370" y="16500"/>
                  </a:lnTo>
                  <a:lnTo>
                    <a:pt x="673" y="15575"/>
                  </a:lnTo>
                  <a:lnTo>
                    <a:pt x="801" y="15284"/>
                  </a:lnTo>
                  <a:lnTo>
                    <a:pt x="2167" y="12192"/>
                  </a:lnTo>
                  <a:lnTo>
                    <a:pt x="2996" y="10315"/>
                  </a:lnTo>
                  <a:lnTo>
                    <a:pt x="3355" y="9514"/>
                  </a:lnTo>
                  <a:lnTo>
                    <a:pt x="4197" y="7639"/>
                  </a:lnTo>
                  <a:lnTo>
                    <a:pt x="4312" y="7373"/>
                  </a:lnTo>
                  <a:lnTo>
                    <a:pt x="4446" y="7061"/>
                  </a:lnTo>
                  <a:lnTo>
                    <a:pt x="5078" y="5589"/>
                  </a:lnTo>
                  <a:lnTo>
                    <a:pt x="5343" y="4978"/>
                  </a:lnTo>
                  <a:lnTo>
                    <a:pt x="6408" y="2520"/>
                  </a:lnTo>
                  <a:lnTo>
                    <a:pt x="6613" y="2048"/>
                  </a:lnTo>
                  <a:lnTo>
                    <a:pt x="6869" y="1456"/>
                  </a:lnTo>
                  <a:lnTo>
                    <a:pt x="7163" y="778"/>
                  </a:lnTo>
                  <a:lnTo>
                    <a:pt x="7357" y="331"/>
                  </a:lnTo>
                  <a:lnTo>
                    <a:pt x="7500" y="0"/>
                  </a:lnTo>
                  <a:lnTo>
                    <a:pt x="8831" y="163"/>
                  </a:lnTo>
                  <a:lnTo>
                    <a:pt x="9172" y="196"/>
                  </a:lnTo>
                  <a:lnTo>
                    <a:pt x="21317" y="1379"/>
                  </a:lnTo>
                  <a:lnTo>
                    <a:pt x="22541" y="1498"/>
                  </a:lnTo>
                  <a:lnTo>
                    <a:pt x="27998" y="1883"/>
                  </a:lnTo>
                  <a:lnTo>
                    <a:pt x="28385" y="1911"/>
                  </a:lnTo>
                  <a:lnTo>
                    <a:pt x="28719" y="193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1546619" y="3050508"/>
              <a:ext cx="146052" cy="63092"/>
            </a:xfrm>
            <a:custGeom>
              <a:avLst/>
              <a:pathLst>
                <a:path w="146052" h="63092">
                  <a:moveTo>
                    <a:pt x="145484" y="63092"/>
                  </a:moveTo>
                  <a:lnTo>
                    <a:pt x="145136" y="63001"/>
                  </a:lnTo>
                  <a:lnTo>
                    <a:pt x="144477" y="62831"/>
                  </a:lnTo>
                  <a:lnTo>
                    <a:pt x="143709" y="62632"/>
                  </a:lnTo>
                  <a:lnTo>
                    <a:pt x="143445" y="62563"/>
                  </a:lnTo>
                  <a:lnTo>
                    <a:pt x="142329" y="62274"/>
                  </a:lnTo>
                  <a:lnTo>
                    <a:pt x="141475" y="62053"/>
                  </a:lnTo>
                  <a:lnTo>
                    <a:pt x="140597" y="61826"/>
                  </a:lnTo>
                  <a:lnTo>
                    <a:pt x="139724" y="61625"/>
                  </a:lnTo>
                  <a:lnTo>
                    <a:pt x="135653" y="60687"/>
                  </a:lnTo>
                  <a:lnTo>
                    <a:pt x="135346" y="60600"/>
                  </a:lnTo>
                  <a:lnTo>
                    <a:pt x="133654" y="60124"/>
                  </a:lnTo>
                  <a:lnTo>
                    <a:pt x="130249" y="59166"/>
                  </a:lnTo>
                  <a:lnTo>
                    <a:pt x="127000" y="58321"/>
                  </a:lnTo>
                  <a:lnTo>
                    <a:pt x="126309" y="58141"/>
                  </a:lnTo>
                  <a:lnTo>
                    <a:pt x="122800" y="57234"/>
                  </a:lnTo>
                  <a:lnTo>
                    <a:pt x="121703" y="56950"/>
                  </a:lnTo>
                  <a:lnTo>
                    <a:pt x="116488" y="55601"/>
                  </a:lnTo>
                  <a:lnTo>
                    <a:pt x="116201" y="55526"/>
                  </a:lnTo>
                  <a:lnTo>
                    <a:pt x="114879" y="55184"/>
                  </a:lnTo>
                  <a:lnTo>
                    <a:pt x="111677" y="54353"/>
                  </a:lnTo>
                  <a:lnTo>
                    <a:pt x="108128" y="53433"/>
                  </a:lnTo>
                  <a:lnTo>
                    <a:pt x="106170" y="52925"/>
                  </a:lnTo>
                  <a:lnTo>
                    <a:pt x="103504" y="52242"/>
                  </a:lnTo>
                  <a:lnTo>
                    <a:pt x="103236" y="52174"/>
                  </a:lnTo>
                  <a:lnTo>
                    <a:pt x="98531" y="50974"/>
                  </a:lnTo>
                  <a:lnTo>
                    <a:pt x="98122" y="50870"/>
                  </a:lnTo>
                  <a:lnTo>
                    <a:pt x="95155" y="50122"/>
                  </a:lnTo>
                  <a:lnTo>
                    <a:pt x="84507" y="47444"/>
                  </a:lnTo>
                  <a:lnTo>
                    <a:pt x="81895" y="46787"/>
                  </a:lnTo>
                  <a:lnTo>
                    <a:pt x="77565" y="45698"/>
                  </a:lnTo>
                  <a:lnTo>
                    <a:pt x="65050" y="42341"/>
                  </a:lnTo>
                  <a:lnTo>
                    <a:pt x="64673" y="42240"/>
                  </a:lnTo>
                  <a:lnTo>
                    <a:pt x="62660" y="41691"/>
                  </a:lnTo>
                  <a:lnTo>
                    <a:pt x="59778" y="40904"/>
                  </a:lnTo>
                  <a:lnTo>
                    <a:pt x="57375" y="40248"/>
                  </a:lnTo>
                  <a:lnTo>
                    <a:pt x="47440" y="37586"/>
                  </a:lnTo>
                  <a:lnTo>
                    <a:pt x="42548" y="36275"/>
                  </a:lnTo>
                  <a:lnTo>
                    <a:pt x="42134" y="36164"/>
                  </a:lnTo>
                  <a:lnTo>
                    <a:pt x="41514" y="35998"/>
                  </a:lnTo>
                  <a:lnTo>
                    <a:pt x="37328" y="34906"/>
                  </a:lnTo>
                  <a:lnTo>
                    <a:pt x="36332" y="34647"/>
                  </a:lnTo>
                  <a:lnTo>
                    <a:pt x="33396" y="33881"/>
                  </a:lnTo>
                  <a:lnTo>
                    <a:pt x="27696" y="32395"/>
                  </a:lnTo>
                  <a:lnTo>
                    <a:pt x="27253" y="32280"/>
                  </a:lnTo>
                  <a:lnTo>
                    <a:pt x="26995" y="32212"/>
                  </a:lnTo>
                  <a:lnTo>
                    <a:pt x="22224" y="30968"/>
                  </a:lnTo>
                  <a:lnTo>
                    <a:pt x="21817" y="30862"/>
                  </a:lnTo>
                  <a:lnTo>
                    <a:pt x="20116" y="30419"/>
                  </a:lnTo>
                  <a:lnTo>
                    <a:pt x="16907" y="29582"/>
                  </a:lnTo>
                  <a:lnTo>
                    <a:pt x="16751" y="29542"/>
                  </a:lnTo>
                  <a:lnTo>
                    <a:pt x="11956" y="28296"/>
                  </a:lnTo>
                  <a:lnTo>
                    <a:pt x="11720" y="28235"/>
                  </a:lnTo>
                  <a:lnTo>
                    <a:pt x="10665" y="27961"/>
                  </a:lnTo>
                  <a:lnTo>
                    <a:pt x="10526" y="27925"/>
                  </a:lnTo>
                  <a:lnTo>
                    <a:pt x="4479" y="26355"/>
                  </a:lnTo>
                  <a:lnTo>
                    <a:pt x="1630" y="25559"/>
                  </a:lnTo>
                  <a:lnTo>
                    <a:pt x="0" y="24985"/>
                  </a:lnTo>
                  <a:lnTo>
                    <a:pt x="368" y="24653"/>
                  </a:lnTo>
                  <a:lnTo>
                    <a:pt x="5867" y="19689"/>
                  </a:lnTo>
                  <a:lnTo>
                    <a:pt x="7288" y="18406"/>
                  </a:lnTo>
                  <a:lnTo>
                    <a:pt x="11345" y="14744"/>
                  </a:lnTo>
                  <a:lnTo>
                    <a:pt x="11839" y="14298"/>
                  </a:lnTo>
                  <a:lnTo>
                    <a:pt x="15307" y="11167"/>
                  </a:lnTo>
                  <a:lnTo>
                    <a:pt x="16857" y="9769"/>
                  </a:lnTo>
                  <a:lnTo>
                    <a:pt x="25617" y="1860"/>
                  </a:lnTo>
                  <a:lnTo>
                    <a:pt x="26201" y="1333"/>
                  </a:lnTo>
                  <a:lnTo>
                    <a:pt x="26812" y="782"/>
                  </a:lnTo>
                  <a:lnTo>
                    <a:pt x="27381" y="268"/>
                  </a:lnTo>
                  <a:lnTo>
                    <a:pt x="27729" y="0"/>
                  </a:lnTo>
                  <a:lnTo>
                    <a:pt x="29070" y="198"/>
                  </a:lnTo>
                  <a:lnTo>
                    <a:pt x="32715" y="738"/>
                  </a:lnTo>
                  <a:lnTo>
                    <a:pt x="33075" y="779"/>
                  </a:lnTo>
                  <a:lnTo>
                    <a:pt x="40546" y="1623"/>
                  </a:lnTo>
                  <a:lnTo>
                    <a:pt x="42094" y="1761"/>
                  </a:lnTo>
                  <a:lnTo>
                    <a:pt x="45907" y="2100"/>
                  </a:lnTo>
                  <a:lnTo>
                    <a:pt x="51169" y="2568"/>
                  </a:lnTo>
                  <a:lnTo>
                    <a:pt x="54049" y="2824"/>
                  </a:lnTo>
                  <a:lnTo>
                    <a:pt x="57883" y="3204"/>
                  </a:lnTo>
                  <a:lnTo>
                    <a:pt x="59715" y="3385"/>
                  </a:lnTo>
                  <a:lnTo>
                    <a:pt x="61874" y="3599"/>
                  </a:lnTo>
                  <a:lnTo>
                    <a:pt x="62890" y="3699"/>
                  </a:lnTo>
                  <a:lnTo>
                    <a:pt x="66999" y="4106"/>
                  </a:lnTo>
                  <a:lnTo>
                    <a:pt x="67867" y="4194"/>
                  </a:lnTo>
                  <a:lnTo>
                    <a:pt x="72147" y="4629"/>
                  </a:lnTo>
                  <a:lnTo>
                    <a:pt x="77296" y="5153"/>
                  </a:lnTo>
                  <a:lnTo>
                    <a:pt x="78878" y="5313"/>
                  </a:lnTo>
                  <a:lnTo>
                    <a:pt x="82603" y="5692"/>
                  </a:lnTo>
                  <a:lnTo>
                    <a:pt x="83421" y="5775"/>
                  </a:lnTo>
                  <a:lnTo>
                    <a:pt x="83983" y="5825"/>
                  </a:lnTo>
                  <a:lnTo>
                    <a:pt x="85478" y="5959"/>
                  </a:lnTo>
                  <a:lnTo>
                    <a:pt x="85619" y="5972"/>
                  </a:lnTo>
                  <a:lnTo>
                    <a:pt x="87632" y="6151"/>
                  </a:lnTo>
                  <a:lnTo>
                    <a:pt x="88575" y="6235"/>
                  </a:lnTo>
                  <a:lnTo>
                    <a:pt x="94159" y="6745"/>
                  </a:lnTo>
                  <a:lnTo>
                    <a:pt x="95439" y="6862"/>
                  </a:lnTo>
                  <a:lnTo>
                    <a:pt x="95631" y="6879"/>
                  </a:lnTo>
                  <a:lnTo>
                    <a:pt x="97533" y="7053"/>
                  </a:lnTo>
                  <a:lnTo>
                    <a:pt x="99400" y="7223"/>
                  </a:lnTo>
                  <a:lnTo>
                    <a:pt x="100807" y="7352"/>
                  </a:lnTo>
                  <a:lnTo>
                    <a:pt x="100986" y="7370"/>
                  </a:lnTo>
                  <a:lnTo>
                    <a:pt x="105835" y="7865"/>
                  </a:lnTo>
                  <a:lnTo>
                    <a:pt x="105987" y="7881"/>
                  </a:lnTo>
                  <a:lnTo>
                    <a:pt x="106209" y="7907"/>
                  </a:lnTo>
                  <a:lnTo>
                    <a:pt x="110429" y="8279"/>
                  </a:lnTo>
                  <a:lnTo>
                    <a:pt x="111256" y="8352"/>
                  </a:lnTo>
                  <a:lnTo>
                    <a:pt x="111492" y="8376"/>
                  </a:lnTo>
                  <a:lnTo>
                    <a:pt x="117165" y="8954"/>
                  </a:lnTo>
                  <a:lnTo>
                    <a:pt x="118019" y="9041"/>
                  </a:lnTo>
                  <a:lnTo>
                    <a:pt x="119223" y="9164"/>
                  </a:lnTo>
                  <a:lnTo>
                    <a:pt x="119634" y="9214"/>
                  </a:lnTo>
                  <a:lnTo>
                    <a:pt x="119490" y="9546"/>
                  </a:lnTo>
                  <a:lnTo>
                    <a:pt x="119296" y="9993"/>
                  </a:lnTo>
                  <a:lnTo>
                    <a:pt x="119003" y="10670"/>
                  </a:lnTo>
                  <a:lnTo>
                    <a:pt x="118746" y="11262"/>
                  </a:lnTo>
                  <a:lnTo>
                    <a:pt x="118542" y="11734"/>
                  </a:lnTo>
                  <a:lnTo>
                    <a:pt x="117476" y="14193"/>
                  </a:lnTo>
                  <a:lnTo>
                    <a:pt x="117212" y="14803"/>
                  </a:lnTo>
                  <a:lnTo>
                    <a:pt x="116579" y="16275"/>
                  </a:lnTo>
                  <a:lnTo>
                    <a:pt x="116445" y="16588"/>
                  </a:lnTo>
                  <a:lnTo>
                    <a:pt x="116331" y="16854"/>
                  </a:lnTo>
                  <a:lnTo>
                    <a:pt x="115489" y="18729"/>
                  </a:lnTo>
                  <a:lnTo>
                    <a:pt x="115129" y="19529"/>
                  </a:lnTo>
                  <a:lnTo>
                    <a:pt x="114300" y="21406"/>
                  </a:lnTo>
                  <a:lnTo>
                    <a:pt x="112935" y="24499"/>
                  </a:lnTo>
                  <a:lnTo>
                    <a:pt x="112806" y="24789"/>
                  </a:lnTo>
                  <a:lnTo>
                    <a:pt x="112503" y="25715"/>
                  </a:lnTo>
                  <a:lnTo>
                    <a:pt x="112318" y="26280"/>
                  </a:lnTo>
                  <a:lnTo>
                    <a:pt x="112133" y="26949"/>
                  </a:lnTo>
                  <a:lnTo>
                    <a:pt x="112343" y="26966"/>
                  </a:lnTo>
                  <a:lnTo>
                    <a:pt x="113146" y="27033"/>
                  </a:lnTo>
                  <a:lnTo>
                    <a:pt x="113916" y="27097"/>
                  </a:lnTo>
                  <a:lnTo>
                    <a:pt x="114577" y="27151"/>
                  </a:lnTo>
                  <a:lnTo>
                    <a:pt x="117215" y="27407"/>
                  </a:lnTo>
                  <a:lnTo>
                    <a:pt x="118351" y="27512"/>
                  </a:lnTo>
                  <a:lnTo>
                    <a:pt x="121697" y="27819"/>
                  </a:lnTo>
                  <a:lnTo>
                    <a:pt x="125454" y="28168"/>
                  </a:lnTo>
                  <a:lnTo>
                    <a:pt x="126290" y="28246"/>
                  </a:lnTo>
                  <a:lnTo>
                    <a:pt x="129641" y="28576"/>
                  </a:lnTo>
                  <a:lnTo>
                    <a:pt x="130362" y="28647"/>
                  </a:lnTo>
                  <a:lnTo>
                    <a:pt x="134380" y="29007"/>
                  </a:lnTo>
                  <a:lnTo>
                    <a:pt x="135041" y="29075"/>
                  </a:lnTo>
                  <a:lnTo>
                    <a:pt x="138815" y="29465"/>
                  </a:lnTo>
                  <a:lnTo>
                    <a:pt x="139636" y="29550"/>
                  </a:lnTo>
                  <a:lnTo>
                    <a:pt x="139645" y="29683"/>
                  </a:lnTo>
                  <a:lnTo>
                    <a:pt x="139902" y="30610"/>
                  </a:lnTo>
                  <a:lnTo>
                    <a:pt x="140799" y="33857"/>
                  </a:lnTo>
                  <a:lnTo>
                    <a:pt x="140987" y="34763"/>
                  </a:lnTo>
                  <a:lnTo>
                    <a:pt x="141016" y="34902"/>
                  </a:lnTo>
                  <a:lnTo>
                    <a:pt x="141095" y="35283"/>
                  </a:lnTo>
                  <a:lnTo>
                    <a:pt x="141168" y="35638"/>
                  </a:lnTo>
                  <a:lnTo>
                    <a:pt x="141343" y="36490"/>
                  </a:lnTo>
                  <a:lnTo>
                    <a:pt x="141814" y="38776"/>
                  </a:lnTo>
                  <a:lnTo>
                    <a:pt x="142016" y="39705"/>
                  </a:lnTo>
                  <a:lnTo>
                    <a:pt x="142438" y="41650"/>
                  </a:lnTo>
                  <a:lnTo>
                    <a:pt x="142722" y="42956"/>
                  </a:lnTo>
                  <a:lnTo>
                    <a:pt x="143031" y="44381"/>
                  </a:lnTo>
                  <a:lnTo>
                    <a:pt x="143164" y="45046"/>
                  </a:lnTo>
                  <a:lnTo>
                    <a:pt x="144210" y="49407"/>
                  </a:lnTo>
                  <a:lnTo>
                    <a:pt x="144486" y="50357"/>
                  </a:lnTo>
                  <a:lnTo>
                    <a:pt x="144638" y="50880"/>
                  </a:lnTo>
                  <a:lnTo>
                    <a:pt x="145236" y="52782"/>
                  </a:lnTo>
                  <a:lnTo>
                    <a:pt x="145522" y="53888"/>
                  </a:lnTo>
                  <a:lnTo>
                    <a:pt x="145727" y="54678"/>
                  </a:lnTo>
                  <a:lnTo>
                    <a:pt x="146052" y="57498"/>
                  </a:lnTo>
                  <a:lnTo>
                    <a:pt x="146047" y="59335"/>
                  </a:lnTo>
                  <a:lnTo>
                    <a:pt x="145855" y="614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1458890" y="3042987"/>
              <a:ext cx="115392" cy="92076"/>
            </a:xfrm>
            <a:custGeom>
              <a:avLst/>
              <a:pathLst>
                <a:path w="115392" h="92076">
                  <a:moveTo>
                    <a:pt x="25982" y="87256"/>
                  </a:moveTo>
                  <a:lnTo>
                    <a:pt x="21713" y="90896"/>
                  </a:lnTo>
                  <a:lnTo>
                    <a:pt x="20491" y="91938"/>
                  </a:lnTo>
                  <a:lnTo>
                    <a:pt x="20329" y="92076"/>
                  </a:lnTo>
                  <a:lnTo>
                    <a:pt x="19732" y="91999"/>
                  </a:lnTo>
                  <a:lnTo>
                    <a:pt x="19436" y="91960"/>
                  </a:lnTo>
                  <a:lnTo>
                    <a:pt x="18648" y="91694"/>
                  </a:lnTo>
                  <a:lnTo>
                    <a:pt x="18167" y="91532"/>
                  </a:lnTo>
                  <a:lnTo>
                    <a:pt x="15083" y="90492"/>
                  </a:lnTo>
                  <a:lnTo>
                    <a:pt x="14095" y="90448"/>
                  </a:lnTo>
                  <a:lnTo>
                    <a:pt x="13088" y="90404"/>
                  </a:lnTo>
                  <a:lnTo>
                    <a:pt x="12039" y="90358"/>
                  </a:lnTo>
                  <a:lnTo>
                    <a:pt x="11627" y="90434"/>
                  </a:lnTo>
                  <a:lnTo>
                    <a:pt x="6932" y="91294"/>
                  </a:lnTo>
                  <a:lnTo>
                    <a:pt x="6409" y="91390"/>
                  </a:lnTo>
                  <a:lnTo>
                    <a:pt x="5256" y="91601"/>
                  </a:lnTo>
                  <a:lnTo>
                    <a:pt x="4351" y="91767"/>
                  </a:lnTo>
                  <a:lnTo>
                    <a:pt x="3921" y="91846"/>
                  </a:lnTo>
                  <a:lnTo>
                    <a:pt x="3768" y="91874"/>
                  </a:lnTo>
                  <a:lnTo>
                    <a:pt x="3339" y="91869"/>
                  </a:lnTo>
                  <a:lnTo>
                    <a:pt x="2937" y="91864"/>
                  </a:lnTo>
                  <a:lnTo>
                    <a:pt x="2264" y="91856"/>
                  </a:lnTo>
                  <a:lnTo>
                    <a:pt x="0" y="91609"/>
                  </a:lnTo>
                  <a:lnTo>
                    <a:pt x="638" y="89580"/>
                  </a:lnTo>
                  <a:lnTo>
                    <a:pt x="703" y="89340"/>
                  </a:lnTo>
                  <a:lnTo>
                    <a:pt x="2161" y="83957"/>
                  </a:lnTo>
                  <a:lnTo>
                    <a:pt x="3251" y="81310"/>
                  </a:lnTo>
                  <a:lnTo>
                    <a:pt x="4133" y="80060"/>
                  </a:lnTo>
                  <a:lnTo>
                    <a:pt x="4572" y="79438"/>
                  </a:lnTo>
                  <a:lnTo>
                    <a:pt x="4681" y="79284"/>
                  </a:lnTo>
                  <a:lnTo>
                    <a:pt x="5284" y="78429"/>
                  </a:lnTo>
                  <a:lnTo>
                    <a:pt x="5395" y="78233"/>
                  </a:lnTo>
                  <a:lnTo>
                    <a:pt x="7400" y="74691"/>
                  </a:lnTo>
                  <a:lnTo>
                    <a:pt x="7766" y="74113"/>
                  </a:lnTo>
                  <a:lnTo>
                    <a:pt x="9582" y="71239"/>
                  </a:lnTo>
                  <a:lnTo>
                    <a:pt x="10118" y="70392"/>
                  </a:lnTo>
                  <a:lnTo>
                    <a:pt x="10510" y="69787"/>
                  </a:lnTo>
                  <a:lnTo>
                    <a:pt x="13030" y="65903"/>
                  </a:lnTo>
                  <a:lnTo>
                    <a:pt x="13549" y="65102"/>
                  </a:lnTo>
                  <a:lnTo>
                    <a:pt x="13711" y="64852"/>
                  </a:lnTo>
                  <a:lnTo>
                    <a:pt x="14806" y="63164"/>
                  </a:lnTo>
                  <a:lnTo>
                    <a:pt x="16074" y="61091"/>
                  </a:lnTo>
                  <a:lnTo>
                    <a:pt x="16225" y="60844"/>
                  </a:lnTo>
                  <a:lnTo>
                    <a:pt x="18790" y="56651"/>
                  </a:lnTo>
                  <a:lnTo>
                    <a:pt x="19019" y="56276"/>
                  </a:lnTo>
                  <a:lnTo>
                    <a:pt x="20760" y="53405"/>
                  </a:lnTo>
                  <a:lnTo>
                    <a:pt x="22333" y="50811"/>
                  </a:lnTo>
                  <a:lnTo>
                    <a:pt x="24597" y="47075"/>
                  </a:lnTo>
                  <a:lnTo>
                    <a:pt x="24987" y="46390"/>
                  </a:lnTo>
                  <a:lnTo>
                    <a:pt x="26989" y="42872"/>
                  </a:lnTo>
                  <a:lnTo>
                    <a:pt x="27559" y="41871"/>
                  </a:lnTo>
                  <a:lnTo>
                    <a:pt x="30391" y="38782"/>
                  </a:lnTo>
                  <a:lnTo>
                    <a:pt x="34656" y="36106"/>
                  </a:lnTo>
                  <a:lnTo>
                    <a:pt x="37351" y="34415"/>
                  </a:lnTo>
                  <a:lnTo>
                    <a:pt x="37664" y="34024"/>
                  </a:lnTo>
                  <a:lnTo>
                    <a:pt x="39462" y="31771"/>
                  </a:lnTo>
                  <a:lnTo>
                    <a:pt x="40017" y="28431"/>
                  </a:lnTo>
                  <a:lnTo>
                    <a:pt x="40835" y="23500"/>
                  </a:lnTo>
                  <a:lnTo>
                    <a:pt x="40866" y="23321"/>
                  </a:lnTo>
                  <a:lnTo>
                    <a:pt x="41510" y="19523"/>
                  </a:lnTo>
                  <a:lnTo>
                    <a:pt x="41678" y="18534"/>
                  </a:lnTo>
                  <a:lnTo>
                    <a:pt x="42166" y="15661"/>
                  </a:lnTo>
                  <a:lnTo>
                    <a:pt x="42819" y="11475"/>
                  </a:lnTo>
                  <a:lnTo>
                    <a:pt x="43267" y="7446"/>
                  </a:lnTo>
                  <a:lnTo>
                    <a:pt x="43339" y="6792"/>
                  </a:lnTo>
                  <a:lnTo>
                    <a:pt x="43387" y="6366"/>
                  </a:lnTo>
                  <a:lnTo>
                    <a:pt x="43422" y="6051"/>
                  </a:lnTo>
                  <a:lnTo>
                    <a:pt x="43738" y="2897"/>
                  </a:lnTo>
                  <a:lnTo>
                    <a:pt x="43876" y="1521"/>
                  </a:lnTo>
                  <a:lnTo>
                    <a:pt x="43947" y="815"/>
                  </a:lnTo>
                  <a:lnTo>
                    <a:pt x="43974" y="552"/>
                  </a:lnTo>
                  <a:lnTo>
                    <a:pt x="44094" y="0"/>
                  </a:lnTo>
                  <a:lnTo>
                    <a:pt x="44513" y="91"/>
                  </a:lnTo>
                  <a:lnTo>
                    <a:pt x="45157" y="233"/>
                  </a:lnTo>
                  <a:lnTo>
                    <a:pt x="45783" y="371"/>
                  </a:lnTo>
                  <a:lnTo>
                    <a:pt x="46485" y="525"/>
                  </a:lnTo>
                  <a:lnTo>
                    <a:pt x="46705" y="573"/>
                  </a:lnTo>
                  <a:lnTo>
                    <a:pt x="47581" y="766"/>
                  </a:lnTo>
                  <a:lnTo>
                    <a:pt x="47764" y="783"/>
                  </a:lnTo>
                  <a:lnTo>
                    <a:pt x="51625" y="1144"/>
                  </a:lnTo>
                  <a:lnTo>
                    <a:pt x="51833" y="1164"/>
                  </a:lnTo>
                  <a:lnTo>
                    <a:pt x="53020" y="1235"/>
                  </a:lnTo>
                  <a:lnTo>
                    <a:pt x="53153" y="1243"/>
                  </a:lnTo>
                  <a:lnTo>
                    <a:pt x="56842" y="1464"/>
                  </a:lnTo>
                  <a:lnTo>
                    <a:pt x="57097" y="1480"/>
                  </a:lnTo>
                  <a:lnTo>
                    <a:pt x="58189" y="1545"/>
                  </a:lnTo>
                  <a:lnTo>
                    <a:pt x="58501" y="1564"/>
                  </a:lnTo>
                  <a:lnTo>
                    <a:pt x="61873" y="1768"/>
                  </a:lnTo>
                  <a:lnTo>
                    <a:pt x="62099" y="1782"/>
                  </a:lnTo>
                  <a:lnTo>
                    <a:pt x="63070" y="1841"/>
                  </a:lnTo>
                  <a:lnTo>
                    <a:pt x="67008" y="2080"/>
                  </a:lnTo>
                  <a:lnTo>
                    <a:pt x="67824" y="2156"/>
                  </a:lnTo>
                  <a:lnTo>
                    <a:pt x="68022" y="2175"/>
                  </a:lnTo>
                  <a:lnTo>
                    <a:pt x="68415" y="2212"/>
                  </a:lnTo>
                  <a:lnTo>
                    <a:pt x="73378" y="2677"/>
                  </a:lnTo>
                  <a:lnTo>
                    <a:pt x="73871" y="2723"/>
                  </a:lnTo>
                  <a:lnTo>
                    <a:pt x="75933" y="2916"/>
                  </a:lnTo>
                  <a:lnTo>
                    <a:pt x="76173" y="2939"/>
                  </a:lnTo>
                  <a:lnTo>
                    <a:pt x="81768" y="3494"/>
                  </a:lnTo>
                  <a:lnTo>
                    <a:pt x="81974" y="3516"/>
                  </a:lnTo>
                  <a:lnTo>
                    <a:pt x="83985" y="3738"/>
                  </a:lnTo>
                  <a:lnTo>
                    <a:pt x="84220" y="3764"/>
                  </a:lnTo>
                  <a:lnTo>
                    <a:pt x="85662" y="3923"/>
                  </a:lnTo>
                  <a:lnTo>
                    <a:pt x="90419" y="4448"/>
                  </a:lnTo>
                  <a:lnTo>
                    <a:pt x="92233" y="4648"/>
                  </a:lnTo>
                  <a:lnTo>
                    <a:pt x="92456" y="4673"/>
                  </a:lnTo>
                  <a:lnTo>
                    <a:pt x="99104" y="5407"/>
                  </a:lnTo>
                  <a:lnTo>
                    <a:pt x="99789" y="5482"/>
                  </a:lnTo>
                  <a:lnTo>
                    <a:pt x="102661" y="5799"/>
                  </a:lnTo>
                  <a:lnTo>
                    <a:pt x="102940" y="5830"/>
                  </a:lnTo>
                  <a:lnTo>
                    <a:pt x="103863" y="5932"/>
                  </a:lnTo>
                  <a:lnTo>
                    <a:pt x="105219" y="6081"/>
                  </a:lnTo>
                  <a:lnTo>
                    <a:pt x="106927" y="6321"/>
                  </a:lnTo>
                  <a:lnTo>
                    <a:pt x="108660" y="6565"/>
                  </a:lnTo>
                  <a:lnTo>
                    <a:pt x="109535" y="6688"/>
                  </a:lnTo>
                  <a:lnTo>
                    <a:pt x="115047" y="7462"/>
                  </a:lnTo>
                  <a:lnTo>
                    <a:pt x="115392" y="7534"/>
                  </a:lnTo>
                  <a:lnTo>
                    <a:pt x="115111" y="7789"/>
                  </a:lnTo>
                  <a:lnTo>
                    <a:pt x="114541" y="8303"/>
                  </a:lnTo>
                  <a:lnTo>
                    <a:pt x="113931" y="8854"/>
                  </a:lnTo>
                  <a:lnTo>
                    <a:pt x="113347" y="9381"/>
                  </a:lnTo>
                  <a:lnTo>
                    <a:pt x="104586" y="17289"/>
                  </a:lnTo>
                  <a:lnTo>
                    <a:pt x="102963" y="18754"/>
                  </a:lnTo>
                  <a:lnTo>
                    <a:pt x="99569" y="21818"/>
                  </a:lnTo>
                  <a:lnTo>
                    <a:pt x="99075" y="22264"/>
                  </a:lnTo>
                  <a:lnTo>
                    <a:pt x="95018" y="25927"/>
                  </a:lnTo>
                  <a:lnTo>
                    <a:pt x="93597" y="27209"/>
                  </a:lnTo>
                  <a:lnTo>
                    <a:pt x="88091" y="32180"/>
                  </a:lnTo>
                  <a:lnTo>
                    <a:pt x="87630" y="32596"/>
                  </a:lnTo>
                  <a:lnTo>
                    <a:pt x="85360" y="34635"/>
                  </a:lnTo>
                  <a:lnTo>
                    <a:pt x="84951" y="35002"/>
                  </a:lnTo>
                  <a:lnTo>
                    <a:pt x="84571" y="35344"/>
                  </a:lnTo>
                  <a:lnTo>
                    <a:pt x="81142" y="38425"/>
                  </a:lnTo>
                  <a:lnTo>
                    <a:pt x="77372" y="41812"/>
                  </a:lnTo>
                  <a:lnTo>
                    <a:pt x="77181" y="41984"/>
                  </a:lnTo>
                  <a:lnTo>
                    <a:pt x="72571" y="46125"/>
                  </a:lnTo>
                  <a:lnTo>
                    <a:pt x="70566" y="47941"/>
                  </a:lnTo>
                  <a:lnTo>
                    <a:pt x="69112" y="49258"/>
                  </a:lnTo>
                  <a:lnTo>
                    <a:pt x="62549" y="55201"/>
                  </a:lnTo>
                  <a:lnTo>
                    <a:pt x="62324" y="55404"/>
                  </a:lnTo>
                  <a:lnTo>
                    <a:pt x="58805" y="58563"/>
                  </a:lnTo>
                  <a:lnTo>
                    <a:pt x="51577" y="65050"/>
                  </a:lnTo>
                  <a:lnTo>
                    <a:pt x="49044" y="67303"/>
                  </a:lnTo>
                  <a:lnTo>
                    <a:pt x="45248" y="70678"/>
                  </a:lnTo>
                  <a:lnTo>
                    <a:pt x="42054" y="73518"/>
                  </a:lnTo>
                  <a:lnTo>
                    <a:pt x="41287" y="74200"/>
                  </a:lnTo>
                  <a:lnTo>
                    <a:pt x="40729" y="74696"/>
                  </a:lnTo>
                  <a:lnTo>
                    <a:pt x="38826" y="76317"/>
                  </a:lnTo>
                  <a:lnTo>
                    <a:pt x="32818" y="81433"/>
                  </a:lnTo>
                  <a:lnTo>
                    <a:pt x="28822" y="84836"/>
                  </a:lnTo>
                  <a:lnTo>
                    <a:pt x="27758" y="8574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1422858" y="3026658"/>
              <a:ext cx="79979" cy="107938"/>
            </a:xfrm>
            <a:custGeom>
              <a:avLst/>
              <a:pathLst>
                <a:path w="79979" h="107938">
                  <a:moveTo>
                    <a:pt x="60629" y="63404"/>
                  </a:moveTo>
                  <a:lnTo>
                    <a:pt x="58365" y="67140"/>
                  </a:lnTo>
                  <a:lnTo>
                    <a:pt x="56792" y="69734"/>
                  </a:lnTo>
                  <a:lnTo>
                    <a:pt x="54984" y="72715"/>
                  </a:lnTo>
                  <a:lnTo>
                    <a:pt x="54822" y="72980"/>
                  </a:lnTo>
                  <a:lnTo>
                    <a:pt x="52257" y="77174"/>
                  </a:lnTo>
                  <a:lnTo>
                    <a:pt x="52106" y="77420"/>
                  </a:lnTo>
                  <a:lnTo>
                    <a:pt x="50838" y="79493"/>
                  </a:lnTo>
                  <a:lnTo>
                    <a:pt x="49743" y="81182"/>
                  </a:lnTo>
                  <a:lnTo>
                    <a:pt x="49581" y="81431"/>
                  </a:lnTo>
                  <a:lnTo>
                    <a:pt x="48979" y="82359"/>
                  </a:lnTo>
                  <a:lnTo>
                    <a:pt x="46542" y="86116"/>
                  </a:lnTo>
                  <a:lnTo>
                    <a:pt x="46147" y="86725"/>
                  </a:lnTo>
                  <a:lnTo>
                    <a:pt x="45614" y="87568"/>
                  </a:lnTo>
                  <a:lnTo>
                    <a:pt x="43798" y="90442"/>
                  </a:lnTo>
                  <a:lnTo>
                    <a:pt x="43374" y="91123"/>
                  </a:lnTo>
                  <a:lnTo>
                    <a:pt x="41427" y="94562"/>
                  </a:lnTo>
                  <a:lnTo>
                    <a:pt x="41316" y="94758"/>
                  </a:lnTo>
                  <a:lnTo>
                    <a:pt x="40713" y="95613"/>
                  </a:lnTo>
                  <a:lnTo>
                    <a:pt x="40604" y="95767"/>
                  </a:lnTo>
                  <a:lnTo>
                    <a:pt x="40165" y="96389"/>
                  </a:lnTo>
                  <a:lnTo>
                    <a:pt x="39283" y="97639"/>
                  </a:lnTo>
                  <a:lnTo>
                    <a:pt x="38193" y="100286"/>
                  </a:lnTo>
                  <a:lnTo>
                    <a:pt x="36735" y="105669"/>
                  </a:lnTo>
                  <a:lnTo>
                    <a:pt x="36670" y="105909"/>
                  </a:lnTo>
                  <a:lnTo>
                    <a:pt x="36031" y="107938"/>
                  </a:lnTo>
                  <a:lnTo>
                    <a:pt x="35448" y="107875"/>
                  </a:lnTo>
                  <a:lnTo>
                    <a:pt x="32349" y="107536"/>
                  </a:lnTo>
                  <a:lnTo>
                    <a:pt x="28279" y="107000"/>
                  </a:lnTo>
                  <a:lnTo>
                    <a:pt x="26073" y="106709"/>
                  </a:lnTo>
                  <a:lnTo>
                    <a:pt x="23969" y="106432"/>
                  </a:lnTo>
                  <a:lnTo>
                    <a:pt x="23680" y="106393"/>
                  </a:lnTo>
                  <a:lnTo>
                    <a:pt x="20276" y="105932"/>
                  </a:lnTo>
                  <a:lnTo>
                    <a:pt x="14698" y="105161"/>
                  </a:lnTo>
                  <a:lnTo>
                    <a:pt x="10699" y="104607"/>
                  </a:lnTo>
                  <a:lnTo>
                    <a:pt x="10488" y="104578"/>
                  </a:lnTo>
                  <a:lnTo>
                    <a:pt x="11282" y="101058"/>
                  </a:lnTo>
                  <a:lnTo>
                    <a:pt x="12407" y="96076"/>
                  </a:lnTo>
                  <a:lnTo>
                    <a:pt x="12520" y="95572"/>
                  </a:lnTo>
                  <a:lnTo>
                    <a:pt x="12680" y="94865"/>
                  </a:lnTo>
                  <a:lnTo>
                    <a:pt x="13533" y="90356"/>
                  </a:lnTo>
                  <a:lnTo>
                    <a:pt x="14945" y="87290"/>
                  </a:lnTo>
                  <a:lnTo>
                    <a:pt x="16203" y="84759"/>
                  </a:lnTo>
                  <a:lnTo>
                    <a:pt x="19901" y="78195"/>
                  </a:lnTo>
                  <a:lnTo>
                    <a:pt x="25787" y="67772"/>
                  </a:lnTo>
                  <a:lnTo>
                    <a:pt x="25946" y="67489"/>
                  </a:lnTo>
                  <a:lnTo>
                    <a:pt x="21100" y="66596"/>
                  </a:lnTo>
                  <a:lnTo>
                    <a:pt x="20591" y="66502"/>
                  </a:lnTo>
                  <a:lnTo>
                    <a:pt x="16652" y="65776"/>
                  </a:lnTo>
                  <a:lnTo>
                    <a:pt x="14618" y="65401"/>
                  </a:lnTo>
                  <a:lnTo>
                    <a:pt x="13248" y="65149"/>
                  </a:lnTo>
                  <a:lnTo>
                    <a:pt x="12196" y="67020"/>
                  </a:lnTo>
                  <a:lnTo>
                    <a:pt x="0" y="61775"/>
                  </a:lnTo>
                  <a:lnTo>
                    <a:pt x="157" y="61438"/>
                  </a:lnTo>
                  <a:lnTo>
                    <a:pt x="1418" y="56880"/>
                  </a:lnTo>
                  <a:lnTo>
                    <a:pt x="1523" y="56502"/>
                  </a:lnTo>
                  <a:lnTo>
                    <a:pt x="1964" y="55095"/>
                  </a:lnTo>
                  <a:lnTo>
                    <a:pt x="4526" y="46181"/>
                  </a:lnTo>
                  <a:lnTo>
                    <a:pt x="5617" y="42383"/>
                  </a:lnTo>
                  <a:lnTo>
                    <a:pt x="5830" y="41664"/>
                  </a:lnTo>
                  <a:lnTo>
                    <a:pt x="7355" y="37204"/>
                  </a:lnTo>
                  <a:lnTo>
                    <a:pt x="7730" y="36107"/>
                  </a:lnTo>
                  <a:lnTo>
                    <a:pt x="7754" y="35590"/>
                  </a:lnTo>
                  <a:lnTo>
                    <a:pt x="7559" y="35449"/>
                  </a:lnTo>
                  <a:lnTo>
                    <a:pt x="6133" y="34406"/>
                  </a:lnTo>
                  <a:lnTo>
                    <a:pt x="2774" y="31950"/>
                  </a:lnTo>
                  <a:lnTo>
                    <a:pt x="2030" y="31344"/>
                  </a:lnTo>
                  <a:lnTo>
                    <a:pt x="2225" y="30980"/>
                  </a:lnTo>
                  <a:lnTo>
                    <a:pt x="6084" y="23769"/>
                  </a:lnTo>
                  <a:lnTo>
                    <a:pt x="7975" y="20235"/>
                  </a:lnTo>
                  <a:lnTo>
                    <a:pt x="9311" y="17739"/>
                  </a:lnTo>
                  <a:lnTo>
                    <a:pt x="9475" y="17433"/>
                  </a:lnTo>
                  <a:lnTo>
                    <a:pt x="10079" y="16329"/>
                  </a:lnTo>
                  <a:lnTo>
                    <a:pt x="13209" y="10601"/>
                  </a:lnTo>
                  <a:lnTo>
                    <a:pt x="17737" y="2982"/>
                  </a:lnTo>
                  <a:lnTo>
                    <a:pt x="18464" y="1758"/>
                  </a:lnTo>
                  <a:lnTo>
                    <a:pt x="19885" y="457"/>
                  </a:lnTo>
                  <a:lnTo>
                    <a:pt x="20385" y="0"/>
                  </a:lnTo>
                  <a:lnTo>
                    <a:pt x="26049" y="3694"/>
                  </a:lnTo>
                  <a:lnTo>
                    <a:pt x="26874" y="4171"/>
                  </a:lnTo>
                  <a:lnTo>
                    <a:pt x="30425" y="6218"/>
                  </a:lnTo>
                  <a:lnTo>
                    <a:pt x="38491" y="10589"/>
                  </a:lnTo>
                  <a:lnTo>
                    <a:pt x="38820" y="10768"/>
                  </a:lnTo>
                  <a:lnTo>
                    <a:pt x="43114" y="12306"/>
                  </a:lnTo>
                  <a:lnTo>
                    <a:pt x="47963" y="13331"/>
                  </a:lnTo>
                  <a:lnTo>
                    <a:pt x="56237" y="14411"/>
                  </a:lnTo>
                  <a:lnTo>
                    <a:pt x="57481" y="14573"/>
                  </a:lnTo>
                  <a:lnTo>
                    <a:pt x="58344" y="14686"/>
                  </a:lnTo>
                  <a:lnTo>
                    <a:pt x="60447" y="14883"/>
                  </a:lnTo>
                  <a:lnTo>
                    <a:pt x="64718" y="15284"/>
                  </a:lnTo>
                  <a:lnTo>
                    <a:pt x="72953" y="16303"/>
                  </a:lnTo>
                  <a:lnTo>
                    <a:pt x="75962" y="16675"/>
                  </a:lnTo>
                  <a:lnTo>
                    <a:pt x="76732" y="16770"/>
                  </a:lnTo>
                  <a:lnTo>
                    <a:pt x="79979" y="17149"/>
                  </a:lnTo>
                  <a:lnTo>
                    <a:pt x="79908" y="17850"/>
                  </a:lnTo>
                  <a:lnTo>
                    <a:pt x="79770" y="19226"/>
                  </a:lnTo>
                  <a:lnTo>
                    <a:pt x="79454" y="22380"/>
                  </a:lnTo>
                  <a:lnTo>
                    <a:pt x="79419" y="22696"/>
                  </a:lnTo>
                  <a:lnTo>
                    <a:pt x="79368" y="23152"/>
                  </a:lnTo>
                  <a:lnTo>
                    <a:pt x="79299" y="23775"/>
                  </a:lnTo>
                  <a:lnTo>
                    <a:pt x="78851" y="27804"/>
                  </a:lnTo>
                  <a:lnTo>
                    <a:pt x="78198" y="31990"/>
                  </a:lnTo>
                  <a:lnTo>
                    <a:pt x="77710" y="34863"/>
                  </a:lnTo>
                  <a:lnTo>
                    <a:pt x="77542" y="35852"/>
                  </a:lnTo>
                  <a:lnTo>
                    <a:pt x="76898" y="39650"/>
                  </a:lnTo>
                  <a:lnTo>
                    <a:pt x="76861" y="39868"/>
                  </a:lnTo>
                  <a:lnTo>
                    <a:pt x="76049" y="44760"/>
                  </a:lnTo>
                  <a:lnTo>
                    <a:pt x="75494" y="48100"/>
                  </a:lnTo>
                  <a:lnTo>
                    <a:pt x="73600" y="50473"/>
                  </a:lnTo>
                  <a:lnTo>
                    <a:pt x="73383" y="50744"/>
                  </a:lnTo>
                  <a:lnTo>
                    <a:pt x="70688" y="52435"/>
                  </a:lnTo>
                  <a:lnTo>
                    <a:pt x="66423" y="55111"/>
                  </a:lnTo>
                  <a:lnTo>
                    <a:pt x="63591" y="58200"/>
                  </a:lnTo>
                  <a:lnTo>
                    <a:pt x="63021" y="59201"/>
                  </a:lnTo>
                  <a:lnTo>
                    <a:pt x="60950" y="628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1517727" y="3075584"/>
              <a:ext cx="88650" cy="71913"/>
            </a:xfrm>
            <a:custGeom>
              <a:avLst/>
              <a:pathLst>
                <a:path w="88650" h="71913">
                  <a:moveTo>
                    <a:pt x="70732" y="46704"/>
                  </a:moveTo>
                  <a:lnTo>
                    <a:pt x="66374" y="54479"/>
                  </a:lnTo>
                  <a:lnTo>
                    <a:pt x="60307" y="64626"/>
                  </a:lnTo>
                  <a:lnTo>
                    <a:pt x="59698" y="65808"/>
                  </a:lnTo>
                  <a:lnTo>
                    <a:pt x="59015" y="67133"/>
                  </a:lnTo>
                  <a:lnTo>
                    <a:pt x="58505" y="69616"/>
                  </a:lnTo>
                  <a:lnTo>
                    <a:pt x="58094" y="71913"/>
                  </a:lnTo>
                  <a:lnTo>
                    <a:pt x="57392" y="71800"/>
                  </a:lnTo>
                  <a:lnTo>
                    <a:pt x="57003" y="71738"/>
                  </a:lnTo>
                  <a:lnTo>
                    <a:pt x="54705" y="71369"/>
                  </a:lnTo>
                  <a:lnTo>
                    <a:pt x="52783" y="71209"/>
                  </a:lnTo>
                  <a:lnTo>
                    <a:pt x="52554" y="71178"/>
                  </a:lnTo>
                  <a:lnTo>
                    <a:pt x="48217" y="70595"/>
                  </a:lnTo>
                  <a:lnTo>
                    <a:pt x="43811" y="70114"/>
                  </a:lnTo>
                  <a:lnTo>
                    <a:pt x="41862" y="69927"/>
                  </a:lnTo>
                  <a:lnTo>
                    <a:pt x="36575" y="69366"/>
                  </a:lnTo>
                  <a:lnTo>
                    <a:pt x="35293" y="69179"/>
                  </a:lnTo>
                  <a:lnTo>
                    <a:pt x="33611" y="68966"/>
                  </a:lnTo>
                  <a:lnTo>
                    <a:pt x="32997" y="68805"/>
                  </a:lnTo>
                  <a:lnTo>
                    <a:pt x="30270" y="68518"/>
                  </a:lnTo>
                  <a:lnTo>
                    <a:pt x="25167" y="67979"/>
                  </a:lnTo>
                  <a:lnTo>
                    <a:pt x="19913" y="67150"/>
                  </a:lnTo>
                  <a:lnTo>
                    <a:pt x="14572" y="66402"/>
                  </a:lnTo>
                  <a:lnTo>
                    <a:pt x="9179" y="65761"/>
                  </a:lnTo>
                  <a:lnTo>
                    <a:pt x="7793" y="65551"/>
                  </a:lnTo>
                  <a:lnTo>
                    <a:pt x="7896" y="65048"/>
                  </a:lnTo>
                  <a:lnTo>
                    <a:pt x="8413" y="62505"/>
                  </a:lnTo>
                  <a:lnTo>
                    <a:pt x="9623" y="51468"/>
                  </a:lnTo>
                  <a:lnTo>
                    <a:pt x="10009" y="48744"/>
                  </a:lnTo>
                  <a:lnTo>
                    <a:pt x="10828" y="45796"/>
                  </a:lnTo>
                  <a:lnTo>
                    <a:pt x="11238" y="44924"/>
                  </a:lnTo>
                  <a:lnTo>
                    <a:pt x="13016" y="45982"/>
                  </a:lnTo>
                  <a:lnTo>
                    <a:pt x="15969" y="47003"/>
                  </a:lnTo>
                  <a:lnTo>
                    <a:pt x="18506" y="47120"/>
                  </a:lnTo>
                  <a:lnTo>
                    <a:pt x="19264" y="41989"/>
                  </a:lnTo>
                  <a:lnTo>
                    <a:pt x="17197" y="41749"/>
                  </a:lnTo>
                  <a:lnTo>
                    <a:pt x="14586" y="40755"/>
                  </a:lnTo>
                  <a:lnTo>
                    <a:pt x="11286" y="38368"/>
                  </a:lnTo>
                  <a:lnTo>
                    <a:pt x="9273" y="36424"/>
                  </a:lnTo>
                  <a:lnTo>
                    <a:pt x="5887" y="32454"/>
                  </a:lnTo>
                  <a:lnTo>
                    <a:pt x="1900" y="28042"/>
                  </a:lnTo>
                  <a:lnTo>
                    <a:pt x="1311" y="27390"/>
                  </a:lnTo>
                  <a:lnTo>
                    <a:pt x="573" y="26573"/>
                  </a:lnTo>
                  <a:lnTo>
                    <a:pt x="0" y="25938"/>
                  </a:lnTo>
                  <a:lnTo>
                    <a:pt x="3487" y="22808"/>
                  </a:lnTo>
                  <a:lnTo>
                    <a:pt x="3712" y="22605"/>
                  </a:lnTo>
                  <a:lnTo>
                    <a:pt x="10275" y="16662"/>
                  </a:lnTo>
                  <a:lnTo>
                    <a:pt x="11729" y="15345"/>
                  </a:lnTo>
                  <a:lnTo>
                    <a:pt x="13734" y="13529"/>
                  </a:lnTo>
                  <a:lnTo>
                    <a:pt x="18344" y="9388"/>
                  </a:lnTo>
                  <a:lnTo>
                    <a:pt x="18535" y="9216"/>
                  </a:lnTo>
                  <a:lnTo>
                    <a:pt x="22307" y="5827"/>
                  </a:lnTo>
                  <a:lnTo>
                    <a:pt x="25734" y="2748"/>
                  </a:lnTo>
                  <a:lnTo>
                    <a:pt x="26114" y="2406"/>
                  </a:lnTo>
                  <a:lnTo>
                    <a:pt x="26523" y="2039"/>
                  </a:lnTo>
                  <a:lnTo>
                    <a:pt x="28793" y="0"/>
                  </a:lnTo>
                  <a:lnTo>
                    <a:pt x="30523" y="483"/>
                  </a:lnTo>
                  <a:lnTo>
                    <a:pt x="33372" y="1279"/>
                  </a:lnTo>
                  <a:lnTo>
                    <a:pt x="39419" y="2849"/>
                  </a:lnTo>
                  <a:lnTo>
                    <a:pt x="39558" y="2885"/>
                  </a:lnTo>
                  <a:lnTo>
                    <a:pt x="40613" y="3159"/>
                  </a:lnTo>
                  <a:lnTo>
                    <a:pt x="40849" y="3221"/>
                  </a:lnTo>
                  <a:lnTo>
                    <a:pt x="45644" y="4466"/>
                  </a:lnTo>
                  <a:lnTo>
                    <a:pt x="45807" y="4508"/>
                  </a:lnTo>
                  <a:lnTo>
                    <a:pt x="49009" y="5343"/>
                  </a:lnTo>
                  <a:lnTo>
                    <a:pt x="50710" y="5786"/>
                  </a:lnTo>
                  <a:lnTo>
                    <a:pt x="51185" y="5910"/>
                  </a:lnTo>
                  <a:lnTo>
                    <a:pt x="55888" y="7136"/>
                  </a:lnTo>
                  <a:lnTo>
                    <a:pt x="56146" y="7204"/>
                  </a:lnTo>
                  <a:lnTo>
                    <a:pt x="56589" y="7319"/>
                  </a:lnTo>
                  <a:lnTo>
                    <a:pt x="62289" y="8805"/>
                  </a:lnTo>
                  <a:lnTo>
                    <a:pt x="65225" y="9571"/>
                  </a:lnTo>
                  <a:lnTo>
                    <a:pt x="66221" y="9830"/>
                  </a:lnTo>
                  <a:lnTo>
                    <a:pt x="70432" y="10928"/>
                  </a:lnTo>
                  <a:lnTo>
                    <a:pt x="71027" y="11088"/>
                  </a:lnTo>
                  <a:lnTo>
                    <a:pt x="71441" y="11199"/>
                  </a:lnTo>
                  <a:lnTo>
                    <a:pt x="76333" y="12510"/>
                  </a:lnTo>
                  <a:lnTo>
                    <a:pt x="86268" y="15172"/>
                  </a:lnTo>
                  <a:lnTo>
                    <a:pt x="88650" y="15872"/>
                  </a:lnTo>
                  <a:lnTo>
                    <a:pt x="87525" y="18306"/>
                  </a:lnTo>
                  <a:lnTo>
                    <a:pt x="86323" y="20603"/>
                  </a:lnTo>
                  <a:lnTo>
                    <a:pt x="83813" y="24661"/>
                  </a:lnTo>
                  <a:lnTo>
                    <a:pt x="83493" y="25169"/>
                  </a:lnTo>
                  <a:lnTo>
                    <a:pt x="83146" y="25649"/>
                  </a:lnTo>
                  <a:lnTo>
                    <a:pt x="82721" y="26315"/>
                  </a:lnTo>
                  <a:lnTo>
                    <a:pt x="80917" y="29163"/>
                  </a:lnTo>
                  <a:lnTo>
                    <a:pt x="80282" y="30429"/>
                  </a:lnTo>
                  <a:lnTo>
                    <a:pt x="78469" y="33364"/>
                  </a:lnTo>
                  <a:lnTo>
                    <a:pt x="75344" y="38424"/>
                  </a:lnTo>
                  <a:lnTo>
                    <a:pt x="75082" y="38849"/>
                  </a:lnTo>
                  <a:lnTo>
                    <a:pt x="73742" y="41103"/>
                  </a:lnTo>
                  <a:lnTo>
                    <a:pt x="72532" y="431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1575821" y="3091412"/>
              <a:ext cx="104448" cy="64218"/>
            </a:xfrm>
            <a:custGeom>
              <a:avLst/>
              <a:pathLst>
                <a:path w="104448" h="64218">
                  <a:moveTo>
                    <a:pt x="98096" y="29694"/>
                  </a:moveTo>
                  <a:lnTo>
                    <a:pt x="95090" y="33665"/>
                  </a:lnTo>
                  <a:lnTo>
                    <a:pt x="94337" y="34450"/>
                  </a:lnTo>
                  <a:lnTo>
                    <a:pt x="92735" y="36934"/>
                  </a:lnTo>
                  <a:lnTo>
                    <a:pt x="92094" y="38728"/>
                  </a:lnTo>
                  <a:lnTo>
                    <a:pt x="91100" y="41291"/>
                  </a:lnTo>
                  <a:lnTo>
                    <a:pt x="90363" y="44335"/>
                  </a:lnTo>
                  <a:lnTo>
                    <a:pt x="82497" y="39625"/>
                  </a:lnTo>
                  <a:lnTo>
                    <a:pt x="80751" y="38552"/>
                  </a:lnTo>
                  <a:lnTo>
                    <a:pt x="77883" y="36741"/>
                  </a:lnTo>
                  <a:lnTo>
                    <a:pt x="72754" y="33626"/>
                  </a:lnTo>
                  <a:lnTo>
                    <a:pt x="72644" y="33816"/>
                  </a:lnTo>
                  <a:lnTo>
                    <a:pt x="70148" y="38110"/>
                  </a:lnTo>
                  <a:lnTo>
                    <a:pt x="69972" y="38414"/>
                  </a:lnTo>
                  <a:lnTo>
                    <a:pt x="68467" y="41003"/>
                  </a:lnTo>
                  <a:lnTo>
                    <a:pt x="66515" y="44196"/>
                  </a:lnTo>
                  <a:lnTo>
                    <a:pt x="66367" y="44438"/>
                  </a:lnTo>
                  <a:lnTo>
                    <a:pt x="63857" y="48543"/>
                  </a:lnTo>
                  <a:lnTo>
                    <a:pt x="63028" y="53568"/>
                  </a:lnTo>
                  <a:lnTo>
                    <a:pt x="63005" y="56344"/>
                  </a:lnTo>
                  <a:lnTo>
                    <a:pt x="62525" y="61377"/>
                  </a:lnTo>
                  <a:lnTo>
                    <a:pt x="62456" y="62145"/>
                  </a:lnTo>
                  <a:lnTo>
                    <a:pt x="62387" y="62918"/>
                  </a:lnTo>
                  <a:lnTo>
                    <a:pt x="62325" y="63613"/>
                  </a:lnTo>
                  <a:lnTo>
                    <a:pt x="62271" y="64218"/>
                  </a:lnTo>
                  <a:lnTo>
                    <a:pt x="61641" y="64218"/>
                  </a:lnTo>
                  <a:lnTo>
                    <a:pt x="61390" y="64218"/>
                  </a:lnTo>
                  <a:lnTo>
                    <a:pt x="59418" y="63972"/>
                  </a:lnTo>
                  <a:lnTo>
                    <a:pt x="58462" y="63851"/>
                  </a:lnTo>
                  <a:lnTo>
                    <a:pt x="56434" y="63594"/>
                  </a:lnTo>
                  <a:lnTo>
                    <a:pt x="56108" y="63553"/>
                  </a:lnTo>
                  <a:lnTo>
                    <a:pt x="53139" y="63177"/>
                  </a:lnTo>
                  <a:lnTo>
                    <a:pt x="47638" y="62410"/>
                  </a:lnTo>
                  <a:lnTo>
                    <a:pt x="47055" y="62329"/>
                  </a:lnTo>
                  <a:lnTo>
                    <a:pt x="46528" y="62256"/>
                  </a:lnTo>
                  <a:lnTo>
                    <a:pt x="42511" y="61815"/>
                  </a:lnTo>
                  <a:lnTo>
                    <a:pt x="41321" y="61723"/>
                  </a:lnTo>
                  <a:lnTo>
                    <a:pt x="40517" y="61660"/>
                  </a:lnTo>
                  <a:lnTo>
                    <a:pt x="40108" y="61628"/>
                  </a:lnTo>
                  <a:lnTo>
                    <a:pt x="30656" y="60293"/>
                  </a:lnTo>
                  <a:lnTo>
                    <a:pt x="27692" y="59973"/>
                  </a:lnTo>
                  <a:lnTo>
                    <a:pt x="24060" y="59492"/>
                  </a:lnTo>
                  <a:lnTo>
                    <a:pt x="21123" y="58958"/>
                  </a:lnTo>
                  <a:lnTo>
                    <a:pt x="20482" y="58905"/>
                  </a:lnTo>
                  <a:lnTo>
                    <a:pt x="18800" y="58718"/>
                  </a:lnTo>
                  <a:lnTo>
                    <a:pt x="1436" y="56290"/>
                  </a:lnTo>
                  <a:lnTo>
                    <a:pt x="203" y="56117"/>
                  </a:lnTo>
                  <a:lnTo>
                    <a:pt x="0" y="56085"/>
                  </a:lnTo>
                  <a:lnTo>
                    <a:pt x="411" y="53787"/>
                  </a:lnTo>
                  <a:lnTo>
                    <a:pt x="921" y="51305"/>
                  </a:lnTo>
                  <a:lnTo>
                    <a:pt x="1604" y="49979"/>
                  </a:lnTo>
                  <a:lnTo>
                    <a:pt x="2213" y="48797"/>
                  </a:lnTo>
                  <a:lnTo>
                    <a:pt x="8280" y="38651"/>
                  </a:lnTo>
                  <a:lnTo>
                    <a:pt x="12637" y="30875"/>
                  </a:lnTo>
                  <a:lnTo>
                    <a:pt x="14438" y="27329"/>
                  </a:lnTo>
                  <a:lnTo>
                    <a:pt x="15650" y="25271"/>
                  </a:lnTo>
                  <a:lnTo>
                    <a:pt x="17004" y="22995"/>
                  </a:lnTo>
                  <a:lnTo>
                    <a:pt x="17250" y="22596"/>
                  </a:lnTo>
                  <a:lnTo>
                    <a:pt x="20375" y="17535"/>
                  </a:lnTo>
                  <a:lnTo>
                    <a:pt x="22187" y="14601"/>
                  </a:lnTo>
                  <a:lnTo>
                    <a:pt x="22870" y="13239"/>
                  </a:lnTo>
                  <a:lnTo>
                    <a:pt x="24627" y="10487"/>
                  </a:lnTo>
                  <a:lnTo>
                    <a:pt x="25052" y="9821"/>
                  </a:lnTo>
                  <a:lnTo>
                    <a:pt x="25399" y="9340"/>
                  </a:lnTo>
                  <a:lnTo>
                    <a:pt x="25719" y="8833"/>
                  </a:lnTo>
                  <a:lnTo>
                    <a:pt x="28229" y="4774"/>
                  </a:lnTo>
                  <a:lnTo>
                    <a:pt x="29431" y="2478"/>
                  </a:lnTo>
                  <a:lnTo>
                    <a:pt x="30576" y="0"/>
                  </a:lnTo>
                  <a:lnTo>
                    <a:pt x="33459" y="786"/>
                  </a:lnTo>
                  <a:lnTo>
                    <a:pt x="35472" y="1335"/>
                  </a:lnTo>
                  <a:lnTo>
                    <a:pt x="35849" y="1437"/>
                  </a:lnTo>
                  <a:lnTo>
                    <a:pt x="48364" y="4794"/>
                  </a:lnTo>
                  <a:lnTo>
                    <a:pt x="52694" y="5883"/>
                  </a:lnTo>
                  <a:lnTo>
                    <a:pt x="55306" y="6540"/>
                  </a:lnTo>
                  <a:lnTo>
                    <a:pt x="65954" y="9218"/>
                  </a:lnTo>
                  <a:lnTo>
                    <a:pt x="68921" y="9965"/>
                  </a:lnTo>
                  <a:lnTo>
                    <a:pt x="69329" y="10070"/>
                  </a:lnTo>
                  <a:lnTo>
                    <a:pt x="74035" y="11269"/>
                  </a:lnTo>
                  <a:lnTo>
                    <a:pt x="74302" y="11338"/>
                  </a:lnTo>
                  <a:lnTo>
                    <a:pt x="76969" y="12021"/>
                  </a:lnTo>
                  <a:lnTo>
                    <a:pt x="78927" y="12529"/>
                  </a:lnTo>
                  <a:lnTo>
                    <a:pt x="82476" y="13449"/>
                  </a:lnTo>
                  <a:lnTo>
                    <a:pt x="85678" y="14279"/>
                  </a:lnTo>
                  <a:lnTo>
                    <a:pt x="86999" y="14622"/>
                  </a:lnTo>
                  <a:lnTo>
                    <a:pt x="87286" y="14696"/>
                  </a:lnTo>
                  <a:lnTo>
                    <a:pt x="92502" y="16045"/>
                  </a:lnTo>
                  <a:lnTo>
                    <a:pt x="93599" y="16329"/>
                  </a:lnTo>
                  <a:lnTo>
                    <a:pt x="97108" y="17237"/>
                  </a:lnTo>
                  <a:lnTo>
                    <a:pt x="97799" y="17417"/>
                  </a:lnTo>
                  <a:lnTo>
                    <a:pt x="101090" y="18272"/>
                  </a:lnTo>
                  <a:lnTo>
                    <a:pt x="104448" y="19229"/>
                  </a:lnTo>
                  <a:lnTo>
                    <a:pt x="103063" y="21984"/>
                  </a:lnTo>
                  <a:lnTo>
                    <a:pt x="101396" y="25186"/>
                  </a:lnTo>
                  <a:lnTo>
                    <a:pt x="101033" y="25699"/>
                  </a:lnTo>
                  <a:lnTo>
                    <a:pt x="98512" y="2910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1638092" y="3110632"/>
              <a:ext cx="114658" cy="49721"/>
            </a:xfrm>
            <a:custGeom>
              <a:avLst/>
              <a:pathLst>
                <a:path w="114658" h="49721">
                  <a:moveTo>
                    <a:pt x="114342" y="19972"/>
                  </a:moveTo>
                  <a:lnTo>
                    <a:pt x="111660" y="25227"/>
                  </a:lnTo>
                  <a:lnTo>
                    <a:pt x="110816" y="26880"/>
                  </a:lnTo>
                  <a:lnTo>
                    <a:pt x="110494" y="27510"/>
                  </a:lnTo>
                  <a:lnTo>
                    <a:pt x="108525" y="31368"/>
                  </a:lnTo>
                  <a:lnTo>
                    <a:pt x="106260" y="35806"/>
                  </a:lnTo>
                  <a:lnTo>
                    <a:pt x="105593" y="37112"/>
                  </a:lnTo>
                  <a:lnTo>
                    <a:pt x="105205" y="37872"/>
                  </a:lnTo>
                  <a:lnTo>
                    <a:pt x="105032" y="38210"/>
                  </a:lnTo>
                  <a:lnTo>
                    <a:pt x="104223" y="39750"/>
                  </a:lnTo>
                  <a:lnTo>
                    <a:pt x="102686" y="42675"/>
                  </a:lnTo>
                  <a:lnTo>
                    <a:pt x="102043" y="43899"/>
                  </a:lnTo>
                  <a:lnTo>
                    <a:pt x="101193" y="45518"/>
                  </a:lnTo>
                  <a:lnTo>
                    <a:pt x="100669" y="46514"/>
                  </a:lnTo>
                  <a:lnTo>
                    <a:pt x="100550" y="46742"/>
                  </a:lnTo>
                  <a:lnTo>
                    <a:pt x="100433" y="46963"/>
                  </a:lnTo>
                  <a:lnTo>
                    <a:pt x="100360" y="47102"/>
                  </a:lnTo>
                  <a:lnTo>
                    <a:pt x="100039" y="47714"/>
                  </a:lnTo>
                  <a:lnTo>
                    <a:pt x="99971" y="47843"/>
                  </a:lnTo>
                  <a:lnTo>
                    <a:pt x="99723" y="48314"/>
                  </a:lnTo>
                  <a:lnTo>
                    <a:pt x="99236" y="49242"/>
                  </a:lnTo>
                  <a:lnTo>
                    <a:pt x="99082" y="49534"/>
                  </a:lnTo>
                  <a:lnTo>
                    <a:pt x="98984" y="49721"/>
                  </a:lnTo>
                  <a:lnTo>
                    <a:pt x="92280" y="49523"/>
                  </a:lnTo>
                  <a:lnTo>
                    <a:pt x="92085" y="49517"/>
                  </a:lnTo>
                  <a:lnTo>
                    <a:pt x="91290" y="49493"/>
                  </a:lnTo>
                  <a:lnTo>
                    <a:pt x="84138" y="49282"/>
                  </a:lnTo>
                  <a:lnTo>
                    <a:pt x="83443" y="49308"/>
                  </a:lnTo>
                  <a:lnTo>
                    <a:pt x="79278" y="48988"/>
                  </a:lnTo>
                  <a:lnTo>
                    <a:pt x="76359" y="48764"/>
                  </a:lnTo>
                  <a:lnTo>
                    <a:pt x="76226" y="48771"/>
                  </a:lnTo>
                  <a:lnTo>
                    <a:pt x="75859" y="48790"/>
                  </a:lnTo>
                  <a:lnTo>
                    <a:pt x="74257" y="48683"/>
                  </a:lnTo>
                  <a:lnTo>
                    <a:pt x="69584" y="48496"/>
                  </a:lnTo>
                  <a:lnTo>
                    <a:pt x="67368" y="48283"/>
                  </a:lnTo>
                  <a:lnTo>
                    <a:pt x="62796" y="48096"/>
                  </a:lnTo>
                  <a:lnTo>
                    <a:pt x="61734" y="48042"/>
                  </a:lnTo>
                  <a:lnTo>
                    <a:pt x="55139" y="47749"/>
                  </a:lnTo>
                  <a:lnTo>
                    <a:pt x="54658" y="47722"/>
                  </a:lnTo>
                  <a:lnTo>
                    <a:pt x="45019" y="47264"/>
                  </a:lnTo>
                  <a:lnTo>
                    <a:pt x="44490" y="47239"/>
                  </a:lnTo>
                  <a:lnTo>
                    <a:pt x="36436" y="46859"/>
                  </a:lnTo>
                  <a:lnTo>
                    <a:pt x="36023" y="46840"/>
                  </a:lnTo>
                  <a:lnTo>
                    <a:pt x="32186" y="46670"/>
                  </a:lnTo>
                  <a:lnTo>
                    <a:pt x="31672" y="46647"/>
                  </a:lnTo>
                  <a:lnTo>
                    <a:pt x="30467" y="46593"/>
                  </a:lnTo>
                  <a:lnTo>
                    <a:pt x="17382" y="46013"/>
                  </a:lnTo>
                  <a:lnTo>
                    <a:pt x="6480" y="45377"/>
                  </a:lnTo>
                  <a:lnTo>
                    <a:pt x="5651" y="45328"/>
                  </a:lnTo>
                  <a:lnTo>
                    <a:pt x="0" y="44998"/>
                  </a:lnTo>
                  <a:lnTo>
                    <a:pt x="54" y="44393"/>
                  </a:lnTo>
                  <a:lnTo>
                    <a:pt x="116" y="43698"/>
                  </a:lnTo>
                  <a:lnTo>
                    <a:pt x="185" y="42925"/>
                  </a:lnTo>
                  <a:lnTo>
                    <a:pt x="253" y="42157"/>
                  </a:lnTo>
                  <a:lnTo>
                    <a:pt x="734" y="37124"/>
                  </a:lnTo>
                  <a:lnTo>
                    <a:pt x="757" y="34348"/>
                  </a:lnTo>
                  <a:lnTo>
                    <a:pt x="1586" y="29323"/>
                  </a:lnTo>
                  <a:lnTo>
                    <a:pt x="4096" y="25218"/>
                  </a:lnTo>
                  <a:lnTo>
                    <a:pt x="4244" y="24976"/>
                  </a:lnTo>
                  <a:lnTo>
                    <a:pt x="6197" y="21782"/>
                  </a:lnTo>
                  <a:lnTo>
                    <a:pt x="7700" y="19194"/>
                  </a:lnTo>
                  <a:lnTo>
                    <a:pt x="7877" y="18890"/>
                  </a:lnTo>
                  <a:lnTo>
                    <a:pt x="10389" y="14569"/>
                  </a:lnTo>
                  <a:lnTo>
                    <a:pt x="10483" y="14406"/>
                  </a:lnTo>
                  <a:lnTo>
                    <a:pt x="15612" y="17521"/>
                  </a:lnTo>
                  <a:lnTo>
                    <a:pt x="18480" y="19332"/>
                  </a:lnTo>
                  <a:lnTo>
                    <a:pt x="20226" y="20405"/>
                  </a:lnTo>
                  <a:lnTo>
                    <a:pt x="28092" y="25115"/>
                  </a:lnTo>
                  <a:lnTo>
                    <a:pt x="28829" y="22071"/>
                  </a:lnTo>
                  <a:lnTo>
                    <a:pt x="29822" y="19508"/>
                  </a:lnTo>
                  <a:lnTo>
                    <a:pt x="30463" y="17714"/>
                  </a:lnTo>
                  <a:lnTo>
                    <a:pt x="32065" y="15230"/>
                  </a:lnTo>
                  <a:lnTo>
                    <a:pt x="32818" y="14445"/>
                  </a:lnTo>
                  <a:lnTo>
                    <a:pt x="35824" y="10474"/>
                  </a:lnTo>
                  <a:lnTo>
                    <a:pt x="36241" y="9886"/>
                  </a:lnTo>
                  <a:lnTo>
                    <a:pt x="38762" y="6479"/>
                  </a:lnTo>
                  <a:lnTo>
                    <a:pt x="39125" y="5966"/>
                  </a:lnTo>
                  <a:lnTo>
                    <a:pt x="40792" y="2764"/>
                  </a:lnTo>
                  <a:lnTo>
                    <a:pt x="42182" y="0"/>
                  </a:lnTo>
                  <a:lnTo>
                    <a:pt x="43873" y="476"/>
                  </a:lnTo>
                  <a:lnTo>
                    <a:pt x="44180" y="562"/>
                  </a:lnTo>
                  <a:lnTo>
                    <a:pt x="48251" y="1500"/>
                  </a:lnTo>
                  <a:lnTo>
                    <a:pt x="49124" y="1701"/>
                  </a:lnTo>
                  <a:lnTo>
                    <a:pt x="50003" y="1929"/>
                  </a:lnTo>
                  <a:lnTo>
                    <a:pt x="50857" y="2150"/>
                  </a:lnTo>
                  <a:lnTo>
                    <a:pt x="51972" y="2439"/>
                  </a:lnTo>
                  <a:lnTo>
                    <a:pt x="52236" y="2507"/>
                  </a:lnTo>
                  <a:lnTo>
                    <a:pt x="53005" y="2706"/>
                  </a:lnTo>
                  <a:lnTo>
                    <a:pt x="53663" y="2877"/>
                  </a:lnTo>
                  <a:lnTo>
                    <a:pt x="54199" y="3015"/>
                  </a:lnTo>
                  <a:lnTo>
                    <a:pt x="54377" y="3062"/>
                  </a:lnTo>
                  <a:lnTo>
                    <a:pt x="55627" y="3389"/>
                  </a:lnTo>
                  <a:lnTo>
                    <a:pt x="59199" y="4324"/>
                  </a:lnTo>
                  <a:lnTo>
                    <a:pt x="64007" y="5590"/>
                  </a:lnTo>
                  <a:lnTo>
                    <a:pt x="64225" y="5647"/>
                  </a:lnTo>
                  <a:lnTo>
                    <a:pt x="67141" y="6414"/>
                  </a:lnTo>
                  <a:lnTo>
                    <a:pt x="67466" y="6500"/>
                  </a:lnTo>
                  <a:lnTo>
                    <a:pt x="67650" y="6548"/>
                  </a:lnTo>
                  <a:lnTo>
                    <a:pt x="67806" y="6589"/>
                  </a:lnTo>
                  <a:lnTo>
                    <a:pt x="68957" y="6892"/>
                  </a:lnTo>
                  <a:lnTo>
                    <a:pt x="69394" y="7007"/>
                  </a:lnTo>
                  <a:lnTo>
                    <a:pt x="72302" y="7772"/>
                  </a:lnTo>
                  <a:lnTo>
                    <a:pt x="73540" y="8098"/>
                  </a:lnTo>
                  <a:lnTo>
                    <a:pt x="73754" y="8154"/>
                  </a:lnTo>
                  <a:lnTo>
                    <a:pt x="77465" y="9130"/>
                  </a:lnTo>
                  <a:lnTo>
                    <a:pt x="77672" y="9187"/>
                  </a:lnTo>
                  <a:lnTo>
                    <a:pt x="77799" y="9222"/>
                  </a:lnTo>
                  <a:lnTo>
                    <a:pt x="78038" y="9288"/>
                  </a:lnTo>
                  <a:lnTo>
                    <a:pt x="78327" y="9367"/>
                  </a:lnTo>
                  <a:lnTo>
                    <a:pt x="82508" y="10516"/>
                  </a:lnTo>
                  <a:lnTo>
                    <a:pt x="83236" y="10717"/>
                  </a:lnTo>
                  <a:lnTo>
                    <a:pt x="96546" y="14375"/>
                  </a:lnTo>
                  <a:lnTo>
                    <a:pt x="96695" y="14416"/>
                  </a:lnTo>
                  <a:lnTo>
                    <a:pt x="99284" y="15127"/>
                  </a:lnTo>
                  <a:lnTo>
                    <a:pt x="101271" y="15674"/>
                  </a:lnTo>
                  <a:lnTo>
                    <a:pt x="101673" y="15784"/>
                  </a:lnTo>
                  <a:lnTo>
                    <a:pt x="105766" y="16670"/>
                  </a:lnTo>
                  <a:lnTo>
                    <a:pt x="113852" y="19110"/>
                  </a:lnTo>
                  <a:lnTo>
                    <a:pt x="114658" y="1935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1657299" y="3157492"/>
              <a:ext cx="79778" cy="119927"/>
            </a:xfrm>
            <a:custGeom>
              <a:avLst/>
              <a:pathLst>
                <a:path w="79778" h="119927">
                  <a:moveTo>
                    <a:pt x="55050" y="1823"/>
                  </a:moveTo>
                  <a:lnTo>
                    <a:pt x="56652" y="1930"/>
                  </a:lnTo>
                  <a:lnTo>
                    <a:pt x="57020" y="1911"/>
                  </a:lnTo>
                  <a:lnTo>
                    <a:pt x="57152" y="1904"/>
                  </a:lnTo>
                  <a:lnTo>
                    <a:pt x="60072" y="2128"/>
                  </a:lnTo>
                  <a:lnTo>
                    <a:pt x="64236" y="2448"/>
                  </a:lnTo>
                  <a:lnTo>
                    <a:pt x="64931" y="2422"/>
                  </a:lnTo>
                  <a:lnTo>
                    <a:pt x="72084" y="2634"/>
                  </a:lnTo>
                  <a:lnTo>
                    <a:pt x="72878" y="2657"/>
                  </a:lnTo>
                  <a:lnTo>
                    <a:pt x="73075" y="2663"/>
                  </a:lnTo>
                  <a:lnTo>
                    <a:pt x="79778" y="2861"/>
                  </a:lnTo>
                  <a:lnTo>
                    <a:pt x="79528" y="3525"/>
                  </a:lnTo>
                  <a:lnTo>
                    <a:pt x="79460" y="3708"/>
                  </a:lnTo>
                  <a:lnTo>
                    <a:pt x="79150" y="4532"/>
                  </a:lnTo>
                  <a:lnTo>
                    <a:pt x="78994" y="4946"/>
                  </a:lnTo>
                  <a:lnTo>
                    <a:pt x="78876" y="5263"/>
                  </a:lnTo>
                  <a:lnTo>
                    <a:pt x="78708" y="5709"/>
                  </a:lnTo>
                  <a:lnTo>
                    <a:pt x="78440" y="6235"/>
                  </a:lnTo>
                  <a:lnTo>
                    <a:pt x="70087" y="22650"/>
                  </a:lnTo>
                  <a:lnTo>
                    <a:pt x="66575" y="30500"/>
                  </a:lnTo>
                  <a:lnTo>
                    <a:pt x="60309" y="44443"/>
                  </a:lnTo>
                  <a:lnTo>
                    <a:pt x="59083" y="47264"/>
                  </a:lnTo>
                  <a:lnTo>
                    <a:pt x="55988" y="54389"/>
                  </a:lnTo>
                  <a:lnTo>
                    <a:pt x="55923" y="54538"/>
                  </a:lnTo>
                  <a:lnTo>
                    <a:pt x="55810" y="54798"/>
                  </a:lnTo>
                  <a:lnTo>
                    <a:pt x="55678" y="55101"/>
                  </a:lnTo>
                  <a:lnTo>
                    <a:pt x="55564" y="55365"/>
                  </a:lnTo>
                  <a:lnTo>
                    <a:pt x="55437" y="55656"/>
                  </a:lnTo>
                  <a:lnTo>
                    <a:pt x="55105" y="56663"/>
                  </a:lnTo>
                  <a:lnTo>
                    <a:pt x="55047" y="56837"/>
                  </a:lnTo>
                  <a:lnTo>
                    <a:pt x="55000" y="56981"/>
                  </a:lnTo>
                  <a:lnTo>
                    <a:pt x="54566" y="57044"/>
                  </a:lnTo>
                  <a:lnTo>
                    <a:pt x="54528" y="57201"/>
                  </a:lnTo>
                  <a:lnTo>
                    <a:pt x="54475" y="57423"/>
                  </a:lnTo>
                  <a:lnTo>
                    <a:pt x="54426" y="57630"/>
                  </a:lnTo>
                  <a:lnTo>
                    <a:pt x="54218" y="58501"/>
                  </a:lnTo>
                  <a:lnTo>
                    <a:pt x="54166" y="58900"/>
                  </a:lnTo>
                  <a:lnTo>
                    <a:pt x="53959" y="60500"/>
                  </a:lnTo>
                  <a:lnTo>
                    <a:pt x="53807" y="62951"/>
                  </a:lnTo>
                  <a:lnTo>
                    <a:pt x="53790" y="63640"/>
                  </a:lnTo>
                  <a:lnTo>
                    <a:pt x="53742" y="65617"/>
                  </a:lnTo>
                  <a:lnTo>
                    <a:pt x="53772" y="65947"/>
                  </a:lnTo>
                  <a:lnTo>
                    <a:pt x="53928" y="67637"/>
                  </a:lnTo>
                  <a:lnTo>
                    <a:pt x="54585" y="70674"/>
                  </a:lnTo>
                  <a:lnTo>
                    <a:pt x="54814" y="71736"/>
                  </a:lnTo>
                  <a:lnTo>
                    <a:pt x="54947" y="72324"/>
                  </a:lnTo>
                  <a:lnTo>
                    <a:pt x="55306" y="73916"/>
                  </a:lnTo>
                  <a:lnTo>
                    <a:pt x="55452" y="74562"/>
                  </a:lnTo>
                  <a:lnTo>
                    <a:pt x="56459" y="79028"/>
                  </a:lnTo>
                  <a:lnTo>
                    <a:pt x="56866" y="80832"/>
                  </a:lnTo>
                  <a:lnTo>
                    <a:pt x="57230" y="82444"/>
                  </a:lnTo>
                  <a:lnTo>
                    <a:pt x="57373" y="83076"/>
                  </a:lnTo>
                  <a:lnTo>
                    <a:pt x="57858" y="85100"/>
                  </a:lnTo>
                  <a:lnTo>
                    <a:pt x="58397" y="87350"/>
                  </a:lnTo>
                  <a:lnTo>
                    <a:pt x="58599" y="88196"/>
                  </a:lnTo>
                  <a:lnTo>
                    <a:pt x="59454" y="91761"/>
                  </a:lnTo>
                  <a:lnTo>
                    <a:pt x="59848" y="93406"/>
                  </a:lnTo>
                  <a:lnTo>
                    <a:pt x="61050" y="98423"/>
                  </a:lnTo>
                  <a:lnTo>
                    <a:pt x="61652" y="100935"/>
                  </a:lnTo>
                  <a:lnTo>
                    <a:pt x="62081" y="102724"/>
                  </a:lnTo>
                  <a:lnTo>
                    <a:pt x="62335" y="103799"/>
                  </a:lnTo>
                  <a:lnTo>
                    <a:pt x="64536" y="113118"/>
                  </a:lnTo>
                  <a:lnTo>
                    <a:pt x="64713" y="113866"/>
                  </a:lnTo>
                  <a:lnTo>
                    <a:pt x="64927" y="114772"/>
                  </a:lnTo>
                  <a:lnTo>
                    <a:pt x="64326" y="114891"/>
                  </a:lnTo>
                  <a:lnTo>
                    <a:pt x="63018" y="115150"/>
                  </a:lnTo>
                  <a:lnTo>
                    <a:pt x="57449" y="116252"/>
                  </a:lnTo>
                  <a:lnTo>
                    <a:pt x="56905" y="116367"/>
                  </a:lnTo>
                  <a:lnTo>
                    <a:pt x="52206" y="117302"/>
                  </a:lnTo>
                  <a:lnTo>
                    <a:pt x="51816" y="117379"/>
                  </a:lnTo>
                  <a:lnTo>
                    <a:pt x="48819" y="118068"/>
                  </a:lnTo>
                  <a:lnTo>
                    <a:pt x="45696" y="118785"/>
                  </a:lnTo>
                  <a:lnTo>
                    <a:pt x="40724" y="119927"/>
                  </a:lnTo>
                  <a:lnTo>
                    <a:pt x="39016" y="119921"/>
                  </a:lnTo>
                  <a:lnTo>
                    <a:pt x="38170" y="119918"/>
                  </a:lnTo>
                  <a:lnTo>
                    <a:pt x="37847" y="119917"/>
                  </a:lnTo>
                  <a:lnTo>
                    <a:pt x="37201" y="119914"/>
                  </a:lnTo>
                  <a:lnTo>
                    <a:pt x="36393" y="119452"/>
                  </a:lnTo>
                  <a:lnTo>
                    <a:pt x="34069" y="118125"/>
                  </a:lnTo>
                  <a:lnTo>
                    <a:pt x="31975" y="116856"/>
                  </a:lnTo>
                  <a:lnTo>
                    <a:pt x="31754" y="116686"/>
                  </a:lnTo>
                  <a:lnTo>
                    <a:pt x="22702" y="109732"/>
                  </a:lnTo>
                  <a:lnTo>
                    <a:pt x="21997" y="109190"/>
                  </a:lnTo>
                  <a:lnTo>
                    <a:pt x="20417" y="107976"/>
                  </a:lnTo>
                  <a:lnTo>
                    <a:pt x="20224" y="107837"/>
                  </a:lnTo>
                  <a:lnTo>
                    <a:pt x="15676" y="104555"/>
                  </a:lnTo>
                  <a:lnTo>
                    <a:pt x="14224" y="103507"/>
                  </a:lnTo>
                  <a:lnTo>
                    <a:pt x="13386" y="101655"/>
                  </a:lnTo>
                  <a:lnTo>
                    <a:pt x="13254" y="101429"/>
                  </a:lnTo>
                  <a:lnTo>
                    <a:pt x="11426" y="102629"/>
                  </a:lnTo>
                  <a:lnTo>
                    <a:pt x="8613" y="104424"/>
                  </a:lnTo>
                  <a:lnTo>
                    <a:pt x="6652" y="99811"/>
                  </a:lnTo>
                  <a:lnTo>
                    <a:pt x="6511" y="99444"/>
                  </a:lnTo>
                  <a:lnTo>
                    <a:pt x="5954" y="97996"/>
                  </a:lnTo>
                  <a:lnTo>
                    <a:pt x="4552" y="94278"/>
                  </a:lnTo>
                  <a:lnTo>
                    <a:pt x="3183" y="90647"/>
                  </a:lnTo>
                  <a:lnTo>
                    <a:pt x="1095" y="81446"/>
                  </a:lnTo>
                  <a:lnTo>
                    <a:pt x="4033" y="79019"/>
                  </a:lnTo>
                  <a:lnTo>
                    <a:pt x="4651" y="78579"/>
                  </a:lnTo>
                  <a:lnTo>
                    <a:pt x="7047" y="76872"/>
                  </a:lnTo>
                  <a:lnTo>
                    <a:pt x="8809" y="75651"/>
                  </a:lnTo>
                  <a:lnTo>
                    <a:pt x="8967" y="75542"/>
                  </a:lnTo>
                  <a:lnTo>
                    <a:pt x="9819" y="74937"/>
                  </a:lnTo>
                  <a:lnTo>
                    <a:pt x="11381" y="73830"/>
                  </a:lnTo>
                  <a:lnTo>
                    <a:pt x="12479" y="73052"/>
                  </a:lnTo>
                  <a:lnTo>
                    <a:pt x="13059" y="72642"/>
                  </a:lnTo>
                  <a:lnTo>
                    <a:pt x="13330" y="72450"/>
                  </a:lnTo>
                  <a:lnTo>
                    <a:pt x="15957" y="70593"/>
                  </a:lnTo>
                  <a:lnTo>
                    <a:pt x="17740" y="69373"/>
                  </a:lnTo>
                  <a:lnTo>
                    <a:pt x="21020" y="67038"/>
                  </a:lnTo>
                  <a:lnTo>
                    <a:pt x="21577" y="65732"/>
                  </a:lnTo>
                  <a:lnTo>
                    <a:pt x="22533" y="64713"/>
                  </a:lnTo>
                  <a:lnTo>
                    <a:pt x="23578" y="63922"/>
                  </a:lnTo>
                  <a:lnTo>
                    <a:pt x="25160" y="63304"/>
                  </a:lnTo>
                  <a:lnTo>
                    <a:pt x="27925" y="62400"/>
                  </a:lnTo>
                  <a:lnTo>
                    <a:pt x="29839" y="61774"/>
                  </a:lnTo>
                  <a:lnTo>
                    <a:pt x="30036" y="61710"/>
                  </a:lnTo>
                  <a:lnTo>
                    <a:pt x="29804" y="61532"/>
                  </a:lnTo>
                  <a:lnTo>
                    <a:pt x="23617" y="56756"/>
                  </a:lnTo>
                  <a:lnTo>
                    <a:pt x="21423" y="54993"/>
                  </a:lnTo>
                  <a:lnTo>
                    <a:pt x="21074" y="54731"/>
                  </a:lnTo>
                  <a:lnTo>
                    <a:pt x="20536" y="54332"/>
                  </a:lnTo>
                  <a:lnTo>
                    <a:pt x="20315" y="54159"/>
                  </a:lnTo>
                  <a:lnTo>
                    <a:pt x="20128" y="54052"/>
                  </a:lnTo>
                  <a:lnTo>
                    <a:pt x="19806" y="53877"/>
                  </a:lnTo>
                  <a:lnTo>
                    <a:pt x="19444" y="53681"/>
                  </a:lnTo>
                  <a:lnTo>
                    <a:pt x="17568" y="52584"/>
                  </a:lnTo>
                  <a:lnTo>
                    <a:pt x="17395" y="52489"/>
                  </a:lnTo>
                  <a:lnTo>
                    <a:pt x="16952" y="52244"/>
                  </a:lnTo>
                  <a:lnTo>
                    <a:pt x="15936" y="51681"/>
                  </a:lnTo>
                  <a:lnTo>
                    <a:pt x="14735" y="50565"/>
                  </a:lnTo>
                  <a:lnTo>
                    <a:pt x="14478" y="50345"/>
                  </a:lnTo>
                  <a:lnTo>
                    <a:pt x="14217" y="50121"/>
                  </a:lnTo>
                  <a:lnTo>
                    <a:pt x="13998" y="49881"/>
                  </a:lnTo>
                  <a:lnTo>
                    <a:pt x="12336" y="48340"/>
                  </a:lnTo>
                  <a:lnTo>
                    <a:pt x="12027" y="48028"/>
                  </a:lnTo>
                  <a:lnTo>
                    <a:pt x="11899" y="47878"/>
                  </a:lnTo>
                  <a:lnTo>
                    <a:pt x="11082" y="47072"/>
                  </a:lnTo>
                  <a:lnTo>
                    <a:pt x="10920" y="46920"/>
                  </a:lnTo>
                  <a:lnTo>
                    <a:pt x="9656" y="45753"/>
                  </a:lnTo>
                  <a:lnTo>
                    <a:pt x="9314" y="45486"/>
                  </a:lnTo>
                  <a:lnTo>
                    <a:pt x="9149" y="45347"/>
                  </a:lnTo>
                  <a:lnTo>
                    <a:pt x="8764" y="45027"/>
                  </a:lnTo>
                  <a:lnTo>
                    <a:pt x="7984" y="44359"/>
                  </a:lnTo>
                  <a:lnTo>
                    <a:pt x="7411" y="43893"/>
                  </a:lnTo>
                  <a:lnTo>
                    <a:pt x="7175" y="43700"/>
                  </a:lnTo>
                  <a:lnTo>
                    <a:pt x="6903" y="43467"/>
                  </a:lnTo>
                  <a:lnTo>
                    <a:pt x="6079" y="42769"/>
                  </a:lnTo>
                  <a:lnTo>
                    <a:pt x="5120" y="42272"/>
                  </a:lnTo>
                  <a:lnTo>
                    <a:pt x="4752" y="42040"/>
                  </a:lnTo>
                  <a:lnTo>
                    <a:pt x="4454" y="41862"/>
                  </a:lnTo>
                  <a:lnTo>
                    <a:pt x="3721" y="41422"/>
                  </a:lnTo>
                  <a:lnTo>
                    <a:pt x="0" y="39170"/>
                  </a:lnTo>
                  <a:lnTo>
                    <a:pt x="247" y="38722"/>
                  </a:lnTo>
                  <a:lnTo>
                    <a:pt x="3764" y="32369"/>
                  </a:lnTo>
                  <a:lnTo>
                    <a:pt x="5039" y="30252"/>
                  </a:lnTo>
                  <a:lnTo>
                    <a:pt x="5663" y="29216"/>
                  </a:lnTo>
                  <a:lnTo>
                    <a:pt x="6041" y="28594"/>
                  </a:lnTo>
                  <a:lnTo>
                    <a:pt x="11845" y="19628"/>
                  </a:lnTo>
                  <a:lnTo>
                    <a:pt x="16347" y="12016"/>
                  </a:lnTo>
                  <a:lnTo>
                    <a:pt x="16956" y="9420"/>
                  </a:lnTo>
                  <a:lnTo>
                    <a:pt x="17132" y="7994"/>
                  </a:lnTo>
                  <a:lnTo>
                    <a:pt x="17208" y="1761"/>
                  </a:lnTo>
                  <a:lnTo>
                    <a:pt x="17218" y="980"/>
                  </a:lnTo>
                  <a:lnTo>
                    <a:pt x="17224" y="430"/>
                  </a:lnTo>
                  <a:lnTo>
                    <a:pt x="17230" y="0"/>
                  </a:lnTo>
                  <a:lnTo>
                    <a:pt x="25283" y="380"/>
                  </a:lnTo>
                  <a:lnTo>
                    <a:pt x="25923" y="410"/>
                  </a:lnTo>
                  <a:lnTo>
                    <a:pt x="35451" y="862"/>
                  </a:lnTo>
                  <a:lnTo>
                    <a:pt x="35932" y="889"/>
                  </a:lnTo>
                  <a:lnTo>
                    <a:pt x="42527" y="1183"/>
                  </a:lnTo>
                  <a:lnTo>
                    <a:pt x="43589" y="1236"/>
                  </a:lnTo>
                  <a:lnTo>
                    <a:pt x="48161" y="1423"/>
                  </a:lnTo>
                  <a:lnTo>
                    <a:pt x="50378" y="163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1613964" y="3153228"/>
              <a:ext cx="73370" cy="116040"/>
            </a:xfrm>
            <a:custGeom>
              <a:avLst/>
              <a:pathLst>
                <a:path w="73370" h="116040">
                  <a:moveTo>
                    <a:pt x="21324" y="2162"/>
                  </a:moveTo>
                  <a:lnTo>
                    <a:pt x="23246" y="2403"/>
                  </a:lnTo>
                  <a:lnTo>
                    <a:pt x="23498" y="2403"/>
                  </a:lnTo>
                  <a:lnTo>
                    <a:pt x="24128" y="2403"/>
                  </a:lnTo>
                  <a:lnTo>
                    <a:pt x="29779" y="2733"/>
                  </a:lnTo>
                  <a:lnTo>
                    <a:pt x="30608" y="2781"/>
                  </a:lnTo>
                  <a:lnTo>
                    <a:pt x="41510" y="3417"/>
                  </a:lnTo>
                  <a:lnTo>
                    <a:pt x="54595" y="3998"/>
                  </a:lnTo>
                  <a:lnTo>
                    <a:pt x="55800" y="4051"/>
                  </a:lnTo>
                  <a:lnTo>
                    <a:pt x="56314" y="4074"/>
                  </a:lnTo>
                  <a:lnTo>
                    <a:pt x="60151" y="4244"/>
                  </a:lnTo>
                  <a:lnTo>
                    <a:pt x="60564" y="4264"/>
                  </a:lnTo>
                  <a:lnTo>
                    <a:pt x="60559" y="4694"/>
                  </a:lnTo>
                  <a:lnTo>
                    <a:pt x="60552" y="5244"/>
                  </a:lnTo>
                  <a:lnTo>
                    <a:pt x="60543" y="6025"/>
                  </a:lnTo>
                  <a:lnTo>
                    <a:pt x="60467" y="12258"/>
                  </a:lnTo>
                  <a:lnTo>
                    <a:pt x="60290" y="13684"/>
                  </a:lnTo>
                  <a:lnTo>
                    <a:pt x="59682" y="16280"/>
                  </a:lnTo>
                  <a:lnTo>
                    <a:pt x="55180" y="23892"/>
                  </a:lnTo>
                  <a:lnTo>
                    <a:pt x="49322" y="32940"/>
                  </a:lnTo>
                  <a:lnTo>
                    <a:pt x="48955" y="33552"/>
                  </a:lnTo>
                  <a:lnTo>
                    <a:pt x="48374" y="34516"/>
                  </a:lnTo>
                  <a:lnTo>
                    <a:pt x="47098" y="36634"/>
                  </a:lnTo>
                  <a:lnTo>
                    <a:pt x="43582" y="42986"/>
                  </a:lnTo>
                  <a:lnTo>
                    <a:pt x="43334" y="43434"/>
                  </a:lnTo>
                  <a:lnTo>
                    <a:pt x="47176" y="45759"/>
                  </a:lnTo>
                  <a:lnTo>
                    <a:pt x="47789" y="46126"/>
                  </a:lnTo>
                  <a:lnTo>
                    <a:pt x="48087" y="46304"/>
                  </a:lnTo>
                  <a:lnTo>
                    <a:pt x="48454" y="46536"/>
                  </a:lnTo>
                  <a:lnTo>
                    <a:pt x="49414" y="47033"/>
                  </a:lnTo>
                  <a:lnTo>
                    <a:pt x="50238" y="47731"/>
                  </a:lnTo>
                  <a:lnTo>
                    <a:pt x="50510" y="47964"/>
                  </a:lnTo>
                  <a:lnTo>
                    <a:pt x="50746" y="48157"/>
                  </a:lnTo>
                  <a:lnTo>
                    <a:pt x="51319" y="48623"/>
                  </a:lnTo>
                  <a:lnTo>
                    <a:pt x="52099" y="49291"/>
                  </a:lnTo>
                  <a:lnTo>
                    <a:pt x="52483" y="49611"/>
                  </a:lnTo>
                  <a:lnTo>
                    <a:pt x="52649" y="49750"/>
                  </a:lnTo>
                  <a:lnTo>
                    <a:pt x="52991" y="50017"/>
                  </a:lnTo>
                  <a:lnTo>
                    <a:pt x="54255" y="51184"/>
                  </a:lnTo>
                  <a:lnTo>
                    <a:pt x="54417" y="51336"/>
                  </a:lnTo>
                  <a:lnTo>
                    <a:pt x="55234" y="52142"/>
                  </a:lnTo>
                  <a:lnTo>
                    <a:pt x="55474" y="52409"/>
                  </a:lnTo>
                  <a:lnTo>
                    <a:pt x="55671" y="52604"/>
                  </a:lnTo>
                  <a:lnTo>
                    <a:pt x="57332" y="54145"/>
                  </a:lnTo>
                  <a:lnTo>
                    <a:pt x="57551" y="54385"/>
                  </a:lnTo>
                  <a:lnTo>
                    <a:pt x="57813" y="54609"/>
                  </a:lnTo>
                  <a:lnTo>
                    <a:pt x="58069" y="54829"/>
                  </a:lnTo>
                  <a:lnTo>
                    <a:pt x="59271" y="55945"/>
                  </a:lnTo>
                  <a:lnTo>
                    <a:pt x="60345" y="56540"/>
                  </a:lnTo>
                  <a:lnTo>
                    <a:pt x="60730" y="56753"/>
                  </a:lnTo>
                  <a:lnTo>
                    <a:pt x="60903" y="56848"/>
                  </a:lnTo>
                  <a:lnTo>
                    <a:pt x="62779" y="57945"/>
                  </a:lnTo>
                  <a:lnTo>
                    <a:pt x="63141" y="58141"/>
                  </a:lnTo>
                  <a:lnTo>
                    <a:pt x="63463" y="58316"/>
                  </a:lnTo>
                  <a:lnTo>
                    <a:pt x="63650" y="58423"/>
                  </a:lnTo>
                  <a:lnTo>
                    <a:pt x="63870" y="58596"/>
                  </a:lnTo>
                  <a:lnTo>
                    <a:pt x="64409" y="58995"/>
                  </a:lnTo>
                  <a:lnTo>
                    <a:pt x="64758" y="59257"/>
                  </a:lnTo>
                  <a:lnTo>
                    <a:pt x="66952" y="61020"/>
                  </a:lnTo>
                  <a:lnTo>
                    <a:pt x="73139" y="65796"/>
                  </a:lnTo>
                  <a:lnTo>
                    <a:pt x="73370" y="65974"/>
                  </a:lnTo>
                  <a:lnTo>
                    <a:pt x="73174" y="66038"/>
                  </a:lnTo>
                  <a:lnTo>
                    <a:pt x="71260" y="66664"/>
                  </a:lnTo>
                  <a:lnTo>
                    <a:pt x="68495" y="67568"/>
                  </a:lnTo>
                  <a:lnTo>
                    <a:pt x="66912" y="68186"/>
                  </a:lnTo>
                  <a:lnTo>
                    <a:pt x="65867" y="68977"/>
                  </a:lnTo>
                  <a:lnTo>
                    <a:pt x="64912" y="69997"/>
                  </a:lnTo>
                  <a:lnTo>
                    <a:pt x="64355" y="71302"/>
                  </a:lnTo>
                  <a:lnTo>
                    <a:pt x="61075" y="73637"/>
                  </a:lnTo>
                  <a:lnTo>
                    <a:pt x="59292" y="74857"/>
                  </a:lnTo>
                  <a:lnTo>
                    <a:pt x="56665" y="76714"/>
                  </a:lnTo>
                  <a:lnTo>
                    <a:pt x="56393" y="76906"/>
                  </a:lnTo>
                  <a:lnTo>
                    <a:pt x="55814" y="77316"/>
                  </a:lnTo>
                  <a:lnTo>
                    <a:pt x="54716" y="78094"/>
                  </a:lnTo>
                  <a:lnTo>
                    <a:pt x="53154" y="79201"/>
                  </a:lnTo>
                  <a:lnTo>
                    <a:pt x="52301" y="79806"/>
                  </a:lnTo>
                  <a:lnTo>
                    <a:pt x="52143" y="79915"/>
                  </a:lnTo>
                  <a:lnTo>
                    <a:pt x="50382" y="81136"/>
                  </a:lnTo>
                  <a:lnTo>
                    <a:pt x="47986" y="82843"/>
                  </a:lnTo>
                  <a:lnTo>
                    <a:pt x="47368" y="83283"/>
                  </a:lnTo>
                  <a:lnTo>
                    <a:pt x="44318" y="85824"/>
                  </a:lnTo>
                  <a:lnTo>
                    <a:pt x="40046" y="90696"/>
                  </a:lnTo>
                  <a:lnTo>
                    <a:pt x="37979" y="93220"/>
                  </a:lnTo>
                  <a:lnTo>
                    <a:pt x="37603" y="93680"/>
                  </a:lnTo>
                  <a:lnTo>
                    <a:pt x="37026" y="94816"/>
                  </a:lnTo>
                  <a:lnTo>
                    <a:pt x="33573" y="100559"/>
                  </a:lnTo>
                  <a:lnTo>
                    <a:pt x="32951" y="101615"/>
                  </a:lnTo>
                  <a:lnTo>
                    <a:pt x="31284" y="104887"/>
                  </a:lnTo>
                  <a:lnTo>
                    <a:pt x="30106" y="107219"/>
                  </a:lnTo>
                  <a:lnTo>
                    <a:pt x="29853" y="107718"/>
                  </a:lnTo>
                  <a:lnTo>
                    <a:pt x="29602" y="108216"/>
                  </a:lnTo>
                  <a:lnTo>
                    <a:pt x="29131" y="109129"/>
                  </a:lnTo>
                  <a:lnTo>
                    <a:pt x="28365" y="110617"/>
                  </a:lnTo>
                  <a:lnTo>
                    <a:pt x="27678" y="111966"/>
                  </a:lnTo>
                  <a:lnTo>
                    <a:pt x="27281" y="112745"/>
                  </a:lnTo>
                  <a:lnTo>
                    <a:pt x="26848" y="113596"/>
                  </a:lnTo>
                  <a:lnTo>
                    <a:pt x="26433" y="114410"/>
                  </a:lnTo>
                  <a:lnTo>
                    <a:pt x="25969" y="115320"/>
                  </a:lnTo>
                  <a:lnTo>
                    <a:pt x="25466" y="116040"/>
                  </a:lnTo>
                  <a:lnTo>
                    <a:pt x="25344" y="115738"/>
                  </a:lnTo>
                  <a:lnTo>
                    <a:pt x="25254" y="115512"/>
                  </a:lnTo>
                  <a:lnTo>
                    <a:pt x="25138" y="115225"/>
                  </a:lnTo>
                  <a:lnTo>
                    <a:pt x="24591" y="113864"/>
                  </a:lnTo>
                  <a:lnTo>
                    <a:pt x="24174" y="112826"/>
                  </a:lnTo>
                  <a:lnTo>
                    <a:pt x="23435" y="111061"/>
                  </a:lnTo>
                  <a:lnTo>
                    <a:pt x="23281" y="110691"/>
                  </a:lnTo>
                  <a:lnTo>
                    <a:pt x="21705" y="106956"/>
                  </a:lnTo>
                  <a:lnTo>
                    <a:pt x="21641" y="106824"/>
                  </a:lnTo>
                  <a:lnTo>
                    <a:pt x="20127" y="103724"/>
                  </a:lnTo>
                  <a:lnTo>
                    <a:pt x="18540" y="100472"/>
                  </a:lnTo>
                  <a:lnTo>
                    <a:pt x="18018" y="99775"/>
                  </a:lnTo>
                  <a:lnTo>
                    <a:pt x="15680" y="97412"/>
                  </a:lnTo>
                  <a:lnTo>
                    <a:pt x="14267" y="95983"/>
                  </a:lnTo>
                  <a:lnTo>
                    <a:pt x="13889" y="95601"/>
                  </a:lnTo>
                  <a:lnTo>
                    <a:pt x="12146" y="93864"/>
                  </a:lnTo>
                  <a:lnTo>
                    <a:pt x="11881" y="93629"/>
                  </a:lnTo>
                  <a:lnTo>
                    <a:pt x="10487" y="92396"/>
                  </a:lnTo>
                  <a:lnTo>
                    <a:pt x="10118" y="92057"/>
                  </a:lnTo>
                  <a:lnTo>
                    <a:pt x="7760" y="89894"/>
                  </a:lnTo>
                  <a:lnTo>
                    <a:pt x="7551" y="89702"/>
                  </a:lnTo>
                  <a:lnTo>
                    <a:pt x="6328" y="88579"/>
                  </a:lnTo>
                  <a:lnTo>
                    <a:pt x="6189" y="88377"/>
                  </a:lnTo>
                  <a:lnTo>
                    <a:pt x="6040" y="88161"/>
                  </a:lnTo>
                  <a:lnTo>
                    <a:pt x="5041" y="86710"/>
                  </a:lnTo>
                  <a:lnTo>
                    <a:pt x="4319" y="85663"/>
                  </a:lnTo>
                  <a:lnTo>
                    <a:pt x="4156" y="85426"/>
                  </a:lnTo>
                  <a:lnTo>
                    <a:pt x="4073" y="84884"/>
                  </a:lnTo>
                  <a:lnTo>
                    <a:pt x="3845" y="83398"/>
                  </a:lnTo>
                  <a:lnTo>
                    <a:pt x="3754" y="82801"/>
                  </a:lnTo>
                  <a:lnTo>
                    <a:pt x="3719" y="82575"/>
                  </a:lnTo>
                  <a:lnTo>
                    <a:pt x="3659" y="81562"/>
                  </a:lnTo>
                  <a:lnTo>
                    <a:pt x="2999" y="70368"/>
                  </a:lnTo>
                  <a:lnTo>
                    <a:pt x="2438" y="60862"/>
                  </a:lnTo>
                  <a:lnTo>
                    <a:pt x="2352" y="59391"/>
                  </a:lnTo>
                  <a:lnTo>
                    <a:pt x="2237" y="55357"/>
                  </a:lnTo>
                  <a:lnTo>
                    <a:pt x="2232" y="55197"/>
                  </a:lnTo>
                  <a:lnTo>
                    <a:pt x="2205" y="54223"/>
                  </a:lnTo>
                  <a:lnTo>
                    <a:pt x="2133" y="53384"/>
                  </a:lnTo>
                  <a:lnTo>
                    <a:pt x="1950" y="49183"/>
                  </a:lnTo>
                  <a:lnTo>
                    <a:pt x="1604" y="41240"/>
                  </a:lnTo>
                  <a:lnTo>
                    <a:pt x="1460" y="38907"/>
                  </a:lnTo>
                  <a:lnTo>
                    <a:pt x="1204" y="32653"/>
                  </a:lnTo>
                  <a:lnTo>
                    <a:pt x="1204" y="31916"/>
                  </a:lnTo>
                  <a:lnTo>
                    <a:pt x="964" y="27701"/>
                  </a:lnTo>
                  <a:lnTo>
                    <a:pt x="1001" y="27289"/>
                  </a:lnTo>
                  <a:lnTo>
                    <a:pt x="834" y="24084"/>
                  </a:lnTo>
                  <a:lnTo>
                    <a:pt x="650" y="20058"/>
                  </a:lnTo>
                  <a:lnTo>
                    <a:pt x="634" y="19712"/>
                  </a:lnTo>
                  <a:lnTo>
                    <a:pt x="315" y="18142"/>
                  </a:lnTo>
                  <a:lnTo>
                    <a:pt x="0" y="16641"/>
                  </a:lnTo>
                  <a:lnTo>
                    <a:pt x="201" y="15281"/>
                  </a:lnTo>
                  <a:lnTo>
                    <a:pt x="318" y="14494"/>
                  </a:lnTo>
                  <a:lnTo>
                    <a:pt x="2790" y="7675"/>
                  </a:lnTo>
                  <a:lnTo>
                    <a:pt x="4314" y="264"/>
                  </a:lnTo>
                  <a:lnTo>
                    <a:pt x="4368" y="0"/>
                  </a:lnTo>
                  <a:lnTo>
                    <a:pt x="8384" y="440"/>
                  </a:lnTo>
                  <a:lnTo>
                    <a:pt x="8911" y="513"/>
                  </a:lnTo>
                  <a:lnTo>
                    <a:pt x="9495" y="595"/>
                  </a:lnTo>
                  <a:lnTo>
                    <a:pt x="14996" y="1361"/>
                  </a:lnTo>
                  <a:lnTo>
                    <a:pt x="17965" y="1737"/>
                  </a:lnTo>
                  <a:lnTo>
                    <a:pt x="18290" y="1778"/>
                  </a:lnTo>
                  <a:lnTo>
                    <a:pt x="20319" y="203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1543929" y="3146970"/>
              <a:ext cx="74403" cy="86088"/>
            </a:xfrm>
            <a:custGeom>
              <a:avLst/>
              <a:pathLst>
                <a:path w="74403" h="86088">
                  <a:moveTo>
                    <a:pt x="61670" y="72614"/>
                  </a:moveTo>
                  <a:lnTo>
                    <a:pt x="59723" y="76084"/>
                  </a:lnTo>
                  <a:lnTo>
                    <a:pt x="57450" y="80217"/>
                  </a:lnTo>
                  <a:lnTo>
                    <a:pt x="57180" y="80706"/>
                  </a:lnTo>
                  <a:lnTo>
                    <a:pt x="55972" y="83017"/>
                  </a:lnTo>
                  <a:lnTo>
                    <a:pt x="54367" y="86088"/>
                  </a:lnTo>
                  <a:lnTo>
                    <a:pt x="49675" y="83864"/>
                  </a:lnTo>
                  <a:lnTo>
                    <a:pt x="47842" y="83128"/>
                  </a:lnTo>
                  <a:lnTo>
                    <a:pt x="45515" y="82193"/>
                  </a:lnTo>
                  <a:lnTo>
                    <a:pt x="44769" y="81871"/>
                  </a:lnTo>
                  <a:lnTo>
                    <a:pt x="40841" y="80302"/>
                  </a:lnTo>
                  <a:lnTo>
                    <a:pt x="38513" y="79274"/>
                  </a:lnTo>
                  <a:lnTo>
                    <a:pt x="32560" y="76645"/>
                  </a:lnTo>
                  <a:lnTo>
                    <a:pt x="32323" y="76541"/>
                  </a:lnTo>
                  <a:lnTo>
                    <a:pt x="31002" y="76034"/>
                  </a:lnTo>
                  <a:lnTo>
                    <a:pt x="28578" y="74986"/>
                  </a:lnTo>
                  <a:lnTo>
                    <a:pt x="28241" y="75210"/>
                  </a:lnTo>
                  <a:lnTo>
                    <a:pt x="27066" y="75989"/>
                  </a:lnTo>
                  <a:lnTo>
                    <a:pt x="26758" y="76264"/>
                  </a:lnTo>
                  <a:lnTo>
                    <a:pt x="26392" y="76482"/>
                  </a:lnTo>
                  <a:lnTo>
                    <a:pt x="23270" y="78309"/>
                  </a:lnTo>
                  <a:lnTo>
                    <a:pt x="23010" y="78461"/>
                  </a:lnTo>
                  <a:lnTo>
                    <a:pt x="22214" y="78864"/>
                  </a:lnTo>
                  <a:lnTo>
                    <a:pt x="21217" y="79369"/>
                  </a:lnTo>
                  <a:lnTo>
                    <a:pt x="20790" y="79585"/>
                  </a:lnTo>
                  <a:lnTo>
                    <a:pt x="17427" y="81288"/>
                  </a:lnTo>
                  <a:lnTo>
                    <a:pt x="16404" y="79474"/>
                  </a:lnTo>
                  <a:lnTo>
                    <a:pt x="12935" y="73347"/>
                  </a:lnTo>
                  <a:lnTo>
                    <a:pt x="12404" y="72411"/>
                  </a:lnTo>
                  <a:lnTo>
                    <a:pt x="11477" y="70812"/>
                  </a:lnTo>
                  <a:lnTo>
                    <a:pt x="8656" y="65740"/>
                  </a:lnTo>
                  <a:lnTo>
                    <a:pt x="8191" y="64904"/>
                  </a:lnTo>
                  <a:lnTo>
                    <a:pt x="4758" y="58739"/>
                  </a:lnTo>
                  <a:lnTo>
                    <a:pt x="4076" y="57514"/>
                  </a:lnTo>
                  <a:lnTo>
                    <a:pt x="1969" y="53702"/>
                  </a:lnTo>
                  <a:lnTo>
                    <a:pt x="104" y="50329"/>
                  </a:lnTo>
                  <a:lnTo>
                    <a:pt x="0" y="50140"/>
                  </a:lnTo>
                  <a:lnTo>
                    <a:pt x="408" y="49438"/>
                  </a:lnTo>
                  <a:lnTo>
                    <a:pt x="845" y="48686"/>
                  </a:lnTo>
                  <a:lnTo>
                    <a:pt x="1799" y="47045"/>
                  </a:lnTo>
                  <a:lnTo>
                    <a:pt x="2831" y="45271"/>
                  </a:lnTo>
                  <a:lnTo>
                    <a:pt x="10790" y="32239"/>
                  </a:lnTo>
                  <a:lnTo>
                    <a:pt x="10925" y="32017"/>
                  </a:lnTo>
                  <a:lnTo>
                    <a:pt x="16451" y="22199"/>
                  </a:lnTo>
                  <a:lnTo>
                    <a:pt x="18447" y="18411"/>
                  </a:lnTo>
                  <a:lnTo>
                    <a:pt x="20172" y="15384"/>
                  </a:lnTo>
                  <a:lnTo>
                    <a:pt x="22841" y="10702"/>
                  </a:lnTo>
                  <a:lnTo>
                    <a:pt x="24840" y="7196"/>
                  </a:lnTo>
                  <a:lnTo>
                    <a:pt x="25131" y="6686"/>
                  </a:lnTo>
                  <a:lnTo>
                    <a:pt x="28607" y="0"/>
                  </a:lnTo>
                  <a:lnTo>
                    <a:pt x="30801" y="352"/>
                  </a:lnTo>
                  <a:lnTo>
                    <a:pt x="31190" y="414"/>
                  </a:lnTo>
                  <a:lnTo>
                    <a:pt x="31892" y="527"/>
                  </a:lnTo>
                  <a:lnTo>
                    <a:pt x="32095" y="560"/>
                  </a:lnTo>
                  <a:lnTo>
                    <a:pt x="33328" y="732"/>
                  </a:lnTo>
                  <a:lnTo>
                    <a:pt x="50692" y="3160"/>
                  </a:lnTo>
                  <a:lnTo>
                    <a:pt x="52374" y="3347"/>
                  </a:lnTo>
                  <a:lnTo>
                    <a:pt x="53015" y="3401"/>
                  </a:lnTo>
                  <a:lnTo>
                    <a:pt x="55953" y="3935"/>
                  </a:lnTo>
                  <a:lnTo>
                    <a:pt x="59584" y="4415"/>
                  </a:lnTo>
                  <a:lnTo>
                    <a:pt x="62548" y="4736"/>
                  </a:lnTo>
                  <a:lnTo>
                    <a:pt x="72000" y="6071"/>
                  </a:lnTo>
                  <a:lnTo>
                    <a:pt x="72409" y="6103"/>
                  </a:lnTo>
                  <a:lnTo>
                    <a:pt x="73213" y="6165"/>
                  </a:lnTo>
                  <a:lnTo>
                    <a:pt x="74403" y="6258"/>
                  </a:lnTo>
                  <a:lnTo>
                    <a:pt x="74349" y="6522"/>
                  </a:lnTo>
                  <a:lnTo>
                    <a:pt x="72824" y="13935"/>
                  </a:lnTo>
                  <a:lnTo>
                    <a:pt x="70353" y="20752"/>
                  </a:lnTo>
                  <a:lnTo>
                    <a:pt x="70236" y="21539"/>
                  </a:lnTo>
                  <a:lnTo>
                    <a:pt x="70035" y="22899"/>
                  </a:lnTo>
                  <a:lnTo>
                    <a:pt x="70350" y="24401"/>
                  </a:lnTo>
                  <a:lnTo>
                    <a:pt x="70669" y="25970"/>
                  </a:lnTo>
                  <a:lnTo>
                    <a:pt x="70685" y="26316"/>
                  </a:lnTo>
                  <a:lnTo>
                    <a:pt x="70869" y="30343"/>
                  </a:lnTo>
                  <a:lnTo>
                    <a:pt x="71036" y="33547"/>
                  </a:lnTo>
                  <a:lnTo>
                    <a:pt x="70999" y="33959"/>
                  </a:lnTo>
                  <a:lnTo>
                    <a:pt x="71239" y="38174"/>
                  </a:lnTo>
                  <a:lnTo>
                    <a:pt x="71239" y="38911"/>
                  </a:lnTo>
                  <a:lnTo>
                    <a:pt x="71495" y="45165"/>
                  </a:lnTo>
                  <a:lnTo>
                    <a:pt x="71640" y="47499"/>
                  </a:lnTo>
                  <a:lnTo>
                    <a:pt x="71985" y="55441"/>
                  </a:lnTo>
                  <a:lnTo>
                    <a:pt x="72168" y="59642"/>
                  </a:lnTo>
                  <a:lnTo>
                    <a:pt x="72240" y="60482"/>
                  </a:lnTo>
                  <a:lnTo>
                    <a:pt x="72268" y="61455"/>
                  </a:lnTo>
                  <a:lnTo>
                    <a:pt x="72265" y="61616"/>
                  </a:lnTo>
                  <a:lnTo>
                    <a:pt x="72124" y="61626"/>
                  </a:lnTo>
                  <a:lnTo>
                    <a:pt x="71891" y="61643"/>
                  </a:lnTo>
                  <a:lnTo>
                    <a:pt x="65840" y="62086"/>
                  </a:lnTo>
                  <a:lnTo>
                    <a:pt x="65545" y="62107"/>
                  </a:lnTo>
                  <a:lnTo>
                    <a:pt x="65830" y="67120"/>
                  </a:lnTo>
                  <a:lnTo>
                    <a:pt x="65827" y="68506"/>
                  </a:lnTo>
                  <a:lnTo>
                    <a:pt x="65907" y="70108"/>
                  </a:lnTo>
                  <a:lnTo>
                    <a:pt x="65512" y="70185"/>
                  </a:lnTo>
                  <a:lnTo>
                    <a:pt x="63558" y="70565"/>
                  </a:lnTo>
                  <a:lnTo>
                    <a:pt x="61984" y="72055"/>
                  </a:lnTo>
                  <a:lnTo>
                    <a:pt x="61752" y="7246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1466133" y="3101522"/>
              <a:ext cx="106299" cy="80402"/>
            </a:xfrm>
            <a:custGeom>
              <a:avLst/>
              <a:pathLst>
                <a:path w="106299" h="80402">
                  <a:moveTo>
                    <a:pt x="70858" y="16050"/>
                  </a:moveTo>
                  <a:lnTo>
                    <a:pt x="70100" y="21182"/>
                  </a:lnTo>
                  <a:lnTo>
                    <a:pt x="67563" y="21064"/>
                  </a:lnTo>
                  <a:lnTo>
                    <a:pt x="64610" y="20043"/>
                  </a:lnTo>
                  <a:lnTo>
                    <a:pt x="62832" y="18985"/>
                  </a:lnTo>
                  <a:lnTo>
                    <a:pt x="62422" y="19857"/>
                  </a:lnTo>
                  <a:lnTo>
                    <a:pt x="61603" y="22805"/>
                  </a:lnTo>
                  <a:lnTo>
                    <a:pt x="61217" y="25529"/>
                  </a:lnTo>
                  <a:lnTo>
                    <a:pt x="60007" y="36566"/>
                  </a:lnTo>
                  <a:lnTo>
                    <a:pt x="59490" y="39109"/>
                  </a:lnTo>
                  <a:lnTo>
                    <a:pt x="59387" y="39612"/>
                  </a:lnTo>
                  <a:lnTo>
                    <a:pt x="60773" y="39823"/>
                  </a:lnTo>
                  <a:lnTo>
                    <a:pt x="66166" y="40464"/>
                  </a:lnTo>
                  <a:lnTo>
                    <a:pt x="71507" y="41211"/>
                  </a:lnTo>
                  <a:lnTo>
                    <a:pt x="76761" y="42040"/>
                  </a:lnTo>
                  <a:lnTo>
                    <a:pt x="81864" y="42579"/>
                  </a:lnTo>
                  <a:lnTo>
                    <a:pt x="84591" y="42867"/>
                  </a:lnTo>
                  <a:lnTo>
                    <a:pt x="85205" y="43027"/>
                  </a:lnTo>
                  <a:lnTo>
                    <a:pt x="86887" y="43241"/>
                  </a:lnTo>
                  <a:lnTo>
                    <a:pt x="88169" y="43427"/>
                  </a:lnTo>
                  <a:lnTo>
                    <a:pt x="93456" y="43988"/>
                  </a:lnTo>
                  <a:lnTo>
                    <a:pt x="95405" y="44175"/>
                  </a:lnTo>
                  <a:lnTo>
                    <a:pt x="99811" y="44656"/>
                  </a:lnTo>
                  <a:lnTo>
                    <a:pt x="104148" y="45239"/>
                  </a:lnTo>
                  <a:lnTo>
                    <a:pt x="104377" y="45270"/>
                  </a:lnTo>
                  <a:lnTo>
                    <a:pt x="106299" y="45430"/>
                  </a:lnTo>
                  <a:lnTo>
                    <a:pt x="102927" y="52134"/>
                  </a:lnTo>
                  <a:lnTo>
                    <a:pt x="102636" y="52644"/>
                  </a:lnTo>
                  <a:lnTo>
                    <a:pt x="100637" y="56150"/>
                  </a:lnTo>
                  <a:lnTo>
                    <a:pt x="97968" y="60831"/>
                  </a:lnTo>
                  <a:lnTo>
                    <a:pt x="96243" y="63858"/>
                  </a:lnTo>
                  <a:lnTo>
                    <a:pt x="94247" y="67646"/>
                  </a:lnTo>
                  <a:lnTo>
                    <a:pt x="88721" y="77465"/>
                  </a:lnTo>
                  <a:lnTo>
                    <a:pt x="88329" y="77232"/>
                  </a:lnTo>
                  <a:lnTo>
                    <a:pt x="85470" y="75538"/>
                  </a:lnTo>
                  <a:lnTo>
                    <a:pt x="82923" y="74028"/>
                  </a:lnTo>
                  <a:lnTo>
                    <a:pt x="82638" y="74491"/>
                  </a:lnTo>
                  <a:lnTo>
                    <a:pt x="79171" y="80402"/>
                  </a:lnTo>
                  <a:lnTo>
                    <a:pt x="74633" y="77461"/>
                  </a:lnTo>
                  <a:lnTo>
                    <a:pt x="74399" y="77310"/>
                  </a:lnTo>
                  <a:lnTo>
                    <a:pt x="72947" y="76518"/>
                  </a:lnTo>
                  <a:lnTo>
                    <a:pt x="71890" y="75943"/>
                  </a:lnTo>
                  <a:lnTo>
                    <a:pt x="70429" y="75147"/>
                  </a:lnTo>
                  <a:lnTo>
                    <a:pt x="66320" y="72910"/>
                  </a:lnTo>
                  <a:lnTo>
                    <a:pt x="66079" y="72871"/>
                  </a:lnTo>
                  <a:lnTo>
                    <a:pt x="61554" y="72150"/>
                  </a:lnTo>
                  <a:lnTo>
                    <a:pt x="61170" y="72089"/>
                  </a:lnTo>
                  <a:lnTo>
                    <a:pt x="60436" y="72016"/>
                  </a:lnTo>
                  <a:lnTo>
                    <a:pt x="58376" y="71775"/>
                  </a:lnTo>
                  <a:lnTo>
                    <a:pt x="56580" y="71499"/>
                  </a:lnTo>
                  <a:lnTo>
                    <a:pt x="55504" y="71334"/>
                  </a:lnTo>
                  <a:lnTo>
                    <a:pt x="54543" y="71186"/>
                  </a:lnTo>
                  <a:lnTo>
                    <a:pt x="51390" y="70665"/>
                  </a:lnTo>
                  <a:lnTo>
                    <a:pt x="51133" y="70625"/>
                  </a:lnTo>
                  <a:lnTo>
                    <a:pt x="45516" y="69864"/>
                  </a:lnTo>
                  <a:lnTo>
                    <a:pt x="39265" y="68800"/>
                  </a:lnTo>
                  <a:lnTo>
                    <a:pt x="38668" y="68699"/>
                  </a:lnTo>
                  <a:lnTo>
                    <a:pt x="37820" y="74001"/>
                  </a:lnTo>
                  <a:lnTo>
                    <a:pt x="32846" y="73607"/>
                  </a:lnTo>
                  <a:lnTo>
                    <a:pt x="33419" y="69193"/>
                  </a:lnTo>
                  <a:lnTo>
                    <a:pt x="34703" y="66020"/>
                  </a:lnTo>
                  <a:lnTo>
                    <a:pt x="38247" y="61379"/>
                  </a:lnTo>
                  <a:lnTo>
                    <a:pt x="29132" y="60139"/>
                  </a:lnTo>
                  <a:lnTo>
                    <a:pt x="25372" y="59618"/>
                  </a:lnTo>
                  <a:lnTo>
                    <a:pt x="24980" y="59564"/>
                  </a:lnTo>
                  <a:lnTo>
                    <a:pt x="21715" y="59088"/>
                  </a:lnTo>
                  <a:lnTo>
                    <a:pt x="17701" y="56800"/>
                  </a:lnTo>
                  <a:lnTo>
                    <a:pt x="17420" y="56517"/>
                  </a:lnTo>
                  <a:lnTo>
                    <a:pt x="15706" y="54786"/>
                  </a:lnTo>
                  <a:lnTo>
                    <a:pt x="13890" y="53162"/>
                  </a:lnTo>
                  <a:lnTo>
                    <a:pt x="13594" y="52917"/>
                  </a:lnTo>
                  <a:lnTo>
                    <a:pt x="11134" y="50877"/>
                  </a:lnTo>
                  <a:lnTo>
                    <a:pt x="9754" y="49813"/>
                  </a:lnTo>
                  <a:lnTo>
                    <a:pt x="5950" y="46560"/>
                  </a:lnTo>
                  <a:lnTo>
                    <a:pt x="1531" y="45438"/>
                  </a:lnTo>
                  <a:lnTo>
                    <a:pt x="0" y="45049"/>
                  </a:lnTo>
                  <a:lnTo>
                    <a:pt x="1271" y="43830"/>
                  </a:lnTo>
                  <a:lnTo>
                    <a:pt x="1889" y="43238"/>
                  </a:lnTo>
                  <a:lnTo>
                    <a:pt x="3249" y="41933"/>
                  </a:lnTo>
                  <a:lnTo>
                    <a:pt x="4729" y="40514"/>
                  </a:lnTo>
                  <a:lnTo>
                    <a:pt x="6333" y="38976"/>
                  </a:lnTo>
                  <a:lnTo>
                    <a:pt x="7649" y="37710"/>
                  </a:lnTo>
                  <a:lnTo>
                    <a:pt x="7936" y="37434"/>
                  </a:lnTo>
                  <a:lnTo>
                    <a:pt x="8464" y="36926"/>
                  </a:lnTo>
                  <a:lnTo>
                    <a:pt x="9371" y="36128"/>
                  </a:lnTo>
                  <a:lnTo>
                    <a:pt x="9990" y="35535"/>
                  </a:lnTo>
                  <a:lnTo>
                    <a:pt x="10684" y="34870"/>
                  </a:lnTo>
                  <a:lnTo>
                    <a:pt x="10976" y="34591"/>
                  </a:lnTo>
                  <a:lnTo>
                    <a:pt x="12193" y="33425"/>
                  </a:lnTo>
                  <a:lnTo>
                    <a:pt x="12489" y="33463"/>
                  </a:lnTo>
                  <a:lnTo>
                    <a:pt x="13086" y="33540"/>
                  </a:lnTo>
                  <a:lnTo>
                    <a:pt x="13248" y="33403"/>
                  </a:lnTo>
                  <a:lnTo>
                    <a:pt x="14475" y="32356"/>
                  </a:lnTo>
                  <a:lnTo>
                    <a:pt x="18739" y="28721"/>
                  </a:lnTo>
                  <a:lnTo>
                    <a:pt x="20515" y="27208"/>
                  </a:lnTo>
                  <a:lnTo>
                    <a:pt x="21583" y="26297"/>
                  </a:lnTo>
                  <a:lnTo>
                    <a:pt x="25575" y="22898"/>
                  </a:lnTo>
                  <a:lnTo>
                    <a:pt x="31583" y="17782"/>
                  </a:lnTo>
                  <a:lnTo>
                    <a:pt x="33486" y="16161"/>
                  </a:lnTo>
                  <a:lnTo>
                    <a:pt x="34044" y="15665"/>
                  </a:lnTo>
                  <a:lnTo>
                    <a:pt x="34811" y="14983"/>
                  </a:lnTo>
                  <a:lnTo>
                    <a:pt x="38005" y="12143"/>
                  </a:lnTo>
                  <a:lnTo>
                    <a:pt x="41846" y="8728"/>
                  </a:lnTo>
                  <a:lnTo>
                    <a:pt x="44334" y="6515"/>
                  </a:lnTo>
                  <a:lnTo>
                    <a:pt x="51593" y="0"/>
                  </a:lnTo>
                  <a:lnTo>
                    <a:pt x="52167" y="634"/>
                  </a:lnTo>
                  <a:lnTo>
                    <a:pt x="52905" y="1451"/>
                  </a:lnTo>
                  <a:lnTo>
                    <a:pt x="53494" y="2103"/>
                  </a:lnTo>
                  <a:lnTo>
                    <a:pt x="57481" y="6515"/>
                  </a:lnTo>
                  <a:lnTo>
                    <a:pt x="60867" y="10485"/>
                  </a:lnTo>
                  <a:lnTo>
                    <a:pt x="62880" y="12429"/>
                  </a:lnTo>
                  <a:lnTo>
                    <a:pt x="66180" y="14817"/>
                  </a:lnTo>
                  <a:lnTo>
                    <a:pt x="68791" y="1581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1378531" y="3091808"/>
              <a:ext cx="99794" cy="87105"/>
            </a:xfrm>
            <a:custGeom>
              <a:avLst/>
              <a:pathLst>
                <a:path w="99794" h="87105">
                  <a:moveTo>
                    <a:pt x="70113" y="2622"/>
                  </a:moveTo>
                  <a:lnTo>
                    <a:pt x="64227" y="13045"/>
                  </a:lnTo>
                  <a:lnTo>
                    <a:pt x="60530" y="19609"/>
                  </a:lnTo>
                  <a:lnTo>
                    <a:pt x="59272" y="22140"/>
                  </a:lnTo>
                  <a:lnTo>
                    <a:pt x="57860" y="25206"/>
                  </a:lnTo>
                  <a:lnTo>
                    <a:pt x="57007" y="29715"/>
                  </a:lnTo>
                  <a:lnTo>
                    <a:pt x="56847" y="30422"/>
                  </a:lnTo>
                  <a:lnTo>
                    <a:pt x="56733" y="30926"/>
                  </a:lnTo>
                  <a:lnTo>
                    <a:pt x="55609" y="35908"/>
                  </a:lnTo>
                  <a:lnTo>
                    <a:pt x="54815" y="39428"/>
                  </a:lnTo>
                  <a:lnTo>
                    <a:pt x="55025" y="39457"/>
                  </a:lnTo>
                  <a:lnTo>
                    <a:pt x="59025" y="40011"/>
                  </a:lnTo>
                  <a:lnTo>
                    <a:pt x="64603" y="40782"/>
                  </a:lnTo>
                  <a:lnTo>
                    <a:pt x="68007" y="41243"/>
                  </a:lnTo>
                  <a:lnTo>
                    <a:pt x="68296" y="41282"/>
                  </a:lnTo>
                  <a:lnTo>
                    <a:pt x="70400" y="41559"/>
                  </a:lnTo>
                  <a:lnTo>
                    <a:pt x="72606" y="41850"/>
                  </a:lnTo>
                  <a:lnTo>
                    <a:pt x="76675" y="42386"/>
                  </a:lnTo>
                  <a:lnTo>
                    <a:pt x="79775" y="42725"/>
                  </a:lnTo>
                  <a:lnTo>
                    <a:pt x="80358" y="42788"/>
                  </a:lnTo>
                  <a:lnTo>
                    <a:pt x="82622" y="43036"/>
                  </a:lnTo>
                  <a:lnTo>
                    <a:pt x="83295" y="43043"/>
                  </a:lnTo>
                  <a:lnTo>
                    <a:pt x="83697" y="43048"/>
                  </a:lnTo>
                  <a:lnTo>
                    <a:pt x="84126" y="43053"/>
                  </a:lnTo>
                  <a:lnTo>
                    <a:pt x="84279" y="43025"/>
                  </a:lnTo>
                  <a:lnTo>
                    <a:pt x="84709" y="42946"/>
                  </a:lnTo>
                  <a:lnTo>
                    <a:pt x="85614" y="42780"/>
                  </a:lnTo>
                  <a:lnTo>
                    <a:pt x="86767" y="42569"/>
                  </a:lnTo>
                  <a:lnTo>
                    <a:pt x="87290" y="42473"/>
                  </a:lnTo>
                  <a:lnTo>
                    <a:pt x="91985" y="41613"/>
                  </a:lnTo>
                  <a:lnTo>
                    <a:pt x="92398" y="41537"/>
                  </a:lnTo>
                  <a:lnTo>
                    <a:pt x="93446" y="41583"/>
                  </a:lnTo>
                  <a:lnTo>
                    <a:pt x="94454" y="41628"/>
                  </a:lnTo>
                  <a:lnTo>
                    <a:pt x="95442" y="41671"/>
                  </a:lnTo>
                  <a:lnTo>
                    <a:pt x="98526" y="42711"/>
                  </a:lnTo>
                  <a:lnTo>
                    <a:pt x="99006" y="42874"/>
                  </a:lnTo>
                  <a:lnTo>
                    <a:pt x="99794" y="43139"/>
                  </a:lnTo>
                  <a:lnTo>
                    <a:pt x="98577" y="44305"/>
                  </a:lnTo>
                  <a:lnTo>
                    <a:pt x="98286" y="44584"/>
                  </a:lnTo>
                  <a:lnTo>
                    <a:pt x="97592" y="45250"/>
                  </a:lnTo>
                  <a:lnTo>
                    <a:pt x="96933" y="45878"/>
                  </a:lnTo>
                  <a:lnTo>
                    <a:pt x="96066" y="46641"/>
                  </a:lnTo>
                  <a:lnTo>
                    <a:pt x="95537" y="47149"/>
                  </a:lnTo>
                  <a:lnTo>
                    <a:pt x="95251" y="47424"/>
                  </a:lnTo>
                  <a:lnTo>
                    <a:pt x="93935" y="48690"/>
                  </a:lnTo>
                  <a:lnTo>
                    <a:pt x="92330" y="50229"/>
                  </a:lnTo>
                  <a:lnTo>
                    <a:pt x="90851" y="51647"/>
                  </a:lnTo>
                  <a:lnTo>
                    <a:pt x="89490" y="52952"/>
                  </a:lnTo>
                  <a:lnTo>
                    <a:pt x="88873" y="53544"/>
                  </a:lnTo>
                  <a:lnTo>
                    <a:pt x="87601" y="54763"/>
                  </a:lnTo>
                  <a:lnTo>
                    <a:pt x="87350" y="55004"/>
                  </a:lnTo>
                  <a:lnTo>
                    <a:pt x="87198" y="55151"/>
                  </a:lnTo>
                  <a:lnTo>
                    <a:pt x="86554" y="55769"/>
                  </a:lnTo>
                  <a:lnTo>
                    <a:pt x="85986" y="56316"/>
                  </a:lnTo>
                  <a:lnTo>
                    <a:pt x="85767" y="56526"/>
                  </a:lnTo>
                  <a:lnTo>
                    <a:pt x="85550" y="56735"/>
                  </a:lnTo>
                  <a:lnTo>
                    <a:pt x="85354" y="56924"/>
                  </a:lnTo>
                  <a:lnTo>
                    <a:pt x="84399" y="57841"/>
                  </a:lnTo>
                  <a:lnTo>
                    <a:pt x="84121" y="58114"/>
                  </a:lnTo>
                  <a:lnTo>
                    <a:pt x="83794" y="58479"/>
                  </a:lnTo>
                  <a:lnTo>
                    <a:pt x="83275" y="59056"/>
                  </a:lnTo>
                  <a:lnTo>
                    <a:pt x="81513" y="61021"/>
                  </a:lnTo>
                  <a:lnTo>
                    <a:pt x="81140" y="61438"/>
                  </a:lnTo>
                  <a:lnTo>
                    <a:pt x="80301" y="62376"/>
                  </a:lnTo>
                  <a:lnTo>
                    <a:pt x="79690" y="63059"/>
                  </a:lnTo>
                  <a:lnTo>
                    <a:pt x="78271" y="64645"/>
                  </a:lnTo>
                  <a:lnTo>
                    <a:pt x="77803" y="65168"/>
                  </a:lnTo>
                  <a:lnTo>
                    <a:pt x="77495" y="65513"/>
                  </a:lnTo>
                  <a:lnTo>
                    <a:pt x="76725" y="66374"/>
                  </a:lnTo>
                  <a:lnTo>
                    <a:pt x="75195" y="68084"/>
                  </a:lnTo>
                  <a:lnTo>
                    <a:pt x="74764" y="68565"/>
                  </a:lnTo>
                  <a:lnTo>
                    <a:pt x="73021" y="70514"/>
                  </a:lnTo>
                  <a:lnTo>
                    <a:pt x="71860" y="71812"/>
                  </a:lnTo>
                  <a:lnTo>
                    <a:pt x="68271" y="75824"/>
                  </a:lnTo>
                  <a:lnTo>
                    <a:pt x="67660" y="76507"/>
                  </a:lnTo>
                  <a:lnTo>
                    <a:pt x="67461" y="76730"/>
                  </a:lnTo>
                  <a:lnTo>
                    <a:pt x="66882" y="77384"/>
                  </a:lnTo>
                  <a:lnTo>
                    <a:pt x="66687" y="77605"/>
                  </a:lnTo>
                  <a:lnTo>
                    <a:pt x="64814" y="79725"/>
                  </a:lnTo>
                  <a:lnTo>
                    <a:pt x="62808" y="81991"/>
                  </a:lnTo>
                  <a:lnTo>
                    <a:pt x="62476" y="82339"/>
                  </a:lnTo>
                  <a:lnTo>
                    <a:pt x="58675" y="86323"/>
                  </a:lnTo>
                  <a:lnTo>
                    <a:pt x="57929" y="87105"/>
                  </a:lnTo>
                  <a:lnTo>
                    <a:pt x="57649" y="86855"/>
                  </a:lnTo>
                  <a:lnTo>
                    <a:pt x="56643" y="85960"/>
                  </a:lnTo>
                  <a:lnTo>
                    <a:pt x="54568" y="84111"/>
                  </a:lnTo>
                  <a:lnTo>
                    <a:pt x="52420" y="82167"/>
                  </a:lnTo>
                  <a:lnTo>
                    <a:pt x="52196" y="81968"/>
                  </a:lnTo>
                  <a:lnTo>
                    <a:pt x="51279" y="81153"/>
                  </a:lnTo>
                  <a:lnTo>
                    <a:pt x="48255" y="78465"/>
                  </a:lnTo>
                  <a:lnTo>
                    <a:pt x="45056" y="77567"/>
                  </a:lnTo>
                  <a:lnTo>
                    <a:pt x="44836" y="77506"/>
                  </a:lnTo>
                  <a:lnTo>
                    <a:pt x="42449" y="76836"/>
                  </a:lnTo>
                  <a:lnTo>
                    <a:pt x="42007" y="76712"/>
                  </a:lnTo>
                  <a:lnTo>
                    <a:pt x="39109" y="76148"/>
                  </a:lnTo>
                  <a:lnTo>
                    <a:pt x="36690" y="75677"/>
                  </a:lnTo>
                  <a:lnTo>
                    <a:pt x="35023" y="75352"/>
                  </a:lnTo>
                  <a:lnTo>
                    <a:pt x="32944" y="74948"/>
                  </a:lnTo>
                  <a:lnTo>
                    <a:pt x="32250" y="74813"/>
                  </a:lnTo>
                  <a:lnTo>
                    <a:pt x="31897" y="74744"/>
                  </a:lnTo>
                  <a:lnTo>
                    <a:pt x="31122" y="74593"/>
                  </a:lnTo>
                  <a:lnTo>
                    <a:pt x="28064" y="73983"/>
                  </a:lnTo>
                  <a:lnTo>
                    <a:pt x="26343" y="73588"/>
                  </a:lnTo>
                  <a:lnTo>
                    <a:pt x="23239" y="72875"/>
                  </a:lnTo>
                  <a:lnTo>
                    <a:pt x="21665" y="72549"/>
                  </a:lnTo>
                  <a:lnTo>
                    <a:pt x="18079" y="71806"/>
                  </a:lnTo>
                  <a:lnTo>
                    <a:pt x="17837" y="71756"/>
                  </a:lnTo>
                  <a:lnTo>
                    <a:pt x="13065" y="70767"/>
                  </a:lnTo>
                  <a:lnTo>
                    <a:pt x="11886" y="70523"/>
                  </a:lnTo>
                  <a:lnTo>
                    <a:pt x="9690" y="70068"/>
                  </a:lnTo>
                  <a:lnTo>
                    <a:pt x="8334" y="69803"/>
                  </a:lnTo>
                  <a:lnTo>
                    <a:pt x="2213" y="68731"/>
                  </a:lnTo>
                  <a:lnTo>
                    <a:pt x="1149" y="68545"/>
                  </a:lnTo>
                  <a:lnTo>
                    <a:pt x="1135" y="68052"/>
                  </a:lnTo>
                  <a:lnTo>
                    <a:pt x="1013" y="63798"/>
                  </a:lnTo>
                  <a:lnTo>
                    <a:pt x="998" y="63272"/>
                  </a:lnTo>
                  <a:lnTo>
                    <a:pt x="954" y="61725"/>
                  </a:lnTo>
                  <a:lnTo>
                    <a:pt x="911" y="60380"/>
                  </a:lnTo>
                  <a:lnTo>
                    <a:pt x="826" y="57697"/>
                  </a:lnTo>
                  <a:lnTo>
                    <a:pt x="805" y="57034"/>
                  </a:lnTo>
                  <a:lnTo>
                    <a:pt x="745" y="55144"/>
                  </a:lnTo>
                  <a:lnTo>
                    <a:pt x="728" y="54610"/>
                  </a:lnTo>
                  <a:lnTo>
                    <a:pt x="717" y="54248"/>
                  </a:lnTo>
                  <a:lnTo>
                    <a:pt x="657" y="52370"/>
                  </a:lnTo>
                  <a:lnTo>
                    <a:pt x="615" y="51057"/>
                  </a:lnTo>
                  <a:lnTo>
                    <a:pt x="596" y="50446"/>
                  </a:lnTo>
                  <a:lnTo>
                    <a:pt x="559" y="49340"/>
                  </a:lnTo>
                  <a:lnTo>
                    <a:pt x="551" y="49115"/>
                  </a:lnTo>
                  <a:lnTo>
                    <a:pt x="481" y="47043"/>
                  </a:lnTo>
                  <a:lnTo>
                    <a:pt x="276" y="40966"/>
                  </a:lnTo>
                  <a:lnTo>
                    <a:pt x="204" y="38837"/>
                  </a:lnTo>
                  <a:lnTo>
                    <a:pt x="190" y="38429"/>
                  </a:lnTo>
                  <a:lnTo>
                    <a:pt x="181" y="38176"/>
                  </a:lnTo>
                  <a:lnTo>
                    <a:pt x="165" y="37690"/>
                  </a:lnTo>
                  <a:lnTo>
                    <a:pt x="109" y="36045"/>
                  </a:lnTo>
                  <a:lnTo>
                    <a:pt x="0" y="32800"/>
                  </a:lnTo>
                  <a:lnTo>
                    <a:pt x="5315" y="33505"/>
                  </a:lnTo>
                  <a:lnTo>
                    <a:pt x="14334" y="34702"/>
                  </a:lnTo>
                  <a:lnTo>
                    <a:pt x="17378" y="35106"/>
                  </a:lnTo>
                  <a:lnTo>
                    <a:pt x="17802" y="33874"/>
                  </a:lnTo>
                  <a:lnTo>
                    <a:pt x="18228" y="32642"/>
                  </a:lnTo>
                  <a:lnTo>
                    <a:pt x="19095" y="30126"/>
                  </a:lnTo>
                  <a:lnTo>
                    <a:pt x="19829" y="27999"/>
                  </a:lnTo>
                  <a:lnTo>
                    <a:pt x="20265" y="26734"/>
                  </a:lnTo>
                  <a:lnTo>
                    <a:pt x="20885" y="24937"/>
                  </a:lnTo>
                  <a:lnTo>
                    <a:pt x="22898" y="20063"/>
                  </a:lnTo>
                  <a:lnTo>
                    <a:pt x="22983" y="19861"/>
                  </a:lnTo>
                  <a:lnTo>
                    <a:pt x="23481" y="19923"/>
                  </a:lnTo>
                  <a:lnTo>
                    <a:pt x="23639" y="19942"/>
                  </a:lnTo>
                  <a:lnTo>
                    <a:pt x="27791" y="20521"/>
                  </a:lnTo>
                  <a:lnTo>
                    <a:pt x="33070" y="21256"/>
                  </a:lnTo>
                  <a:lnTo>
                    <a:pt x="33360" y="21295"/>
                  </a:lnTo>
                  <a:lnTo>
                    <a:pt x="34274" y="21419"/>
                  </a:lnTo>
                  <a:lnTo>
                    <a:pt x="35158" y="21539"/>
                  </a:lnTo>
                  <a:lnTo>
                    <a:pt x="35288" y="21557"/>
                  </a:lnTo>
                  <a:lnTo>
                    <a:pt x="35699" y="21613"/>
                  </a:lnTo>
                  <a:lnTo>
                    <a:pt x="40097" y="22211"/>
                  </a:lnTo>
                  <a:lnTo>
                    <a:pt x="40224" y="21918"/>
                  </a:lnTo>
                  <a:lnTo>
                    <a:pt x="40340" y="21650"/>
                  </a:lnTo>
                  <a:lnTo>
                    <a:pt x="40582" y="21092"/>
                  </a:lnTo>
                  <a:lnTo>
                    <a:pt x="40990" y="20150"/>
                  </a:lnTo>
                  <a:lnTo>
                    <a:pt x="41084" y="19931"/>
                  </a:lnTo>
                  <a:lnTo>
                    <a:pt x="41263" y="19519"/>
                  </a:lnTo>
                  <a:lnTo>
                    <a:pt x="41795" y="18291"/>
                  </a:lnTo>
                  <a:lnTo>
                    <a:pt x="42294" y="17140"/>
                  </a:lnTo>
                  <a:lnTo>
                    <a:pt x="42478" y="16714"/>
                  </a:lnTo>
                  <a:lnTo>
                    <a:pt x="42645" y="16329"/>
                  </a:lnTo>
                  <a:lnTo>
                    <a:pt x="42955" y="15614"/>
                  </a:lnTo>
                  <a:lnTo>
                    <a:pt x="43044" y="15408"/>
                  </a:lnTo>
                  <a:lnTo>
                    <a:pt x="43100" y="15277"/>
                  </a:lnTo>
                  <a:lnTo>
                    <a:pt x="43248" y="14936"/>
                  </a:lnTo>
                  <a:lnTo>
                    <a:pt x="43660" y="13986"/>
                  </a:lnTo>
                  <a:lnTo>
                    <a:pt x="43868" y="13504"/>
                  </a:lnTo>
                  <a:lnTo>
                    <a:pt x="43959" y="13295"/>
                  </a:lnTo>
                  <a:lnTo>
                    <a:pt x="44336" y="12425"/>
                  </a:lnTo>
                  <a:lnTo>
                    <a:pt x="44833" y="11278"/>
                  </a:lnTo>
                  <a:lnTo>
                    <a:pt x="44912" y="11096"/>
                  </a:lnTo>
                  <a:lnTo>
                    <a:pt x="45290" y="10221"/>
                  </a:lnTo>
                  <a:lnTo>
                    <a:pt x="45467" y="9781"/>
                  </a:lnTo>
                  <a:lnTo>
                    <a:pt x="48601" y="10659"/>
                  </a:lnTo>
                  <a:lnTo>
                    <a:pt x="48790" y="10702"/>
                  </a:lnTo>
                  <a:lnTo>
                    <a:pt x="49375" y="10834"/>
                  </a:lnTo>
                  <a:lnTo>
                    <a:pt x="50278" y="11037"/>
                  </a:lnTo>
                  <a:lnTo>
                    <a:pt x="50478" y="11082"/>
                  </a:lnTo>
                  <a:lnTo>
                    <a:pt x="50932" y="11184"/>
                  </a:lnTo>
                  <a:lnTo>
                    <a:pt x="51189" y="10755"/>
                  </a:lnTo>
                  <a:lnTo>
                    <a:pt x="52073" y="9282"/>
                  </a:lnTo>
                  <a:lnTo>
                    <a:pt x="53334" y="7181"/>
                  </a:lnTo>
                  <a:lnTo>
                    <a:pt x="55742" y="3171"/>
                  </a:lnTo>
                  <a:lnTo>
                    <a:pt x="56522" y="1870"/>
                  </a:lnTo>
                  <a:lnTo>
                    <a:pt x="57575" y="0"/>
                  </a:lnTo>
                  <a:lnTo>
                    <a:pt x="58945" y="251"/>
                  </a:lnTo>
                  <a:lnTo>
                    <a:pt x="60978" y="626"/>
                  </a:lnTo>
                  <a:lnTo>
                    <a:pt x="64918" y="1352"/>
                  </a:lnTo>
                  <a:lnTo>
                    <a:pt x="65427" y="1446"/>
                  </a:lnTo>
                  <a:lnTo>
                    <a:pt x="70273" y="23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1331509" y="3114161"/>
              <a:ext cx="64918" cy="110227"/>
            </a:xfrm>
            <a:custGeom>
              <a:avLst/>
              <a:pathLst>
                <a:path w="64918" h="110227">
                  <a:moveTo>
                    <a:pt x="52782" y="83388"/>
                  </a:moveTo>
                  <a:lnTo>
                    <a:pt x="52862" y="83540"/>
                  </a:lnTo>
                  <a:lnTo>
                    <a:pt x="52984" y="83772"/>
                  </a:lnTo>
                  <a:lnTo>
                    <a:pt x="53198" y="84243"/>
                  </a:lnTo>
                  <a:lnTo>
                    <a:pt x="53266" y="84394"/>
                  </a:lnTo>
                  <a:lnTo>
                    <a:pt x="53339" y="84555"/>
                  </a:lnTo>
                  <a:lnTo>
                    <a:pt x="53434" y="84763"/>
                  </a:lnTo>
                  <a:lnTo>
                    <a:pt x="53554" y="85027"/>
                  </a:lnTo>
                  <a:lnTo>
                    <a:pt x="53611" y="85155"/>
                  </a:lnTo>
                  <a:lnTo>
                    <a:pt x="54040" y="86101"/>
                  </a:lnTo>
                  <a:lnTo>
                    <a:pt x="54242" y="86546"/>
                  </a:lnTo>
                  <a:lnTo>
                    <a:pt x="54622" y="87382"/>
                  </a:lnTo>
                  <a:lnTo>
                    <a:pt x="54701" y="87517"/>
                  </a:lnTo>
                  <a:lnTo>
                    <a:pt x="55060" y="88133"/>
                  </a:lnTo>
                  <a:lnTo>
                    <a:pt x="55757" y="89328"/>
                  </a:lnTo>
                  <a:lnTo>
                    <a:pt x="56760" y="91049"/>
                  </a:lnTo>
                  <a:lnTo>
                    <a:pt x="57179" y="91926"/>
                  </a:lnTo>
                  <a:lnTo>
                    <a:pt x="57862" y="93356"/>
                  </a:lnTo>
                  <a:lnTo>
                    <a:pt x="57936" y="93511"/>
                  </a:lnTo>
                  <a:lnTo>
                    <a:pt x="58652" y="94982"/>
                  </a:lnTo>
                  <a:lnTo>
                    <a:pt x="59356" y="96427"/>
                  </a:lnTo>
                  <a:lnTo>
                    <a:pt x="60079" y="97911"/>
                  </a:lnTo>
                  <a:lnTo>
                    <a:pt x="60179" y="98117"/>
                  </a:lnTo>
                  <a:lnTo>
                    <a:pt x="60867" y="99530"/>
                  </a:lnTo>
                  <a:lnTo>
                    <a:pt x="61541" y="100912"/>
                  </a:lnTo>
                  <a:lnTo>
                    <a:pt x="61674" y="101185"/>
                  </a:lnTo>
                  <a:lnTo>
                    <a:pt x="61767" y="101376"/>
                  </a:lnTo>
                  <a:lnTo>
                    <a:pt x="62656" y="103201"/>
                  </a:lnTo>
                  <a:lnTo>
                    <a:pt x="63586" y="105111"/>
                  </a:lnTo>
                  <a:lnTo>
                    <a:pt x="63666" y="105275"/>
                  </a:lnTo>
                  <a:lnTo>
                    <a:pt x="63938" y="105834"/>
                  </a:lnTo>
                  <a:lnTo>
                    <a:pt x="64265" y="106504"/>
                  </a:lnTo>
                  <a:lnTo>
                    <a:pt x="64392" y="106766"/>
                  </a:lnTo>
                  <a:lnTo>
                    <a:pt x="64918" y="107846"/>
                  </a:lnTo>
                  <a:lnTo>
                    <a:pt x="64040" y="108724"/>
                  </a:lnTo>
                  <a:lnTo>
                    <a:pt x="63409" y="109376"/>
                  </a:lnTo>
                  <a:lnTo>
                    <a:pt x="63286" y="109503"/>
                  </a:lnTo>
                  <a:lnTo>
                    <a:pt x="62586" y="110227"/>
                  </a:lnTo>
                  <a:lnTo>
                    <a:pt x="62440" y="110171"/>
                  </a:lnTo>
                  <a:lnTo>
                    <a:pt x="62212" y="110082"/>
                  </a:lnTo>
                  <a:lnTo>
                    <a:pt x="59959" y="109199"/>
                  </a:lnTo>
                  <a:lnTo>
                    <a:pt x="59594" y="109055"/>
                  </a:lnTo>
                  <a:lnTo>
                    <a:pt x="45546" y="103548"/>
                  </a:lnTo>
                  <a:lnTo>
                    <a:pt x="40420" y="101538"/>
                  </a:lnTo>
                  <a:lnTo>
                    <a:pt x="39003" y="100983"/>
                  </a:lnTo>
                  <a:lnTo>
                    <a:pt x="36764" y="100105"/>
                  </a:lnTo>
                  <a:lnTo>
                    <a:pt x="27779" y="96477"/>
                  </a:lnTo>
                  <a:lnTo>
                    <a:pt x="24372" y="95115"/>
                  </a:lnTo>
                  <a:lnTo>
                    <a:pt x="23494" y="94764"/>
                  </a:lnTo>
                  <a:lnTo>
                    <a:pt x="21068" y="93475"/>
                  </a:lnTo>
                  <a:lnTo>
                    <a:pt x="17361" y="91118"/>
                  </a:lnTo>
                  <a:lnTo>
                    <a:pt x="15327" y="89825"/>
                  </a:lnTo>
                  <a:lnTo>
                    <a:pt x="14657" y="90036"/>
                  </a:lnTo>
                  <a:lnTo>
                    <a:pt x="13569" y="86822"/>
                  </a:lnTo>
                  <a:lnTo>
                    <a:pt x="12430" y="83458"/>
                  </a:lnTo>
                  <a:lnTo>
                    <a:pt x="12067" y="83598"/>
                  </a:lnTo>
                  <a:lnTo>
                    <a:pt x="10769" y="84077"/>
                  </a:lnTo>
                  <a:lnTo>
                    <a:pt x="7137" y="85416"/>
                  </a:lnTo>
                  <a:lnTo>
                    <a:pt x="5847" y="85955"/>
                  </a:lnTo>
                  <a:lnTo>
                    <a:pt x="5610" y="86055"/>
                  </a:lnTo>
                  <a:lnTo>
                    <a:pt x="5449" y="86122"/>
                  </a:lnTo>
                  <a:lnTo>
                    <a:pt x="5399" y="85977"/>
                  </a:lnTo>
                  <a:lnTo>
                    <a:pt x="5242" y="85519"/>
                  </a:lnTo>
                  <a:lnTo>
                    <a:pt x="5078" y="85043"/>
                  </a:lnTo>
                  <a:lnTo>
                    <a:pt x="4864" y="84416"/>
                  </a:lnTo>
                  <a:lnTo>
                    <a:pt x="4677" y="83873"/>
                  </a:lnTo>
                  <a:lnTo>
                    <a:pt x="4492" y="83334"/>
                  </a:lnTo>
                  <a:lnTo>
                    <a:pt x="4881" y="82536"/>
                  </a:lnTo>
                  <a:lnTo>
                    <a:pt x="5077" y="82134"/>
                  </a:lnTo>
                  <a:lnTo>
                    <a:pt x="5214" y="81688"/>
                  </a:lnTo>
                  <a:lnTo>
                    <a:pt x="5347" y="81258"/>
                  </a:lnTo>
                  <a:lnTo>
                    <a:pt x="5398" y="81092"/>
                  </a:lnTo>
                  <a:lnTo>
                    <a:pt x="5550" y="80342"/>
                  </a:lnTo>
                  <a:lnTo>
                    <a:pt x="5587" y="80159"/>
                  </a:lnTo>
                  <a:lnTo>
                    <a:pt x="5624" y="79977"/>
                  </a:lnTo>
                  <a:lnTo>
                    <a:pt x="5633" y="79729"/>
                  </a:lnTo>
                  <a:lnTo>
                    <a:pt x="5664" y="78896"/>
                  </a:lnTo>
                  <a:lnTo>
                    <a:pt x="5503" y="77881"/>
                  </a:lnTo>
                  <a:lnTo>
                    <a:pt x="5124" y="76194"/>
                  </a:lnTo>
                  <a:lnTo>
                    <a:pt x="4769" y="75077"/>
                  </a:lnTo>
                  <a:lnTo>
                    <a:pt x="4062" y="73903"/>
                  </a:lnTo>
                  <a:lnTo>
                    <a:pt x="2927" y="72648"/>
                  </a:lnTo>
                  <a:lnTo>
                    <a:pt x="2543" y="72145"/>
                  </a:lnTo>
                  <a:lnTo>
                    <a:pt x="1859" y="71526"/>
                  </a:lnTo>
                  <a:lnTo>
                    <a:pt x="1339" y="70697"/>
                  </a:lnTo>
                  <a:lnTo>
                    <a:pt x="964" y="69575"/>
                  </a:lnTo>
                  <a:lnTo>
                    <a:pt x="746" y="68038"/>
                  </a:lnTo>
                  <a:lnTo>
                    <a:pt x="604" y="66628"/>
                  </a:lnTo>
                  <a:lnTo>
                    <a:pt x="580" y="65890"/>
                  </a:lnTo>
                  <a:lnTo>
                    <a:pt x="489" y="64227"/>
                  </a:lnTo>
                  <a:lnTo>
                    <a:pt x="408" y="63640"/>
                  </a:lnTo>
                  <a:lnTo>
                    <a:pt x="312" y="62940"/>
                  </a:lnTo>
                  <a:lnTo>
                    <a:pt x="265" y="62604"/>
                  </a:lnTo>
                  <a:lnTo>
                    <a:pt x="113" y="61591"/>
                  </a:lnTo>
                  <a:lnTo>
                    <a:pt x="0" y="58788"/>
                  </a:lnTo>
                  <a:lnTo>
                    <a:pt x="40" y="56171"/>
                  </a:lnTo>
                  <a:lnTo>
                    <a:pt x="211" y="52472"/>
                  </a:lnTo>
                  <a:lnTo>
                    <a:pt x="163" y="51231"/>
                  </a:lnTo>
                  <a:lnTo>
                    <a:pt x="406" y="50357"/>
                  </a:lnTo>
                  <a:lnTo>
                    <a:pt x="1207" y="49028"/>
                  </a:lnTo>
                  <a:lnTo>
                    <a:pt x="3075" y="47067"/>
                  </a:lnTo>
                  <a:lnTo>
                    <a:pt x="3438" y="46769"/>
                  </a:lnTo>
                  <a:lnTo>
                    <a:pt x="5713" y="44900"/>
                  </a:lnTo>
                  <a:lnTo>
                    <a:pt x="6151" y="44540"/>
                  </a:lnTo>
                  <a:lnTo>
                    <a:pt x="7158" y="43512"/>
                  </a:lnTo>
                  <a:lnTo>
                    <a:pt x="7618" y="42997"/>
                  </a:lnTo>
                  <a:lnTo>
                    <a:pt x="7943" y="42632"/>
                  </a:lnTo>
                  <a:lnTo>
                    <a:pt x="9084" y="41353"/>
                  </a:lnTo>
                  <a:lnTo>
                    <a:pt x="10046" y="40551"/>
                  </a:lnTo>
                  <a:lnTo>
                    <a:pt x="11836" y="39859"/>
                  </a:lnTo>
                  <a:lnTo>
                    <a:pt x="12785" y="39288"/>
                  </a:lnTo>
                  <a:lnTo>
                    <a:pt x="13289" y="38985"/>
                  </a:lnTo>
                  <a:lnTo>
                    <a:pt x="14060" y="38183"/>
                  </a:lnTo>
                  <a:lnTo>
                    <a:pt x="14408" y="37806"/>
                  </a:lnTo>
                  <a:lnTo>
                    <a:pt x="14936" y="35931"/>
                  </a:lnTo>
                  <a:lnTo>
                    <a:pt x="15753" y="32396"/>
                  </a:lnTo>
                  <a:lnTo>
                    <a:pt x="15901" y="31933"/>
                  </a:lnTo>
                  <a:lnTo>
                    <a:pt x="17061" y="30242"/>
                  </a:lnTo>
                  <a:lnTo>
                    <a:pt x="18293" y="28701"/>
                  </a:lnTo>
                  <a:lnTo>
                    <a:pt x="21039" y="25541"/>
                  </a:lnTo>
                  <a:lnTo>
                    <a:pt x="21280" y="25221"/>
                  </a:lnTo>
                  <a:lnTo>
                    <a:pt x="21720" y="24553"/>
                  </a:lnTo>
                  <a:lnTo>
                    <a:pt x="21783" y="24286"/>
                  </a:lnTo>
                  <a:lnTo>
                    <a:pt x="22017" y="23303"/>
                  </a:lnTo>
                  <a:lnTo>
                    <a:pt x="22628" y="20726"/>
                  </a:lnTo>
                  <a:lnTo>
                    <a:pt x="23954" y="16441"/>
                  </a:lnTo>
                  <a:lnTo>
                    <a:pt x="25157" y="14297"/>
                  </a:lnTo>
                  <a:lnTo>
                    <a:pt x="25617" y="13479"/>
                  </a:lnTo>
                  <a:lnTo>
                    <a:pt x="26809" y="11527"/>
                  </a:lnTo>
                  <a:lnTo>
                    <a:pt x="27902" y="9720"/>
                  </a:lnTo>
                  <a:lnTo>
                    <a:pt x="28289" y="8866"/>
                  </a:lnTo>
                  <a:lnTo>
                    <a:pt x="29254" y="5161"/>
                  </a:lnTo>
                  <a:lnTo>
                    <a:pt x="26891" y="3313"/>
                  </a:lnTo>
                  <a:lnTo>
                    <a:pt x="25710" y="2390"/>
                  </a:lnTo>
                  <a:lnTo>
                    <a:pt x="25192" y="1985"/>
                  </a:lnTo>
                  <a:lnTo>
                    <a:pt x="27135" y="0"/>
                  </a:lnTo>
                  <a:lnTo>
                    <a:pt x="29390" y="2166"/>
                  </a:lnTo>
                  <a:lnTo>
                    <a:pt x="29598" y="2455"/>
                  </a:lnTo>
                  <a:lnTo>
                    <a:pt x="29887" y="2760"/>
                  </a:lnTo>
                  <a:lnTo>
                    <a:pt x="32079" y="4653"/>
                  </a:lnTo>
                  <a:lnTo>
                    <a:pt x="34334" y="5932"/>
                  </a:lnTo>
                  <a:lnTo>
                    <a:pt x="35394" y="6533"/>
                  </a:lnTo>
                  <a:lnTo>
                    <a:pt x="35853" y="6812"/>
                  </a:lnTo>
                  <a:lnTo>
                    <a:pt x="36180" y="7011"/>
                  </a:lnTo>
                  <a:lnTo>
                    <a:pt x="38537" y="7671"/>
                  </a:lnTo>
                  <a:lnTo>
                    <a:pt x="39171" y="7848"/>
                  </a:lnTo>
                  <a:lnTo>
                    <a:pt x="41142" y="8061"/>
                  </a:lnTo>
                  <a:lnTo>
                    <a:pt x="42290" y="8185"/>
                  </a:lnTo>
                  <a:lnTo>
                    <a:pt x="45885" y="8790"/>
                  </a:lnTo>
                  <a:lnTo>
                    <a:pt x="47022" y="10447"/>
                  </a:lnTo>
                  <a:lnTo>
                    <a:pt x="47131" y="13692"/>
                  </a:lnTo>
                  <a:lnTo>
                    <a:pt x="47187" y="15337"/>
                  </a:lnTo>
                  <a:lnTo>
                    <a:pt x="47203" y="15823"/>
                  </a:lnTo>
                  <a:lnTo>
                    <a:pt x="47212" y="16075"/>
                  </a:lnTo>
                  <a:lnTo>
                    <a:pt x="47226" y="16484"/>
                  </a:lnTo>
                  <a:lnTo>
                    <a:pt x="47298" y="18613"/>
                  </a:lnTo>
                  <a:lnTo>
                    <a:pt x="47506" y="24772"/>
                  </a:lnTo>
                  <a:lnTo>
                    <a:pt x="47573" y="26762"/>
                  </a:lnTo>
                  <a:lnTo>
                    <a:pt x="47581" y="26987"/>
                  </a:lnTo>
                  <a:lnTo>
                    <a:pt x="47618" y="28093"/>
                  </a:lnTo>
                  <a:lnTo>
                    <a:pt x="47638" y="28704"/>
                  </a:lnTo>
                  <a:lnTo>
                    <a:pt x="47679" y="30017"/>
                  </a:lnTo>
                  <a:lnTo>
                    <a:pt x="47739" y="31894"/>
                  </a:lnTo>
                  <a:lnTo>
                    <a:pt x="47750" y="32257"/>
                  </a:lnTo>
                  <a:lnTo>
                    <a:pt x="47767" y="32791"/>
                  </a:lnTo>
                  <a:lnTo>
                    <a:pt x="47827" y="34681"/>
                  </a:lnTo>
                  <a:lnTo>
                    <a:pt x="47848" y="35344"/>
                  </a:lnTo>
                  <a:lnTo>
                    <a:pt x="47933" y="38027"/>
                  </a:lnTo>
                  <a:lnTo>
                    <a:pt x="47976" y="39372"/>
                  </a:lnTo>
                  <a:lnTo>
                    <a:pt x="48020" y="40918"/>
                  </a:lnTo>
                  <a:lnTo>
                    <a:pt x="48039" y="41566"/>
                  </a:lnTo>
                  <a:lnTo>
                    <a:pt x="48161" y="45821"/>
                  </a:lnTo>
                  <a:lnTo>
                    <a:pt x="48173" y="46240"/>
                  </a:lnTo>
                  <a:lnTo>
                    <a:pt x="48179" y="46449"/>
                  </a:lnTo>
                  <a:lnTo>
                    <a:pt x="48185" y="46683"/>
                  </a:lnTo>
                  <a:lnTo>
                    <a:pt x="48200" y="47196"/>
                  </a:lnTo>
                  <a:lnTo>
                    <a:pt x="48217" y="47798"/>
                  </a:lnTo>
                  <a:lnTo>
                    <a:pt x="48250" y="48961"/>
                  </a:lnTo>
                  <a:lnTo>
                    <a:pt x="48259" y="49262"/>
                  </a:lnTo>
                  <a:lnTo>
                    <a:pt x="48271" y="49669"/>
                  </a:lnTo>
                  <a:lnTo>
                    <a:pt x="48304" y="50833"/>
                  </a:lnTo>
                  <a:lnTo>
                    <a:pt x="48311" y="51072"/>
                  </a:lnTo>
                  <a:lnTo>
                    <a:pt x="48392" y="53895"/>
                  </a:lnTo>
                  <a:lnTo>
                    <a:pt x="48403" y="54279"/>
                  </a:lnTo>
                  <a:lnTo>
                    <a:pt x="48407" y="54449"/>
                  </a:lnTo>
                  <a:lnTo>
                    <a:pt x="48421" y="54936"/>
                  </a:lnTo>
                  <a:lnTo>
                    <a:pt x="48464" y="56397"/>
                  </a:lnTo>
                  <a:lnTo>
                    <a:pt x="48540" y="58130"/>
                  </a:lnTo>
                  <a:lnTo>
                    <a:pt x="48548" y="58318"/>
                  </a:lnTo>
                  <a:lnTo>
                    <a:pt x="48581" y="59064"/>
                  </a:lnTo>
                  <a:lnTo>
                    <a:pt x="48606" y="59647"/>
                  </a:lnTo>
                  <a:lnTo>
                    <a:pt x="48652" y="60695"/>
                  </a:lnTo>
                  <a:lnTo>
                    <a:pt x="48675" y="61230"/>
                  </a:lnTo>
                  <a:lnTo>
                    <a:pt x="48693" y="61638"/>
                  </a:lnTo>
                  <a:lnTo>
                    <a:pt x="48714" y="62207"/>
                  </a:lnTo>
                  <a:lnTo>
                    <a:pt x="48740" y="62934"/>
                  </a:lnTo>
                  <a:lnTo>
                    <a:pt x="48805" y="64699"/>
                  </a:lnTo>
                  <a:lnTo>
                    <a:pt x="48828" y="65346"/>
                  </a:lnTo>
                  <a:lnTo>
                    <a:pt x="48861" y="66125"/>
                  </a:lnTo>
                  <a:lnTo>
                    <a:pt x="48890" y="66833"/>
                  </a:lnTo>
                  <a:lnTo>
                    <a:pt x="48910" y="67305"/>
                  </a:lnTo>
                  <a:lnTo>
                    <a:pt x="48955" y="68386"/>
                  </a:lnTo>
                  <a:lnTo>
                    <a:pt x="49023" y="70039"/>
                  </a:lnTo>
                  <a:lnTo>
                    <a:pt x="49087" y="71560"/>
                  </a:lnTo>
                  <a:lnTo>
                    <a:pt x="49192" y="74110"/>
                  </a:lnTo>
                  <a:lnTo>
                    <a:pt x="49216" y="74690"/>
                  </a:lnTo>
                  <a:lnTo>
                    <a:pt x="49258" y="74905"/>
                  </a:lnTo>
                  <a:lnTo>
                    <a:pt x="49371" y="75490"/>
                  </a:lnTo>
                  <a:lnTo>
                    <a:pt x="49410" y="75693"/>
                  </a:lnTo>
                  <a:lnTo>
                    <a:pt x="49713" y="77263"/>
                  </a:lnTo>
                  <a:lnTo>
                    <a:pt x="49797" y="77703"/>
                  </a:lnTo>
                  <a:lnTo>
                    <a:pt x="50411" y="78872"/>
                  </a:lnTo>
                  <a:lnTo>
                    <a:pt x="50835" y="79678"/>
                  </a:lnTo>
                  <a:lnTo>
                    <a:pt x="51781" y="81480"/>
                  </a:lnTo>
                  <a:lnTo>
                    <a:pt x="52192" y="822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1358644" y="3035735"/>
              <a:ext cx="76405" cy="91179"/>
            </a:xfrm>
            <a:custGeom>
              <a:avLst/>
              <a:pathLst>
                <a:path w="76405" h="91179">
                  <a:moveTo>
                    <a:pt x="71960" y="65355"/>
                  </a:moveTo>
                  <a:lnTo>
                    <a:pt x="71076" y="66828"/>
                  </a:lnTo>
                  <a:lnTo>
                    <a:pt x="70795" y="67252"/>
                  </a:lnTo>
                  <a:lnTo>
                    <a:pt x="70332" y="67148"/>
                  </a:lnTo>
                  <a:lnTo>
                    <a:pt x="70142" y="67105"/>
                  </a:lnTo>
                  <a:lnTo>
                    <a:pt x="69136" y="66878"/>
                  </a:lnTo>
                  <a:lnTo>
                    <a:pt x="68677" y="66775"/>
                  </a:lnTo>
                  <a:lnTo>
                    <a:pt x="68488" y="66732"/>
                  </a:lnTo>
                  <a:lnTo>
                    <a:pt x="65354" y="65855"/>
                  </a:lnTo>
                  <a:lnTo>
                    <a:pt x="65177" y="66295"/>
                  </a:lnTo>
                  <a:lnTo>
                    <a:pt x="64799" y="67169"/>
                  </a:lnTo>
                  <a:lnTo>
                    <a:pt x="64622" y="67576"/>
                  </a:lnTo>
                  <a:lnTo>
                    <a:pt x="64223" y="68498"/>
                  </a:lnTo>
                  <a:lnTo>
                    <a:pt x="63846" y="69368"/>
                  </a:lnTo>
                  <a:lnTo>
                    <a:pt x="63755" y="69577"/>
                  </a:lnTo>
                  <a:lnTo>
                    <a:pt x="63547" y="70059"/>
                  </a:lnTo>
                  <a:lnTo>
                    <a:pt x="63135" y="71009"/>
                  </a:lnTo>
                  <a:lnTo>
                    <a:pt x="62987" y="71350"/>
                  </a:lnTo>
                  <a:lnTo>
                    <a:pt x="62931" y="71481"/>
                  </a:lnTo>
                  <a:lnTo>
                    <a:pt x="62842" y="71687"/>
                  </a:lnTo>
                  <a:lnTo>
                    <a:pt x="62532" y="72402"/>
                  </a:lnTo>
                  <a:lnTo>
                    <a:pt x="62365" y="72788"/>
                  </a:lnTo>
                  <a:lnTo>
                    <a:pt x="62181" y="73213"/>
                  </a:lnTo>
                  <a:lnTo>
                    <a:pt x="61675" y="74379"/>
                  </a:lnTo>
                  <a:lnTo>
                    <a:pt x="61150" y="75593"/>
                  </a:lnTo>
                  <a:lnTo>
                    <a:pt x="60971" y="76004"/>
                  </a:lnTo>
                  <a:lnTo>
                    <a:pt x="60877" y="76223"/>
                  </a:lnTo>
                  <a:lnTo>
                    <a:pt x="60469" y="77165"/>
                  </a:lnTo>
                  <a:lnTo>
                    <a:pt x="60227" y="77723"/>
                  </a:lnTo>
                  <a:lnTo>
                    <a:pt x="60111" y="77991"/>
                  </a:lnTo>
                  <a:lnTo>
                    <a:pt x="59959" y="78280"/>
                  </a:lnTo>
                  <a:lnTo>
                    <a:pt x="55586" y="77686"/>
                  </a:lnTo>
                  <a:lnTo>
                    <a:pt x="55175" y="77630"/>
                  </a:lnTo>
                  <a:lnTo>
                    <a:pt x="55045" y="77613"/>
                  </a:lnTo>
                  <a:lnTo>
                    <a:pt x="54161" y="77492"/>
                  </a:lnTo>
                  <a:lnTo>
                    <a:pt x="53247" y="77368"/>
                  </a:lnTo>
                  <a:lnTo>
                    <a:pt x="52957" y="77329"/>
                  </a:lnTo>
                  <a:lnTo>
                    <a:pt x="47678" y="76594"/>
                  </a:lnTo>
                  <a:lnTo>
                    <a:pt x="43525" y="76015"/>
                  </a:lnTo>
                  <a:lnTo>
                    <a:pt x="43368" y="75996"/>
                  </a:lnTo>
                  <a:lnTo>
                    <a:pt x="42868" y="75937"/>
                  </a:lnTo>
                  <a:lnTo>
                    <a:pt x="42785" y="76137"/>
                  </a:lnTo>
                  <a:lnTo>
                    <a:pt x="40772" y="81010"/>
                  </a:lnTo>
                  <a:lnTo>
                    <a:pt x="40152" y="82807"/>
                  </a:lnTo>
                  <a:lnTo>
                    <a:pt x="39715" y="84072"/>
                  </a:lnTo>
                  <a:lnTo>
                    <a:pt x="38982" y="86199"/>
                  </a:lnTo>
                  <a:lnTo>
                    <a:pt x="38092" y="88779"/>
                  </a:lnTo>
                  <a:lnTo>
                    <a:pt x="37689" y="89947"/>
                  </a:lnTo>
                  <a:lnTo>
                    <a:pt x="37264" y="91179"/>
                  </a:lnTo>
                  <a:lnTo>
                    <a:pt x="34221" y="90775"/>
                  </a:lnTo>
                  <a:lnTo>
                    <a:pt x="25202" y="89578"/>
                  </a:lnTo>
                  <a:lnTo>
                    <a:pt x="19886" y="88873"/>
                  </a:lnTo>
                  <a:lnTo>
                    <a:pt x="18750" y="87217"/>
                  </a:lnTo>
                  <a:lnTo>
                    <a:pt x="15154" y="86612"/>
                  </a:lnTo>
                  <a:lnTo>
                    <a:pt x="14007" y="86488"/>
                  </a:lnTo>
                  <a:lnTo>
                    <a:pt x="12035" y="86275"/>
                  </a:lnTo>
                  <a:lnTo>
                    <a:pt x="11402" y="86098"/>
                  </a:lnTo>
                  <a:lnTo>
                    <a:pt x="9045" y="85437"/>
                  </a:lnTo>
                  <a:lnTo>
                    <a:pt x="8718" y="85238"/>
                  </a:lnTo>
                  <a:lnTo>
                    <a:pt x="8259" y="84959"/>
                  </a:lnTo>
                  <a:lnTo>
                    <a:pt x="7199" y="84358"/>
                  </a:lnTo>
                  <a:lnTo>
                    <a:pt x="4943" y="83079"/>
                  </a:lnTo>
                  <a:lnTo>
                    <a:pt x="2751" y="81187"/>
                  </a:lnTo>
                  <a:lnTo>
                    <a:pt x="2462" y="80881"/>
                  </a:lnTo>
                  <a:lnTo>
                    <a:pt x="2158" y="80533"/>
                  </a:lnTo>
                  <a:lnTo>
                    <a:pt x="0" y="78426"/>
                  </a:lnTo>
                  <a:lnTo>
                    <a:pt x="893" y="77513"/>
                  </a:lnTo>
                  <a:lnTo>
                    <a:pt x="10565" y="61492"/>
                  </a:lnTo>
                  <a:lnTo>
                    <a:pt x="10712" y="61248"/>
                  </a:lnTo>
                  <a:lnTo>
                    <a:pt x="11487" y="59835"/>
                  </a:lnTo>
                  <a:lnTo>
                    <a:pt x="14889" y="53633"/>
                  </a:lnTo>
                  <a:lnTo>
                    <a:pt x="14379" y="53141"/>
                  </a:lnTo>
                  <a:lnTo>
                    <a:pt x="14112" y="52706"/>
                  </a:lnTo>
                  <a:lnTo>
                    <a:pt x="19072" y="46627"/>
                  </a:lnTo>
                  <a:lnTo>
                    <a:pt x="20793" y="44235"/>
                  </a:lnTo>
                  <a:lnTo>
                    <a:pt x="22292" y="42153"/>
                  </a:lnTo>
                  <a:lnTo>
                    <a:pt x="24454" y="39150"/>
                  </a:lnTo>
                  <a:lnTo>
                    <a:pt x="26002" y="36779"/>
                  </a:lnTo>
                  <a:lnTo>
                    <a:pt x="27593" y="34244"/>
                  </a:lnTo>
                  <a:lnTo>
                    <a:pt x="28383" y="33023"/>
                  </a:lnTo>
                  <a:lnTo>
                    <a:pt x="33563" y="29045"/>
                  </a:lnTo>
                  <a:lnTo>
                    <a:pt x="35005" y="26348"/>
                  </a:lnTo>
                  <a:lnTo>
                    <a:pt x="35705" y="24903"/>
                  </a:lnTo>
                  <a:lnTo>
                    <a:pt x="36289" y="23698"/>
                  </a:lnTo>
                  <a:lnTo>
                    <a:pt x="38783" y="18551"/>
                  </a:lnTo>
                  <a:lnTo>
                    <a:pt x="39050" y="17950"/>
                  </a:lnTo>
                  <a:lnTo>
                    <a:pt x="37397" y="9085"/>
                  </a:lnTo>
                  <a:lnTo>
                    <a:pt x="37357" y="8882"/>
                  </a:lnTo>
                  <a:lnTo>
                    <a:pt x="36308" y="3466"/>
                  </a:lnTo>
                  <a:lnTo>
                    <a:pt x="36214" y="2983"/>
                  </a:lnTo>
                  <a:lnTo>
                    <a:pt x="36182" y="2724"/>
                  </a:lnTo>
                  <a:lnTo>
                    <a:pt x="36128" y="2228"/>
                  </a:lnTo>
                  <a:lnTo>
                    <a:pt x="36114" y="1385"/>
                  </a:lnTo>
                  <a:lnTo>
                    <a:pt x="36286" y="1208"/>
                  </a:lnTo>
                  <a:lnTo>
                    <a:pt x="37459" y="0"/>
                  </a:lnTo>
                  <a:lnTo>
                    <a:pt x="39979" y="1278"/>
                  </a:lnTo>
                  <a:lnTo>
                    <a:pt x="40759" y="1674"/>
                  </a:lnTo>
                  <a:lnTo>
                    <a:pt x="41449" y="2024"/>
                  </a:lnTo>
                  <a:lnTo>
                    <a:pt x="41610" y="2105"/>
                  </a:lnTo>
                  <a:lnTo>
                    <a:pt x="44769" y="4308"/>
                  </a:lnTo>
                  <a:lnTo>
                    <a:pt x="45295" y="4675"/>
                  </a:lnTo>
                  <a:lnTo>
                    <a:pt x="45549" y="4852"/>
                  </a:lnTo>
                  <a:lnTo>
                    <a:pt x="48836" y="7648"/>
                  </a:lnTo>
                  <a:lnTo>
                    <a:pt x="50212" y="8813"/>
                  </a:lnTo>
                  <a:lnTo>
                    <a:pt x="55254" y="13083"/>
                  </a:lnTo>
                  <a:lnTo>
                    <a:pt x="56831" y="14420"/>
                  </a:lnTo>
                  <a:lnTo>
                    <a:pt x="61776" y="18608"/>
                  </a:lnTo>
                  <a:lnTo>
                    <a:pt x="62051" y="18841"/>
                  </a:lnTo>
                  <a:lnTo>
                    <a:pt x="62318" y="19067"/>
                  </a:lnTo>
                  <a:lnTo>
                    <a:pt x="66244" y="22267"/>
                  </a:lnTo>
                  <a:lnTo>
                    <a:pt x="66988" y="22873"/>
                  </a:lnTo>
                  <a:lnTo>
                    <a:pt x="70346" y="25329"/>
                  </a:lnTo>
                  <a:lnTo>
                    <a:pt x="71772" y="26372"/>
                  </a:lnTo>
                  <a:lnTo>
                    <a:pt x="72090" y="26603"/>
                  </a:lnTo>
                  <a:lnTo>
                    <a:pt x="71944" y="27030"/>
                  </a:lnTo>
                  <a:lnTo>
                    <a:pt x="71569" y="28127"/>
                  </a:lnTo>
                  <a:lnTo>
                    <a:pt x="70006" y="32697"/>
                  </a:lnTo>
                  <a:lnTo>
                    <a:pt x="69831" y="33306"/>
                  </a:lnTo>
                  <a:lnTo>
                    <a:pt x="68739" y="37104"/>
                  </a:lnTo>
                  <a:lnTo>
                    <a:pt x="66178" y="46018"/>
                  </a:lnTo>
                  <a:lnTo>
                    <a:pt x="65736" y="47426"/>
                  </a:lnTo>
                  <a:lnTo>
                    <a:pt x="65629" y="47814"/>
                  </a:lnTo>
                  <a:lnTo>
                    <a:pt x="64366" y="52370"/>
                  </a:lnTo>
                  <a:lnTo>
                    <a:pt x="64213" y="52698"/>
                  </a:lnTo>
                  <a:lnTo>
                    <a:pt x="76405" y="57951"/>
                  </a:lnTo>
                  <a:lnTo>
                    <a:pt x="75628" y="59244"/>
                  </a:lnTo>
                  <a:lnTo>
                    <a:pt x="73028" y="635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1379686" y="3160358"/>
              <a:ext cx="56774" cy="61449"/>
            </a:xfrm>
            <a:custGeom>
              <a:avLst/>
              <a:pathLst>
                <a:path w="56774" h="61449">
                  <a:moveTo>
                    <a:pt x="33151" y="44480"/>
                  </a:moveTo>
                  <a:lnTo>
                    <a:pt x="16644" y="61449"/>
                  </a:lnTo>
                  <a:lnTo>
                    <a:pt x="16215" y="60570"/>
                  </a:lnTo>
                  <a:lnTo>
                    <a:pt x="16088" y="60308"/>
                  </a:lnTo>
                  <a:lnTo>
                    <a:pt x="15761" y="59637"/>
                  </a:lnTo>
                  <a:lnTo>
                    <a:pt x="15489" y="59079"/>
                  </a:lnTo>
                  <a:lnTo>
                    <a:pt x="15409" y="58915"/>
                  </a:lnTo>
                  <a:lnTo>
                    <a:pt x="14479" y="57005"/>
                  </a:lnTo>
                  <a:lnTo>
                    <a:pt x="13590" y="55180"/>
                  </a:lnTo>
                  <a:lnTo>
                    <a:pt x="13497" y="54989"/>
                  </a:lnTo>
                  <a:lnTo>
                    <a:pt x="13364" y="54716"/>
                  </a:lnTo>
                  <a:lnTo>
                    <a:pt x="12691" y="53333"/>
                  </a:lnTo>
                  <a:lnTo>
                    <a:pt x="11991" y="51896"/>
                  </a:lnTo>
                  <a:lnTo>
                    <a:pt x="11902" y="51715"/>
                  </a:lnTo>
                  <a:lnTo>
                    <a:pt x="11179" y="50231"/>
                  </a:lnTo>
                  <a:lnTo>
                    <a:pt x="10475" y="48785"/>
                  </a:lnTo>
                  <a:lnTo>
                    <a:pt x="9759" y="47315"/>
                  </a:lnTo>
                  <a:lnTo>
                    <a:pt x="9685" y="47159"/>
                  </a:lnTo>
                  <a:lnTo>
                    <a:pt x="9002" y="45730"/>
                  </a:lnTo>
                  <a:lnTo>
                    <a:pt x="8583" y="44852"/>
                  </a:lnTo>
                  <a:lnTo>
                    <a:pt x="7580" y="43132"/>
                  </a:lnTo>
                  <a:lnTo>
                    <a:pt x="6854" y="41888"/>
                  </a:lnTo>
                  <a:lnTo>
                    <a:pt x="6524" y="41321"/>
                  </a:lnTo>
                  <a:lnTo>
                    <a:pt x="6404" y="41096"/>
                  </a:lnTo>
                  <a:lnTo>
                    <a:pt x="6065" y="40350"/>
                  </a:lnTo>
                  <a:lnTo>
                    <a:pt x="5863" y="39904"/>
                  </a:lnTo>
                  <a:lnTo>
                    <a:pt x="5434" y="38958"/>
                  </a:lnTo>
                  <a:lnTo>
                    <a:pt x="5332" y="38732"/>
                  </a:lnTo>
                  <a:lnTo>
                    <a:pt x="5257" y="38567"/>
                  </a:lnTo>
                  <a:lnTo>
                    <a:pt x="5162" y="38358"/>
                  </a:lnTo>
                  <a:lnTo>
                    <a:pt x="5090" y="38198"/>
                  </a:lnTo>
                  <a:lnTo>
                    <a:pt x="5010" y="38022"/>
                  </a:lnTo>
                  <a:lnTo>
                    <a:pt x="4807" y="37576"/>
                  </a:lnTo>
                  <a:lnTo>
                    <a:pt x="4685" y="37344"/>
                  </a:lnTo>
                  <a:lnTo>
                    <a:pt x="4585" y="37153"/>
                  </a:lnTo>
                  <a:lnTo>
                    <a:pt x="4015" y="36067"/>
                  </a:lnTo>
                  <a:lnTo>
                    <a:pt x="3604" y="35284"/>
                  </a:lnTo>
                  <a:lnTo>
                    <a:pt x="2658" y="33482"/>
                  </a:lnTo>
                  <a:lnTo>
                    <a:pt x="2234" y="32676"/>
                  </a:lnTo>
                  <a:lnTo>
                    <a:pt x="1621" y="31506"/>
                  </a:lnTo>
                  <a:lnTo>
                    <a:pt x="1536" y="31067"/>
                  </a:lnTo>
                  <a:lnTo>
                    <a:pt x="1233" y="29497"/>
                  </a:lnTo>
                  <a:lnTo>
                    <a:pt x="1194" y="29294"/>
                  </a:lnTo>
                  <a:lnTo>
                    <a:pt x="1081" y="28708"/>
                  </a:lnTo>
                  <a:lnTo>
                    <a:pt x="1040" y="28493"/>
                  </a:lnTo>
                  <a:lnTo>
                    <a:pt x="1015" y="27914"/>
                  </a:lnTo>
                  <a:lnTo>
                    <a:pt x="910" y="25364"/>
                  </a:lnTo>
                  <a:lnTo>
                    <a:pt x="846" y="23842"/>
                  </a:lnTo>
                  <a:lnTo>
                    <a:pt x="778" y="22190"/>
                  </a:lnTo>
                  <a:lnTo>
                    <a:pt x="733" y="21108"/>
                  </a:lnTo>
                  <a:lnTo>
                    <a:pt x="713" y="20636"/>
                  </a:lnTo>
                  <a:lnTo>
                    <a:pt x="684" y="19929"/>
                  </a:lnTo>
                  <a:lnTo>
                    <a:pt x="652" y="19150"/>
                  </a:lnTo>
                  <a:lnTo>
                    <a:pt x="628" y="18503"/>
                  </a:lnTo>
                  <a:lnTo>
                    <a:pt x="564" y="16738"/>
                  </a:lnTo>
                  <a:lnTo>
                    <a:pt x="537" y="16011"/>
                  </a:lnTo>
                  <a:lnTo>
                    <a:pt x="516" y="15441"/>
                  </a:lnTo>
                  <a:lnTo>
                    <a:pt x="498" y="15033"/>
                  </a:lnTo>
                  <a:lnTo>
                    <a:pt x="475" y="14499"/>
                  </a:lnTo>
                  <a:lnTo>
                    <a:pt x="429" y="13450"/>
                  </a:lnTo>
                  <a:lnTo>
                    <a:pt x="404" y="12867"/>
                  </a:lnTo>
                  <a:lnTo>
                    <a:pt x="371" y="12122"/>
                  </a:lnTo>
                  <a:lnTo>
                    <a:pt x="363" y="11933"/>
                  </a:lnTo>
                  <a:lnTo>
                    <a:pt x="284" y="10120"/>
                  </a:lnTo>
                  <a:lnTo>
                    <a:pt x="245" y="8740"/>
                  </a:lnTo>
                  <a:lnTo>
                    <a:pt x="231" y="8253"/>
                  </a:lnTo>
                  <a:lnTo>
                    <a:pt x="226" y="8082"/>
                  </a:lnTo>
                  <a:lnTo>
                    <a:pt x="212" y="7608"/>
                  </a:lnTo>
                  <a:lnTo>
                    <a:pt x="134" y="4876"/>
                  </a:lnTo>
                  <a:lnTo>
                    <a:pt x="127" y="4636"/>
                  </a:lnTo>
                  <a:lnTo>
                    <a:pt x="94" y="3473"/>
                  </a:lnTo>
                  <a:lnTo>
                    <a:pt x="82" y="3065"/>
                  </a:lnTo>
                  <a:lnTo>
                    <a:pt x="70" y="2639"/>
                  </a:lnTo>
                  <a:lnTo>
                    <a:pt x="38" y="1515"/>
                  </a:lnTo>
                  <a:lnTo>
                    <a:pt x="23" y="1000"/>
                  </a:lnTo>
                  <a:lnTo>
                    <a:pt x="8" y="486"/>
                  </a:lnTo>
                  <a:lnTo>
                    <a:pt x="0" y="179"/>
                  </a:lnTo>
                  <a:lnTo>
                    <a:pt x="20" y="0"/>
                  </a:lnTo>
                  <a:lnTo>
                    <a:pt x="1059" y="181"/>
                  </a:lnTo>
                  <a:lnTo>
                    <a:pt x="7179" y="1254"/>
                  </a:lnTo>
                  <a:lnTo>
                    <a:pt x="8536" y="1518"/>
                  </a:lnTo>
                  <a:lnTo>
                    <a:pt x="10731" y="1973"/>
                  </a:lnTo>
                  <a:lnTo>
                    <a:pt x="11910" y="2217"/>
                  </a:lnTo>
                  <a:lnTo>
                    <a:pt x="16682" y="3206"/>
                  </a:lnTo>
                  <a:lnTo>
                    <a:pt x="16924" y="3256"/>
                  </a:lnTo>
                  <a:lnTo>
                    <a:pt x="20510" y="3999"/>
                  </a:lnTo>
                  <a:lnTo>
                    <a:pt x="22084" y="4325"/>
                  </a:lnTo>
                  <a:lnTo>
                    <a:pt x="25189" y="5038"/>
                  </a:lnTo>
                  <a:lnTo>
                    <a:pt x="26909" y="5433"/>
                  </a:lnTo>
                  <a:lnTo>
                    <a:pt x="29967" y="6043"/>
                  </a:lnTo>
                  <a:lnTo>
                    <a:pt x="30743" y="6194"/>
                  </a:lnTo>
                  <a:lnTo>
                    <a:pt x="31095" y="6263"/>
                  </a:lnTo>
                  <a:lnTo>
                    <a:pt x="31790" y="6398"/>
                  </a:lnTo>
                  <a:lnTo>
                    <a:pt x="33868" y="6803"/>
                  </a:lnTo>
                  <a:lnTo>
                    <a:pt x="35535" y="7127"/>
                  </a:lnTo>
                  <a:lnTo>
                    <a:pt x="37954" y="7598"/>
                  </a:lnTo>
                  <a:lnTo>
                    <a:pt x="40852" y="8163"/>
                  </a:lnTo>
                  <a:lnTo>
                    <a:pt x="41294" y="8287"/>
                  </a:lnTo>
                  <a:lnTo>
                    <a:pt x="43681" y="8956"/>
                  </a:lnTo>
                  <a:lnTo>
                    <a:pt x="43901" y="9018"/>
                  </a:lnTo>
                  <a:lnTo>
                    <a:pt x="47100" y="9915"/>
                  </a:lnTo>
                  <a:lnTo>
                    <a:pt x="50125" y="12603"/>
                  </a:lnTo>
                  <a:lnTo>
                    <a:pt x="51042" y="13419"/>
                  </a:lnTo>
                  <a:lnTo>
                    <a:pt x="51266" y="13617"/>
                  </a:lnTo>
                  <a:lnTo>
                    <a:pt x="53413" y="15561"/>
                  </a:lnTo>
                  <a:lnTo>
                    <a:pt x="55489" y="17410"/>
                  </a:lnTo>
                  <a:lnTo>
                    <a:pt x="56494" y="18306"/>
                  </a:lnTo>
                  <a:lnTo>
                    <a:pt x="56774" y="18555"/>
                  </a:lnTo>
                  <a:lnTo>
                    <a:pt x="56572" y="18768"/>
                  </a:lnTo>
                  <a:lnTo>
                    <a:pt x="55233" y="20171"/>
                  </a:lnTo>
                  <a:lnTo>
                    <a:pt x="54629" y="20804"/>
                  </a:lnTo>
                  <a:lnTo>
                    <a:pt x="54224" y="21228"/>
                  </a:lnTo>
                  <a:lnTo>
                    <a:pt x="53316" y="22180"/>
                  </a:lnTo>
                  <a:lnTo>
                    <a:pt x="52496" y="23040"/>
                  </a:lnTo>
                  <a:lnTo>
                    <a:pt x="52066" y="23550"/>
                  </a:lnTo>
                  <a:lnTo>
                    <a:pt x="48589" y="27675"/>
                  </a:lnTo>
                  <a:lnTo>
                    <a:pt x="48352" y="27956"/>
                  </a:lnTo>
                  <a:lnTo>
                    <a:pt x="47403" y="29083"/>
                  </a:lnTo>
                  <a:lnTo>
                    <a:pt x="47084" y="29461"/>
                  </a:lnTo>
                  <a:lnTo>
                    <a:pt x="46278" y="30418"/>
                  </a:lnTo>
                  <a:lnTo>
                    <a:pt x="46066" y="30669"/>
                  </a:lnTo>
                  <a:lnTo>
                    <a:pt x="45380" y="31451"/>
                  </a:lnTo>
                  <a:lnTo>
                    <a:pt x="44812" y="32098"/>
                  </a:lnTo>
                  <a:lnTo>
                    <a:pt x="44560" y="323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1424247" y="3153143"/>
              <a:ext cx="77036" cy="108862"/>
            </a:xfrm>
            <a:custGeom>
              <a:avLst/>
              <a:pathLst>
                <a:path w="77036" h="108862">
                  <a:moveTo>
                    <a:pt x="52941" y="27482"/>
                  </a:moveTo>
                  <a:lnTo>
                    <a:pt x="53188" y="27678"/>
                  </a:lnTo>
                  <a:lnTo>
                    <a:pt x="53376" y="28056"/>
                  </a:lnTo>
                  <a:lnTo>
                    <a:pt x="54678" y="30689"/>
                  </a:lnTo>
                  <a:lnTo>
                    <a:pt x="55186" y="31733"/>
                  </a:lnTo>
                  <a:lnTo>
                    <a:pt x="56776" y="34994"/>
                  </a:lnTo>
                  <a:lnTo>
                    <a:pt x="57374" y="36190"/>
                  </a:lnTo>
                  <a:lnTo>
                    <a:pt x="57818" y="37077"/>
                  </a:lnTo>
                  <a:lnTo>
                    <a:pt x="58738" y="39877"/>
                  </a:lnTo>
                  <a:lnTo>
                    <a:pt x="58952" y="40528"/>
                  </a:lnTo>
                  <a:lnTo>
                    <a:pt x="59273" y="42117"/>
                  </a:lnTo>
                  <a:lnTo>
                    <a:pt x="59423" y="44500"/>
                  </a:lnTo>
                  <a:lnTo>
                    <a:pt x="59603" y="46565"/>
                  </a:lnTo>
                  <a:lnTo>
                    <a:pt x="59678" y="47094"/>
                  </a:lnTo>
                  <a:lnTo>
                    <a:pt x="59790" y="48413"/>
                  </a:lnTo>
                  <a:lnTo>
                    <a:pt x="59926" y="48931"/>
                  </a:lnTo>
                  <a:lnTo>
                    <a:pt x="59967" y="49089"/>
                  </a:lnTo>
                  <a:lnTo>
                    <a:pt x="60037" y="49354"/>
                  </a:lnTo>
                  <a:lnTo>
                    <a:pt x="60770" y="50800"/>
                  </a:lnTo>
                  <a:lnTo>
                    <a:pt x="62057" y="52418"/>
                  </a:lnTo>
                  <a:lnTo>
                    <a:pt x="63452" y="53733"/>
                  </a:lnTo>
                  <a:lnTo>
                    <a:pt x="64361" y="54687"/>
                  </a:lnTo>
                  <a:lnTo>
                    <a:pt x="65289" y="55664"/>
                  </a:lnTo>
                  <a:lnTo>
                    <a:pt x="65516" y="55903"/>
                  </a:lnTo>
                  <a:lnTo>
                    <a:pt x="66741" y="57193"/>
                  </a:lnTo>
                  <a:lnTo>
                    <a:pt x="67433" y="57899"/>
                  </a:lnTo>
                  <a:lnTo>
                    <a:pt x="67750" y="58222"/>
                  </a:lnTo>
                  <a:lnTo>
                    <a:pt x="68655" y="59359"/>
                  </a:lnTo>
                  <a:lnTo>
                    <a:pt x="69383" y="60558"/>
                  </a:lnTo>
                  <a:lnTo>
                    <a:pt x="69649" y="61041"/>
                  </a:lnTo>
                  <a:lnTo>
                    <a:pt x="70249" y="62131"/>
                  </a:lnTo>
                  <a:lnTo>
                    <a:pt x="71010" y="63681"/>
                  </a:lnTo>
                  <a:lnTo>
                    <a:pt x="71098" y="63836"/>
                  </a:lnTo>
                  <a:lnTo>
                    <a:pt x="71678" y="64855"/>
                  </a:lnTo>
                  <a:lnTo>
                    <a:pt x="72703" y="67159"/>
                  </a:lnTo>
                  <a:lnTo>
                    <a:pt x="73837" y="69454"/>
                  </a:lnTo>
                  <a:lnTo>
                    <a:pt x="74991" y="71788"/>
                  </a:lnTo>
                  <a:lnTo>
                    <a:pt x="75137" y="72075"/>
                  </a:lnTo>
                  <a:lnTo>
                    <a:pt x="75246" y="72289"/>
                  </a:lnTo>
                  <a:lnTo>
                    <a:pt x="75489" y="72785"/>
                  </a:lnTo>
                  <a:lnTo>
                    <a:pt x="76982" y="76477"/>
                  </a:lnTo>
                  <a:lnTo>
                    <a:pt x="77036" y="77079"/>
                  </a:lnTo>
                  <a:lnTo>
                    <a:pt x="73755" y="76657"/>
                  </a:lnTo>
                  <a:lnTo>
                    <a:pt x="71559" y="83810"/>
                  </a:lnTo>
                  <a:lnTo>
                    <a:pt x="70092" y="88541"/>
                  </a:lnTo>
                  <a:lnTo>
                    <a:pt x="68594" y="93374"/>
                  </a:lnTo>
                  <a:lnTo>
                    <a:pt x="66962" y="98638"/>
                  </a:lnTo>
                  <a:lnTo>
                    <a:pt x="66540" y="99858"/>
                  </a:lnTo>
                  <a:lnTo>
                    <a:pt x="66116" y="101085"/>
                  </a:lnTo>
                  <a:lnTo>
                    <a:pt x="65425" y="103083"/>
                  </a:lnTo>
                  <a:lnTo>
                    <a:pt x="62549" y="107050"/>
                  </a:lnTo>
                  <a:lnTo>
                    <a:pt x="64580" y="108040"/>
                  </a:lnTo>
                  <a:lnTo>
                    <a:pt x="63946" y="108380"/>
                  </a:lnTo>
                  <a:lnTo>
                    <a:pt x="63042" y="108862"/>
                  </a:lnTo>
                  <a:lnTo>
                    <a:pt x="61882" y="107095"/>
                  </a:lnTo>
                  <a:lnTo>
                    <a:pt x="58308" y="105157"/>
                  </a:lnTo>
                  <a:lnTo>
                    <a:pt x="54251" y="103547"/>
                  </a:lnTo>
                  <a:lnTo>
                    <a:pt x="50895" y="102447"/>
                  </a:lnTo>
                  <a:lnTo>
                    <a:pt x="48164" y="101552"/>
                  </a:lnTo>
                  <a:lnTo>
                    <a:pt x="43610" y="99893"/>
                  </a:lnTo>
                  <a:lnTo>
                    <a:pt x="36271" y="97220"/>
                  </a:lnTo>
                  <a:lnTo>
                    <a:pt x="34947" y="96900"/>
                  </a:lnTo>
                  <a:lnTo>
                    <a:pt x="34533" y="96115"/>
                  </a:lnTo>
                  <a:lnTo>
                    <a:pt x="29744" y="87021"/>
                  </a:lnTo>
                  <a:lnTo>
                    <a:pt x="27695" y="83161"/>
                  </a:lnTo>
                  <a:lnTo>
                    <a:pt x="26494" y="80899"/>
                  </a:lnTo>
                  <a:lnTo>
                    <a:pt x="26052" y="80065"/>
                  </a:lnTo>
                  <a:lnTo>
                    <a:pt x="25803" y="79580"/>
                  </a:lnTo>
                  <a:lnTo>
                    <a:pt x="25493" y="78975"/>
                  </a:lnTo>
                  <a:lnTo>
                    <a:pt x="25091" y="78191"/>
                  </a:lnTo>
                  <a:lnTo>
                    <a:pt x="23190" y="74483"/>
                  </a:lnTo>
                  <a:lnTo>
                    <a:pt x="21069" y="70346"/>
                  </a:lnTo>
                  <a:lnTo>
                    <a:pt x="17407" y="63207"/>
                  </a:lnTo>
                  <a:lnTo>
                    <a:pt x="16522" y="61495"/>
                  </a:lnTo>
                  <a:lnTo>
                    <a:pt x="16302" y="61069"/>
                  </a:lnTo>
                  <a:lnTo>
                    <a:pt x="14501" y="57585"/>
                  </a:lnTo>
                  <a:lnTo>
                    <a:pt x="10435" y="49720"/>
                  </a:lnTo>
                  <a:lnTo>
                    <a:pt x="10154" y="49327"/>
                  </a:lnTo>
                  <a:lnTo>
                    <a:pt x="8937" y="47621"/>
                  </a:lnTo>
                  <a:lnTo>
                    <a:pt x="7694" y="46494"/>
                  </a:lnTo>
                  <a:lnTo>
                    <a:pt x="5930" y="44893"/>
                  </a:lnTo>
                  <a:lnTo>
                    <a:pt x="5108" y="44132"/>
                  </a:lnTo>
                  <a:lnTo>
                    <a:pt x="3175" y="42345"/>
                  </a:lnTo>
                  <a:lnTo>
                    <a:pt x="2010" y="41433"/>
                  </a:lnTo>
                  <a:lnTo>
                    <a:pt x="1823" y="41260"/>
                  </a:lnTo>
                  <a:lnTo>
                    <a:pt x="0" y="39579"/>
                  </a:lnTo>
                  <a:lnTo>
                    <a:pt x="251" y="39312"/>
                  </a:lnTo>
                  <a:lnTo>
                    <a:pt x="819" y="38665"/>
                  </a:lnTo>
                  <a:lnTo>
                    <a:pt x="1554" y="37825"/>
                  </a:lnTo>
                  <a:lnTo>
                    <a:pt x="1717" y="37632"/>
                  </a:lnTo>
                  <a:lnTo>
                    <a:pt x="2523" y="36675"/>
                  </a:lnTo>
                  <a:lnTo>
                    <a:pt x="2842" y="36298"/>
                  </a:lnTo>
                  <a:lnTo>
                    <a:pt x="3792" y="35170"/>
                  </a:lnTo>
                  <a:lnTo>
                    <a:pt x="4028" y="34890"/>
                  </a:lnTo>
                  <a:lnTo>
                    <a:pt x="7505" y="30764"/>
                  </a:lnTo>
                  <a:lnTo>
                    <a:pt x="7935" y="30254"/>
                  </a:lnTo>
                  <a:lnTo>
                    <a:pt x="8840" y="29305"/>
                  </a:lnTo>
                  <a:lnTo>
                    <a:pt x="9663" y="28443"/>
                  </a:lnTo>
                  <a:lnTo>
                    <a:pt x="10069" y="28018"/>
                  </a:lnTo>
                  <a:lnTo>
                    <a:pt x="10672" y="27385"/>
                  </a:lnTo>
                  <a:lnTo>
                    <a:pt x="12011" y="25982"/>
                  </a:lnTo>
                  <a:lnTo>
                    <a:pt x="12232" y="25750"/>
                  </a:lnTo>
                  <a:lnTo>
                    <a:pt x="12960" y="24988"/>
                  </a:lnTo>
                  <a:lnTo>
                    <a:pt x="16761" y="21004"/>
                  </a:lnTo>
                  <a:lnTo>
                    <a:pt x="17133" y="20613"/>
                  </a:lnTo>
                  <a:lnTo>
                    <a:pt x="19141" y="18341"/>
                  </a:lnTo>
                  <a:lnTo>
                    <a:pt x="20972" y="16270"/>
                  </a:lnTo>
                  <a:lnTo>
                    <a:pt x="21167" y="16049"/>
                  </a:lnTo>
                  <a:lnTo>
                    <a:pt x="21745" y="15395"/>
                  </a:lnTo>
                  <a:lnTo>
                    <a:pt x="21995" y="15115"/>
                  </a:lnTo>
                  <a:lnTo>
                    <a:pt x="22556" y="14489"/>
                  </a:lnTo>
                  <a:lnTo>
                    <a:pt x="26144" y="10477"/>
                  </a:lnTo>
                  <a:lnTo>
                    <a:pt x="27305" y="9179"/>
                  </a:lnTo>
                  <a:lnTo>
                    <a:pt x="29049" y="7230"/>
                  </a:lnTo>
                  <a:lnTo>
                    <a:pt x="29479" y="6748"/>
                  </a:lnTo>
                  <a:lnTo>
                    <a:pt x="31009" y="5038"/>
                  </a:lnTo>
                  <a:lnTo>
                    <a:pt x="31780" y="4177"/>
                  </a:lnTo>
                  <a:lnTo>
                    <a:pt x="32088" y="3833"/>
                  </a:lnTo>
                  <a:lnTo>
                    <a:pt x="32556" y="3310"/>
                  </a:lnTo>
                  <a:lnTo>
                    <a:pt x="33974" y="1724"/>
                  </a:lnTo>
                  <a:lnTo>
                    <a:pt x="34585" y="1040"/>
                  </a:lnTo>
                  <a:lnTo>
                    <a:pt x="35517" y="0"/>
                  </a:lnTo>
                  <a:lnTo>
                    <a:pt x="38981" y="3119"/>
                  </a:lnTo>
                  <a:lnTo>
                    <a:pt x="39983" y="4021"/>
                  </a:lnTo>
                  <a:lnTo>
                    <a:pt x="40141" y="4163"/>
                  </a:lnTo>
                  <a:lnTo>
                    <a:pt x="41184" y="5103"/>
                  </a:lnTo>
                  <a:lnTo>
                    <a:pt x="42657" y="6413"/>
                  </a:lnTo>
                  <a:lnTo>
                    <a:pt x="44705" y="9912"/>
                  </a:lnTo>
                  <a:lnTo>
                    <a:pt x="44814" y="1011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1459779" y="3146572"/>
              <a:ext cx="95074" cy="106404"/>
            </a:xfrm>
            <a:custGeom>
              <a:avLst/>
              <a:pathLst>
                <a:path w="95074" h="106404">
                  <a:moveTo>
                    <a:pt x="44173" y="28952"/>
                  </a:moveTo>
                  <a:lnTo>
                    <a:pt x="45022" y="23650"/>
                  </a:lnTo>
                  <a:lnTo>
                    <a:pt x="45618" y="23751"/>
                  </a:lnTo>
                  <a:lnTo>
                    <a:pt x="51869" y="24815"/>
                  </a:lnTo>
                  <a:lnTo>
                    <a:pt x="57602" y="25592"/>
                  </a:lnTo>
                  <a:lnTo>
                    <a:pt x="57743" y="25615"/>
                  </a:lnTo>
                  <a:lnTo>
                    <a:pt x="60896" y="26137"/>
                  </a:lnTo>
                  <a:lnTo>
                    <a:pt x="61858" y="26284"/>
                  </a:lnTo>
                  <a:lnTo>
                    <a:pt x="62933" y="26450"/>
                  </a:lnTo>
                  <a:lnTo>
                    <a:pt x="64730" y="26726"/>
                  </a:lnTo>
                  <a:lnTo>
                    <a:pt x="66789" y="26967"/>
                  </a:lnTo>
                  <a:lnTo>
                    <a:pt x="67524" y="27040"/>
                  </a:lnTo>
                  <a:lnTo>
                    <a:pt x="67918" y="27102"/>
                  </a:lnTo>
                  <a:lnTo>
                    <a:pt x="72432" y="27822"/>
                  </a:lnTo>
                  <a:lnTo>
                    <a:pt x="72673" y="27860"/>
                  </a:lnTo>
                  <a:lnTo>
                    <a:pt x="76783" y="30098"/>
                  </a:lnTo>
                  <a:lnTo>
                    <a:pt x="78277" y="30912"/>
                  </a:lnTo>
                  <a:lnTo>
                    <a:pt x="79300" y="31469"/>
                  </a:lnTo>
                  <a:lnTo>
                    <a:pt x="80752" y="32260"/>
                  </a:lnTo>
                  <a:lnTo>
                    <a:pt x="80987" y="32412"/>
                  </a:lnTo>
                  <a:lnTo>
                    <a:pt x="85524" y="35352"/>
                  </a:lnTo>
                  <a:lnTo>
                    <a:pt x="89051" y="29343"/>
                  </a:lnTo>
                  <a:lnTo>
                    <a:pt x="89277" y="28979"/>
                  </a:lnTo>
                  <a:lnTo>
                    <a:pt x="91823" y="30488"/>
                  </a:lnTo>
                  <a:lnTo>
                    <a:pt x="94682" y="32183"/>
                  </a:lnTo>
                  <a:lnTo>
                    <a:pt x="95074" y="32415"/>
                  </a:lnTo>
                  <a:lnTo>
                    <a:pt x="94939" y="32637"/>
                  </a:lnTo>
                  <a:lnTo>
                    <a:pt x="86980" y="45669"/>
                  </a:lnTo>
                  <a:lnTo>
                    <a:pt x="85948" y="47443"/>
                  </a:lnTo>
                  <a:lnTo>
                    <a:pt x="84994" y="49084"/>
                  </a:lnTo>
                  <a:lnTo>
                    <a:pt x="84557" y="49836"/>
                  </a:lnTo>
                  <a:lnTo>
                    <a:pt x="84147" y="50542"/>
                  </a:lnTo>
                  <a:lnTo>
                    <a:pt x="84069" y="50675"/>
                  </a:lnTo>
                  <a:lnTo>
                    <a:pt x="83862" y="51031"/>
                  </a:lnTo>
                  <a:lnTo>
                    <a:pt x="83690" y="51327"/>
                  </a:lnTo>
                  <a:lnTo>
                    <a:pt x="83544" y="51577"/>
                  </a:lnTo>
                  <a:lnTo>
                    <a:pt x="82393" y="53557"/>
                  </a:lnTo>
                  <a:lnTo>
                    <a:pt x="82084" y="54094"/>
                  </a:lnTo>
                  <a:lnTo>
                    <a:pt x="81684" y="54787"/>
                  </a:lnTo>
                  <a:lnTo>
                    <a:pt x="81133" y="55741"/>
                  </a:lnTo>
                  <a:lnTo>
                    <a:pt x="79037" y="59377"/>
                  </a:lnTo>
                  <a:lnTo>
                    <a:pt x="78871" y="59664"/>
                  </a:lnTo>
                  <a:lnTo>
                    <a:pt x="76983" y="62931"/>
                  </a:lnTo>
                  <a:lnTo>
                    <a:pt x="75908" y="64791"/>
                  </a:lnTo>
                  <a:lnTo>
                    <a:pt x="75440" y="65602"/>
                  </a:lnTo>
                  <a:lnTo>
                    <a:pt x="75055" y="66268"/>
                  </a:lnTo>
                  <a:lnTo>
                    <a:pt x="74658" y="66955"/>
                  </a:lnTo>
                  <a:lnTo>
                    <a:pt x="74240" y="67678"/>
                  </a:lnTo>
                  <a:lnTo>
                    <a:pt x="74084" y="67949"/>
                  </a:lnTo>
                  <a:lnTo>
                    <a:pt x="73972" y="68142"/>
                  </a:lnTo>
                  <a:lnTo>
                    <a:pt x="73658" y="68686"/>
                  </a:lnTo>
                  <a:lnTo>
                    <a:pt x="73454" y="69039"/>
                  </a:lnTo>
                  <a:lnTo>
                    <a:pt x="73302" y="69303"/>
                  </a:lnTo>
                  <a:lnTo>
                    <a:pt x="73074" y="69697"/>
                  </a:lnTo>
                  <a:lnTo>
                    <a:pt x="72749" y="70259"/>
                  </a:lnTo>
                  <a:lnTo>
                    <a:pt x="72603" y="70512"/>
                  </a:lnTo>
                  <a:lnTo>
                    <a:pt x="72500" y="70691"/>
                  </a:lnTo>
                  <a:lnTo>
                    <a:pt x="72003" y="71550"/>
                  </a:lnTo>
                  <a:lnTo>
                    <a:pt x="71787" y="71923"/>
                  </a:lnTo>
                  <a:lnTo>
                    <a:pt x="70841" y="73567"/>
                  </a:lnTo>
                  <a:lnTo>
                    <a:pt x="70759" y="73709"/>
                  </a:lnTo>
                  <a:lnTo>
                    <a:pt x="68521" y="77606"/>
                  </a:lnTo>
                  <a:lnTo>
                    <a:pt x="68334" y="77930"/>
                  </a:lnTo>
                  <a:lnTo>
                    <a:pt x="66960" y="80323"/>
                  </a:lnTo>
                  <a:lnTo>
                    <a:pt x="64527" y="84557"/>
                  </a:lnTo>
                  <a:lnTo>
                    <a:pt x="61958" y="89029"/>
                  </a:lnTo>
                  <a:lnTo>
                    <a:pt x="60750" y="91159"/>
                  </a:lnTo>
                  <a:lnTo>
                    <a:pt x="60074" y="92351"/>
                  </a:lnTo>
                  <a:lnTo>
                    <a:pt x="59631" y="93130"/>
                  </a:lnTo>
                  <a:lnTo>
                    <a:pt x="58853" y="94502"/>
                  </a:lnTo>
                  <a:lnTo>
                    <a:pt x="58437" y="95234"/>
                  </a:lnTo>
                  <a:lnTo>
                    <a:pt x="58229" y="95602"/>
                  </a:lnTo>
                  <a:lnTo>
                    <a:pt x="57626" y="96665"/>
                  </a:lnTo>
                  <a:lnTo>
                    <a:pt x="57186" y="97440"/>
                  </a:lnTo>
                  <a:lnTo>
                    <a:pt x="56546" y="98567"/>
                  </a:lnTo>
                  <a:lnTo>
                    <a:pt x="55715" y="100031"/>
                  </a:lnTo>
                  <a:lnTo>
                    <a:pt x="55201" y="100937"/>
                  </a:lnTo>
                  <a:lnTo>
                    <a:pt x="54958" y="101365"/>
                  </a:lnTo>
                  <a:lnTo>
                    <a:pt x="54492" y="102196"/>
                  </a:lnTo>
                  <a:lnTo>
                    <a:pt x="54084" y="102924"/>
                  </a:lnTo>
                  <a:lnTo>
                    <a:pt x="53596" y="103793"/>
                  </a:lnTo>
                  <a:lnTo>
                    <a:pt x="53283" y="104351"/>
                  </a:lnTo>
                  <a:lnTo>
                    <a:pt x="53208" y="104485"/>
                  </a:lnTo>
                  <a:lnTo>
                    <a:pt x="53085" y="104705"/>
                  </a:lnTo>
                  <a:lnTo>
                    <a:pt x="52888" y="105056"/>
                  </a:lnTo>
                  <a:lnTo>
                    <a:pt x="52150" y="106188"/>
                  </a:lnTo>
                  <a:lnTo>
                    <a:pt x="52009" y="106404"/>
                  </a:lnTo>
                  <a:lnTo>
                    <a:pt x="51901" y="106208"/>
                  </a:lnTo>
                  <a:lnTo>
                    <a:pt x="51488" y="105422"/>
                  </a:lnTo>
                  <a:lnTo>
                    <a:pt x="51333" y="105127"/>
                  </a:lnTo>
                  <a:lnTo>
                    <a:pt x="50620" y="103773"/>
                  </a:lnTo>
                  <a:lnTo>
                    <a:pt x="48705" y="99381"/>
                  </a:lnTo>
                  <a:lnTo>
                    <a:pt x="46291" y="93843"/>
                  </a:lnTo>
                  <a:lnTo>
                    <a:pt x="46150" y="93519"/>
                  </a:lnTo>
                  <a:lnTo>
                    <a:pt x="45286" y="91637"/>
                  </a:lnTo>
                  <a:lnTo>
                    <a:pt x="44708" y="90379"/>
                  </a:lnTo>
                  <a:lnTo>
                    <a:pt x="43410" y="87608"/>
                  </a:lnTo>
                  <a:lnTo>
                    <a:pt x="41865" y="84401"/>
                  </a:lnTo>
                  <a:lnTo>
                    <a:pt x="41782" y="84227"/>
                  </a:lnTo>
                  <a:lnTo>
                    <a:pt x="41496" y="83560"/>
                  </a:lnTo>
                  <a:lnTo>
                    <a:pt x="41449" y="83049"/>
                  </a:lnTo>
                  <a:lnTo>
                    <a:pt x="39956" y="79357"/>
                  </a:lnTo>
                  <a:lnTo>
                    <a:pt x="39713" y="78861"/>
                  </a:lnTo>
                  <a:lnTo>
                    <a:pt x="39601" y="78640"/>
                  </a:lnTo>
                  <a:lnTo>
                    <a:pt x="39458" y="78360"/>
                  </a:lnTo>
                  <a:lnTo>
                    <a:pt x="38279" y="75975"/>
                  </a:lnTo>
                  <a:lnTo>
                    <a:pt x="37170" y="73731"/>
                  </a:lnTo>
                  <a:lnTo>
                    <a:pt x="36145" y="71426"/>
                  </a:lnTo>
                  <a:lnTo>
                    <a:pt x="35565" y="70407"/>
                  </a:lnTo>
                  <a:lnTo>
                    <a:pt x="35478" y="70253"/>
                  </a:lnTo>
                  <a:lnTo>
                    <a:pt x="34716" y="68703"/>
                  </a:lnTo>
                  <a:lnTo>
                    <a:pt x="34117" y="67613"/>
                  </a:lnTo>
                  <a:lnTo>
                    <a:pt x="33851" y="67130"/>
                  </a:lnTo>
                  <a:lnTo>
                    <a:pt x="33122" y="65931"/>
                  </a:lnTo>
                  <a:lnTo>
                    <a:pt x="32217" y="64794"/>
                  </a:lnTo>
                  <a:lnTo>
                    <a:pt x="31900" y="64470"/>
                  </a:lnTo>
                  <a:lnTo>
                    <a:pt x="31208" y="63764"/>
                  </a:lnTo>
                  <a:lnTo>
                    <a:pt x="29983" y="62475"/>
                  </a:lnTo>
                  <a:lnTo>
                    <a:pt x="29756" y="62236"/>
                  </a:lnTo>
                  <a:lnTo>
                    <a:pt x="28829" y="61259"/>
                  </a:lnTo>
                  <a:lnTo>
                    <a:pt x="27920" y="60305"/>
                  </a:lnTo>
                  <a:lnTo>
                    <a:pt x="26524" y="58990"/>
                  </a:lnTo>
                  <a:lnTo>
                    <a:pt x="25238" y="57372"/>
                  </a:lnTo>
                  <a:lnTo>
                    <a:pt x="24504" y="55926"/>
                  </a:lnTo>
                  <a:lnTo>
                    <a:pt x="24435" y="55660"/>
                  </a:lnTo>
                  <a:lnTo>
                    <a:pt x="24393" y="55503"/>
                  </a:lnTo>
                  <a:lnTo>
                    <a:pt x="24257" y="54985"/>
                  </a:lnTo>
                  <a:lnTo>
                    <a:pt x="24145" y="53665"/>
                  </a:lnTo>
                  <a:lnTo>
                    <a:pt x="24071" y="53137"/>
                  </a:lnTo>
                  <a:lnTo>
                    <a:pt x="23890" y="51072"/>
                  </a:lnTo>
                  <a:lnTo>
                    <a:pt x="23740" y="48689"/>
                  </a:lnTo>
                  <a:lnTo>
                    <a:pt x="23420" y="47100"/>
                  </a:lnTo>
                  <a:lnTo>
                    <a:pt x="23206" y="46448"/>
                  </a:lnTo>
                  <a:lnTo>
                    <a:pt x="22285" y="43649"/>
                  </a:lnTo>
                  <a:lnTo>
                    <a:pt x="21842" y="42762"/>
                  </a:lnTo>
                  <a:lnTo>
                    <a:pt x="21244" y="41566"/>
                  </a:lnTo>
                  <a:lnTo>
                    <a:pt x="19654" y="38304"/>
                  </a:lnTo>
                  <a:lnTo>
                    <a:pt x="19145" y="37260"/>
                  </a:lnTo>
                  <a:lnTo>
                    <a:pt x="17843" y="34628"/>
                  </a:lnTo>
                  <a:lnTo>
                    <a:pt x="17528" y="34311"/>
                  </a:lnTo>
                  <a:lnTo>
                    <a:pt x="17396" y="34029"/>
                  </a:lnTo>
                  <a:lnTo>
                    <a:pt x="9281" y="16688"/>
                  </a:lnTo>
                  <a:lnTo>
                    <a:pt x="9173" y="16484"/>
                  </a:lnTo>
                  <a:lnTo>
                    <a:pt x="7015" y="12887"/>
                  </a:lnTo>
                  <a:lnTo>
                    <a:pt x="5652" y="11674"/>
                  </a:lnTo>
                  <a:lnTo>
                    <a:pt x="4608" y="10734"/>
                  </a:lnTo>
                  <a:lnTo>
                    <a:pt x="4450" y="10593"/>
                  </a:lnTo>
                  <a:lnTo>
                    <a:pt x="3448" y="9690"/>
                  </a:lnTo>
                  <a:lnTo>
                    <a:pt x="0" y="6554"/>
                  </a:lnTo>
                  <a:lnTo>
                    <a:pt x="282" y="6238"/>
                  </a:lnTo>
                  <a:lnTo>
                    <a:pt x="2027" y="4293"/>
                  </a:lnTo>
                  <a:lnTo>
                    <a:pt x="2654" y="3594"/>
                  </a:lnTo>
                  <a:lnTo>
                    <a:pt x="2872" y="3350"/>
                  </a:lnTo>
                  <a:lnTo>
                    <a:pt x="3151" y="3078"/>
                  </a:lnTo>
                  <a:lnTo>
                    <a:pt x="4106" y="2160"/>
                  </a:lnTo>
                  <a:lnTo>
                    <a:pt x="4302" y="1971"/>
                  </a:lnTo>
                  <a:lnTo>
                    <a:pt x="4519" y="1762"/>
                  </a:lnTo>
                  <a:lnTo>
                    <a:pt x="4738" y="1552"/>
                  </a:lnTo>
                  <a:lnTo>
                    <a:pt x="5306" y="1006"/>
                  </a:lnTo>
                  <a:lnTo>
                    <a:pt x="5950" y="387"/>
                  </a:lnTo>
                  <a:lnTo>
                    <a:pt x="6161" y="184"/>
                  </a:lnTo>
                  <a:lnTo>
                    <a:pt x="6353" y="0"/>
                  </a:lnTo>
                  <a:lnTo>
                    <a:pt x="7884" y="388"/>
                  </a:lnTo>
                  <a:lnTo>
                    <a:pt x="12303" y="1510"/>
                  </a:lnTo>
                  <a:lnTo>
                    <a:pt x="16161" y="4805"/>
                  </a:lnTo>
                  <a:lnTo>
                    <a:pt x="17487" y="5827"/>
                  </a:lnTo>
                  <a:lnTo>
                    <a:pt x="19947" y="7868"/>
                  </a:lnTo>
                  <a:lnTo>
                    <a:pt x="20243" y="8113"/>
                  </a:lnTo>
                  <a:lnTo>
                    <a:pt x="22059" y="9736"/>
                  </a:lnTo>
                  <a:lnTo>
                    <a:pt x="23774" y="11468"/>
                  </a:lnTo>
                  <a:lnTo>
                    <a:pt x="24054" y="11751"/>
                  </a:lnTo>
                  <a:lnTo>
                    <a:pt x="28069" y="14038"/>
                  </a:lnTo>
                  <a:lnTo>
                    <a:pt x="31333" y="14514"/>
                  </a:lnTo>
                  <a:lnTo>
                    <a:pt x="31776" y="14576"/>
                  </a:lnTo>
                  <a:lnTo>
                    <a:pt x="35496" y="15091"/>
                  </a:lnTo>
                  <a:lnTo>
                    <a:pt x="44585" y="16350"/>
                  </a:lnTo>
                  <a:lnTo>
                    <a:pt x="41056" y="20971"/>
                  </a:lnTo>
                  <a:lnTo>
                    <a:pt x="39772" y="24144"/>
                  </a:lnTo>
                  <a:lnTo>
                    <a:pt x="39200" y="2855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1511808" y="3197110"/>
              <a:ext cx="99499" cy="126534"/>
            </a:xfrm>
            <a:custGeom>
              <a:avLst/>
              <a:pathLst>
                <a:path w="99499" h="126534">
                  <a:moveTo>
                    <a:pt x="79989" y="93084"/>
                  </a:moveTo>
                  <a:lnTo>
                    <a:pt x="80898" y="92715"/>
                  </a:lnTo>
                  <a:lnTo>
                    <a:pt x="91562" y="88385"/>
                  </a:lnTo>
                  <a:lnTo>
                    <a:pt x="93378" y="87648"/>
                  </a:lnTo>
                  <a:lnTo>
                    <a:pt x="95523" y="91958"/>
                  </a:lnTo>
                  <a:lnTo>
                    <a:pt x="95643" y="92200"/>
                  </a:lnTo>
                  <a:lnTo>
                    <a:pt x="95943" y="92803"/>
                  </a:lnTo>
                  <a:lnTo>
                    <a:pt x="97763" y="96740"/>
                  </a:lnTo>
                  <a:lnTo>
                    <a:pt x="99107" y="99648"/>
                  </a:lnTo>
                  <a:lnTo>
                    <a:pt x="99193" y="99833"/>
                  </a:lnTo>
                  <a:lnTo>
                    <a:pt x="99499" y="100496"/>
                  </a:lnTo>
                  <a:lnTo>
                    <a:pt x="97920" y="101266"/>
                  </a:lnTo>
                  <a:lnTo>
                    <a:pt x="97484" y="101457"/>
                  </a:lnTo>
                  <a:lnTo>
                    <a:pt x="96644" y="101827"/>
                  </a:lnTo>
                  <a:lnTo>
                    <a:pt x="95044" y="102591"/>
                  </a:lnTo>
                  <a:lnTo>
                    <a:pt x="94901" y="102659"/>
                  </a:lnTo>
                  <a:lnTo>
                    <a:pt x="93930" y="103123"/>
                  </a:lnTo>
                  <a:lnTo>
                    <a:pt x="88612" y="105831"/>
                  </a:lnTo>
                  <a:lnTo>
                    <a:pt x="87815" y="106230"/>
                  </a:lnTo>
                  <a:lnTo>
                    <a:pt x="85512" y="107382"/>
                  </a:lnTo>
                  <a:lnTo>
                    <a:pt x="84498" y="108108"/>
                  </a:lnTo>
                  <a:lnTo>
                    <a:pt x="84267" y="108300"/>
                  </a:lnTo>
                  <a:lnTo>
                    <a:pt x="81155" y="110881"/>
                  </a:lnTo>
                  <a:lnTo>
                    <a:pt x="80074" y="111777"/>
                  </a:lnTo>
                  <a:lnTo>
                    <a:pt x="79899" y="111922"/>
                  </a:lnTo>
                  <a:lnTo>
                    <a:pt x="76180" y="114930"/>
                  </a:lnTo>
                  <a:lnTo>
                    <a:pt x="75777" y="114395"/>
                  </a:lnTo>
                  <a:lnTo>
                    <a:pt x="75374" y="114697"/>
                  </a:lnTo>
                  <a:lnTo>
                    <a:pt x="70570" y="118301"/>
                  </a:lnTo>
                  <a:lnTo>
                    <a:pt x="69761" y="118671"/>
                  </a:lnTo>
                  <a:lnTo>
                    <a:pt x="62308" y="122087"/>
                  </a:lnTo>
                  <a:lnTo>
                    <a:pt x="59355" y="123441"/>
                  </a:lnTo>
                  <a:lnTo>
                    <a:pt x="56475" y="124992"/>
                  </a:lnTo>
                  <a:lnTo>
                    <a:pt x="55884" y="125310"/>
                  </a:lnTo>
                  <a:lnTo>
                    <a:pt x="53791" y="126402"/>
                  </a:lnTo>
                  <a:lnTo>
                    <a:pt x="53538" y="126534"/>
                  </a:lnTo>
                  <a:lnTo>
                    <a:pt x="53227" y="126152"/>
                  </a:lnTo>
                  <a:lnTo>
                    <a:pt x="52678" y="125476"/>
                  </a:lnTo>
                  <a:lnTo>
                    <a:pt x="46238" y="118114"/>
                  </a:lnTo>
                  <a:lnTo>
                    <a:pt x="45381" y="117017"/>
                  </a:lnTo>
                  <a:lnTo>
                    <a:pt x="45821" y="116040"/>
                  </a:lnTo>
                  <a:lnTo>
                    <a:pt x="45981" y="115815"/>
                  </a:lnTo>
                  <a:lnTo>
                    <a:pt x="46246" y="115567"/>
                  </a:lnTo>
                  <a:lnTo>
                    <a:pt x="47920" y="111610"/>
                  </a:lnTo>
                  <a:lnTo>
                    <a:pt x="43837" y="110553"/>
                  </a:lnTo>
                  <a:lnTo>
                    <a:pt x="43749" y="109719"/>
                  </a:lnTo>
                  <a:lnTo>
                    <a:pt x="41039" y="109541"/>
                  </a:lnTo>
                  <a:lnTo>
                    <a:pt x="39960" y="109391"/>
                  </a:lnTo>
                  <a:lnTo>
                    <a:pt x="36644" y="108982"/>
                  </a:lnTo>
                  <a:lnTo>
                    <a:pt x="35479" y="108954"/>
                  </a:lnTo>
                  <a:lnTo>
                    <a:pt x="33599" y="108783"/>
                  </a:lnTo>
                  <a:lnTo>
                    <a:pt x="31570" y="108568"/>
                  </a:lnTo>
                  <a:lnTo>
                    <a:pt x="27364" y="110240"/>
                  </a:lnTo>
                  <a:lnTo>
                    <a:pt x="27047" y="110367"/>
                  </a:lnTo>
                  <a:lnTo>
                    <a:pt x="26833" y="109929"/>
                  </a:lnTo>
                  <a:lnTo>
                    <a:pt x="23988" y="104116"/>
                  </a:lnTo>
                  <a:lnTo>
                    <a:pt x="23776" y="103685"/>
                  </a:lnTo>
                  <a:lnTo>
                    <a:pt x="23545" y="103214"/>
                  </a:lnTo>
                  <a:lnTo>
                    <a:pt x="21782" y="99629"/>
                  </a:lnTo>
                  <a:lnTo>
                    <a:pt x="19796" y="95590"/>
                  </a:lnTo>
                  <a:lnTo>
                    <a:pt x="19519" y="95028"/>
                  </a:lnTo>
                  <a:lnTo>
                    <a:pt x="18922" y="93813"/>
                  </a:lnTo>
                  <a:lnTo>
                    <a:pt x="15591" y="87039"/>
                  </a:lnTo>
                  <a:lnTo>
                    <a:pt x="15173" y="86190"/>
                  </a:lnTo>
                  <a:lnTo>
                    <a:pt x="13271" y="82245"/>
                  </a:lnTo>
                  <a:lnTo>
                    <a:pt x="12814" y="81297"/>
                  </a:lnTo>
                  <a:lnTo>
                    <a:pt x="10245" y="75971"/>
                  </a:lnTo>
                  <a:lnTo>
                    <a:pt x="10175" y="75824"/>
                  </a:lnTo>
                  <a:lnTo>
                    <a:pt x="9883" y="75210"/>
                  </a:lnTo>
                  <a:lnTo>
                    <a:pt x="7941" y="71118"/>
                  </a:lnTo>
                  <a:lnTo>
                    <a:pt x="7771" y="70761"/>
                  </a:lnTo>
                  <a:lnTo>
                    <a:pt x="6666" y="68054"/>
                  </a:lnTo>
                  <a:lnTo>
                    <a:pt x="5653" y="66194"/>
                  </a:lnTo>
                  <a:lnTo>
                    <a:pt x="5208" y="65378"/>
                  </a:lnTo>
                  <a:lnTo>
                    <a:pt x="4154" y="63461"/>
                  </a:lnTo>
                  <a:lnTo>
                    <a:pt x="3252" y="61819"/>
                  </a:lnTo>
                  <a:lnTo>
                    <a:pt x="2693" y="60802"/>
                  </a:lnTo>
                  <a:lnTo>
                    <a:pt x="1983" y="59509"/>
                  </a:lnTo>
                  <a:lnTo>
                    <a:pt x="1725" y="59040"/>
                  </a:lnTo>
                  <a:lnTo>
                    <a:pt x="794" y="57346"/>
                  </a:lnTo>
                  <a:lnTo>
                    <a:pt x="701" y="57176"/>
                  </a:lnTo>
                  <a:lnTo>
                    <a:pt x="0" y="55837"/>
                  </a:lnTo>
                  <a:lnTo>
                    <a:pt x="215" y="55506"/>
                  </a:lnTo>
                  <a:lnTo>
                    <a:pt x="875" y="54490"/>
                  </a:lnTo>
                  <a:lnTo>
                    <a:pt x="1062" y="54155"/>
                  </a:lnTo>
                  <a:lnTo>
                    <a:pt x="1181" y="53944"/>
                  </a:lnTo>
                  <a:lnTo>
                    <a:pt x="1255" y="53812"/>
                  </a:lnTo>
                  <a:lnTo>
                    <a:pt x="1567" y="53255"/>
                  </a:lnTo>
                  <a:lnTo>
                    <a:pt x="2055" y="52386"/>
                  </a:lnTo>
                  <a:lnTo>
                    <a:pt x="2464" y="51657"/>
                  </a:lnTo>
                  <a:lnTo>
                    <a:pt x="2930" y="50826"/>
                  </a:lnTo>
                  <a:lnTo>
                    <a:pt x="3172" y="50399"/>
                  </a:lnTo>
                  <a:lnTo>
                    <a:pt x="3687" y="49492"/>
                  </a:lnTo>
                  <a:lnTo>
                    <a:pt x="4517" y="48029"/>
                  </a:lnTo>
                  <a:lnTo>
                    <a:pt x="5157" y="46901"/>
                  </a:lnTo>
                  <a:lnTo>
                    <a:pt x="5597" y="46126"/>
                  </a:lnTo>
                  <a:lnTo>
                    <a:pt x="6200" y="45063"/>
                  </a:lnTo>
                  <a:lnTo>
                    <a:pt x="6409" y="44695"/>
                  </a:lnTo>
                  <a:lnTo>
                    <a:pt x="6824" y="43964"/>
                  </a:lnTo>
                  <a:lnTo>
                    <a:pt x="7603" y="42591"/>
                  </a:lnTo>
                  <a:lnTo>
                    <a:pt x="8045" y="41812"/>
                  </a:lnTo>
                  <a:lnTo>
                    <a:pt x="8721" y="40621"/>
                  </a:lnTo>
                  <a:lnTo>
                    <a:pt x="9930" y="38490"/>
                  </a:lnTo>
                  <a:lnTo>
                    <a:pt x="12499" y="34018"/>
                  </a:lnTo>
                  <a:lnTo>
                    <a:pt x="14932" y="29784"/>
                  </a:lnTo>
                  <a:lnTo>
                    <a:pt x="16306" y="27392"/>
                  </a:lnTo>
                  <a:lnTo>
                    <a:pt x="16492" y="27067"/>
                  </a:lnTo>
                  <a:lnTo>
                    <a:pt x="18731" y="23170"/>
                  </a:lnTo>
                  <a:lnTo>
                    <a:pt x="19685" y="21512"/>
                  </a:lnTo>
                  <a:lnTo>
                    <a:pt x="19897" y="21145"/>
                  </a:lnTo>
                  <a:lnTo>
                    <a:pt x="20370" y="20328"/>
                  </a:lnTo>
                  <a:lnTo>
                    <a:pt x="20471" y="20152"/>
                  </a:lnTo>
                  <a:lnTo>
                    <a:pt x="20626" y="19883"/>
                  </a:lnTo>
                  <a:lnTo>
                    <a:pt x="20783" y="19613"/>
                  </a:lnTo>
                  <a:lnTo>
                    <a:pt x="21162" y="18957"/>
                  </a:lnTo>
                  <a:lnTo>
                    <a:pt x="21273" y="18764"/>
                  </a:lnTo>
                  <a:lnTo>
                    <a:pt x="21426" y="18500"/>
                  </a:lnTo>
                  <a:lnTo>
                    <a:pt x="21630" y="18147"/>
                  </a:lnTo>
                  <a:lnTo>
                    <a:pt x="21944" y="17603"/>
                  </a:lnTo>
                  <a:lnTo>
                    <a:pt x="22056" y="17410"/>
                  </a:lnTo>
                  <a:lnTo>
                    <a:pt x="22212" y="17139"/>
                  </a:lnTo>
                  <a:lnTo>
                    <a:pt x="22630" y="16416"/>
                  </a:lnTo>
                  <a:lnTo>
                    <a:pt x="23027" y="15729"/>
                  </a:lnTo>
                  <a:lnTo>
                    <a:pt x="23411" y="15064"/>
                  </a:lnTo>
                  <a:lnTo>
                    <a:pt x="23880" y="14252"/>
                  </a:lnTo>
                  <a:lnTo>
                    <a:pt x="24955" y="12392"/>
                  </a:lnTo>
                  <a:lnTo>
                    <a:pt x="26842" y="9125"/>
                  </a:lnTo>
                  <a:lnTo>
                    <a:pt x="27008" y="8838"/>
                  </a:lnTo>
                  <a:lnTo>
                    <a:pt x="29105" y="5203"/>
                  </a:lnTo>
                  <a:lnTo>
                    <a:pt x="29700" y="4170"/>
                  </a:lnTo>
                  <a:lnTo>
                    <a:pt x="30055" y="3555"/>
                  </a:lnTo>
                  <a:lnTo>
                    <a:pt x="30364" y="3019"/>
                  </a:lnTo>
                  <a:lnTo>
                    <a:pt x="31516" y="1039"/>
                  </a:lnTo>
                  <a:lnTo>
                    <a:pt x="31718" y="691"/>
                  </a:lnTo>
                  <a:lnTo>
                    <a:pt x="31834" y="493"/>
                  </a:lnTo>
                  <a:lnTo>
                    <a:pt x="32041" y="137"/>
                  </a:lnTo>
                  <a:lnTo>
                    <a:pt x="32120" y="0"/>
                  </a:lnTo>
                  <a:lnTo>
                    <a:pt x="32225" y="189"/>
                  </a:lnTo>
                  <a:lnTo>
                    <a:pt x="34090" y="3562"/>
                  </a:lnTo>
                  <a:lnTo>
                    <a:pt x="36204" y="7387"/>
                  </a:lnTo>
                  <a:lnTo>
                    <a:pt x="36879" y="8599"/>
                  </a:lnTo>
                  <a:lnTo>
                    <a:pt x="40312" y="14764"/>
                  </a:lnTo>
                  <a:lnTo>
                    <a:pt x="40777" y="15600"/>
                  </a:lnTo>
                  <a:lnTo>
                    <a:pt x="43597" y="20672"/>
                  </a:lnTo>
                  <a:lnTo>
                    <a:pt x="44556" y="22323"/>
                  </a:lnTo>
                  <a:lnTo>
                    <a:pt x="45056" y="23207"/>
                  </a:lnTo>
                  <a:lnTo>
                    <a:pt x="48525" y="29334"/>
                  </a:lnTo>
                  <a:lnTo>
                    <a:pt x="49548" y="31147"/>
                  </a:lnTo>
                  <a:lnTo>
                    <a:pt x="51723" y="34867"/>
                  </a:lnTo>
                  <a:lnTo>
                    <a:pt x="55411" y="41439"/>
                  </a:lnTo>
                  <a:lnTo>
                    <a:pt x="55667" y="41895"/>
                  </a:lnTo>
                  <a:lnTo>
                    <a:pt x="57282" y="44773"/>
                  </a:lnTo>
                  <a:lnTo>
                    <a:pt x="58057" y="46154"/>
                  </a:lnTo>
                  <a:lnTo>
                    <a:pt x="58210" y="46427"/>
                  </a:lnTo>
                  <a:lnTo>
                    <a:pt x="59724" y="49124"/>
                  </a:lnTo>
                  <a:lnTo>
                    <a:pt x="64266" y="57219"/>
                  </a:lnTo>
                  <a:lnTo>
                    <a:pt x="66790" y="61947"/>
                  </a:lnTo>
                  <a:lnTo>
                    <a:pt x="69830" y="67792"/>
                  </a:lnTo>
                  <a:lnTo>
                    <a:pt x="70011" y="68140"/>
                  </a:lnTo>
                  <a:lnTo>
                    <a:pt x="72024" y="72011"/>
                  </a:lnTo>
                  <a:lnTo>
                    <a:pt x="72084" y="72165"/>
                  </a:lnTo>
                  <a:lnTo>
                    <a:pt x="72250" y="72590"/>
                  </a:lnTo>
                  <a:lnTo>
                    <a:pt x="72903" y="74268"/>
                  </a:lnTo>
                  <a:lnTo>
                    <a:pt x="74368" y="78030"/>
                  </a:lnTo>
                  <a:lnTo>
                    <a:pt x="74932" y="79480"/>
                  </a:lnTo>
                  <a:lnTo>
                    <a:pt x="74986" y="79620"/>
                  </a:lnTo>
                  <a:lnTo>
                    <a:pt x="76512" y="83537"/>
                  </a:lnTo>
                  <a:lnTo>
                    <a:pt x="77025" y="84856"/>
                  </a:lnTo>
                  <a:lnTo>
                    <a:pt x="77497" y="86165"/>
                  </a:lnTo>
                  <a:lnTo>
                    <a:pt x="78287" y="88358"/>
                  </a:lnTo>
                  <a:lnTo>
                    <a:pt x="78442" y="88789"/>
                  </a:lnTo>
                  <a:lnTo>
                    <a:pt x="78498" y="88945"/>
                  </a:lnTo>
                  <a:lnTo>
                    <a:pt x="79424" y="91516"/>
                  </a:lnTo>
                  <a:lnTo>
                    <a:pt x="79583" y="9195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1561357" y="3208586"/>
              <a:ext cx="83205" cy="89021"/>
            </a:xfrm>
            <a:custGeom>
              <a:avLst/>
              <a:pathLst>
                <a:path w="83205" h="89021">
                  <a:moveTo>
                    <a:pt x="55606" y="15010"/>
                  </a:moveTo>
                  <a:lnTo>
                    <a:pt x="56270" y="26270"/>
                  </a:lnTo>
                  <a:lnTo>
                    <a:pt x="56326" y="27218"/>
                  </a:lnTo>
                  <a:lnTo>
                    <a:pt x="56361" y="27444"/>
                  </a:lnTo>
                  <a:lnTo>
                    <a:pt x="56453" y="28041"/>
                  </a:lnTo>
                  <a:lnTo>
                    <a:pt x="56680" y="29526"/>
                  </a:lnTo>
                  <a:lnTo>
                    <a:pt x="56764" y="30068"/>
                  </a:lnTo>
                  <a:lnTo>
                    <a:pt x="56927" y="30305"/>
                  </a:lnTo>
                  <a:lnTo>
                    <a:pt x="57648" y="31353"/>
                  </a:lnTo>
                  <a:lnTo>
                    <a:pt x="58692" y="32868"/>
                  </a:lnTo>
                  <a:lnTo>
                    <a:pt x="58796" y="33019"/>
                  </a:lnTo>
                  <a:lnTo>
                    <a:pt x="58935" y="33221"/>
                  </a:lnTo>
                  <a:lnTo>
                    <a:pt x="60159" y="34344"/>
                  </a:lnTo>
                  <a:lnTo>
                    <a:pt x="60447" y="34608"/>
                  </a:lnTo>
                  <a:lnTo>
                    <a:pt x="62726" y="36700"/>
                  </a:lnTo>
                  <a:lnTo>
                    <a:pt x="63195" y="37128"/>
                  </a:lnTo>
                  <a:lnTo>
                    <a:pt x="64493" y="38276"/>
                  </a:lnTo>
                  <a:lnTo>
                    <a:pt x="64754" y="38507"/>
                  </a:lnTo>
                  <a:lnTo>
                    <a:pt x="66598" y="40345"/>
                  </a:lnTo>
                  <a:lnTo>
                    <a:pt x="66875" y="40625"/>
                  </a:lnTo>
                  <a:lnTo>
                    <a:pt x="68288" y="42054"/>
                  </a:lnTo>
                  <a:lnTo>
                    <a:pt x="70626" y="44418"/>
                  </a:lnTo>
                  <a:lnTo>
                    <a:pt x="71147" y="45115"/>
                  </a:lnTo>
                  <a:lnTo>
                    <a:pt x="72735" y="48366"/>
                  </a:lnTo>
                  <a:lnTo>
                    <a:pt x="74248" y="51467"/>
                  </a:lnTo>
                  <a:lnTo>
                    <a:pt x="74396" y="51770"/>
                  </a:lnTo>
                  <a:lnTo>
                    <a:pt x="75888" y="55334"/>
                  </a:lnTo>
                  <a:lnTo>
                    <a:pt x="76043" y="55704"/>
                  </a:lnTo>
                  <a:lnTo>
                    <a:pt x="76829" y="57587"/>
                  </a:lnTo>
                  <a:lnTo>
                    <a:pt x="77198" y="58506"/>
                  </a:lnTo>
                  <a:lnTo>
                    <a:pt x="77746" y="59868"/>
                  </a:lnTo>
                  <a:lnTo>
                    <a:pt x="77861" y="60155"/>
                  </a:lnTo>
                  <a:lnTo>
                    <a:pt x="77952" y="60380"/>
                  </a:lnTo>
                  <a:lnTo>
                    <a:pt x="78133" y="60833"/>
                  </a:lnTo>
                  <a:lnTo>
                    <a:pt x="78274" y="61199"/>
                  </a:lnTo>
                  <a:lnTo>
                    <a:pt x="78512" y="61819"/>
                  </a:lnTo>
                  <a:lnTo>
                    <a:pt x="79153" y="63487"/>
                  </a:lnTo>
                  <a:lnTo>
                    <a:pt x="79294" y="63852"/>
                  </a:lnTo>
                  <a:lnTo>
                    <a:pt x="79523" y="64448"/>
                  </a:lnTo>
                  <a:lnTo>
                    <a:pt x="79581" y="64599"/>
                  </a:lnTo>
                  <a:lnTo>
                    <a:pt x="79899" y="65428"/>
                  </a:lnTo>
                  <a:lnTo>
                    <a:pt x="79960" y="65587"/>
                  </a:lnTo>
                  <a:lnTo>
                    <a:pt x="80227" y="66284"/>
                  </a:lnTo>
                  <a:lnTo>
                    <a:pt x="80607" y="67324"/>
                  </a:lnTo>
                  <a:lnTo>
                    <a:pt x="80886" y="68089"/>
                  </a:lnTo>
                  <a:lnTo>
                    <a:pt x="81554" y="69775"/>
                  </a:lnTo>
                  <a:lnTo>
                    <a:pt x="81918" y="70694"/>
                  </a:lnTo>
                  <a:lnTo>
                    <a:pt x="82800" y="73066"/>
                  </a:lnTo>
                  <a:lnTo>
                    <a:pt x="83040" y="73713"/>
                  </a:lnTo>
                  <a:lnTo>
                    <a:pt x="83205" y="74275"/>
                  </a:lnTo>
                  <a:lnTo>
                    <a:pt x="83165" y="74606"/>
                  </a:lnTo>
                  <a:lnTo>
                    <a:pt x="80184" y="75981"/>
                  </a:lnTo>
                  <a:lnTo>
                    <a:pt x="78402" y="76667"/>
                  </a:lnTo>
                  <a:lnTo>
                    <a:pt x="77411" y="77048"/>
                  </a:lnTo>
                  <a:lnTo>
                    <a:pt x="77075" y="77178"/>
                  </a:lnTo>
                  <a:lnTo>
                    <a:pt x="74928" y="78008"/>
                  </a:lnTo>
                  <a:lnTo>
                    <a:pt x="74732" y="78084"/>
                  </a:lnTo>
                  <a:lnTo>
                    <a:pt x="72195" y="79065"/>
                  </a:lnTo>
                  <a:lnTo>
                    <a:pt x="71636" y="79194"/>
                  </a:lnTo>
                  <a:lnTo>
                    <a:pt x="70145" y="79538"/>
                  </a:lnTo>
                  <a:lnTo>
                    <a:pt x="67644" y="80115"/>
                  </a:lnTo>
                  <a:lnTo>
                    <a:pt x="66922" y="80708"/>
                  </a:lnTo>
                  <a:lnTo>
                    <a:pt x="66044" y="81410"/>
                  </a:lnTo>
                  <a:lnTo>
                    <a:pt x="65148" y="81953"/>
                  </a:lnTo>
                  <a:lnTo>
                    <a:pt x="63676" y="82844"/>
                  </a:lnTo>
                  <a:lnTo>
                    <a:pt x="61667" y="83838"/>
                  </a:lnTo>
                  <a:lnTo>
                    <a:pt x="61338" y="84001"/>
                  </a:lnTo>
                  <a:lnTo>
                    <a:pt x="60319" y="84504"/>
                  </a:lnTo>
                  <a:lnTo>
                    <a:pt x="58250" y="85275"/>
                  </a:lnTo>
                  <a:lnTo>
                    <a:pt x="55640" y="86247"/>
                  </a:lnTo>
                  <a:lnTo>
                    <a:pt x="53223" y="87425"/>
                  </a:lnTo>
                  <a:lnTo>
                    <a:pt x="51347" y="88340"/>
                  </a:lnTo>
                  <a:lnTo>
                    <a:pt x="50813" y="88600"/>
                  </a:lnTo>
                  <a:lnTo>
                    <a:pt x="50511" y="88747"/>
                  </a:lnTo>
                  <a:lnTo>
                    <a:pt x="49951" y="89021"/>
                  </a:lnTo>
                  <a:lnTo>
                    <a:pt x="49644" y="88357"/>
                  </a:lnTo>
                  <a:lnTo>
                    <a:pt x="49559" y="88173"/>
                  </a:lnTo>
                  <a:lnTo>
                    <a:pt x="48214" y="85264"/>
                  </a:lnTo>
                  <a:lnTo>
                    <a:pt x="46394" y="81328"/>
                  </a:lnTo>
                  <a:lnTo>
                    <a:pt x="46094" y="80725"/>
                  </a:lnTo>
                  <a:lnTo>
                    <a:pt x="45974" y="80483"/>
                  </a:lnTo>
                  <a:lnTo>
                    <a:pt x="43829" y="76173"/>
                  </a:lnTo>
                  <a:lnTo>
                    <a:pt x="42013" y="76910"/>
                  </a:lnTo>
                  <a:lnTo>
                    <a:pt x="31349" y="81240"/>
                  </a:lnTo>
                  <a:lnTo>
                    <a:pt x="30422" y="81559"/>
                  </a:lnTo>
                  <a:lnTo>
                    <a:pt x="30035" y="80483"/>
                  </a:lnTo>
                  <a:lnTo>
                    <a:pt x="29875" y="80041"/>
                  </a:lnTo>
                  <a:lnTo>
                    <a:pt x="28949" y="77469"/>
                  </a:lnTo>
                  <a:lnTo>
                    <a:pt x="28893" y="77314"/>
                  </a:lnTo>
                  <a:lnTo>
                    <a:pt x="28738" y="76883"/>
                  </a:lnTo>
                  <a:lnTo>
                    <a:pt x="27948" y="74690"/>
                  </a:lnTo>
                  <a:lnTo>
                    <a:pt x="27476" y="73380"/>
                  </a:lnTo>
                  <a:lnTo>
                    <a:pt x="26963" y="72062"/>
                  </a:lnTo>
                  <a:lnTo>
                    <a:pt x="25438" y="68145"/>
                  </a:lnTo>
                  <a:lnTo>
                    <a:pt x="25383" y="68004"/>
                  </a:lnTo>
                  <a:lnTo>
                    <a:pt x="24819" y="66555"/>
                  </a:lnTo>
                  <a:lnTo>
                    <a:pt x="23354" y="62793"/>
                  </a:lnTo>
                  <a:lnTo>
                    <a:pt x="22701" y="61114"/>
                  </a:lnTo>
                  <a:lnTo>
                    <a:pt x="22536" y="60690"/>
                  </a:lnTo>
                  <a:lnTo>
                    <a:pt x="22476" y="60536"/>
                  </a:lnTo>
                  <a:lnTo>
                    <a:pt x="20463" y="56665"/>
                  </a:lnTo>
                  <a:lnTo>
                    <a:pt x="20281" y="56317"/>
                  </a:lnTo>
                  <a:lnTo>
                    <a:pt x="17242" y="50471"/>
                  </a:lnTo>
                  <a:lnTo>
                    <a:pt x="14654" y="45630"/>
                  </a:lnTo>
                  <a:lnTo>
                    <a:pt x="10175" y="37649"/>
                  </a:lnTo>
                  <a:lnTo>
                    <a:pt x="8661" y="34951"/>
                  </a:lnTo>
                  <a:lnTo>
                    <a:pt x="8508" y="34679"/>
                  </a:lnTo>
                  <a:lnTo>
                    <a:pt x="7714" y="33263"/>
                  </a:lnTo>
                  <a:lnTo>
                    <a:pt x="6119" y="30420"/>
                  </a:lnTo>
                  <a:lnTo>
                    <a:pt x="5862" y="29964"/>
                  </a:lnTo>
                  <a:lnTo>
                    <a:pt x="2172" y="23388"/>
                  </a:lnTo>
                  <a:lnTo>
                    <a:pt x="0" y="19672"/>
                  </a:lnTo>
                  <a:lnTo>
                    <a:pt x="3362" y="17969"/>
                  </a:lnTo>
                  <a:lnTo>
                    <a:pt x="3789" y="17753"/>
                  </a:lnTo>
                  <a:lnTo>
                    <a:pt x="4786" y="17248"/>
                  </a:lnTo>
                  <a:lnTo>
                    <a:pt x="5582" y="16845"/>
                  </a:lnTo>
                  <a:lnTo>
                    <a:pt x="5862" y="16681"/>
                  </a:lnTo>
                  <a:lnTo>
                    <a:pt x="8964" y="14866"/>
                  </a:lnTo>
                  <a:lnTo>
                    <a:pt x="9330" y="14649"/>
                  </a:lnTo>
                  <a:lnTo>
                    <a:pt x="9638" y="14374"/>
                  </a:lnTo>
                  <a:lnTo>
                    <a:pt x="10813" y="13594"/>
                  </a:lnTo>
                  <a:lnTo>
                    <a:pt x="11151" y="13370"/>
                  </a:lnTo>
                  <a:lnTo>
                    <a:pt x="13574" y="14418"/>
                  </a:lnTo>
                  <a:lnTo>
                    <a:pt x="14895" y="14925"/>
                  </a:lnTo>
                  <a:lnTo>
                    <a:pt x="15148" y="15037"/>
                  </a:lnTo>
                  <a:lnTo>
                    <a:pt x="21085" y="17659"/>
                  </a:lnTo>
                  <a:lnTo>
                    <a:pt x="23413" y="18686"/>
                  </a:lnTo>
                  <a:lnTo>
                    <a:pt x="27446" y="20297"/>
                  </a:lnTo>
                  <a:lnTo>
                    <a:pt x="28087" y="20577"/>
                  </a:lnTo>
                  <a:lnTo>
                    <a:pt x="30414" y="21512"/>
                  </a:lnTo>
                  <a:lnTo>
                    <a:pt x="32284" y="22263"/>
                  </a:lnTo>
                  <a:lnTo>
                    <a:pt x="36939" y="24473"/>
                  </a:lnTo>
                  <a:lnTo>
                    <a:pt x="38544" y="21401"/>
                  </a:lnTo>
                  <a:lnTo>
                    <a:pt x="39752" y="19090"/>
                  </a:lnTo>
                  <a:lnTo>
                    <a:pt x="40022" y="18601"/>
                  </a:lnTo>
                  <a:lnTo>
                    <a:pt x="42295" y="14468"/>
                  </a:lnTo>
                  <a:lnTo>
                    <a:pt x="44242" y="10998"/>
                  </a:lnTo>
                  <a:lnTo>
                    <a:pt x="44361" y="10785"/>
                  </a:lnTo>
                  <a:lnTo>
                    <a:pt x="44556" y="10439"/>
                  </a:lnTo>
                  <a:lnTo>
                    <a:pt x="46130" y="8949"/>
                  </a:lnTo>
                  <a:lnTo>
                    <a:pt x="48084" y="8569"/>
                  </a:lnTo>
                  <a:lnTo>
                    <a:pt x="48479" y="8492"/>
                  </a:lnTo>
                  <a:lnTo>
                    <a:pt x="48399" y="6890"/>
                  </a:lnTo>
                  <a:lnTo>
                    <a:pt x="48402" y="5504"/>
                  </a:lnTo>
                  <a:lnTo>
                    <a:pt x="48117" y="492"/>
                  </a:lnTo>
                  <a:lnTo>
                    <a:pt x="48412" y="470"/>
                  </a:lnTo>
                  <a:lnTo>
                    <a:pt x="54463" y="27"/>
                  </a:lnTo>
                  <a:lnTo>
                    <a:pt x="54696" y="10"/>
                  </a:lnTo>
                  <a:lnTo>
                    <a:pt x="54844" y="0"/>
                  </a:lnTo>
                  <a:lnTo>
                    <a:pt x="54959" y="4034"/>
                  </a:lnTo>
                  <a:lnTo>
                    <a:pt x="55046" y="550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1639479" y="3238973"/>
              <a:ext cx="97235" cy="126406"/>
            </a:xfrm>
            <a:custGeom>
              <a:avLst/>
              <a:pathLst>
                <a:path w="97235" h="126406">
                  <a:moveTo>
                    <a:pt x="24471" y="18330"/>
                  </a:moveTo>
                  <a:lnTo>
                    <a:pt x="26433" y="22943"/>
                  </a:lnTo>
                  <a:lnTo>
                    <a:pt x="29245" y="21148"/>
                  </a:lnTo>
                  <a:lnTo>
                    <a:pt x="31074" y="19948"/>
                  </a:lnTo>
                  <a:lnTo>
                    <a:pt x="31205" y="20175"/>
                  </a:lnTo>
                  <a:lnTo>
                    <a:pt x="32043" y="22026"/>
                  </a:lnTo>
                  <a:lnTo>
                    <a:pt x="33496" y="23074"/>
                  </a:lnTo>
                  <a:lnTo>
                    <a:pt x="38044" y="26356"/>
                  </a:lnTo>
                  <a:lnTo>
                    <a:pt x="38236" y="26495"/>
                  </a:lnTo>
                  <a:lnTo>
                    <a:pt x="39816" y="27709"/>
                  </a:lnTo>
                  <a:lnTo>
                    <a:pt x="40592" y="28305"/>
                  </a:lnTo>
                  <a:lnTo>
                    <a:pt x="49573" y="35205"/>
                  </a:lnTo>
                  <a:lnTo>
                    <a:pt x="49861" y="35416"/>
                  </a:lnTo>
                  <a:lnTo>
                    <a:pt x="51889" y="36644"/>
                  </a:lnTo>
                  <a:lnTo>
                    <a:pt x="54212" y="37972"/>
                  </a:lnTo>
                  <a:lnTo>
                    <a:pt x="55020" y="38433"/>
                  </a:lnTo>
                  <a:lnTo>
                    <a:pt x="55666" y="38436"/>
                  </a:lnTo>
                  <a:lnTo>
                    <a:pt x="55989" y="38437"/>
                  </a:lnTo>
                  <a:lnTo>
                    <a:pt x="56836" y="38440"/>
                  </a:lnTo>
                  <a:lnTo>
                    <a:pt x="58543" y="38446"/>
                  </a:lnTo>
                  <a:lnTo>
                    <a:pt x="63515" y="37304"/>
                  </a:lnTo>
                  <a:lnTo>
                    <a:pt x="66638" y="36587"/>
                  </a:lnTo>
                  <a:lnTo>
                    <a:pt x="69635" y="35898"/>
                  </a:lnTo>
                  <a:lnTo>
                    <a:pt x="70025" y="35821"/>
                  </a:lnTo>
                  <a:lnTo>
                    <a:pt x="74724" y="34886"/>
                  </a:lnTo>
                  <a:lnTo>
                    <a:pt x="75268" y="34771"/>
                  </a:lnTo>
                  <a:lnTo>
                    <a:pt x="80837" y="33669"/>
                  </a:lnTo>
                  <a:lnTo>
                    <a:pt x="82145" y="33410"/>
                  </a:lnTo>
                  <a:lnTo>
                    <a:pt x="82746" y="33291"/>
                  </a:lnTo>
                  <a:lnTo>
                    <a:pt x="82958" y="33249"/>
                  </a:lnTo>
                  <a:lnTo>
                    <a:pt x="83678" y="33353"/>
                  </a:lnTo>
                  <a:lnTo>
                    <a:pt x="83757" y="33703"/>
                  </a:lnTo>
                  <a:lnTo>
                    <a:pt x="83851" y="34114"/>
                  </a:lnTo>
                  <a:lnTo>
                    <a:pt x="84019" y="34854"/>
                  </a:lnTo>
                  <a:lnTo>
                    <a:pt x="84057" y="35017"/>
                  </a:lnTo>
                  <a:lnTo>
                    <a:pt x="84204" y="35662"/>
                  </a:lnTo>
                  <a:lnTo>
                    <a:pt x="84274" y="35974"/>
                  </a:lnTo>
                  <a:lnTo>
                    <a:pt x="84380" y="36437"/>
                  </a:lnTo>
                  <a:lnTo>
                    <a:pt x="84501" y="36970"/>
                  </a:lnTo>
                  <a:lnTo>
                    <a:pt x="84597" y="37391"/>
                  </a:lnTo>
                  <a:lnTo>
                    <a:pt x="84751" y="38066"/>
                  </a:lnTo>
                  <a:lnTo>
                    <a:pt x="84909" y="38761"/>
                  </a:lnTo>
                  <a:lnTo>
                    <a:pt x="85614" y="41857"/>
                  </a:lnTo>
                  <a:lnTo>
                    <a:pt x="85722" y="42329"/>
                  </a:lnTo>
                  <a:lnTo>
                    <a:pt x="85880" y="43023"/>
                  </a:lnTo>
                  <a:lnTo>
                    <a:pt x="86006" y="43579"/>
                  </a:lnTo>
                  <a:lnTo>
                    <a:pt x="86561" y="46012"/>
                  </a:lnTo>
                  <a:lnTo>
                    <a:pt x="86669" y="46499"/>
                  </a:lnTo>
                  <a:lnTo>
                    <a:pt x="86769" y="46952"/>
                  </a:lnTo>
                  <a:lnTo>
                    <a:pt x="86833" y="47238"/>
                  </a:lnTo>
                  <a:lnTo>
                    <a:pt x="86911" y="47590"/>
                  </a:lnTo>
                  <a:lnTo>
                    <a:pt x="87016" y="48043"/>
                  </a:lnTo>
                  <a:lnTo>
                    <a:pt x="87196" y="48818"/>
                  </a:lnTo>
                  <a:lnTo>
                    <a:pt x="87306" y="49322"/>
                  </a:lnTo>
                  <a:lnTo>
                    <a:pt x="87874" y="51803"/>
                  </a:lnTo>
                  <a:lnTo>
                    <a:pt x="88422" y="54200"/>
                  </a:lnTo>
                  <a:lnTo>
                    <a:pt x="88759" y="55675"/>
                  </a:lnTo>
                  <a:lnTo>
                    <a:pt x="88852" y="56080"/>
                  </a:lnTo>
                  <a:lnTo>
                    <a:pt x="88968" y="56567"/>
                  </a:lnTo>
                  <a:lnTo>
                    <a:pt x="89087" y="57066"/>
                  </a:lnTo>
                  <a:lnTo>
                    <a:pt x="89169" y="57409"/>
                  </a:lnTo>
                  <a:lnTo>
                    <a:pt x="89717" y="59776"/>
                  </a:lnTo>
                  <a:lnTo>
                    <a:pt x="89860" y="60401"/>
                  </a:lnTo>
                  <a:lnTo>
                    <a:pt x="90049" y="61229"/>
                  </a:lnTo>
                  <a:lnTo>
                    <a:pt x="90255" y="62127"/>
                  </a:lnTo>
                  <a:lnTo>
                    <a:pt x="90329" y="62465"/>
                  </a:lnTo>
                  <a:lnTo>
                    <a:pt x="90484" y="63218"/>
                  </a:lnTo>
                  <a:lnTo>
                    <a:pt x="90665" y="64022"/>
                  </a:lnTo>
                  <a:lnTo>
                    <a:pt x="91335" y="67001"/>
                  </a:lnTo>
                  <a:lnTo>
                    <a:pt x="91366" y="67138"/>
                  </a:lnTo>
                  <a:lnTo>
                    <a:pt x="91514" y="67798"/>
                  </a:lnTo>
                  <a:lnTo>
                    <a:pt x="92753" y="73240"/>
                  </a:lnTo>
                  <a:lnTo>
                    <a:pt x="93199" y="75201"/>
                  </a:lnTo>
                  <a:lnTo>
                    <a:pt x="93245" y="75404"/>
                  </a:lnTo>
                  <a:lnTo>
                    <a:pt x="93367" y="75915"/>
                  </a:lnTo>
                  <a:lnTo>
                    <a:pt x="93552" y="76697"/>
                  </a:lnTo>
                  <a:lnTo>
                    <a:pt x="93630" y="77019"/>
                  </a:lnTo>
                  <a:lnTo>
                    <a:pt x="93673" y="77201"/>
                  </a:lnTo>
                  <a:lnTo>
                    <a:pt x="93967" y="78425"/>
                  </a:lnTo>
                  <a:lnTo>
                    <a:pt x="94210" y="79437"/>
                  </a:lnTo>
                  <a:lnTo>
                    <a:pt x="94466" y="80528"/>
                  </a:lnTo>
                  <a:lnTo>
                    <a:pt x="94562" y="80940"/>
                  </a:lnTo>
                  <a:lnTo>
                    <a:pt x="94682" y="81451"/>
                  </a:lnTo>
                  <a:lnTo>
                    <a:pt x="95314" y="84142"/>
                  </a:lnTo>
                  <a:lnTo>
                    <a:pt x="95389" y="84463"/>
                  </a:lnTo>
                  <a:lnTo>
                    <a:pt x="95876" y="86538"/>
                  </a:lnTo>
                  <a:lnTo>
                    <a:pt x="96796" y="90417"/>
                  </a:lnTo>
                  <a:lnTo>
                    <a:pt x="96885" y="90848"/>
                  </a:lnTo>
                  <a:lnTo>
                    <a:pt x="96997" y="91391"/>
                  </a:lnTo>
                  <a:lnTo>
                    <a:pt x="97036" y="91582"/>
                  </a:lnTo>
                  <a:lnTo>
                    <a:pt x="97235" y="92543"/>
                  </a:lnTo>
                  <a:lnTo>
                    <a:pt x="96357" y="92686"/>
                  </a:lnTo>
                  <a:lnTo>
                    <a:pt x="96161" y="92718"/>
                  </a:lnTo>
                  <a:lnTo>
                    <a:pt x="94360" y="93011"/>
                  </a:lnTo>
                  <a:lnTo>
                    <a:pt x="92742" y="93274"/>
                  </a:lnTo>
                  <a:lnTo>
                    <a:pt x="88541" y="93957"/>
                  </a:lnTo>
                  <a:lnTo>
                    <a:pt x="88073" y="94034"/>
                  </a:lnTo>
                  <a:lnTo>
                    <a:pt x="85883" y="94558"/>
                  </a:lnTo>
                  <a:lnTo>
                    <a:pt x="85373" y="94680"/>
                  </a:lnTo>
                  <a:lnTo>
                    <a:pt x="82944" y="95261"/>
                  </a:lnTo>
                  <a:lnTo>
                    <a:pt x="79854" y="96291"/>
                  </a:lnTo>
                  <a:lnTo>
                    <a:pt x="78499" y="96881"/>
                  </a:lnTo>
                  <a:lnTo>
                    <a:pt x="77487" y="97321"/>
                  </a:lnTo>
                  <a:lnTo>
                    <a:pt x="75887" y="98198"/>
                  </a:lnTo>
                  <a:lnTo>
                    <a:pt x="74991" y="98648"/>
                  </a:lnTo>
                  <a:lnTo>
                    <a:pt x="74118" y="99088"/>
                  </a:lnTo>
                  <a:lnTo>
                    <a:pt x="72537" y="99883"/>
                  </a:lnTo>
                  <a:lnTo>
                    <a:pt x="72095" y="100105"/>
                  </a:lnTo>
                  <a:lnTo>
                    <a:pt x="71896" y="100226"/>
                  </a:lnTo>
                  <a:lnTo>
                    <a:pt x="70134" y="101294"/>
                  </a:lnTo>
                  <a:lnTo>
                    <a:pt x="69599" y="101618"/>
                  </a:lnTo>
                  <a:lnTo>
                    <a:pt x="67026" y="103179"/>
                  </a:lnTo>
                  <a:lnTo>
                    <a:pt x="66638" y="103414"/>
                  </a:lnTo>
                  <a:lnTo>
                    <a:pt x="66459" y="103542"/>
                  </a:lnTo>
                  <a:lnTo>
                    <a:pt x="65735" y="104063"/>
                  </a:lnTo>
                  <a:lnTo>
                    <a:pt x="65388" y="104313"/>
                  </a:lnTo>
                  <a:lnTo>
                    <a:pt x="64365" y="105046"/>
                  </a:lnTo>
                  <a:lnTo>
                    <a:pt x="62523" y="106365"/>
                  </a:lnTo>
                  <a:lnTo>
                    <a:pt x="62145" y="106636"/>
                  </a:lnTo>
                  <a:lnTo>
                    <a:pt x="59463" y="108859"/>
                  </a:lnTo>
                  <a:lnTo>
                    <a:pt x="58944" y="109288"/>
                  </a:lnTo>
                  <a:lnTo>
                    <a:pt x="53904" y="113643"/>
                  </a:lnTo>
                  <a:lnTo>
                    <a:pt x="46448" y="120085"/>
                  </a:lnTo>
                  <a:lnTo>
                    <a:pt x="44508" y="121760"/>
                  </a:lnTo>
                  <a:lnTo>
                    <a:pt x="41340" y="124497"/>
                  </a:lnTo>
                  <a:lnTo>
                    <a:pt x="39131" y="126406"/>
                  </a:lnTo>
                  <a:lnTo>
                    <a:pt x="38619" y="123129"/>
                  </a:lnTo>
                  <a:lnTo>
                    <a:pt x="38569" y="122810"/>
                  </a:lnTo>
                  <a:lnTo>
                    <a:pt x="38400" y="121724"/>
                  </a:lnTo>
                  <a:lnTo>
                    <a:pt x="38214" y="120537"/>
                  </a:lnTo>
                  <a:lnTo>
                    <a:pt x="38144" y="120085"/>
                  </a:lnTo>
                  <a:lnTo>
                    <a:pt x="37862" y="118284"/>
                  </a:lnTo>
                  <a:lnTo>
                    <a:pt x="37599" y="116596"/>
                  </a:lnTo>
                  <a:lnTo>
                    <a:pt x="37523" y="116113"/>
                  </a:lnTo>
                  <a:lnTo>
                    <a:pt x="37276" y="114528"/>
                  </a:lnTo>
                  <a:lnTo>
                    <a:pt x="36985" y="112666"/>
                  </a:lnTo>
                  <a:lnTo>
                    <a:pt x="36895" y="112094"/>
                  </a:lnTo>
                  <a:lnTo>
                    <a:pt x="36633" y="110472"/>
                  </a:lnTo>
                  <a:lnTo>
                    <a:pt x="36591" y="110198"/>
                  </a:lnTo>
                  <a:lnTo>
                    <a:pt x="36546" y="109903"/>
                  </a:lnTo>
                  <a:lnTo>
                    <a:pt x="36456" y="109313"/>
                  </a:lnTo>
                  <a:lnTo>
                    <a:pt x="35997" y="106306"/>
                  </a:lnTo>
                  <a:lnTo>
                    <a:pt x="35827" y="105189"/>
                  </a:lnTo>
                  <a:lnTo>
                    <a:pt x="35739" y="104613"/>
                  </a:lnTo>
                  <a:lnTo>
                    <a:pt x="35606" y="103738"/>
                  </a:lnTo>
                  <a:lnTo>
                    <a:pt x="35508" y="103096"/>
                  </a:lnTo>
                  <a:lnTo>
                    <a:pt x="35295" y="101705"/>
                  </a:lnTo>
                  <a:lnTo>
                    <a:pt x="35274" y="101486"/>
                  </a:lnTo>
                  <a:lnTo>
                    <a:pt x="35252" y="101266"/>
                  </a:lnTo>
                  <a:lnTo>
                    <a:pt x="35136" y="100409"/>
                  </a:lnTo>
                  <a:lnTo>
                    <a:pt x="34609" y="96496"/>
                  </a:lnTo>
                  <a:lnTo>
                    <a:pt x="34578" y="96262"/>
                  </a:lnTo>
                  <a:lnTo>
                    <a:pt x="34528" y="95897"/>
                  </a:lnTo>
                  <a:lnTo>
                    <a:pt x="34478" y="95506"/>
                  </a:lnTo>
                  <a:lnTo>
                    <a:pt x="34388" y="94892"/>
                  </a:lnTo>
                  <a:lnTo>
                    <a:pt x="34065" y="92693"/>
                  </a:lnTo>
                  <a:lnTo>
                    <a:pt x="33609" y="89591"/>
                  </a:lnTo>
                  <a:lnTo>
                    <a:pt x="33541" y="89128"/>
                  </a:lnTo>
                  <a:lnTo>
                    <a:pt x="33335" y="87728"/>
                  </a:lnTo>
                  <a:lnTo>
                    <a:pt x="33276" y="87324"/>
                  </a:lnTo>
                  <a:lnTo>
                    <a:pt x="33156" y="86513"/>
                  </a:lnTo>
                  <a:lnTo>
                    <a:pt x="31767" y="85026"/>
                  </a:lnTo>
                  <a:lnTo>
                    <a:pt x="29650" y="83679"/>
                  </a:lnTo>
                  <a:lnTo>
                    <a:pt x="25564" y="81080"/>
                  </a:lnTo>
                  <a:lnTo>
                    <a:pt x="23066" y="79371"/>
                  </a:lnTo>
                  <a:lnTo>
                    <a:pt x="22189" y="78779"/>
                  </a:lnTo>
                  <a:lnTo>
                    <a:pt x="22057" y="78691"/>
                  </a:lnTo>
                  <a:lnTo>
                    <a:pt x="21050" y="77919"/>
                  </a:lnTo>
                  <a:lnTo>
                    <a:pt x="19800" y="76960"/>
                  </a:lnTo>
                  <a:lnTo>
                    <a:pt x="18493" y="75653"/>
                  </a:lnTo>
                  <a:lnTo>
                    <a:pt x="18172" y="75332"/>
                  </a:lnTo>
                  <a:lnTo>
                    <a:pt x="17462" y="74622"/>
                  </a:lnTo>
                  <a:lnTo>
                    <a:pt x="17104" y="74264"/>
                  </a:lnTo>
                  <a:lnTo>
                    <a:pt x="15197" y="71437"/>
                  </a:lnTo>
                  <a:lnTo>
                    <a:pt x="15022" y="70998"/>
                  </a:lnTo>
                  <a:lnTo>
                    <a:pt x="14193" y="68833"/>
                  </a:lnTo>
                  <a:lnTo>
                    <a:pt x="13751" y="67754"/>
                  </a:lnTo>
                  <a:lnTo>
                    <a:pt x="12175" y="64240"/>
                  </a:lnTo>
                  <a:lnTo>
                    <a:pt x="11559" y="62867"/>
                  </a:lnTo>
                  <a:lnTo>
                    <a:pt x="11237" y="62096"/>
                  </a:lnTo>
                  <a:lnTo>
                    <a:pt x="10606" y="60581"/>
                  </a:lnTo>
                  <a:lnTo>
                    <a:pt x="10032" y="59204"/>
                  </a:lnTo>
                  <a:lnTo>
                    <a:pt x="8633" y="55848"/>
                  </a:lnTo>
                  <a:lnTo>
                    <a:pt x="7789" y="53821"/>
                  </a:lnTo>
                  <a:lnTo>
                    <a:pt x="7168" y="52334"/>
                  </a:lnTo>
                  <a:lnTo>
                    <a:pt x="6562" y="50878"/>
                  </a:lnTo>
                  <a:lnTo>
                    <a:pt x="6211" y="49979"/>
                  </a:lnTo>
                  <a:lnTo>
                    <a:pt x="5399" y="47621"/>
                  </a:lnTo>
                  <a:lnTo>
                    <a:pt x="4830" y="45968"/>
                  </a:lnTo>
                  <a:lnTo>
                    <a:pt x="5063" y="44046"/>
                  </a:lnTo>
                  <a:lnTo>
                    <a:pt x="5093" y="43799"/>
                  </a:lnTo>
                  <a:lnTo>
                    <a:pt x="4917" y="43325"/>
                  </a:lnTo>
                  <a:lnTo>
                    <a:pt x="4677" y="42679"/>
                  </a:lnTo>
                  <a:lnTo>
                    <a:pt x="3795" y="40306"/>
                  </a:lnTo>
                  <a:lnTo>
                    <a:pt x="3428" y="39380"/>
                  </a:lnTo>
                  <a:lnTo>
                    <a:pt x="2763" y="37702"/>
                  </a:lnTo>
                  <a:lnTo>
                    <a:pt x="2484" y="36937"/>
                  </a:lnTo>
                  <a:lnTo>
                    <a:pt x="2104" y="35897"/>
                  </a:lnTo>
                  <a:lnTo>
                    <a:pt x="1837" y="35200"/>
                  </a:lnTo>
                  <a:lnTo>
                    <a:pt x="1776" y="35041"/>
                  </a:lnTo>
                  <a:lnTo>
                    <a:pt x="1458" y="34212"/>
                  </a:lnTo>
                  <a:lnTo>
                    <a:pt x="1400" y="34061"/>
                  </a:lnTo>
                  <a:lnTo>
                    <a:pt x="1171" y="33464"/>
                  </a:lnTo>
                  <a:lnTo>
                    <a:pt x="1031" y="33099"/>
                  </a:lnTo>
                  <a:lnTo>
                    <a:pt x="347" y="31321"/>
                  </a:lnTo>
                  <a:lnTo>
                    <a:pt x="151" y="30811"/>
                  </a:lnTo>
                  <a:lnTo>
                    <a:pt x="0" y="30417"/>
                  </a:lnTo>
                  <a:lnTo>
                    <a:pt x="454" y="29575"/>
                  </a:lnTo>
                  <a:lnTo>
                    <a:pt x="918" y="28665"/>
                  </a:lnTo>
                  <a:lnTo>
                    <a:pt x="1332" y="27851"/>
                  </a:lnTo>
                  <a:lnTo>
                    <a:pt x="1766" y="27000"/>
                  </a:lnTo>
                  <a:lnTo>
                    <a:pt x="2163" y="26221"/>
                  </a:lnTo>
                  <a:lnTo>
                    <a:pt x="2850" y="24872"/>
                  </a:lnTo>
                  <a:lnTo>
                    <a:pt x="3616" y="23384"/>
                  </a:lnTo>
                  <a:lnTo>
                    <a:pt x="4086" y="22471"/>
                  </a:lnTo>
                  <a:lnTo>
                    <a:pt x="4338" y="21973"/>
                  </a:lnTo>
                  <a:lnTo>
                    <a:pt x="4590" y="21474"/>
                  </a:lnTo>
                  <a:lnTo>
                    <a:pt x="5769" y="19142"/>
                  </a:lnTo>
                  <a:lnTo>
                    <a:pt x="7436" y="15870"/>
                  </a:lnTo>
                  <a:lnTo>
                    <a:pt x="8057" y="14814"/>
                  </a:lnTo>
                  <a:lnTo>
                    <a:pt x="11511" y="9071"/>
                  </a:lnTo>
                  <a:lnTo>
                    <a:pt x="12087" y="7935"/>
                  </a:lnTo>
                  <a:lnTo>
                    <a:pt x="12463" y="7475"/>
                  </a:lnTo>
                  <a:lnTo>
                    <a:pt x="14530" y="4951"/>
                  </a:lnTo>
                  <a:lnTo>
                    <a:pt x="18873" y="0"/>
                  </a:lnTo>
                  <a:lnTo>
                    <a:pt x="21002" y="9166"/>
                  </a:lnTo>
                  <a:lnTo>
                    <a:pt x="22371" y="12797"/>
                  </a:lnTo>
                  <a:lnTo>
                    <a:pt x="23774" y="16515"/>
                  </a:lnTo>
                  <a:lnTo>
                    <a:pt x="24331" y="1796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1587988" y="3283192"/>
              <a:ext cx="90622" cy="107302"/>
            </a:xfrm>
            <a:custGeom>
              <a:avLst/>
              <a:pathLst>
                <a:path w="90622" h="107302">
                  <a:moveTo>
                    <a:pt x="71291" y="32740"/>
                  </a:moveTo>
                  <a:lnTo>
                    <a:pt x="72541" y="33699"/>
                  </a:lnTo>
                  <a:lnTo>
                    <a:pt x="73549" y="34472"/>
                  </a:lnTo>
                  <a:lnTo>
                    <a:pt x="73680" y="34560"/>
                  </a:lnTo>
                  <a:lnTo>
                    <a:pt x="74557" y="35151"/>
                  </a:lnTo>
                  <a:lnTo>
                    <a:pt x="77055" y="36861"/>
                  </a:lnTo>
                  <a:lnTo>
                    <a:pt x="81141" y="39459"/>
                  </a:lnTo>
                  <a:lnTo>
                    <a:pt x="83258" y="40806"/>
                  </a:lnTo>
                  <a:lnTo>
                    <a:pt x="84648" y="42294"/>
                  </a:lnTo>
                  <a:lnTo>
                    <a:pt x="84767" y="43105"/>
                  </a:lnTo>
                  <a:lnTo>
                    <a:pt x="84826" y="43509"/>
                  </a:lnTo>
                  <a:lnTo>
                    <a:pt x="85032" y="44908"/>
                  </a:lnTo>
                  <a:lnTo>
                    <a:pt x="85100" y="45372"/>
                  </a:lnTo>
                  <a:lnTo>
                    <a:pt x="85556" y="48474"/>
                  </a:lnTo>
                  <a:lnTo>
                    <a:pt x="85879" y="50673"/>
                  </a:lnTo>
                  <a:lnTo>
                    <a:pt x="85969" y="51286"/>
                  </a:lnTo>
                  <a:lnTo>
                    <a:pt x="86020" y="51677"/>
                  </a:lnTo>
                  <a:lnTo>
                    <a:pt x="86069" y="52043"/>
                  </a:lnTo>
                  <a:lnTo>
                    <a:pt x="86100" y="52277"/>
                  </a:lnTo>
                  <a:lnTo>
                    <a:pt x="86627" y="56189"/>
                  </a:lnTo>
                  <a:lnTo>
                    <a:pt x="86743" y="57047"/>
                  </a:lnTo>
                  <a:lnTo>
                    <a:pt x="86765" y="57266"/>
                  </a:lnTo>
                  <a:lnTo>
                    <a:pt x="86787" y="57485"/>
                  </a:lnTo>
                  <a:lnTo>
                    <a:pt x="86999" y="58877"/>
                  </a:lnTo>
                  <a:lnTo>
                    <a:pt x="87097" y="59519"/>
                  </a:lnTo>
                  <a:lnTo>
                    <a:pt x="87230" y="60394"/>
                  </a:lnTo>
                  <a:lnTo>
                    <a:pt x="87318" y="60969"/>
                  </a:lnTo>
                  <a:lnTo>
                    <a:pt x="87489" y="62087"/>
                  </a:lnTo>
                  <a:lnTo>
                    <a:pt x="87947" y="65094"/>
                  </a:lnTo>
                  <a:lnTo>
                    <a:pt x="88037" y="65684"/>
                  </a:lnTo>
                  <a:lnTo>
                    <a:pt x="88082" y="65979"/>
                  </a:lnTo>
                  <a:lnTo>
                    <a:pt x="88124" y="66252"/>
                  </a:lnTo>
                  <a:lnTo>
                    <a:pt x="88387" y="67874"/>
                  </a:lnTo>
                  <a:lnTo>
                    <a:pt x="88476" y="68447"/>
                  </a:lnTo>
                  <a:lnTo>
                    <a:pt x="88767" y="70308"/>
                  </a:lnTo>
                  <a:lnTo>
                    <a:pt x="89015" y="71893"/>
                  </a:lnTo>
                  <a:lnTo>
                    <a:pt x="89090" y="72377"/>
                  </a:lnTo>
                  <a:lnTo>
                    <a:pt x="89354" y="74064"/>
                  </a:lnTo>
                  <a:lnTo>
                    <a:pt x="89635" y="75865"/>
                  </a:lnTo>
                  <a:lnTo>
                    <a:pt x="89706" y="76317"/>
                  </a:lnTo>
                  <a:lnTo>
                    <a:pt x="89891" y="77504"/>
                  </a:lnTo>
                  <a:lnTo>
                    <a:pt x="90061" y="78590"/>
                  </a:lnTo>
                  <a:lnTo>
                    <a:pt x="90111" y="78910"/>
                  </a:lnTo>
                  <a:lnTo>
                    <a:pt x="90622" y="82186"/>
                  </a:lnTo>
                  <a:lnTo>
                    <a:pt x="89307" y="83304"/>
                  </a:lnTo>
                  <a:lnTo>
                    <a:pt x="88480" y="83994"/>
                  </a:lnTo>
                  <a:lnTo>
                    <a:pt x="86194" y="85900"/>
                  </a:lnTo>
                  <a:lnTo>
                    <a:pt x="83205" y="88392"/>
                  </a:lnTo>
                  <a:lnTo>
                    <a:pt x="82410" y="89055"/>
                  </a:lnTo>
                  <a:lnTo>
                    <a:pt x="81527" y="89792"/>
                  </a:lnTo>
                  <a:lnTo>
                    <a:pt x="80611" y="90558"/>
                  </a:lnTo>
                  <a:lnTo>
                    <a:pt x="79103" y="91821"/>
                  </a:lnTo>
                  <a:lnTo>
                    <a:pt x="76179" y="94270"/>
                  </a:lnTo>
                  <a:lnTo>
                    <a:pt x="75053" y="95213"/>
                  </a:lnTo>
                  <a:lnTo>
                    <a:pt x="72926" y="96994"/>
                  </a:lnTo>
                  <a:lnTo>
                    <a:pt x="72164" y="97632"/>
                  </a:lnTo>
                  <a:lnTo>
                    <a:pt x="71467" y="98216"/>
                  </a:lnTo>
                  <a:lnTo>
                    <a:pt x="70839" y="98742"/>
                  </a:lnTo>
                  <a:lnTo>
                    <a:pt x="70336" y="99163"/>
                  </a:lnTo>
                  <a:lnTo>
                    <a:pt x="70031" y="99418"/>
                  </a:lnTo>
                  <a:lnTo>
                    <a:pt x="67790" y="101295"/>
                  </a:lnTo>
                  <a:lnTo>
                    <a:pt x="66613" y="102281"/>
                  </a:lnTo>
                  <a:lnTo>
                    <a:pt x="66477" y="102395"/>
                  </a:lnTo>
                  <a:lnTo>
                    <a:pt x="66158" y="102662"/>
                  </a:lnTo>
                  <a:lnTo>
                    <a:pt x="65832" y="102935"/>
                  </a:lnTo>
                  <a:lnTo>
                    <a:pt x="65591" y="103137"/>
                  </a:lnTo>
                  <a:lnTo>
                    <a:pt x="64760" y="103819"/>
                  </a:lnTo>
                  <a:lnTo>
                    <a:pt x="64360" y="104156"/>
                  </a:lnTo>
                  <a:lnTo>
                    <a:pt x="64058" y="104411"/>
                  </a:lnTo>
                  <a:lnTo>
                    <a:pt x="63751" y="104674"/>
                  </a:lnTo>
                  <a:lnTo>
                    <a:pt x="63467" y="104893"/>
                  </a:lnTo>
                  <a:lnTo>
                    <a:pt x="63194" y="105146"/>
                  </a:lnTo>
                  <a:lnTo>
                    <a:pt x="62788" y="105524"/>
                  </a:lnTo>
                  <a:lnTo>
                    <a:pt x="62486" y="105805"/>
                  </a:lnTo>
                  <a:lnTo>
                    <a:pt x="61789" y="106454"/>
                  </a:lnTo>
                  <a:lnTo>
                    <a:pt x="61725" y="106587"/>
                  </a:lnTo>
                  <a:lnTo>
                    <a:pt x="61554" y="106943"/>
                  </a:lnTo>
                  <a:lnTo>
                    <a:pt x="60675" y="106981"/>
                  </a:lnTo>
                  <a:lnTo>
                    <a:pt x="55629" y="107302"/>
                  </a:lnTo>
                  <a:lnTo>
                    <a:pt x="55148" y="107277"/>
                  </a:lnTo>
                  <a:lnTo>
                    <a:pt x="54223" y="107228"/>
                  </a:lnTo>
                  <a:lnTo>
                    <a:pt x="54004" y="106785"/>
                  </a:lnTo>
                  <a:lnTo>
                    <a:pt x="51127" y="100948"/>
                  </a:lnTo>
                  <a:lnTo>
                    <a:pt x="50576" y="99774"/>
                  </a:lnTo>
                  <a:lnTo>
                    <a:pt x="50448" y="99501"/>
                  </a:lnTo>
                  <a:lnTo>
                    <a:pt x="49769" y="98233"/>
                  </a:lnTo>
                  <a:lnTo>
                    <a:pt x="48907" y="96621"/>
                  </a:lnTo>
                  <a:lnTo>
                    <a:pt x="46128" y="91004"/>
                  </a:lnTo>
                  <a:lnTo>
                    <a:pt x="44769" y="87495"/>
                  </a:lnTo>
                  <a:lnTo>
                    <a:pt x="45241" y="86829"/>
                  </a:lnTo>
                  <a:lnTo>
                    <a:pt x="44955" y="85256"/>
                  </a:lnTo>
                  <a:lnTo>
                    <a:pt x="44876" y="84856"/>
                  </a:lnTo>
                  <a:lnTo>
                    <a:pt x="44147" y="81168"/>
                  </a:lnTo>
                  <a:lnTo>
                    <a:pt x="39581" y="81382"/>
                  </a:lnTo>
                  <a:lnTo>
                    <a:pt x="38980" y="81359"/>
                  </a:lnTo>
                  <a:lnTo>
                    <a:pt x="37471" y="81302"/>
                  </a:lnTo>
                  <a:lnTo>
                    <a:pt x="35896" y="81382"/>
                  </a:lnTo>
                  <a:lnTo>
                    <a:pt x="34559" y="81842"/>
                  </a:lnTo>
                  <a:lnTo>
                    <a:pt x="34267" y="81943"/>
                  </a:lnTo>
                  <a:lnTo>
                    <a:pt x="33605" y="81410"/>
                  </a:lnTo>
                  <a:lnTo>
                    <a:pt x="33018" y="81700"/>
                  </a:lnTo>
                  <a:lnTo>
                    <a:pt x="29439" y="83304"/>
                  </a:lnTo>
                  <a:lnTo>
                    <a:pt x="27947" y="83972"/>
                  </a:lnTo>
                  <a:lnTo>
                    <a:pt x="23758" y="86255"/>
                  </a:lnTo>
                  <a:lnTo>
                    <a:pt x="23437" y="86430"/>
                  </a:lnTo>
                  <a:lnTo>
                    <a:pt x="23335" y="86255"/>
                  </a:lnTo>
                  <a:lnTo>
                    <a:pt x="23255" y="86119"/>
                  </a:lnTo>
                  <a:lnTo>
                    <a:pt x="21187" y="82569"/>
                  </a:lnTo>
                  <a:lnTo>
                    <a:pt x="20751" y="81739"/>
                  </a:lnTo>
                  <a:lnTo>
                    <a:pt x="18576" y="77602"/>
                  </a:lnTo>
                  <a:lnTo>
                    <a:pt x="18455" y="77328"/>
                  </a:lnTo>
                  <a:lnTo>
                    <a:pt x="16857" y="73698"/>
                  </a:lnTo>
                  <a:lnTo>
                    <a:pt x="16766" y="73492"/>
                  </a:lnTo>
                  <a:lnTo>
                    <a:pt x="16362" y="72575"/>
                  </a:lnTo>
                  <a:lnTo>
                    <a:pt x="17016" y="71838"/>
                  </a:lnTo>
                  <a:lnTo>
                    <a:pt x="16830" y="70754"/>
                  </a:lnTo>
                  <a:lnTo>
                    <a:pt x="16270" y="69457"/>
                  </a:lnTo>
                  <a:lnTo>
                    <a:pt x="16197" y="69288"/>
                  </a:lnTo>
                  <a:lnTo>
                    <a:pt x="15507" y="67693"/>
                  </a:lnTo>
                  <a:lnTo>
                    <a:pt x="15205" y="67086"/>
                  </a:lnTo>
                  <a:lnTo>
                    <a:pt x="14225" y="65117"/>
                  </a:lnTo>
                  <a:lnTo>
                    <a:pt x="15099" y="64653"/>
                  </a:lnTo>
                  <a:lnTo>
                    <a:pt x="19286" y="62652"/>
                  </a:lnTo>
                  <a:lnTo>
                    <a:pt x="19101" y="62231"/>
                  </a:lnTo>
                  <a:lnTo>
                    <a:pt x="18091" y="59940"/>
                  </a:lnTo>
                  <a:lnTo>
                    <a:pt x="17273" y="58085"/>
                  </a:lnTo>
                  <a:lnTo>
                    <a:pt x="17072" y="57628"/>
                  </a:lnTo>
                  <a:lnTo>
                    <a:pt x="16798" y="56976"/>
                  </a:lnTo>
                  <a:lnTo>
                    <a:pt x="16280" y="55743"/>
                  </a:lnTo>
                  <a:lnTo>
                    <a:pt x="15685" y="54327"/>
                  </a:lnTo>
                  <a:lnTo>
                    <a:pt x="14958" y="52599"/>
                  </a:lnTo>
                  <a:lnTo>
                    <a:pt x="14576" y="51690"/>
                  </a:lnTo>
                  <a:lnTo>
                    <a:pt x="14033" y="50399"/>
                  </a:lnTo>
                  <a:lnTo>
                    <a:pt x="12953" y="47828"/>
                  </a:lnTo>
                  <a:lnTo>
                    <a:pt x="12567" y="46911"/>
                  </a:lnTo>
                  <a:lnTo>
                    <a:pt x="18573" y="44268"/>
                  </a:lnTo>
                  <a:lnTo>
                    <a:pt x="18380" y="43855"/>
                  </a:lnTo>
                  <a:lnTo>
                    <a:pt x="17929" y="42890"/>
                  </a:lnTo>
                  <a:lnTo>
                    <a:pt x="17437" y="41612"/>
                  </a:lnTo>
                  <a:lnTo>
                    <a:pt x="16705" y="39709"/>
                  </a:lnTo>
                  <a:lnTo>
                    <a:pt x="12465" y="41544"/>
                  </a:lnTo>
                  <a:lnTo>
                    <a:pt x="12308" y="41612"/>
                  </a:lnTo>
                  <a:lnTo>
                    <a:pt x="8820" y="43122"/>
                  </a:lnTo>
                  <a:lnTo>
                    <a:pt x="8211" y="41612"/>
                  </a:lnTo>
                  <a:lnTo>
                    <a:pt x="7793" y="40578"/>
                  </a:lnTo>
                  <a:lnTo>
                    <a:pt x="6814" y="38155"/>
                  </a:lnTo>
                  <a:lnTo>
                    <a:pt x="6575" y="37655"/>
                  </a:lnTo>
                  <a:lnTo>
                    <a:pt x="4908" y="34179"/>
                  </a:lnTo>
                  <a:lnTo>
                    <a:pt x="4243" y="32791"/>
                  </a:lnTo>
                  <a:lnTo>
                    <a:pt x="3642" y="33354"/>
                  </a:lnTo>
                  <a:lnTo>
                    <a:pt x="3498" y="33489"/>
                  </a:lnTo>
                  <a:lnTo>
                    <a:pt x="0" y="28848"/>
                  </a:lnTo>
                  <a:lnTo>
                    <a:pt x="3722" y="25837"/>
                  </a:lnTo>
                  <a:lnTo>
                    <a:pt x="3894" y="25695"/>
                  </a:lnTo>
                  <a:lnTo>
                    <a:pt x="4974" y="24799"/>
                  </a:lnTo>
                  <a:lnTo>
                    <a:pt x="8087" y="22218"/>
                  </a:lnTo>
                  <a:lnTo>
                    <a:pt x="8419" y="21943"/>
                  </a:lnTo>
                  <a:lnTo>
                    <a:pt x="9333" y="21299"/>
                  </a:lnTo>
                  <a:lnTo>
                    <a:pt x="11635" y="20148"/>
                  </a:lnTo>
                  <a:lnTo>
                    <a:pt x="12432" y="19749"/>
                  </a:lnTo>
                  <a:lnTo>
                    <a:pt x="17749" y="17041"/>
                  </a:lnTo>
                  <a:lnTo>
                    <a:pt x="18721" y="16577"/>
                  </a:lnTo>
                  <a:lnTo>
                    <a:pt x="18864" y="16508"/>
                  </a:lnTo>
                  <a:lnTo>
                    <a:pt x="20464" y="15745"/>
                  </a:lnTo>
                  <a:lnTo>
                    <a:pt x="21304" y="15375"/>
                  </a:lnTo>
                  <a:lnTo>
                    <a:pt x="21740" y="15184"/>
                  </a:lnTo>
                  <a:lnTo>
                    <a:pt x="23319" y="14414"/>
                  </a:lnTo>
                  <a:lnTo>
                    <a:pt x="23880" y="14140"/>
                  </a:lnTo>
                  <a:lnTo>
                    <a:pt x="24181" y="13993"/>
                  </a:lnTo>
                  <a:lnTo>
                    <a:pt x="24716" y="13733"/>
                  </a:lnTo>
                  <a:lnTo>
                    <a:pt x="26592" y="12818"/>
                  </a:lnTo>
                  <a:lnTo>
                    <a:pt x="29008" y="11640"/>
                  </a:lnTo>
                  <a:lnTo>
                    <a:pt x="31619" y="10668"/>
                  </a:lnTo>
                  <a:lnTo>
                    <a:pt x="33688" y="9897"/>
                  </a:lnTo>
                  <a:lnTo>
                    <a:pt x="34706" y="9394"/>
                  </a:lnTo>
                  <a:lnTo>
                    <a:pt x="35035" y="9231"/>
                  </a:lnTo>
                  <a:lnTo>
                    <a:pt x="37044" y="8238"/>
                  </a:lnTo>
                  <a:lnTo>
                    <a:pt x="38516" y="7346"/>
                  </a:lnTo>
                  <a:lnTo>
                    <a:pt x="39501" y="6749"/>
                  </a:lnTo>
                  <a:lnTo>
                    <a:pt x="40291" y="6101"/>
                  </a:lnTo>
                  <a:lnTo>
                    <a:pt x="41012" y="5508"/>
                  </a:lnTo>
                  <a:lnTo>
                    <a:pt x="43514" y="4931"/>
                  </a:lnTo>
                  <a:lnTo>
                    <a:pt x="45005" y="4587"/>
                  </a:lnTo>
                  <a:lnTo>
                    <a:pt x="45564" y="4458"/>
                  </a:lnTo>
                  <a:lnTo>
                    <a:pt x="48101" y="3477"/>
                  </a:lnTo>
                  <a:lnTo>
                    <a:pt x="48297" y="3401"/>
                  </a:lnTo>
                  <a:lnTo>
                    <a:pt x="50443" y="2571"/>
                  </a:lnTo>
                  <a:lnTo>
                    <a:pt x="50780" y="2441"/>
                  </a:lnTo>
                  <a:lnTo>
                    <a:pt x="51770" y="2060"/>
                  </a:lnTo>
                  <a:lnTo>
                    <a:pt x="53552" y="1374"/>
                  </a:lnTo>
                  <a:lnTo>
                    <a:pt x="56533" y="0"/>
                  </a:lnTo>
                  <a:lnTo>
                    <a:pt x="56321" y="1749"/>
                  </a:lnTo>
                  <a:lnTo>
                    <a:pt x="56890" y="3401"/>
                  </a:lnTo>
                  <a:lnTo>
                    <a:pt x="57702" y="5760"/>
                  </a:lnTo>
                  <a:lnTo>
                    <a:pt x="58053" y="6659"/>
                  </a:lnTo>
                  <a:lnTo>
                    <a:pt x="58660" y="8114"/>
                  </a:lnTo>
                  <a:lnTo>
                    <a:pt x="59280" y="9602"/>
                  </a:lnTo>
                  <a:lnTo>
                    <a:pt x="60168" y="11732"/>
                  </a:lnTo>
                  <a:lnTo>
                    <a:pt x="61524" y="14985"/>
                  </a:lnTo>
                  <a:lnTo>
                    <a:pt x="62097" y="16362"/>
                  </a:lnTo>
                  <a:lnTo>
                    <a:pt x="62729" y="17876"/>
                  </a:lnTo>
                  <a:lnTo>
                    <a:pt x="63050" y="18647"/>
                  </a:lnTo>
                  <a:lnTo>
                    <a:pt x="63666" y="20021"/>
                  </a:lnTo>
                  <a:lnTo>
                    <a:pt x="65242" y="23535"/>
                  </a:lnTo>
                  <a:lnTo>
                    <a:pt x="65684" y="24614"/>
                  </a:lnTo>
                  <a:lnTo>
                    <a:pt x="66513" y="26779"/>
                  </a:lnTo>
                  <a:lnTo>
                    <a:pt x="66688" y="27217"/>
                  </a:lnTo>
                  <a:lnTo>
                    <a:pt x="68595" y="30044"/>
                  </a:lnTo>
                  <a:lnTo>
                    <a:pt x="68953" y="30402"/>
                  </a:lnTo>
                  <a:lnTo>
                    <a:pt x="69663" y="31113"/>
                  </a:lnTo>
                  <a:lnTo>
                    <a:pt x="69984" y="3143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1649543" y="3331590"/>
              <a:ext cx="116143" cy="72692"/>
            </a:xfrm>
            <a:custGeom>
              <a:avLst/>
              <a:pathLst>
                <a:path w="116143" h="72692">
                  <a:moveTo>
                    <a:pt x="110185" y="56144"/>
                  </a:moveTo>
                  <a:lnTo>
                    <a:pt x="111125" y="58158"/>
                  </a:lnTo>
                  <a:lnTo>
                    <a:pt x="111621" y="59221"/>
                  </a:lnTo>
                  <a:lnTo>
                    <a:pt x="111889" y="59811"/>
                  </a:lnTo>
                  <a:lnTo>
                    <a:pt x="112026" y="60111"/>
                  </a:lnTo>
                  <a:lnTo>
                    <a:pt x="112458" y="61020"/>
                  </a:lnTo>
                  <a:lnTo>
                    <a:pt x="114415" y="65131"/>
                  </a:lnTo>
                  <a:lnTo>
                    <a:pt x="114565" y="65419"/>
                  </a:lnTo>
                  <a:lnTo>
                    <a:pt x="114638" y="65560"/>
                  </a:lnTo>
                  <a:lnTo>
                    <a:pt x="114909" y="66083"/>
                  </a:lnTo>
                  <a:lnTo>
                    <a:pt x="115067" y="66385"/>
                  </a:lnTo>
                  <a:lnTo>
                    <a:pt x="115204" y="66650"/>
                  </a:lnTo>
                  <a:lnTo>
                    <a:pt x="115549" y="67314"/>
                  </a:lnTo>
                  <a:lnTo>
                    <a:pt x="116143" y="68458"/>
                  </a:lnTo>
                  <a:lnTo>
                    <a:pt x="113541" y="69022"/>
                  </a:lnTo>
                  <a:lnTo>
                    <a:pt x="113379" y="69057"/>
                  </a:lnTo>
                  <a:lnTo>
                    <a:pt x="112486" y="69250"/>
                  </a:lnTo>
                  <a:lnTo>
                    <a:pt x="109334" y="69933"/>
                  </a:lnTo>
                  <a:lnTo>
                    <a:pt x="109060" y="69979"/>
                  </a:lnTo>
                  <a:lnTo>
                    <a:pt x="108689" y="70041"/>
                  </a:lnTo>
                  <a:lnTo>
                    <a:pt x="106321" y="70436"/>
                  </a:lnTo>
                  <a:lnTo>
                    <a:pt x="105062" y="70645"/>
                  </a:lnTo>
                  <a:lnTo>
                    <a:pt x="103589" y="70891"/>
                  </a:lnTo>
                  <a:lnTo>
                    <a:pt x="103448" y="70914"/>
                  </a:lnTo>
                  <a:lnTo>
                    <a:pt x="102494" y="71073"/>
                  </a:lnTo>
                  <a:lnTo>
                    <a:pt x="101330" y="71267"/>
                  </a:lnTo>
                  <a:lnTo>
                    <a:pt x="97977" y="71750"/>
                  </a:lnTo>
                  <a:lnTo>
                    <a:pt x="96233" y="71962"/>
                  </a:lnTo>
                  <a:lnTo>
                    <a:pt x="94382" y="72188"/>
                  </a:lnTo>
                  <a:lnTo>
                    <a:pt x="93955" y="72210"/>
                  </a:lnTo>
                  <a:lnTo>
                    <a:pt x="93523" y="72232"/>
                  </a:lnTo>
                  <a:lnTo>
                    <a:pt x="91815" y="72321"/>
                  </a:lnTo>
                  <a:lnTo>
                    <a:pt x="91124" y="72357"/>
                  </a:lnTo>
                  <a:lnTo>
                    <a:pt x="90243" y="72402"/>
                  </a:lnTo>
                  <a:lnTo>
                    <a:pt x="85655" y="72640"/>
                  </a:lnTo>
                  <a:lnTo>
                    <a:pt x="84651" y="72692"/>
                  </a:lnTo>
                  <a:lnTo>
                    <a:pt x="83816" y="72628"/>
                  </a:lnTo>
                  <a:lnTo>
                    <a:pt x="76153" y="72043"/>
                  </a:lnTo>
                  <a:lnTo>
                    <a:pt x="74612" y="71925"/>
                  </a:lnTo>
                  <a:lnTo>
                    <a:pt x="71144" y="71316"/>
                  </a:lnTo>
                  <a:lnTo>
                    <a:pt x="69027" y="70945"/>
                  </a:lnTo>
                  <a:lnTo>
                    <a:pt x="68256" y="70807"/>
                  </a:lnTo>
                  <a:lnTo>
                    <a:pt x="68085" y="70767"/>
                  </a:lnTo>
                  <a:lnTo>
                    <a:pt x="67598" y="70653"/>
                  </a:lnTo>
                  <a:lnTo>
                    <a:pt x="66932" y="70498"/>
                  </a:lnTo>
                  <a:lnTo>
                    <a:pt x="66123" y="70309"/>
                  </a:lnTo>
                  <a:lnTo>
                    <a:pt x="57933" y="68396"/>
                  </a:lnTo>
                  <a:lnTo>
                    <a:pt x="55806" y="67922"/>
                  </a:lnTo>
                  <a:lnTo>
                    <a:pt x="55206" y="67788"/>
                  </a:lnTo>
                  <a:lnTo>
                    <a:pt x="52482" y="67181"/>
                  </a:lnTo>
                  <a:lnTo>
                    <a:pt x="52058" y="67086"/>
                  </a:lnTo>
                  <a:lnTo>
                    <a:pt x="51666" y="66999"/>
                  </a:lnTo>
                  <a:lnTo>
                    <a:pt x="49564" y="66530"/>
                  </a:lnTo>
                  <a:lnTo>
                    <a:pt x="48596" y="66314"/>
                  </a:lnTo>
                  <a:lnTo>
                    <a:pt x="47180" y="65953"/>
                  </a:lnTo>
                  <a:lnTo>
                    <a:pt x="46361" y="65744"/>
                  </a:lnTo>
                  <a:lnTo>
                    <a:pt x="46163" y="65700"/>
                  </a:lnTo>
                  <a:lnTo>
                    <a:pt x="45790" y="65620"/>
                  </a:lnTo>
                  <a:lnTo>
                    <a:pt x="44339" y="65305"/>
                  </a:lnTo>
                  <a:lnTo>
                    <a:pt x="40903" y="64561"/>
                  </a:lnTo>
                  <a:lnTo>
                    <a:pt x="38251" y="63947"/>
                  </a:lnTo>
                  <a:lnTo>
                    <a:pt x="37640" y="63835"/>
                  </a:lnTo>
                  <a:lnTo>
                    <a:pt x="34870" y="62922"/>
                  </a:lnTo>
                  <a:lnTo>
                    <a:pt x="32793" y="62238"/>
                  </a:lnTo>
                  <a:lnTo>
                    <a:pt x="31960" y="62050"/>
                  </a:lnTo>
                  <a:lnTo>
                    <a:pt x="30386" y="61695"/>
                  </a:lnTo>
                  <a:lnTo>
                    <a:pt x="29008" y="61384"/>
                  </a:lnTo>
                  <a:lnTo>
                    <a:pt x="24843" y="60444"/>
                  </a:lnTo>
                  <a:lnTo>
                    <a:pt x="23199" y="60073"/>
                  </a:lnTo>
                  <a:lnTo>
                    <a:pt x="22868" y="59998"/>
                  </a:lnTo>
                  <a:lnTo>
                    <a:pt x="19256" y="59326"/>
                  </a:lnTo>
                  <a:lnTo>
                    <a:pt x="18853" y="59261"/>
                  </a:lnTo>
                  <a:lnTo>
                    <a:pt x="16298" y="58848"/>
                  </a:lnTo>
                  <a:lnTo>
                    <a:pt x="11051" y="57999"/>
                  </a:lnTo>
                  <a:lnTo>
                    <a:pt x="10555" y="57919"/>
                  </a:lnTo>
                  <a:lnTo>
                    <a:pt x="9781" y="57794"/>
                  </a:lnTo>
                  <a:lnTo>
                    <a:pt x="9935" y="58824"/>
                  </a:lnTo>
                  <a:lnTo>
                    <a:pt x="6079" y="58473"/>
                  </a:lnTo>
                  <a:lnTo>
                    <a:pt x="4648" y="58343"/>
                  </a:lnTo>
                  <a:lnTo>
                    <a:pt x="4259" y="58360"/>
                  </a:lnTo>
                  <a:lnTo>
                    <a:pt x="1656" y="58473"/>
                  </a:lnTo>
                  <a:lnTo>
                    <a:pt x="911" y="58506"/>
                  </a:lnTo>
                  <a:lnTo>
                    <a:pt x="0" y="58545"/>
                  </a:lnTo>
                  <a:lnTo>
                    <a:pt x="170" y="58189"/>
                  </a:lnTo>
                  <a:lnTo>
                    <a:pt x="234" y="58056"/>
                  </a:lnTo>
                  <a:lnTo>
                    <a:pt x="931" y="57407"/>
                  </a:lnTo>
                  <a:lnTo>
                    <a:pt x="1234" y="57126"/>
                  </a:lnTo>
                  <a:lnTo>
                    <a:pt x="1640" y="56748"/>
                  </a:lnTo>
                  <a:lnTo>
                    <a:pt x="1912" y="56495"/>
                  </a:lnTo>
                  <a:lnTo>
                    <a:pt x="2197" y="56276"/>
                  </a:lnTo>
                  <a:lnTo>
                    <a:pt x="2504" y="56013"/>
                  </a:lnTo>
                  <a:lnTo>
                    <a:pt x="2806" y="55758"/>
                  </a:lnTo>
                  <a:lnTo>
                    <a:pt x="3205" y="55421"/>
                  </a:lnTo>
                  <a:lnTo>
                    <a:pt x="4060" y="54720"/>
                  </a:lnTo>
                  <a:lnTo>
                    <a:pt x="4278" y="54537"/>
                  </a:lnTo>
                  <a:lnTo>
                    <a:pt x="4604" y="54264"/>
                  </a:lnTo>
                  <a:lnTo>
                    <a:pt x="4922" y="53997"/>
                  </a:lnTo>
                  <a:lnTo>
                    <a:pt x="5059" y="53883"/>
                  </a:lnTo>
                  <a:lnTo>
                    <a:pt x="6236" y="52897"/>
                  </a:lnTo>
                  <a:lnTo>
                    <a:pt x="8477" y="51021"/>
                  </a:lnTo>
                  <a:lnTo>
                    <a:pt x="8782" y="50765"/>
                  </a:lnTo>
                  <a:lnTo>
                    <a:pt x="9285" y="50344"/>
                  </a:lnTo>
                  <a:lnTo>
                    <a:pt x="9913" y="49818"/>
                  </a:lnTo>
                  <a:lnTo>
                    <a:pt x="10609" y="49235"/>
                  </a:lnTo>
                  <a:lnTo>
                    <a:pt x="11372" y="48596"/>
                  </a:lnTo>
                  <a:lnTo>
                    <a:pt x="13499" y="46815"/>
                  </a:lnTo>
                  <a:lnTo>
                    <a:pt x="14624" y="45873"/>
                  </a:lnTo>
                  <a:lnTo>
                    <a:pt x="17586" y="43392"/>
                  </a:lnTo>
                  <a:lnTo>
                    <a:pt x="19056" y="42161"/>
                  </a:lnTo>
                  <a:lnTo>
                    <a:pt x="19972" y="41394"/>
                  </a:lnTo>
                  <a:lnTo>
                    <a:pt x="20855" y="40657"/>
                  </a:lnTo>
                  <a:lnTo>
                    <a:pt x="21651" y="39994"/>
                  </a:lnTo>
                  <a:lnTo>
                    <a:pt x="24639" y="37502"/>
                  </a:lnTo>
                  <a:lnTo>
                    <a:pt x="26925" y="35596"/>
                  </a:lnTo>
                  <a:lnTo>
                    <a:pt x="27753" y="34906"/>
                  </a:lnTo>
                  <a:lnTo>
                    <a:pt x="29068" y="33788"/>
                  </a:lnTo>
                  <a:lnTo>
                    <a:pt x="31277" y="31880"/>
                  </a:lnTo>
                  <a:lnTo>
                    <a:pt x="34445" y="29143"/>
                  </a:lnTo>
                  <a:lnTo>
                    <a:pt x="36384" y="27467"/>
                  </a:lnTo>
                  <a:lnTo>
                    <a:pt x="43841" y="21025"/>
                  </a:lnTo>
                  <a:lnTo>
                    <a:pt x="48881" y="16671"/>
                  </a:lnTo>
                  <a:lnTo>
                    <a:pt x="49399" y="16241"/>
                  </a:lnTo>
                  <a:lnTo>
                    <a:pt x="52081" y="14019"/>
                  </a:lnTo>
                  <a:lnTo>
                    <a:pt x="52541" y="13689"/>
                  </a:lnTo>
                  <a:lnTo>
                    <a:pt x="54302" y="12428"/>
                  </a:lnTo>
                  <a:lnTo>
                    <a:pt x="55325" y="11696"/>
                  </a:lnTo>
                  <a:lnTo>
                    <a:pt x="55672" y="11446"/>
                  </a:lnTo>
                  <a:lnTo>
                    <a:pt x="56396" y="10925"/>
                  </a:lnTo>
                  <a:lnTo>
                    <a:pt x="56590" y="10787"/>
                  </a:lnTo>
                  <a:lnTo>
                    <a:pt x="56963" y="10561"/>
                  </a:lnTo>
                  <a:lnTo>
                    <a:pt x="59536" y="9001"/>
                  </a:lnTo>
                  <a:lnTo>
                    <a:pt x="60070" y="8677"/>
                  </a:lnTo>
                  <a:lnTo>
                    <a:pt x="61832" y="7608"/>
                  </a:lnTo>
                  <a:lnTo>
                    <a:pt x="62032" y="7487"/>
                  </a:lnTo>
                  <a:lnTo>
                    <a:pt x="62473" y="7265"/>
                  </a:lnTo>
                  <a:lnTo>
                    <a:pt x="64054" y="6470"/>
                  </a:lnTo>
                  <a:lnTo>
                    <a:pt x="64928" y="6031"/>
                  </a:lnTo>
                  <a:lnTo>
                    <a:pt x="65838" y="5573"/>
                  </a:lnTo>
                  <a:lnTo>
                    <a:pt x="67423" y="4704"/>
                  </a:lnTo>
                  <a:lnTo>
                    <a:pt x="68436" y="4263"/>
                  </a:lnTo>
                  <a:lnTo>
                    <a:pt x="69791" y="3674"/>
                  </a:lnTo>
                  <a:lnTo>
                    <a:pt x="72881" y="2644"/>
                  </a:lnTo>
                  <a:lnTo>
                    <a:pt x="75309" y="2063"/>
                  </a:lnTo>
                  <a:lnTo>
                    <a:pt x="75820" y="1940"/>
                  </a:lnTo>
                  <a:lnTo>
                    <a:pt x="78010" y="1416"/>
                  </a:lnTo>
                  <a:lnTo>
                    <a:pt x="78478" y="1340"/>
                  </a:lnTo>
                  <a:lnTo>
                    <a:pt x="82679" y="657"/>
                  </a:lnTo>
                  <a:lnTo>
                    <a:pt x="84297" y="393"/>
                  </a:lnTo>
                  <a:lnTo>
                    <a:pt x="86098" y="100"/>
                  </a:lnTo>
                  <a:lnTo>
                    <a:pt x="86294" y="69"/>
                  </a:lnTo>
                  <a:lnTo>
                    <a:pt x="87192" y="0"/>
                  </a:lnTo>
                  <a:lnTo>
                    <a:pt x="87252" y="213"/>
                  </a:lnTo>
                  <a:lnTo>
                    <a:pt x="87333" y="506"/>
                  </a:lnTo>
                  <a:lnTo>
                    <a:pt x="87458" y="952"/>
                  </a:lnTo>
                  <a:lnTo>
                    <a:pt x="87543" y="1256"/>
                  </a:lnTo>
                  <a:lnTo>
                    <a:pt x="87580" y="1388"/>
                  </a:lnTo>
                  <a:lnTo>
                    <a:pt x="87704" y="1831"/>
                  </a:lnTo>
                  <a:lnTo>
                    <a:pt x="88283" y="3904"/>
                  </a:lnTo>
                  <a:lnTo>
                    <a:pt x="88512" y="4722"/>
                  </a:lnTo>
                  <a:lnTo>
                    <a:pt x="89255" y="7382"/>
                  </a:lnTo>
                  <a:lnTo>
                    <a:pt x="89595" y="8597"/>
                  </a:lnTo>
                  <a:lnTo>
                    <a:pt x="89729" y="9075"/>
                  </a:lnTo>
                  <a:lnTo>
                    <a:pt x="89811" y="9368"/>
                  </a:lnTo>
                  <a:lnTo>
                    <a:pt x="90346" y="11284"/>
                  </a:lnTo>
                  <a:lnTo>
                    <a:pt x="90542" y="11984"/>
                  </a:lnTo>
                  <a:lnTo>
                    <a:pt x="90684" y="12492"/>
                  </a:lnTo>
                  <a:lnTo>
                    <a:pt x="90853" y="13098"/>
                  </a:lnTo>
                  <a:lnTo>
                    <a:pt x="91001" y="13635"/>
                  </a:lnTo>
                  <a:lnTo>
                    <a:pt x="91317" y="14785"/>
                  </a:lnTo>
                  <a:lnTo>
                    <a:pt x="92092" y="17607"/>
                  </a:lnTo>
                  <a:lnTo>
                    <a:pt x="92256" y="18205"/>
                  </a:lnTo>
                  <a:lnTo>
                    <a:pt x="92790" y="20169"/>
                  </a:lnTo>
                  <a:lnTo>
                    <a:pt x="92831" y="20319"/>
                  </a:lnTo>
                  <a:lnTo>
                    <a:pt x="92870" y="20463"/>
                  </a:lnTo>
                  <a:lnTo>
                    <a:pt x="93001" y="20769"/>
                  </a:lnTo>
                  <a:lnTo>
                    <a:pt x="93307" y="21484"/>
                  </a:lnTo>
                  <a:lnTo>
                    <a:pt x="93364" y="21618"/>
                  </a:lnTo>
                  <a:lnTo>
                    <a:pt x="94106" y="23353"/>
                  </a:lnTo>
                  <a:lnTo>
                    <a:pt x="94170" y="23504"/>
                  </a:lnTo>
                  <a:lnTo>
                    <a:pt x="94229" y="23641"/>
                  </a:lnTo>
                  <a:lnTo>
                    <a:pt x="94645" y="24561"/>
                  </a:lnTo>
                  <a:lnTo>
                    <a:pt x="94996" y="25416"/>
                  </a:lnTo>
                  <a:lnTo>
                    <a:pt x="95276" y="26112"/>
                  </a:lnTo>
                  <a:lnTo>
                    <a:pt x="96179" y="28353"/>
                  </a:lnTo>
                  <a:lnTo>
                    <a:pt x="96289" y="28593"/>
                  </a:lnTo>
                  <a:lnTo>
                    <a:pt x="96398" y="28835"/>
                  </a:lnTo>
                  <a:lnTo>
                    <a:pt x="97047" y="30172"/>
                  </a:lnTo>
                  <a:lnTo>
                    <a:pt x="97801" y="31728"/>
                  </a:lnTo>
                  <a:lnTo>
                    <a:pt x="99445" y="34928"/>
                  </a:lnTo>
                  <a:lnTo>
                    <a:pt x="100187" y="36411"/>
                  </a:lnTo>
                  <a:lnTo>
                    <a:pt x="100638" y="37314"/>
                  </a:lnTo>
                  <a:lnTo>
                    <a:pt x="101878" y="39794"/>
                  </a:lnTo>
                  <a:lnTo>
                    <a:pt x="102463" y="40901"/>
                  </a:lnTo>
                  <a:lnTo>
                    <a:pt x="102793" y="41527"/>
                  </a:lnTo>
                  <a:lnTo>
                    <a:pt x="102908" y="41745"/>
                  </a:lnTo>
                  <a:lnTo>
                    <a:pt x="103075" y="42073"/>
                  </a:lnTo>
                  <a:lnTo>
                    <a:pt x="103418" y="42748"/>
                  </a:lnTo>
                  <a:lnTo>
                    <a:pt x="104289" y="44462"/>
                  </a:lnTo>
                  <a:lnTo>
                    <a:pt x="104770" y="45416"/>
                  </a:lnTo>
                  <a:lnTo>
                    <a:pt x="105044" y="45960"/>
                  </a:lnTo>
                  <a:lnTo>
                    <a:pt x="105653" y="47167"/>
                  </a:lnTo>
                  <a:lnTo>
                    <a:pt x="106831" y="49503"/>
                  </a:lnTo>
                  <a:lnTo>
                    <a:pt x="107855" y="51551"/>
                  </a:lnTo>
                  <a:lnTo>
                    <a:pt x="108015" y="51870"/>
                  </a:lnTo>
                  <a:lnTo>
                    <a:pt x="108825" y="53465"/>
                  </a:lnTo>
                  <a:lnTo>
                    <a:pt x="109551" y="54895"/>
                  </a:lnTo>
                  <a:lnTo>
                    <a:pt x="109832" y="5545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1635465" y="3389384"/>
              <a:ext cx="60816" cy="147927"/>
            </a:xfrm>
            <a:custGeom>
              <a:avLst/>
              <a:pathLst>
                <a:path w="60816" h="147927">
                  <a:moveTo>
                    <a:pt x="45496" y="147391"/>
                  </a:moveTo>
                  <a:lnTo>
                    <a:pt x="45246" y="147927"/>
                  </a:lnTo>
                  <a:lnTo>
                    <a:pt x="41327" y="145741"/>
                  </a:lnTo>
                  <a:lnTo>
                    <a:pt x="40818" y="145480"/>
                  </a:lnTo>
                  <a:lnTo>
                    <a:pt x="40243" y="145185"/>
                  </a:lnTo>
                  <a:lnTo>
                    <a:pt x="34708" y="142344"/>
                  </a:lnTo>
                  <a:lnTo>
                    <a:pt x="34150" y="142046"/>
                  </a:lnTo>
                  <a:lnTo>
                    <a:pt x="33284" y="141583"/>
                  </a:lnTo>
                  <a:lnTo>
                    <a:pt x="31313" y="140528"/>
                  </a:lnTo>
                  <a:lnTo>
                    <a:pt x="29667" y="139648"/>
                  </a:lnTo>
                  <a:lnTo>
                    <a:pt x="29318" y="139480"/>
                  </a:lnTo>
                  <a:lnTo>
                    <a:pt x="28744" y="139173"/>
                  </a:lnTo>
                  <a:lnTo>
                    <a:pt x="28579" y="139085"/>
                  </a:lnTo>
                  <a:lnTo>
                    <a:pt x="28206" y="138882"/>
                  </a:lnTo>
                  <a:lnTo>
                    <a:pt x="28015" y="138778"/>
                  </a:lnTo>
                  <a:lnTo>
                    <a:pt x="26940" y="138192"/>
                  </a:lnTo>
                  <a:lnTo>
                    <a:pt x="22881" y="135982"/>
                  </a:lnTo>
                  <a:lnTo>
                    <a:pt x="19676" y="134236"/>
                  </a:lnTo>
                  <a:lnTo>
                    <a:pt x="19150" y="133940"/>
                  </a:lnTo>
                  <a:lnTo>
                    <a:pt x="18692" y="133683"/>
                  </a:lnTo>
                  <a:lnTo>
                    <a:pt x="16287" y="132203"/>
                  </a:lnTo>
                  <a:lnTo>
                    <a:pt x="14976" y="131407"/>
                  </a:lnTo>
                  <a:lnTo>
                    <a:pt x="14819" y="131312"/>
                  </a:lnTo>
                  <a:lnTo>
                    <a:pt x="12765" y="130065"/>
                  </a:lnTo>
                  <a:lnTo>
                    <a:pt x="12579" y="129953"/>
                  </a:lnTo>
                  <a:lnTo>
                    <a:pt x="11843" y="129505"/>
                  </a:lnTo>
                  <a:lnTo>
                    <a:pt x="11363" y="129205"/>
                  </a:lnTo>
                  <a:lnTo>
                    <a:pt x="11099" y="129040"/>
                  </a:lnTo>
                  <a:lnTo>
                    <a:pt x="10820" y="128866"/>
                  </a:lnTo>
                  <a:lnTo>
                    <a:pt x="9002" y="127729"/>
                  </a:lnTo>
                  <a:lnTo>
                    <a:pt x="8406" y="127357"/>
                  </a:lnTo>
                  <a:lnTo>
                    <a:pt x="7360" y="126803"/>
                  </a:lnTo>
                  <a:lnTo>
                    <a:pt x="7158" y="126697"/>
                  </a:lnTo>
                  <a:lnTo>
                    <a:pt x="7415" y="125829"/>
                  </a:lnTo>
                  <a:lnTo>
                    <a:pt x="6965" y="125611"/>
                  </a:lnTo>
                  <a:lnTo>
                    <a:pt x="3848" y="124096"/>
                  </a:lnTo>
                  <a:lnTo>
                    <a:pt x="215" y="122331"/>
                  </a:lnTo>
                  <a:lnTo>
                    <a:pt x="0" y="122226"/>
                  </a:lnTo>
                  <a:lnTo>
                    <a:pt x="564" y="121148"/>
                  </a:lnTo>
                  <a:lnTo>
                    <a:pt x="924" y="120462"/>
                  </a:lnTo>
                  <a:lnTo>
                    <a:pt x="2289" y="117859"/>
                  </a:lnTo>
                  <a:lnTo>
                    <a:pt x="3297" y="115936"/>
                  </a:lnTo>
                  <a:lnTo>
                    <a:pt x="4786" y="113096"/>
                  </a:lnTo>
                  <a:lnTo>
                    <a:pt x="7005" y="108564"/>
                  </a:lnTo>
                  <a:lnTo>
                    <a:pt x="9057" y="104375"/>
                  </a:lnTo>
                  <a:lnTo>
                    <a:pt x="9713" y="103265"/>
                  </a:lnTo>
                  <a:lnTo>
                    <a:pt x="11905" y="99557"/>
                  </a:lnTo>
                  <a:lnTo>
                    <a:pt x="12397" y="96676"/>
                  </a:lnTo>
                  <a:lnTo>
                    <a:pt x="12482" y="96177"/>
                  </a:lnTo>
                  <a:lnTo>
                    <a:pt x="12800" y="94316"/>
                  </a:lnTo>
                  <a:lnTo>
                    <a:pt x="13555" y="92770"/>
                  </a:lnTo>
                  <a:lnTo>
                    <a:pt x="15489" y="88809"/>
                  </a:lnTo>
                  <a:lnTo>
                    <a:pt x="15590" y="88635"/>
                  </a:lnTo>
                  <a:lnTo>
                    <a:pt x="16512" y="87049"/>
                  </a:lnTo>
                  <a:lnTo>
                    <a:pt x="17446" y="85440"/>
                  </a:lnTo>
                  <a:lnTo>
                    <a:pt x="18173" y="84188"/>
                  </a:lnTo>
                  <a:lnTo>
                    <a:pt x="18455" y="83718"/>
                  </a:lnTo>
                  <a:lnTo>
                    <a:pt x="20664" y="80025"/>
                  </a:lnTo>
                  <a:lnTo>
                    <a:pt x="20953" y="79543"/>
                  </a:lnTo>
                  <a:lnTo>
                    <a:pt x="21167" y="79184"/>
                  </a:lnTo>
                  <a:lnTo>
                    <a:pt x="22944" y="76796"/>
                  </a:lnTo>
                  <a:lnTo>
                    <a:pt x="23971" y="75223"/>
                  </a:lnTo>
                  <a:lnTo>
                    <a:pt x="25814" y="72399"/>
                  </a:lnTo>
                  <a:lnTo>
                    <a:pt x="27291" y="69940"/>
                  </a:lnTo>
                  <a:lnTo>
                    <a:pt x="28155" y="68502"/>
                  </a:lnTo>
                  <a:lnTo>
                    <a:pt x="29234" y="66705"/>
                  </a:lnTo>
                  <a:lnTo>
                    <a:pt x="30124" y="65223"/>
                  </a:lnTo>
                  <a:lnTo>
                    <a:pt x="30221" y="65060"/>
                  </a:lnTo>
                  <a:lnTo>
                    <a:pt x="30438" y="64699"/>
                  </a:lnTo>
                  <a:lnTo>
                    <a:pt x="30836" y="64036"/>
                  </a:lnTo>
                  <a:lnTo>
                    <a:pt x="32628" y="61052"/>
                  </a:lnTo>
                  <a:lnTo>
                    <a:pt x="33079" y="60301"/>
                  </a:lnTo>
                  <a:lnTo>
                    <a:pt x="34465" y="58379"/>
                  </a:lnTo>
                  <a:lnTo>
                    <a:pt x="35468" y="56987"/>
                  </a:lnTo>
                  <a:lnTo>
                    <a:pt x="36802" y="55137"/>
                  </a:lnTo>
                  <a:lnTo>
                    <a:pt x="38963" y="52080"/>
                  </a:lnTo>
                  <a:lnTo>
                    <a:pt x="39760" y="50952"/>
                  </a:lnTo>
                  <a:lnTo>
                    <a:pt x="40568" y="50260"/>
                  </a:lnTo>
                  <a:lnTo>
                    <a:pt x="41035" y="49860"/>
                  </a:lnTo>
                  <a:lnTo>
                    <a:pt x="42196" y="49089"/>
                  </a:lnTo>
                  <a:lnTo>
                    <a:pt x="42716" y="48744"/>
                  </a:lnTo>
                  <a:lnTo>
                    <a:pt x="43558" y="47941"/>
                  </a:lnTo>
                  <a:lnTo>
                    <a:pt x="43713" y="47812"/>
                  </a:lnTo>
                  <a:lnTo>
                    <a:pt x="44386" y="47247"/>
                  </a:lnTo>
                  <a:lnTo>
                    <a:pt x="44866" y="46766"/>
                  </a:lnTo>
                  <a:lnTo>
                    <a:pt x="45694" y="45672"/>
                  </a:lnTo>
                  <a:lnTo>
                    <a:pt x="46015" y="44871"/>
                  </a:lnTo>
                  <a:lnTo>
                    <a:pt x="46095" y="43402"/>
                  </a:lnTo>
                  <a:lnTo>
                    <a:pt x="45881" y="42281"/>
                  </a:lnTo>
                  <a:lnTo>
                    <a:pt x="45561" y="41106"/>
                  </a:lnTo>
                  <a:lnTo>
                    <a:pt x="44947" y="39423"/>
                  </a:lnTo>
                  <a:lnTo>
                    <a:pt x="44359" y="38062"/>
                  </a:lnTo>
                  <a:lnTo>
                    <a:pt x="43932" y="36246"/>
                  </a:lnTo>
                  <a:lnTo>
                    <a:pt x="43185" y="33882"/>
                  </a:lnTo>
                  <a:lnTo>
                    <a:pt x="42356" y="31405"/>
                  </a:lnTo>
                  <a:lnTo>
                    <a:pt x="40061" y="27705"/>
                  </a:lnTo>
                  <a:lnTo>
                    <a:pt x="39687" y="27100"/>
                  </a:lnTo>
                  <a:lnTo>
                    <a:pt x="38210" y="24524"/>
                  </a:lnTo>
                  <a:lnTo>
                    <a:pt x="37733" y="23718"/>
                  </a:lnTo>
                  <a:lnTo>
                    <a:pt x="34339" y="18858"/>
                  </a:lnTo>
                  <a:lnTo>
                    <a:pt x="34137" y="18569"/>
                  </a:lnTo>
                  <a:lnTo>
                    <a:pt x="34033" y="18420"/>
                  </a:lnTo>
                  <a:lnTo>
                    <a:pt x="32302" y="15890"/>
                  </a:lnTo>
                  <a:lnTo>
                    <a:pt x="30605" y="13452"/>
                  </a:lnTo>
                  <a:lnTo>
                    <a:pt x="29792" y="12093"/>
                  </a:lnTo>
                  <a:lnTo>
                    <a:pt x="28593" y="10089"/>
                  </a:lnTo>
                  <a:lnTo>
                    <a:pt x="27435" y="8156"/>
                  </a:lnTo>
                  <a:lnTo>
                    <a:pt x="26729" y="6979"/>
                  </a:lnTo>
                  <a:lnTo>
                    <a:pt x="25893" y="5584"/>
                  </a:lnTo>
                  <a:lnTo>
                    <a:pt x="24013" y="1030"/>
                  </a:lnTo>
                  <a:lnTo>
                    <a:pt x="23859" y="0"/>
                  </a:lnTo>
                  <a:lnTo>
                    <a:pt x="24633" y="125"/>
                  </a:lnTo>
                  <a:lnTo>
                    <a:pt x="25129" y="205"/>
                  </a:lnTo>
                  <a:lnTo>
                    <a:pt x="30376" y="1054"/>
                  </a:lnTo>
                  <a:lnTo>
                    <a:pt x="32930" y="1467"/>
                  </a:lnTo>
                  <a:lnTo>
                    <a:pt x="33333" y="1532"/>
                  </a:lnTo>
                  <a:lnTo>
                    <a:pt x="36945" y="2204"/>
                  </a:lnTo>
                  <a:lnTo>
                    <a:pt x="37276" y="2278"/>
                  </a:lnTo>
                  <a:lnTo>
                    <a:pt x="38921" y="2650"/>
                  </a:lnTo>
                  <a:lnTo>
                    <a:pt x="43086" y="3589"/>
                  </a:lnTo>
                  <a:lnTo>
                    <a:pt x="44464" y="3900"/>
                  </a:lnTo>
                  <a:lnTo>
                    <a:pt x="46038" y="4256"/>
                  </a:lnTo>
                  <a:lnTo>
                    <a:pt x="46870" y="4443"/>
                  </a:lnTo>
                  <a:lnTo>
                    <a:pt x="46915" y="4750"/>
                  </a:lnTo>
                  <a:lnTo>
                    <a:pt x="46937" y="4969"/>
                  </a:lnTo>
                  <a:lnTo>
                    <a:pt x="47038" y="6045"/>
                  </a:lnTo>
                  <a:lnTo>
                    <a:pt x="47296" y="8793"/>
                  </a:lnTo>
                  <a:lnTo>
                    <a:pt x="47678" y="12864"/>
                  </a:lnTo>
                  <a:lnTo>
                    <a:pt x="47748" y="13605"/>
                  </a:lnTo>
                  <a:lnTo>
                    <a:pt x="48172" y="17381"/>
                  </a:lnTo>
                  <a:lnTo>
                    <a:pt x="48189" y="17537"/>
                  </a:lnTo>
                  <a:lnTo>
                    <a:pt x="48402" y="19432"/>
                  </a:lnTo>
                  <a:lnTo>
                    <a:pt x="48449" y="19851"/>
                  </a:lnTo>
                  <a:lnTo>
                    <a:pt x="48536" y="20354"/>
                  </a:lnTo>
                  <a:lnTo>
                    <a:pt x="48542" y="21639"/>
                  </a:lnTo>
                  <a:lnTo>
                    <a:pt x="48545" y="22326"/>
                  </a:lnTo>
                  <a:lnTo>
                    <a:pt x="48789" y="24693"/>
                  </a:lnTo>
                  <a:lnTo>
                    <a:pt x="48907" y="25840"/>
                  </a:lnTo>
                  <a:lnTo>
                    <a:pt x="49026" y="26988"/>
                  </a:lnTo>
                  <a:lnTo>
                    <a:pt x="49377" y="29219"/>
                  </a:lnTo>
                  <a:lnTo>
                    <a:pt x="49403" y="29433"/>
                  </a:lnTo>
                  <a:lnTo>
                    <a:pt x="49449" y="29805"/>
                  </a:lnTo>
                  <a:lnTo>
                    <a:pt x="49485" y="30098"/>
                  </a:lnTo>
                  <a:lnTo>
                    <a:pt x="49692" y="31792"/>
                  </a:lnTo>
                  <a:lnTo>
                    <a:pt x="49733" y="32131"/>
                  </a:lnTo>
                  <a:lnTo>
                    <a:pt x="49756" y="32321"/>
                  </a:lnTo>
                  <a:lnTo>
                    <a:pt x="49787" y="32571"/>
                  </a:lnTo>
                  <a:lnTo>
                    <a:pt x="50377" y="37396"/>
                  </a:lnTo>
                  <a:lnTo>
                    <a:pt x="50628" y="39453"/>
                  </a:lnTo>
                  <a:lnTo>
                    <a:pt x="50652" y="39646"/>
                  </a:lnTo>
                  <a:lnTo>
                    <a:pt x="51102" y="43331"/>
                  </a:lnTo>
                  <a:lnTo>
                    <a:pt x="51363" y="45467"/>
                  </a:lnTo>
                  <a:lnTo>
                    <a:pt x="51435" y="46055"/>
                  </a:lnTo>
                  <a:lnTo>
                    <a:pt x="51579" y="47236"/>
                  </a:lnTo>
                  <a:lnTo>
                    <a:pt x="51651" y="47818"/>
                  </a:lnTo>
                  <a:lnTo>
                    <a:pt x="51727" y="48446"/>
                  </a:lnTo>
                  <a:lnTo>
                    <a:pt x="51844" y="49401"/>
                  </a:lnTo>
                  <a:lnTo>
                    <a:pt x="51890" y="49780"/>
                  </a:lnTo>
                  <a:lnTo>
                    <a:pt x="51919" y="50011"/>
                  </a:lnTo>
                  <a:lnTo>
                    <a:pt x="52398" y="53932"/>
                  </a:lnTo>
                  <a:lnTo>
                    <a:pt x="52591" y="55511"/>
                  </a:lnTo>
                  <a:lnTo>
                    <a:pt x="52797" y="57201"/>
                  </a:lnTo>
                  <a:lnTo>
                    <a:pt x="53001" y="58863"/>
                  </a:lnTo>
                  <a:lnTo>
                    <a:pt x="53211" y="60583"/>
                  </a:lnTo>
                  <a:lnTo>
                    <a:pt x="53673" y="64284"/>
                  </a:lnTo>
                  <a:lnTo>
                    <a:pt x="53768" y="65046"/>
                  </a:lnTo>
                  <a:lnTo>
                    <a:pt x="53894" y="66076"/>
                  </a:lnTo>
                  <a:lnTo>
                    <a:pt x="54366" y="69929"/>
                  </a:lnTo>
                  <a:lnTo>
                    <a:pt x="54965" y="74621"/>
                  </a:lnTo>
                  <a:lnTo>
                    <a:pt x="55032" y="75134"/>
                  </a:lnTo>
                  <a:lnTo>
                    <a:pt x="55345" y="77509"/>
                  </a:lnTo>
                  <a:lnTo>
                    <a:pt x="55882" y="81595"/>
                  </a:lnTo>
                  <a:lnTo>
                    <a:pt x="56449" y="85913"/>
                  </a:lnTo>
                  <a:lnTo>
                    <a:pt x="56500" y="86303"/>
                  </a:lnTo>
                  <a:lnTo>
                    <a:pt x="56528" y="86512"/>
                  </a:lnTo>
                  <a:lnTo>
                    <a:pt x="56605" y="87095"/>
                  </a:lnTo>
                  <a:lnTo>
                    <a:pt x="56635" y="87330"/>
                  </a:lnTo>
                  <a:lnTo>
                    <a:pt x="57126" y="91061"/>
                  </a:lnTo>
                  <a:lnTo>
                    <a:pt x="57189" y="91543"/>
                  </a:lnTo>
                  <a:lnTo>
                    <a:pt x="57522" y="94075"/>
                  </a:lnTo>
                  <a:lnTo>
                    <a:pt x="57793" y="96142"/>
                  </a:lnTo>
                  <a:lnTo>
                    <a:pt x="58347" y="100029"/>
                  </a:lnTo>
                  <a:lnTo>
                    <a:pt x="59466" y="107888"/>
                  </a:lnTo>
                  <a:lnTo>
                    <a:pt x="59756" y="109515"/>
                  </a:lnTo>
                  <a:lnTo>
                    <a:pt x="60651" y="114542"/>
                  </a:lnTo>
                  <a:lnTo>
                    <a:pt x="60816" y="115466"/>
                  </a:lnTo>
                  <a:lnTo>
                    <a:pt x="57931" y="121377"/>
                  </a:lnTo>
                  <a:lnTo>
                    <a:pt x="57044" y="123170"/>
                  </a:lnTo>
                  <a:lnTo>
                    <a:pt x="56136" y="125004"/>
                  </a:lnTo>
                  <a:lnTo>
                    <a:pt x="55734" y="125814"/>
                  </a:lnTo>
                  <a:lnTo>
                    <a:pt x="53386" y="130718"/>
                  </a:lnTo>
                  <a:lnTo>
                    <a:pt x="51323" y="135026"/>
                  </a:lnTo>
                  <a:lnTo>
                    <a:pt x="49111" y="139645"/>
                  </a:lnTo>
                  <a:lnTo>
                    <a:pt x="48600" y="140739"/>
                  </a:lnTo>
                  <a:lnTo>
                    <a:pt x="46662" y="144892"/>
                  </a:lnTo>
                  <a:lnTo>
                    <a:pt x="46435" y="14537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1682336" y="3393828"/>
              <a:ext cx="97922" cy="43643"/>
            </a:xfrm>
            <a:custGeom>
              <a:avLst/>
              <a:pathLst>
                <a:path w="97922" h="43643">
                  <a:moveTo>
                    <a:pt x="51023" y="10390"/>
                  </a:moveTo>
                  <a:lnTo>
                    <a:pt x="51857" y="10454"/>
                  </a:lnTo>
                  <a:lnTo>
                    <a:pt x="52862" y="10402"/>
                  </a:lnTo>
                  <a:lnTo>
                    <a:pt x="57450" y="10164"/>
                  </a:lnTo>
                  <a:lnTo>
                    <a:pt x="58330" y="10119"/>
                  </a:lnTo>
                  <a:lnTo>
                    <a:pt x="59022" y="10083"/>
                  </a:lnTo>
                  <a:lnTo>
                    <a:pt x="60729" y="9994"/>
                  </a:lnTo>
                  <a:lnTo>
                    <a:pt x="61162" y="9972"/>
                  </a:lnTo>
                  <a:lnTo>
                    <a:pt x="61589" y="9950"/>
                  </a:lnTo>
                  <a:lnTo>
                    <a:pt x="63440" y="9724"/>
                  </a:lnTo>
                  <a:lnTo>
                    <a:pt x="65183" y="9512"/>
                  </a:lnTo>
                  <a:lnTo>
                    <a:pt x="68537" y="9029"/>
                  </a:lnTo>
                  <a:lnTo>
                    <a:pt x="69701" y="8835"/>
                  </a:lnTo>
                  <a:lnTo>
                    <a:pt x="70655" y="8676"/>
                  </a:lnTo>
                  <a:lnTo>
                    <a:pt x="70873" y="8640"/>
                  </a:lnTo>
                  <a:lnTo>
                    <a:pt x="72269" y="8407"/>
                  </a:lnTo>
                  <a:lnTo>
                    <a:pt x="73528" y="8197"/>
                  </a:lnTo>
                  <a:lnTo>
                    <a:pt x="75937" y="7796"/>
                  </a:lnTo>
                  <a:lnTo>
                    <a:pt x="76266" y="7741"/>
                  </a:lnTo>
                  <a:lnTo>
                    <a:pt x="76540" y="7695"/>
                  </a:lnTo>
                  <a:lnTo>
                    <a:pt x="79693" y="7012"/>
                  </a:lnTo>
                  <a:lnTo>
                    <a:pt x="80586" y="6818"/>
                  </a:lnTo>
                  <a:lnTo>
                    <a:pt x="80747" y="6784"/>
                  </a:lnTo>
                  <a:lnTo>
                    <a:pt x="83364" y="6247"/>
                  </a:lnTo>
                  <a:lnTo>
                    <a:pt x="83660" y="6816"/>
                  </a:lnTo>
                  <a:lnTo>
                    <a:pt x="84163" y="7614"/>
                  </a:lnTo>
                  <a:lnTo>
                    <a:pt x="84355" y="7918"/>
                  </a:lnTo>
                  <a:lnTo>
                    <a:pt x="84901" y="8784"/>
                  </a:lnTo>
                  <a:lnTo>
                    <a:pt x="85158" y="9192"/>
                  </a:lnTo>
                  <a:lnTo>
                    <a:pt x="85582" y="9864"/>
                  </a:lnTo>
                  <a:lnTo>
                    <a:pt x="87073" y="12229"/>
                  </a:lnTo>
                  <a:lnTo>
                    <a:pt x="87332" y="12640"/>
                  </a:lnTo>
                  <a:lnTo>
                    <a:pt x="87736" y="13281"/>
                  </a:lnTo>
                  <a:lnTo>
                    <a:pt x="88346" y="14445"/>
                  </a:lnTo>
                  <a:lnTo>
                    <a:pt x="89769" y="17162"/>
                  </a:lnTo>
                  <a:lnTo>
                    <a:pt x="90696" y="18931"/>
                  </a:lnTo>
                  <a:lnTo>
                    <a:pt x="91112" y="19725"/>
                  </a:lnTo>
                  <a:lnTo>
                    <a:pt x="92253" y="21946"/>
                  </a:lnTo>
                  <a:lnTo>
                    <a:pt x="92390" y="22213"/>
                  </a:lnTo>
                  <a:lnTo>
                    <a:pt x="92679" y="22773"/>
                  </a:lnTo>
                  <a:lnTo>
                    <a:pt x="92869" y="23143"/>
                  </a:lnTo>
                  <a:lnTo>
                    <a:pt x="92998" y="23389"/>
                  </a:lnTo>
                  <a:lnTo>
                    <a:pt x="94187" y="25701"/>
                  </a:lnTo>
                  <a:lnTo>
                    <a:pt x="94429" y="26173"/>
                  </a:lnTo>
                  <a:lnTo>
                    <a:pt x="96121" y="29470"/>
                  </a:lnTo>
                  <a:lnTo>
                    <a:pt x="97375" y="31910"/>
                  </a:lnTo>
                  <a:lnTo>
                    <a:pt x="97922" y="32974"/>
                  </a:lnTo>
                  <a:lnTo>
                    <a:pt x="97012" y="33500"/>
                  </a:lnTo>
                  <a:lnTo>
                    <a:pt x="94896" y="34722"/>
                  </a:lnTo>
                  <a:lnTo>
                    <a:pt x="91323" y="36787"/>
                  </a:lnTo>
                  <a:lnTo>
                    <a:pt x="90900" y="37032"/>
                  </a:lnTo>
                  <a:lnTo>
                    <a:pt x="89799" y="37669"/>
                  </a:lnTo>
                  <a:lnTo>
                    <a:pt x="88988" y="38626"/>
                  </a:lnTo>
                  <a:lnTo>
                    <a:pt x="88036" y="39749"/>
                  </a:lnTo>
                  <a:lnTo>
                    <a:pt x="87887" y="39926"/>
                  </a:lnTo>
                  <a:lnTo>
                    <a:pt x="87567" y="40296"/>
                  </a:lnTo>
                  <a:lnTo>
                    <a:pt x="84385" y="43643"/>
                  </a:lnTo>
                  <a:lnTo>
                    <a:pt x="79786" y="41936"/>
                  </a:lnTo>
                  <a:lnTo>
                    <a:pt x="78526" y="41469"/>
                  </a:lnTo>
                  <a:lnTo>
                    <a:pt x="78012" y="41279"/>
                  </a:lnTo>
                  <a:lnTo>
                    <a:pt x="74621" y="40024"/>
                  </a:lnTo>
                  <a:lnTo>
                    <a:pt x="71709" y="38947"/>
                  </a:lnTo>
                  <a:lnTo>
                    <a:pt x="70045" y="38331"/>
                  </a:lnTo>
                  <a:lnTo>
                    <a:pt x="67588" y="37402"/>
                  </a:lnTo>
                  <a:lnTo>
                    <a:pt x="67287" y="37286"/>
                  </a:lnTo>
                  <a:lnTo>
                    <a:pt x="63226" y="35657"/>
                  </a:lnTo>
                  <a:lnTo>
                    <a:pt x="62888" y="35521"/>
                  </a:lnTo>
                  <a:lnTo>
                    <a:pt x="62793" y="35760"/>
                  </a:lnTo>
                  <a:lnTo>
                    <a:pt x="60922" y="39836"/>
                  </a:lnTo>
                  <a:lnTo>
                    <a:pt x="60619" y="40495"/>
                  </a:lnTo>
                  <a:lnTo>
                    <a:pt x="56870" y="39274"/>
                  </a:lnTo>
                  <a:lnTo>
                    <a:pt x="56030" y="38958"/>
                  </a:lnTo>
                  <a:lnTo>
                    <a:pt x="55832" y="38883"/>
                  </a:lnTo>
                  <a:lnTo>
                    <a:pt x="54398" y="38343"/>
                  </a:lnTo>
                  <a:lnTo>
                    <a:pt x="48607" y="36162"/>
                  </a:lnTo>
                  <a:lnTo>
                    <a:pt x="48226" y="36024"/>
                  </a:lnTo>
                  <a:lnTo>
                    <a:pt x="46695" y="35468"/>
                  </a:lnTo>
                  <a:lnTo>
                    <a:pt x="46067" y="35241"/>
                  </a:lnTo>
                  <a:lnTo>
                    <a:pt x="44304" y="34601"/>
                  </a:lnTo>
                  <a:lnTo>
                    <a:pt x="41659" y="33642"/>
                  </a:lnTo>
                  <a:lnTo>
                    <a:pt x="40833" y="33325"/>
                  </a:lnTo>
                  <a:lnTo>
                    <a:pt x="37720" y="32135"/>
                  </a:lnTo>
                  <a:lnTo>
                    <a:pt x="36618" y="31713"/>
                  </a:lnTo>
                  <a:lnTo>
                    <a:pt x="36034" y="31510"/>
                  </a:lnTo>
                  <a:lnTo>
                    <a:pt x="35493" y="31322"/>
                  </a:lnTo>
                  <a:lnTo>
                    <a:pt x="35336" y="31267"/>
                  </a:lnTo>
                  <a:lnTo>
                    <a:pt x="32982" y="30449"/>
                  </a:lnTo>
                  <a:lnTo>
                    <a:pt x="31511" y="29938"/>
                  </a:lnTo>
                  <a:lnTo>
                    <a:pt x="30633" y="29606"/>
                  </a:lnTo>
                  <a:lnTo>
                    <a:pt x="27350" y="28368"/>
                  </a:lnTo>
                  <a:lnTo>
                    <a:pt x="26969" y="28225"/>
                  </a:lnTo>
                  <a:lnTo>
                    <a:pt x="26615" y="28091"/>
                  </a:lnTo>
                  <a:lnTo>
                    <a:pt x="26215" y="27940"/>
                  </a:lnTo>
                  <a:lnTo>
                    <a:pt x="25491" y="27747"/>
                  </a:lnTo>
                  <a:lnTo>
                    <a:pt x="22614" y="26979"/>
                  </a:lnTo>
                  <a:lnTo>
                    <a:pt x="21852" y="26775"/>
                  </a:lnTo>
                  <a:lnTo>
                    <a:pt x="21691" y="26733"/>
                  </a:lnTo>
                  <a:lnTo>
                    <a:pt x="21533" y="26690"/>
                  </a:lnTo>
                  <a:lnTo>
                    <a:pt x="20591" y="26439"/>
                  </a:lnTo>
                  <a:lnTo>
                    <a:pt x="20356" y="26395"/>
                  </a:lnTo>
                  <a:lnTo>
                    <a:pt x="19944" y="26317"/>
                  </a:lnTo>
                  <a:lnTo>
                    <a:pt x="17053" y="25771"/>
                  </a:lnTo>
                  <a:lnTo>
                    <a:pt x="16303" y="25630"/>
                  </a:lnTo>
                  <a:lnTo>
                    <a:pt x="13526" y="25149"/>
                  </a:lnTo>
                  <a:lnTo>
                    <a:pt x="11483" y="24796"/>
                  </a:lnTo>
                  <a:lnTo>
                    <a:pt x="10904" y="24696"/>
                  </a:lnTo>
                  <a:lnTo>
                    <a:pt x="8853" y="24341"/>
                  </a:lnTo>
                  <a:lnTo>
                    <a:pt x="6407" y="24575"/>
                  </a:lnTo>
                  <a:lnTo>
                    <a:pt x="5142" y="24696"/>
                  </a:lnTo>
                  <a:lnTo>
                    <a:pt x="3194" y="24882"/>
                  </a:lnTo>
                  <a:lnTo>
                    <a:pt x="2527" y="24946"/>
                  </a:lnTo>
                  <a:lnTo>
                    <a:pt x="2506" y="24775"/>
                  </a:lnTo>
                  <a:lnTo>
                    <a:pt x="2155" y="22544"/>
                  </a:lnTo>
                  <a:lnTo>
                    <a:pt x="2037" y="21396"/>
                  </a:lnTo>
                  <a:lnTo>
                    <a:pt x="1918" y="20249"/>
                  </a:lnTo>
                  <a:lnTo>
                    <a:pt x="1674" y="17882"/>
                  </a:lnTo>
                  <a:lnTo>
                    <a:pt x="1671" y="17195"/>
                  </a:lnTo>
                  <a:lnTo>
                    <a:pt x="1666" y="15910"/>
                  </a:lnTo>
                  <a:lnTo>
                    <a:pt x="1578" y="15407"/>
                  </a:lnTo>
                  <a:lnTo>
                    <a:pt x="1531" y="14988"/>
                  </a:lnTo>
                  <a:lnTo>
                    <a:pt x="1319" y="13093"/>
                  </a:lnTo>
                  <a:lnTo>
                    <a:pt x="1301" y="12937"/>
                  </a:lnTo>
                  <a:lnTo>
                    <a:pt x="877" y="9161"/>
                  </a:lnTo>
                  <a:lnTo>
                    <a:pt x="808" y="8421"/>
                  </a:lnTo>
                  <a:lnTo>
                    <a:pt x="425" y="4349"/>
                  </a:lnTo>
                  <a:lnTo>
                    <a:pt x="167" y="1601"/>
                  </a:lnTo>
                  <a:lnTo>
                    <a:pt x="66" y="525"/>
                  </a:lnTo>
                  <a:lnTo>
                    <a:pt x="44" y="306"/>
                  </a:lnTo>
                  <a:lnTo>
                    <a:pt x="0" y="0"/>
                  </a:lnTo>
                  <a:lnTo>
                    <a:pt x="2076" y="684"/>
                  </a:lnTo>
                  <a:lnTo>
                    <a:pt x="4847" y="1596"/>
                  </a:lnTo>
                  <a:lnTo>
                    <a:pt x="5458" y="1709"/>
                  </a:lnTo>
                  <a:lnTo>
                    <a:pt x="8110" y="2323"/>
                  </a:lnTo>
                  <a:lnTo>
                    <a:pt x="11545" y="3067"/>
                  </a:lnTo>
                  <a:lnTo>
                    <a:pt x="12997" y="3381"/>
                  </a:lnTo>
                  <a:lnTo>
                    <a:pt x="13370" y="3462"/>
                  </a:lnTo>
                  <a:lnTo>
                    <a:pt x="13567" y="3506"/>
                  </a:lnTo>
                  <a:lnTo>
                    <a:pt x="14387" y="3715"/>
                  </a:lnTo>
                  <a:lnTo>
                    <a:pt x="15803" y="4076"/>
                  </a:lnTo>
                  <a:lnTo>
                    <a:pt x="16770" y="4292"/>
                  </a:lnTo>
                  <a:lnTo>
                    <a:pt x="18873" y="4761"/>
                  </a:lnTo>
                  <a:lnTo>
                    <a:pt x="19265" y="4848"/>
                  </a:lnTo>
                  <a:lnTo>
                    <a:pt x="19689" y="4943"/>
                  </a:lnTo>
                  <a:lnTo>
                    <a:pt x="22412" y="5550"/>
                  </a:lnTo>
                  <a:lnTo>
                    <a:pt x="23013" y="5684"/>
                  </a:lnTo>
                  <a:lnTo>
                    <a:pt x="25140" y="6158"/>
                  </a:lnTo>
                  <a:lnTo>
                    <a:pt x="33330" y="8071"/>
                  </a:lnTo>
                  <a:lnTo>
                    <a:pt x="34139" y="8260"/>
                  </a:lnTo>
                  <a:lnTo>
                    <a:pt x="34805" y="8415"/>
                  </a:lnTo>
                  <a:lnTo>
                    <a:pt x="35292" y="8529"/>
                  </a:lnTo>
                  <a:lnTo>
                    <a:pt x="35573" y="8591"/>
                  </a:lnTo>
                  <a:lnTo>
                    <a:pt x="36234" y="8707"/>
                  </a:lnTo>
                  <a:lnTo>
                    <a:pt x="38351" y="9078"/>
                  </a:lnTo>
                  <a:lnTo>
                    <a:pt x="41819" y="9687"/>
                  </a:lnTo>
                  <a:lnTo>
                    <a:pt x="43360" y="98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1684864" y="3418174"/>
              <a:ext cx="120990" cy="61261"/>
            </a:xfrm>
            <a:custGeom>
              <a:avLst/>
              <a:pathLst>
                <a:path w="120990" h="61261">
                  <a:moveTo>
                    <a:pt x="54343" y="14929"/>
                  </a:moveTo>
                  <a:lnTo>
                    <a:pt x="58092" y="16149"/>
                  </a:lnTo>
                  <a:lnTo>
                    <a:pt x="58394" y="15491"/>
                  </a:lnTo>
                  <a:lnTo>
                    <a:pt x="60265" y="11414"/>
                  </a:lnTo>
                  <a:lnTo>
                    <a:pt x="60360" y="11175"/>
                  </a:lnTo>
                  <a:lnTo>
                    <a:pt x="60698" y="11311"/>
                  </a:lnTo>
                  <a:lnTo>
                    <a:pt x="64873" y="12985"/>
                  </a:lnTo>
                  <a:lnTo>
                    <a:pt x="65060" y="13056"/>
                  </a:lnTo>
                  <a:lnTo>
                    <a:pt x="67517" y="13985"/>
                  </a:lnTo>
                  <a:lnTo>
                    <a:pt x="69182" y="14601"/>
                  </a:lnTo>
                  <a:lnTo>
                    <a:pt x="72093" y="15678"/>
                  </a:lnTo>
                  <a:lnTo>
                    <a:pt x="75485" y="16933"/>
                  </a:lnTo>
                  <a:lnTo>
                    <a:pt x="75999" y="17124"/>
                  </a:lnTo>
                  <a:lnTo>
                    <a:pt x="77369" y="17631"/>
                  </a:lnTo>
                  <a:lnTo>
                    <a:pt x="81858" y="19297"/>
                  </a:lnTo>
                  <a:lnTo>
                    <a:pt x="85175" y="15797"/>
                  </a:lnTo>
                  <a:lnTo>
                    <a:pt x="85359" y="15580"/>
                  </a:lnTo>
                  <a:lnTo>
                    <a:pt x="85508" y="15404"/>
                  </a:lnTo>
                  <a:lnTo>
                    <a:pt x="86460" y="14280"/>
                  </a:lnTo>
                  <a:lnTo>
                    <a:pt x="87271" y="13323"/>
                  </a:lnTo>
                  <a:lnTo>
                    <a:pt x="88372" y="12686"/>
                  </a:lnTo>
                  <a:lnTo>
                    <a:pt x="88796" y="12442"/>
                  </a:lnTo>
                  <a:lnTo>
                    <a:pt x="92369" y="10377"/>
                  </a:lnTo>
                  <a:lnTo>
                    <a:pt x="94507" y="9141"/>
                  </a:lnTo>
                  <a:lnTo>
                    <a:pt x="95394" y="8628"/>
                  </a:lnTo>
                  <a:lnTo>
                    <a:pt x="95817" y="9450"/>
                  </a:lnTo>
                  <a:lnTo>
                    <a:pt x="97575" y="12559"/>
                  </a:lnTo>
                  <a:lnTo>
                    <a:pt x="98091" y="13471"/>
                  </a:lnTo>
                  <a:lnTo>
                    <a:pt x="98556" y="14294"/>
                  </a:lnTo>
                  <a:lnTo>
                    <a:pt x="100430" y="17812"/>
                  </a:lnTo>
                  <a:lnTo>
                    <a:pt x="100803" y="18513"/>
                  </a:lnTo>
                  <a:lnTo>
                    <a:pt x="101704" y="20206"/>
                  </a:lnTo>
                  <a:lnTo>
                    <a:pt x="102999" y="22636"/>
                  </a:lnTo>
                  <a:lnTo>
                    <a:pt x="103225" y="23061"/>
                  </a:lnTo>
                  <a:lnTo>
                    <a:pt x="103376" y="23346"/>
                  </a:lnTo>
                  <a:lnTo>
                    <a:pt x="104551" y="25552"/>
                  </a:lnTo>
                  <a:lnTo>
                    <a:pt x="106923" y="30010"/>
                  </a:lnTo>
                  <a:lnTo>
                    <a:pt x="107902" y="31851"/>
                  </a:lnTo>
                  <a:lnTo>
                    <a:pt x="110879" y="37444"/>
                  </a:lnTo>
                  <a:lnTo>
                    <a:pt x="111361" y="38350"/>
                  </a:lnTo>
                  <a:lnTo>
                    <a:pt x="112478" y="40448"/>
                  </a:lnTo>
                  <a:lnTo>
                    <a:pt x="112649" y="40771"/>
                  </a:lnTo>
                  <a:lnTo>
                    <a:pt x="120251" y="54980"/>
                  </a:lnTo>
                  <a:lnTo>
                    <a:pt x="120990" y="56363"/>
                  </a:lnTo>
                  <a:lnTo>
                    <a:pt x="119217" y="57127"/>
                  </a:lnTo>
                  <a:lnTo>
                    <a:pt x="118401" y="57452"/>
                  </a:lnTo>
                  <a:lnTo>
                    <a:pt x="114597" y="58965"/>
                  </a:lnTo>
                  <a:lnTo>
                    <a:pt x="114225" y="59113"/>
                  </a:lnTo>
                  <a:lnTo>
                    <a:pt x="111348" y="60230"/>
                  </a:lnTo>
                  <a:lnTo>
                    <a:pt x="109569" y="60920"/>
                  </a:lnTo>
                  <a:lnTo>
                    <a:pt x="106705" y="61261"/>
                  </a:lnTo>
                  <a:lnTo>
                    <a:pt x="101289" y="60819"/>
                  </a:lnTo>
                  <a:lnTo>
                    <a:pt x="99719" y="60263"/>
                  </a:lnTo>
                  <a:lnTo>
                    <a:pt x="98004" y="59654"/>
                  </a:lnTo>
                  <a:lnTo>
                    <a:pt x="91480" y="57339"/>
                  </a:lnTo>
                  <a:lnTo>
                    <a:pt x="86599" y="55460"/>
                  </a:lnTo>
                  <a:lnTo>
                    <a:pt x="85185" y="54915"/>
                  </a:lnTo>
                  <a:lnTo>
                    <a:pt x="81903" y="53651"/>
                  </a:lnTo>
                  <a:lnTo>
                    <a:pt x="81182" y="53373"/>
                  </a:lnTo>
                  <a:lnTo>
                    <a:pt x="75314" y="51114"/>
                  </a:lnTo>
                  <a:lnTo>
                    <a:pt x="73868" y="50526"/>
                  </a:lnTo>
                  <a:lnTo>
                    <a:pt x="71937" y="49740"/>
                  </a:lnTo>
                  <a:lnTo>
                    <a:pt x="68760" y="48448"/>
                  </a:lnTo>
                  <a:lnTo>
                    <a:pt x="67408" y="47898"/>
                  </a:lnTo>
                  <a:lnTo>
                    <a:pt x="64472" y="46682"/>
                  </a:lnTo>
                  <a:lnTo>
                    <a:pt x="64234" y="46593"/>
                  </a:lnTo>
                  <a:lnTo>
                    <a:pt x="61516" y="45573"/>
                  </a:lnTo>
                  <a:lnTo>
                    <a:pt x="58671" y="44444"/>
                  </a:lnTo>
                  <a:lnTo>
                    <a:pt x="53814" y="42503"/>
                  </a:lnTo>
                  <a:lnTo>
                    <a:pt x="49301" y="40858"/>
                  </a:lnTo>
                  <a:lnTo>
                    <a:pt x="49168" y="40809"/>
                  </a:lnTo>
                  <a:lnTo>
                    <a:pt x="47286" y="40123"/>
                  </a:lnTo>
                  <a:lnTo>
                    <a:pt x="43597" y="38777"/>
                  </a:lnTo>
                  <a:lnTo>
                    <a:pt x="33428" y="35069"/>
                  </a:lnTo>
                  <a:lnTo>
                    <a:pt x="33096" y="34954"/>
                  </a:lnTo>
                  <a:lnTo>
                    <a:pt x="32738" y="34831"/>
                  </a:lnTo>
                  <a:lnTo>
                    <a:pt x="28329" y="34534"/>
                  </a:lnTo>
                  <a:lnTo>
                    <a:pt x="23038" y="32776"/>
                  </a:lnTo>
                  <a:lnTo>
                    <a:pt x="18316" y="31039"/>
                  </a:lnTo>
                  <a:lnTo>
                    <a:pt x="16529" y="30517"/>
                  </a:lnTo>
                  <a:lnTo>
                    <a:pt x="12824" y="30417"/>
                  </a:lnTo>
                  <a:lnTo>
                    <a:pt x="10262" y="30547"/>
                  </a:lnTo>
                  <a:lnTo>
                    <a:pt x="5114" y="31084"/>
                  </a:lnTo>
                  <a:lnTo>
                    <a:pt x="4657" y="31333"/>
                  </a:lnTo>
                  <a:lnTo>
                    <a:pt x="3813" y="31793"/>
                  </a:lnTo>
                  <a:lnTo>
                    <a:pt x="3602" y="30073"/>
                  </a:lnTo>
                  <a:lnTo>
                    <a:pt x="3399" y="28411"/>
                  </a:lnTo>
                  <a:lnTo>
                    <a:pt x="3193" y="26721"/>
                  </a:lnTo>
                  <a:lnTo>
                    <a:pt x="3000" y="25142"/>
                  </a:lnTo>
                  <a:lnTo>
                    <a:pt x="2520" y="21222"/>
                  </a:lnTo>
                  <a:lnTo>
                    <a:pt x="2492" y="20991"/>
                  </a:lnTo>
                  <a:lnTo>
                    <a:pt x="2436" y="20533"/>
                  </a:lnTo>
                  <a:lnTo>
                    <a:pt x="2329" y="19656"/>
                  </a:lnTo>
                  <a:lnTo>
                    <a:pt x="2252" y="19028"/>
                  </a:lnTo>
                  <a:lnTo>
                    <a:pt x="2181" y="18446"/>
                  </a:lnTo>
                  <a:lnTo>
                    <a:pt x="2037" y="17265"/>
                  </a:lnTo>
                  <a:lnTo>
                    <a:pt x="1965" y="16678"/>
                  </a:lnTo>
                  <a:lnTo>
                    <a:pt x="1704" y="14541"/>
                  </a:lnTo>
                  <a:lnTo>
                    <a:pt x="1253" y="10857"/>
                  </a:lnTo>
                  <a:lnTo>
                    <a:pt x="1230" y="10664"/>
                  </a:lnTo>
                  <a:lnTo>
                    <a:pt x="978" y="8606"/>
                  </a:lnTo>
                  <a:lnTo>
                    <a:pt x="388" y="3781"/>
                  </a:lnTo>
                  <a:lnTo>
                    <a:pt x="358" y="3531"/>
                  </a:lnTo>
                  <a:lnTo>
                    <a:pt x="330" y="3300"/>
                  </a:lnTo>
                  <a:lnTo>
                    <a:pt x="293" y="3003"/>
                  </a:lnTo>
                  <a:lnTo>
                    <a:pt x="86" y="1309"/>
                  </a:lnTo>
                  <a:lnTo>
                    <a:pt x="50" y="1016"/>
                  </a:lnTo>
                  <a:lnTo>
                    <a:pt x="0" y="600"/>
                  </a:lnTo>
                  <a:lnTo>
                    <a:pt x="754" y="528"/>
                  </a:lnTo>
                  <a:lnTo>
                    <a:pt x="2614" y="350"/>
                  </a:lnTo>
                  <a:lnTo>
                    <a:pt x="3880" y="229"/>
                  </a:lnTo>
                  <a:lnTo>
                    <a:pt x="6350" y="0"/>
                  </a:lnTo>
                  <a:lnTo>
                    <a:pt x="8377" y="350"/>
                  </a:lnTo>
                  <a:lnTo>
                    <a:pt x="8956" y="450"/>
                  </a:lnTo>
                  <a:lnTo>
                    <a:pt x="10999" y="803"/>
                  </a:lnTo>
                  <a:lnTo>
                    <a:pt x="13776" y="1284"/>
                  </a:lnTo>
                  <a:lnTo>
                    <a:pt x="14525" y="1425"/>
                  </a:lnTo>
                  <a:lnTo>
                    <a:pt x="17416" y="1971"/>
                  </a:lnTo>
                  <a:lnTo>
                    <a:pt x="17829" y="2049"/>
                  </a:lnTo>
                  <a:lnTo>
                    <a:pt x="18063" y="2093"/>
                  </a:lnTo>
                  <a:lnTo>
                    <a:pt x="19005" y="2344"/>
                  </a:lnTo>
                  <a:lnTo>
                    <a:pt x="19164" y="2387"/>
                  </a:lnTo>
                  <a:lnTo>
                    <a:pt x="19324" y="2430"/>
                  </a:lnTo>
                  <a:lnTo>
                    <a:pt x="20086" y="2633"/>
                  </a:lnTo>
                  <a:lnTo>
                    <a:pt x="22963" y="3401"/>
                  </a:lnTo>
                  <a:lnTo>
                    <a:pt x="23687" y="3594"/>
                  </a:lnTo>
                  <a:lnTo>
                    <a:pt x="24088" y="3745"/>
                  </a:lnTo>
                  <a:lnTo>
                    <a:pt x="24442" y="3879"/>
                  </a:lnTo>
                  <a:lnTo>
                    <a:pt x="24822" y="4022"/>
                  </a:lnTo>
                  <a:lnTo>
                    <a:pt x="28106" y="5261"/>
                  </a:lnTo>
                  <a:lnTo>
                    <a:pt x="28984" y="5592"/>
                  </a:lnTo>
                  <a:lnTo>
                    <a:pt x="30455" y="6103"/>
                  </a:lnTo>
                  <a:lnTo>
                    <a:pt x="32809" y="6921"/>
                  </a:lnTo>
                  <a:lnTo>
                    <a:pt x="32965" y="6976"/>
                  </a:lnTo>
                  <a:lnTo>
                    <a:pt x="33506" y="7164"/>
                  </a:lnTo>
                  <a:lnTo>
                    <a:pt x="34091" y="7367"/>
                  </a:lnTo>
                  <a:lnTo>
                    <a:pt x="35193" y="7789"/>
                  </a:lnTo>
                  <a:lnTo>
                    <a:pt x="38305" y="8979"/>
                  </a:lnTo>
                  <a:lnTo>
                    <a:pt x="39132" y="9296"/>
                  </a:lnTo>
                  <a:lnTo>
                    <a:pt x="41776" y="10255"/>
                  </a:lnTo>
                  <a:lnTo>
                    <a:pt x="43540" y="10895"/>
                  </a:lnTo>
                  <a:lnTo>
                    <a:pt x="44167" y="11123"/>
                  </a:lnTo>
                  <a:lnTo>
                    <a:pt x="45699" y="11678"/>
                  </a:lnTo>
                  <a:lnTo>
                    <a:pt x="46079" y="11816"/>
                  </a:lnTo>
                  <a:lnTo>
                    <a:pt x="51902" y="14009"/>
                  </a:lnTo>
                  <a:lnTo>
                    <a:pt x="53304" y="14537"/>
                  </a:lnTo>
                  <a:lnTo>
                    <a:pt x="53502" y="1461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1765701" y="3390684"/>
              <a:ext cx="90002" cy="83853"/>
            </a:xfrm>
            <a:custGeom>
              <a:avLst/>
              <a:pathLst>
                <a:path w="90002" h="83853">
                  <a:moveTo>
                    <a:pt x="40153" y="83853"/>
                  </a:moveTo>
                  <a:lnTo>
                    <a:pt x="39414" y="82470"/>
                  </a:lnTo>
                  <a:lnTo>
                    <a:pt x="31812" y="68260"/>
                  </a:lnTo>
                  <a:lnTo>
                    <a:pt x="31641" y="67938"/>
                  </a:lnTo>
                  <a:lnTo>
                    <a:pt x="30524" y="65840"/>
                  </a:lnTo>
                  <a:lnTo>
                    <a:pt x="30042" y="64934"/>
                  </a:lnTo>
                  <a:lnTo>
                    <a:pt x="27065" y="59340"/>
                  </a:lnTo>
                  <a:lnTo>
                    <a:pt x="26086" y="57500"/>
                  </a:lnTo>
                  <a:lnTo>
                    <a:pt x="23714" y="53042"/>
                  </a:lnTo>
                  <a:lnTo>
                    <a:pt x="22539" y="50835"/>
                  </a:lnTo>
                  <a:lnTo>
                    <a:pt x="22388" y="50551"/>
                  </a:lnTo>
                  <a:lnTo>
                    <a:pt x="22162" y="50126"/>
                  </a:lnTo>
                  <a:lnTo>
                    <a:pt x="20867" y="47695"/>
                  </a:lnTo>
                  <a:lnTo>
                    <a:pt x="19966" y="46003"/>
                  </a:lnTo>
                  <a:lnTo>
                    <a:pt x="19593" y="45302"/>
                  </a:lnTo>
                  <a:lnTo>
                    <a:pt x="17719" y="41784"/>
                  </a:lnTo>
                  <a:lnTo>
                    <a:pt x="17254" y="40960"/>
                  </a:lnTo>
                  <a:lnTo>
                    <a:pt x="16738" y="40048"/>
                  </a:lnTo>
                  <a:lnTo>
                    <a:pt x="14980" y="36940"/>
                  </a:lnTo>
                  <a:lnTo>
                    <a:pt x="14557" y="36118"/>
                  </a:lnTo>
                  <a:lnTo>
                    <a:pt x="14010" y="35054"/>
                  </a:lnTo>
                  <a:lnTo>
                    <a:pt x="12728" y="32559"/>
                  </a:lnTo>
                  <a:lnTo>
                    <a:pt x="10969" y="29131"/>
                  </a:lnTo>
                  <a:lnTo>
                    <a:pt x="10822" y="28845"/>
                  </a:lnTo>
                  <a:lnTo>
                    <a:pt x="9634" y="26533"/>
                  </a:lnTo>
                  <a:lnTo>
                    <a:pt x="9504" y="26287"/>
                  </a:lnTo>
                  <a:lnTo>
                    <a:pt x="9280" y="25851"/>
                  </a:lnTo>
                  <a:lnTo>
                    <a:pt x="9026" y="25357"/>
                  </a:lnTo>
                  <a:lnTo>
                    <a:pt x="8889" y="25090"/>
                  </a:lnTo>
                  <a:lnTo>
                    <a:pt x="7747" y="22869"/>
                  </a:lnTo>
                  <a:lnTo>
                    <a:pt x="7331" y="22075"/>
                  </a:lnTo>
                  <a:lnTo>
                    <a:pt x="6404" y="20306"/>
                  </a:lnTo>
                  <a:lnTo>
                    <a:pt x="4981" y="17589"/>
                  </a:lnTo>
                  <a:lnTo>
                    <a:pt x="4372" y="16425"/>
                  </a:lnTo>
                  <a:lnTo>
                    <a:pt x="3967" y="15784"/>
                  </a:lnTo>
                  <a:lnTo>
                    <a:pt x="3708" y="15373"/>
                  </a:lnTo>
                  <a:lnTo>
                    <a:pt x="2217" y="13008"/>
                  </a:lnTo>
                  <a:lnTo>
                    <a:pt x="1793" y="12336"/>
                  </a:lnTo>
                  <a:lnTo>
                    <a:pt x="1536" y="11928"/>
                  </a:lnTo>
                  <a:lnTo>
                    <a:pt x="990" y="11062"/>
                  </a:lnTo>
                  <a:lnTo>
                    <a:pt x="794" y="10751"/>
                  </a:lnTo>
                  <a:lnTo>
                    <a:pt x="295" y="9960"/>
                  </a:lnTo>
                  <a:lnTo>
                    <a:pt x="0" y="9391"/>
                  </a:lnTo>
                  <a:lnTo>
                    <a:pt x="1035" y="9189"/>
                  </a:lnTo>
                  <a:lnTo>
                    <a:pt x="2104" y="8981"/>
                  </a:lnTo>
                  <a:lnTo>
                    <a:pt x="2544" y="8895"/>
                  </a:lnTo>
                  <a:lnTo>
                    <a:pt x="2750" y="8855"/>
                  </a:lnTo>
                  <a:lnTo>
                    <a:pt x="3067" y="8793"/>
                  </a:lnTo>
                  <a:lnTo>
                    <a:pt x="4233" y="8566"/>
                  </a:lnTo>
                  <a:lnTo>
                    <a:pt x="4921" y="8432"/>
                  </a:lnTo>
                  <a:lnTo>
                    <a:pt x="7319" y="8013"/>
                  </a:lnTo>
                  <a:lnTo>
                    <a:pt x="10853" y="7395"/>
                  </a:lnTo>
                  <a:lnTo>
                    <a:pt x="11013" y="7367"/>
                  </a:lnTo>
                  <a:lnTo>
                    <a:pt x="12696" y="7073"/>
                  </a:lnTo>
                  <a:lnTo>
                    <a:pt x="16981" y="6324"/>
                  </a:lnTo>
                  <a:lnTo>
                    <a:pt x="18618" y="6038"/>
                  </a:lnTo>
                  <a:lnTo>
                    <a:pt x="21879" y="5468"/>
                  </a:lnTo>
                  <a:lnTo>
                    <a:pt x="28167" y="4436"/>
                  </a:lnTo>
                  <a:lnTo>
                    <a:pt x="29687" y="4186"/>
                  </a:lnTo>
                  <a:lnTo>
                    <a:pt x="36138" y="3127"/>
                  </a:lnTo>
                  <a:lnTo>
                    <a:pt x="43634" y="1897"/>
                  </a:lnTo>
                  <a:lnTo>
                    <a:pt x="45398" y="1607"/>
                  </a:lnTo>
                  <a:lnTo>
                    <a:pt x="55798" y="80"/>
                  </a:lnTo>
                  <a:lnTo>
                    <a:pt x="56348" y="0"/>
                  </a:lnTo>
                  <a:lnTo>
                    <a:pt x="56462" y="515"/>
                  </a:lnTo>
                  <a:lnTo>
                    <a:pt x="56683" y="1515"/>
                  </a:lnTo>
                  <a:lnTo>
                    <a:pt x="56715" y="1658"/>
                  </a:lnTo>
                  <a:lnTo>
                    <a:pt x="58263" y="8664"/>
                  </a:lnTo>
                  <a:lnTo>
                    <a:pt x="58471" y="9271"/>
                  </a:lnTo>
                  <a:lnTo>
                    <a:pt x="59065" y="11139"/>
                  </a:lnTo>
                  <a:lnTo>
                    <a:pt x="59525" y="12428"/>
                  </a:lnTo>
                  <a:lnTo>
                    <a:pt x="59737" y="13022"/>
                  </a:lnTo>
                  <a:lnTo>
                    <a:pt x="59801" y="13200"/>
                  </a:lnTo>
                  <a:lnTo>
                    <a:pt x="60190" y="14289"/>
                  </a:lnTo>
                  <a:lnTo>
                    <a:pt x="60609" y="15461"/>
                  </a:lnTo>
                  <a:lnTo>
                    <a:pt x="61753" y="17913"/>
                  </a:lnTo>
                  <a:lnTo>
                    <a:pt x="63397" y="21436"/>
                  </a:lnTo>
                  <a:lnTo>
                    <a:pt x="63916" y="22337"/>
                  </a:lnTo>
                  <a:lnTo>
                    <a:pt x="64434" y="23237"/>
                  </a:lnTo>
                  <a:lnTo>
                    <a:pt x="65194" y="23976"/>
                  </a:lnTo>
                  <a:lnTo>
                    <a:pt x="66148" y="24829"/>
                  </a:lnTo>
                  <a:lnTo>
                    <a:pt x="66664" y="25260"/>
                  </a:lnTo>
                  <a:lnTo>
                    <a:pt x="66793" y="25368"/>
                  </a:lnTo>
                  <a:lnTo>
                    <a:pt x="70943" y="28210"/>
                  </a:lnTo>
                  <a:lnTo>
                    <a:pt x="71098" y="28315"/>
                  </a:lnTo>
                  <a:lnTo>
                    <a:pt x="71242" y="28414"/>
                  </a:lnTo>
                  <a:lnTo>
                    <a:pt x="73060" y="29695"/>
                  </a:lnTo>
                  <a:lnTo>
                    <a:pt x="75275" y="31256"/>
                  </a:lnTo>
                  <a:lnTo>
                    <a:pt x="75845" y="31658"/>
                  </a:lnTo>
                  <a:lnTo>
                    <a:pt x="76437" y="32031"/>
                  </a:lnTo>
                  <a:lnTo>
                    <a:pt x="77985" y="33114"/>
                  </a:lnTo>
                  <a:lnTo>
                    <a:pt x="89709" y="41532"/>
                  </a:lnTo>
                  <a:lnTo>
                    <a:pt x="90002" y="41742"/>
                  </a:lnTo>
                  <a:lnTo>
                    <a:pt x="85183" y="47651"/>
                  </a:lnTo>
                  <a:lnTo>
                    <a:pt x="68119" y="68570"/>
                  </a:lnTo>
                  <a:lnTo>
                    <a:pt x="67656" y="69138"/>
                  </a:lnTo>
                  <a:lnTo>
                    <a:pt x="67233" y="69365"/>
                  </a:lnTo>
                  <a:lnTo>
                    <a:pt x="61227" y="72590"/>
                  </a:lnTo>
                  <a:lnTo>
                    <a:pt x="60563" y="72946"/>
                  </a:lnTo>
                  <a:lnTo>
                    <a:pt x="60020" y="73237"/>
                  </a:lnTo>
                  <a:lnTo>
                    <a:pt x="59009" y="73777"/>
                  </a:lnTo>
                  <a:lnTo>
                    <a:pt x="58566" y="74014"/>
                  </a:lnTo>
                  <a:lnTo>
                    <a:pt x="58285" y="74164"/>
                  </a:lnTo>
                  <a:lnTo>
                    <a:pt x="57025" y="74838"/>
                  </a:lnTo>
                  <a:lnTo>
                    <a:pt x="56011" y="75380"/>
                  </a:lnTo>
                  <a:lnTo>
                    <a:pt x="55585" y="75607"/>
                  </a:lnTo>
                  <a:lnTo>
                    <a:pt x="53701" y="76613"/>
                  </a:lnTo>
                  <a:lnTo>
                    <a:pt x="50903" y="78110"/>
                  </a:lnTo>
                  <a:lnTo>
                    <a:pt x="50747" y="78193"/>
                  </a:lnTo>
                  <a:lnTo>
                    <a:pt x="50080" y="78549"/>
                  </a:lnTo>
                  <a:lnTo>
                    <a:pt x="49189" y="79026"/>
                  </a:lnTo>
                  <a:lnTo>
                    <a:pt x="45965" y="80747"/>
                  </a:lnTo>
                  <a:lnTo>
                    <a:pt x="45077" y="81221"/>
                  </a:lnTo>
                  <a:lnTo>
                    <a:pt x="44283" y="81646"/>
                  </a:lnTo>
                  <a:lnTo>
                    <a:pt x="42163" y="82779"/>
                  </a:lnTo>
                  <a:lnTo>
                    <a:pt x="41380" y="83197"/>
                  </a:lnTo>
                  <a:lnTo>
                    <a:pt x="40590" y="8361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1805857" y="3380854"/>
              <a:ext cx="96815" cy="127615"/>
            </a:xfrm>
            <a:custGeom>
              <a:avLst/>
              <a:pathLst>
                <a:path w="96815" h="127615">
                  <a:moveTo>
                    <a:pt x="76065" y="17661"/>
                  </a:moveTo>
                  <a:lnTo>
                    <a:pt x="80537" y="16211"/>
                  </a:lnTo>
                  <a:lnTo>
                    <a:pt x="83786" y="14997"/>
                  </a:lnTo>
                  <a:lnTo>
                    <a:pt x="87654" y="13544"/>
                  </a:lnTo>
                  <a:lnTo>
                    <a:pt x="88825" y="13087"/>
                  </a:lnTo>
                  <a:lnTo>
                    <a:pt x="89403" y="12861"/>
                  </a:lnTo>
                  <a:lnTo>
                    <a:pt x="90749" y="13792"/>
                  </a:lnTo>
                  <a:lnTo>
                    <a:pt x="92273" y="16810"/>
                  </a:lnTo>
                  <a:lnTo>
                    <a:pt x="94542" y="20211"/>
                  </a:lnTo>
                  <a:lnTo>
                    <a:pt x="96815" y="23618"/>
                  </a:lnTo>
                  <a:lnTo>
                    <a:pt x="95562" y="41357"/>
                  </a:lnTo>
                  <a:lnTo>
                    <a:pt x="88449" y="45602"/>
                  </a:lnTo>
                  <a:lnTo>
                    <a:pt x="83942" y="50430"/>
                  </a:lnTo>
                  <a:lnTo>
                    <a:pt x="81919" y="52009"/>
                  </a:lnTo>
                  <a:lnTo>
                    <a:pt x="80946" y="52768"/>
                  </a:lnTo>
                  <a:lnTo>
                    <a:pt x="68800" y="60265"/>
                  </a:lnTo>
                  <a:lnTo>
                    <a:pt x="68054" y="94472"/>
                  </a:lnTo>
                  <a:lnTo>
                    <a:pt x="77043" y="112231"/>
                  </a:lnTo>
                  <a:lnTo>
                    <a:pt x="77816" y="114280"/>
                  </a:lnTo>
                  <a:lnTo>
                    <a:pt x="78677" y="116746"/>
                  </a:lnTo>
                  <a:lnTo>
                    <a:pt x="60929" y="125694"/>
                  </a:lnTo>
                  <a:lnTo>
                    <a:pt x="61135" y="127615"/>
                  </a:lnTo>
                  <a:lnTo>
                    <a:pt x="57312" y="127511"/>
                  </a:lnTo>
                  <a:lnTo>
                    <a:pt x="52350" y="125972"/>
                  </a:lnTo>
                  <a:lnTo>
                    <a:pt x="47652" y="125268"/>
                  </a:lnTo>
                  <a:lnTo>
                    <a:pt x="44509" y="124907"/>
                  </a:lnTo>
                  <a:lnTo>
                    <a:pt x="42310" y="124268"/>
                  </a:lnTo>
                  <a:lnTo>
                    <a:pt x="40692" y="123799"/>
                  </a:lnTo>
                  <a:lnTo>
                    <a:pt x="38714" y="122214"/>
                  </a:lnTo>
                  <a:lnTo>
                    <a:pt x="37806" y="121487"/>
                  </a:lnTo>
                  <a:lnTo>
                    <a:pt x="36771" y="120658"/>
                  </a:lnTo>
                  <a:lnTo>
                    <a:pt x="34634" y="119268"/>
                  </a:lnTo>
                  <a:lnTo>
                    <a:pt x="33381" y="118453"/>
                  </a:lnTo>
                  <a:lnTo>
                    <a:pt x="33160" y="118449"/>
                  </a:lnTo>
                  <a:lnTo>
                    <a:pt x="32291" y="118520"/>
                  </a:lnTo>
                  <a:lnTo>
                    <a:pt x="30031" y="118704"/>
                  </a:lnTo>
                  <a:lnTo>
                    <a:pt x="28713" y="119133"/>
                  </a:lnTo>
                  <a:lnTo>
                    <a:pt x="23085" y="118305"/>
                  </a:lnTo>
                  <a:lnTo>
                    <a:pt x="22061" y="118155"/>
                  </a:lnTo>
                  <a:lnTo>
                    <a:pt x="17660" y="117129"/>
                  </a:lnTo>
                  <a:lnTo>
                    <a:pt x="17479" y="117087"/>
                  </a:lnTo>
                  <a:lnTo>
                    <a:pt x="13245" y="119048"/>
                  </a:lnTo>
                  <a:lnTo>
                    <a:pt x="13087" y="118750"/>
                  </a:lnTo>
                  <a:lnTo>
                    <a:pt x="9553" y="111935"/>
                  </a:lnTo>
                  <a:lnTo>
                    <a:pt x="9162" y="111180"/>
                  </a:lnTo>
                  <a:lnTo>
                    <a:pt x="7036" y="107090"/>
                  </a:lnTo>
                  <a:lnTo>
                    <a:pt x="6932" y="106891"/>
                  </a:lnTo>
                  <a:lnTo>
                    <a:pt x="1154" y="95730"/>
                  </a:lnTo>
                  <a:lnTo>
                    <a:pt x="0" y="93682"/>
                  </a:lnTo>
                  <a:lnTo>
                    <a:pt x="434" y="93450"/>
                  </a:lnTo>
                  <a:lnTo>
                    <a:pt x="1224" y="93027"/>
                  </a:lnTo>
                  <a:lnTo>
                    <a:pt x="2006" y="92609"/>
                  </a:lnTo>
                  <a:lnTo>
                    <a:pt x="4126" y="91476"/>
                  </a:lnTo>
                  <a:lnTo>
                    <a:pt x="4921" y="91052"/>
                  </a:lnTo>
                  <a:lnTo>
                    <a:pt x="5809" y="90577"/>
                  </a:lnTo>
                  <a:lnTo>
                    <a:pt x="9033" y="88856"/>
                  </a:lnTo>
                  <a:lnTo>
                    <a:pt x="9924" y="88380"/>
                  </a:lnTo>
                  <a:lnTo>
                    <a:pt x="10591" y="88023"/>
                  </a:lnTo>
                  <a:lnTo>
                    <a:pt x="10747" y="87940"/>
                  </a:lnTo>
                  <a:lnTo>
                    <a:pt x="13544" y="86443"/>
                  </a:lnTo>
                  <a:lnTo>
                    <a:pt x="15431" y="85436"/>
                  </a:lnTo>
                  <a:lnTo>
                    <a:pt x="15854" y="85210"/>
                  </a:lnTo>
                  <a:lnTo>
                    <a:pt x="16868" y="84668"/>
                  </a:lnTo>
                  <a:lnTo>
                    <a:pt x="18128" y="83995"/>
                  </a:lnTo>
                  <a:lnTo>
                    <a:pt x="18409" y="83845"/>
                  </a:lnTo>
                  <a:lnTo>
                    <a:pt x="18853" y="83608"/>
                  </a:lnTo>
                  <a:lnTo>
                    <a:pt x="19975" y="83008"/>
                  </a:lnTo>
                  <a:lnTo>
                    <a:pt x="20407" y="82776"/>
                  </a:lnTo>
                  <a:lnTo>
                    <a:pt x="21070" y="82420"/>
                  </a:lnTo>
                  <a:lnTo>
                    <a:pt x="27077" y="79195"/>
                  </a:lnTo>
                  <a:lnTo>
                    <a:pt x="27499" y="78968"/>
                  </a:lnTo>
                  <a:lnTo>
                    <a:pt x="27963" y="78400"/>
                  </a:lnTo>
                  <a:lnTo>
                    <a:pt x="45026" y="57481"/>
                  </a:lnTo>
                  <a:lnTo>
                    <a:pt x="49846" y="51573"/>
                  </a:lnTo>
                  <a:lnTo>
                    <a:pt x="49552" y="51362"/>
                  </a:lnTo>
                  <a:lnTo>
                    <a:pt x="37829" y="42945"/>
                  </a:lnTo>
                  <a:lnTo>
                    <a:pt x="36280" y="41861"/>
                  </a:lnTo>
                  <a:lnTo>
                    <a:pt x="35688" y="41488"/>
                  </a:lnTo>
                  <a:lnTo>
                    <a:pt x="35118" y="41087"/>
                  </a:lnTo>
                  <a:lnTo>
                    <a:pt x="32903" y="39525"/>
                  </a:lnTo>
                  <a:lnTo>
                    <a:pt x="31086" y="38245"/>
                  </a:lnTo>
                  <a:lnTo>
                    <a:pt x="30941" y="38146"/>
                  </a:lnTo>
                  <a:lnTo>
                    <a:pt x="30787" y="38040"/>
                  </a:lnTo>
                  <a:lnTo>
                    <a:pt x="26636" y="35198"/>
                  </a:lnTo>
                  <a:lnTo>
                    <a:pt x="26508" y="35091"/>
                  </a:lnTo>
                  <a:lnTo>
                    <a:pt x="25898" y="34576"/>
                  </a:lnTo>
                  <a:lnTo>
                    <a:pt x="25038" y="33807"/>
                  </a:lnTo>
                  <a:lnTo>
                    <a:pt x="24277" y="33068"/>
                  </a:lnTo>
                  <a:lnTo>
                    <a:pt x="23759" y="32167"/>
                  </a:lnTo>
                  <a:lnTo>
                    <a:pt x="23241" y="31266"/>
                  </a:lnTo>
                  <a:lnTo>
                    <a:pt x="21597" y="27743"/>
                  </a:lnTo>
                  <a:lnTo>
                    <a:pt x="20452" y="25291"/>
                  </a:lnTo>
                  <a:lnTo>
                    <a:pt x="20034" y="24119"/>
                  </a:lnTo>
                  <a:lnTo>
                    <a:pt x="19645" y="23030"/>
                  </a:lnTo>
                  <a:lnTo>
                    <a:pt x="19581" y="22852"/>
                  </a:lnTo>
                  <a:lnTo>
                    <a:pt x="19369" y="22258"/>
                  </a:lnTo>
                  <a:lnTo>
                    <a:pt x="18909" y="20969"/>
                  </a:lnTo>
                  <a:lnTo>
                    <a:pt x="18314" y="19102"/>
                  </a:lnTo>
                  <a:lnTo>
                    <a:pt x="18106" y="18494"/>
                  </a:lnTo>
                  <a:lnTo>
                    <a:pt x="16558" y="11489"/>
                  </a:lnTo>
                  <a:lnTo>
                    <a:pt x="16527" y="11345"/>
                  </a:lnTo>
                  <a:lnTo>
                    <a:pt x="16281" y="10234"/>
                  </a:lnTo>
                  <a:lnTo>
                    <a:pt x="16202" y="9828"/>
                  </a:lnTo>
                  <a:lnTo>
                    <a:pt x="16894" y="9713"/>
                  </a:lnTo>
                  <a:lnTo>
                    <a:pt x="17247" y="9654"/>
                  </a:lnTo>
                  <a:lnTo>
                    <a:pt x="17425" y="9625"/>
                  </a:lnTo>
                  <a:lnTo>
                    <a:pt x="17950" y="9537"/>
                  </a:lnTo>
                  <a:lnTo>
                    <a:pt x="18424" y="9459"/>
                  </a:lnTo>
                  <a:lnTo>
                    <a:pt x="19591" y="9265"/>
                  </a:lnTo>
                  <a:lnTo>
                    <a:pt x="20786" y="9067"/>
                  </a:lnTo>
                  <a:lnTo>
                    <a:pt x="26321" y="8147"/>
                  </a:lnTo>
                  <a:lnTo>
                    <a:pt x="27295" y="7986"/>
                  </a:lnTo>
                  <a:lnTo>
                    <a:pt x="33766" y="6909"/>
                  </a:lnTo>
                  <a:lnTo>
                    <a:pt x="34561" y="6777"/>
                  </a:lnTo>
                  <a:lnTo>
                    <a:pt x="36132" y="6516"/>
                  </a:lnTo>
                  <a:lnTo>
                    <a:pt x="37245" y="6323"/>
                  </a:lnTo>
                  <a:lnTo>
                    <a:pt x="39012" y="6018"/>
                  </a:lnTo>
                  <a:lnTo>
                    <a:pt x="39863" y="5871"/>
                  </a:lnTo>
                  <a:lnTo>
                    <a:pt x="42081" y="5475"/>
                  </a:lnTo>
                  <a:lnTo>
                    <a:pt x="47358" y="4535"/>
                  </a:lnTo>
                  <a:lnTo>
                    <a:pt x="47598" y="4491"/>
                  </a:lnTo>
                  <a:lnTo>
                    <a:pt x="51754" y="3628"/>
                  </a:lnTo>
                  <a:lnTo>
                    <a:pt x="55441" y="2710"/>
                  </a:lnTo>
                  <a:lnTo>
                    <a:pt x="58623" y="1762"/>
                  </a:lnTo>
                  <a:lnTo>
                    <a:pt x="60098" y="1323"/>
                  </a:lnTo>
                  <a:lnTo>
                    <a:pt x="60467" y="1201"/>
                  </a:lnTo>
                  <a:lnTo>
                    <a:pt x="62750" y="446"/>
                  </a:lnTo>
                  <a:lnTo>
                    <a:pt x="63078" y="337"/>
                  </a:lnTo>
                  <a:lnTo>
                    <a:pt x="64332" y="0"/>
                  </a:lnTo>
                  <a:lnTo>
                    <a:pt x="64394" y="164"/>
                  </a:lnTo>
                  <a:lnTo>
                    <a:pt x="64514" y="481"/>
                  </a:lnTo>
                  <a:lnTo>
                    <a:pt x="64843" y="1353"/>
                  </a:lnTo>
                  <a:lnTo>
                    <a:pt x="66192" y="4925"/>
                  </a:lnTo>
                  <a:lnTo>
                    <a:pt x="66874" y="6881"/>
                  </a:lnTo>
                  <a:lnTo>
                    <a:pt x="68257" y="10956"/>
                  </a:lnTo>
                  <a:lnTo>
                    <a:pt x="68896" y="12842"/>
                  </a:lnTo>
                  <a:lnTo>
                    <a:pt x="69334" y="15227"/>
                  </a:lnTo>
                  <a:lnTo>
                    <a:pt x="69494" y="17551"/>
                  </a:lnTo>
                  <a:lnTo>
                    <a:pt x="69870" y="17557"/>
                  </a:lnTo>
                  <a:lnTo>
                    <a:pt x="70236" y="1756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1873938" y="3422212"/>
              <a:ext cx="46508" cy="70873"/>
            </a:xfrm>
            <a:custGeom>
              <a:avLst/>
              <a:pathLst>
                <a:path w="46508" h="70873">
                  <a:moveTo>
                    <a:pt x="29357" y="3481"/>
                  </a:moveTo>
                  <a:lnTo>
                    <a:pt x="31195" y="6894"/>
                  </a:lnTo>
                  <a:lnTo>
                    <a:pt x="33545" y="6558"/>
                  </a:lnTo>
                  <a:lnTo>
                    <a:pt x="34530" y="6473"/>
                  </a:lnTo>
                  <a:lnTo>
                    <a:pt x="35943" y="6135"/>
                  </a:lnTo>
                  <a:lnTo>
                    <a:pt x="37418" y="5575"/>
                  </a:lnTo>
                  <a:lnTo>
                    <a:pt x="37626" y="5486"/>
                  </a:lnTo>
                  <a:lnTo>
                    <a:pt x="38939" y="4578"/>
                  </a:lnTo>
                  <a:lnTo>
                    <a:pt x="41671" y="2707"/>
                  </a:lnTo>
                  <a:lnTo>
                    <a:pt x="42896" y="3003"/>
                  </a:lnTo>
                  <a:lnTo>
                    <a:pt x="42812" y="3358"/>
                  </a:lnTo>
                  <a:lnTo>
                    <a:pt x="42036" y="6615"/>
                  </a:lnTo>
                  <a:lnTo>
                    <a:pt x="41800" y="7604"/>
                  </a:lnTo>
                  <a:lnTo>
                    <a:pt x="41665" y="8373"/>
                  </a:lnTo>
                  <a:lnTo>
                    <a:pt x="41615" y="8659"/>
                  </a:lnTo>
                  <a:lnTo>
                    <a:pt x="41740" y="9322"/>
                  </a:lnTo>
                  <a:lnTo>
                    <a:pt x="41786" y="9704"/>
                  </a:lnTo>
                  <a:lnTo>
                    <a:pt x="41936" y="10224"/>
                  </a:lnTo>
                  <a:lnTo>
                    <a:pt x="42304" y="11495"/>
                  </a:lnTo>
                  <a:lnTo>
                    <a:pt x="42708" y="12889"/>
                  </a:lnTo>
                  <a:lnTo>
                    <a:pt x="42974" y="13883"/>
                  </a:lnTo>
                  <a:lnTo>
                    <a:pt x="43093" y="14330"/>
                  </a:lnTo>
                  <a:lnTo>
                    <a:pt x="43215" y="14766"/>
                  </a:lnTo>
                  <a:lnTo>
                    <a:pt x="43626" y="15985"/>
                  </a:lnTo>
                  <a:lnTo>
                    <a:pt x="44538" y="17523"/>
                  </a:lnTo>
                  <a:lnTo>
                    <a:pt x="44606" y="19018"/>
                  </a:lnTo>
                  <a:lnTo>
                    <a:pt x="43630" y="20888"/>
                  </a:lnTo>
                  <a:lnTo>
                    <a:pt x="43467" y="21200"/>
                  </a:lnTo>
                  <a:lnTo>
                    <a:pt x="43252" y="21612"/>
                  </a:lnTo>
                  <a:lnTo>
                    <a:pt x="42507" y="22448"/>
                  </a:lnTo>
                  <a:lnTo>
                    <a:pt x="41864" y="22554"/>
                  </a:lnTo>
                  <a:lnTo>
                    <a:pt x="41533" y="22441"/>
                  </a:lnTo>
                  <a:lnTo>
                    <a:pt x="40979" y="22248"/>
                  </a:lnTo>
                  <a:lnTo>
                    <a:pt x="40150" y="22146"/>
                  </a:lnTo>
                  <a:lnTo>
                    <a:pt x="39698" y="22391"/>
                  </a:lnTo>
                  <a:lnTo>
                    <a:pt x="39167" y="22729"/>
                  </a:lnTo>
                  <a:lnTo>
                    <a:pt x="38792" y="23064"/>
                  </a:lnTo>
                  <a:lnTo>
                    <a:pt x="38522" y="23355"/>
                  </a:lnTo>
                  <a:lnTo>
                    <a:pt x="38265" y="23773"/>
                  </a:lnTo>
                  <a:lnTo>
                    <a:pt x="38318" y="25383"/>
                  </a:lnTo>
                  <a:lnTo>
                    <a:pt x="38343" y="26116"/>
                  </a:lnTo>
                  <a:lnTo>
                    <a:pt x="38357" y="26524"/>
                  </a:lnTo>
                  <a:lnTo>
                    <a:pt x="38365" y="26777"/>
                  </a:lnTo>
                  <a:lnTo>
                    <a:pt x="38827" y="27649"/>
                  </a:lnTo>
                  <a:lnTo>
                    <a:pt x="39364" y="27734"/>
                  </a:lnTo>
                  <a:lnTo>
                    <a:pt x="40110" y="27851"/>
                  </a:lnTo>
                  <a:lnTo>
                    <a:pt x="41607" y="28212"/>
                  </a:lnTo>
                  <a:lnTo>
                    <a:pt x="43949" y="28777"/>
                  </a:lnTo>
                  <a:lnTo>
                    <a:pt x="45505" y="31491"/>
                  </a:lnTo>
                  <a:lnTo>
                    <a:pt x="46171" y="33535"/>
                  </a:lnTo>
                  <a:lnTo>
                    <a:pt x="46508" y="35674"/>
                  </a:lnTo>
                  <a:lnTo>
                    <a:pt x="46366" y="35719"/>
                  </a:lnTo>
                  <a:lnTo>
                    <a:pt x="46291" y="36759"/>
                  </a:lnTo>
                  <a:lnTo>
                    <a:pt x="46205" y="37974"/>
                  </a:lnTo>
                  <a:lnTo>
                    <a:pt x="46080" y="38683"/>
                  </a:lnTo>
                  <a:lnTo>
                    <a:pt x="46026" y="38989"/>
                  </a:lnTo>
                  <a:lnTo>
                    <a:pt x="45758" y="40582"/>
                  </a:lnTo>
                  <a:lnTo>
                    <a:pt x="45536" y="41913"/>
                  </a:lnTo>
                  <a:lnTo>
                    <a:pt x="45366" y="42930"/>
                  </a:lnTo>
                  <a:lnTo>
                    <a:pt x="45338" y="43112"/>
                  </a:lnTo>
                  <a:lnTo>
                    <a:pt x="45117" y="44136"/>
                  </a:lnTo>
                  <a:lnTo>
                    <a:pt x="44890" y="45182"/>
                  </a:lnTo>
                  <a:lnTo>
                    <a:pt x="44771" y="45534"/>
                  </a:lnTo>
                  <a:lnTo>
                    <a:pt x="44643" y="45913"/>
                  </a:lnTo>
                  <a:lnTo>
                    <a:pt x="44540" y="46218"/>
                  </a:lnTo>
                  <a:lnTo>
                    <a:pt x="44481" y="46392"/>
                  </a:lnTo>
                  <a:lnTo>
                    <a:pt x="44315" y="46636"/>
                  </a:lnTo>
                  <a:lnTo>
                    <a:pt x="44089" y="47056"/>
                  </a:lnTo>
                  <a:lnTo>
                    <a:pt x="43842" y="47455"/>
                  </a:lnTo>
                  <a:lnTo>
                    <a:pt x="43703" y="47680"/>
                  </a:lnTo>
                  <a:lnTo>
                    <a:pt x="43551" y="47893"/>
                  </a:lnTo>
                  <a:lnTo>
                    <a:pt x="43325" y="48145"/>
                  </a:lnTo>
                  <a:lnTo>
                    <a:pt x="42822" y="48682"/>
                  </a:lnTo>
                  <a:lnTo>
                    <a:pt x="42585" y="48939"/>
                  </a:lnTo>
                  <a:lnTo>
                    <a:pt x="42180" y="49327"/>
                  </a:lnTo>
                  <a:lnTo>
                    <a:pt x="40915" y="50440"/>
                  </a:lnTo>
                  <a:lnTo>
                    <a:pt x="40331" y="51068"/>
                  </a:lnTo>
                  <a:lnTo>
                    <a:pt x="36285" y="51352"/>
                  </a:lnTo>
                  <a:lnTo>
                    <a:pt x="35188" y="51050"/>
                  </a:lnTo>
                  <a:lnTo>
                    <a:pt x="35003" y="50999"/>
                  </a:lnTo>
                  <a:lnTo>
                    <a:pt x="31554" y="51009"/>
                  </a:lnTo>
                  <a:lnTo>
                    <a:pt x="30766" y="51150"/>
                  </a:lnTo>
                  <a:lnTo>
                    <a:pt x="30632" y="51174"/>
                  </a:lnTo>
                  <a:lnTo>
                    <a:pt x="29465" y="51383"/>
                  </a:lnTo>
                  <a:lnTo>
                    <a:pt x="27754" y="51689"/>
                  </a:lnTo>
                  <a:lnTo>
                    <a:pt x="28152" y="51974"/>
                  </a:lnTo>
                  <a:lnTo>
                    <a:pt x="28505" y="52226"/>
                  </a:lnTo>
                  <a:lnTo>
                    <a:pt x="28662" y="52503"/>
                  </a:lnTo>
                  <a:lnTo>
                    <a:pt x="28561" y="52959"/>
                  </a:lnTo>
                  <a:lnTo>
                    <a:pt x="28428" y="53558"/>
                  </a:lnTo>
                  <a:lnTo>
                    <a:pt x="28394" y="53708"/>
                  </a:lnTo>
                  <a:lnTo>
                    <a:pt x="19643" y="55013"/>
                  </a:lnTo>
                  <a:lnTo>
                    <a:pt x="18714" y="56392"/>
                  </a:lnTo>
                  <a:lnTo>
                    <a:pt x="18227" y="57116"/>
                  </a:lnTo>
                  <a:lnTo>
                    <a:pt x="8962" y="70873"/>
                  </a:lnTo>
                  <a:lnTo>
                    <a:pt x="0" y="53044"/>
                  </a:lnTo>
                  <a:lnTo>
                    <a:pt x="719" y="18907"/>
                  </a:lnTo>
                  <a:lnTo>
                    <a:pt x="12865" y="11410"/>
                  </a:lnTo>
                  <a:lnTo>
                    <a:pt x="13838" y="10651"/>
                  </a:lnTo>
                  <a:lnTo>
                    <a:pt x="15861" y="9072"/>
                  </a:lnTo>
                  <a:lnTo>
                    <a:pt x="20426" y="4167"/>
                  </a:lnTo>
                  <a:lnTo>
                    <a:pt x="27481" y="0"/>
                  </a:lnTo>
                  <a:lnTo>
                    <a:pt x="28948" y="2723"/>
                  </a:lnTo>
                  <a:lnTo>
                    <a:pt x="29141" y="308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1870163" y="3353099"/>
              <a:ext cx="120224" cy="113517"/>
            </a:xfrm>
            <a:custGeom>
              <a:avLst/>
              <a:pathLst>
                <a:path w="120224" h="113517">
                  <a:moveTo>
                    <a:pt x="108325" y="26219"/>
                  </a:moveTo>
                  <a:lnTo>
                    <a:pt x="110953" y="43775"/>
                  </a:lnTo>
                  <a:lnTo>
                    <a:pt x="111961" y="50504"/>
                  </a:lnTo>
                  <a:lnTo>
                    <a:pt x="113912" y="63589"/>
                  </a:lnTo>
                  <a:lnTo>
                    <a:pt x="114810" y="68958"/>
                  </a:lnTo>
                  <a:lnTo>
                    <a:pt x="116586" y="80443"/>
                  </a:lnTo>
                  <a:lnTo>
                    <a:pt x="119916" y="102709"/>
                  </a:lnTo>
                  <a:lnTo>
                    <a:pt x="120166" y="104381"/>
                  </a:lnTo>
                  <a:lnTo>
                    <a:pt x="120224" y="104772"/>
                  </a:lnTo>
                  <a:lnTo>
                    <a:pt x="119556" y="104849"/>
                  </a:lnTo>
                  <a:lnTo>
                    <a:pt x="114368" y="105553"/>
                  </a:lnTo>
                  <a:lnTo>
                    <a:pt x="113022" y="105736"/>
                  </a:lnTo>
                  <a:lnTo>
                    <a:pt x="112785" y="105768"/>
                  </a:lnTo>
                  <a:lnTo>
                    <a:pt x="112707" y="105311"/>
                  </a:lnTo>
                  <a:lnTo>
                    <a:pt x="111011" y="95317"/>
                  </a:lnTo>
                  <a:lnTo>
                    <a:pt x="110976" y="95108"/>
                  </a:lnTo>
                  <a:lnTo>
                    <a:pt x="106852" y="95810"/>
                  </a:lnTo>
                  <a:lnTo>
                    <a:pt x="106407" y="95842"/>
                  </a:lnTo>
                  <a:lnTo>
                    <a:pt x="103820" y="96029"/>
                  </a:lnTo>
                  <a:lnTo>
                    <a:pt x="101821" y="96491"/>
                  </a:lnTo>
                  <a:lnTo>
                    <a:pt x="101154" y="96813"/>
                  </a:lnTo>
                  <a:lnTo>
                    <a:pt x="100951" y="96957"/>
                  </a:lnTo>
                  <a:lnTo>
                    <a:pt x="99071" y="98294"/>
                  </a:lnTo>
                  <a:lnTo>
                    <a:pt x="98020" y="100043"/>
                  </a:lnTo>
                  <a:lnTo>
                    <a:pt x="97779" y="100782"/>
                  </a:lnTo>
                  <a:lnTo>
                    <a:pt x="97450" y="101791"/>
                  </a:lnTo>
                  <a:lnTo>
                    <a:pt x="96749" y="103550"/>
                  </a:lnTo>
                  <a:lnTo>
                    <a:pt x="96600" y="103925"/>
                  </a:lnTo>
                  <a:lnTo>
                    <a:pt x="95935" y="105606"/>
                  </a:lnTo>
                  <a:lnTo>
                    <a:pt x="95392" y="105922"/>
                  </a:lnTo>
                  <a:lnTo>
                    <a:pt x="95160" y="106047"/>
                  </a:lnTo>
                  <a:lnTo>
                    <a:pt x="94733" y="106276"/>
                  </a:lnTo>
                  <a:lnTo>
                    <a:pt x="94573" y="106362"/>
                  </a:lnTo>
                  <a:lnTo>
                    <a:pt x="93430" y="106437"/>
                  </a:lnTo>
                  <a:lnTo>
                    <a:pt x="92778" y="106480"/>
                  </a:lnTo>
                  <a:lnTo>
                    <a:pt x="92512" y="106487"/>
                  </a:lnTo>
                  <a:lnTo>
                    <a:pt x="92309" y="106475"/>
                  </a:lnTo>
                  <a:lnTo>
                    <a:pt x="91977" y="106457"/>
                  </a:lnTo>
                  <a:lnTo>
                    <a:pt x="91781" y="106446"/>
                  </a:lnTo>
                  <a:lnTo>
                    <a:pt x="91291" y="106418"/>
                  </a:lnTo>
                  <a:lnTo>
                    <a:pt x="90744" y="106468"/>
                  </a:lnTo>
                  <a:lnTo>
                    <a:pt x="90378" y="106502"/>
                  </a:lnTo>
                  <a:lnTo>
                    <a:pt x="90247" y="106517"/>
                  </a:lnTo>
                  <a:lnTo>
                    <a:pt x="90091" y="106545"/>
                  </a:lnTo>
                  <a:lnTo>
                    <a:pt x="89142" y="106718"/>
                  </a:lnTo>
                  <a:lnTo>
                    <a:pt x="88579" y="106820"/>
                  </a:lnTo>
                  <a:lnTo>
                    <a:pt x="88050" y="106916"/>
                  </a:lnTo>
                  <a:lnTo>
                    <a:pt x="87160" y="107190"/>
                  </a:lnTo>
                  <a:lnTo>
                    <a:pt x="86400" y="107670"/>
                  </a:lnTo>
                  <a:lnTo>
                    <a:pt x="86130" y="107886"/>
                  </a:lnTo>
                  <a:lnTo>
                    <a:pt x="85507" y="108382"/>
                  </a:lnTo>
                  <a:lnTo>
                    <a:pt x="85352" y="108507"/>
                  </a:lnTo>
                  <a:lnTo>
                    <a:pt x="84270" y="109587"/>
                  </a:lnTo>
                  <a:lnTo>
                    <a:pt x="84091" y="109779"/>
                  </a:lnTo>
                  <a:lnTo>
                    <a:pt x="82030" y="107993"/>
                  </a:lnTo>
                  <a:lnTo>
                    <a:pt x="81827" y="107877"/>
                  </a:lnTo>
                  <a:lnTo>
                    <a:pt x="81603" y="107775"/>
                  </a:lnTo>
                  <a:lnTo>
                    <a:pt x="80704" y="107362"/>
                  </a:lnTo>
                  <a:lnTo>
                    <a:pt x="80286" y="107052"/>
                  </a:lnTo>
                  <a:lnTo>
                    <a:pt x="80873" y="105763"/>
                  </a:lnTo>
                  <a:lnTo>
                    <a:pt x="80918" y="105474"/>
                  </a:lnTo>
                  <a:lnTo>
                    <a:pt x="80762" y="104834"/>
                  </a:lnTo>
                  <a:lnTo>
                    <a:pt x="79170" y="104118"/>
                  </a:lnTo>
                  <a:lnTo>
                    <a:pt x="78935" y="104012"/>
                  </a:lnTo>
                  <a:lnTo>
                    <a:pt x="78666" y="103535"/>
                  </a:lnTo>
                  <a:lnTo>
                    <a:pt x="78102" y="102538"/>
                  </a:lnTo>
                  <a:lnTo>
                    <a:pt x="77760" y="102313"/>
                  </a:lnTo>
                  <a:lnTo>
                    <a:pt x="76633" y="102133"/>
                  </a:lnTo>
                  <a:lnTo>
                    <a:pt x="76352" y="102101"/>
                  </a:lnTo>
                  <a:lnTo>
                    <a:pt x="75513" y="102747"/>
                  </a:lnTo>
                  <a:lnTo>
                    <a:pt x="74987" y="103065"/>
                  </a:lnTo>
                  <a:lnTo>
                    <a:pt x="72101" y="104810"/>
                  </a:lnTo>
                  <a:lnTo>
                    <a:pt x="71900" y="104985"/>
                  </a:lnTo>
                  <a:lnTo>
                    <a:pt x="71679" y="105177"/>
                  </a:lnTo>
                  <a:lnTo>
                    <a:pt x="71271" y="105533"/>
                  </a:lnTo>
                  <a:lnTo>
                    <a:pt x="70191" y="106484"/>
                  </a:lnTo>
                  <a:lnTo>
                    <a:pt x="69309" y="107743"/>
                  </a:lnTo>
                  <a:lnTo>
                    <a:pt x="69169" y="107944"/>
                  </a:lnTo>
                  <a:lnTo>
                    <a:pt x="68931" y="108284"/>
                  </a:lnTo>
                  <a:lnTo>
                    <a:pt x="68677" y="108638"/>
                  </a:lnTo>
                  <a:lnTo>
                    <a:pt x="68114" y="109422"/>
                  </a:lnTo>
                  <a:lnTo>
                    <a:pt x="67122" y="110804"/>
                  </a:lnTo>
                  <a:lnTo>
                    <a:pt x="65175" y="113517"/>
                  </a:lnTo>
                  <a:lnTo>
                    <a:pt x="64708" y="113206"/>
                  </a:lnTo>
                  <a:lnTo>
                    <a:pt x="64306" y="112937"/>
                  </a:lnTo>
                  <a:lnTo>
                    <a:pt x="64170" y="112847"/>
                  </a:lnTo>
                  <a:lnTo>
                    <a:pt x="63583" y="112498"/>
                  </a:lnTo>
                  <a:lnTo>
                    <a:pt x="62898" y="112090"/>
                  </a:lnTo>
                  <a:lnTo>
                    <a:pt x="61453" y="111237"/>
                  </a:lnTo>
                  <a:lnTo>
                    <a:pt x="61180" y="111380"/>
                  </a:lnTo>
                  <a:lnTo>
                    <a:pt x="61082" y="111551"/>
                  </a:lnTo>
                  <a:lnTo>
                    <a:pt x="60548" y="111242"/>
                  </a:lnTo>
                  <a:lnTo>
                    <a:pt x="59025" y="110363"/>
                  </a:lnTo>
                  <a:lnTo>
                    <a:pt x="58569" y="110494"/>
                  </a:lnTo>
                  <a:lnTo>
                    <a:pt x="58310" y="111140"/>
                  </a:lnTo>
                  <a:lnTo>
                    <a:pt x="57738" y="110985"/>
                  </a:lnTo>
                  <a:lnTo>
                    <a:pt x="54789" y="110283"/>
                  </a:lnTo>
                  <a:lnTo>
                    <a:pt x="54345" y="110177"/>
                  </a:lnTo>
                  <a:lnTo>
                    <a:pt x="54565" y="108831"/>
                  </a:lnTo>
                  <a:lnTo>
                    <a:pt x="54806" y="107359"/>
                  </a:lnTo>
                  <a:lnTo>
                    <a:pt x="54791" y="106067"/>
                  </a:lnTo>
                  <a:lnTo>
                    <a:pt x="54774" y="105058"/>
                  </a:lnTo>
                  <a:lnTo>
                    <a:pt x="54765" y="104541"/>
                  </a:lnTo>
                  <a:lnTo>
                    <a:pt x="54251" y="103166"/>
                  </a:lnTo>
                  <a:lnTo>
                    <a:pt x="54066" y="102670"/>
                  </a:lnTo>
                  <a:lnTo>
                    <a:pt x="53760" y="101852"/>
                  </a:lnTo>
                  <a:lnTo>
                    <a:pt x="53391" y="101054"/>
                  </a:lnTo>
                  <a:lnTo>
                    <a:pt x="52923" y="100042"/>
                  </a:lnTo>
                  <a:lnTo>
                    <a:pt x="50830" y="96625"/>
                  </a:lnTo>
                  <a:lnTo>
                    <a:pt x="49596" y="97127"/>
                  </a:lnTo>
                  <a:lnTo>
                    <a:pt x="47718" y="97888"/>
                  </a:lnTo>
                  <a:lnTo>
                    <a:pt x="45376" y="97324"/>
                  </a:lnTo>
                  <a:lnTo>
                    <a:pt x="43884" y="96964"/>
                  </a:lnTo>
                  <a:lnTo>
                    <a:pt x="43091" y="96839"/>
                  </a:lnTo>
                  <a:lnTo>
                    <a:pt x="42601" y="96762"/>
                  </a:lnTo>
                  <a:lnTo>
                    <a:pt x="42140" y="95890"/>
                  </a:lnTo>
                  <a:lnTo>
                    <a:pt x="42131" y="95637"/>
                  </a:lnTo>
                  <a:lnTo>
                    <a:pt x="42118" y="95229"/>
                  </a:lnTo>
                  <a:lnTo>
                    <a:pt x="42093" y="94496"/>
                  </a:lnTo>
                  <a:lnTo>
                    <a:pt x="42041" y="92883"/>
                  </a:lnTo>
                  <a:lnTo>
                    <a:pt x="42297" y="92467"/>
                  </a:lnTo>
                  <a:lnTo>
                    <a:pt x="42567" y="92177"/>
                  </a:lnTo>
                  <a:lnTo>
                    <a:pt x="43100" y="91719"/>
                  </a:lnTo>
                  <a:lnTo>
                    <a:pt x="43473" y="91503"/>
                  </a:lnTo>
                  <a:lnTo>
                    <a:pt x="43931" y="91256"/>
                  </a:lnTo>
                  <a:lnTo>
                    <a:pt x="44754" y="91361"/>
                  </a:lnTo>
                  <a:lnTo>
                    <a:pt x="45308" y="91554"/>
                  </a:lnTo>
                  <a:lnTo>
                    <a:pt x="45669" y="91678"/>
                  </a:lnTo>
                  <a:lnTo>
                    <a:pt x="46282" y="91561"/>
                  </a:lnTo>
                  <a:lnTo>
                    <a:pt x="47026" y="90724"/>
                  </a:lnTo>
                  <a:lnTo>
                    <a:pt x="47241" y="90312"/>
                  </a:lnTo>
                  <a:lnTo>
                    <a:pt x="47404" y="90001"/>
                  </a:lnTo>
                  <a:lnTo>
                    <a:pt x="48381" y="88131"/>
                  </a:lnTo>
                  <a:lnTo>
                    <a:pt x="48313" y="86636"/>
                  </a:lnTo>
                  <a:lnTo>
                    <a:pt x="47401" y="85098"/>
                  </a:lnTo>
                  <a:lnTo>
                    <a:pt x="46938" y="83708"/>
                  </a:lnTo>
                  <a:lnTo>
                    <a:pt x="46868" y="83442"/>
                  </a:lnTo>
                  <a:lnTo>
                    <a:pt x="46748" y="82996"/>
                  </a:lnTo>
                  <a:lnTo>
                    <a:pt x="46483" y="82002"/>
                  </a:lnTo>
                  <a:lnTo>
                    <a:pt x="46079" y="80607"/>
                  </a:lnTo>
                  <a:lnTo>
                    <a:pt x="45710" y="79333"/>
                  </a:lnTo>
                  <a:lnTo>
                    <a:pt x="45526" y="78700"/>
                  </a:lnTo>
                  <a:lnTo>
                    <a:pt x="45515" y="78433"/>
                  </a:lnTo>
                  <a:lnTo>
                    <a:pt x="45389" y="77771"/>
                  </a:lnTo>
                  <a:lnTo>
                    <a:pt x="45439" y="77486"/>
                  </a:lnTo>
                  <a:lnTo>
                    <a:pt x="45575" y="76717"/>
                  </a:lnTo>
                  <a:lnTo>
                    <a:pt x="45810" y="75728"/>
                  </a:lnTo>
                  <a:lnTo>
                    <a:pt x="46587" y="72470"/>
                  </a:lnTo>
                  <a:lnTo>
                    <a:pt x="46671" y="72116"/>
                  </a:lnTo>
                  <a:lnTo>
                    <a:pt x="45446" y="71819"/>
                  </a:lnTo>
                  <a:lnTo>
                    <a:pt x="42714" y="73690"/>
                  </a:lnTo>
                  <a:lnTo>
                    <a:pt x="41400" y="74599"/>
                  </a:lnTo>
                  <a:lnTo>
                    <a:pt x="41193" y="74688"/>
                  </a:lnTo>
                  <a:lnTo>
                    <a:pt x="39718" y="75248"/>
                  </a:lnTo>
                  <a:lnTo>
                    <a:pt x="38244" y="75600"/>
                  </a:lnTo>
                  <a:lnTo>
                    <a:pt x="37320" y="75671"/>
                  </a:lnTo>
                  <a:lnTo>
                    <a:pt x="34970" y="76007"/>
                  </a:lnTo>
                  <a:lnTo>
                    <a:pt x="33131" y="72594"/>
                  </a:lnTo>
                  <a:lnTo>
                    <a:pt x="32916" y="72194"/>
                  </a:lnTo>
                  <a:lnTo>
                    <a:pt x="32723" y="71836"/>
                  </a:lnTo>
                  <a:lnTo>
                    <a:pt x="31256" y="69112"/>
                  </a:lnTo>
                  <a:lnTo>
                    <a:pt x="32509" y="51373"/>
                  </a:lnTo>
                  <a:lnTo>
                    <a:pt x="30236" y="47966"/>
                  </a:lnTo>
                  <a:lnTo>
                    <a:pt x="27967" y="44565"/>
                  </a:lnTo>
                  <a:lnTo>
                    <a:pt x="26442" y="41547"/>
                  </a:lnTo>
                  <a:lnTo>
                    <a:pt x="25097" y="40616"/>
                  </a:lnTo>
                  <a:lnTo>
                    <a:pt x="24519" y="40842"/>
                  </a:lnTo>
                  <a:lnTo>
                    <a:pt x="23348" y="41298"/>
                  </a:lnTo>
                  <a:lnTo>
                    <a:pt x="19479" y="42752"/>
                  </a:lnTo>
                  <a:lnTo>
                    <a:pt x="16231" y="43966"/>
                  </a:lnTo>
                  <a:lnTo>
                    <a:pt x="11661" y="45414"/>
                  </a:lnTo>
                  <a:lnTo>
                    <a:pt x="5930" y="45318"/>
                  </a:lnTo>
                  <a:lnTo>
                    <a:pt x="5564" y="45312"/>
                  </a:lnTo>
                  <a:lnTo>
                    <a:pt x="5188" y="45305"/>
                  </a:lnTo>
                  <a:lnTo>
                    <a:pt x="5028" y="42982"/>
                  </a:lnTo>
                  <a:lnTo>
                    <a:pt x="4590" y="40596"/>
                  </a:lnTo>
                  <a:lnTo>
                    <a:pt x="3950" y="38711"/>
                  </a:lnTo>
                  <a:lnTo>
                    <a:pt x="2568" y="34636"/>
                  </a:lnTo>
                  <a:lnTo>
                    <a:pt x="1885" y="32680"/>
                  </a:lnTo>
                  <a:lnTo>
                    <a:pt x="537" y="29108"/>
                  </a:lnTo>
                  <a:lnTo>
                    <a:pt x="183" y="28171"/>
                  </a:lnTo>
                  <a:lnTo>
                    <a:pt x="87" y="27919"/>
                  </a:lnTo>
                  <a:lnTo>
                    <a:pt x="0" y="27686"/>
                  </a:lnTo>
                  <a:lnTo>
                    <a:pt x="224" y="27611"/>
                  </a:lnTo>
                  <a:lnTo>
                    <a:pt x="1192" y="27287"/>
                  </a:lnTo>
                  <a:lnTo>
                    <a:pt x="1764" y="27096"/>
                  </a:lnTo>
                  <a:lnTo>
                    <a:pt x="2130" y="26974"/>
                  </a:lnTo>
                  <a:lnTo>
                    <a:pt x="3063" y="26661"/>
                  </a:lnTo>
                  <a:lnTo>
                    <a:pt x="4288" y="26250"/>
                  </a:lnTo>
                  <a:lnTo>
                    <a:pt x="6406" y="25540"/>
                  </a:lnTo>
                  <a:lnTo>
                    <a:pt x="10160" y="24247"/>
                  </a:lnTo>
                  <a:lnTo>
                    <a:pt x="18550" y="21342"/>
                  </a:lnTo>
                  <a:lnTo>
                    <a:pt x="19166" y="21129"/>
                  </a:lnTo>
                  <a:lnTo>
                    <a:pt x="19605" y="20977"/>
                  </a:lnTo>
                  <a:lnTo>
                    <a:pt x="20304" y="20744"/>
                  </a:lnTo>
                  <a:lnTo>
                    <a:pt x="21540" y="20332"/>
                  </a:lnTo>
                  <a:lnTo>
                    <a:pt x="24283" y="19417"/>
                  </a:lnTo>
                  <a:lnTo>
                    <a:pt x="25247" y="19095"/>
                  </a:lnTo>
                  <a:lnTo>
                    <a:pt x="25518" y="19005"/>
                  </a:lnTo>
                  <a:lnTo>
                    <a:pt x="25793" y="18913"/>
                  </a:lnTo>
                  <a:lnTo>
                    <a:pt x="35802" y="15584"/>
                  </a:lnTo>
                  <a:lnTo>
                    <a:pt x="37047" y="15170"/>
                  </a:lnTo>
                  <a:lnTo>
                    <a:pt x="38968" y="14531"/>
                  </a:lnTo>
                  <a:lnTo>
                    <a:pt x="41729" y="13612"/>
                  </a:lnTo>
                  <a:lnTo>
                    <a:pt x="42252" y="13438"/>
                  </a:lnTo>
                  <a:lnTo>
                    <a:pt x="42527" y="13346"/>
                  </a:lnTo>
                  <a:lnTo>
                    <a:pt x="43434" y="13043"/>
                  </a:lnTo>
                  <a:lnTo>
                    <a:pt x="44349" y="12735"/>
                  </a:lnTo>
                  <a:lnTo>
                    <a:pt x="46536" y="11999"/>
                  </a:lnTo>
                  <a:lnTo>
                    <a:pt x="54147" y="9437"/>
                  </a:lnTo>
                  <a:lnTo>
                    <a:pt x="54358" y="9366"/>
                  </a:lnTo>
                  <a:lnTo>
                    <a:pt x="54496" y="9319"/>
                  </a:lnTo>
                  <a:lnTo>
                    <a:pt x="57552" y="8338"/>
                  </a:lnTo>
                  <a:lnTo>
                    <a:pt x="62926" y="6595"/>
                  </a:lnTo>
                  <a:lnTo>
                    <a:pt x="63133" y="6540"/>
                  </a:lnTo>
                  <a:lnTo>
                    <a:pt x="66912" y="5532"/>
                  </a:lnTo>
                  <a:lnTo>
                    <a:pt x="67144" y="5471"/>
                  </a:lnTo>
                  <a:lnTo>
                    <a:pt x="70778" y="4709"/>
                  </a:lnTo>
                  <a:lnTo>
                    <a:pt x="71457" y="4605"/>
                  </a:lnTo>
                  <a:lnTo>
                    <a:pt x="73618" y="4274"/>
                  </a:lnTo>
                  <a:lnTo>
                    <a:pt x="74390" y="4156"/>
                  </a:lnTo>
                  <a:lnTo>
                    <a:pt x="77297" y="3737"/>
                  </a:lnTo>
                  <a:lnTo>
                    <a:pt x="78867" y="3511"/>
                  </a:lnTo>
                  <a:lnTo>
                    <a:pt x="80653" y="3259"/>
                  </a:lnTo>
                  <a:lnTo>
                    <a:pt x="87779" y="2255"/>
                  </a:lnTo>
                  <a:lnTo>
                    <a:pt x="90940" y="1798"/>
                  </a:lnTo>
                  <a:lnTo>
                    <a:pt x="94002" y="1364"/>
                  </a:lnTo>
                  <a:lnTo>
                    <a:pt x="94435" y="1303"/>
                  </a:lnTo>
                  <a:lnTo>
                    <a:pt x="95268" y="1185"/>
                  </a:lnTo>
                  <a:lnTo>
                    <a:pt x="95546" y="1146"/>
                  </a:lnTo>
                  <a:lnTo>
                    <a:pt x="96664" y="988"/>
                  </a:lnTo>
                  <a:lnTo>
                    <a:pt x="97069" y="926"/>
                  </a:lnTo>
                  <a:lnTo>
                    <a:pt x="98759" y="670"/>
                  </a:lnTo>
                  <a:lnTo>
                    <a:pt x="99831" y="507"/>
                  </a:lnTo>
                  <a:lnTo>
                    <a:pt x="101182" y="301"/>
                  </a:lnTo>
                  <a:lnTo>
                    <a:pt x="102051" y="154"/>
                  </a:lnTo>
                  <a:lnTo>
                    <a:pt x="102967" y="0"/>
                  </a:lnTo>
                  <a:lnTo>
                    <a:pt x="108147" y="2503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1973131" y="3340690"/>
              <a:ext cx="93540" cy="92852"/>
            </a:xfrm>
            <a:custGeom>
              <a:avLst/>
              <a:pathLst>
                <a:path w="93540" h="92852">
                  <a:moveTo>
                    <a:pt x="87453" y="12999"/>
                  </a:moveTo>
                  <a:lnTo>
                    <a:pt x="93039" y="38344"/>
                  </a:lnTo>
                  <a:lnTo>
                    <a:pt x="93332" y="39675"/>
                  </a:lnTo>
                  <a:lnTo>
                    <a:pt x="93540" y="40615"/>
                  </a:lnTo>
                  <a:lnTo>
                    <a:pt x="93302" y="40662"/>
                  </a:lnTo>
                  <a:lnTo>
                    <a:pt x="92542" y="40811"/>
                  </a:lnTo>
                  <a:lnTo>
                    <a:pt x="91781" y="40959"/>
                  </a:lnTo>
                  <a:lnTo>
                    <a:pt x="91670" y="40404"/>
                  </a:lnTo>
                  <a:lnTo>
                    <a:pt x="91644" y="40270"/>
                  </a:lnTo>
                  <a:lnTo>
                    <a:pt x="91538" y="39739"/>
                  </a:lnTo>
                  <a:lnTo>
                    <a:pt x="91491" y="39505"/>
                  </a:lnTo>
                  <a:lnTo>
                    <a:pt x="91431" y="39222"/>
                  </a:lnTo>
                  <a:lnTo>
                    <a:pt x="91184" y="39308"/>
                  </a:lnTo>
                  <a:lnTo>
                    <a:pt x="89426" y="39919"/>
                  </a:lnTo>
                  <a:lnTo>
                    <a:pt x="86978" y="40770"/>
                  </a:lnTo>
                  <a:lnTo>
                    <a:pt x="86078" y="41083"/>
                  </a:lnTo>
                  <a:lnTo>
                    <a:pt x="80291" y="44612"/>
                  </a:lnTo>
                  <a:lnTo>
                    <a:pt x="75535" y="48316"/>
                  </a:lnTo>
                  <a:lnTo>
                    <a:pt x="66681" y="56447"/>
                  </a:lnTo>
                  <a:lnTo>
                    <a:pt x="66207" y="56864"/>
                  </a:lnTo>
                  <a:lnTo>
                    <a:pt x="62809" y="59849"/>
                  </a:lnTo>
                  <a:lnTo>
                    <a:pt x="59800" y="62493"/>
                  </a:lnTo>
                  <a:lnTo>
                    <a:pt x="59272" y="62957"/>
                  </a:lnTo>
                  <a:lnTo>
                    <a:pt x="51274" y="70406"/>
                  </a:lnTo>
                  <a:lnTo>
                    <a:pt x="50659" y="70978"/>
                  </a:lnTo>
                  <a:lnTo>
                    <a:pt x="46604" y="74704"/>
                  </a:lnTo>
                  <a:lnTo>
                    <a:pt x="43645" y="77137"/>
                  </a:lnTo>
                  <a:lnTo>
                    <a:pt x="43327" y="77444"/>
                  </a:lnTo>
                  <a:lnTo>
                    <a:pt x="42418" y="78321"/>
                  </a:lnTo>
                  <a:lnTo>
                    <a:pt x="38275" y="82200"/>
                  </a:lnTo>
                  <a:lnTo>
                    <a:pt x="33212" y="86452"/>
                  </a:lnTo>
                  <a:lnTo>
                    <a:pt x="31612" y="87482"/>
                  </a:lnTo>
                  <a:lnTo>
                    <a:pt x="27952" y="89542"/>
                  </a:lnTo>
                  <a:lnTo>
                    <a:pt x="25235" y="90638"/>
                  </a:lnTo>
                  <a:lnTo>
                    <a:pt x="24562" y="90798"/>
                  </a:lnTo>
                  <a:lnTo>
                    <a:pt x="19887" y="91910"/>
                  </a:lnTo>
                  <a:lnTo>
                    <a:pt x="19687" y="91940"/>
                  </a:lnTo>
                  <a:lnTo>
                    <a:pt x="17634" y="92248"/>
                  </a:lnTo>
                  <a:lnTo>
                    <a:pt x="15289" y="92601"/>
                  </a:lnTo>
                  <a:lnTo>
                    <a:pt x="13618" y="92852"/>
                  </a:lnTo>
                  <a:lnTo>
                    <a:pt x="11843" y="81367"/>
                  </a:lnTo>
                  <a:lnTo>
                    <a:pt x="10944" y="75998"/>
                  </a:lnTo>
                  <a:lnTo>
                    <a:pt x="8993" y="62913"/>
                  </a:lnTo>
                  <a:lnTo>
                    <a:pt x="7986" y="56184"/>
                  </a:lnTo>
                  <a:lnTo>
                    <a:pt x="5357" y="38628"/>
                  </a:lnTo>
                  <a:lnTo>
                    <a:pt x="5180" y="37445"/>
                  </a:lnTo>
                  <a:lnTo>
                    <a:pt x="0" y="12408"/>
                  </a:lnTo>
                  <a:lnTo>
                    <a:pt x="2003" y="12131"/>
                  </a:lnTo>
                  <a:lnTo>
                    <a:pt x="2244" y="13293"/>
                  </a:lnTo>
                  <a:lnTo>
                    <a:pt x="30469" y="8659"/>
                  </a:lnTo>
                  <a:lnTo>
                    <a:pt x="56588" y="4372"/>
                  </a:lnTo>
                  <a:lnTo>
                    <a:pt x="57336" y="4249"/>
                  </a:lnTo>
                  <a:lnTo>
                    <a:pt x="58460" y="4075"/>
                  </a:lnTo>
                  <a:lnTo>
                    <a:pt x="59170" y="3965"/>
                  </a:lnTo>
                  <a:lnTo>
                    <a:pt x="74428" y="1602"/>
                  </a:lnTo>
                  <a:lnTo>
                    <a:pt x="78905" y="908"/>
                  </a:lnTo>
                  <a:lnTo>
                    <a:pt x="79082" y="881"/>
                  </a:lnTo>
                  <a:lnTo>
                    <a:pt x="82915" y="287"/>
                  </a:lnTo>
                  <a:lnTo>
                    <a:pt x="83839" y="128"/>
                  </a:lnTo>
                  <a:lnTo>
                    <a:pt x="84583" y="0"/>
                  </a:lnTo>
                  <a:lnTo>
                    <a:pt x="84969" y="1761"/>
                  </a:lnTo>
                  <a:lnTo>
                    <a:pt x="85095" y="2338"/>
                  </a:lnTo>
                  <a:lnTo>
                    <a:pt x="85488" y="4084"/>
                  </a:lnTo>
                  <a:lnTo>
                    <a:pt x="86193" y="728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1986753" y="3379913"/>
              <a:ext cx="98143" cy="109339"/>
            </a:xfrm>
            <a:custGeom>
              <a:avLst/>
              <a:pathLst>
                <a:path w="98143" h="109339">
                  <a:moveTo>
                    <a:pt x="78048" y="1181"/>
                  </a:moveTo>
                  <a:lnTo>
                    <a:pt x="78159" y="1737"/>
                  </a:lnTo>
                  <a:lnTo>
                    <a:pt x="78920" y="1588"/>
                  </a:lnTo>
                  <a:lnTo>
                    <a:pt x="79681" y="1439"/>
                  </a:lnTo>
                  <a:lnTo>
                    <a:pt x="80071" y="3151"/>
                  </a:lnTo>
                  <a:lnTo>
                    <a:pt x="80461" y="4862"/>
                  </a:lnTo>
                  <a:lnTo>
                    <a:pt x="85274" y="25766"/>
                  </a:lnTo>
                  <a:lnTo>
                    <a:pt x="85588" y="27129"/>
                  </a:lnTo>
                  <a:lnTo>
                    <a:pt x="90087" y="46669"/>
                  </a:lnTo>
                  <a:lnTo>
                    <a:pt x="90248" y="47383"/>
                  </a:lnTo>
                  <a:lnTo>
                    <a:pt x="92045" y="55327"/>
                  </a:lnTo>
                  <a:lnTo>
                    <a:pt x="94285" y="65232"/>
                  </a:lnTo>
                  <a:lnTo>
                    <a:pt x="97812" y="79758"/>
                  </a:lnTo>
                  <a:lnTo>
                    <a:pt x="97990" y="80544"/>
                  </a:lnTo>
                  <a:lnTo>
                    <a:pt x="98143" y="82188"/>
                  </a:lnTo>
                  <a:lnTo>
                    <a:pt x="96412" y="82627"/>
                  </a:lnTo>
                  <a:lnTo>
                    <a:pt x="95271" y="83000"/>
                  </a:lnTo>
                  <a:lnTo>
                    <a:pt x="92466" y="83920"/>
                  </a:lnTo>
                  <a:lnTo>
                    <a:pt x="90121" y="84884"/>
                  </a:lnTo>
                  <a:lnTo>
                    <a:pt x="88368" y="86111"/>
                  </a:lnTo>
                  <a:lnTo>
                    <a:pt x="88058" y="86350"/>
                  </a:lnTo>
                  <a:lnTo>
                    <a:pt x="86549" y="87514"/>
                  </a:lnTo>
                  <a:lnTo>
                    <a:pt x="84993" y="89448"/>
                  </a:lnTo>
                  <a:lnTo>
                    <a:pt x="84116" y="90539"/>
                  </a:lnTo>
                  <a:lnTo>
                    <a:pt x="82622" y="92728"/>
                  </a:lnTo>
                  <a:lnTo>
                    <a:pt x="82516" y="92884"/>
                  </a:lnTo>
                  <a:lnTo>
                    <a:pt x="81291" y="94895"/>
                  </a:lnTo>
                  <a:lnTo>
                    <a:pt x="81047" y="95295"/>
                  </a:lnTo>
                  <a:lnTo>
                    <a:pt x="75919" y="90627"/>
                  </a:lnTo>
                  <a:lnTo>
                    <a:pt x="75620" y="90363"/>
                  </a:lnTo>
                  <a:lnTo>
                    <a:pt x="74585" y="89448"/>
                  </a:lnTo>
                  <a:lnTo>
                    <a:pt x="72696" y="87778"/>
                  </a:lnTo>
                  <a:lnTo>
                    <a:pt x="71009" y="86287"/>
                  </a:lnTo>
                  <a:lnTo>
                    <a:pt x="70468" y="85815"/>
                  </a:lnTo>
                  <a:lnTo>
                    <a:pt x="66779" y="82605"/>
                  </a:lnTo>
                  <a:lnTo>
                    <a:pt x="62631" y="78964"/>
                  </a:lnTo>
                  <a:lnTo>
                    <a:pt x="58143" y="74955"/>
                  </a:lnTo>
                  <a:lnTo>
                    <a:pt x="50390" y="83681"/>
                  </a:lnTo>
                  <a:lnTo>
                    <a:pt x="50275" y="83810"/>
                  </a:lnTo>
                  <a:lnTo>
                    <a:pt x="46922" y="87733"/>
                  </a:lnTo>
                  <a:lnTo>
                    <a:pt x="45716" y="89180"/>
                  </a:lnTo>
                  <a:lnTo>
                    <a:pt x="45493" y="89448"/>
                  </a:lnTo>
                  <a:lnTo>
                    <a:pt x="42999" y="92446"/>
                  </a:lnTo>
                  <a:lnTo>
                    <a:pt x="37760" y="98210"/>
                  </a:lnTo>
                  <a:lnTo>
                    <a:pt x="37414" y="98469"/>
                  </a:lnTo>
                  <a:lnTo>
                    <a:pt x="32916" y="101826"/>
                  </a:lnTo>
                  <a:lnTo>
                    <a:pt x="32347" y="102243"/>
                  </a:lnTo>
                  <a:lnTo>
                    <a:pt x="31492" y="102747"/>
                  </a:lnTo>
                  <a:lnTo>
                    <a:pt x="30264" y="103382"/>
                  </a:lnTo>
                  <a:lnTo>
                    <a:pt x="26319" y="105355"/>
                  </a:lnTo>
                  <a:lnTo>
                    <a:pt x="21870" y="106889"/>
                  </a:lnTo>
                  <a:lnTo>
                    <a:pt x="18790" y="107561"/>
                  </a:lnTo>
                  <a:lnTo>
                    <a:pt x="17048" y="107941"/>
                  </a:lnTo>
                  <a:lnTo>
                    <a:pt x="16622" y="108023"/>
                  </a:lnTo>
                  <a:lnTo>
                    <a:pt x="14708" y="108390"/>
                  </a:lnTo>
                  <a:lnTo>
                    <a:pt x="14580" y="108415"/>
                  </a:lnTo>
                  <a:lnTo>
                    <a:pt x="13848" y="108555"/>
                  </a:lnTo>
                  <a:lnTo>
                    <a:pt x="11109" y="109059"/>
                  </a:lnTo>
                  <a:lnTo>
                    <a:pt x="8868" y="109339"/>
                  </a:lnTo>
                  <a:lnTo>
                    <a:pt x="6809" y="97026"/>
                  </a:lnTo>
                  <a:lnTo>
                    <a:pt x="6749" y="96668"/>
                  </a:lnTo>
                  <a:lnTo>
                    <a:pt x="5410" y="88895"/>
                  </a:lnTo>
                  <a:lnTo>
                    <a:pt x="5300" y="88194"/>
                  </a:lnTo>
                  <a:lnTo>
                    <a:pt x="5213" y="87492"/>
                  </a:lnTo>
                  <a:lnTo>
                    <a:pt x="4972" y="86046"/>
                  </a:lnTo>
                  <a:lnTo>
                    <a:pt x="4467" y="82995"/>
                  </a:lnTo>
                  <a:lnTo>
                    <a:pt x="3820" y="79081"/>
                  </a:lnTo>
                  <a:lnTo>
                    <a:pt x="3656" y="78090"/>
                  </a:lnTo>
                  <a:lnTo>
                    <a:pt x="3635" y="77958"/>
                  </a:lnTo>
                  <a:lnTo>
                    <a:pt x="3576" y="77568"/>
                  </a:lnTo>
                  <a:lnTo>
                    <a:pt x="3326" y="75895"/>
                  </a:lnTo>
                  <a:lnTo>
                    <a:pt x="0" y="53629"/>
                  </a:lnTo>
                  <a:lnTo>
                    <a:pt x="1668" y="53378"/>
                  </a:lnTo>
                  <a:lnTo>
                    <a:pt x="4012" y="53026"/>
                  </a:lnTo>
                  <a:lnTo>
                    <a:pt x="6065" y="52717"/>
                  </a:lnTo>
                  <a:lnTo>
                    <a:pt x="6265" y="52687"/>
                  </a:lnTo>
                  <a:lnTo>
                    <a:pt x="10986" y="51565"/>
                  </a:lnTo>
                  <a:lnTo>
                    <a:pt x="11613" y="51416"/>
                  </a:lnTo>
                  <a:lnTo>
                    <a:pt x="14330" y="50320"/>
                  </a:lnTo>
                  <a:lnTo>
                    <a:pt x="17991" y="48260"/>
                  </a:lnTo>
                  <a:lnTo>
                    <a:pt x="19591" y="47230"/>
                  </a:lnTo>
                  <a:lnTo>
                    <a:pt x="24654" y="42978"/>
                  </a:lnTo>
                  <a:lnTo>
                    <a:pt x="28796" y="39098"/>
                  </a:lnTo>
                  <a:lnTo>
                    <a:pt x="29705" y="38222"/>
                  </a:lnTo>
                  <a:lnTo>
                    <a:pt x="30023" y="37915"/>
                  </a:lnTo>
                  <a:lnTo>
                    <a:pt x="32982" y="35482"/>
                  </a:lnTo>
                  <a:lnTo>
                    <a:pt x="37037" y="31756"/>
                  </a:lnTo>
                  <a:lnTo>
                    <a:pt x="37652" y="31183"/>
                  </a:lnTo>
                  <a:lnTo>
                    <a:pt x="45708" y="23683"/>
                  </a:lnTo>
                  <a:lnTo>
                    <a:pt x="46178" y="23271"/>
                  </a:lnTo>
                  <a:lnTo>
                    <a:pt x="49187" y="20627"/>
                  </a:lnTo>
                  <a:lnTo>
                    <a:pt x="52585" y="17641"/>
                  </a:lnTo>
                  <a:lnTo>
                    <a:pt x="53059" y="17225"/>
                  </a:lnTo>
                  <a:lnTo>
                    <a:pt x="61913" y="9093"/>
                  </a:lnTo>
                  <a:lnTo>
                    <a:pt x="66669" y="5389"/>
                  </a:lnTo>
                  <a:lnTo>
                    <a:pt x="72516" y="1839"/>
                  </a:lnTo>
                  <a:lnTo>
                    <a:pt x="73356" y="1547"/>
                  </a:lnTo>
                  <a:lnTo>
                    <a:pt x="75804" y="696"/>
                  </a:lnTo>
                  <a:lnTo>
                    <a:pt x="77562" y="85"/>
                  </a:lnTo>
                  <a:lnTo>
                    <a:pt x="77809" y="0"/>
                  </a:lnTo>
                  <a:lnTo>
                    <a:pt x="77869" y="282"/>
                  </a:lnTo>
                  <a:lnTo>
                    <a:pt x="77916" y="517"/>
                  </a:lnTo>
                  <a:lnTo>
                    <a:pt x="78022" y="104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2029752" y="3454869"/>
              <a:ext cx="70765" cy="100038"/>
            </a:xfrm>
            <a:custGeom>
              <a:avLst/>
              <a:pathLst>
                <a:path w="70765" h="100038">
                  <a:moveTo>
                    <a:pt x="53413" y="7671"/>
                  </a:moveTo>
                  <a:lnTo>
                    <a:pt x="55144" y="7232"/>
                  </a:lnTo>
                  <a:lnTo>
                    <a:pt x="55319" y="9117"/>
                  </a:lnTo>
                  <a:lnTo>
                    <a:pt x="56219" y="14261"/>
                  </a:lnTo>
                  <a:lnTo>
                    <a:pt x="56438" y="15479"/>
                  </a:lnTo>
                  <a:lnTo>
                    <a:pt x="57122" y="19290"/>
                  </a:lnTo>
                  <a:lnTo>
                    <a:pt x="58131" y="24907"/>
                  </a:lnTo>
                  <a:lnTo>
                    <a:pt x="58803" y="28650"/>
                  </a:lnTo>
                  <a:lnTo>
                    <a:pt x="60436" y="37655"/>
                  </a:lnTo>
                  <a:lnTo>
                    <a:pt x="61495" y="43497"/>
                  </a:lnTo>
                  <a:lnTo>
                    <a:pt x="63003" y="51594"/>
                  </a:lnTo>
                  <a:lnTo>
                    <a:pt x="63429" y="53313"/>
                  </a:lnTo>
                  <a:lnTo>
                    <a:pt x="63995" y="55210"/>
                  </a:lnTo>
                  <a:lnTo>
                    <a:pt x="64999" y="57668"/>
                  </a:lnTo>
                  <a:lnTo>
                    <a:pt x="65825" y="58700"/>
                  </a:lnTo>
                  <a:lnTo>
                    <a:pt x="69408" y="63149"/>
                  </a:lnTo>
                  <a:lnTo>
                    <a:pt x="70765" y="64108"/>
                  </a:lnTo>
                  <a:lnTo>
                    <a:pt x="69493" y="65080"/>
                  </a:lnTo>
                  <a:lnTo>
                    <a:pt x="68871" y="65554"/>
                  </a:lnTo>
                  <a:lnTo>
                    <a:pt x="68072" y="66158"/>
                  </a:lnTo>
                  <a:lnTo>
                    <a:pt x="67487" y="66559"/>
                  </a:lnTo>
                  <a:lnTo>
                    <a:pt x="65389" y="67997"/>
                  </a:lnTo>
                  <a:lnTo>
                    <a:pt x="64690" y="68475"/>
                  </a:lnTo>
                  <a:lnTo>
                    <a:pt x="63318" y="69416"/>
                  </a:lnTo>
                  <a:lnTo>
                    <a:pt x="61398" y="70732"/>
                  </a:lnTo>
                  <a:lnTo>
                    <a:pt x="60851" y="71106"/>
                  </a:lnTo>
                  <a:lnTo>
                    <a:pt x="57283" y="73551"/>
                  </a:lnTo>
                  <a:lnTo>
                    <a:pt x="56615" y="74008"/>
                  </a:lnTo>
                  <a:lnTo>
                    <a:pt x="56432" y="74134"/>
                  </a:lnTo>
                  <a:lnTo>
                    <a:pt x="55372" y="74860"/>
                  </a:lnTo>
                  <a:lnTo>
                    <a:pt x="54437" y="75506"/>
                  </a:lnTo>
                  <a:lnTo>
                    <a:pt x="52931" y="76545"/>
                  </a:lnTo>
                  <a:lnTo>
                    <a:pt x="50841" y="77987"/>
                  </a:lnTo>
                  <a:lnTo>
                    <a:pt x="49587" y="78852"/>
                  </a:lnTo>
                  <a:lnTo>
                    <a:pt x="49429" y="78962"/>
                  </a:lnTo>
                  <a:lnTo>
                    <a:pt x="47983" y="79955"/>
                  </a:lnTo>
                  <a:lnTo>
                    <a:pt x="47138" y="80493"/>
                  </a:lnTo>
                  <a:lnTo>
                    <a:pt x="45670" y="81497"/>
                  </a:lnTo>
                  <a:lnTo>
                    <a:pt x="45255" y="81780"/>
                  </a:lnTo>
                  <a:lnTo>
                    <a:pt x="39770" y="85531"/>
                  </a:lnTo>
                  <a:lnTo>
                    <a:pt x="36392" y="87841"/>
                  </a:lnTo>
                  <a:lnTo>
                    <a:pt x="36040" y="88082"/>
                  </a:lnTo>
                  <a:lnTo>
                    <a:pt x="33121" y="90078"/>
                  </a:lnTo>
                  <a:lnTo>
                    <a:pt x="32543" y="90477"/>
                  </a:lnTo>
                  <a:lnTo>
                    <a:pt x="31713" y="91049"/>
                  </a:lnTo>
                  <a:lnTo>
                    <a:pt x="30125" y="92144"/>
                  </a:lnTo>
                  <a:lnTo>
                    <a:pt x="28550" y="93231"/>
                  </a:lnTo>
                  <a:lnTo>
                    <a:pt x="26422" y="94682"/>
                  </a:lnTo>
                  <a:lnTo>
                    <a:pt x="19356" y="99502"/>
                  </a:lnTo>
                  <a:lnTo>
                    <a:pt x="19200" y="99594"/>
                  </a:lnTo>
                  <a:lnTo>
                    <a:pt x="18445" y="100038"/>
                  </a:lnTo>
                  <a:lnTo>
                    <a:pt x="17490" y="98650"/>
                  </a:lnTo>
                  <a:lnTo>
                    <a:pt x="14290" y="94069"/>
                  </a:lnTo>
                  <a:lnTo>
                    <a:pt x="14134" y="93837"/>
                  </a:lnTo>
                  <a:lnTo>
                    <a:pt x="11287" y="89598"/>
                  </a:lnTo>
                  <a:lnTo>
                    <a:pt x="12073" y="89046"/>
                  </a:lnTo>
                  <a:lnTo>
                    <a:pt x="9126" y="84783"/>
                  </a:lnTo>
                  <a:lnTo>
                    <a:pt x="8789" y="84383"/>
                  </a:lnTo>
                  <a:lnTo>
                    <a:pt x="4054" y="87518"/>
                  </a:lnTo>
                  <a:lnTo>
                    <a:pt x="3671" y="87769"/>
                  </a:lnTo>
                  <a:lnTo>
                    <a:pt x="3019" y="86239"/>
                  </a:lnTo>
                  <a:lnTo>
                    <a:pt x="2776" y="85363"/>
                  </a:lnTo>
                  <a:lnTo>
                    <a:pt x="3465" y="83722"/>
                  </a:lnTo>
                  <a:lnTo>
                    <a:pt x="5024" y="81394"/>
                  </a:lnTo>
                  <a:lnTo>
                    <a:pt x="6662" y="79122"/>
                  </a:lnTo>
                  <a:lnTo>
                    <a:pt x="7034" y="78721"/>
                  </a:lnTo>
                  <a:lnTo>
                    <a:pt x="3068" y="75746"/>
                  </a:lnTo>
                  <a:lnTo>
                    <a:pt x="9797" y="65971"/>
                  </a:lnTo>
                  <a:lnTo>
                    <a:pt x="11060" y="64084"/>
                  </a:lnTo>
                  <a:lnTo>
                    <a:pt x="12322" y="62198"/>
                  </a:lnTo>
                  <a:lnTo>
                    <a:pt x="15386" y="57621"/>
                  </a:lnTo>
                  <a:lnTo>
                    <a:pt x="15808" y="57084"/>
                  </a:lnTo>
                  <a:lnTo>
                    <a:pt x="15955" y="56897"/>
                  </a:lnTo>
                  <a:lnTo>
                    <a:pt x="28241" y="41444"/>
                  </a:lnTo>
                  <a:lnTo>
                    <a:pt x="23539" y="37457"/>
                  </a:lnTo>
                  <a:lnTo>
                    <a:pt x="23208" y="37162"/>
                  </a:lnTo>
                  <a:lnTo>
                    <a:pt x="20755" y="34980"/>
                  </a:lnTo>
                  <a:lnTo>
                    <a:pt x="12734" y="28558"/>
                  </a:lnTo>
                  <a:lnTo>
                    <a:pt x="12183" y="28078"/>
                  </a:lnTo>
                  <a:lnTo>
                    <a:pt x="8635" y="24985"/>
                  </a:lnTo>
                  <a:lnTo>
                    <a:pt x="8241" y="24650"/>
                  </a:lnTo>
                  <a:lnTo>
                    <a:pt x="4887" y="21807"/>
                  </a:lnTo>
                  <a:lnTo>
                    <a:pt x="4107" y="21124"/>
                  </a:lnTo>
                  <a:lnTo>
                    <a:pt x="2936" y="20098"/>
                  </a:lnTo>
                  <a:lnTo>
                    <a:pt x="0" y="17490"/>
                  </a:lnTo>
                  <a:lnTo>
                    <a:pt x="2494" y="14492"/>
                  </a:lnTo>
                  <a:lnTo>
                    <a:pt x="2717" y="14224"/>
                  </a:lnTo>
                  <a:lnTo>
                    <a:pt x="4008" y="12677"/>
                  </a:lnTo>
                  <a:lnTo>
                    <a:pt x="7276" y="8854"/>
                  </a:lnTo>
                  <a:lnTo>
                    <a:pt x="7391" y="8725"/>
                  </a:lnTo>
                  <a:lnTo>
                    <a:pt x="15144" y="0"/>
                  </a:lnTo>
                  <a:lnTo>
                    <a:pt x="19632" y="4008"/>
                  </a:lnTo>
                  <a:lnTo>
                    <a:pt x="23780" y="7649"/>
                  </a:lnTo>
                  <a:lnTo>
                    <a:pt x="27502" y="10888"/>
                  </a:lnTo>
                  <a:lnTo>
                    <a:pt x="28010" y="11331"/>
                  </a:lnTo>
                  <a:lnTo>
                    <a:pt x="29697" y="12822"/>
                  </a:lnTo>
                  <a:lnTo>
                    <a:pt x="31586" y="14492"/>
                  </a:lnTo>
                  <a:lnTo>
                    <a:pt x="32670" y="15449"/>
                  </a:lnTo>
                  <a:lnTo>
                    <a:pt x="32920" y="15671"/>
                  </a:lnTo>
                  <a:lnTo>
                    <a:pt x="38048" y="20339"/>
                  </a:lnTo>
                  <a:lnTo>
                    <a:pt x="38292" y="19939"/>
                  </a:lnTo>
                  <a:lnTo>
                    <a:pt x="39517" y="17928"/>
                  </a:lnTo>
                  <a:lnTo>
                    <a:pt x="39623" y="17772"/>
                  </a:lnTo>
                  <a:lnTo>
                    <a:pt x="41117" y="15583"/>
                  </a:lnTo>
                  <a:lnTo>
                    <a:pt x="41994" y="14492"/>
                  </a:lnTo>
                  <a:lnTo>
                    <a:pt x="43550" y="12558"/>
                  </a:lnTo>
                  <a:lnTo>
                    <a:pt x="45059" y="11394"/>
                  </a:lnTo>
                  <a:lnTo>
                    <a:pt x="45369" y="11155"/>
                  </a:lnTo>
                  <a:lnTo>
                    <a:pt x="47122" y="9928"/>
                  </a:lnTo>
                  <a:lnTo>
                    <a:pt x="49467" y="8964"/>
                  </a:lnTo>
                  <a:lnTo>
                    <a:pt x="52272" y="804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1995625" y="3472360"/>
              <a:ext cx="62422" cy="107300"/>
            </a:xfrm>
            <a:custGeom>
              <a:avLst/>
              <a:pathLst>
                <a:path w="62422" h="107300">
                  <a:moveTo>
                    <a:pt x="37146" y="68748"/>
                  </a:moveTo>
                  <a:lnTo>
                    <a:pt x="37797" y="70278"/>
                  </a:lnTo>
                  <a:lnTo>
                    <a:pt x="38187" y="70023"/>
                  </a:lnTo>
                  <a:lnTo>
                    <a:pt x="42915" y="66892"/>
                  </a:lnTo>
                  <a:lnTo>
                    <a:pt x="43252" y="67292"/>
                  </a:lnTo>
                  <a:lnTo>
                    <a:pt x="46200" y="71555"/>
                  </a:lnTo>
                  <a:lnTo>
                    <a:pt x="45414" y="72107"/>
                  </a:lnTo>
                  <a:lnTo>
                    <a:pt x="48260" y="76346"/>
                  </a:lnTo>
                  <a:lnTo>
                    <a:pt x="48416" y="76578"/>
                  </a:lnTo>
                  <a:lnTo>
                    <a:pt x="51616" y="81159"/>
                  </a:lnTo>
                  <a:lnTo>
                    <a:pt x="52572" y="82547"/>
                  </a:lnTo>
                  <a:lnTo>
                    <a:pt x="52086" y="82832"/>
                  </a:lnTo>
                  <a:lnTo>
                    <a:pt x="50966" y="83492"/>
                  </a:lnTo>
                  <a:lnTo>
                    <a:pt x="50549" y="83737"/>
                  </a:lnTo>
                  <a:lnTo>
                    <a:pt x="49097" y="84724"/>
                  </a:lnTo>
                  <a:lnTo>
                    <a:pt x="48490" y="85138"/>
                  </a:lnTo>
                  <a:lnTo>
                    <a:pt x="40343" y="90683"/>
                  </a:lnTo>
                  <a:lnTo>
                    <a:pt x="40192" y="90788"/>
                  </a:lnTo>
                  <a:lnTo>
                    <a:pt x="37691" y="92529"/>
                  </a:lnTo>
                  <a:lnTo>
                    <a:pt x="35168" y="94285"/>
                  </a:lnTo>
                  <a:lnTo>
                    <a:pt x="34840" y="94514"/>
                  </a:lnTo>
                  <a:lnTo>
                    <a:pt x="34346" y="94858"/>
                  </a:lnTo>
                  <a:lnTo>
                    <a:pt x="33616" y="95366"/>
                  </a:lnTo>
                  <a:lnTo>
                    <a:pt x="29578" y="98178"/>
                  </a:lnTo>
                  <a:lnTo>
                    <a:pt x="26218" y="100518"/>
                  </a:lnTo>
                  <a:lnTo>
                    <a:pt x="23828" y="102182"/>
                  </a:lnTo>
                  <a:lnTo>
                    <a:pt x="21944" y="103560"/>
                  </a:lnTo>
                  <a:lnTo>
                    <a:pt x="20665" y="104495"/>
                  </a:lnTo>
                  <a:lnTo>
                    <a:pt x="20170" y="104856"/>
                  </a:lnTo>
                  <a:lnTo>
                    <a:pt x="19971" y="105002"/>
                  </a:lnTo>
                  <a:lnTo>
                    <a:pt x="19611" y="105248"/>
                  </a:lnTo>
                  <a:lnTo>
                    <a:pt x="18177" y="106227"/>
                  </a:lnTo>
                  <a:lnTo>
                    <a:pt x="17608" y="106616"/>
                  </a:lnTo>
                  <a:lnTo>
                    <a:pt x="17463" y="106714"/>
                  </a:lnTo>
                  <a:lnTo>
                    <a:pt x="17206" y="106890"/>
                  </a:lnTo>
                  <a:lnTo>
                    <a:pt x="16585" y="107300"/>
                  </a:lnTo>
                  <a:lnTo>
                    <a:pt x="16173" y="106445"/>
                  </a:lnTo>
                  <a:lnTo>
                    <a:pt x="14854" y="102954"/>
                  </a:lnTo>
                  <a:lnTo>
                    <a:pt x="14536" y="101905"/>
                  </a:lnTo>
                  <a:lnTo>
                    <a:pt x="13092" y="97133"/>
                  </a:lnTo>
                  <a:lnTo>
                    <a:pt x="12108" y="91500"/>
                  </a:lnTo>
                  <a:lnTo>
                    <a:pt x="12004" y="90904"/>
                  </a:lnTo>
                  <a:lnTo>
                    <a:pt x="9781" y="78175"/>
                  </a:lnTo>
                  <a:lnTo>
                    <a:pt x="9526" y="76337"/>
                  </a:lnTo>
                  <a:lnTo>
                    <a:pt x="7119" y="58952"/>
                  </a:lnTo>
                  <a:lnTo>
                    <a:pt x="6964" y="57852"/>
                  </a:lnTo>
                  <a:lnTo>
                    <a:pt x="6926" y="57620"/>
                  </a:lnTo>
                  <a:lnTo>
                    <a:pt x="5874" y="51592"/>
                  </a:lnTo>
                  <a:lnTo>
                    <a:pt x="5743" y="50935"/>
                  </a:lnTo>
                  <a:lnTo>
                    <a:pt x="5085" y="46946"/>
                  </a:lnTo>
                  <a:lnTo>
                    <a:pt x="4252" y="42431"/>
                  </a:lnTo>
                  <a:lnTo>
                    <a:pt x="3811" y="39785"/>
                  </a:lnTo>
                  <a:lnTo>
                    <a:pt x="2827" y="33886"/>
                  </a:lnTo>
                  <a:lnTo>
                    <a:pt x="2745" y="33392"/>
                  </a:lnTo>
                  <a:lnTo>
                    <a:pt x="2133" y="29723"/>
                  </a:lnTo>
                  <a:lnTo>
                    <a:pt x="760" y="21498"/>
                  </a:lnTo>
                  <a:lnTo>
                    <a:pt x="401" y="19343"/>
                  </a:lnTo>
                  <a:lnTo>
                    <a:pt x="176" y="17993"/>
                  </a:lnTo>
                  <a:lnTo>
                    <a:pt x="130" y="17709"/>
                  </a:lnTo>
                  <a:lnTo>
                    <a:pt x="0" y="16891"/>
                  </a:lnTo>
                  <a:lnTo>
                    <a:pt x="2236" y="16612"/>
                  </a:lnTo>
                  <a:lnTo>
                    <a:pt x="4976" y="16108"/>
                  </a:lnTo>
                  <a:lnTo>
                    <a:pt x="5707" y="15968"/>
                  </a:lnTo>
                  <a:lnTo>
                    <a:pt x="5835" y="15943"/>
                  </a:lnTo>
                  <a:lnTo>
                    <a:pt x="7749" y="15576"/>
                  </a:lnTo>
                  <a:lnTo>
                    <a:pt x="8176" y="15494"/>
                  </a:lnTo>
                  <a:lnTo>
                    <a:pt x="9917" y="15114"/>
                  </a:lnTo>
                  <a:lnTo>
                    <a:pt x="12998" y="14442"/>
                  </a:lnTo>
                  <a:lnTo>
                    <a:pt x="17447" y="12908"/>
                  </a:lnTo>
                  <a:lnTo>
                    <a:pt x="21392" y="10935"/>
                  </a:lnTo>
                  <a:lnTo>
                    <a:pt x="22619" y="10300"/>
                  </a:lnTo>
                  <a:lnTo>
                    <a:pt x="23474" y="9796"/>
                  </a:lnTo>
                  <a:lnTo>
                    <a:pt x="24044" y="9379"/>
                  </a:lnTo>
                  <a:lnTo>
                    <a:pt x="28541" y="6022"/>
                  </a:lnTo>
                  <a:lnTo>
                    <a:pt x="28897" y="5753"/>
                  </a:lnTo>
                  <a:lnTo>
                    <a:pt x="34127" y="0"/>
                  </a:lnTo>
                  <a:lnTo>
                    <a:pt x="37063" y="2607"/>
                  </a:lnTo>
                  <a:lnTo>
                    <a:pt x="38234" y="3633"/>
                  </a:lnTo>
                  <a:lnTo>
                    <a:pt x="39101" y="4382"/>
                  </a:lnTo>
                  <a:lnTo>
                    <a:pt x="42368" y="7159"/>
                  </a:lnTo>
                  <a:lnTo>
                    <a:pt x="42762" y="7494"/>
                  </a:lnTo>
                  <a:lnTo>
                    <a:pt x="46359" y="10630"/>
                  </a:lnTo>
                  <a:lnTo>
                    <a:pt x="46860" y="11067"/>
                  </a:lnTo>
                  <a:lnTo>
                    <a:pt x="54882" y="17489"/>
                  </a:lnTo>
                  <a:lnTo>
                    <a:pt x="57334" y="19671"/>
                  </a:lnTo>
                  <a:lnTo>
                    <a:pt x="57666" y="19965"/>
                  </a:lnTo>
                  <a:lnTo>
                    <a:pt x="62422" y="23998"/>
                  </a:lnTo>
                  <a:lnTo>
                    <a:pt x="50082" y="39406"/>
                  </a:lnTo>
                  <a:lnTo>
                    <a:pt x="49935" y="39593"/>
                  </a:lnTo>
                  <a:lnTo>
                    <a:pt x="49512" y="40129"/>
                  </a:lnTo>
                  <a:lnTo>
                    <a:pt x="46449" y="44707"/>
                  </a:lnTo>
                  <a:lnTo>
                    <a:pt x="45186" y="46593"/>
                  </a:lnTo>
                  <a:lnTo>
                    <a:pt x="43904" y="48508"/>
                  </a:lnTo>
                  <a:lnTo>
                    <a:pt x="37194" y="58255"/>
                  </a:lnTo>
                  <a:lnTo>
                    <a:pt x="41160" y="61229"/>
                  </a:lnTo>
                  <a:lnTo>
                    <a:pt x="40789" y="61631"/>
                  </a:lnTo>
                  <a:lnTo>
                    <a:pt x="39150" y="63903"/>
                  </a:lnTo>
                  <a:lnTo>
                    <a:pt x="37591" y="66231"/>
                  </a:lnTo>
                  <a:lnTo>
                    <a:pt x="36902" y="6787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1940200" y="3468107"/>
              <a:ext cx="71931" cy="126247"/>
            </a:xfrm>
            <a:custGeom>
              <a:avLst/>
              <a:pathLst>
                <a:path w="71931" h="126247">
                  <a:moveTo>
                    <a:pt x="53363" y="8839"/>
                  </a:moveTo>
                  <a:lnTo>
                    <a:pt x="55426" y="21172"/>
                  </a:lnTo>
                  <a:lnTo>
                    <a:pt x="55555" y="21963"/>
                  </a:lnTo>
                  <a:lnTo>
                    <a:pt x="55601" y="22246"/>
                  </a:lnTo>
                  <a:lnTo>
                    <a:pt x="55827" y="23596"/>
                  </a:lnTo>
                  <a:lnTo>
                    <a:pt x="56186" y="25751"/>
                  </a:lnTo>
                  <a:lnTo>
                    <a:pt x="57558" y="33976"/>
                  </a:lnTo>
                  <a:lnTo>
                    <a:pt x="58170" y="37645"/>
                  </a:lnTo>
                  <a:lnTo>
                    <a:pt x="58253" y="38139"/>
                  </a:lnTo>
                  <a:lnTo>
                    <a:pt x="59249" y="44112"/>
                  </a:lnTo>
                  <a:lnTo>
                    <a:pt x="59678" y="46684"/>
                  </a:lnTo>
                  <a:lnTo>
                    <a:pt x="60511" y="51199"/>
                  </a:lnTo>
                  <a:lnTo>
                    <a:pt x="61168" y="55188"/>
                  </a:lnTo>
                  <a:lnTo>
                    <a:pt x="61300" y="55845"/>
                  </a:lnTo>
                  <a:lnTo>
                    <a:pt x="62352" y="61873"/>
                  </a:lnTo>
                  <a:lnTo>
                    <a:pt x="62406" y="62204"/>
                  </a:lnTo>
                  <a:lnTo>
                    <a:pt x="62544" y="63205"/>
                  </a:lnTo>
                  <a:lnTo>
                    <a:pt x="64952" y="80590"/>
                  </a:lnTo>
                  <a:lnTo>
                    <a:pt x="65206" y="82428"/>
                  </a:lnTo>
                  <a:lnTo>
                    <a:pt x="67430" y="95157"/>
                  </a:lnTo>
                  <a:lnTo>
                    <a:pt x="67534" y="95753"/>
                  </a:lnTo>
                  <a:lnTo>
                    <a:pt x="68517" y="101386"/>
                  </a:lnTo>
                  <a:lnTo>
                    <a:pt x="69962" y="106158"/>
                  </a:lnTo>
                  <a:lnTo>
                    <a:pt x="70280" y="107207"/>
                  </a:lnTo>
                  <a:lnTo>
                    <a:pt x="71598" y="110698"/>
                  </a:lnTo>
                  <a:lnTo>
                    <a:pt x="71931" y="111606"/>
                  </a:lnTo>
                  <a:lnTo>
                    <a:pt x="68194" y="114125"/>
                  </a:lnTo>
                  <a:lnTo>
                    <a:pt x="65359" y="116036"/>
                  </a:lnTo>
                  <a:lnTo>
                    <a:pt x="64336" y="116725"/>
                  </a:lnTo>
                  <a:lnTo>
                    <a:pt x="59508" y="119979"/>
                  </a:lnTo>
                  <a:lnTo>
                    <a:pt x="54730" y="122828"/>
                  </a:lnTo>
                  <a:lnTo>
                    <a:pt x="48933" y="125282"/>
                  </a:lnTo>
                  <a:lnTo>
                    <a:pt x="43333" y="126247"/>
                  </a:lnTo>
                  <a:lnTo>
                    <a:pt x="31289" y="124737"/>
                  </a:lnTo>
                  <a:lnTo>
                    <a:pt x="2825" y="120519"/>
                  </a:lnTo>
                  <a:lnTo>
                    <a:pt x="4621" y="108886"/>
                  </a:lnTo>
                  <a:lnTo>
                    <a:pt x="4640" y="108726"/>
                  </a:lnTo>
                  <a:lnTo>
                    <a:pt x="5069" y="105428"/>
                  </a:lnTo>
                  <a:lnTo>
                    <a:pt x="5326" y="105470"/>
                  </a:lnTo>
                  <a:lnTo>
                    <a:pt x="6157" y="105602"/>
                  </a:lnTo>
                  <a:lnTo>
                    <a:pt x="10315" y="101462"/>
                  </a:lnTo>
                  <a:lnTo>
                    <a:pt x="11268" y="100489"/>
                  </a:lnTo>
                  <a:lnTo>
                    <a:pt x="15689" y="95976"/>
                  </a:lnTo>
                  <a:lnTo>
                    <a:pt x="15784" y="95659"/>
                  </a:lnTo>
                  <a:lnTo>
                    <a:pt x="16804" y="92188"/>
                  </a:lnTo>
                  <a:lnTo>
                    <a:pt x="17662" y="89270"/>
                  </a:lnTo>
                  <a:lnTo>
                    <a:pt x="17816" y="88218"/>
                  </a:lnTo>
                  <a:lnTo>
                    <a:pt x="17969" y="87407"/>
                  </a:lnTo>
                  <a:lnTo>
                    <a:pt x="18144" y="86508"/>
                  </a:lnTo>
                  <a:lnTo>
                    <a:pt x="18205" y="86326"/>
                  </a:lnTo>
                  <a:lnTo>
                    <a:pt x="18473" y="85522"/>
                  </a:lnTo>
                  <a:lnTo>
                    <a:pt x="18657" y="85119"/>
                  </a:lnTo>
                  <a:lnTo>
                    <a:pt x="18933" y="84514"/>
                  </a:lnTo>
                  <a:lnTo>
                    <a:pt x="19306" y="83615"/>
                  </a:lnTo>
                  <a:lnTo>
                    <a:pt x="19920" y="82738"/>
                  </a:lnTo>
                  <a:lnTo>
                    <a:pt x="20358" y="82212"/>
                  </a:lnTo>
                  <a:lnTo>
                    <a:pt x="20730" y="81705"/>
                  </a:lnTo>
                  <a:lnTo>
                    <a:pt x="20950" y="81445"/>
                  </a:lnTo>
                  <a:lnTo>
                    <a:pt x="21215" y="81180"/>
                  </a:lnTo>
                  <a:lnTo>
                    <a:pt x="21417" y="80987"/>
                  </a:lnTo>
                  <a:lnTo>
                    <a:pt x="24302" y="78242"/>
                  </a:lnTo>
                  <a:lnTo>
                    <a:pt x="21113" y="75315"/>
                  </a:lnTo>
                  <a:lnTo>
                    <a:pt x="22492" y="73697"/>
                  </a:lnTo>
                  <a:lnTo>
                    <a:pt x="21640" y="68449"/>
                  </a:lnTo>
                  <a:lnTo>
                    <a:pt x="21603" y="68223"/>
                  </a:lnTo>
                  <a:lnTo>
                    <a:pt x="21330" y="66392"/>
                  </a:lnTo>
                  <a:lnTo>
                    <a:pt x="20295" y="61262"/>
                  </a:lnTo>
                  <a:lnTo>
                    <a:pt x="20255" y="61089"/>
                  </a:lnTo>
                  <a:lnTo>
                    <a:pt x="18467" y="59460"/>
                  </a:lnTo>
                  <a:lnTo>
                    <a:pt x="14203" y="55576"/>
                  </a:lnTo>
                  <a:lnTo>
                    <a:pt x="10953" y="58813"/>
                  </a:lnTo>
                  <a:lnTo>
                    <a:pt x="8843" y="56836"/>
                  </a:lnTo>
                  <a:lnTo>
                    <a:pt x="8915" y="56615"/>
                  </a:lnTo>
                  <a:lnTo>
                    <a:pt x="9011" y="56318"/>
                  </a:lnTo>
                  <a:lnTo>
                    <a:pt x="8548" y="55855"/>
                  </a:lnTo>
                  <a:lnTo>
                    <a:pt x="8033" y="55242"/>
                  </a:lnTo>
                  <a:lnTo>
                    <a:pt x="8223" y="55070"/>
                  </a:lnTo>
                  <a:lnTo>
                    <a:pt x="9131" y="54249"/>
                  </a:lnTo>
                  <a:lnTo>
                    <a:pt x="10582" y="52935"/>
                  </a:lnTo>
                  <a:lnTo>
                    <a:pt x="10873" y="52671"/>
                  </a:lnTo>
                  <a:lnTo>
                    <a:pt x="11395" y="52199"/>
                  </a:lnTo>
                  <a:lnTo>
                    <a:pt x="11616" y="51191"/>
                  </a:lnTo>
                  <a:lnTo>
                    <a:pt x="11988" y="49491"/>
                  </a:lnTo>
                  <a:lnTo>
                    <a:pt x="11338" y="49003"/>
                  </a:lnTo>
                  <a:lnTo>
                    <a:pt x="10075" y="48054"/>
                  </a:lnTo>
                  <a:lnTo>
                    <a:pt x="9699" y="48647"/>
                  </a:lnTo>
                  <a:lnTo>
                    <a:pt x="8493" y="47911"/>
                  </a:lnTo>
                  <a:lnTo>
                    <a:pt x="8200" y="47732"/>
                  </a:lnTo>
                  <a:lnTo>
                    <a:pt x="8559" y="47190"/>
                  </a:lnTo>
                  <a:lnTo>
                    <a:pt x="6636" y="45789"/>
                  </a:lnTo>
                  <a:lnTo>
                    <a:pt x="6182" y="45368"/>
                  </a:lnTo>
                  <a:lnTo>
                    <a:pt x="3148" y="42555"/>
                  </a:lnTo>
                  <a:lnTo>
                    <a:pt x="2894" y="42320"/>
                  </a:lnTo>
                  <a:lnTo>
                    <a:pt x="2601" y="42048"/>
                  </a:lnTo>
                  <a:lnTo>
                    <a:pt x="1294" y="40837"/>
                  </a:lnTo>
                  <a:lnTo>
                    <a:pt x="0" y="39637"/>
                  </a:lnTo>
                  <a:lnTo>
                    <a:pt x="362" y="35036"/>
                  </a:lnTo>
                  <a:lnTo>
                    <a:pt x="424" y="34247"/>
                  </a:lnTo>
                  <a:lnTo>
                    <a:pt x="457" y="33822"/>
                  </a:lnTo>
                  <a:lnTo>
                    <a:pt x="594" y="32086"/>
                  </a:lnTo>
                  <a:lnTo>
                    <a:pt x="836" y="31728"/>
                  </a:lnTo>
                  <a:lnTo>
                    <a:pt x="1345" y="31184"/>
                  </a:lnTo>
                  <a:lnTo>
                    <a:pt x="1645" y="30804"/>
                  </a:lnTo>
                  <a:lnTo>
                    <a:pt x="1969" y="28975"/>
                  </a:lnTo>
                  <a:lnTo>
                    <a:pt x="2049" y="28634"/>
                  </a:lnTo>
                  <a:lnTo>
                    <a:pt x="2400" y="28289"/>
                  </a:lnTo>
                  <a:lnTo>
                    <a:pt x="3882" y="26856"/>
                  </a:lnTo>
                  <a:lnTo>
                    <a:pt x="2691" y="25260"/>
                  </a:lnTo>
                  <a:lnTo>
                    <a:pt x="2539" y="25082"/>
                  </a:lnTo>
                  <a:lnTo>
                    <a:pt x="676" y="22905"/>
                  </a:lnTo>
                  <a:lnTo>
                    <a:pt x="338" y="22510"/>
                  </a:lnTo>
                  <a:lnTo>
                    <a:pt x="598" y="22354"/>
                  </a:lnTo>
                  <a:lnTo>
                    <a:pt x="963" y="22090"/>
                  </a:lnTo>
                  <a:lnTo>
                    <a:pt x="1177" y="21935"/>
                  </a:lnTo>
                  <a:lnTo>
                    <a:pt x="1701" y="21556"/>
                  </a:lnTo>
                  <a:lnTo>
                    <a:pt x="1944" y="21347"/>
                  </a:lnTo>
                  <a:lnTo>
                    <a:pt x="2636" y="20756"/>
                  </a:lnTo>
                  <a:lnTo>
                    <a:pt x="2991" y="20337"/>
                  </a:lnTo>
                  <a:lnTo>
                    <a:pt x="3076" y="20181"/>
                  </a:lnTo>
                  <a:lnTo>
                    <a:pt x="3384" y="19622"/>
                  </a:lnTo>
                  <a:lnTo>
                    <a:pt x="3584" y="19267"/>
                  </a:lnTo>
                  <a:lnTo>
                    <a:pt x="3938" y="18630"/>
                  </a:lnTo>
                  <a:lnTo>
                    <a:pt x="4292" y="17919"/>
                  </a:lnTo>
                  <a:lnTo>
                    <a:pt x="4478" y="17524"/>
                  </a:lnTo>
                  <a:lnTo>
                    <a:pt x="4629" y="17622"/>
                  </a:lnTo>
                  <a:lnTo>
                    <a:pt x="5085" y="17917"/>
                  </a:lnTo>
                  <a:lnTo>
                    <a:pt x="5792" y="16851"/>
                  </a:lnTo>
                  <a:lnTo>
                    <a:pt x="6004" y="16531"/>
                  </a:lnTo>
                  <a:lnTo>
                    <a:pt x="5841" y="16447"/>
                  </a:lnTo>
                  <a:lnTo>
                    <a:pt x="316" y="13007"/>
                  </a:lnTo>
                  <a:lnTo>
                    <a:pt x="785" y="12226"/>
                  </a:lnTo>
                  <a:lnTo>
                    <a:pt x="1063" y="12057"/>
                  </a:lnTo>
                  <a:lnTo>
                    <a:pt x="3307" y="10696"/>
                  </a:lnTo>
                  <a:lnTo>
                    <a:pt x="6291" y="8997"/>
                  </a:lnTo>
                  <a:lnTo>
                    <a:pt x="6725" y="8787"/>
                  </a:lnTo>
                  <a:lnTo>
                    <a:pt x="9159" y="7606"/>
                  </a:lnTo>
                  <a:lnTo>
                    <a:pt x="12008" y="6488"/>
                  </a:lnTo>
                  <a:lnTo>
                    <a:pt x="14748" y="6028"/>
                  </a:lnTo>
                  <a:lnTo>
                    <a:pt x="21301" y="4954"/>
                  </a:lnTo>
                  <a:lnTo>
                    <a:pt x="29579" y="3439"/>
                  </a:lnTo>
                  <a:lnTo>
                    <a:pt x="33424" y="2892"/>
                  </a:lnTo>
                  <a:lnTo>
                    <a:pt x="44595" y="1204"/>
                  </a:lnTo>
                  <a:lnTo>
                    <a:pt x="51853" y="0"/>
                  </a:lnTo>
                  <a:lnTo>
                    <a:pt x="51963" y="701"/>
                  </a:lnTo>
                  <a:lnTo>
                    <a:pt x="53322" y="85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1901800" y="3448207"/>
              <a:ext cx="90249" cy="55487"/>
            </a:xfrm>
            <a:custGeom>
              <a:avLst/>
              <a:pathLst>
                <a:path w="90249" h="55487">
                  <a:moveTo>
                    <a:pt x="16087" y="2782"/>
                  </a:moveTo>
                  <a:lnTo>
                    <a:pt x="17960" y="2019"/>
                  </a:lnTo>
                  <a:lnTo>
                    <a:pt x="19193" y="1516"/>
                  </a:lnTo>
                  <a:lnTo>
                    <a:pt x="21286" y="4933"/>
                  </a:lnTo>
                  <a:lnTo>
                    <a:pt x="21754" y="5945"/>
                  </a:lnTo>
                  <a:lnTo>
                    <a:pt x="22123" y="6744"/>
                  </a:lnTo>
                  <a:lnTo>
                    <a:pt x="22429" y="7562"/>
                  </a:lnTo>
                  <a:lnTo>
                    <a:pt x="22633" y="8107"/>
                  </a:lnTo>
                  <a:lnTo>
                    <a:pt x="23129" y="9433"/>
                  </a:lnTo>
                  <a:lnTo>
                    <a:pt x="23137" y="9949"/>
                  </a:lnTo>
                  <a:lnTo>
                    <a:pt x="23154" y="10959"/>
                  </a:lnTo>
                  <a:lnTo>
                    <a:pt x="23169" y="12250"/>
                  </a:lnTo>
                  <a:lnTo>
                    <a:pt x="22928" y="13723"/>
                  </a:lnTo>
                  <a:lnTo>
                    <a:pt x="22708" y="15069"/>
                  </a:lnTo>
                  <a:lnTo>
                    <a:pt x="23152" y="15175"/>
                  </a:lnTo>
                  <a:lnTo>
                    <a:pt x="26101" y="15877"/>
                  </a:lnTo>
                  <a:lnTo>
                    <a:pt x="26699" y="16035"/>
                  </a:lnTo>
                  <a:lnTo>
                    <a:pt x="26932" y="15386"/>
                  </a:lnTo>
                  <a:lnTo>
                    <a:pt x="27388" y="15254"/>
                  </a:lnTo>
                  <a:lnTo>
                    <a:pt x="28911" y="16134"/>
                  </a:lnTo>
                  <a:lnTo>
                    <a:pt x="29446" y="16442"/>
                  </a:lnTo>
                  <a:lnTo>
                    <a:pt x="29656" y="16212"/>
                  </a:lnTo>
                  <a:lnTo>
                    <a:pt x="29856" y="16146"/>
                  </a:lnTo>
                  <a:lnTo>
                    <a:pt x="31262" y="16982"/>
                  </a:lnTo>
                  <a:lnTo>
                    <a:pt x="31946" y="17389"/>
                  </a:lnTo>
                  <a:lnTo>
                    <a:pt x="32534" y="17739"/>
                  </a:lnTo>
                  <a:lnTo>
                    <a:pt x="32669" y="17829"/>
                  </a:lnTo>
                  <a:lnTo>
                    <a:pt x="33072" y="18097"/>
                  </a:lnTo>
                  <a:lnTo>
                    <a:pt x="33552" y="18389"/>
                  </a:lnTo>
                  <a:lnTo>
                    <a:pt x="35486" y="15695"/>
                  </a:lnTo>
                  <a:lnTo>
                    <a:pt x="36477" y="14314"/>
                  </a:lnTo>
                  <a:lnTo>
                    <a:pt x="37040" y="13530"/>
                  </a:lnTo>
                  <a:lnTo>
                    <a:pt x="37306" y="13159"/>
                  </a:lnTo>
                  <a:lnTo>
                    <a:pt x="37532" y="12836"/>
                  </a:lnTo>
                  <a:lnTo>
                    <a:pt x="37672" y="12635"/>
                  </a:lnTo>
                  <a:lnTo>
                    <a:pt x="38604" y="11332"/>
                  </a:lnTo>
                  <a:lnTo>
                    <a:pt x="39635" y="10424"/>
                  </a:lnTo>
                  <a:lnTo>
                    <a:pt x="40042" y="10069"/>
                  </a:lnTo>
                  <a:lnTo>
                    <a:pt x="40263" y="9877"/>
                  </a:lnTo>
                  <a:lnTo>
                    <a:pt x="40464" y="9701"/>
                  </a:lnTo>
                  <a:lnTo>
                    <a:pt x="43351" y="7957"/>
                  </a:lnTo>
                  <a:lnTo>
                    <a:pt x="43889" y="7631"/>
                  </a:lnTo>
                  <a:lnTo>
                    <a:pt x="44729" y="6982"/>
                  </a:lnTo>
                  <a:lnTo>
                    <a:pt x="44997" y="7025"/>
                  </a:lnTo>
                  <a:lnTo>
                    <a:pt x="46124" y="7205"/>
                  </a:lnTo>
                  <a:lnTo>
                    <a:pt x="46465" y="7429"/>
                  </a:lnTo>
                  <a:lnTo>
                    <a:pt x="47029" y="8427"/>
                  </a:lnTo>
                  <a:lnTo>
                    <a:pt x="47298" y="8903"/>
                  </a:lnTo>
                  <a:lnTo>
                    <a:pt x="47533" y="9010"/>
                  </a:lnTo>
                  <a:lnTo>
                    <a:pt x="49125" y="9726"/>
                  </a:lnTo>
                  <a:lnTo>
                    <a:pt x="49310" y="10494"/>
                  </a:lnTo>
                  <a:lnTo>
                    <a:pt x="49236" y="10655"/>
                  </a:lnTo>
                  <a:lnTo>
                    <a:pt x="48754" y="12021"/>
                  </a:lnTo>
                  <a:lnTo>
                    <a:pt x="49068" y="12254"/>
                  </a:lnTo>
                  <a:lnTo>
                    <a:pt x="49967" y="12666"/>
                  </a:lnTo>
                  <a:lnTo>
                    <a:pt x="50263" y="12802"/>
                  </a:lnTo>
                  <a:lnTo>
                    <a:pt x="50394" y="12885"/>
                  </a:lnTo>
                  <a:lnTo>
                    <a:pt x="52454" y="14670"/>
                  </a:lnTo>
                  <a:lnTo>
                    <a:pt x="52633" y="14479"/>
                  </a:lnTo>
                  <a:lnTo>
                    <a:pt x="53715" y="13398"/>
                  </a:lnTo>
                  <a:lnTo>
                    <a:pt x="53871" y="13274"/>
                  </a:lnTo>
                  <a:lnTo>
                    <a:pt x="54493" y="12777"/>
                  </a:lnTo>
                  <a:lnTo>
                    <a:pt x="54763" y="12561"/>
                  </a:lnTo>
                  <a:lnTo>
                    <a:pt x="55524" y="12081"/>
                  </a:lnTo>
                  <a:lnTo>
                    <a:pt x="56413" y="11808"/>
                  </a:lnTo>
                  <a:lnTo>
                    <a:pt x="56942" y="11712"/>
                  </a:lnTo>
                  <a:lnTo>
                    <a:pt x="57505" y="11609"/>
                  </a:lnTo>
                  <a:lnTo>
                    <a:pt x="58464" y="11435"/>
                  </a:lnTo>
                  <a:lnTo>
                    <a:pt x="58610" y="11409"/>
                  </a:lnTo>
                  <a:lnTo>
                    <a:pt x="58742" y="11394"/>
                  </a:lnTo>
                  <a:lnTo>
                    <a:pt x="59107" y="11360"/>
                  </a:lnTo>
                  <a:lnTo>
                    <a:pt x="59655" y="11310"/>
                  </a:lnTo>
                  <a:lnTo>
                    <a:pt x="60144" y="11337"/>
                  </a:lnTo>
                  <a:lnTo>
                    <a:pt x="60340" y="11348"/>
                  </a:lnTo>
                  <a:lnTo>
                    <a:pt x="60672" y="11367"/>
                  </a:lnTo>
                  <a:lnTo>
                    <a:pt x="60981" y="11382"/>
                  </a:lnTo>
                  <a:lnTo>
                    <a:pt x="61142" y="11372"/>
                  </a:lnTo>
                  <a:lnTo>
                    <a:pt x="61793" y="11329"/>
                  </a:lnTo>
                  <a:lnTo>
                    <a:pt x="62937" y="11253"/>
                  </a:lnTo>
                  <a:lnTo>
                    <a:pt x="63096" y="11168"/>
                  </a:lnTo>
                  <a:lnTo>
                    <a:pt x="63531" y="10934"/>
                  </a:lnTo>
                  <a:lnTo>
                    <a:pt x="63756" y="10814"/>
                  </a:lnTo>
                  <a:lnTo>
                    <a:pt x="64298" y="10498"/>
                  </a:lnTo>
                  <a:lnTo>
                    <a:pt x="64963" y="8817"/>
                  </a:lnTo>
                  <a:lnTo>
                    <a:pt x="65112" y="8442"/>
                  </a:lnTo>
                  <a:lnTo>
                    <a:pt x="65813" y="6683"/>
                  </a:lnTo>
                  <a:lnTo>
                    <a:pt x="66142" y="5674"/>
                  </a:lnTo>
                  <a:lnTo>
                    <a:pt x="66383" y="4935"/>
                  </a:lnTo>
                  <a:lnTo>
                    <a:pt x="67434" y="3186"/>
                  </a:lnTo>
                  <a:lnTo>
                    <a:pt x="69314" y="1849"/>
                  </a:lnTo>
                  <a:lnTo>
                    <a:pt x="69518" y="1704"/>
                  </a:lnTo>
                  <a:lnTo>
                    <a:pt x="70184" y="1382"/>
                  </a:lnTo>
                  <a:lnTo>
                    <a:pt x="72184" y="921"/>
                  </a:lnTo>
                  <a:lnTo>
                    <a:pt x="74770" y="734"/>
                  </a:lnTo>
                  <a:lnTo>
                    <a:pt x="75215" y="701"/>
                  </a:lnTo>
                  <a:lnTo>
                    <a:pt x="79339" y="0"/>
                  </a:lnTo>
                  <a:lnTo>
                    <a:pt x="79374" y="208"/>
                  </a:lnTo>
                  <a:lnTo>
                    <a:pt x="81078" y="10249"/>
                  </a:lnTo>
                  <a:lnTo>
                    <a:pt x="81148" y="10659"/>
                  </a:lnTo>
                  <a:lnTo>
                    <a:pt x="81385" y="10627"/>
                  </a:lnTo>
                  <a:lnTo>
                    <a:pt x="82731" y="10445"/>
                  </a:lnTo>
                  <a:lnTo>
                    <a:pt x="87919" y="9741"/>
                  </a:lnTo>
                  <a:lnTo>
                    <a:pt x="88587" y="9663"/>
                  </a:lnTo>
                  <a:lnTo>
                    <a:pt x="88609" y="9795"/>
                  </a:lnTo>
                  <a:lnTo>
                    <a:pt x="88773" y="10786"/>
                  </a:lnTo>
                  <a:lnTo>
                    <a:pt x="89420" y="14701"/>
                  </a:lnTo>
                  <a:lnTo>
                    <a:pt x="89924" y="17751"/>
                  </a:lnTo>
                  <a:lnTo>
                    <a:pt x="90165" y="19197"/>
                  </a:lnTo>
                  <a:lnTo>
                    <a:pt x="90249" y="19899"/>
                  </a:lnTo>
                  <a:lnTo>
                    <a:pt x="82995" y="21103"/>
                  </a:lnTo>
                  <a:lnTo>
                    <a:pt x="71824" y="22791"/>
                  </a:lnTo>
                  <a:lnTo>
                    <a:pt x="67979" y="23338"/>
                  </a:lnTo>
                  <a:lnTo>
                    <a:pt x="59701" y="24853"/>
                  </a:lnTo>
                  <a:lnTo>
                    <a:pt x="53083" y="25938"/>
                  </a:lnTo>
                  <a:lnTo>
                    <a:pt x="50389" y="26395"/>
                  </a:lnTo>
                  <a:lnTo>
                    <a:pt x="47559" y="27505"/>
                  </a:lnTo>
                  <a:lnTo>
                    <a:pt x="45124" y="28686"/>
                  </a:lnTo>
                  <a:lnTo>
                    <a:pt x="44578" y="28952"/>
                  </a:lnTo>
                  <a:lnTo>
                    <a:pt x="41706" y="30595"/>
                  </a:lnTo>
                  <a:lnTo>
                    <a:pt x="39462" y="31956"/>
                  </a:lnTo>
                  <a:lnTo>
                    <a:pt x="39184" y="32125"/>
                  </a:lnTo>
                  <a:lnTo>
                    <a:pt x="38715" y="32907"/>
                  </a:lnTo>
                  <a:lnTo>
                    <a:pt x="44240" y="36347"/>
                  </a:lnTo>
                  <a:lnTo>
                    <a:pt x="44404" y="36430"/>
                  </a:lnTo>
                  <a:lnTo>
                    <a:pt x="44192" y="36750"/>
                  </a:lnTo>
                  <a:lnTo>
                    <a:pt x="43485" y="37817"/>
                  </a:lnTo>
                  <a:lnTo>
                    <a:pt x="43028" y="37521"/>
                  </a:lnTo>
                  <a:lnTo>
                    <a:pt x="42878" y="37423"/>
                  </a:lnTo>
                  <a:lnTo>
                    <a:pt x="42692" y="37818"/>
                  </a:lnTo>
                  <a:lnTo>
                    <a:pt x="42338" y="38530"/>
                  </a:lnTo>
                  <a:lnTo>
                    <a:pt x="41984" y="39167"/>
                  </a:lnTo>
                  <a:lnTo>
                    <a:pt x="41784" y="39521"/>
                  </a:lnTo>
                  <a:lnTo>
                    <a:pt x="41476" y="40081"/>
                  </a:lnTo>
                  <a:lnTo>
                    <a:pt x="41321" y="40318"/>
                  </a:lnTo>
                  <a:lnTo>
                    <a:pt x="41035" y="40656"/>
                  </a:lnTo>
                  <a:lnTo>
                    <a:pt x="40344" y="41246"/>
                  </a:lnTo>
                  <a:lnTo>
                    <a:pt x="40100" y="41456"/>
                  </a:lnTo>
                  <a:lnTo>
                    <a:pt x="39577" y="41834"/>
                  </a:lnTo>
                  <a:lnTo>
                    <a:pt x="39363" y="41989"/>
                  </a:lnTo>
                  <a:lnTo>
                    <a:pt x="38998" y="42253"/>
                  </a:lnTo>
                  <a:lnTo>
                    <a:pt x="38780" y="42459"/>
                  </a:lnTo>
                  <a:lnTo>
                    <a:pt x="39075" y="42804"/>
                  </a:lnTo>
                  <a:lnTo>
                    <a:pt x="40924" y="44985"/>
                  </a:lnTo>
                  <a:lnTo>
                    <a:pt x="40693" y="45055"/>
                  </a:lnTo>
                  <a:lnTo>
                    <a:pt x="40404" y="45146"/>
                  </a:lnTo>
                  <a:lnTo>
                    <a:pt x="39191" y="45602"/>
                  </a:lnTo>
                  <a:lnTo>
                    <a:pt x="37858" y="46103"/>
                  </a:lnTo>
                  <a:lnTo>
                    <a:pt x="37226" y="46445"/>
                  </a:lnTo>
                  <a:lnTo>
                    <a:pt x="35398" y="47825"/>
                  </a:lnTo>
                  <a:lnTo>
                    <a:pt x="35141" y="48311"/>
                  </a:lnTo>
                  <a:lnTo>
                    <a:pt x="34561" y="49413"/>
                  </a:lnTo>
                  <a:lnTo>
                    <a:pt x="33881" y="50704"/>
                  </a:lnTo>
                  <a:lnTo>
                    <a:pt x="33738" y="50974"/>
                  </a:lnTo>
                  <a:lnTo>
                    <a:pt x="33364" y="50985"/>
                  </a:lnTo>
                  <a:lnTo>
                    <a:pt x="28295" y="52893"/>
                  </a:lnTo>
                  <a:lnTo>
                    <a:pt x="27750" y="53098"/>
                  </a:lnTo>
                  <a:lnTo>
                    <a:pt x="27094" y="54669"/>
                  </a:lnTo>
                  <a:lnTo>
                    <a:pt x="26928" y="54953"/>
                  </a:lnTo>
                  <a:lnTo>
                    <a:pt x="26686" y="55017"/>
                  </a:lnTo>
                  <a:lnTo>
                    <a:pt x="26378" y="55098"/>
                  </a:lnTo>
                  <a:lnTo>
                    <a:pt x="23252" y="54865"/>
                  </a:lnTo>
                  <a:lnTo>
                    <a:pt x="23125" y="55487"/>
                  </a:lnTo>
                  <a:lnTo>
                    <a:pt x="21603" y="54934"/>
                  </a:lnTo>
                  <a:lnTo>
                    <a:pt x="20145" y="54405"/>
                  </a:lnTo>
                  <a:lnTo>
                    <a:pt x="15472" y="52620"/>
                  </a:lnTo>
                  <a:lnTo>
                    <a:pt x="15620" y="51634"/>
                  </a:lnTo>
                  <a:lnTo>
                    <a:pt x="15830" y="50236"/>
                  </a:lnTo>
                  <a:lnTo>
                    <a:pt x="16046" y="48799"/>
                  </a:lnTo>
                  <a:lnTo>
                    <a:pt x="16093" y="48485"/>
                  </a:lnTo>
                  <a:lnTo>
                    <a:pt x="16258" y="47389"/>
                  </a:lnTo>
                  <a:lnTo>
                    <a:pt x="16622" y="44988"/>
                  </a:lnTo>
                  <a:lnTo>
                    <a:pt x="16689" y="44544"/>
                  </a:lnTo>
                  <a:lnTo>
                    <a:pt x="16772" y="44078"/>
                  </a:lnTo>
                  <a:lnTo>
                    <a:pt x="16948" y="43091"/>
                  </a:lnTo>
                  <a:lnTo>
                    <a:pt x="16994" y="42833"/>
                  </a:lnTo>
                  <a:lnTo>
                    <a:pt x="17063" y="42444"/>
                  </a:lnTo>
                  <a:lnTo>
                    <a:pt x="17307" y="41208"/>
                  </a:lnTo>
                  <a:lnTo>
                    <a:pt x="17441" y="40540"/>
                  </a:lnTo>
                  <a:lnTo>
                    <a:pt x="15933" y="40458"/>
                  </a:lnTo>
                  <a:lnTo>
                    <a:pt x="15206" y="40213"/>
                  </a:lnTo>
                  <a:lnTo>
                    <a:pt x="14298" y="39873"/>
                  </a:lnTo>
                  <a:lnTo>
                    <a:pt x="14063" y="39785"/>
                  </a:lnTo>
                  <a:lnTo>
                    <a:pt x="13954" y="39613"/>
                  </a:lnTo>
                  <a:lnTo>
                    <a:pt x="13583" y="39027"/>
                  </a:lnTo>
                  <a:lnTo>
                    <a:pt x="12999" y="38041"/>
                  </a:lnTo>
                  <a:lnTo>
                    <a:pt x="13871" y="37222"/>
                  </a:lnTo>
                  <a:lnTo>
                    <a:pt x="14352" y="36688"/>
                  </a:lnTo>
                  <a:lnTo>
                    <a:pt x="15334" y="35011"/>
                  </a:lnTo>
                  <a:lnTo>
                    <a:pt x="15333" y="34527"/>
                  </a:lnTo>
                  <a:lnTo>
                    <a:pt x="14689" y="33384"/>
                  </a:lnTo>
                  <a:lnTo>
                    <a:pt x="11768" y="34075"/>
                  </a:lnTo>
                  <a:lnTo>
                    <a:pt x="11459" y="34122"/>
                  </a:lnTo>
                  <a:lnTo>
                    <a:pt x="10555" y="34258"/>
                  </a:lnTo>
                  <a:lnTo>
                    <a:pt x="9731" y="34381"/>
                  </a:lnTo>
                  <a:lnTo>
                    <a:pt x="9603" y="34400"/>
                  </a:lnTo>
                  <a:lnTo>
                    <a:pt x="8973" y="34476"/>
                  </a:lnTo>
                  <a:lnTo>
                    <a:pt x="8042" y="34588"/>
                  </a:lnTo>
                  <a:lnTo>
                    <a:pt x="7989" y="34125"/>
                  </a:lnTo>
                  <a:lnTo>
                    <a:pt x="8424" y="32378"/>
                  </a:lnTo>
                  <a:lnTo>
                    <a:pt x="8905" y="30966"/>
                  </a:lnTo>
                  <a:lnTo>
                    <a:pt x="6787" y="30716"/>
                  </a:lnTo>
                  <a:lnTo>
                    <a:pt x="6495" y="30724"/>
                  </a:lnTo>
                  <a:lnTo>
                    <a:pt x="5858" y="30742"/>
                  </a:lnTo>
                  <a:lnTo>
                    <a:pt x="3313" y="30532"/>
                  </a:lnTo>
                  <a:lnTo>
                    <a:pt x="2055" y="29908"/>
                  </a:lnTo>
                  <a:lnTo>
                    <a:pt x="1624" y="28733"/>
                  </a:lnTo>
                  <a:lnTo>
                    <a:pt x="1488" y="28339"/>
                  </a:lnTo>
                  <a:lnTo>
                    <a:pt x="1529" y="26781"/>
                  </a:lnTo>
                  <a:lnTo>
                    <a:pt x="800" y="26507"/>
                  </a:lnTo>
                  <a:lnTo>
                    <a:pt x="643" y="26231"/>
                  </a:lnTo>
                  <a:lnTo>
                    <a:pt x="290" y="25978"/>
                  </a:lnTo>
                  <a:lnTo>
                    <a:pt x="0" y="25675"/>
                  </a:lnTo>
                  <a:lnTo>
                    <a:pt x="1603" y="25387"/>
                  </a:lnTo>
                  <a:lnTo>
                    <a:pt x="2770" y="25178"/>
                  </a:lnTo>
                  <a:lnTo>
                    <a:pt x="2904" y="25154"/>
                  </a:lnTo>
                  <a:lnTo>
                    <a:pt x="3722" y="25013"/>
                  </a:lnTo>
                  <a:lnTo>
                    <a:pt x="7141" y="25004"/>
                  </a:lnTo>
                  <a:lnTo>
                    <a:pt x="7326" y="25055"/>
                  </a:lnTo>
                  <a:lnTo>
                    <a:pt x="8423" y="25356"/>
                  </a:lnTo>
                  <a:lnTo>
                    <a:pt x="12469" y="25073"/>
                  </a:lnTo>
                  <a:lnTo>
                    <a:pt x="13053" y="24445"/>
                  </a:lnTo>
                  <a:lnTo>
                    <a:pt x="14318" y="23331"/>
                  </a:lnTo>
                  <a:lnTo>
                    <a:pt x="14723" y="22944"/>
                  </a:lnTo>
                  <a:lnTo>
                    <a:pt x="14960" y="22687"/>
                  </a:lnTo>
                  <a:lnTo>
                    <a:pt x="15464" y="22149"/>
                  </a:lnTo>
                  <a:lnTo>
                    <a:pt x="15752" y="21829"/>
                  </a:lnTo>
                  <a:lnTo>
                    <a:pt x="15841" y="21684"/>
                  </a:lnTo>
                  <a:lnTo>
                    <a:pt x="15980" y="21459"/>
                  </a:lnTo>
                  <a:lnTo>
                    <a:pt x="16227" y="21060"/>
                  </a:lnTo>
                  <a:lnTo>
                    <a:pt x="16453" y="20641"/>
                  </a:lnTo>
                  <a:lnTo>
                    <a:pt x="16619" y="20396"/>
                  </a:lnTo>
                  <a:lnTo>
                    <a:pt x="16678" y="20223"/>
                  </a:lnTo>
                  <a:lnTo>
                    <a:pt x="16781" y="19918"/>
                  </a:lnTo>
                  <a:lnTo>
                    <a:pt x="16909" y="19538"/>
                  </a:lnTo>
                  <a:lnTo>
                    <a:pt x="17028" y="19187"/>
                  </a:lnTo>
                  <a:lnTo>
                    <a:pt x="17255" y="18140"/>
                  </a:lnTo>
                  <a:lnTo>
                    <a:pt x="17476" y="17116"/>
                  </a:lnTo>
                  <a:lnTo>
                    <a:pt x="17508" y="16910"/>
                  </a:lnTo>
                  <a:lnTo>
                    <a:pt x="17674" y="15918"/>
                  </a:lnTo>
                  <a:lnTo>
                    <a:pt x="17896" y="14586"/>
                  </a:lnTo>
                  <a:lnTo>
                    <a:pt x="18164" y="12993"/>
                  </a:lnTo>
                  <a:lnTo>
                    <a:pt x="18218" y="12688"/>
                  </a:lnTo>
                  <a:lnTo>
                    <a:pt x="18343" y="11979"/>
                  </a:lnTo>
                  <a:lnTo>
                    <a:pt x="18429" y="10764"/>
                  </a:lnTo>
                  <a:lnTo>
                    <a:pt x="18504" y="9724"/>
                  </a:lnTo>
                  <a:lnTo>
                    <a:pt x="18646" y="9678"/>
                  </a:lnTo>
                  <a:lnTo>
                    <a:pt x="18309" y="7540"/>
                  </a:lnTo>
                  <a:lnTo>
                    <a:pt x="17643" y="54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1907196" y="3493189"/>
              <a:ext cx="57306" cy="67106"/>
            </a:xfrm>
            <a:custGeom>
              <a:avLst/>
              <a:pathLst>
                <a:path w="57306" h="67106">
                  <a:moveTo>
                    <a:pt x="33366" y="9954"/>
                  </a:moveTo>
                  <a:lnTo>
                    <a:pt x="33003" y="14555"/>
                  </a:lnTo>
                  <a:lnTo>
                    <a:pt x="34308" y="15764"/>
                  </a:lnTo>
                  <a:lnTo>
                    <a:pt x="35605" y="16966"/>
                  </a:lnTo>
                  <a:lnTo>
                    <a:pt x="35898" y="17238"/>
                  </a:lnTo>
                  <a:lnTo>
                    <a:pt x="36227" y="17543"/>
                  </a:lnTo>
                  <a:lnTo>
                    <a:pt x="39186" y="20286"/>
                  </a:lnTo>
                  <a:lnTo>
                    <a:pt x="39640" y="20706"/>
                  </a:lnTo>
                  <a:lnTo>
                    <a:pt x="41563" y="22107"/>
                  </a:lnTo>
                  <a:lnTo>
                    <a:pt x="41204" y="22649"/>
                  </a:lnTo>
                  <a:lnTo>
                    <a:pt x="41497" y="22828"/>
                  </a:lnTo>
                  <a:lnTo>
                    <a:pt x="42718" y="23569"/>
                  </a:lnTo>
                  <a:lnTo>
                    <a:pt x="43096" y="22984"/>
                  </a:lnTo>
                  <a:lnTo>
                    <a:pt x="44342" y="23920"/>
                  </a:lnTo>
                  <a:lnTo>
                    <a:pt x="44992" y="24408"/>
                  </a:lnTo>
                  <a:lnTo>
                    <a:pt x="44620" y="26108"/>
                  </a:lnTo>
                  <a:lnTo>
                    <a:pt x="44399" y="27116"/>
                  </a:lnTo>
                  <a:lnTo>
                    <a:pt x="43869" y="27596"/>
                  </a:lnTo>
                  <a:lnTo>
                    <a:pt x="43586" y="27852"/>
                  </a:lnTo>
                  <a:lnTo>
                    <a:pt x="42134" y="29166"/>
                  </a:lnTo>
                  <a:lnTo>
                    <a:pt x="41227" y="29988"/>
                  </a:lnTo>
                  <a:lnTo>
                    <a:pt x="41028" y="30250"/>
                  </a:lnTo>
                  <a:lnTo>
                    <a:pt x="41633" y="30854"/>
                  </a:lnTo>
                  <a:lnTo>
                    <a:pt x="42015" y="31236"/>
                  </a:lnTo>
                  <a:lnTo>
                    <a:pt x="41916" y="31540"/>
                  </a:lnTo>
                  <a:lnTo>
                    <a:pt x="41847" y="31754"/>
                  </a:lnTo>
                  <a:lnTo>
                    <a:pt x="44020" y="33790"/>
                  </a:lnTo>
                  <a:lnTo>
                    <a:pt x="47207" y="30493"/>
                  </a:lnTo>
                  <a:lnTo>
                    <a:pt x="51471" y="34377"/>
                  </a:lnTo>
                  <a:lnTo>
                    <a:pt x="53259" y="36006"/>
                  </a:lnTo>
                  <a:lnTo>
                    <a:pt x="53299" y="36180"/>
                  </a:lnTo>
                  <a:lnTo>
                    <a:pt x="54334" y="41310"/>
                  </a:lnTo>
                  <a:lnTo>
                    <a:pt x="54607" y="43140"/>
                  </a:lnTo>
                  <a:lnTo>
                    <a:pt x="54644" y="43366"/>
                  </a:lnTo>
                  <a:lnTo>
                    <a:pt x="55496" y="48615"/>
                  </a:lnTo>
                  <a:lnTo>
                    <a:pt x="54117" y="50233"/>
                  </a:lnTo>
                  <a:lnTo>
                    <a:pt x="57306" y="53160"/>
                  </a:lnTo>
                  <a:lnTo>
                    <a:pt x="54421" y="55905"/>
                  </a:lnTo>
                  <a:lnTo>
                    <a:pt x="54219" y="56098"/>
                  </a:lnTo>
                  <a:lnTo>
                    <a:pt x="53954" y="56363"/>
                  </a:lnTo>
                  <a:lnTo>
                    <a:pt x="53713" y="56648"/>
                  </a:lnTo>
                  <a:lnTo>
                    <a:pt x="53362" y="57130"/>
                  </a:lnTo>
                  <a:lnTo>
                    <a:pt x="52924" y="57656"/>
                  </a:lnTo>
                  <a:lnTo>
                    <a:pt x="52310" y="58532"/>
                  </a:lnTo>
                  <a:lnTo>
                    <a:pt x="51937" y="59431"/>
                  </a:lnTo>
                  <a:lnTo>
                    <a:pt x="51661" y="60036"/>
                  </a:lnTo>
                  <a:lnTo>
                    <a:pt x="51477" y="60439"/>
                  </a:lnTo>
                  <a:lnTo>
                    <a:pt x="51209" y="61243"/>
                  </a:lnTo>
                  <a:lnTo>
                    <a:pt x="51148" y="61426"/>
                  </a:lnTo>
                  <a:lnTo>
                    <a:pt x="50973" y="62324"/>
                  </a:lnTo>
                  <a:lnTo>
                    <a:pt x="50820" y="63135"/>
                  </a:lnTo>
                  <a:lnTo>
                    <a:pt x="50666" y="64187"/>
                  </a:lnTo>
                  <a:lnTo>
                    <a:pt x="49808" y="67106"/>
                  </a:lnTo>
                  <a:lnTo>
                    <a:pt x="47028" y="64998"/>
                  </a:lnTo>
                  <a:lnTo>
                    <a:pt x="46700" y="64706"/>
                  </a:lnTo>
                  <a:lnTo>
                    <a:pt x="40293" y="58993"/>
                  </a:lnTo>
                  <a:lnTo>
                    <a:pt x="39906" y="58647"/>
                  </a:lnTo>
                  <a:lnTo>
                    <a:pt x="37297" y="56319"/>
                  </a:lnTo>
                  <a:lnTo>
                    <a:pt x="36217" y="55355"/>
                  </a:lnTo>
                  <a:lnTo>
                    <a:pt x="35932" y="55109"/>
                  </a:lnTo>
                  <a:lnTo>
                    <a:pt x="35103" y="54394"/>
                  </a:lnTo>
                  <a:lnTo>
                    <a:pt x="32228" y="51913"/>
                  </a:lnTo>
                  <a:lnTo>
                    <a:pt x="31912" y="51642"/>
                  </a:lnTo>
                  <a:lnTo>
                    <a:pt x="25799" y="46378"/>
                  </a:lnTo>
                  <a:lnTo>
                    <a:pt x="24047" y="44870"/>
                  </a:lnTo>
                  <a:lnTo>
                    <a:pt x="20595" y="41919"/>
                  </a:lnTo>
                  <a:lnTo>
                    <a:pt x="20090" y="41476"/>
                  </a:lnTo>
                  <a:lnTo>
                    <a:pt x="16628" y="38434"/>
                  </a:lnTo>
                  <a:lnTo>
                    <a:pt x="16208" y="38038"/>
                  </a:lnTo>
                  <a:lnTo>
                    <a:pt x="12634" y="34671"/>
                  </a:lnTo>
                  <a:lnTo>
                    <a:pt x="12440" y="34487"/>
                  </a:lnTo>
                  <a:lnTo>
                    <a:pt x="15574" y="30915"/>
                  </a:lnTo>
                  <a:lnTo>
                    <a:pt x="15782" y="30680"/>
                  </a:lnTo>
                  <a:lnTo>
                    <a:pt x="17337" y="28916"/>
                  </a:lnTo>
                  <a:lnTo>
                    <a:pt x="17504" y="28717"/>
                  </a:lnTo>
                  <a:lnTo>
                    <a:pt x="15247" y="26450"/>
                  </a:lnTo>
                  <a:lnTo>
                    <a:pt x="14950" y="26152"/>
                  </a:lnTo>
                  <a:lnTo>
                    <a:pt x="14370" y="25570"/>
                  </a:lnTo>
                  <a:lnTo>
                    <a:pt x="13715" y="24912"/>
                  </a:lnTo>
                  <a:lnTo>
                    <a:pt x="15927" y="22640"/>
                  </a:lnTo>
                  <a:lnTo>
                    <a:pt x="15705" y="22643"/>
                  </a:lnTo>
                  <a:lnTo>
                    <a:pt x="15197" y="22634"/>
                  </a:lnTo>
                  <a:lnTo>
                    <a:pt x="11652" y="22578"/>
                  </a:lnTo>
                  <a:lnTo>
                    <a:pt x="8711" y="22531"/>
                  </a:lnTo>
                  <a:lnTo>
                    <a:pt x="6451" y="22330"/>
                  </a:lnTo>
                  <a:lnTo>
                    <a:pt x="5759" y="21877"/>
                  </a:lnTo>
                  <a:lnTo>
                    <a:pt x="2486" y="21847"/>
                  </a:lnTo>
                  <a:lnTo>
                    <a:pt x="2084" y="21804"/>
                  </a:lnTo>
                  <a:lnTo>
                    <a:pt x="1579" y="19068"/>
                  </a:lnTo>
                  <a:lnTo>
                    <a:pt x="1755" y="18896"/>
                  </a:lnTo>
                  <a:lnTo>
                    <a:pt x="1931" y="18724"/>
                  </a:lnTo>
                  <a:lnTo>
                    <a:pt x="1644" y="18172"/>
                  </a:lnTo>
                  <a:lnTo>
                    <a:pt x="1558" y="18006"/>
                  </a:lnTo>
                  <a:lnTo>
                    <a:pt x="1346" y="16634"/>
                  </a:lnTo>
                  <a:lnTo>
                    <a:pt x="1422" y="16128"/>
                  </a:lnTo>
                  <a:lnTo>
                    <a:pt x="1452" y="15924"/>
                  </a:lnTo>
                  <a:lnTo>
                    <a:pt x="2335" y="16142"/>
                  </a:lnTo>
                  <a:lnTo>
                    <a:pt x="980" y="14395"/>
                  </a:lnTo>
                  <a:lnTo>
                    <a:pt x="479" y="13748"/>
                  </a:lnTo>
                  <a:lnTo>
                    <a:pt x="280" y="13150"/>
                  </a:lnTo>
                  <a:lnTo>
                    <a:pt x="96" y="12598"/>
                  </a:lnTo>
                  <a:lnTo>
                    <a:pt x="0" y="12310"/>
                  </a:lnTo>
                  <a:lnTo>
                    <a:pt x="245" y="11825"/>
                  </a:lnTo>
                  <a:lnTo>
                    <a:pt x="507" y="11308"/>
                  </a:lnTo>
                  <a:lnTo>
                    <a:pt x="1049" y="10613"/>
                  </a:lnTo>
                  <a:lnTo>
                    <a:pt x="1215" y="10401"/>
                  </a:lnTo>
                  <a:lnTo>
                    <a:pt x="1482" y="10260"/>
                  </a:lnTo>
                  <a:lnTo>
                    <a:pt x="2229" y="9867"/>
                  </a:lnTo>
                  <a:lnTo>
                    <a:pt x="3701" y="9633"/>
                  </a:lnTo>
                  <a:lnTo>
                    <a:pt x="4440" y="9648"/>
                  </a:lnTo>
                  <a:lnTo>
                    <a:pt x="5372" y="9667"/>
                  </a:lnTo>
                  <a:lnTo>
                    <a:pt x="6181" y="9891"/>
                  </a:lnTo>
                  <a:lnTo>
                    <a:pt x="7167" y="9728"/>
                  </a:lnTo>
                  <a:lnTo>
                    <a:pt x="7697" y="9640"/>
                  </a:lnTo>
                  <a:lnTo>
                    <a:pt x="8464" y="9052"/>
                  </a:lnTo>
                  <a:lnTo>
                    <a:pt x="8614" y="8799"/>
                  </a:lnTo>
                  <a:lnTo>
                    <a:pt x="9029" y="8033"/>
                  </a:lnTo>
                  <a:lnTo>
                    <a:pt x="9369" y="7231"/>
                  </a:lnTo>
                  <a:lnTo>
                    <a:pt x="9708" y="6428"/>
                  </a:lnTo>
                  <a:lnTo>
                    <a:pt x="10225" y="6652"/>
                  </a:lnTo>
                  <a:lnTo>
                    <a:pt x="10202" y="7686"/>
                  </a:lnTo>
                  <a:lnTo>
                    <a:pt x="14750" y="9424"/>
                  </a:lnTo>
                  <a:lnTo>
                    <a:pt x="16207" y="9952"/>
                  </a:lnTo>
                  <a:lnTo>
                    <a:pt x="17730" y="10505"/>
                  </a:lnTo>
                  <a:lnTo>
                    <a:pt x="17856" y="9883"/>
                  </a:lnTo>
                  <a:lnTo>
                    <a:pt x="20983" y="10116"/>
                  </a:lnTo>
                  <a:lnTo>
                    <a:pt x="21290" y="10035"/>
                  </a:lnTo>
                  <a:lnTo>
                    <a:pt x="21585" y="9958"/>
                  </a:lnTo>
                  <a:lnTo>
                    <a:pt x="21713" y="9652"/>
                  </a:lnTo>
                  <a:lnTo>
                    <a:pt x="22354" y="8117"/>
                  </a:lnTo>
                  <a:lnTo>
                    <a:pt x="22899" y="7911"/>
                  </a:lnTo>
                  <a:lnTo>
                    <a:pt x="27969" y="6003"/>
                  </a:lnTo>
                  <a:lnTo>
                    <a:pt x="28342" y="5992"/>
                  </a:lnTo>
                  <a:lnTo>
                    <a:pt x="28485" y="5722"/>
                  </a:lnTo>
                  <a:lnTo>
                    <a:pt x="29172" y="4418"/>
                  </a:lnTo>
                  <a:lnTo>
                    <a:pt x="29745" y="3330"/>
                  </a:lnTo>
                  <a:lnTo>
                    <a:pt x="30002" y="2843"/>
                  </a:lnTo>
                  <a:lnTo>
                    <a:pt x="31840" y="1458"/>
                  </a:lnTo>
                  <a:lnTo>
                    <a:pt x="32463" y="1121"/>
                  </a:lnTo>
                  <a:lnTo>
                    <a:pt x="33795" y="620"/>
                  </a:lnTo>
                  <a:lnTo>
                    <a:pt x="35009" y="164"/>
                  </a:lnTo>
                  <a:lnTo>
                    <a:pt x="35297" y="73"/>
                  </a:lnTo>
                  <a:lnTo>
                    <a:pt x="35543" y="0"/>
                  </a:lnTo>
                  <a:lnTo>
                    <a:pt x="35695" y="177"/>
                  </a:lnTo>
                  <a:lnTo>
                    <a:pt x="36788" y="1852"/>
                  </a:lnTo>
                  <a:lnTo>
                    <a:pt x="35404" y="3207"/>
                  </a:lnTo>
                  <a:lnTo>
                    <a:pt x="35052" y="3552"/>
                  </a:lnTo>
                  <a:lnTo>
                    <a:pt x="34973" y="3892"/>
                  </a:lnTo>
                  <a:lnTo>
                    <a:pt x="34636" y="5794"/>
                  </a:lnTo>
                  <a:lnTo>
                    <a:pt x="34349" y="6102"/>
                  </a:lnTo>
                  <a:lnTo>
                    <a:pt x="33840" y="6645"/>
                  </a:lnTo>
                  <a:lnTo>
                    <a:pt x="33598" y="7003"/>
                  </a:lnTo>
                  <a:lnTo>
                    <a:pt x="33461" y="8740"/>
                  </a:lnTo>
                  <a:lnTo>
                    <a:pt x="33428" y="916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1882901" y="3474715"/>
              <a:ext cx="36337" cy="40278"/>
            </a:xfrm>
            <a:custGeom>
              <a:avLst/>
              <a:pathLst>
                <a:path w="36337" h="40278">
                  <a:moveTo>
                    <a:pt x="22212" y="4025"/>
                  </a:moveTo>
                  <a:lnTo>
                    <a:pt x="24758" y="4234"/>
                  </a:lnTo>
                  <a:lnTo>
                    <a:pt x="25395" y="4216"/>
                  </a:lnTo>
                  <a:lnTo>
                    <a:pt x="25687" y="4208"/>
                  </a:lnTo>
                  <a:lnTo>
                    <a:pt x="27801" y="4471"/>
                  </a:lnTo>
                  <a:lnTo>
                    <a:pt x="27323" y="5871"/>
                  </a:lnTo>
                  <a:lnTo>
                    <a:pt x="26889" y="7620"/>
                  </a:lnTo>
                  <a:lnTo>
                    <a:pt x="26941" y="8080"/>
                  </a:lnTo>
                  <a:lnTo>
                    <a:pt x="27872" y="7968"/>
                  </a:lnTo>
                  <a:lnTo>
                    <a:pt x="28503" y="7893"/>
                  </a:lnTo>
                  <a:lnTo>
                    <a:pt x="28630" y="7874"/>
                  </a:lnTo>
                  <a:lnTo>
                    <a:pt x="29454" y="7750"/>
                  </a:lnTo>
                  <a:lnTo>
                    <a:pt x="30359" y="7614"/>
                  </a:lnTo>
                  <a:lnTo>
                    <a:pt x="30668" y="7568"/>
                  </a:lnTo>
                  <a:lnTo>
                    <a:pt x="33700" y="6955"/>
                  </a:lnTo>
                  <a:lnTo>
                    <a:pt x="34245" y="8044"/>
                  </a:lnTo>
                  <a:lnTo>
                    <a:pt x="34232" y="8507"/>
                  </a:lnTo>
                  <a:lnTo>
                    <a:pt x="33251" y="10181"/>
                  </a:lnTo>
                  <a:lnTo>
                    <a:pt x="32771" y="10715"/>
                  </a:lnTo>
                  <a:lnTo>
                    <a:pt x="31965" y="11647"/>
                  </a:lnTo>
                  <a:lnTo>
                    <a:pt x="32482" y="12520"/>
                  </a:lnTo>
                  <a:lnTo>
                    <a:pt x="32853" y="13105"/>
                  </a:lnTo>
                  <a:lnTo>
                    <a:pt x="32963" y="13278"/>
                  </a:lnTo>
                  <a:lnTo>
                    <a:pt x="33198" y="13366"/>
                  </a:lnTo>
                  <a:lnTo>
                    <a:pt x="34106" y="13705"/>
                  </a:lnTo>
                  <a:lnTo>
                    <a:pt x="34832" y="13951"/>
                  </a:lnTo>
                  <a:lnTo>
                    <a:pt x="36337" y="14045"/>
                  </a:lnTo>
                  <a:lnTo>
                    <a:pt x="36207" y="14701"/>
                  </a:lnTo>
                  <a:lnTo>
                    <a:pt x="35963" y="15937"/>
                  </a:lnTo>
                  <a:lnTo>
                    <a:pt x="35877" y="16416"/>
                  </a:lnTo>
                  <a:lnTo>
                    <a:pt x="35847" y="16584"/>
                  </a:lnTo>
                  <a:lnTo>
                    <a:pt x="35672" y="17571"/>
                  </a:lnTo>
                  <a:lnTo>
                    <a:pt x="35589" y="18037"/>
                  </a:lnTo>
                  <a:lnTo>
                    <a:pt x="35515" y="18522"/>
                  </a:lnTo>
                  <a:lnTo>
                    <a:pt x="35157" y="20881"/>
                  </a:lnTo>
                  <a:lnTo>
                    <a:pt x="34993" y="21977"/>
                  </a:lnTo>
                  <a:lnTo>
                    <a:pt x="34945" y="22292"/>
                  </a:lnTo>
                  <a:lnTo>
                    <a:pt x="34730" y="23728"/>
                  </a:lnTo>
                  <a:lnTo>
                    <a:pt x="34463" y="25101"/>
                  </a:lnTo>
                  <a:lnTo>
                    <a:pt x="33995" y="24921"/>
                  </a:lnTo>
                  <a:lnTo>
                    <a:pt x="33664" y="25705"/>
                  </a:lnTo>
                  <a:lnTo>
                    <a:pt x="33226" y="26739"/>
                  </a:lnTo>
                  <a:lnTo>
                    <a:pt x="32868" y="27343"/>
                  </a:lnTo>
                  <a:lnTo>
                    <a:pt x="32759" y="27526"/>
                  </a:lnTo>
                  <a:lnTo>
                    <a:pt x="31986" y="28115"/>
                  </a:lnTo>
                  <a:lnTo>
                    <a:pt x="31462" y="28202"/>
                  </a:lnTo>
                  <a:lnTo>
                    <a:pt x="30476" y="28365"/>
                  </a:lnTo>
                  <a:lnTo>
                    <a:pt x="29667" y="28141"/>
                  </a:lnTo>
                  <a:lnTo>
                    <a:pt x="28731" y="28122"/>
                  </a:lnTo>
                  <a:lnTo>
                    <a:pt x="27996" y="28107"/>
                  </a:lnTo>
                  <a:lnTo>
                    <a:pt x="26524" y="28341"/>
                  </a:lnTo>
                  <a:lnTo>
                    <a:pt x="25777" y="28734"/>
                  </a:lnTo>
                  <a:lnTo>
                    <a:pt x="25510" y="28875"/>
                  </a:lnTo>
                  <a:lnTo>
                    <a:pt x="25343" y="29088"/>
                  </a:lnTo>
                  <a:lnTo>
                    <a:pt x="24802" y="29783"/>
                  </a:lnTo>
                  <a:lnTo>
                    <a:pt x="24516" y="30347"/>
                  </a:lnTo>
                  <a:lnTo>
                    <a:pt x="24294" y="30784"/>
                  </a:lnTo>
                  <a:lnTo>
                    <a:pt x="24391" y="31072"/>
                  </a:lnTo>
                  <a:lnTo>
                    <a:pt x="24575" y="31624"/>
                  </a:lnTo>
                  <a:lnTo>
                    <a:pt x="24774" y="32222"/>
                  </a:lnTo>
                  <a:lnTo>
                    <a:pt x="25275" y="32869"/>
                  </a:lnTo>
                  <a:lnTo>
                    <a:pt x="26574" y="34602"/>
                  </a:lnTo>
                  <a:lnTo>
                    <a:pt x="25747" y="34399"/>
                  </a:lnTo>
                  <a:lnTo>
                    <a:pt x="25717" y="34602"/>
                  </a:lnTo>
                  <a:lnTo>
                    <a:pt x="25641" y="35108"/>
                  </a:lnTo>
                  <a:lnTo>
                    <a:pt x="25853" y="36480"/>
                  </a:lnTo>
                  <a:lnTo>
                    <a:pt x="25939" y="36646"/>
                  </a:lnTo>
                  <a:lnTo>
                    <a:pt x="26226" y="37198"/>
                  </a:lnTo>
                  <a:lnTo>
                    <a:pt x="26050" y="37370"/>
                  </a:lnTo>
                  <a:lnTo>
                    <a:pt x="25874" y="37542"/>
                  </a:lnTo>
                  <a:lnTo>
                    <a:pt x="26379" y="40278"/>
                  </a:lnTo>
                  <a:lnTo>
                    <a:pt x="25978" y="40235"/>
                  </a:lnTo>
                  <a:lnTo>
                    <a:pt x="25205" y="39344"/>
                  </a:lnTo>
                  <a:lnTo>
                    <a:pt x="24359" y="38282"/>
                  </a:lnTo>
                  <a:lnTo>
                    <a:pt x="24013" y="37142"/>
                  </a:lnTo>
                  <a:lnTo>
                    <a:pt x="23420" y="36860"/>
                  </a:lnTo>
                  <a:lnTo>
                    <a:pt x="22694" y="36775"/>
                  </a:lnTo>
                  <a:lnTo>
                    <a:pt x="22037" y="36046"/>
                  </a:lnTo>
                  <a:lnTo>
                    <a:pt x="22001" y="35643"/>
                  </a:lnTo>
                  <a:lnTo>
                    <a:pt x="21949" y="35040"/>
                  </a:lnTo>
                  <a:lnTo>
                    <a:pt x="21244" y="33916"/>
                  </a:lnTo>
                  <a:lnTo>
                    <a:pt x="20875" y="32919"/>
                  </a:lnTo>
                  <a:lnTo>
                    <a:pt x="20100" y="32504"/>
                  </a:lnTo>
                  <a:lnTo>
                    <a:pt x="18980" y="31231"/>
                  </a:lnTo>
                  <a:lnTo>
                    <a:pt x="17513" y="30433"/>
                  </a:lnTo>
                  <a:lnTo>
                    <a:pt x="17927" y="30232"/>
                  </a:lnTo>
                  <a:lnTo>
                    <a:pt x="18115" y="30152"/>
                  </a:lnTo>
                  <a:lnTo>
                    <a:pt x="18696" y="29272"/>
                  </a:lnTo>
                  <a:lnTo>
                    <a:pt x="18140" y="28828"/>
                  </a:lnTo>
                  <a:lnTo>
                    <a:pt x="17738" y="28334"/>
                  </a:lnTo>
                  <a:lnTo>
                    <a:pt x="16286" y="28563"/>
                  </a:lnTo>
                  <a:lnTo>
                    <a:pt x="14728" y="28879"/>
                  </a:lnTo>
                  <a:lnTo>
                    <a:pt x="14424" y="28942"/>
                  </a:lnTo>
                  <a:lnTo>
                    <a:pt x="12922" y="29454"/>
                  </a:lnTo>
                  <a:lnTo>
                    <a:pt x="12445" y="29624"/>
                  </a:lnTo>
                  <a:lnTo>
                    <a:pt x="12099" y="29302"/>
                  </a:lnTo>
                  <a:lnTo>
                    <a:pt x="9759" y="27322"/>
                  </a:lnTo>
                  <a:lnTo>
                    <a:pt x="8556" y="26305"/>
                  </a:lnTo>
                  <a:lnTo>
                    <a:pt x="1711" y="22754"/>
                  </a:lnTo>
                  <a:lnTo>
                    <a:pt x="773" y="20419"/>
                  </a:lnTo>
                  <a:lnTo>
                    <a:pt x="0" y="18370"/>
                  </a:lnTo>
                  <a:lnTo>
                    <a:pt x="9265" y="4613"/>
                  </a:lnTo>
                  <a:lnTo>
                    <a:pt x="9752" y="3889"/>
                  </a:lnTo>
                  <a:lnTo>
                    <a:pt x="10681" y="2510"/>
                  </a:lnTo>
                  <a:lnTo>
                    <a:pt x="19432" y="1205"/>
                  </a:lnTo>
                  <a:lnTo>
                    <a:pt x="19478" y="998"/>
                  </a:lnTo>
                  <a:lnTo>
                    <a:pt x="19598" y="456"/>
                  </a:lnTo>
                  <a:lnTo>
                    <a:pt x="19699" y="0"/>
                  </a:lnTo>
                  <a:lnTo>
                    <a:pt x="20428" y="273"/>
                  </a:lnTo>
                  <a:lnTo>
                    <a:pt x="20387" y="1831"/>
                  </a:lnTo>
                  <a:lnTo>
                    <a:pt x="20523" y="2226"/>
                  </a:lnTo>
                  <a:lnTo>
                    <a:pt x="20997" y="350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1865901" y="3497470"/>
              <a:ext cx="91103" cy="91161"/>
            </a:xfrm>
            <a:custGeom>
              <a:avLst/>
              <a:pathLst>
                <a:path w="91103" h="91161">
                  <a:moveTo>
                    <a:pt x="29495" y="6848"/>
                  </a:moveTo>
                  <a:lnTo>
                    <a:pt x="29922" y="6699"/>
                  </a:lnTo>
                  <a:lnTo>
                    <a:pt x="31424" y="6187"/>
                  </a:lnTo>
                  <a:lnTo>
                    <a:pt x="31854" y="6133"/>
                  </a:lnTo>
                  <a:lnTo>
                    <a:pt x="33286" y="5808"/>
                  </a:lnTo>
                  <a:lnTo>
                    <a:pt x="34740" y="5583"/>
                  </a:lnTo>
                  <a:lnTo>
                    <a:pt x="35140" y="6073"/>
                  </a:lnTo>
                  <a:lnTo>
                    <a:pt x="35696" y="6518"/>
                  </a:lnTo>
                  <a:lnTo>
                    <a:pt x="35097" y="7405"/>
                  </a:lnTo>
                  <a:lnTo>
                    <a:pt x="34927" y="7478"/>
                  </a:lnTo>
                  <a:lnTo>
                    <a:pt x="34515" y="7680"/>
                  </a:lnTo>
                  <a:lnTo>
                    <a:pt x="35980" y="8477"/>
                  </a:lnTo>
                  <a:lnTo>
                    <a:pt x="37100" y="9750"/>
                  </a:lnTo>
                  <a:lnTo>
                    <a:pt x="38067" y="10360"/>
                  </a:lnTo>
                  <a:lnTo>
                    <a:pt x="38244" y="11161"/>
                  </a:lnTo>
                  <a:lnTo>
                    <a:pt x="38949" y="12285"/>
                  </a:lnTo>
                  <a:lnTo>
                    <a:pt x="39006" y="12940"/>
                  </a:lnTo>
                  <a:lnTo>
                    <a:pt x="39137" y="13403"/>
                  </a:lnTo>
                  <a:lnTo>
                    <a:pt x="39787" y="14032"/>
                  </a:lnTo>
                  <a:lnTo>
                    <a:pt x="40420" y="14105"/>
                  </a:lnTo>
                  <a:lnTo>
                    <a:pt x="41013" y="14387"/>
                  </a:lnTo>
                  <a:lnTo>
                    <a:pt x="41359" y="15528"/>
                  </a:lnTo>
                  <a:lnTo>
                    <a:pt x="42269" y="16668"/>
                  </a:lnTo>
                  <a:lnTo>
                    <a:pt x="42978" y="17481"/>
                  </a:lnTo>
                  <a:lnTo>
                    <a:pt x="43379" y="17523"/>
                  </a:lnTo>
                  <a:lnTo>
                    <a:pt x="43781" y="17566"/>
                  </a:lnTo>
                  <a:lnTo>
                    <a:pt x="47171" y="17673"/>
                  </a:lnTo>
                  <a:lnTo>
                    <a:pt x="47747" y="18049"/>
                  </a:lnTo>
                  <a:lnTo>
                    <a:pt x="50006" y="18250"/>
                  </a:lnTo>
                  <a:lnTo>
                    <a:pt x="52947" y="18297"/>
                  </a:lnTo>
                  <a:lnTo>
                    <a:pt x="56527" y="18354"/>
                  </a:lnTo>
                  <a:lnTo>
                    <a:pt x="57000" y="18362"/>
                  </a:lnTo>
                  <a:lnTo>
                    <a:pt x="57222" y="18360"/>
                  </a:lnTo>
                  <a:lnTo>
                    <a:pt x="55010" y="20632"/>
                  </a:lnTo>
                  <a:lnTo>
                    <a:pt x="55665" y="21290"/>
                  </a:lnTo>
                  <a:lnTo>
                    <a:pt x="56245" y="21872"/>
                  </a:lnTo>
                  <a:lnTo>
                    <a:pt x="56542" y="22170"/>
                  </a:lnTo>
                  <a:lnTo>
                    <a:pt x="58804" y="24441"/>
                  </a:lnTo>
                  <a:lnTo>
                    <a:pt x="58633" y="24635"/>
                  </a:lnTo>
                  <a:lnTo>
                    <a:pt x="57077" y="26399"/>
                  </a:lnTo>
                  <a:lnTo>
                    <a:pt x="56869" y="26634"/>
                  </a:lnTo>
                  <a:lnTo>
                    <a:pt x="53735" y="30207"/>
                  </a:lnTo>
                  <a:lnTo>
                    <a:pt x="53993" y="30451"/>
                  </a:lnTo>
                  <a:lnTo>
                    <a:pt x="57618" y="33866"/>
                  </a:lnTo>
                  <a:lnTo>
                    <a:pt x="57923" y="34154"/>
                  </a:lnTo>
                  <a:lnTo>
                    <a:pt x="61386" y="37195"/>
                  </a:lnTo>
                  <a:lnTo>
                    <a:pt x="61890" y="37638"/>
                  </a:lnTo>
                  <a:lnTo>
                    <a:pt x="65388" y="40628"/>
                  </a:lnTo>
                  <a:lnTo>
                    <a:pt x="67094" y="42097"/>
                  </a:lnTo>
                  <a:lnTo>
                    <a:pt x="73207" y="47361"/>
                  </a:lnTo>
                  <a:lnTo>
                    <a:pt x="73523" y="47633"/>
                  </a:lnTo>
                  <a:lnTo>
                    <a:pt x="76398" y="50113"/>
                  </a:lnTo>
                  <a:lnTo>
                    <a:pt x="77227" y="50829"/>
                  </a:lnTo>
                  <a:lnTo>
                    <a:pt x="77512" y="51074"/>
                  </a:lnTo>
                  <a:lnTo>
                    <a:pt x="78592" y="52038"/>
                  </a:lnTo>
                  <a:lnTo>
                    <a:pt x="81202" y="54367"/>
                  </a:lnTo>
                  <a:lnTo>
                    <a:pt x="81588" y="54712"/>
                  </a:lnTo>
                  <a:lnTo>
                    <a:pt x="88042" y="60468"/>
                  </a:lnTo>
                  <a:lnTo>
                    <a:pt x="88323" y="60718"/>
                  </a:lnTo>
                  <a:lnTo>
                    <a:pt x="91103" y="62825"/>
                  </a:lnTo>
                  <a:lnTo>
                    <a:pt x="90083" y="66296"/>
                  </a:lnTo>
                  <a:lnTo>
                    <a:pt x="89989" y="66613"/>
                  </a:lnTo>
                  <a:lnTo>
                    <a:pt x="85567" y="71126"/>
                  </a:lnTo>
                  <a:lnTo>
                    <a:pt x="84614" y="72099"/>
                  </a:lnTo>
                  <a:lnTo>
                    <a:pt x="80429" y="76240"/>
                  </a:lnTo>
                  <a:lnTo>
                    <a:pt x="79625" y="76107"/>
                  </a:lnTo>
                  <a:lnTo>
                    <a:pt x="79337" y="76060"/>
                  </a:lnTo>
                  <a:lnTo>
                    <a:pt x="78939" y="79363"/>
                  </a:lnTo>
                  <a:lnTo>
                    <a:pt x="78920" y="79523"/>
                  </a:lnTo>
                  <a:lnTo>
                    <a:pt x="77123" y="91161"/>
                  </a:lnTo>
                  <a:lnTo>
                    <a:pt x="71775" y="90298"/>
                  </a:lnTo>
                  <a:lnTo>
                    <a:pt x="71556" y="90263"/>
                  </a:lnTo>
                  <a:lnTo>
                    <a:pt x="70805" y="90171"/>
                  </a:lnTo>
                  <a:lnTo>
                    <a:pt x="69211" y="89978"/>
                  </a:lnTo>
                  <a:lnTo>
                    <a:pt x="66646" y="89298"/>
                  </a:lnTo>
                  <a:lnTo>
                    <a:pt x="64666" y="88423"/>
                  </a:lnTo>
                  <a:lnTo>
                    <a:pt x="63064" y="87589"/>
                  </a:lnTo>
                  <a:lnTo>
                    <a:pt x="60060" y="85152"/>
                  </a:lnTo>
                  <a:lnTo>
                    <a:pt x="56855" y="82215"/>
                  </a:lnTo>
                  <a:lnTo>
                    <a:pt x="52850" y="78777"/>
                  </a:lnTo>
                  <a:lnTo>
                    <a:pt x="49945" y="77024"/>
                  </a:lnTo>
                  <a:lnTo>
                    <a:pt x="47956" y="75872"/>
                  </a:lnTo>
                  <a:lnTo>
                    <a:pt x="47693" y="75720"/>
                  </a:lnTo>
                  <a:lnTo>
                    <a:pt x="41460" y="73787"/>
                  </a:lnTo>
                  <a:lnTo>
                    <a:pt x="39272" y="73108"/>
                  </a:lnTo>
                  <a:lnTo>
                    <a:pt x="34658" y="73286"/>
                  </a:lnTo>
                  <a:lnTo>
                    <a:pt x="33744" y="73322"/>
                  </a:lnTo>
                  <a:lnTo>
                    <a:pt x="33639" y="69325"/>
                  </a:lnTo>
                  <a:lnTo>
                    <a:pt x="33625" y="68790"/>
                  </a:lnTo>
                  <a:lnTo>
                    <a:pt x="33575" y="67363"/>
                  </a:lnTo>
                  <a:lnTo>
                    <a:pt x="33261" y="66969"/>
                  </a:lnTo>
                  <a:lnTo>
                    <a:pt x="33267" y="67136"/>
                  </a:lnTo>
                  <a:lnTo>
                    <a:pt x="31167" y="67237"/>
                  </a:lnTo>
                  <a:lnTo>
                    <a:pt x="29807" y="67302"/>
                  </a:lnTo>
                  <a:lnTo>
                    <a:pt x="29668" y="67225"/>
                  </a:lnTo>
                  <a:lnTo>
                    <a:pt x="29374" y="67063"/>
                  </a:lnTo>
                  <a:lnTo>
                    <a:pt x="27196" y="65857"/>
                  </a:lnTo>
                  <a:lnTo>
                    <a:pt x="27362" y="65204"/>
                  </a:lnTo>
                  <a:lnTo>
                    <a:pt x="26580" y="65009"/>
                  </a:lnTo>
                  <a:lnTo>
                    <a:pt x="26188" y="64911"/>
                  </a:lnTo>
                  <a:lnTo>
                    <a:pt x="24605" y="64782"/>
                  </a:lnTo>
                  <a:lnTo>
                    <a:pt x="23891" y="64724"/>
                  </a:lnTo>
                  <a:lnTo>
                    <a:pt x="21366" y="63078"/>
                  </a:lnTo>
                  <a:lnTo>
                    <a:pt x="20582" y="61380"/>
                  </a:lnTo>
                  <a:lnTo>
                    <a:pt x="20989" y="60100"/>
                  </a:lnTo>
                  <a:lnTo>
                    <a:pt x="17449" y="61682"/>
                  </a:lnTo>
                  <a:lnTo>
                    <a:pt x="16405" y="62154"/>
                  </a:lnTo>
                  <a:lnTo>
                    <a:pt x="15444" y="60275"/>
                  </a:lnTo>
                  <a:lnTo>
                    <a:pt x="14769" y="58954"/>
                  </a:lnTo>
                  <a:lnTo>
                    <a:pt x="12560" y="54635"/>
                  </a:lnTo>
                  <a:lnTo>
                    <a:pt x="9911" y="37375"/>
                  </a:lnTo>
                  <a:lnTo>
                    <a:pt x="5895" y="30625"/>
                  </a:lnTo>
                  <a:lnTo>
                    <a:pt x="1281" y="25242"/>
                  </a:lnTo>
                  <a:lnTo>
                    <a:pt x="0" y="23618"/>
                  </a:lnTo>
                  <a:lnTo>
                    <a:pt x="1794" y="17893"/>
                  </a:lnTo>
                  <a:lnTo>
                    <a:pt x="1091" y="10999"/>
                  </a:lnTo>
                  <a:lnTo>
                    <a:pt x="885" y="9078"/>
                  </a:lnTo>
                  <a:lnTo>
                    <a:pt x="18711" y="0"/>
                  </a:lnTo>
                  <a:lnTo>
                    <a:pt x="25556" y="3550"/>
                  </a:lnTo>
                  <a:lnTo>
                    <a:pt x="26759" y="4567"/>
                  </a:lnTo>
                  <a:lnTo>
                    <a:pt x="29141" y="659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1801211" y="3497941"/>
              <a:ext cx="99348" cy="92750"/>
            </a:xfrm>
            <a:custGeom>
              <a:avLst/>
              <a:pathLst>
                <a:path w="99348" h="92750">
                  <a:moveTo>
                    <a:pt x="27731" y="1218"/>
                  </a:moveTo>
                  <a:lnTo>
                    <a:pt x="33367" y="2043"/>
                  </a:lnTo>
                  <a:lnTo>
                    <a:pt x="34677" y="1617"/>
                  </a:lnTo>
                  <a:lnTo>
                    <a:pt x="36936" y="1433"/>
                  </a:lnTo>
                  <a:lnTo>
                    <a:pt x="37830" y="1378"/>
                  </a:lnTo>
                  <a:lnTo>
                    <a:pt x="38026" y="1366"/>
                  </a:lnTo>
                  <a:lnTo>
                    <a:pt x="39280" y="2181"/>
                  </a:lnTo>
                  <a:lnTo>
                    <a:pt x="41416" y="3570"/>
                  </a:lnTo>
                  <a:lnTo>
                    <a:pt x="42451" y="4399"/>
                  </a:lnTo>
                  <a:lnTo>
                    <a:pt x="43359" y="5127"/>
                  </a:lnTo>
                  <a:lnTo>
                    <a:pt x="45338" y="6711"/>
                  </a:lnTo>
                  <a:lnTo>
                    <a:pt x="46955" y="7181"/>
                  </a:lnTo>
                  <a:lnTo>
                    <a:pt x="49155" y="7820"/>
                  </a:lnTo>
                  <a:lnTo>
                    <a:pt x="52298" y="8181"/>
                  </a:lnTo>
                  <a:lnTo>
                    <a:pt x="56996" y="8884"/>
                  </a:lnTo>
                  <a:lnTo>
                    <a:pt x="61957" y="10424"/>
                  </a:lnTo>
                  <a:lnTo>
                    <a:pt x="65789" y="10611"/>
                  </a:lnTo>
                  <a:lnTo>
                    <a:pt x="66483" y="17422"/>
                  </a:lnTo>
                  <a:lnTo>
                    <a:pt x="64689" y="23147"/>
                  </a:lnTo>
                  <a:lnTo>
                    <a:pt x="65970" y="24770"/>
                  </a:lnTo>
                  <a:lnTo>
                    <a:pt x="70584" y="30153"/>
                  </a:lnTo>
                  <a:lnTo>
                    <a:pt x="74600" y="36903"/>
                  </a:lnTo>
                  <a:lnTo>
                    <a:pt x="77249" y="54163"/>
                  </a:lnTo>
                  <a:lnTo>
                    <a:pt x="79458" y="58483"/>
                  </a:lnTo>
                  <a:lnTo>
                    <a:pt x="80133" y="59803"/>
                  </a:lnTo>
                  <a:lnTo>
                    <a:pt x="81094" y="61683"/>
                  </a:lnTo>
                  <a:lnTo>
                    <a:pt x="82185" y="61268"/>
                  </a:lnTo>
                  <a:lnTo>
                    <a:pt x="85679" y="59628"/>
                  </a:lnTo>
                  <a:lnTo>
                    <a:pt x="85271" y="60909"/>
                  </a:lnTo>
                  <a:lnTo>
                    <a:pt x="86055" y="62606"/>
                  </a:lnTo>
                  <a:lnTo>
                    <a:pt x="88580" y="64252"/>
                  </a:lnTo>
                  <a:lnTo>
                    <a:pt x="89294" y="64310"/>
                  </a:lnTo>
                  <a:lnTo>
                    <a:pt x="90877" y="64439"/>
                  </a:lnTo>
                  <a:lnTo>
                    <a:pt x="91269" y="64537"/>
                  </a:lnTo>
                  <a:lnTo>
                    <a:pt x="92052" y="64733"/>
                  </a:lnTo>
                  <a:lnTo>
                    <a:pt x="91885" y="65386"/>
                  </a:lnTo>
                  <a:lnTo>
                    <a:pt x="94063" y="66591"/>
                  </a:lnTo>
                  <a:lnTo>
                    <a:pt x="94357" y="66753"/>
                  </a:lnTo>
                  <a:lnTo>
                    <a:pt x="94619" y="66825"/>
                  </a:lnTo>
                  <a:lnTo>
                    <a:pt x="95856" y="66765"/>
                  </a:lnTo>
                  <a:lnTo>
                    <a:pt x="97956" y="66665"/>
                  </a:lnTo>
                  <a:lnTo>
                    <a:pt x="97951" y="66497"/>
                  </a:lnTo>
                  <a:lnTo>
                    <a:pt x="98277" y="66907"/>
                  </a:lnTo>
                  <a:lnTo>
                    <a:pt x="98314" y="68319"/>
                  </a:lnTo>
                  <a:lnTo>
                    <a:pt x="98328" y="68854"/>
                  </a:lnTo>
                  <a:lnTo>
                    <a:pt x="98560" y="72845"/>
                  </a:lnTo>
                  <a:lnTo>
                    <a:pt x="99348" y="72815"/>
                  </a:lnTo>
                  <a:lnTo>
                    <a:pt x="99231" y="79166"/>
                  </a:lnTo>
                  <a:lnTo>
                    <a:pt x="98790" y="79171"/>
                  </a:lnTo>
                  <a:lnTo>
                    <a:pt x="84965" y="79329"/>
                  </a:lnTo>
                  <a:lnTo>
                    <a:pt x="83048" y="80246"/>
                  </a:lnTo>
                  <a:lnTo>
                    <a:pt x="79640" y="81965"/>
                  </a:lnTo>
                  <a:lnTo>
                    <a:pt x="78548" y="82516"/>
                  </a:lnTo>
                  <a:lnTo>
                    <a:pt x="78118" y="82733"/>
                  </a:lnTo>
                  <a:lnTo>
                    <a:pt x="74144" y="84737"/>
                  </a:lnTo>
                  <a:lnTo>
                    <a:pt x="73565" y="85030"/>
                  </a:lnTo>
                  <a:lnTo>
                    <a:pt x="72672" y="85322"/>
                  </a:lnTo>
                  <a:lnTo>
                    <a:pt x="71941" y="83421"/>
                  </a:lnTo>
                  <a:lnTo>
                    <a:pt x="71063" y="83576"/>
                  </a:lnTo>
                  <a:lnTo>
                    <a:pt x="66471" y="84386"/>
                  </a:lnTo>
                  <a:lnTo>
                    <a:pt x="63022" y="84738"/>
                  </a:lnTo>
                  <a:lnTo>
                    <a:pt x="60299" y="86019"/>
                  </a:lnTo>
                  <a:lnTo>
                    <a:pt x="59439" y="86311"/>
                  </a:lnTo>
                  <a:lnTo>
                    <a:pt x="53824" y="87848"/>
                  </a:lnTo>
                  <a:lnTo>
                    <a:pt x="41605" y="92377"/>
                  </a:lnTo>
                  <a:lnTo>
                    <a:pt x="40862" y="92440"/>
                  </a:lnTo>
                  <a:lnTo>
                    <a:pt x="37222" y="92750"/>
                  </a:lnTo>
                  <a:lnTo>
                    <a:pt x="34345" y="92750"/>
                  </a:lnTo>
                  <a:lnTo>
                    <a:pt x="25505" y="91843"/>
                  </a:lnTo>
                  <a:lnTo>
                    <a:pt x="20377" y="91317"/>
                  </a:lnTo>
                  <a:lnTo>
                    <a:pt x="11467" y="90403"/>
                  </a:lnTo>
                  <a:lnTo>
                    <a:pt x="9074" y="90158"/>
                  </a:lnTo>
                  <a:lnTo>
                    <a:pt x="1412" y="89372"/>
                  </a:lnTo>
                  <a:lnTo>
                    <a:pt x="0" y="89227"/>
                  </a:lnTo>
                  <a:lnTo>
                    <a:pt x="1323" y="85804"/>
                  </a:lnTo>
                  <a:lnTo>
                    <a:pt x="4900" y="76552"/>
                  </a:lnTo>
                  <a:lnTo>
                    <a:pt x="5435" y="75181"/>
                  </a:lnTo>
                  <a:lnTo>
                    <a:pt x="6798" y="71811"/>
                  </a:lnTo>
                  <a:lnTo>
                    <a:pt x="14346" y="52986"/>
                  </a:lnTo>
                  <a:lnTo>
                    <a:pt x="18382" y="42976"/>
                  </a:lnTo>
                  <a:lnTo>
                    <a:pt x="20241" y="38220"/>
                  </a:lnTo>
                  <a:lnTo>
                    <a:pt x="20306" y="38058"/>
                  </a:lnTo>
                  <a:lnTo>
                    <a:pt x="22100" y="33327"/>
                  </a:lnTo>
                  <a:lnTo>
                    <a:pt x="23567" y="28560"/>
                  </a:lnTo>
                  <a:lnTo>
                    <a:pt x="24307" y="23742"/>
                  </a:lnTo>
                  <a:lnTo>
                    <a:pt x="24222" y="18862"/>
                  </a:lnTo>
                  <a:lnTo>
                    <a:pt x="23313" y="14193"/>
                  </a:lnTo>
                  <a:lnTo>
                    <a:pt x="21870" y="9708"/>
                  </a:lnTo>
                  <a:lnTo>
                    <a:pt x="21761" y="9499"/>
                  </a:lnTo>
                  <a:lnTo>
                    <a:pt x="21680" y="9344"/>
                  </a:lnTo>
                  <a:lnTo>
                    <a:pt x="19513" y="5018"/>
                  </a:lnTo>
                  <a:lnTo>
                    <a:pt x="17891" y="1961"/>
                  </a:lnTo>
                  <a:lnTo>
                    <a:pt x="22124" y="0"/>
                  </a:lnTo>
                  <a:lnTo>
                    <a:pt x="22305" y="42"/>
                  </a:lnTo>
                  <a:lnTo>
                    <a:pt x="26707" y="106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1688677" y="3448591"/>
              <a:ext cx="134296" cy="63732"/>
            </a:xfrm>
            <a:custGeom>
              <a:avLst/>
              <a:pathLst>
                <a:path w="134296" h="63732">
                  <a:moveTo>
                    <a:pt x="54858" y="14027"/>
                  </a:moveTo>
                  <a:lnTo>
                    <a:pt x="57703" y="15156"/>
                  </a:lnTo>
                  <a:lnTo>
                    <a:pt x="60421" y="16176"/>
                  </a:lnTo>
                  <a:lnTo>
                    <a:pt x="60659" y="16265"/>
                  </a:lnTo>
                  <a:lnTo>
                    <a:pt x="63595" y="17480"/>
                  </a:lnTo>
                  <a:lnTo>
                    <a:pt x="65027" y="18063"/>
                  </a:lnTo>
                  <a:lnTo>
                    <a:pt x="68124" y="19322"/>
                  </a:lnTo>
                  <a:lnTo>
                    <a:pt x="70055" y="20108"/>
                  </a:lnTo>
                  <a:lnTo>
                    <a:pt x="71501" y="20696"/>
                  </a:lnTo>
                  <a:lnTo>
                    <a:pt x="77376" y="22959"/>
                  </a:lnTo>
                  <a:lnTo>
                    <a:pt x="78090" y="23234"/>
                  </a:lnTo>
                  <a:lnTo>
                    <a:pt x="81372" y="24498"/>
                  </a:lnTo>
                  <a:lnTo>
                    <a:pt x="82786" y="25042"/>
                  </a:lnTo>
                  <a:lnTo>
                    <a:pt x="87667" y="26922"/>
                  </a:lnTo>
                  <a:lnTo>
                    <a:pt x="94205" y="29242"/>
                  </a:lnTo>
                  <a:lnTo>
                    <a:pt x="95906" y="29845"/>
                  </a:lnTo>
                  <a:lnTo>
                    <a:pt x="97587" y="30411"/>
                  </a:lnTo>
                  <a:lnTo>
                    <a:pt x="102892" y="30843"/>
                  </a:lnTo>
                  <a:lnTo>
                    <a:pt x="105756" y="30502"/>
                  </a:lnTo>
                  <a:lnTo>
                    <a:pt x="107535" y="29812"/>
                  </a:lnTo>
                  <a:lnTo>
                    <a:pt x="110412" y="28696"/>
                  </a:lnTo>
                  <a:lnTo>
                    <a:pt x="110784" y="28548"/>
                  </a:lnTo>
                  <a:lnTo>
                    <a:pt x="114588" y="27034"/>
                  </a:lnTo>
                  <a:lnTo>
                    <a:pt x="115404" y="26710"/>
                  </a:lnTo>
                  <a:lnTo>
                    <a:pt x="117177" y="25946"/>
                  </a:lnTo>
                  <a:lnTo>
                    <a:pt x="118335" y="27992"/>
                  </a:lnTo>
                  <a:lnTo>
                    <a:pt x="124113" y="39153"/>
                  </a:lnTo>
                  <a:lnTo>
                    <a:pt x="124216" y="39352"/>
                  </a:lnTo>
                  <a:lnTo>
                    <a:pt x="126343" y="43442"/>
                  </a:lnTo>
                  <a:lnTo>
                    <a:pt x="126734" y="44197"/>
                  </a:lnTo>
                  <a:lnTo>
                    <a:pt x="130267" y="51012"/>
                  </a:lnTo>
                  <a:lnTo>
                    <a:pt x="130482" y="51418"/>
                  </a:lnTo>
                  <a:lnTo>
                    <a:pt x="132048" y="54368"/>
                  </a:lnTo>
                  <a:lnTo>
                    <a:pt x="134215" y="58694"/>
                  </a:lnTo>
                  <a:lnTo>
                    <a:pt x="134296" y="58849"/>
                  </a:lnTo>
                  <a:lnTo>
                    <a:pt x="129269" y="61484"/>
                  </a:lnTo>
                  <a:lnTo>
                    <a:pt x="124819" y="63732"/>
                  </a:lnTo>
                  <a:lnTo>
                    <a:pt x="115366" y="59771"/>
                  </a:lnTo>
                  <a:lnTo>
                    <a:pt x="114361" y="59073"/>
                  </a:lnTo>
                  <a:lnTo>
                    <a:pt x="114500" y="58742"/>
                  </a:lnTo>
                  <a:lnTo>
                    <a:pt x="111256" y="57392"/>
                  </a:lnTo>
                  <a:lnTo>
                    <a:pt x="102471" y="53512"/>
                  </a:lnTo>
                  <a:lnTo>
                    <a:pt x="99090" y="52068"/>
                  </a:lnTo>
                  <a:lnTo>
                    <a:pt x="97372" y="51334"/>
                  </a:lnTo>
                  <a:lnTo>
                    <a:pt x="94399" y="50044"/>
                  </a:lnTo>
                  <a:lnTo>
                    <a:pt x="89460" y="48001"/>
                  </a:lnTo>
                  <a:lnTo>
                    <a:pt x="84301" y="46045"/>
                  </a:lnTo>
                  <a:lnTo>
                    <a:pt x="79417" y="44180"/>
                  </a:lnTo>
                  <a:lnTo>
                    <a:pt x="74995" y="42516"/>
                  </a:lnTo>
                  <a:lnTo>
                    <a:pt x="72307" y="41555"/>
                  </a:lnTo>
                  <a:lnTo>
                    <a:pt x="67670" y="39863"/>
                  </a:lnTo>
                  <a:lnTo>
                    <a:pt x="63143" y="38100"/>
                  </a:lnTo>
                  <a:lnTo>
                    <a:pt x="58444" y="36217"/>
                  </a:lnTo>
                  <a:lnTo>
                    <a:pt x="56489" y="35430"/>
                  </a:lnTo>
                  <a:lnTo>
                    <a:pt x="53334" y="34264"/>
                  </a:lnTo>
                  <a:lnTo>
                    <a:pt x="53051" y="34147"/>
                  </a:lnTo>
                  <a:lnTo>
                    <a:pt x="50490" y="33113"/>
                  </a:lnTo>
                  <a:lnTo>
                    <a:pt x="47610" y="32014"/>
                  </a:lnTo>
                  <a:lnTo>
                    <a:pt x="47333" y="31911"/>
                  </a:lnTo>
                  <a:lnTo>
                    <a:pt x="42759" y="30134"/>
                  </a:lnTo>
                  <a:lnTo>
                    <a:pt x="41765" y="29500"/>
                  </a:lnTo>
                  <a:lnTo>
                    <a:pt x="41034" y="29193"/>
                  </a:lnTo>
                  <a:lnTo>
                    <a:pt x="30978" y="25212"/>
                  </a:lnTo>
                  <a:lnTo>
                    <a:pt x="26584" y="23468"/>
                  </a:lnTo>
                  <a:lnTo>
                    <a:pt x="25521" y="23045"/>
                  </a:lnTo>
                  <a:lnTo>
                    <a:pt x="21705" y="21521"/>
                  </a:lnTo>
                  <a:lnTo>
                    <a:pt x="18314" y="20190"/>
                  </a:lnTo>
                  <a:lnTo>
                    <a:pt x="12714" y="18228"/>
                  </a:lnTo>
                  <a:lnTo>
                    <a:pt x="13977" y="16490"/>
                  </a:lnTo>
                  <a:lnTo>
                    <a:pt x="14122" y="16079"/>
                  </a:lnTo>
                  <a:lnTo>
                    <a:pt x="10710" y="14793"/>
                  </a:lnTo>
                  <a:lnTo>
                    <a:pt x="8277" y="14552"/>
                  </a:lnTo>
                  <a:lnTo>
                    <a:pt x="2655" y="15295"/>
                  </a:lnTo>
                  <a:lnTo>
                    <a:pt x="2430" y="15325"/>
                  </a:lnTo>
                  <a:lnTo>
                    <a:pt x="1754" y="15414"/>
                  </a:lnTo>
                  <a:lnTo>
                    <a:pt x="1154" y="10722"/>
                  </a:lnTo>
                  <a:lnTo>
                    <a:pt x="682" y="6869"/>
                  </a:lnTo>
                  <a:lnTo>
                    <a:pt x="556" y="5839"/>
                  </a:lnTo>
                  <a:lnTo>
                    <a:pt x="461" y="5076"/>
                  </a:lnTo>
                  <a:lnTo>
                    <a:pt x="0" y="1376"/>
                  </a:lnTo>
                  <a:lnTo>
                    <a:pt x="844" y="916"/>
                  </a:lnTo>
                  <a:lnTo>
                    <a:pt x="1301" y="667"/>
                  </a:lnTo>
                  <a:lnTo>
                    <a:pt x="6469" y="128"/>
                  </a:lnTo>
                  <a:lnTo>
                    <a:pt x="9011" y="0"/>
                  </a:lnTo>
                  <a:lnTo>
                    <a:pt x="12716" y="100"/>
                  </a:lnTo>
                  <a:lnTo>
                    <a:pt x="14503" y="622"/>
                  </a:lnTo>
                  <a:lnTo>
                    <a:pt x="19225" y="2358"/>
                  </a:lnTo>
                  <a:lnTo>
                    <a:pt x="24515" y="4116"/>
                  </a:lnTo>
                  <a:lnTo>
                    <a:pt x="28925" y="4413"/>
                  </a:lnTo>
                  <a:lnTo>
                    <a:pt x="29283" y="4537"/>
                  </a:lnTo>
                  <a:lnTo>
                    <a:pt x="29615" y="4651"/>
                  </a:lnTo>
                  <a:lnTo>
                    <a:pt x="39784" y="8360"/>
                  </a:lnTo>
                  <a:lnTo>
                    <a:pt x="43473" y="9705"/>
                  </a:lnTo>
                  <a:lnTo>
                    <a:pt x="45355" y="10391"/>
                  </a:lnTo>
                  <a:lnTo>
                    <a:pt x="45488" y="10440"/>
                  </a:lnTo>
                  <a:lnTo>
                    <a:pt x="50001" y="1208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1729339" y="3482741"/>
              <a:ext cx="96179" cy="68185"/>
            </a:xfrm>
            <a:custGeom>
              <a:avLst/>
              <a:pathLst>
                <a:path w="96179" h="68185">
                  <a:moveTo>
                    <a:pt x="74704" y="25621"/>
                  </a:moveTo>
                  <a:lnTo>
                    <a:pt x="84156" y="29582"/>
                  </a:lnTo>
                  <a:lnTo>
                    <a:pt x="88606" y="27334"/>
                  </a:lnTo>
                  <a:lnTo>
                    <a:pt x="93633" y="24699"/>
                  </a:lnTo>
                  <a:lnTo>
                    <a:pt x="93742" y="24907"/>
                  </a:lnTo>
                  <a:lnTo>
                    <a:pt x="95185" y="29393"/>
                  </a:lnTo>
                  <a:lnTo>
                    <a:pt x="96094" y="34062"/>
                  </a:lnTo>
                  <a:lnTo>
                    <a:pt x="96179" y="38941"/>
                  </a:lnTo>
                  <a:lnTo>
                    <a:pt x="95439" y="43760"/>
                  </a:lnTo>
                  <a:lnTo>
                    <a:pt x="93973" y="48527"/>
                  </a:lnTo>
                  <a:lnTo>
                    <a:pt x="92178" y="53258"/>
                  </a:lnTo>
                  <a:lnTo>
                    <a:pt x="92113" y="53420"/>
                  </a:lnTo>
                  <a:lnTo>
                    <a:pt x="90254" y="58176"/>
                  </a:lnTo>
                  <a:lnTo>
                    <a:pt x="86218" y="68185"/>
                  </a:lnTo>
                  <a:lnTo>
                    <a:pt x="85483" y="67923"/>
                  </a:lnTo>
                  <a:lnTo>
                    <a:pt x="84202" y="67130"/>
                  </a:lnTo>
                  <a:lnTo>
                    <a:pt x="82842" y="65913"/>
                  </a:lnTo>
                  <a:lnTo>
                    <a:pt x="81840" y="65377"/>
                  </a:lnTo>
                  <a:lnTo>
                    <a:pt x="80228" y="64862"/>
                  </a:lnTo>
                  <a:lnTo>
                    <a:pt x="78210" y="64392"/>
                  </a:lnTo>
                  <a:lnTo>
                    <a:pt x="75936" y="64198"/>
                  </a:lnTo>
                  <a:lnTo>
                    <a:pt x="71131" y="62449"/>
                  </a:lnTo>
                  <a:lnTo>
                    <a:pt x="64078" y="59688"/>
                  </a:lnTo>
                  <a:lnTo>
                    <a:pt x="59945" y="58085"/>
                  </a:lnTo>
                  <a:lnTo>
                    <a:pt x="55007" y="56183"/>
                  </a:lnTo>
                  <a:lnTo>
                    <a:pt x="45674" y="52763"/>
                  </a:lnTo>
                  <a:lnTo>
                    <a:pt x="40221" y="50601"/>
                  </a:lnTo>
                  <a:lnTo>
                    <a:pt x="35056" y="48487"/>
                  </a:lnTo>
                  <a:lnTo>
                    <a:pt x="28147" y="45274"/>
                  </a:lnTo>
                  <a:lnTo>
                    <a:pt x="27809" y="45116"/>
                  </a:lnTo>
                  <a:lnTo>
                    <a:pt x="23218" y="42946"/>
                  </a:lnTo>
                  <a:lnTo>
                    <a:pt x="17553" y="40165"/>
                  </a:lnTo>
                  <a:lnTo>
                    <a:pt x="9215" y="36202"/>
                  </a:lnTo>
                  <a:lnTo>
                    <a:pt x="7902" y="35567"/>
                  </a:lnTo>
                  <a:lnTo>
                    <a:pt x="7047" y="35153"/>
                  </a:lnTo>
                  <a:lnTo>
                    <a:pt x="4468" y="33898"/>
                  </a:lnTo>
                  <a:lnTo>
                    <a:pt x="0" y="31870"/>
                  </a:lnTo>
                  <a:lnTo>
                    <a:pt x="215" y="31305"/>
                  </a:lnTo>
                  <a:lnTo>
                    <a:pt x="8350" y="9988"/>
                  </a:lnTo>
                  <a:lnTo>
                    <a:pt x="10622" y="4368"/>
                  </a:lnTo>
                  <a:lnTo>
                    <a:pt x="12394" y="0"/>
                  </a:lnTo>
                  <a:lnTo>
                    <a:pt x="12671" y="114"/>
                  </a:lnTo>
                  <a:lnTo>
                    <a:pt x="15827" y="1280"/>
                  </a:lnTo>
                  <a:lnTo>
                    <a:pt x="17782" y="2067"/>
                  </a:lnTo>
                  <a:lnTo>
                    <a:pt x="22480" y="3950"/>
                  </a:lnTo>
                  <a:lnTo>
                    <a:pt x="27007" y="5713"/>
                  </a:lnTo>
                  <a:lnTo>
                    <a:pt x="31644" y="7405"/>
                  </a:lnTo>
                  <a:lnTo>
                    <a:pt x="34333" y="8367"/>
                  </a:lnTo>
                  <a:lnTo>
                    <a:pt x="38754" y="10031"/>
                  </a:lnTo>
                  <a:lnTo>
                    <a:pt x="43638" y="11895"/>
                  </a:lnTo>
                  <a:lnTo>
                    <a:pt x="48797" y="13851"/>
                  </a:lnTo>
                  <a:lnTo>
                    <a:pt x="53737" y="15894"/>
                  </a:lnTo>
                  <a:lnTo>
                    <a:pt x="56709" y="17184"/>
                  </a:lnTo>
                  <a:lnTo>
                    <a:pt x="58427" y="17918"/>
                  </a:lnTo>
                  <a:lnTo>
                    <a:pt x="61808" y="19362"/>
                  </a:lnTo>
                  <a:lnTo>
                    <a:pt x="70624" y="23256"/>
                  </a:lnTo>
                  <a:lnTo>
                    <a:pt x="73838" y="24592"/>
                  </a:lnTo>
                  <a:lnTo>
                    <a:pt x="73699" y="24923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1719326" y="3518955"/>
              <a:ext cx="96231" cy="68212"/>
            </a:xfrm>
            <a:custGeom>
              <a:avLst/>
              <a:pathLst>
                <a:path w="96231" h="68212">
                  <a:moveTo>
                    <a:pt x="83208" y="64790"/>
                  </a:moveTo>
                  <a:lnTo>
                    <a:pt x="81876" y="68212"/>
                  </a:lnTo>
                  <a:lnTo>
                    <a:pt x="80358" y="68095"/>
                  </a:lnTo>
                  <a:lnTo>
                    <a:pt x="77327" y="67861"/>
                  </a:lnTo>
                  <a:lnTo>
                    <a:pt x="72164" y="67463"/>
                  </a:lnTo>
                  <a:lnTo>
                    <a:pt x="59295" y="66469"/>
                  </a:lnTo>
                  <a:lnTo>
                    <a:pt x="58728" y="66426"/>
                  </a:lnTo>
                  <a:lnTo>
                    <a:pt x="58070" y="66375"/>
                  </a:lnTo>
                  <a:lnTo>
                    <a:pt x="57242" y="66127"/>
                  </a:lnTo>
                  <a:lnTo>
                    <a:pt x="55572" y="65627"/>
                  </a:lnTo>
                  <a:lnTo>
                    <a:pt x="53184" y="64913"/>
                  </a:lnTo>
                  <a:lnTo>
                    <a:pt x="49996" y="63872"/>
                  </a:lnTo>
                  <a:lnTo>
                    <a:pt x="46600" y="62633"/>
                  </a:lnTo>
                  <a:lnTo>
                    <a:pt x="44073" y="61577"/>
                  </a:lnTo>
                  <a:lnTo>
                    <a:pt x="42013" y="60716"/>
                  </a:lnTo>
                  <a:lnTo>
                    <a:pt x="35757" y="57518"/>
                  </a:lnTo>
                  <a:lnTo>
                    <a:pt x="31772" y="55481"/>
                  </a:lnTo>
                  <a:lnTo>
                    <a:pt x="27481" y="53221"/>
                  </a:lnTo>
                  <a:lnTo>
                    <a:pt x="22406" y="50547"/>
                  </a:lnTo>
                  <a:lnTo>
                    <a:pt x="14789" y="46535"/>
                  </a:lnTo>
                  <a:lnTo>
                    <a:pt x="13727" y="45963"/>
                  </a:lnTo>
                  <a:lnTo>
                    <a:pt x="6703" y="42185"/>
                  </a:lnTo>
                  <a:lnTo>
                    <a:pt x="1810" y="39552"/>
                  </a:lnTo>
                  <a:lnTo>
                    <a:pt x="0" y="38574"/>
                  </a:lnTo>
                  <a:lnTo>
                    <a:pt x="701" y="37237"/>
                  </a:lnTo>
                  <a:lnTo>
                    <a:pt x="2450" y="33905"/>
                  </a:lnTo>
                  <a:lnTo>
                    <a:pt x="3373" y="32145"/>
                  </a:lnTo>
                  <a:lnTo>
                    <a:pt x="4401" y="30198"/>
                  </a:lnTo>
                  <a:lnTo>
                    <a:pt x="5775" y="27596"/>
                  </a:lnTo>
                  <a:lnTo>
                    <a:pt x="5868" y="27420"/>
                  </a:lnTo>
                  <a:lnTo>
                    <a:pt x="6106" y="27000"/>
                  </a:lnTo>
                  <a:lnTo>
                    <a:pt x="8639" y="21897"/>
                  </a:lnTo>
                  <a:lnTo>
                    <a:pt x="10866" y="17219"/>
                  </a:lnTo>
                  <a:lnTo>
                    <a:pt x="14371" y="9965"/>
                  </a:lnTo>
                  <a:lnTo>
                    <a:pt x="16741" y="5174"/>
                  </a:lnTo>
                  <a:lnTo>
                    <a:pt x="19109" y="295"/>
                  </a:lnTo>
                  <a:lnTo>
                    <a:pt x="19252" y="0"/>
                  </a:lnTo>
                  <a:lnTo>
                    <a:pt x="27566" y="3951"/>
                  </a:lnTo>
                  <a:lnTo>
                    <a:pt x="33231" y="6732"/>
                  </a:lnTo>
                  <a:lnTo>
                    <a:pt x="37822" y="8902"/>
                  </a:lnTo>
                  <a:lnTo>
                    <a:pt x="38160" y="9060"/>
                  </a:lnTo>
                  <a:lnTo>
                    <a:pt x="45069" y="12274"/>
                  </a:lnTo>
                  <a:lnTo>
                    <a:pt x="50234" y="14387"/>
                  </a:lnTo>
                  <a:lnTo>
                    <a:pt x="55686" y="16549"/>
                  </a:lnTo>
                  <a:lnTo>
                    <a:pt x="65019" y="19969"/>
                  </a:lnTo>
                  <a:lnTo>
                    <a:pt x="69958" y="21872"/>
                  </a:lnTo>
                  <a:lnTo>
                    <a:pt x="74091" y="23474"/>
                  </a:lnTo>
                  <a:lnTo>
                    <a:pt x="81143" y="26236"/>
                  </a:lnTo>
                  <a:lnTo>
                    <a:pt x="85949" y="27985"/>
                  </a:lnTo>
                  <a:lnTo>
                    <a:pt x="88222" y="28178"/>
                  </a:lnTo>
                  <a:lnTo>
                    <a:pt x="90241" y="28648"/>
                  </a:lnTo>
                  <a:lnTo>
                    <a:pt x="91853" y="29163"/>
                  </a:lnTo>
                  <a:lnTo>
                    <a:pt x="92899" y="29739"/>
                  </a:lnTo>
                  <a:lnTo>
                    <a:pt x="94258" y="30955"/>
                  </a:lnTo>
                  <a:lnTo>
                    <a:pt x="95495" y="31709"/>
                  </a:lnTo>
                  <a:lnTo>
                    <a:pt x="96231" y="31972"/>
                  </a:lnTo>
                  <a:lnTo>
                    <a:pt x="88675" y="50819"/>
                  </a:lnTo>
                  <a:lnTo>
                    <a:pt x="87320" y="54167"/>
                  </a:lnTo>
                  <a:lnTo>
                    <a:pt x="86786" y="55538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1680712" y="3463144"/>
              <a:ext cx="61007" cy="94386"/>
            </a:xfrm>
            <a:custGeom>
              <a:avLst/>
              <a:pathLst>
                <a:path w="61007" h="94386">
                  <a:moveTo>
                    <a:pt x="39316" y="93048"/>
                  </a:moveTo>
                  <a:lnTo>
                    <a:pt x="38614" y="94386"/>
                  </a:lnTo>
                  <a:lnTo>
                    <a:pt x="32924" y="91336"/>
                  </a:lnTo>
                  <a:lnTo>
                    <a:pt x="32146" y="90919"/>
                  </a:lnTo>
                  <a:lnTo>
                    <a:pt x="31213" y="90419"/>
                  </a:lnTo>
                  <a:lnTo>
                    <a:pt x="22342" y="85697"/>
                  </a:lnTo>
                  <a:lnTo>
                    <a:pt x="17906" y="83358"/>
                  </a:lnTo>
                  <a:lnTo>
                    <a:pt x="14381" y="81498"/>
                  </a:lnTo>
                  <a:lnTo>
                    <a:pt x="13390" y="80976"/>
                  </a:lnTo>
                  <a:lnTo>
                    <a:pt x="11648" y="80155"/>
                  </a:lnTo>
                  <a:lnTo>
                    <a:pt x="4773" y="76688"/>
                  </a:lnTo>
                  <a:lnTo>
                    <a:pt x="0" y="74168"/>
                  </a:lnTo>
                  <a:lnTo>
                    <a:pt x="250" y="73632"/>
                  </a:lnTo>
                  <a:lnTo>
                    <a:pt x="1189" y="71619"/>
                  </a:lnTo>
                  <a:lnTo>
                    <a:pt x="1416" y="71133"/>
                  </a:lnTo>
                  <a:lnTo>
                    <a:pt x="3354" y="66980"/>
                  </a:lnTo>
                  <a:lnTo>
                    <a:pt x="3864" y="65885"/>
                  </a:lnTo>
                  <a:lnTo>
                    <a:pt x="6076" y="61266"/>
                  </a:lnTo>
                  <a:lnTo>
                    <a:pt x="8139" y="56959"/>
                  </a:lnTo>
                  <a:lnTo>
                    <a:pt x="10488" y="52055"/>
                  </a:lnTo>
                  <a:lnTo>
                    <a:pt x="10893" y="51237"/>
                  </a:lnTo>
                  <a:lnTo>
                    <a:pt x="11797" y="49410"/>
                  </a:lnTo>
                  <a:lnTo>
                    <a:pt x="12685" y="47618"/>
                  </a:lnTo>
                  <a:lnTo>
                    <a:pt x="15569" y="41706"/>
                  </a:lnTo>
                  <a:lnTo>
                    <a:pt x="15405" y="40782"/>
                  </a:lnTo>
                  <a:lnTo>
                    <a:pt x="14509" y="35755"/>
                  </a:lnTo>
                  <a:lnTo>
                    <a:pt x="14220" y="34129"/>
                  </a:lnTo>
                  <a:lnTo>
                    <a:pt x="13100" y="26269"/>
                  </a:lnTo>
                  <a:lnTo>
                    <a:pt x="12547" y="22383"/>
                  </a:lnTo>
                  <a:lnTo>
                    <a:pt x="12275" y="20316"/>
                  </a:lnTo>
                  <a:lnTo>
                    <a:pt x="11942" y="17784"/>
                  </a:lnTo>
                  <a:lnTo>
                    <a:pt x="11879" y="17302"/>
                  </a:lnTo>
                  <a:lnTo>
                    <a:pt x="11389" y="13570"/>
                  </a:lnTo>
                  <a:lnTo>
                    <a:pt x="11358" y="13336"/>
                  </a:lnTo>
                  <a:lnTo>
                    <a:pt x="11281" y="12752"/>
                  </a:lnTo>
                  <a:lnTo>
                    <a:pt x="11254" y="12543"/>
                  </a:lnTo>
                  <a:lnTo>
                    <a:pt x="11202" y="12154"/>
                  </a:lnTo>
                  <a:lnTo>
                    <a:pt x="10635" y="7836"/>
                  </a:lnTo>
                  <a:lnTo>
                    <a:pt x="10098" y="3750"/>
                  </a:lnTo>
                  <a:lnTo>
                    <a:pt x="9786" y="1374"/>
                  </a:lnTo>
                  <a:lnTo>
                    <a:pt x="9718" y="862"/>
                  </a:lnTo>
                  <a:lnTo>
                    <a:pt x="10395" y="772"/>
                  </a:lnTo>
                  <a:lnTo>
                    <a:pt x="10620" y="743"/>
                  </a:lnTo>
                  <a:lnTo>
                    <a:pt x="16246" y="0"/>
                  </a:lnTo>
                  <a:lnTo>
                    <a:pt x="18675" y="240"/>
                  </a:lnTo>
                  <a:lnTo>
                    <a:pt x="22087" y="1527"/>
                  </a:lnTo>
                  <a:lnTo>
                    <a:pt x="21942" y="1938"/>
                  </a:lnTo>
                  <a:lnTo>
                    <a:pt x="20671" y="3686"/>
                  </a:lnTo>
                  <a:lnTo>
                    <a:pt x="26278" y="5637"/>
                  </a:lnTo>
                  <a:lnTo>
                    <a:pt x="29670" y="6968"/>
                  </a:lnTo>
                  <a:lnTo>
                    <a:pt x="33486" y="8493"/>
                  </a:lnTo>
                  <a:lnTo>
                    <a:pt x="34549" y="8916"/>
                  </a:lnTo>
                  <a:lnTo>
                    <a:pt x="38943" y="10660"/>
                  </a:lnTo>
                  <a:lnTo>
                    <a:pt x="48999" y="14640"/>
                  </a:lnTo>
                  <a:lnTo>
                    <a:pt x="49729" y="14948"/>
                  </a:lnTo>
                  <a:lnTo>
                    <a:pt x="50724" y="15581"/>
                  </a:lnTo>
                  <a:lnTo>
                    <a:pt x="55298" y="17358"/>
                  </a:lnTo>
                  <a:lnTo>
                    <a:pt x="55575" y="17462"/>
                  </a:lnTo>
                  <a:lnTo>
                    <a:pt x="58455" y="18560"/>
                  </a:lnTo>
                  <a:lnTo>
                    <a:pt x="61007" y="19615"/>
                  </a:lnTo>
                  <a:lnTo>
                    <a:pt x="59249" y="23965"/>
                  </a:lnTo>
                  <a:lnTo>
                    <a:pt x="56977" y="29587"/>
                  </a:lnTo>
                  <a:lnTo>
                    <a:pt x="48842" y="50903"/>
                  </a:lnTo>
                  <a:lnTo>
                    <a:pt x="48627" y="51467"/>
                  </a:lnTo>
                  <a:lnTo>
                    <a:pt x="53096" y="53496"/>
                  </a:lnTo>
                  <a:lnTo>
                    <a:pt x="55675" y="54751"/>
                  </a:lnTo>
                  <a:lnTo>
                    <a:pt x="56529" y="55164"/>
                  </a:lnTo>
                  <a:lnTo>
                    <a:pt x="57859" y="55826"/>
                  </a:lnTo>
                  <a:lnTo>
                    <a:pt x="57723" y="56106"/>
                  </a:lnTo>
                  <a:lnTo>
                    <a:pt x="55356" y="60985"/>
                  </a:lnTo>
                  <a:lnTo>
                    <a:pt x="52986" y="65777"/>
                  </a:lnTo>
                  <a:lnTo>
                    <a:pt x="49480" y="73030"/>
                  </a:lnTo>
                  <a:lnTo>
                    <a:pt x="47253" y="77708"/>
                  </a:lnTo>
                  <a:lnTo>
                    <a:pt x="44720" y="82811"/>
                  </a:lnTo>
                  <a:lnTo>
                    <a:pt x="44483" y="83232"/>
                  </a:lnTo>
                  <a:lnTo>
                    <a:pt x="44390" y="83407"/>
                  </a:lnTo>
                  <a:lnTo>
                    <a:pt x="43016" y="86009"/>
                  </a:lnTo>
                  <a:lnTo>
                    <a:pt x="41987" y="87956"/>
                  </a:lnTo>
                  <a:lnTo>
                    <a:pt x="41064" y="89716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1606184" y="3516082"/>
              <a:ext cx="87918" cy="85171"/>
            </a:xfrm>
            <a:custGeom>
              <a:avLst/>
              <a:pathLst>
                <a:path w="87918" h="85171">
                  <a:moveTo>
                    <a:pt x="65587" y="80366"/>
                  </a:moveTo>
                  <a:lnTo>
                    <a:pt x="63577" y="85171"/>
                  </a:lnTo>
                  <a:lnTo>
                    <a:pt x="62339" y="85039"/>
                  </a:lnTo>
                  <a:lnTo>
                    <a:pt x="61898" y="84992"/>
                  </a:lnTo>
                  <a:lnTo>
                    <a:pt x="59023" y="84686"/>
                  </a:lnTo>
                  <a:lnTo>
                    <a:pt x="51738" y="83911"/>
                  </a:lnTo>
                  <a:lnTo>
                    <a:pt x="49688" y="83693"/>
                  </a:lnTo>
                  <a:lnTo>
                    <a:pt x="48286" y="83539"/>
                  </a:lnTo>
                  <a:lnTo>
                    <a:pt x="48113" y="83520"/>
                  </a:lnTo>
                  <a:lnTo>
                    <a:pt x="47212" y="83421"/>
                  </a:lnTo>
                  <a:lnTo>
                    <a:pt x="42300" y="82881"/>
                  </a:lnTo>
                  <a:lnTo>
                    <a:pt x="40305" y="82662"/>
                  </a:lnTo>
                  <a:lnTo>
                    <a:pt x="38772" y="82493"/>
                  </a:lnTo>
                  <a:lnTo>
                    <a:pt x="37458" y="82349"/>
                  </a:lnTo>
                  <a:lnTo>
                    <a:pt x="33345" y="81897"/>
                  </a:lnTo>
                  <a:lnTo>
                    <a:pt x="31115" y="81652"/>
                  </a:lnTo>
                  <a:lnTo>
                    <a:pt x="30327" y="81565"/>
                  </a:lnTo>
                  <a:lnTo>
                    <a:pt x="29348" y="81458"/>
                  </a:lnTo>
                  <a:lnTo>
                    <a:pt x="29094" y="81430"/>
                  </a:lnTo>
                  <a:lnTo>
                    <a:pt x="28666" y="81383"/>
                  </a:lnTo>
                  <a:lnTo>
                    <a:pt x="28307" y="81344"/>
                  </a:lnTo>
                  <a:lnTo>
                    <a:pt x="28006" y="81311"/>
                  </a:lnTo>
                  <a:lnTo>
                    <a:pt x="18311" y="80257"/>
                  </a:lnTo>
                  <a:lnTo>
                    <a:pt x="17823" y="80204"/>
                  </a:lnTo>
                  <a:lnTo>
                    <a:pt x="17454" y="80164"/>
                  </a:lnTo>
                  <a:lnTo>
                    <a:pt x="17280" y="80145"/>
                  </a:lnTo>
                  <a:lnTo>
                    <a:pt x="17084" y="80123"/>
                  </a:lnTo>
                  <a:lnTo>
                    <a:pt x="16440" y="80053"/>
                  </a:lnTo>
                  <a:lnTo>
                    <a:pt x="14668" y="79861"/>
                  </a:lnTo>
                  <a:lnTo>
                    <a:pt x="10282" y="79384"/>
                  </a:lnTo>
                  <a:lnTo>
                    <a:pt x="8772" y="79195"/>
                  </a:lnTo>
                  <a:lnTo>
                    <a:pt x="8409" y="79150"/>
                  </a:lnTo>
                  <a:lnTo>
                    <a:pt x="8250" y="79130"/>
                  </a:lnTo>
                  <a:lnTo>
                    <a:pt x="7968" y="79095"/>
                  </a:lnTo>
                  <a:lnTo>
                    <a:pt x="6964" y="78970"/>
                  </a:lnTo>
                  <a:lnTo>
                    <a:pt x="6320" y="78889"/>
                  </a:lnTo>
                  <a:lnTo>
                    <a:pt x="2994" y="78474"/>
                  </a:lnTo>
                  <a:lnTo>
                    <a:pt x="1770" y="78322"/>
                  </a:lnTo>
                  <a:lnTo>
                    <a:pt x="1208" y="78252"/>
                  </a:lnTo>
                  <a:lnTo>
                    <a:pt x="120" y="78116"/>
                  </a:lnTo>
                  <a:lnTo>
                    <a:pt x="0" y="78027"/>
                  </a:lnTo>
                  <a:lnTo>
                    <a:pt x="1864" y="73438"/>
                  </a:lnTo>
                  <a:lnTo>
                    <a:pt x="2174" y="72694"/>
                  </a:lnTo>
                  <a:lnTo>
                    <a:pt x="2730" y="71359"/>
                  </a:lnTo>
                  <a:lnTo>
                    <a:pt x="2818" y="71149"/>
                  </a:lnTo>
                  <a:lnTo>
                    <a:pt x="3300" y="70007"/>
                  </a:lnTo>
                  <a:lnTo>
                    <a:pt x="3365" y="69852"/>
                  </a:lnTo>
                  <a:lnTo>
                    <a:pt x="4116" y="68073"/>
                  </a:lnTo>
                  <a:lnTo>
                    <a:pt x="4303" y="67632"/>
                  </a:lnTo>
                  <a:lnTo>
                    <a:pt x="4706" y="66679"/>
                  </a:lnTo>
                  <a:lnTo>
                    <a:pt x="5081" y="65788"/>
                  </a:lnTo>
                  <a:lnTo>
                    <a:pt x="6629" y="62111"/>
                  </a:lnTo>
                  <a:lnTo>
                    <a:pt x="7435" y="60153"/>
                  </a:lnTo>
                  <a:lnTo>
                    <a:pt x="7630" y="59677"/>
                  </a:lnTo>
                  <a:lnTo>
                    <a:pt x="8406" y="57791"/>
                  </a:lnTo>
                  <a:lnTo>
                    <a:pt x="8821" y="56782"/>
                  </a:lnTo>
                  <a:lnTo>
                    <a:pt x="9224" y="55855"/>
                  </a:lnTo>
                  <a:lnTo>
                    <a:pt x="9624" y="54935"/>
                  </a:lnTo>
                  <a:lnTo>
                    <a:pt x="11148" y="51434"/>
                  </a:lnTo>
                  <a:lnTo>
                    <a:pt x="11718" y="50123"/>
                  </a:lnTo>
                  <a:lnTo>
                    <a:pt x="12501" y="48324"/>
                  </a:lnTo>
                  <a:lnTo>
                    <a:pt x="14040" y="44788"/>
                  </a:lnTo>
                  <a:lnTo>
                    <a:pt x="14480" y="44080"/>
                  </a:lnTo>
                  <a:lnTo>
                    <a:pt x="15057" y="43152"/>
                  </a:lnTo>
                  <a:lnTo>
                    <a:pt x="16357" y="40713"/>
                  </a:lnTo>
                  <a:lnTo>
                    <a:pt x="18267" y="37130"/>
                  </a:lnTo>
                  <a:lnTo>
                    <a:pt x="19774" y="34106"/>
                  </a:lnTo>
                  <a:lnTo>
                    <a:pt x="20639" y="32370"/>
                  </a:lnTo>
                  <a:lnTo>
                    <a:pt x="20874" y="31782"/>
                  </a:lnTo>
                  <a:lnTo>
                    <a:pt x="21159" y="31066"/>
                  </a:lnTo>
                  <a:lnTo>
                    <a:pt x="22751" y="27908"/>
                  </a:lnTo>
                  <a:lnTo>
                    <a:pt x="23685" y="26056"/>
                  </a:lnTo>
                  <a:lnTo>
                    <a:pt x="24370" y="24698"/>
                  </a:lnTo>
                  <a:lnTo>
                    <a:pt x="25341" y="22772"/>
                  </a:lnTo>
                  <a:lnTo>
                    <a:pt x="26455" y="20561"/>
                  </a:lnTo>
                  <a:lnTo>
                    <a:pt x="26975" y="19531"/>
                  </a:lnTo>
                  <a:lnTo>
                    <a:pt x="27911" y="17674"/>
                  </a:lnTo>
                  <a:lnTo>
                    <a:pt x="28642" y="16225"/>
                  </a:lnTo>
                  <a:lnTo>
                    <a:pt x="29440" y="14641"/>
                  </a:lnTo>
                  <a:lnTo>
                    <a:pt x="30870" y="11797"/>
                  </a:lnTo>
                  <a:lnTo>
                    <a:pt x="31430" y="10683"/>
                  </a:lnTo>
                  <a:lnTo>
                    <a:pt x="31702" y="10138"/>
                  </a:lnTo>
                  <a:lnTo>
                    <a:pt x="32728" y="8087"/>
                  </a:lnTo>
                  <a:lnTo>
                    <a:pt x="34116" y="5310"/>
                  </a:lnTo>
                  <a:lnTo>
                    <a:pt x="34241" y="5059"/>
                  </a:lnTo>
                  <a:lnTo>
                    <a:pt x="35366" y="2721"/>
                  </a:lnTo>
                  <a:lnTo>
                    <a:pt x="35817" y="1784"/>
                  </a:lnTo>
                  <a:lnTo>
                    <a:pt x="36059" y="1279"/>
                  </a:lnTo>
                  <a:lnTo>
                    <a:pt x="36140" y="1008"/>
                  </a:lnTo>
                  <a:lnTo>
                    <a:pt x="36439" y="0"/>
                  </a:lnTo>
                  <a:lnTo>
                    <a:pt x="36783" y="182"/>
                  </a:lnTo>
                  <a:lnTo>
                    <a:pt x="37687" y="660"/>
                  </a:lnTo>
                  <a:lnTo>
                    <a:pt x="38453" y="1138"/>
                  </a:lnTo>
                  <a:lnTo>
                    <a:pt x="40101" y="2169"/>
                  </a:lnTo>
                  <a:lnTo>
                    <a:pt x="40381" y="2343"/>
                  </a:lnTo>
                  <a:lnTo>
                    <a:pt x="40645" y="2508"/>
                  </a:lnTo>
                  <a:lnTo>
                    <a:pt x="41194" y="2851"/>
                  </a:lnTo>
                  <a:lnTo>
                    <a:pt x="41860" y="3256"/>
                  </a:lnTo>
                  <a:lnTo>
                    <a:pt x="42046" y="3368"/>
                  </a:lnTo>
                  <a:lnTo>
                    <a:pt x="44100" y="4615"/>
                  </a:lnTo>
                  <a:lnTo>
                    <a:pt x="44257" y="4710"/>
                  </a:lnTo>
                  <a:lnTo>
                    <a:pt x="45569" y="5505"/>
                  </a:lnTo>
                  <a:lnTo>
                    <a:pt x="47974" y="6985"/>
                  </a:lnTo>
                  <a:lnTo>
                    <a:pt x="48533" y="7300"/>
                  </a:lnTo>
                  <a:lnTo>
                    <a:pt x="49130" y="7634"/>
                  </a:lnTo>
                  <a:lnTo>
                    <a:pt x="52162" y="9285"/>
                  </a:lnTo>
                  <a:lnTo>
                    <a:pt x="56221" y="11495"/>
                  </a:lnTo>
                  <a:lnTo>
                    <a:pt x="57296" y="12081"/>
                  </a:lnTo>
                  <a:lnTo>
                    <a:pt x="57487" y="12185"/>
                  </a:lnTo>
                  <a:lnTo>
                    <a:pt x="57860" y="12388"/>
                  </a:lnTo>
                  <a:lnTo>
                    <a:pt x="58026" y="12476"/>
                  </a:lnTo>
                  <a:lnTo>
                    <a:pt x="58599" y="12783"/>
                  </a:lnTo>
                  <a:lnTo>
                    <a:pt x="58948" y="12951"/>
                  </a:lnTo>
                  <a:lnTo>
                    <a:pt x="60594" y="13831"/>
                  </a:lnTo>
                  <a:lnTo>
                    <a:pt x="62622" y="14915"/>
                  </a:lnTo>
                  <a:lnTo>
                    <a:pt x="63431" y="15348"/>
                  </a:lnTo>
                  <a:lnTo>
                    <a:pt x="63989" y="15647"/>
                  </a:lnTo>
                  <a:lnTo>
                    <a:pt x="69525" y="18488"/>
                  </a:lnTo>
                  <a:lnTo>
                    <a:pt x="70100" y="18783"/>
                  </a:lnTo>
                  <a:lnTo>
                    <a:pt x="70608" y="19044"/>
                  </a:lnTo>
                  <a:lnTo>
                    <a:pt x="74532" y="21232"/>
                  </a:lnTo>
                  <a:lnTo>
                    <a:pt x="79301" y="23751"/>
                  </a:lnTo>
                  <a:lnTo>
                    <a:pt x="86176" y="27217"/>
                  </a:lnTo>
                  <a:lnTo>
                    <a:pt x="87918" y="28038"/>
                  </a:lnTo>
                  <a:lnTo>
                    <a:pt x="87753" y="28323"/>
                  </a:lnTo>
                  <a:lnTo>
                    <a:pt x="87257" y="29183"/>
                  </a:lnTo>
                  <a:lnTo>
                    <a:pt x="86903" y="30009"/>
                  </a:lnTo>
                  <a:lnTo>
                    <a:pt x="85346" y="33637"/>
                  </a:lnTo>
                  <a:lnTo>
                    <a:pt x="84626" y="35315"/>
                  </a:lnTo>
                  <a:lnTo>
                    <a:pt x="84225" y="36250"/>
                  </a:lnTo>
                  <a:lnTo>
                    <a:pt x="84158" y="36407"/>
                  </a:lnTo>
                  <a:lnTo>
                    <a:pt x="82082" y="41245"/>
                  </a:lnTo>
                  <a:lnTo>
                    <a:pt x="81376" y="42888"/>
                  </a:lnTo>
                  <a:lnTo>
                    <a:pt x="79384" y="47532"/>
                  </a:lnTo>
                  <a:lnTo>
                    <a:pt x="78685" y="49161"/>
                  </a:lnTo>
                  <a:lnTo>
                    <a:pt x="76053" y="55295"/>
                  </a:lnTo>
                  <a:lnTo>
                    <a:pt x="75966" y="55497"/>
                  </a:lnTo>
                  <a:lnTo>
                    <a:pt x="75515" y="56548"/>
                  </a:lnTo>
                  <a:lnTo>
                    <a:pt x="74592" y="58698"/>
                  </a:lnTo>
                  <a:lnTo>
                    <a:pt x="73184" y="61980"/>
                  </a:lnTo>
                  <a:lnTo>
                    <a:pt x="73038" y="62320"/>
                  </a:lnTo>
                  <a:lnTo>
                    <a:pt x="72949" y="62536"/>
                  </a:lnTo>
                  <a:lnTo>
                    <a:pt x="71764" y="65407"/>
                  </a:lnTo>
                  <a:lnTo>
                    <a:pt x="71085" y="67050"/>
                  </a:lnTo>
                  <a:lnTo>
                    <a:pt x="70023" y="69624"/>
                  </a:lnTo>
                  <a:lnTo>
                    <a:pt x="67806" y="7499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1580687" y="3594152"/>
              <a:ext cx="89073" cy="94971"/>
            </a:xfrm>
            <a:custGeom>
              <a:avLst/>
              <a:pathLst>
                <a:path w="89073" h="94971">
                  <a:moveTo>
                    <a:pt x="22276" y="102"/>
                  </a:moveTo>
                  <a:lnTo>
                    <a:pt x="25358" y="295"/>
                  </a:lnTo>
                  <a:lnTo>
                    <a:pt x="25472" y="16"/>
                  </a:lnTo>
                  <a:lnTo>
                    <a:pt x="25616" y="45"/>
                  </a:lnTo>
                  <a:lnTo>
                    <a:pt x="26705" y="181"/>
                  </a:lnTo>
                  <a:lnTo>
                    <a:pt x="27266" y="251"/>
                  </a:lnTo>
                  <a:lnTo>
                    <a:pt x="28491" y="404"/>
                  </a:lnTo>
                  <a:lnTo>
                    <a:pt x="31817" y="819"/>
                  </a:lnTo>
                  <a:lnTo>
                    <a:pt x="32460" y="899"/>
                  </a:lnTo>
                  <a:lnTo>
                    <a:pt x="33465" y="1024"/>
                  </a:lnTo>
                  <a:lnTo>
                    <a:pt x="33746" y="1059"/>
                  </a:lnTo>
                  <a:lnTo>
                    <a:pt x="33906" y="1079"/>
                  </a:lnTo>
                  <a:lnTo>
                    <a:pt x="34268" y="1124"/>
                  </a:lnTo>
                  <a:lnTo>
                    <a:pt x="35779" y="1313"/>
                  </a:lnTo>
                  <a:lnTo>
                    <a:pt x="40164" y="1790"/>
                  </a:lnTo>
                  <a:lnTo>
                    <a:pt x="41936" y="1983"/>
                  </a:lnTo>
                  <a:lnTo>
                    <a:pt x="42613" y="2056"/>
                  </a:lnTo>
                  <a:lnTo>
                    <a:pt x="42777" y="2074"/>
                  </a:lnTo>
                  <a:lnTo>
                    <a:pt x="43153" y="2115"/>
                  </a:lnTo>
                  <a:lnTo>
                    <a:pt x="43320" y="2133"/>
                  </a:lnTo>
                  <a:lnTo>
                    <a:pt x="43807" y="2186"/>
                  </a:lnTo>
                  <a:lnTo>
                    <a:pt x="53502" y="3241"/>
                  </a:lnTo>
                  <a:lnTo>
                    <a:pt x="53864" y="3280"/>
                  </a:lnTo>
                  <a:lnTo>
                    <a:pt x="54381" y="3336"/>
                  </a:lnTo>
                  <a:lnTo>
                    <a:pt x="54712" y="3372"/>
                  </a:lnTo>
                  <a:lnTo>
                    <a:pt x="54845" y="3387"/>
                  </a:lnTo>
                  <a:lnTo>
                    <a:pt x="55910" y="3504"/>
                  </a:lnTo>
                  <a:lnTo>
                    <a:pt x="56612" y="3581"/>
                  </a:lnTo>
                  <a:lnTo>
                    <a:pt x="58841" y="3826"/>
                  </a:lnTo>
                  <a:lnTo>
                    <a:pt x="62955" y="4278"/>
                  </a:lnTo>
                  <a:lnTo>
                    <a:pt x="64329" y="4429"/>
                  </a:lnTo>
                  <a:lnTo>
                    <a:pt x="65802" y="4591"/>
                  </a:lnTo>
                  <a:lnTo>
                    <a:pt x="67797" y="4810"/>
                  </a:lnTo>
                  <a:lnTo>
                    <a:pt x="72749" y="5354"/>
                  </a:lnTo>
                  <a:lnTo>
                    <a:pt x="73610" y="5449"/>
                  </a:lnTo>
                  <a:lnTo>
                    <a:pt x="73995" y="5491"/>
                  </a:lnTo>
                  <a:lnTo>
                    <a:pt x="75185" y="5622"/>
                  </a:lnTo>
                  <a:lnTo>
                    <a:pt x="77235" y="5840"/>
                  </a:lnTo>
                  <a:lnTo>
                    <a:pt x="84520" y="6615"/>
                  </a:lnTo>
                  <a:lnTo>
                    <a:pt x="87395" y="6921"/>
                  </a:lnTo>
                  <a:lnTo>
                    <a:pt x="87836" y="6968"/>
                  </a:lnTo>
                  <a:lnTo>
                    <a:pt x="89073" y="7100"/>
                  </a:lnTo>
                  <a:lnTo>
                    <a:pt x="88995" y="7286"/>
                  </a:lnTo>
                  <a:lnTo>
                    <a:pt x="88183" y="9184"/>
                  </a:lnTo>
                  <a:lnTo>
                    <a:pt x="87754" y="10204"/>
                  </a:lnTo>
                  <a:lnTo>
                    <a:pt x="86856" y="12337"/>
                  </a:lnTo>
                  <a:lnTo>
                    <a:pt x="84974" y="16806"/>
                  </a:lnTo>
                  <a:lnTo>
                    <a:pt x="84306" y="18394"/>
                  </a:lnTo>
                  <a:lnTo>
                    <a:pt x="83725" y="19774"/>
                  </a:lnTo>
                  <a:lnTo>
                    <a:pt x="82369" y="22994"/>
                  </a:lnTo>
                  <a:lnTo>
                    <a:pt x="81797" y="24354"/>
                  </a:lnTo>
                  <a:lnTo>
                    <a:pt x="81188" y="25800"/>
                  </a:lnTo>
                  <a:lnTo>
                    <a:pt x="81101" y="26005"/>
                  </a:lnTo>
                  <a:lnTo>
                    <a:pt x="80665" y="27043"/>
                  </a:lnTo>
                  <a:lnTo>
                    <a:pt x="79350" y="30166"/>
                  </a:lnTo>
                  <a:lnTo>
                    <a:pt x="78131" y="33062"/>
                  </a:lnTo>
                  <a:lnTo>
                    <a:pt x="78033" y="33295"/>
                  </a:lnTo>
                  <a:lnTo>
                    <a:pt x="77116" y="35473"/>
                  </a:lnTo>
                  <a:lnTo>
                    <a:pt x="76816" y="36186"/>
                  </a:lnTo>
                  <a:lnTo>
                    <a:pt x="75156" y="40127"/>
                  </a:lnTo>
                  <a:lnTo>
                    <a:pt x="74137" y="42549"/>
                  </a:lnTo>
                  <a:lnTo>
                    <a:pt x="73586" y="43858"/>
                  </a:lnTo>
                  <a:lnTo>
                    <a:pt x="71654" y="48447"/>
                  </a:lnTo>
                  <a:lnTo>
                    <a:pt x="71585" y="48610"/>
                  </a:lnTo>
                  <a:lnTo>
                    <a:pt x="70814" y="50441"/>
                  </a:lnTo>
                  <a:lnTo>
                    <a:pt x="69082" y="54555"/>
                  </a:lnTo>
                  <a:lnTo>
                    <a:pt x="66580" y="60498"/>
                  </a:lnTo>
                  <a:lnTo>
                    <a:pt x="66508" y="60669"/>
                  </a:lnTo>
                  <a:lnTo>
                    <a:pt x="65888" y="62144"/>
                  </a:lnTo>
                  <a:lnTo>
                    <a:pt x="65718" y="62582"/>
                  </a:lnTo>
                  <a:lnTo>
                    <a:pt x="65414" y="63371"/>
                  </a:lnTo>
                  <a:lnTo>
                    <a:pt x="64276" y="66317"/>
                  </a:lnTo>
                  <a:lnTo>
                    <a:pt x="64157" y="66624"/>
                  </a:lnTo>
                  <a:lnTo>
                    <a:pt x="62282" y="71480"/>
                  </a:lnTo>
                  <a:lnTo>
                    <a:pt x="62208" y="71671"/>
                  </a:lnTo>
                  <a:lnTo>
                    <a:pt x="61953" y="72225"/>
                  </a:lnTo>
                  <a:lnTo>
                    <a:pt x="61806" y="72543"/>
                  </a:lnTo>
                  <a:lnTo>
                    <a:pt x="60798" y="74727"/>
                  </a:lnTo>
                  <a:lnTo>
                    <a:pt x="59132" y="78335"/>
                  </a:lnTo>
                  <a:lnTo>
                    <a:pt x="58968" y="78690"/>
                  </a:lnTo>
                  <a:lnTo>
                    <a:pt x="58681" y="79312"/>
                  </a:lnTo>
                  <a:lnTo>
                    <a:pt x="57978" y="81215"/>
                  </a:lnTo>
                  <a:lnTo>
                    <a:pt x="57402" y="82775"/>
                  </a:lnTo>
                  <a:lnTo>
                    <a:pt x="57256" y="84331"/>
                  </a:lnTo>
                  <a:lnTo>
                    <a:pt x="57668" y="85540"/>
                  </a:lnTo>
                  <a:lnTo>
                    <a:pt x="57398" y="88290"/>
                  </a:lnTo>
                  <a:lnTo>
                    <a:pt x="57215" y="90160"/>
                  </a:lnTo>
                  <a:lnTo>
                    <a:pt x="55656" y="90469"/>
                  </a:lnTo>
                  <a:lnTo>
                    <a:pt x="54203" y="90758"/>
                  </a:lnTo>
                  <a:lnTo>
                    <a:pt x="53322" y="90953"/>
                  </a:lnTo>
                  <a:lnTo>
                    <a:pt x="50006" y="91688"/>
                  </a:lnTo>
                  <a:lnTo>
                    <a:pt x="49806" y="91718"/>
                  </a:lnTo>
                  <a:lnTo>
                    <a:pt x="46389" y="92225"/>
                  </a:lnTo>
                  <a:lnTo>
                    <a:pt x="44990" y="92432"/>
                  </a:lnTo>
                  <a:lnTo>
                    <a:pt x="43956" y="92586"/>
                  </a:lnTo>
                  <a:lnTo>
                    <a:pt x="41918" y="92888"/>
                  </a:lnTo>
                  <a:lnTo>
                    <a:pt x="40458" y="93104"/>
                  </a:lnTo>
                  <a:lnTo>
                    <a:pt x="38834" y="93345"/>
                  </a:lnTo>
                  <a:lnTo>
                    <a:pt x="36139" y="93975"/>
                  </a:lnTo>
                  <a:lnTo>
                    <a:pt x="34668" y="94319"/>
                  </a:lnTo>
                  <a:lnTo>
                    <a:pt x="33367" y="94639"/>
                  </a:lnTo>
                  <a:lnTo>
                    <a:pt x="31795" y="94939"/>
                  </a:lnTo>
                  <a:lnTo>
                    <a:pt x="31650" y="94971"/>
                  </a:lnTo>
                  <a:lnTo>
                    <a:pt x="31192" y="91930"/>
                  </a:lnTo>
                  <a:lnTo>
                    <a:pt x="30838" y="89578"/>
                  </a:lnTo>
                  <a:lnTo>
                    <a:pt x="30745" y="88947"/>
                  </a:lnTo>
                  <a:lnTo>
                    <a:pt x="30200" y="85261"/>
                  </a:lnTo>
                  <a:lnTo>
                    <a:pt x="30067" y="84364"/>
                  </a:lnTo>
                  <a:lnTo>
                    <a:pt x="30097" y="84014"/>
                  </a:lnTo>
                  <a:lnTo>
                    <a:pt x="30134" y="83582"/>
                  </a:lnTo>
                  <a:lnTo>
                    <a:pt x="30447" y="79914"/>
                  </a:lnTo>
                  <a:lnTo>
                    <a:pt x="30505" y="79225"/>
                  </a:lnTo>
                  <a:lnTo>
                    <a:pt x="30852" y="75156"/>
                  </a:lnTo>
                  <a:lnTo>
                    <a:pt x="30856" y="74698"/>
                  </a:lnTo>
                  <a:lnTo>
                    <a:pt x="30858" y="74443"/>
                  </a:lnTo>
                  <a:lnTo>
                    <a:pt x="30860" y="74221"/>
                  </a:lnTo>
                  <a:lnTo>
                    <a:pt x="30868" y="73346"/>
                  </a:lnTo>
                  <a:lnTo>
                    <a:pt x="31033" y="71943"/>
                  </a:lnTo>
                  <a:lnTo>
                    <a:pt x="31219" y="70364"/>
                  </a:lnTo>
                  <a:lnTo>
                    <a:pt x="30858" y="70438"/>
                  </a:lnTo>
                  <a:lnTo>
                    <a:pt x="28301" y="70960"/>
                  </a:lnTo>
                  <a:lnTo>
                    <a:pt x="26661" y="71295"/>
                  </a:lnTo>
                  <a:lnTo>
                    <a:pt x="25692" y="71493"/>
                  </a:lnTo>
                  <a:lnTo>
                    <a:pt x="23486" y="71943"/>
                  </a:lnTo>
                  <a:lnTo>
                    <a:pt x="22560" y="72133"/>
                  </a:lnTo>
                  <a:lnTo>
                    <a:pt x="21678" y="72313"/>
                  </a:lnTo>
                  <a:lnTo>
                    <a:pt x="21118" y="72427"/>
                  </a:lnTo>
                  <a:lnTo>
                    <a:pt x="20584" y="72536"/>
                  </a:lnTo>
                  <a:lnTo>
                    <a:pt x="18724" y="72916"/>
                  </a:lnTo>
                  <a:lnTo>
                    <a:pt x="18282" y="73006"/>
                  </a:lnTo>
                  <a:lnTo>
                    <a:pt x="16034" y="73465"/>
                  </a:lnTo>
                  <a:lnTo>
                    <a:pt x="15021" y="73672"/>
                  </a:lnTo>
                  <a:lnTo>
                    <a:pt x="13296" y="74025"/>
                  </a:lnTo>
                  <a:lnTo>
                    <a:pt x="12705" y="74145"/>
                  </a:lnTo>
                  <a:lnTo>
                    <a:pt x="12713" y="73956"/>
                  </a:lnTo>
                  <a:lnTo>
                    <a:pt x="12756" y="73006"/>
                  </a:lnTo>
                  <a:lnTo>
                    <a:pt x="12786" y="72349"/>
                  </a:lnTo>
                  <a:lnTo>
                    <a:pt x="12846" y="71004"/>
                  </a:lnTo>
                  <a:lnTo>
                    <a:pt x="12889" y="70056"/>
                  </a:lnTo>
                  <a:lnTo>
                    <a:pt x="12942" y="68880"/>
                  </a:lnTo>
                  <a:lnTo>
                    <a:pt x="12991" y="67806"/>
                  </a:lnTo>
                  <a:lnTo>
                    <a:pt x="13013" y="67317"/>
                  </a:lnTo>
                  <a:lnTo>
                    <a:pt x="13035" y="66832"/>
                  </a:lnTo>
                  <a:lnTo>
                    <a:pt x="13133" y="65349"/>
                  </a:lnTo>
                  <a:lnTo>
                    <a:pt x="13238" y="63765"/>
                  </a:lnTo>
                  <a:lnTo>
                    <a:pt x="13250" y="63583"/>
                  </a:lnTo>
                  <a:lnTo>
                    <a:pt x="13304" y="62772"/>
                  </a:lnTo>
                  <a:lnTo>
                    <a:pt x="13454" y="59738"/>
                  </a:lnTo>
                  <a:lnTo>
                    <a:pt x="13514" y="58521"/>
                  </a:lnTo>
                  <a:lnTo>
                    <a:pt x="13531" y="58179"/>
                  </a:lnTo>
                  <a:lnTo>
                    <a:pt x="13573" y="57324"/>
                  </a:lnTo>
                  <a:lnTo>
                    <a:pt x="13599" y="56804"/>
                  </a:lnTo>
                  <a:lnTo>
                    <a:pt x="13785" y="53051"/>
                  </a:lnTo>
                  <a:lnTo>
                    <a:pt x="13817" y="52410"/>
                  </a:lnTo>
                  <a:lnTo>
                    <a:pt x="13880" y="51761"/>
                  </a:lnTo>
                  <a:lnTo>
                    <a:pt x="13972" y="50829"/>
                  </a:lnTo>
                  <a:lnTo>
                    <a:pt x="14075" y="49778"/>
                  </a:lnTo>
                  <a:lnTo>
                    <a:pt x="14111" y="49411"/>
                  </a:lnTo>
                  <a:lnTo>
                    <a:pt x="14163" y="48882"/>
                  </a:lnTo>
                  <a:lnTo>
                    <a:pt x="14240" y="48096"/>
                  </a:lnTo>
                  <a:lnTo>
                    <a:pt x="14328" y="47199"/>
                  </a:lnTo>
                  <a:lnTo>
                    <a:pt x="12210" y="46295"/>
                  </a:lnTo>
                  <a:lnTo>
                    <a:pt x="6201" y="43729"/>
                  </a:lnTo>
                  <a:lnTo>
                    <a:pt x="0" y="41081"/>
                  </a:lnTo>
                  <a:lnTo>
                    <a:pt x="569" y="40115"/>
                  </a:lnTo>
                  <a:lnTo>
                    <a:pt x="2016" y="37222"/>
                  </a:lnTo>
                  <a:lnTo>
                    <a:pt x="3209" y="34837"/>
                  </a:lnTo>
                  <a:lnTo>
                    <a:pt x="7816" y="25625"/>
                  </a:lnTo>
                  <a:lnTo>
                    <a:pt x="12159" y="16940"/>
                  </a:lnTo>
                  <a:lnTo>
                    <a:pt x="12703" y="15852"/>
                  </a:lnTo>
                  <a:lnTo>
                    <a:pt x="15092" y="11077"/>
                  </a:lnTo>
                  <a:lnTo>
                    <a:pt x="16622" y="8017"/>
                  </a:lnTo>
                  <a:lnTo>
                    <a:pt x="19100" y="3061"/>
                  </a:lnTo>
                  <a:lnTo>
                    <a:pt x="20631" y="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1637902" y="3601253"/>
              <a:ext cx="94237" cy="83059"/>
            </a:xfrm>
            <a:custGeom>
              <a:avLst/>
              <a:pathLst>
                <a:path w="94237" h="83059">
                  <a:moveTo>
                    <a:pt x="74534" y="58231"/>
                  </a:moveTo>
                  <a:lnTo>
                    <a:pt x="73505" y="61846"/>
                  </a:lnTo>
                  <a:lnTo>
                    <a:pt x="84037" y="60901"/>
                  </a:lnTo>
                  <a:lnTo>
                    <a:pt x="84172" y="60889"/>
                  </a:lnTo>
                  <a:lnTo>
                    <a:pt x="84203" y="61351"/>
                  </a:lnTo>
                  <a:lnTo>
                    <a:pt x="84255" y="62102"/>
                  </a:lnTo>
                  <a:lnTo>
                    <a:pt x="84286" y="62555"/>
                  </a:lnTo>
                  <a:lnTo>
                    <a:pt x="84363" y="63676"/>
                  </a:lnTo>
                  <a:lnTo>
                    <a:pt x="84358" y="63889"/>
                  </a:lnTo>
                  <a:lnTo>
                    <a:pt x="85327" y="63997"/>
                  </a:lnTo>
                  <a:lnTo>
                    <a:pt x="86177" y="63931"/>
                  </a:lnTo>
                  <a:lnTo>
                    <a:pt x="86341" y="64015"/>
                  </a:lnTo>
                  <a:lnTo>
                    <a:pt x="87010" y="64358"/>
                  </a:lnTo>
                  <a:lnTo>
                    <a:pt x="87719" y="64720"/>
                  </a:lnTo>
                  <a:lnTo>
                    <a:pt x="81762" y="65608"/>
                  </a:lnTo>
                  <a:lnTo>
                    <a:pt x="76091" y="66913"/>
                  </a:lnTo>
                  <a:lnTo>
                    <a:pt x="75728" y="66997"/>
                  </a:lnTo>
                  <a:lnTo>
                    <a:pt x="74564" y="67381"/>
                  </a:lnTo>
                  <a:lnTo>
                    <a:pt x="68999" y="69221"/>
                  </a:lnTo>
                  <a:lnTo>
                    <a:pt x="68508" y="69333"/>
                  </a:lnTo>
                  <a:lnTo>
                    <a:pt x="68021" y="69511"/>
                  </a:lnTo>
                  <a:lnTo>
                    <a:pt x="66990" y="69886"/>
                  </a:lnTo>
                  <a:lnTo>
                    <a:pt x="59386" y="72657"/>
                  </a:lnTo>
                  <a:lnTo>
                    <a:pt x="59049" y="72717"/>
                  </a:lnTo>
                  <a:lnTo>
                    <a:pt x="58141" y="72877"/>
                  </a:lnTo>
                  <a:lnTo>
                    <a:pt x="53142" y="73759"/>
                  </a:lnTo>
                  <a:lnTo>
                    <a:pt x="51216" y="74099"/>
                  </a:lnTo>
                  <a:lnTo>
                    <a:pt x="47658" y="74741"/>
                  </a:lnTo>
                  <a:lnTo>
                    <a:pt x="41491" y="75854"/>
                  </a:lnTo>
                  <a:lnTo>
                    <a:pt x="38916" y="76318"/>
                  </a:lnTo>
                  <a:lnTo>
                    <a:pt x="37598" y="76556"/>
                  </a:lnTo>
                  <a:lnTo>
                    <a:pt x="33379" y="77037"/>
                  </a:lnTo>
                  <a:lnTo>
                    <a:pt x="27572" y="77580"/>
                  </a:lnTo>
                  <a:lnTo>
                    <a:pt x="27442" y="77592"/>
                  </a:lnTo>
                  <a:lnTo>
                    <a:pt x="26636" y="77668"/>
                  </a:lnTo>
                  <a:lnTo>
                    <a:pt x="25607" y="77859"/>
                  </a:lnTo>
                  <a:lnTo>
                    <a:pt x="24781" y="78012"/>
                  </a:lnTo>
                  <a:lnTo>
                    <a:pt x="23273" y="78292"/>
                  </a:lnTo>
                  <a:lnTo>
                    <a:pt x="22666" y="78404"/>
                  </a:lnTo>
                  <a:lnTo>
                    <a:pt x="17876" y="79293"/>
                  </a:lnTo>
                  <a:lnTo>
                    <a:pt x="16798" y="79493"/>
                  </a:lnTo>
                  <a:lnTo>
                    <a:pt x="16534" y="79547"/>
                  </a:lnTo>
                  <a:lnTo>
                    <a:pt x="15548" y="79749"/>
                  </a:lnTo>
                  <a:lnTo>
                    <a:pt x="15284" y="79803"/>
                  </a:lnTo>
                  <a:lnTo>
                    <a:pt x="15119" y="79837"/>
                  </a:lnTo>
                  <a:lnTo>
                    <a:pt x="11668" y="80545"/>
                  </a:lnTo>
                  <a:lnTo>
                    <a:pt x="11295" y="80621"/>
                  </a:lnTo>
                  <a:lnTo>
                    <a:pt x="9613" y="80966"/>
                  </a:lnTo>
                  <a:lnTo>
                    <a:pt x="9115" y="81068"/>
                  </a:lnTo>
                  <a:lnTo>
                    <a:pt x="8161" y="81264"/>
                  </a:lnTo>
                  <a:lnTo>
                    <a:pt x="7926" y="81312"/>
                  </a:lnTo>
                  <a:lnTo>
                    <a:pt x="7497" y="81400"/>
                  </a:lnTo>
                  <a:lnTo>
                    <a:pt x="7130" y="81475"/>
                  </a:lnTo>
                  <a:lnTo>
                    <a:pt x="6286" y="81648"/>
                  </a:lnTo>
                  <a:lnTo>
                    <a:pt x="4923" y="81927"/>
                  </a:lnTo>
                  <a:lnTo>
                    <a:pt x="4018" y="82098"/>
                  </a:lnTo>
                  <a:lnTo>
                    <a:pt x="2793" y="82391"/>
                  </a:lnTo>
                  <a:lnTo>
                    <a:pt x="0" y="83059"/>
                  </a:lnTo>
                  <a:lnTo>
                    <a:pt x="183" y="81190"/>
                  </a:lnTo>
                  <a:lnTo>
                    <a:pt x="453" y="78440"/>
                  </a:lnTo>
                  <a:lnTo>
                    <a:pt x="41" y="77231"/>
                  </a:lnTo>
                  <a:lnTo>
                    <a:pt x="186" y="75675"/>
                  </a:lnTo>
                  <a:lnTo>
                    <a:pt x="763" y="74115"/>
                  </a:lnTo>
                  <a:lnTo>
                    <a:pt x="1466" y="72212"/>
                  </a:lnTo>
                  <a:lnTo>
                    <a:pt x="1753" y="71590"/>
                  </a:lnTo>
                  <a:lnTo>
                    <a:pt x="1950" y="71164"/>
                  </a:lnTo>
                  <a:lnTo>
                    <a:pt x="3583" y="67627"/>
                  </a:lnTo>
                  <a:lnTo>
                    <a:pt x="4633" y="65351"/>
                  </a:lnTo>
                  <a:lnTo>
                    <a:pt x="4738" y="65124"/>
                  </a:lnTo>
                  <a:lnTo>
                    <a:pt x="4993" y="64571"/>
                  </a:lnTo>
                  <a:lnTo>
                    <a:pt x="5067" y="64380"/>
                  </a:lnTo>
                  <a:lnTo>
                    <a:pt x="6942" y="59524"/>
                  </a:lnTo>
                  <a:lnTo>
                    <a:pt x="7076" y="59179"/>
                  </a:lnTo>
                  <a:lnTo>
                    <a:pt x="8199" y="56270"/>
                  </a:lnTo>
                  <a:lnTo>
                    <a:pt x="8503" y="55482"/>
                  </a:lnTo>
                  <a:lnTo>
                    <a:pt x="8673" y="55043"/>
                  </a:lnTo>
                  <a:lnTo>
                    <a:pt x="9293" y="53569"/>
                  </a:lnTo>
                  <a:lnTo>
                    <a:pt x="9365" y="53397"/>
                  </a:lnTo>
                  <a:lnTo>
                    <a:pt x="11917" y="47335"/>
                  </a:lnTo>
                  <a:lnTo>
                    <a:pt x="13599" y="43340"/>
                  </a:lnTo>
                  <a:lnTo>
                    <a:pt x="14370" y="41509"/>
                  </a:lnTo>
                  <a:lnTo>
                    <a:pt x="14450" y="41320"/>
                  </a:lnTo>
                  <a:lnTo>
                    <a:pt x="16371" y="36757"/>
                  </a:lnTo>
                  <a:lnTo>
                    <a:pt x="16987" y="35293"/>
                  </a:lnTo>
                  <a:lnTo>
                    <a:pt x="17941" y="33026"/>
                  </a:lnTo>
                  <a:lnTo>
                    <a:pt x="19604" y="29076"/>
                  </a:lnTo>
                  <a:lnTo>
                    <a:pt x="19901" y="28372"/>
                  </a:lnTo>
                  <a:lnTo>
                    <a:pt x="20818" y="26194"/>
                  </a:lnTo>
                  <a:lnTo>
                    <a:pt x="20916" y="25961"/>
                  </a:lnTo>
                  <a:lnTo>
                    <a:pt x="22135" y="23065"/>
                  </a:lnTo>
                  <a:lnTo>
                    <a:pt x="23450" y="19943"/>
                  </a:lnTo>
                  <a:lnTo>
                    <a:pt x="23886" y="18905"/>
                  </a:lnTo>
                  <a:lnTo>
                    <a:pt x="23973" y="18699"/>
                  </a:lnTo>
                  <a:lnTo>
                    <a:pt x="24593" y="17227"/>
                  </a:lnTo>
                  <a:lnTo>
                    <a:pt x="25193" y="15802"/>
                  </a:lnTo>
                  <a:lnTo>
                    <a:pt x="26510" y="12673"/>
                  </a:lnTo>
                  <a:lnTo>
                    <a:pt x="27178" y="11088"/>
                  </a:lnTo>
                  <a:lnTo>
                    <a:pt x="27759" y="9706"/>
                  </a:lnTo>
                  <a:lnTo>
                    <a:pt x="29641" y="5237"/>
                  </a:lnTo>
                  <a:lnTo>
                    <a:pt x="30539" y="3104"/>
                  </a:lnTo>
                  <a:lnTo>
                    <a:pt x="30968" y="2084"/>
                  </a:lnTo>
                  <a:lnTo>
                    <a:pt x="31780" y="185"/>
                  </a:lnTo>
                  <a:lnTo>
                    <a:pt x="31860" y="0"/>
                  </a:lnTo>
                  <a:lnTo>
                    <a:pt x="32876" y="108"/>
                  </a:lnTo>
                  <a:lnTo>
                    <a:pt x="33042" y="125"/>
                  </a:lnTo>
                  <a:lnTo>
                    <a:pt x="38094" y="663"/>
                  </a:lnTo>
                  <a:lnTo>
                    <a:pt x="39955" y="867"/>
                  </a:lnTo>
                  <a:lnTo>
                    <a:pt x="40801" y="959"/>
                  </a:lnTo>
                  <a:lnTo>
                    <a:pt x="41281" y="1012"/>
                  </a:lnTo>
                  <a:lnTo>
                    <a:pt x="41532" y="1039"/>
                  </a:lnTo>
                  <a:lnTo>
                    <a:pt x="51540" y="2135"/>
                  </a:lnTo>
                  <a:lnTo>
                    <a:pt x="54048" y="2409"/>
                  </a:lnTo>
                  <a:lnTo>
                    <a:pt x="54501" y="2459"/>
                  </a:lnTo>
                  <a:lnTo>
                    <a:pt x="54972" y="2510"/>
                  </a:lnTo>
                  <a:lnTo>
                    <a:pt x="55217" y="2537"/>
                  </a:lnTo>
                  <a:lnTo>
                    <a:pt x="56096" y="2633"/>
                  </a:lnTo>
                  <a:lnTo>
                    <a:pt x="56461" y="2673"/>
                  </a:lnTo>
                  <a:lnTo>
                    <a:pt x="56801" y="2711"/>
                  </a:lnTo>
                  <a:lnTo>
                    <a:pt x="59589" y="3016"/>
                  </a:lnTo>
                  <a:lnTo>
                    <a:pt x="62014" y="3281"/>
                  </a:lnTo>
                  <a:lnTo>
                    <a:pt x="63126" y="3403"/>
                  </a:lnTo>
                  <a:lnTo>
                    <a:pt x="63741" y="3470"/>
                  </a:lnTo>
                  <a:lnTo>
                    <a:pt x="64146" y="3514"/>
                  </a:lnTo>
                  <a:lnTo>
                    <a:pt x="64441" y="3547"/>
                  </a:lnTo>
                  <a:lnTo>
                    <a:pt x="65366" y="3659"/>
                  </a:lnTo>
                  <a:lnTo>
                    <a:pt x="65537" y="3679"/>
                  </a:lnTo>
                  <a:lnTo>
                    <a:pt x="70999" y="4340"/>
                  </a:lnTo>
                  <a:lnTo>
                    <a:pt x="76860" y="5048"/>
                  </a:lnTo>
                  <a:lnTo>
                    <a:pt x="77795" y="5161"/>
                  </a:lnTo>
                  <a:lnTo>
                    <a:pt x="78186" y="5208"/>
                  </a:lnTo>
                  <a:lnTo>
                    <a:pt x="78343" y="5227"/>
                  </a:lnTo>
                  <a:lnTo>
                    <a:pt x="78814" y="5284"/>
                  </a:lnTo>
                  <a:lnTo>
                    <a:pt x="79773" y="5400"/>
                  </a:lnTo>
                  <a:lnTo>
                    <a:pt x="80941" y="5541"/>
                  </a:lnTo>
                  <a:lnTo>
                    <a:pt x="81161" y="5569"/>
                  </a:lnTo>
                  <a:lnTo>
                    <a:pt x="81425" y="5602"/>
                  </a:lnTo>
                  <a:lnTo>
                    <a:pt x="81566" y="5620"/>
                  </a:lnTo>
                  <a:lnTo>
                    <a:pt x="81901" y="5663"/>
                  </a:lnTo>
                  <a:lnTo>
                    <a:pt x="82146" y="5694"/>
                  </a:lnTo>
                  <a:lnTo>
                    <a:pt x="85537" y="6122"/>
                  </a:lnTo>
                  <a:lnTo>
                    <a:pt x="88060" y="6440"/>
                  </a:lnTo>
                  <a:lnTo>
                    <a:pt x="88883" y="6544"/>
                  </a:lnTo>
                  <a:lnTo>
                    <a:pt x="89625" y="6620"/>
                  </a:lnTo>
                  <a:lnTo>
                    <a:pt x="91918" y="6854"/>
                  </a:lnTo>
                  <a:lnTo>
                    <a:pt x="93271" y="6992"/>
                  </a:lnTo>
                  <a:lnTo>
                    <a:pt x="93642" y="7030"/>
                  </a:lnTo>
                  <a:lnTo>
                    <a:pt x="93990" y="7065"/>
                  </a:lnTo>
                  <a:lnTo>
                    <a:pt x="94237" y="7090"/>
                  </a:lnTo>
                  <a:lnTo>
                    <a:pt x="94110" y="7420"/>
                  </a:lnTo>
                  <a:lnTo>
                    <a:pt x="93409" y="9237"/>
                  </a:lnTo>
                  <a:lnTo>
                    <a:pt x="92635" y="11198"/>
                  </a:lnTo>
                  <a:lnTo>
                    <a:pt x="92346" y="11928"/>
                  </a:lnTo>
                  <a:lnTo>
                    <a:pt x="92134" y="12465"/>
                  </a:lnTo>
                  <a:lnTo>
                    <a:pt x="92072" y="12624"/>
                  </a:lnTo>
                  <a:lnTo>
                    <a:pt x="90523" y="16545"/>
                  </a:lnTo>
                  <a:lnTo>
                    <a:pt x="89816" y="18336"/>
                  </a:lnTo>
                  <a:lnTo>
                    <a:pt x="89709" y="18604"/>
                  </a:lnTo>
                  <a:lnTo>
                    <a:pt x="88488" y="21665"/>
                  </a:lnTo>
                  <a:lnTo>
                    <a:pt x="88215" y="22348"/>
                  </a:lnTo>
                  <a:lnTo>
                    <a:pt x="87856" y="23248"/>
                  </a:lnTo>
                  <a:lnTo>
                    <a:pt x="87421" y="24340"/>
                  </a:lnTo>
                  <a:lnTo>
                    <a:pt x="87369" y="24470"/>
                  </a:lnTo>
                  <a:lnTo>
                    <a:pt x="85168" y="29986"/>
                  </a:lnTo>
                  <a:lnTo>
                    <a:pt x="85077" y="30215"/>
                  </a:lnTo>
                  <a:lnTo>
                    <a:pt x="85023" y="30349"/>
                  </a:lnTo>
                  <a:lnTo>
                    <a:pt x="84869" y="30736"/>
                  </a:lnTo>
                  <a:lnTo>
                    <a:pt x="84107" y="32646"/>
                  </a:lnTo>
                  <a:lnTo>
                    <a:pt x="82458" y="36778"/>
                  </a:lnTo>
                  <a:lnTo>
                    <a:pt x="82359" y="37026"/>
                  </a:lnTo>
                  <a:lnTo>
                    <a:pt x="82266" y="37260"/>
                  </a:lnTo>
                  <a:lnTo>
                    <a:pt x="82197" y="37432"/>
                  </a:lnTo>
                  <a:lnTo>
                    <a:pt x="81721" y="38625"/>
                  </a:lnTo>
                  <a:lnTo>
                    <a:pt x="81204" y="39923"/>
                  </a:lnTo>
                  <a:lnTo>
                    <a:pt x="80832" y="40855"/>
                  </a:lnTo>
                  <a:lnTo>
                    <a:pt x="80085" y="42824"/>
                  </a:lnTo>
                  <a:lnTo>
                    <a:pt x="80030" y="42969"/>
                  </a:lnTo>
                  <a:lnTo>
                    <a:pt x="77746" y="48993"/>
                  </a:lnTo>
                  <a:lnTo>
                    <a:pt x="77356" y="50022"/>
                  </a:lnTo>
                  <a:lnTo>
                    <a:pt x="77091" y="50723"/>
                  </a:lnTo>
                  <a:lnTo>
                    <a:pt x="76571" y="52094"/>
                  </a:lnTo>
                  <a:lnTo>
                    <a:pt x="75411" y="5515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1669761" y="3544120"/>
              <a:ext cx="131450" cy="71817"/>
            </a:xfrm>
            <a:custGeom>
              <a:avLst/>
              <a:pathLst>
                <a:path w="131450" h="71817">
                  <a:moveTo>
                    <a:pt x="122184" y="68350"/>
                  </a:moveTo>
                  <a:lnTo>
                    <a:pt x="121015" y="71817"/>
                  </a:lnTo>
                  <a:lnTo>
                    <a:pt x="117693" y="71464"/>
                  </a:lnTo>
                  <a:lnTo>
                    <a:pt x="116157" y="71301"/>
                  </a:lnTo>
                  <a:lnTo>
                    <a:pt x="114747" y="71149"/>
                  </a:lnTo>
                  <a:lnTo>
                    <a:pt x="113876" y="71041"/>
                  </a:lnTo>
                  <a:lnTo>
                    <a:pt x="112997" y="70932"/>
                  </a:lnTo>
                  <a:lnTo>
                    <a:pt x="107254" y="70220"/>
                  </a:lnTo>
                  <a:lnTo>
                    <a:pt x="106950" y="70182"/>
                  </a:lnTo>
                  <a:lnTo>
                    <a:pt x="106453" y="70121"/>
                  </a:lnTo>
                  <a:lnTo>
                    <a:pt x="102903" y="69681"/>
                  </a:lnTo>
                  <a:lnTo>
                    <a:pt x="102656" y="69651"/>
                  </a:lnTo>
                  <a:lnTo>
                    <a:pt x="98539" y="69141"/>
                  </a:lnTo>
                  <a:lnTo>
                    <a:pt x="97522" y="69015"/>
                  </a:lnTo>
                  <a:lnTo>
                    <a:pt x="96780" y="68918"/>
                  </a:lnTo>
                  <a:lnTo>
                    <a:pt x="96554" y="68888"/>
                  </a:lnTo>
                  <a:lnTo>
                    <a:pt x="96010" y="68817"/>
                  </a:lnTo>
                  <a:lnTo>
                    <a:pt x="91745" y="68291"/>
                  </a:lnTo>
                  <a:lnTo>
                    <a:pt x="91030" y="68203"/>
                  </a:lnTo>
                  <a:lnTo>
                    <a:pt x="89316" y="67991"/>
                  </a:lnTo>
                  <a:lnTo>
                    <a:pt x="88762" y="67923"/>
                  </a:lnTo>
                  <a:lnTo>
                    <a:pt x="87484" y="67765"/>
                  </a:lnTo>
                  <a:lnTo>
                    <a:pt x="87105" y="67711"/>
                  </a:lnTo>
                  <a:lnTo>
                    <a:pt x="83451" y="67187"/>
                  </a:lnTo>
                  <a:lnTo>
                    <a:pt x="82414" y="67038"/>
                  </a:lnTo>
                  <a:lnTo>
                    <a:pt x="81661" y="66941"/>
                  </a:lnTo>
                  <a:lnTo>
                    <a:pt x="81069" y="66865"/>
                  </a:lnTo>
                  <a:lnTo>
                    <a:pt x="77104" y="66355"/>
                  </a:lnTo>
                  <a:lnTo>
                    <a:pt x="75964" y="66209"/>
                  </a:lnTo>
                  <a:lnTo>
                    <a:pt x="73211" y="65855"/>
                  </a:lnTo>
                  <a:lnTo>
                    <a:pt x="72801" y="65802"/>
                  </a:lnTo>
                  <a:lnTo>
                    <a:pt x="72558" y="65771"/>
                  </a:lnTo>
                  <a:lnTo>
                    <a:pt x="71994" y="65693"/>
                  </a:lnTo>
                  <a:lnTo>
                    <a:pt x="71710" y="65654"/>
                  </a:lnTo>
                  <a:lnTo>
                    <a:pt x="71320" y="65601"/>
                  </a:lnTo>
                  <a:lnTo>
                    <a:pt x="70778" y="65526"/>
                  </a:lnTo>
                  <a:lnTo>
                    <a:pt x="69738" y="65383"/>
                  </a:lnTo>
                  <a:lnTo>
                    <a:pt x="67934" y="65135"/>
                  </a:lnTo>
                  <a:lnTo>
                    <a:pt x="65588" y="64750"/>
                  </a:lnTo>
                  <a:lnTo>
                    <a:pt x="63927" y="64478"/>
                  </a:lnTo>
                  <a:lnTo>
                    <a:pt x="62378" y="64223"/>
                  </a:lnTo>
                  <a:lnTo>
                    <a:pt x="62131" y="64198"/>
                  </a:lnTo>
                  <a:lnTo>
                    <a:pt x="61784" y="64163"/>
                  </a:lnTo>
                  <a:lnTo>
                    <a:pt x="61412" y="64125"/>
                  </a:lnTo>
                  <a:lnTo>
                    <a:pt x="60059" y="63987"/>
                  </a:lnTo>
                  <a:lnTo>
                    <a:pt x="57766" y="63753"/>
                  </a:lnTo>
                  <a:lnTo>
                    <a:pt x="57024" y="63677"/>
                  </a:lnTo>
                  <a:lnTo>
                    <a:pt x="56201" y="63573"/>
                  </a:lnTo>
                  <a:lnTo>
                    <a:pt x="53678" y="63255"/>
                  </a:lnTo>
                  <a:lnTo>
                    <a:pt x="50287" y="62827"/>
                  </a:lnTo>
                  <a:lnTo>
                    <a:pt x="50042" y="62796"/>
                  </a:lnTo>
                  <a:lnTo>
                    <a:pt x="49707" y="62753"/>
                  </a:lnTo>
                  <a:lnTo>
                    <a:pt x="49566" y="62735"/>
                  </a:lnTo>
                  <a:lnTo>
                    <a:pt x="49302" y="62702"/>
                  </a:lnTo>
                  <a:lnTo>
                    <a:pt x="49035" y="62668"/>
                  </a:lnTo>
                  <a:lnTo>
                    <a:pt x="47914" y="62533"/>
                  </a:lnTo>
                  <a:lnTo>
                    <a:pt x="46955" y="62417"/>
                  </a:lnTo>
                  <a:lnTo>
                    <a:pt x="46484" y="62360"/>
                  </a:lnTo>
                  <a:lnTo>
                    <a:pt x="46208" y="62327"/>
                  </a:lnTo>
                  <a:lnTo>
                    <a:pt x="45936" y="62294"/>
                  </a:lnTo>
                  <a:lnTo>
                    <a:pt x="45002" y="62181"/>
                  </a:lnTo>
                  <a:lnTo>
                    <a:pt x="39140" y="61473"/>
                  </a:lnTo>
                  <a:lnTo>
                    <a:pt x="33678" y="60812"/>
                  </a:lnTo>
                  <a:lnTo>
                    <a:pt x="33507" y="60792"/>
                  </a:lnTo>
                  <a:lnTo>
                    <a:pt x="32551" y="60676"/>
                  </a:lnTo>
                  <a:lnTo>
                    <a:pt x="32171" y="60635"/>
                  </a:lnTo>
                  <a:lnTo>
                    <a:pt x="31747" y="60588"/>
                  </a:lnTo>
                  <a:lnTo>
                    <a:pt x="31267" y="60536"/>
                  </a:lnTo>
                  <a:lnTo>
                    <a:pt x="30155" y="60414"/>
                  </a:lnTo>
                  <a:lnTo>
                    <a:pt x="27731" y="60149"/>
                  </a:lnTo>
                  <a:lnTo>
                    <a:pt x="24942" y="59844"/>
                  </a:lnTo>
                  <a:lnTo>
                    <a:pt x="24602" y="59806"/>
                  </a:lnTo>
                  <a:lnTo>
                    <a:pt x="24237" y="59766"/>
                  </a:lnTo>
                  <a:lnTo>
                    <a:pt x="23358" y="59670"/>
                  </a:lnTo>
                  <a:lnTo>
                    <a:pt x="23114" y="59643"/>
                  </a:lnTo>
                  <a:lnTo>
                    <a:pt x="22642" y="59592"/>
                  </a:lnTo>
                  <a:lnTo>
                    <a:pt x="22189" y="59542"/>
                  </a:lnTo>
                  <a:lnTo>
                    <a:pt x="19681" y="59268"/>
                  </a:lnTo>
                  <a:lnTo>
                    <a:pt x="9673" y="58172"/>
                  </a:lnTo>
                  <a:lnTo>
                    <a:pt x="9422" y="58145"/>
                  </a:lnTo>
                  <a:lnTo>
                    <a:pt x="8942" y="58092"/>
                  </a:lnTo>
                  <a:lnTo>
                    <a:pt x="8096" y="58000"/>
                  </a:lnTo>
                  <a:lnTo>
                    <a:pt x="6235" y="57796"/>
                  </a:lnTo>
                  <a:lnTo>
                    <a:pt x="1183" y="57258"/>
                  </a:lnTo>
                  <a:lnTo>
                    <a:pt x="1017" y="57241"/>
                  </a:lnTo>
                  <a:lnTo>
                    <a:pt x="0" y="57132"/>
                  </a:lnTo>
                  <a:lnTo>
                    <a:pt x="2012" y="52322"/>
                  </a:lnTo>
                  <a:lnTo>
                    <a:pt x="4255" y="46889"/>
                  </a:lnTo>
                  <a:lnTo>
                    <a:pt x="6445" y="41585"/>
                  </a:lnTo>
                  <a:lnTo>
                    <a:pt x="7508" y="39011"/>
                  </a:lnTo>
                  <a:lnTo>
                    <a:pt x="8186" y="37369"/>
                  </a:lnTo>
                  <a:lnTo>
                    <a:pt x="9372" y="34498"/>
                  </a:lnTo>
                  <a:lnTo>
                    <a:pt x="9461" y="34282"/>
                  </a:lnTo>
                  <a:lnTo>
                    <a:pt x="9607" y="33942"/>
                  </a:lnTo>
                  <a:lnTo>
                    <a:pt x="11015" y="30660"/>
                  </a:lnTo>
                  <a:lnTo>
                    <a:pt x="11938" y="28509"/>
                  </a:lnTo>
                  <a:lnTo>
                    <a:pt x="12389" y="27458"/>
                  </a:lnTo>
                  <a:lnTo>
                    <a:pt x="12476" y="27256"/>
                  </a:lnTo>
                  <a:lnTo>
                    <a:pt x="15139" y="21049"/>
                  </a:lnTo>
                  <a:lnTo>
                    <a:pt x="15807" y="19494"/>
                  </a:lnTo>
                  <a:lnTo>
                    <a:pt x="17824" y="14792"/>
                  </a:lnTo>
                  <a:lnTo>
                    <a:pt x="18504" y="13207"/>
                  </a:lnTo>
                  <a:lnTo>
                    <a:pt x="20580" y="8368"/>
                  </a:lnTo>
                  <a:lnTo>
                    <a:pt x="20648" y="8212"/>
                  </a:lnTo>
                  <a:lnTo>
                    <a:pt x="21049" y="7276"/>
                  </a:lnTo>
                  <a:lnTo>
                    <a:pt x="21769" y="5599"/>
                  </a:lnTo>
                  <a:lnTo>
                    <a:pt x="23343" y="1930"/>
                  </a:lnTo>
                  <a:lnTo>
                    <a:pt x="23680" y="1145"/>
                  </a:lnTo>
                  <a:lnTo>
                    <a:pt x="24176" y="285"/>
                  </a:lnTo>
                  <a:lnTo>
                    <a:pt x="24340" y="0"/>
                  </a:lnTo>
                  <a:lnTo>
                    <a:pt x="25331" y="522"/>
                  </a:lnTo>
                  <a:lnTo>
                    <a:pt x="28857" y="2382"/>
                  </a:lnTo>
                  <a:lnTo>
                    <a:pt x="33293" y="4721"/>
                  </a:lnTo>
                  <a:lnTo>
                    <a:pt x="42164" y="9443"/>
                  </a:lnTo>
                  <a:lnTo>
                    <a:pt x="43096" y="9942"/>
                  </a:lnTo>
                  <a:lnTo>
                    <a:pt x="43875" y="10360"/>
                  </a:lnTo>
                  <a:lnTo>
                    <a:pt x="49565" y="13410"/>
                  </a:lnTo>
                  <a:lnTo>
                    <a:pt x="51375" y="14387"/>
                  </a:lnTo>
                  <a:lnTo>
                    <a:pt x="56268" y="17020"/>
                  </a:lnTo>
                  <a:lnTo>
                    <a:pt x="63292" y="20799"/>
                  </a:lnTo>
                  <a:lnTo>
                    <a:pt x="64354" y="21370"/>
                  </a:lnTo>
                  <a:lnTo>
                    <a:pt x="71971" y="25382"/>
                  </a:lnTo>
                  <a:lnTo>
                    <a:pt x="77046" y="28056"/>
                  </a:lnTo>
                  <a:lnTo>
                    <a:pt x="81338" y="30316"/>
                  </a:lnTo>
                  <a:lnTo>
                    <a:pt x="85322" y="32353"/>
                  </a:lnTo>
                  <a:lnTo>
                    <a:pt x="91578" y="35551"/>
                  </a:lnTo>
                  <a:lnTo>
                    <a:pt x="93638" y="36412"/>
                  </a:lnTo>
                  <a:lnTo>
                    <a:pt x="96165" y="37468"/>
                  </a:lnTo>
                  <a:lnTo>
                    <a:pt x="99562" y="38707"/>
                  </a:lnTo>
                  <a:lnTo>
                    <a:pt x="102749" y="39748"/>
                  </a:lnTo>
                  <a:lnTo>
                    <a:pt x="105137" y="40462"/>
                  </a:lnTo>
                  <a:lnTo>
                    <a:pt x="106807" y="40962"/>
                  </a:lnTo>
                  <a:lnTo>
                    <a:pt x="107635" y="41210"/>
                  </a:lnTo>
                  <a:lnTo>
                    <a:pt x="108293" y="41261"/>
                  </a:lnTo>
                  <a:lnTo>
                    <a:pt x="108860" y="41305"/>
                  </a:lnTo>
                  <a:lnTo>
                    <a:pt x="121729" y="42298"/>
                  </a:lnTo>
                  <a:lnTo>
                    <a:pt x="126893" y="42696"/>
                  </a:lnTo>
                  <a:lnTo>
                    <a:pt x="129923" y="42930"/>
                  </a:lnTo>
                  <a:lnTo>
                    <a:pt x="131450" y="43048"/>
                  </a:lnTo>
                  <a:lnTo>
                    <a:pt x="131295" y="43471"/>
                  </a:lnTo>
                  <a:lnTo>
                    <a:pt x="131197" y="43741"/>
                  </a:lnTo>
                  <a:lnTo>
                    <a:pt x="130585" y="45416"/>
                  </a:lnTo>
                  <a:lnTo>
                    <a:pt x="130332" y="46109"/>
                  </a:lnTo>
                  <a:lnTo>
                    <a:pt x="130032" y="46929"/>
                  </a:lnTo>
                  <a:lnTo>
                    <a:pt x="129761" y="47672"/>
                  </a:lnTo>
                  <a:lnTo>
                    <a:pt x="129693" y="47857"/>
                  </a:lnTo>
                  <a:lnTo>
                    <a:pt x="128229" y="51864"/>
                  </a:lnTo>
                  <a:lnTo>
                    <a:pt x="127745" y="53220"/>
                  </a:lnTo>
                  <a:lnTo>
                    <a:pt x="126813" y="55833"/>
                  </a:lnTo>
                  <a:lnTo>
                    <a:pt x="126095" y="57845"/>
                  </a:lnTo>
                  <a:lnTo>
                    <a:pt x="125921" y="58331"/>
                  </a:lnTo>
                  <a:lnTo>
                    <a:pt x="124611" y="61844"/>
                  </a:lnTo>
                  <a:lnTo>
                    <a:pt x="124374" y="62477"/>
                  </a:lnTo>
                  <a:lnTo>
                    <a:pt x="123870" y="63830"/>
                  </a:lnTo>
                  <a:lnTo>
                    <a:pt x="122936" y="66334"/>
                  </a:lnTo>
                  <a:lnTo>
                    <a:pt x="122849" y="66567"/>
                  </a:lnTo>
                  <a:lnTo>
                    <a:pt x="122558" y="67347"/>
                  </a:lnTo>
                  <a:lnTo>
                    <a:pt x="122510" y="67477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1711407" y="3608344"/>
              <a:ext cx="98299" cy="57630"/>
            </a:xfrm>
            <a:custGeom>
              <a:avLst/>
              <a:pathLst>
                <a:path w="98299" h="57630">
                  <a:moveTo>
                    <a:pt x="79368" y="7594"/>
                  </a:moveTo>
                  <a:lnTo>
                    <a:pt x="80013" y="7662"/>
                  </a:lnTo>
                  <a:lnTo>
                    <a:pt x="80385" y="7662"/>
                  </a:lnTo>
                  <a:lnTo>
                    <a:pt x="82119" y="7662"/>
                  </a:lnTo>
                  <a:lnTo>
                    <a:pt x="82817" y="7662"/>
                  </a:lnTo>
                  <a:lnTo>
                    <a:pt x="83204" y="7662"/>
                  </a:lnTo>
                  <a:lnTo>
                    <a:pt x="83871" y="7662"/>
                  </a:lnTo>
                  <a:lnTo>
                    <a:pt x="85733" y="7662"/>
                  </a:lnTo>
                  <a:lnTo>
                    <a:pt x="86407" y="7655"/>
                  </a:lnTo>
                  <a:lnTo>
                    <a:pt x="88617" y="7632"/>
                  </a:lnTo>
                  <a:lnTo>
                    <a:pt x="88822" y="7630"/>
                  </a:lnTo>
                  <a:lnTo>
                    <a:pt x="92768" y="7589"/>
                  </a:lnTo>
                  <a:lnTo>
                    <a:pt x="92941" y="7588"/>
                  </a:lnTo>
                  <a:lnTo>
                    <a:pt x="94237" y="7574"/>
                  </a:lnTo>
                  <a:lnTo>
                    <a:pt x="96755" y="7495"/>
                  </a:lnTo>
                  <a:lnTo>
                    <a:pt x="97475" y="7473"/>
                  </a:lnTo>
                  <a:lnTo>
                    <a:pt x="97903" y="7459"/>
                  </a:lnTo>
                  <a:lnTo>
                    <a:pt x="98039" y="14878"/>
                  </a:lnTo>
                  <a:lnTo>
                    <a:pt x="98067" y="16835"/>
                  </a:lnTo>
                  <a:lnTo>
                    <a:pt x="98115" y="18878"/>
                  </a:lnTo>
                  <a:lnTo>
                    <a:pt x="98072" y="21076"/>
                  </a:lnTo>
                  <a:lnTo>
                    <a:pt x="98022" y="27022"/>
                  </a:lnTo>
                  <a:lnTo>
                    <a:pt x="98128" y="33191"/>
                  </a:lnTo>
                  <a:lnTo>
                    <a:pt x="98277" y="39216"/>
                  </a:lnTo>
                  <a:lnTo>
                    <a:pt x="98299" y="41220"/>
                  </a:lnTo>
                  <a:lnTo>
                    <a:pt x="95850" y="41711"/>
                  </a:lnTo>
                  <a:lnTo>
                    <a:pt x="92427" y="42324"/>
                  </a:lnTo>
                  <a:lnTo>
                    <a:pt x="89003" y="42936"/>
                  </a:lnTo>
                  <a:lnTo>
                    <a:pt x="87504" y="43309"/>
                  </a:lnTo>
                  <a:lnTo>
                    <a:pt x="83570" y="44288"/>
                  </a:lnTo>
                  <a:lnTo>
                    <a:pt x="79316" y="45533"/>
                  </a:lnTo>
                  <a:lnTo>
                    <a:pt x="75373" y="46984"/>
                  </a:lnTo>
                  <a:lnTo>
                    <a:pt x="75196" y="47004"/>
                  </a:lnTo>
                  <a:lnTo>
                    <a:pt x="74917" y="47037"/>
                  </a:lnTo>
                  <a:lnTo>
                    <a:pt x="74161" y="47125"/>
                  </a:lnTo>
                  <a:lnTo>
                    <a:pt x="72587" y="47308"/>
                  </a:lnTo>
                  <a:lnTo>
                    <a:pt x="70049" y="47604"/>
                  </a:lnTo>
                  <a:lnTo>
                    <a:pt x="68566" y="48357"/>
                  </a:lnTo>
                  <a:lnTo>
                    <a:pt x="67725" y="48424"/>
                  </a:lnTo>
                  <a:lnTo>
                    <a:pt x="65255" y="48624"/>
                  </a:lnTo>
                  <a:lnTo>
                    <a:pt x="58961" y="48240"/>
                  </a:lnTo>
                  <a:lnTo>
                    <a:pt x="53843" y="48766"/>
                  </a:lnTo>
                  <a:lnTo>
                    <a:pt x="52392" y="49645"/>
                  </a:lnTo>
                  <a:lnTo>
                    <a:pt x="51449" y="49935"/>
                  </a:lnTo>
                  <a:lnTo>
                    <a:pt x="51151" y="50027"/>
                  </a:lnTo>
                  <a:lnTo>
                    <a:pt x="48920" y="50713"/>
                  </a:lnTo>
                  <a:lnTo>
                    <a:pt x="48766" y="50755"/>
                  </a:lnTo>
                  <a:lnTo>
                    <a:pt x="44481" y="51915"/>
                  </a:lnTo>
                  <a:lnTo>
                    <a:pt x="41477" y="52849"/>
                  </a:lnTo>
                  <a:lnTo>
                    <a:pt x="40368" y="53116"/>
                  </a:lnTo>
                  <a:lnTo>
                    <a:pt x="37172" y="53884"/>
                  </a:lnTo>
                  <a:lnTo>
                    <a:pt x="36192" y="53971"/>
                  </a:lnTo>
                  <a:lnTo>
                    <a:pt x="34776" y="54098"/>
                  </a:lnTo>
                  <a:lnTo>
                    <a:pt x="30898" y="54750"/>
                  </a:lnTo>
                  <a:lnTo>
                    <a:pt x="29712" y="55032"/>
                  </a:lnTo>
                  <a:lnTo>
                    <a:pt x="28464" y="55201"/>
                  </a:lnTo>
                  <a:lnTo>
                    <a:pt x="27337" y="55485"/>
                  </a:lnTo>
                  <a:lnTo>
                    <a:pt x="23888" y="56354"/>
                  </a:lnTo>
                  <a:lnTo>
                    <a:pt x="20650" y="56955"/>
                  </a:lnTo>
                  <a:lnTo>
                    <a:pt x="18773" y="56955"/>
                  </a:lnTo>
                  <a:lnTo>
                    <a:pt x="18346" y="56997"/>
                  </a:lnTo>
                  <a:lnTo>
                    <a:pt x="15410" y="57288"/>
                  </a:lnTo>
                  <a:lnTo>
                    <a:pt x="14214" y="57630"/>
                  </a:lnTo>
                  <a:lnTo>
                    <a:pt x="13505" y="57267"/>
                  </a:lnTo>
                  <a:lnTo>
                    <a:pt x="12836" y="56924"/>
                  </a:lnTo>
                  <a:lnTo>
                    <a:pt x="12672" y="56841"/>
                  </a:lnTo>
                  <a:lnTo>
                    <a:pt x="11822" y="56907"/>
                  </a:lnTo>
                  <a:lnTo>
                    <a:pt x="10853" y="56798"/>
                  </a:lnTo>
                  <a:lnTo>
                    <a:pt x="10858" y="56586"/>
                  </a:lnTo>
                  <a:lnTo>
                    <a:pt x="10781" y="55465"/>
                  </a:lnTo>
                  <a:lnTo>
                    <a:pt x="10741" y="54888"/>
                  </a:lnTo>
                  <a:lnTo>
                    <a:pt x="10698" y="54261"/>
                  </a:lnTo>
                  <a:lnTo>
                    <a:pt x="10667" y="53799"/>
                  </a:lnTo>
                  <a:lnTo>
                    <a:pt x="10532" y="53811"/>
                  </a:lnTo>
                  <a:lnTo>
                    <a:pt x="0" y="54755"/>
                  </a:lnTo>
                  <a:lnTo>
                    <a:pt x="1029" y="51140"/>
                  </a:lnTo>
                  <a:lnTo>
                    <a:pt x="1951" y="47944"/>
                  </a:lnTo>
                  <a:lnTo>
                    <a:pt x="3066" y="45003"/>
                  </a:lnTo>
                  <a:lnTo>
                    <a:pt x="3586" y="43632"/>
                  </a:lnTo>
                  <a:lnTo>
                    <a:pt x="3851" y="42932"/>
                  </a:lnTo>
                  <a:lnTo>
                    <a:pt x="4250" y="41881"/>
                  </a:lnTo>
                  <a:lnTo>
                    <a:pt x="6525" y="35878"/>
                  </a:lnTo>
                  <a:lnTo>
                    <a:pt x="6580" y="35733"/>
                  </a:lnTo>
                  <a:lnTo>
                    <a:pt x="7327" y="33764"/>
                  </a:lnTo>
                  <a:lnTo>
                    <a:pt x="7699" y="32832"/>
                  </a:lnTo>
                  <a:lnTo>
                    <a:pt x="8216" y="31534"/>
                  </a:lnTo>
                  <a:lnTo>
                    <a:pt x="8692" y="30341"/>
                  </a:lnTo>
                  <a:lnTo>
                    <a:pt x="8761" y="30170"/>
                  </a:lnTo>
                  <a:lnTo>
                    <a:pt x="8864" y="29911"/>
                  </a:lnTo>
                  <a:lnTo>
                    <a:pt x="8953" y="29687"/>
                  </a:lnTo>
                  <a:lnTo>
                    <a:pt x="10602" y="25555"/>
                  </a:lnTo>
                  <a:lnTo>
                    <a:pt x="11421" y="23502"/>
                  </a:lnTo>
                  <a:lnTo>
                    <a:pt x="11518" y="23258"/>
                  </a:lnTo>
                  <a:lnTo>
                    <a:pt x="11572" y="23124"/>
                  </a:lnTo>
                  <a:lnTo>
                    <a:pt x="11666" y="22887"/>
                  </a:lnTo>
                  <a:lnTo>
                    <a:pt x="13864" y="17379"/>
                  </a:lnTo>
                  <a:lnTo>
                    <a:pt x="13962" y="17132"/>
                  </a:lnTo>
                  <a:lnTo>
                    <a:pt x="14351" y="16157"/>
                  </a:lnTo>
                  <a:lnTo>
                    <a:pt x="14710" y="15257"/>
                  </a:lnTo>
                  <a:lnTo>
                    <a:pt x="14995" y="14544"/>
                  </a:lnTo>
                  <a:lnTo>
                    <a:pt x="16242" y="11417"/>
                  </a:lnTo>
                  <a:lnTo>
                    <a:pt x="16324" y="11213"/>
                  </a:lnTo>
                  <a:lnTo>
                    <a:pt x="17018" y="9454"/>
                  </a:lnTo>
                  <a:lnTo>
                    <a:pt x="18567" y="5533"/>
                  </a:lnTo>
                  <a:lnTo>
                    <a:pt x="18672" y="5267"/>
                  </a:lnTo>
                  <a:lnTo>
                    <a:pt x="18841" y="4838"/>
                  </a:lnTo>
                  <a:lnTo>
                    <a:pt x="19130" y="4107"/>
                  </a:lnTo>
                  <a:lnTo>
                    <a:pt x="19904" y="2146"/>
                  </a:lnTo>
                  <a:lnTo>
                    <a:pt x="20608" y="322"/>
                  </a:lnTo>
                  <a:lnTo>
                    <a:pt x="20732" y="0"/>
                  </a:lnTo>
                  <a:lnTo>
                    <a:pt x="22281" y="254"/>
                  </a:lnTo>
                  <a:lnTo>
                    <a:pt x="23942" y="526"/>
                  </a:lnTo>
                  <a:lnTo>
                    <a:pt x="26287" y="911"/>
                  </a:lnTo>
                  <a:lnTo>
                    <a:pt x="28092" y="1159"/>
                  </a:lnTo>
                  <a:lnTo>
                    <a:pt x="29132" y="1303"/>
                  </a:lnTo>
                  <a:lnTo>
                    <a:pt x="29674" y="1377"/>
                  </a:lnTo>
                  <a:lnTo>
                    <a:pt x="30063" y="1431"/>
                  </a:lnTo>
                  <a:lnTo>
                    <a:pt x="30471" y="1486"/>
                  </a:lnTo>
                  <a:lnTo>
                    <a:pt x="30912" y="1547"/>
                  </a:lnTo>
                  <a:lnTo>
                    <a:pt x="31155" y="1578"/>
                  </a:lnTo>
                  <a:lnTo>
                    <a:pt x="31565" y="1631"/>
                  </a:lnTo>
                  <a:lnTo>
                    <a:pt x="34318" y="1985"/>
                  </a:lnTo>
                  <a:lnTo>
                    <a:pt x="35458" y="2132"/>
                  </a:lnTo>
                  <a:lnTo>
                    <a:pt x="39480" y="2649"/>
                  </a:lnTo>
                  <a:lnTo>
                    <a:pt x="40014" y="2718"/>
                  </a:lnTo>
                  <a:lnTo>
                    <a:pt x="40797" y="2818"/>
                  </a:lnTo>
                  <a:lnTo>
                    <a:pt x="41805" y="2963"/>
                  </a:lnTo>
                  <a:lnTo>
                    <a:pt x="45459" y="3487"/>
                  </a:lnTo>
                  <a:lnTo>
                    <a:pt x="45838" y="3542"/>
                  </a:lnTo>
                  <a:lnTo>
                    <a:pt x="47116" y="3699"/>
                  </a:lnTo>
                  <a:lnTo>
                    <a:pt x="47669" y="3768"/>
                  </a:lnTo>
                  <a:lnTo>
                    <a:pt x="49384" y="3979"/>
                  </a:lnTo>
                  <a:lnTo>
                    <a:pt x="50099" y="4067"/>
                  </a:lnTo>
                  <a:lnTo>
                    <a:pt x="54452" y="4605"/>
                  </a:lnTo>
                  <a:lnTo>
                    <a:pt x="54907" y="4664"/>
                  </a:lnTo>
                  <a:lnTo>
                    <a:pt x="55134" y="4694"/>
                  </a:lnTo>
                  <a:lnTo>
                    <a:pt x="55876" y="4791"/>
                  </a:lnTo>
                  <a:lnTo>
                    <a:pt x="56893" y="4917"/>
                  </a:lnTo>
                  <a:lnTo>
                    <a:pt x="61010" y="5427"/>
                  </a:lnTo>
                  <a:lnTo>
                    <a:pt x="61257" y="5457"/>
                  </a:lnTo>
                  <a:lnTo>
                    <a:pt x="64807" y="5897"/>
                  </a:lnTo>
                  <a:lnTo>
                    <a:pt x="65304" y="5959"/>
                  </a:lnTo>
                  <a:lnTo>
                    <a:pt x="65607" y="5996"/>
                  </a:lnTo>
                  <a:lnTo>
                    <a:pt x="71350" y="6708"/>
                  </a:lnTo>
                  <a:lnTo>
                    <a:pt x="72229" y="6817"/>
                  </a:lnTo>
                  <a:lnTo>
                    <a:pt x="73213" y="6939"/>
                  </a:lnTo>
                  <a:lnTo>
                    <a:pt x="74510" y="7077"/>
                  </a:lnTo>
                  <a:lnTo>
                    <a:pt x="76047" y="724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1790776" y="3581363"/>
              <a:ext cx="86670" cy="68173"/>
            </a:xfrm>
            <a:custGeom>
              <a:avLst/>
              <a:pathLst>
                <a:path w="86670" h="68173">
                  <a:moveTo>
                    <a:pt x="82230" y="8530"/>
                  </a:moveTo>
                  <a:lnTo>
                    <a:pt x="82239" y="10232"/>
                  </a:lnTo>
                  <a:lnTo>
                    <a:pt x="82251" y="10479"/>
                  </a:lnTo>
                  <a:lnTo>
                    <a:pt x="82264" y="10767"/>
                  </a:lnTo>
                  <a:lnTo>
                    <a:pt x="82320" y="11952"/>
                  </a:lnTo>
                  <a:lnTo>
                    <a:pt x="82356" y="12710"/>
                  </a:lnTo>
                  <a:lnTo>
                    <a:pt x="82346" y="14880"/>
                  </a:lnTo>
                  <a:lnTo>
                    <a:pt x="86429" y="15027"/>
                  </a:lnTo>
                  <a:lnTo>
                    <a:pt x="86433" y="15419"/>
                  </a:lnTo>
                  <a:lnTo>
                    <a:pt x="86447" y="16719"/>
                  </a:lnTo>
                  <a:lnTo>
                    <a:pt x="86449" y="16915"/>
                  </a:lnTo>
                  <a:lnTo>
                    <a:pt x="86451" y="17065"/>
                  </a:lnTo>
                  <a:lnTo>
                    <a:pt x="86451" y="17328"/>
                  </a:lnTo>
                  <a:lnTo>
                    <a:pt x="86451" y="18570"/>
                  </a:lnTo>
                  <a:lnTo>
                    <a:pt x="86451" y="19331"/>
                  </a:lnTo>
                  <a:lnTo>
                    <a:pt x="86451" y="19607"/>
                  </a:lnTo>
                  <a:lnTo>
                    <a:pt x="86438" y="20813"/>
                  </a:lnTo>
                  <a:lnTo>
                    <a:pt x="86429" y="21646"/>
                  </a:lnTo>
                  <a:lnTo>
                    <a:pt x="86435" y="23583"/>
                  </a:lnTo>
                  <a:lnTo>
                    <a:pt x="86440" y="25025"/>
                  </a:lnTo>
                  <a:lnTo>
                    <a:pt x="86450" y="27914"/>
                  </a:lnTo>
                  <a:lnTo>
                    <a:pt x="86451" y="28221"/>
                  </a:lnTo>
                  <a:lnTo>
                    <a:pt x="86465" y="28897"/>
                  </a:lnTo>
                  <a:lnTo>
                    <a:pt x="86474" y="29304"/>
                  </a:lnTo>
                  <a:lnTo>
                    <a:pt x="86520" y="31526"/>
                  </a:lnTo>
                  <a:lnTo>
                    <a:pt x="86560" y="33437"/>
                  </a:lnTo>
                  <a:lnTo>
                    <a:pt x="86612" y="37315"/>
                  </a:lnTo>
                  <a:lnTo>
                    <a:pt x="86626" y="38369"/>
                  </a:lnTo>
                  <a:lnTo>
                    <a:pt x="86670" y="39180"/>
                  </a:lnTo>
                  <a:lnTo>
                    <a:pt x="86663" y="39978"/>
                  </a:lnTo>
                  <a:lnTo>
                    <a:pt x="86629" y="43836"/>
                  </a:lnTo>
                  <a:lnTo>
                    <a:pt x="86626" y="44155"/>
                  </a:lnTo>
                  <a:lnTo>
                    <a:pt x="86670" y="45492"/>
                  </a:lnTo>
                  <a:lnTo>
                    <a:pt x="86670" y="46086"/>
                  </a:lnTo>
                  <a:lnTo>
                    <a:pt x="86670" y="47088"/>
                  </a:lnTo>
                  <a:lnTo>
                    <a:pt x="86670" y="49161"/>
                  </a:lnTo>
                  <a:lnTo>
                    <a:pt x="86670" y="49437"/>
                  </a:lnTo>
                  <a:lnTo>
                    <a:pt x="86648" y="50949"/>
                  </a:lnTo>
                  <a:lnTo>
                    <a:pt x="86663" y="51563"/>
                  </a:lnTo>
                  <a:lnTo>
                    <a:pt x="86670" y="51848"/>
                  </a:lnTo>
                  <a:lnTo>
                    <a:pt x="86637" y="54742"/>
                  </a:lnTo>
                  <a:lnTo>
                    <a:pt x="86604" y="57656"/>
                  </a:lnTo>
                  <a:lnTo>
                    <a:pt x="86605" y="58062"/>
                  </a:lnTo>
                  <a:lnTo>
                    <a:pt x="86605" y="58263"/>
                  </a:lnTo>
                  <a:lnTo>
                    <a:pt x="86607" y="58913"/>
                  </a:lnTo>
                  <a:lnTo>
                    <a:pt x="86652" y="62412"/>
                  </a:lnTo>
                  <a:lnTo>
                    <a:pt x="81953" y="62412"/>
                  </a:lnTo>
                  <a:lnTo>
                    <a:pt x="74433" y="63438"/>
                  </a:lnTo>
                  <a:lnTo>
                    <a:pt x="62386" y="62669"/>
                  </a:lnTo>
                  <a:lnTo>
                    <a:pt x="58821" y="63247"/>
                  </a:lnTo>
                  <a:lnTo>
                    <a:pt x="52901" y="64207"/>
                  </a:lnTo>
                  <a:lnTo>
                    <a:pt x="43331" y="66257"/>
                  </a:lnTo>
                  <a:lnTo>
                    <a:pt x="33847" y="67625"/>
                  </a:lnTo>
                  <a:lnTo>
                    <a:pt x="23690" y="68104"/>
                  </a:lnTo>
                  <a:lnTo>
                    <a:pt x="22995" y="68137"/>
                  </a:lnTo>
                  <a:lnTo>
                    <a:pt x="19072" y="68172"/>
                  </a:lnTo>
                  <a:lnTo>
                    <a:pt x="18930" y="68173"/>
                  </a:lnTo>
                  <a:lnTo>
                    <a:pt x="18908" y="66197"/>
                  </a:lnTo>
                  <a:lnTo>
                    <a:pt x="18760" y="60172"/>
                  </a:lnTo>
                  <a:lnTo>
                    <a:pt x="18653" y="53988"/>
                  </a:lnTo>
                  <a:lnTo>
                    <a:pt x="18703" y="48057"/>
                  </a:lnTo>
                  <a:lnTo>
                    <a:pt x="18747" y="45859"/>
                  </a:lnTo>
                  <a:lnTo>
                    <a:pt x="18698" y="43816"/>
                  </a:lnTo>
                  <a:lnTo>
                    <a:pt x="18670" y="41858"/>
                  </a:lnTo>
                  <a:lnTo>
                    <a:pt x="18534" y="34440"/>
                  </a:lnTo>
                  <a:lnTo>
                    <a:pt x="18106" y="34453"/>
                  </a:lnTo>
                  <a:lnTo>
                    <a:pt x="17386" y="34476"/>
                  </a:lnTo>
                  <a:lnTo>
                    <a:pt x="14863" y="34555"/>
                  </a:lnTo>
                  <a:lnTo>
                    <a:pt x="13572" y="34568"/>
                  </a:lnTo>
                  <a:lnTo>
                    <a:pt x="13399" y="34570"/>
                  </a:lnTo>
                  <a:lnTo>
                    <a:pt x="9453" y="34611"/>
                  </a:lnTo>
                  <a:lnTo>
                    <a:pt x="9225" y="34613"/>
                  </a:lnTo>
                  <a:lnTo>
                    <a:pt x="7039" y="34636"/>
                  </a:lnTo>
                  <a:lnTo>
                    <a:pt x="6271" y="34643"/>
                  </a:lnTo>
                  <a:lnTo>
                    <a:pt x="4503" y="34643"/>
                  </a:lnTo>
                  <a:lnTo>
                    <a:pt x="3835" y="34643"/>
                  </a:lnTo>
                  <a:lnTo>
                    <a:pt x="3448" y="34643"/>
                  </a:lnTo>
                  <a:lnTo>
                    <a:pt x="2750" y="34643"/>
                  </a:lnTo>
                  <a:lnTo>
                    <a:pt x="1016" y="34643"/>
                  </a:lnTo>
                  <a:lnTo>
                    <a:pt x="644" y="34643"/>
                  </a:lnTo>
                  <a:lnTo>
                    <a:pt x="0" y="34574"/>
                  </a:lnTo>
                  <a:lnTo>
                    <a:pt x="1169" y="31107"/>
                  </a:lnTo>
                  <a:lnTo>
                    <a:pt x="1494" y="30234"/>
                  </a:lnTo>
                  <a:lnTo>
                    <a:pt x="1580" y="30004"/>
                  </a:lnTo>
                  <a:lnTo>
                    <a:pt x="1834" y="29324"/>
                  </a:lnTo>
                  <a:lnTo>
                    <a:pt x="1921" y="29091"/>
                  </a:lnTo>
                  <a:lnTo>
                    <a:pt x="2855" y="26587"/>
                  </a:lnTo>
                  <a:lnTo>
                    <a:pt x="3359" y="25234"/>
                  </a:lnTo>
                  <a:lnTo>
                    <a:pt x="3618" y="24542"/>
                  </a:lnTo>
                  <a:lnTo>
                    <a:pt x="4906" y="21088"/>
                  </a:lnTo>
                  <a:lnTo>
                    <a:pt x="5080" y="20602"/>
                  </a:lnTo>
                  <a:lnTo>
                    <a:pt x="5798" y="18590"/>
                  </a:lnTo>
                  <a:lnTo>
                    <a:pt x="6730" y="15977"/>
                  </a:lnTo>
                  <a:lnTo>
                    <a:pt x="7214" y="14621"/>
                  </a:lnTo>
                  <a:lnTo>
                    <a:pt x="8678" y="10614"/>
                  </a:lnTo>
                  <a:lnTo>
                    <a:pt x="8746" y="10429"/>
                  </a:lnTo>
                  <a:lnTo>
                    <a:pt x="9017" y="9686"/>
                  </a:lnTo>
                  <a:lnTo>
                    <a:pt x="9317" y="8866"/>
                  </a:lnTo>
                  <a:lnTo>
                    <a:pt x="9570" y="8173"/>
                  </a:lnTo>
                  <a:lnTo>
                    <a:pt x="10231" y="6362"/>
                  </a:lnTo>
                  <a:lnTo>
                    <a:pt x="10280" y="6228"/>
                  </a:lnTo>
                  <a:lnTo>
                    <a:pt x="10435" y="5805"/>
                  </a:lnTo>
                  <a:lnTo>
                    <a:pt x="11847" y="5950"/>
                  </a:lnTo>
                  <a:lnTo>
                    <a:pt x="19509" y="6736"/>
                  </a:lnTo>
                  <a:lnTo>
                    <a:pt x="21902" y="6981"/>
                  </a:lnTo>
                  <a:lnTo>
                    <a:pt x="30812" y="7896"/>
                  </a:lnTo>
                  <a:lnTo>
                    <a:pt x="35940" y="8422"/>
                  </a:lnTo>
                  <a:lnTo>
                    <a:pt x="44780" y="9329"/>
                  </a:lnTo>
                  <a:lnTo>
                    <a:pt x="47657" y="9328"/>
                  </a:lnTo>
                  <a:lnTo>
                    <a:pt x="51297" y="9019"/>
                  </a:lnTo>
                  <a:lnTo>
                    <a:pt x="52040" y="8955"/>
                  </a:lnTo>
                  <a:lnTo>
                    <a:pt x="64259" y="4427"/>
                  </a:lnTo>
                  <a:lnTo>
                    <a:pt x="69874" y="2889"/>
                  </a:lnTo>
                  <a:lnTo>
                    <a:pt x="70734" y="2597"/>
                  </a:lnTo>
                  <a:lnTo>
                    <a:pt x="73457" y="1316"/>
                  </a:lnTo>
                  <a:lnTo>
                    <a:pt x="76906" y="964"/>
                  </a:lnTo>
                  <a:lnTo>
                    <a:pt x="81498" y="154"/>
                  </a:lnTo>
                  <a:lnTo>
                    <a:pt x="82376" y="0"/>
                  </a:lnTo>
                  <a:lnTo>
                    <a:pt x="83107" y="1901"/>
                  </a:lnTo>
                  <a:lnTo>
                    <a:pt x="82979" y="1951"/>
                  </a:lnTo>
                  <a:lnTo>
                    <a:pt x="82614" y="2097"/>
                  </a:lnTo>
                  <a:lnTo>
                    <a:pt x="82317" y="2224"/>
                  </a:lnTo>
                  <a:lnTo>
                    <a:pt x="82259" y="4112"/>
                  </a:lnTo>
                  <a:lnTo>
                    <a:pt x="82229" y="5093"/>
                  </a:lnTo>
                  <a:lnTo>
                    <a:pt x="82228" y="5733"/>
                  </a:lnTo>
                  <a:lnTo>
                    <a:pt x="82227" y="6366"/>
                  </a:lnTo>
                  <a:lnTo>
                    <a:pt x="82226" y="7285"/>
                  </a:lnTo>
                  <a:lnTo>
                    <a:pt x="82225" y="774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1873002" y="3570578"/>
              <a:ext cx="70021" cy="79934"/>
            </a:xfrm>
            <a:custGeom>
              <a:avLst/>
              <a:pathLst>
                <a:path w="70021" h="79934">
                  <a:moveTo>
                    <a:pt x="70021" y="18052"/>
                  </a:moveTo>
                  <a:lnTo>
                    <a:pt x="68553" y="30655"/>
                  </a:lnTo>
                  <a:lnTo>
                    <a:pt x="62834" y="29885"/>
                  </a:lnTo>
                  <a:lnTo>
                    <a:pt x="57939" y="64552"/>
                  </a:lnTo>
                  <a:lnTo>
                    <a:pt x="53763" y="79587"/>
                  </a:lnTo>
                  <a:lnTo>
                    <a:pt x="52390" y="79463"/>
                  </a:lnTo>
                  <a:lnTo>
                    <a:pt x="52175" y="79934"/>
                  </a:lnTo>
                  <a:lnTo>
                    <a:pt x="49534" y="79461"/>
                  </a:lnTo>
                  <a:lnTo>
                    <a:pt x="49367" y="79431"/>
                  </a:lnTo>
                  <a:lnTo>
                    <a:pt x="48820" y="79317"/>
                  </a:lnTo>
                  <a:lnTo>
                    <a:pt x="47617" y="79102"/>
                  </a:lnTo>
                  <a:lnTo>
                    <a:pt x="46797" y="78956"/>
                  </a:lnTo>
                  <a:lnTo>
                    <a:pt x="43095" y="78621"/>
                  </a:lnTo>
                  <a:lnTo>
                    <a:pt x="36862" y="78068"/>
                  </a:lnTo>
                  <a:lnTo>
                    <a:pt x="32367" y="78068"/>
                  </a:lnTo>
                  <a:lnTo>
                    <a:pt x="31304" y="78132"/>
                  </a:lnTo>
                  <a:lnTo>
                    <a:pt x="29668" y="78231"/>
                  </a:lnTo>
                  <a:lnTo>
                    <a:pt x="26728" y="78409"/>
                  </a:lnTo>
                  <a:lnTo>
                    <a:pt x="21943" y="77811"/>
                  </a:lnTo>
                  <a:lnTo>
                    <a:pt x="15620" y="76700"/>
                  </a:lnTo>
                  <a:lnTo>
                    <a:pt x="14645" y="76445"/>
                  </a:lnTo>
                  <a:lnTo>
                    <a:pt x="10407" y="75333"/>
                  </a:lnTo>
                  <a:lnTo>
                    <a:pt x="8164" y="74158"/>
                  </a:lnTo>
                  <a:lnTo>
                    <a:pt x="6819" y="73453"/>
                  </a:lnTo>
                  <a:lnTo>
                    <a:pt x="4426" y="73197"/>
                  </a:lnTo>
                  <a:lnTo>
                    <a:pt x="4381" y="69698"/>
                  </a:lnTo>
                  <a:lnTo>
                    <a:pt x="4379" y="69048"/>
                  </a:lnTo>
                  <a:lnTo>
                    <a:pt x="4379" y="68847"/>
                  </a:lnTo>
                  <a:lnTo>
                    <a:pt x="4378" y="68441"/>
                  </a:lnTo>
                  <a:lnTo>
                    <a:pt x="4411" y="65527"/>
                  </a:lnTo>
                  <a:lnTo>
                    <a:pt x="4444" y="62633"/>
                  </a:lnTo>
                  <a:lnTo>
                    <a:pt x="4436" y="62318"/>
                  </a:lnTo>
                  <a:lnTo>
                    <a:pt x="4422" y="61734"/>
                  </a:lnTo>
                  <a:lnTo>
                    <a:pt x="4444" y="60222"/>
                  </a:lnTo>
                  <a:lnTo>
                    <a:pt x="4444" y="59945"/>
                  </a:lnTo>
                  <a:lnTo>
                    <a:pt x="4444" y="57872"/>
                  </a:lnTo>
                  <a:lnTo>
                    <a:pt x="4444" y="56871"/>
                  </a:lnTo>
                  <a:lnTo>
                    <a:pt x="4443" y="56256"/>
                  </a:lnTo>
                  <a:lnTo>
                    <a:pt x="4400" y="54940"/>
                  </a:lnTo>
                  <a:lnTo>
                    <a:pt x="4403" y="54621"/>
                  </a:lnTo>
                  <a:lnTo>
                    <a:pt x="4437" y="50763"/>
                  </a:lnTo>
                  <a:lnTo>
                    <a:pt x="4444" y="49964"/>
                  </a:lnTo>
                  <a:lnTo>
                    <a:pt x="4400" y="49153"/>
                  </a:lnTo>
                  <a:lnTo>
                    <a:pt x="4386" y="48100"/>
                  </a:lnTo>
                  <a:lnTo>
                    <a:pt x="4334" y="44222"/>
                  </a:lnTo>
                  <a:lnTo>
                    <a:pt x="4294" y="42310"/>
                  </a:lnTo>
                  <a:lnTo>
                    <a:pt x="4248" y="40089"/>
                  </a:lnTo>
                  <a:lnTo>
                    <a:pt x="4239" y="39682"/>
                  </a:lnTo>
                  <a:lnTo>
                    <a:pt x="4225" y="39006"/>
                  </a:lnTo>
                  <a:lnTo>
                    <a:pt x="4224" y="38698"/>
                  </a:lnTo>
                  <a:lnTo>
                    <a:pt x="4214" y="35810"/>
                  </a:lnTo>
                  <a:lnTo>
                    <a:pt x="4209" y="34367"/>
                  </a:lnTo>
                  <a:lnTo>
                    <a:pt x="4203" y="32430"/>
                  </a:lnTo>
                  <a:lnTo>
                    <a:pt x="4212" y="31598"/>
                  </a:lnTo>
                  <a:lnTo>
                    <a:pt x="4225" y="30392"/>
                  </a:lnTo>
                  <a:lnTo>
                    <a:pt x="4225" y="30115"/>
                  </a:lnTo>
                  <a:lnTo>
                    <a:pt x="4225" y="29354"/>
                  </a:lnTo>
                  <a:lnTo>
                    <a:pt x="4225" y="28113"/>
                  </a:lnTo>
                  <a:lnTo>
                    <a:pt x="4225" y="27850"/>
                  </a:lnTo>
                  <a:lnTo>
                    <a:pt x="4223" y="27699"/>
                  </a:lnTo>
                  <a:lnTo>
                    <a:pt x="4221" y="27504"/>
                  </a:lnTo>
                  <a:lnTo>
                    <a:pt x="4207" y="26204"/>
                  </a:lnTo>
                  <a:lnTo>
                    <a:pt x="4203" y="25811"/>
                  </a:lnTo>
                  <a:lnTo>
                    <a:pt x="120" y="25665"/>
                  </a:lnTo>
                  <a:lnTo>
                    <a:pt x="130" y="23495"/>
                  </a:lnTo>
                  <a:lnTo>
                    <a:pt x="94" y="22737"/>
                  </a:lnTo>
                  <a:lnTo>
                    <a:pt x="38" y="21551"/>
                  </a:lnTo>
                  <a:lnTo>
                    <a:pt x="25" y="21264"/>
                  </a:lnTo>
                  <a:lnTo>
                    <a:pt x="13" y="21017"/>
                  </a:lnTo>
                  <a:lnTo>
                    <a:pt x="4" y="19315"/>
                  </a:lnTo>
                  <a:lnTo>
                    <a:pt x="0" y="18526"/>
                  </a:lnTo>
                  <a:lnTo>
                    <a:pt x="0" y="18069"/>
                  </a:lnTo>
                  <a:lnTo>
                    <a:pt x="1" y="17150"/>
                  </a:lnTo>
                  <a:lnTo>
                    <a:pt x="2" y="16518"/>
                  </a:lnTo>
                  <a:lnTo>
                    <a:pt x="3" y="15878"/>
                  </a:lnTo>
                  <a:lnTo>
                    <a:pt x="33" y="14897"/>
                  </a:lnTo>
                  <a:lnTo>
                    <a:pt x="91" y="13008"/>
                  </a:lnTo>
                  <a:lnTo>
                    <a:pt x="388" y="12882"/>
                  </a:lnTo>
                  <a:lnTo>
                    <a:pt x="754" y="12736"/>
                  </a:lnTo>
                  <a:lnTo>
                    <a:pt x="881" y="12685"/>
                  </a:lnTo>
                  <a:lnTo>
                    <a:pt x="1774" y="12392"/>
                  </a:lnTo>
                  <a:lnTo>
                    <a:pt x="2353" y="12100"/>
                  </a:lnTo>
                  <a:lnTo>
                    <a:pt x="6327" y="10096"/>
                  </a:lnTo>
                  <a:lnTo>
                    <a:pt x="6757" y="9879"/>
                  </a:lnTo>
                  <a:lnTo>
                    <a:pt x="7849" y="9328"/>
                  </a:lnTo>
                  <a:lnTo>
                    <a:pt x="11273" y="7601"/>
                  </a:lnTo>
                  <a:lnTo>
                    <a:pt x="13174" y="6692"/>
                  </a:lnTo>
                  <a:lnTo>
                    <a:pt x="27000" y="6534"/>
                  </a:lnTo>
                  <a:lnTo>
                    <a:pt x="27440" y="6529"/>
                  </a:lnTo>
                  <a:lnTo>
                    <a:pt x="27557" y="178"/>
                  </a:lnTo>
                  <a:lnTo>
                    <a:pt x="32170" y="0"/>
                  </a:lnTo>
                  <a:lnTo>
                    <a:pt x="34358" y="678"/>
                  </a:lnTo>
                  <a:lnTo>
                    <a:pt x="40592" y="2611"/>
                  </a:lnTo>
                  <a:lnTo>
                    <a:pt x="40854" y="2763"/>
                  </a:lnTo>
                  <a:lnTo>
                    <a:pt x="42860" y="3921"/>
                  </a:lnTo>
                  <a:lnTo>
                    <a:pt x="45749" y="5668"/>
                  </a:lnTo>
                  <a:lnTo>
                    <a:pt x="49754" y="9106"/>
                  </a:lnTo>
                  <a:lnTo>
                    <a:pt x="52958" y="12043"/>
                  </a:lnTo>
                  <a:lnTo>
                    <a:pt x="55962" y="14480"/>
                  </a:lnTo>
                  <a:lnTo>
                    <a:pt x="57564" y="15314"/>
                  </a:lnTo>
                  <a:lnTo>
                    <a:pt x="59545" y="16190"/>
                  </a:lnTo>
                  <a:lnTo>
                    <a:pt x="62109" y="16869"/>
                  </a:lnTo>
                  <a:lnTo>
                    <a:pt x="63703" y="17063"/>
                  </a:lnTo>
                  <a:lnTo>
                    <a:pt x="64454" y="17154"/>
                  </a:lnTo>
                  <a:lnTo>
                    <a:pt x="64673" y="1718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1925178" y="3579713"/>
              <a:ext cx="103784" cy="79914"/>
            </a:xfrm>
            <a:custGeom>
              <a:avLst/>
              <a:pathLst>
                <a:path w="103784" h="79914">
                  <a:moveTo>
                    <a:pt x="91644" y="9741"/>
                  </a:moveTo>
                  <a:lnTo>
                    <a:pt x="94743" y="15047"/>
                  </a:lnTo>
                  <a:lnTo>
                    <a:pt x="100174" y="22930"/>
                  </a:lnTo>
                  <a:lnTo>
                    <a:pt x="103784" y="27809"/>
                  </a:lnTo>
                  <a:lnTo>
                    <a:pt x="90143" y="26100"/>
                  </a:lnTo>
                  <a:lnTo>
                    <a:pt x="89920" y="27299"/>
                  </a:lnTo>
                  <a:lnTo>
                    <a:pt x="92089" y="29671"/>
                  </a:lnTo>
                  <a:lnTo>
                    <a:pt x="90960" y="35405"/>
                  </a:lnTo>
                  <a:lnTo>
                    <a:pt x="67958" y="72452"/>
                  </a:lnTo>
                  <a:lnTo>
                    <a:pt x="65788" y="71223"/>
                  </a:lnTo>
                  <a:lnTo>
                    <a:pt x="60735" y="79914"/>
                  </a:lnTo>
                  <a:lnTo>
                    <a:pt x="60046" y="79747"/>
                  </a:lnTo>
                  <a:lnTo>
                    <a:pt x="59410" y="79593"/>
                  </a:lnTo>
                  <a:lnTo>
                    <a:pt x="58385" y="79344"/>
                  </a:lnTo>
                  <a:lnTo>
                    <a:pt x="58153" y="79288"/>
                  </a:lnTo>
                  <a:lnTo>
                    <a:pt x="54613" y="78308"/>
                  </a:lnTo>
                  <a:lnTo>
                    <a:pt x="50523" y="77177"/>
                  </a:lnTo>
                  <a:lnTo>
                    <a:pt x="50308" y="77123"/>
                  </a:lnTo>
                  <a:lnTo>
                    <a:pt x="49986" y="77029"/>
                  </a:lnTo>
                  <a:lnTo>
                    <a:pt x="48992" y="76755"/>
                  </a:lnTo>
                  <a:lnTo>
                    <a:pt x="45081" y="75701"/>
                  </a:lnTo>
                  <a:lnTo>
                    <a:pt x="43439" y="75259"/>
                  </a:lnTo>
                  <a:lnTo>
                    <a:pt x="42452" y="74994"/>
                  </a:lnTo>
                  <a:lnTo>
                    <a:pt x="41436" y="74811"/>
                  </a:lnTo>
                  <a:lnTo>
                    <a:pt x="39514" y="74466"/>
                  </a:lnTo>
                  <a:lnTo>
                    <a:pt x="39335" y="74434"/>
                  </a:lnTo>
                  <a:lnTo>
                    <a:pt x="37502" y="74105"/>
                  </a:lnTo>
                  <a:lnTo>
                    <a:pt x="37101" y="74033"/>
                  </a:lnTo>
                  <a:lnTo>
                    <a:pt x="36236" y="73925"/>
                  </a:lnTo>
                  <a:lnTo>
                    <a:pt x="35889" y="73882"/>
                  </a:lnTo>
                  <a:lnTo>
                    <a:pt x="35354" y="73816"/>
                  </a:lnTo>
                  <a:lnTo>
                    <a:pt x="35193" y="73796"/>
                  </a:lnTo>
                  <a:lnTo>
                    <a:pt x="31783" y="73373"/>
                  </a:lnTo>
                  <a:lnTo>
                    <a:pt x="30794" y="73250"/>
                  </a:lnTo>
                  <a:lnTo>
                    <a:pt x="29723" y="73117"/>
                  </a:lnTo>
                  <a:lnTo>
                    <a:pt x="28020" y="72906"/>
                  </a:lnTo>
                  <a:lnTo>
                    <a:pt x="27567" y="72849"/>
                  </a:lnTo>
                  <a:lnTo>
                    <a:pt x="26569" y="72726"/>
                  </a:lnTo>
                  <a:lnTo>
                    <a:pt x="26012" y="72656"/>
                  </a:lnTo>
                  <a:lnTo>
                    <a:pt x="25732" y="72662"/>
                  </a:lnTo>
                  <a:lnTo>
                    <a:pt x="24942" y="72678"/>
                  </a:lnTo>
                  <a:lnTo>
                    <a:pt x="23609" y="72537"/>
                  </a:lnTo>
                  <a:lnTo>
                    <a:pt x="22262" y="72271"/>
                  </a:lnTo>
                  <a:lnTo>
                    <a:pt x="21150" y="72170"/>
                  </a:lnTo>
                  <a:lnTo>
                    <a:pt x="19629" y="72132"/>
                  </a:lnTo>
                  <a:lnTo>
                    <a:pt x="19034" y="72089"/>
                  </a:lnTo>
                  <a:lnTo>
                    <a:pt x="18594" y="72057"/>
                  </a:lnTo>
                  <a:lnTo>
                    <a:pt x="16834" y="71872"/>
                  </a:lnTo>
                  <a:lnTo>
                    <a:pt x="14315" y="71663"/>
                  </a:lnTo>
                  <a:lnTo>
                    <a:pt x="12293" y="71476"/>
                  </a:lnTo>
                  <a:lnTo>
                    <a:pt x="10912" y="71360"/>
                  </a:lnTo>
                  <a:lnTo>
                    <a:pt x="9683" y="71222"/>
                  </a:lnTo>
                  <a:lnTo>
                    <a:pt x="8579" y="71115"/>
                  </a:lnTo>
                  <a:lnTo>
                    <a:pt x="7682" y="71073"/>
                  </a:lnTo>
                  <a:lnTo>
                    <a:pt x="6750" y="71023"/>
                  </a:lnTo>
                  <a:lnTo>
                    <a:pt x="5700" y="70956"/>
                  </a:lnTo>
                  <a:lnTo>
                    <a:pt x="4387" y="70942"/>
                  </a:lnTo>
                  <a:lnTo>
                    <a:pt x="3420" y="70942"/>
                  </a:lnTo>
                  <a:lnTo>
                    <a:pt x="2160" y="70869"/>
                  </a:lnTo>
                  <a:lnTo>
                    <a:pt x="565" y="70801"/>
                  </a:lnTo>
                  <a:lnTo>
                    <a:pt x="0" y="70799"/>
                  </a:lnTo>
                  <a:lnTo>
                    <a:pt x="214" y="70327"/>
                  </a:lnTo>
                  <a:lnTo>
                    <a:pt x="1587" y="70452"/>
                  </a:lnTo>
                  <a:lnTo>
                    <a:pt x="5764" y="55417"/>
                  </a:lnTo>
                  <a:lnTo>
                    <a:pt x="10658" y="20750"/>
                  </a:lnTo>
                  <a:lnTo>
                    <a:pt x="16377" y="21520"/>
                  </a:lnTo>
                  <a:lnTo>
                    <a:pt x="17847" y="8912"/>
                  </a:lnTo>
                  <a:lnTo>
                    <a:pt x="46311" y="13130"/>
                  </a:lnTo>
                  <a:lnTo>
                    <a:pt x="58362" y="14639"/>
                  </a:lnTo>
                  <a:lnTo>
                    <a:pt x="63955" y="13675"/>
                  </a:lnTo>
                  <a:lnTo>
                    <a:pt x="69752" y="11221"/>
                  </a:lnTo>
                  <a:lnTo>
                    <a:pt x="74537" y="8367"/>
                  </a:lnTo>
                  <a:lnTo>
                    <a:pt x="79358" y="5118"/>
                  </a:lnTo>
                  <a:lnTo>
                    <a:pt x="80381" y="4429"/>
                  </a:lnTo>
                  <a:lnTo>
                    <a:pt x="83215" y="2518"/>
                  </a:lnTo>
                  <a:lnTo>
                    <a:pt x="86953" y="0"/>
                  </a:lnTo>
                  <a:lnTo>
                    <a:pt x="88442" y="30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1985913" y="3605814"/>
              <a:ext cx="144672" cy="66278"/>
            </a:xfrm>
            <a:custGeom>
              <a:avLst/>
              <a:pathLst>
                <a:path w="144672" h="66278">
                  <a:moveTo>
                    <a:pt x="121835" y="45573"/>
                  </a:moveTo>
                  <a:lnTo>
                    <a:pt x="124399" y="46634"/>
                  </a:lnTo>
                  <a:lnTo>
                    <a:pt x="127743" y="47734"/>
                  </a:lnTo>
                  <a:lnTo>
                    <a:pt x="131176" y="48822"/>
                  </a:lnTo>
                  <a:lnTo>
                    <a:pt x="131784" y="49015"/>
                  </a:lnTo>
                  <a:lnTo>
                    <a:pt x="139653" y="51055"/>
                  </a:lnTo>
                  <a:lnTo>
                    <a:pt x="144672" y="52071"/>
                  </a:lnTo>
                  <a:lnTo>
                    <a:pt x="144539" y="52404"/>
                  </a:lnTo>
                  <a:lnTo>
                    <a:pt x="144156" y="53355"/>
                  </a:lnTo>
                  <a:lnTo>
                    <a:pt x="144070" y="53567"/>
                  </a:lnTo>
                  <a:lnTo>
                    <a:pt x="143064" y="55816"/>
                  </a:lnTo>
                  <a:lnTo>
                    <a:pt x="142978" y="55944"/>
                  </a:lnTo>
                  <a:lnTo>
                    <a:pt x="142841" y="56149"/>
                  </a:lnTo>
                  <a:lnTo>
                    <a:pt x="142650" y="56433"/>
                  </a:lnTo>
                  <a:lnTo>
                    <a:pt x="142564" y="56562"/>
                  </a:lnTo>
                  <a:lnTo>
                    <a:pt x="142427" y="56766"/>
                  </a:lnTo>
                  <a:lnTo>
                    <a:pt x="142323" y="56921"/>
                  </a:lnTo>
                  <a:lnTo>
                    <a:pt x="142179" y="57122"/>
                  </a:lnTo>
                  <a:lnTo>
                    <a:pt x="141509" y="57757"/>
                  </a:lnTo>
                  <a:lnTo>
                    <a:pt x="140887" y="58353"/>
                  </a:lnTo>
                  <a:lnTo>
                    <a:pt x="140735" y="58178"/>
                  </a:lnTo>
                  <a:lnTo>
                    <a:pt x="140364" y="57783"/>
                  </a:lnTo>
                  <a:lnTo>
                    <a:pt x="140161" y="57567"/>
                  </a:lnTo>
                  <a:lnTo>
                    <a:pt x="139797" y="57181"/>
                  </a:lnTo>
                  <a:lnTo>
                    <a:pt x="139231" y="56580"/>
                  </a:lnTo>
                  <a:lnTo>
                    <a:pt x="138868" y="56194"/>
                  </a:lnTo>
                  <a:lnTo>
                    <a:pt x="138678" y="55993"/>
                  </a:lnTo>
                  <a:lnTo>
                    <a:pt x="138310" y="55681"/>
                  </a:lnTo>
                  <a:lnTo>
                    <a:pt x="137935" y="55364"/>
                  </a:lnTo>
                  <a:lnTo>
                    <a:pt x="137665" y="55135"/>
                  </a:lnTo>
                  <a:lnTo>
                    <a:pt x="137239" y="54775"/>
                  </a:lnTo>
                  <a:lnTo>
                    <a:pt x="136892" y="54535"/>
                  </a:lnTo>
                  <a:lnTo>
                    <a:pt x="136612" y="54425"/>
                  </a:lnTo>
                  <a:lnTo>
                    <a:pt x="135873" y="54132"/>
                  </a:lnTo>
                  <a:lnTo>
                    <a:pt x="135209" y="53870"/>
                  </a:lnTo>
                  <a:lnTo>
                    <a:pt x="133445" y="53173"/>
                  </a:lnTo>
                  <a:lnTo>
                    <a:pt x="130489" y="52717"/>
                  </a:lnTo>
                  <a:lnTo>
                    <a:pt x="130036" y="52766"/>
                  </a:lnTo>
                  <a:lnTo>
                    <a:pt x="127614" y="53029"/>
                  </a:lnTo>
                  <a:lnTo>
                    <a:pt x="123712" y="53452"/>
                  </a:lnTo>
                  <a:lnTo>
                    <a:pt x="121879" y="53730"/>
                  </a:lnTo>
                  <a:lnTo>
                    <a:pt x="118552" y="54234"/>
                  </a:lnTo>
                  <a:lnTo>
                    <a:pt x="115832" y="54647"/>
                  </a:lnTo>
                  <a:lnTo>
                    <a:pt x="114589" y="54902"/>
                  </a:lnTo>
                  <a:lnTo>
                    <a:pt x="112569" y="55317"/>
                  </a:lnTo>
                  <a:lnTo>
                    <a:pt x="108810" y="56089"/>
                  </a:lnTo>
                  <a:lnTo>
                    <a:pt x="106315" y="56601"/>
                  </a:lnTo>
                  <a:lnTo>
                    <a:pt x="100163" y="58396"/>
                  </a:lnTo>
                  <a:lnTo>
                    <a:pt x="97821" y="59553"/>
                  </a:lnTo>
                  <a:lnTo>
                    <a:pt x="91981" y="62437"/>
                  </a:lnTo>
                  <a:lnTo>
                    <a:pt x="90049" y="63285"/>
                  </a:lnTo>
                  <a:lnTo>
                    <a:pt x="89753" y="63415"/>
                  </a:lnTo>
                  <a:lnTo>
                    <a:pt x="89044" y="63727"/>
                  </a:lnTo>
                  <a:lnTo>
                    <a:pt x="86799" y="64712"/>
                  </a:lnTo>
                  <a:lnTo>
                    <a:pt x="84399" y="65765"/>
                  </a:lnTo>
                  <a:lnTo>
                    <a:pt x="81654" y="66161"/>
                  </a:lnTo>
                  <a:lnTo>
                    <a:pt x="80842" y="66278"/>
                  </a:lnTo>
                  <a:lnTo>
                    <a:pt x="80428" y="66241"/>
                  </a:lnTo>
                  <a:lnTo>
                    <a:pt x="80077" y="66210"/>
                  </a:lnTo>
                  <a:lnTo>
                    <a:pt x="76548" y="65894"/>
                  </a:lnTo>
                  <a:lnTo>
                    <a:pt x="71049" y="64341"/>
                  </a:lnTo>
                  <a:lnTo>
                    <a:pt x="69058" y="63779"/>
                  </a:lnTo>
                  <a:lnTo>
                    <a:pt x="65878" y="62882"/>
                  </a:lnTo>
                  <a:lnTo>
                    <a:pt x="63023" y="62260"/>
                  </a:lnTo>
                  <a:lnTo>
                    <a:pt x="56906" y="60927"/>
                  </a:lnTo>
                  <a:lnTo>
                    <a:pt x="56568" y="60900"/>
                  </a:lnTo>
                  <a:lnTo>
                    <a:pt x="53928" y="60687"/>
                  </a:lnTo>
                  <a:lnTo>
                    <a:pt x="52901" y="60604"/>
                  </a:lnTo>
                  <a:lnTo>
                    <a:pt x="52401" y="60636"/>
                  </a:lnTo>
                  <a:lnTo>
                    <a:pt x="50623" y="60751"/>
                  </a:lnTo>
                  <a:lnTo>
                    <a:pt x="50370" y="60767"/>
                  </a:lnTo>
                  <a:lnTo>
                    <a:pt x="47701" y="61188"/>
                  </a:lnTo>
                  <a:lnTo>
                    <a:pt x="44891" y="61632"/>
                  </a:lnTo>
                  <a:lnTo>
                    <a:pt x="36752" y="62561"/>
                  </a:lnTo>
                  <a:lnTo>
                    <a:pt x="35122" y="62037"/>
                  </a:lnTo>
                  <a:lnTo>
                    <a:pt x="34655" y="61887"/>
                  </a:lnTo>
                  <a:lnTo>
                    <a:pt x="30433" y="60528"/>
                  </a:lnTo>
                  <a:lnTo>
                    <a:pt x="27191" y="59485"/>
                  </a:lnTo>
                  <a:lnTo>
                    <a:pt x="26594" y="59293"/>
                  </a:lnTo>
                  <a:lnTo>
                    <a:pt x="23248" y="58595"/>
                  </a:lnTo>
                  <a:lnTo>
                    <a:pt x="17687" y="57434"/>
                  </a:lnTo>
                  <a:lnTo>
                    <a:pt x="15608" y="57036"/>
                  </a:lnTo>
                  <a:lnTo>
                    <a:pt x="12129" y="56368"/>
                  </a:lnTo>
                  <a:lnTo>
                    <a:pt x="8330" y="55640"/>
                  </a:lnTo>
                  <a:lnTo>
                    <a:pt x="5899" y="55107"/>
                  </a:lnTo>
                  <a:lnTo>
                    <a:pt x="2959" y="54463"/>
                  </a:lnTo>
                  <a:lnTo>
                    <a:pt x="1896" y="54229"/>
                  </a:lnTo>
                  <a:lnTo>
                    <a:pt x="1228" y="54083"/>
                  </a:lnTo>
                  <a:lnTo>
                    <a:pt x="887" y="54008"/>
                  </a:lnTo>
                  <a:lnTo>
                    <a:pt x="192" y="53856"/>
                  </a:lnTo>
                  <a:lnTo>
                    <a:pt x="0" y="53814"/>
                  </a:lnTo>
                  <a:lnTo>
                    <a:pt x="5053" y="45122"/>
                  </a:lnTo>
                  <a:lnTo>
                    <a:pt x="7222" y="46352"/>
                  </a:lnTo>
                  <a:lnTo>
                    <a:pt x="30224" y="9304"/>
                  </a:lnTo>
                  <a:lnTo>
                    <a:pt x="31354" y="3570"/>
                  </a:lnTo>
                  <a:lnTo>
                    <a:pt x="29185" y="1199"/>
                  </a:lnTo>
                  <a:lnTo>
                    <a:pt x="29408" y="0"/>
                  </a:lnTo>
                  <a:lnTo>
                    <a:pt x="43049" y="1708"/>
                  </a:lnTo>
                  <a:lnTo>
                    <a:pt x="43426" y="2117"/>
                  </a:lnTo>
                  <a:lnTo>
                    <a:pt x="44449" y="3225"/>
                  </a:lnTo>
                  <a:lnTo>
                    <a:pt x="49038" y="7487"/>
                  </a:lnTo>
                  <a:lnTo>
                    <a:pt x="49493" y="7956"/>
                  </a:lnTo>
                  <a:lnTo>
                    <a:pt x="51590" y="9849"/>
                  </a:lnTo>
                  <a:lnTo>
                    <a:pt x="54297" y="12293"/>
                  </a:lnTo>
                  <a:lnTo>
                    <a:pt x="54446" y="12427"/>
                  </a:lnTo>
                  <a:lnTo>
                    <a:pt x="54647" y="12602"/>
                  </a:lnTo>
                  <a:lnTo>
                    <a:pt x="56086" y="13852"/>
                  </a:lnTo>
                  <a:lnTo>
                    <a:pt x="56288" y="14027"/>
                  </a:lnTo>
                  <a:lnTo>
                    <a:pt x="56941" y="14505"/>
                  </a:lnTo>
                  <a:lnTo>
                    <a:pt x="57434" y="14866"/>
                  </a:lnTo>
                  <a:lnTo>
                    <a:pt x="59511" y="16386"/>
                  </a:lnTo>
                  <a:lnTo>
                    <a:pt x="59887" y="16661"/>
                  </a:lnTo>
                  <a:lnTo>
                    <a:pt x="60534" y="17115"/>
                  </a:lnTo>
                  <a:lnTo>
                    <a:pt x="61785" y="17993"/>
                  </a:lnTo>
                  <a:lnTo>
                    <a:pt x="63411" y="19134"/>
                  </a:lnTo>
                  <a:lnTo>
                    <a:pt x="68584" y="22760"/>
                  </a:lnTo>
                  <a:lnTo>
                    <a:pt x="68978" y="23035"/>
                  </a:lnTo>
                  <a:lnTo>
                    <a:pt x="70031" y="23738"/>
                  </a:lnTo>
                  <a:lnTo>
                    <a:pt x="71082" y="24438"/>
                  </a:lnTo>
                  <a:lnTo>
                    <a:pt x="75005" y="27090"/>
                  </a:lnTo>
                  <a:lnTo>
                    <a:pt x="76579" y="27801"/>
                  </a:lnTo>
                  <a:lnTo>
                    <a:pt x="86404" y="31681"/>
                  </a:lnTo>
                  <a:lnTo>
                    <a:pt x="96594" y="35704"/>
                  </a:lnTo>
                  <a:lnTo>
                    <a:pt x="103431" y="38232"/>
                  </a:lnTo>
                  <a:lnTo>
                    <a:pt x="104418" y="38597"/>
                  </a:lnTo>
                  <a:lnTo>
                    <a:pt x="105275" y="38895"/>
                  </a:lnTo>
                  <a:lnTo>
                    <a:pt x="107005" y="39496"/>
                  </a:lnTo>
                  <a:lnTo>
                    <a:pt x="112199" y="41446"/>
                  </a:lnTo>
                  <a:lnTo>
                    <a:pt x="113569" y="42031"/>
                  </a:lnTo>
                  <a:lnTo>
                    <a:pt x="113729" y="42100"/>
                  </a:lnTo>
                  <a:lnTo>
                    <a:pt x="114457" y="42410"/>
                  </a:lnTo>
                  <a:lnTo>
                    <a:pt x="114939" y="42624"/>
                  </a:lnTo>
                  <a:lnTo>
                    <a:pt x="118270" y="44098"/>
                  </a:lnTo>
                  <a:lnTo>
                    <a:pt x="119263" y="4450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2012210" y="3535362"/>
              <a:ext cx="95535" cy="112552"/>
            </a:xfrm>
            <a:custGeom>
              <a:avLst/>
              <a:pathLst>
                <a:path w="95535" h="112552">
                  <a:moveTo>
                    <a:pt x="87600" y="112261"/>
                  </a:moveTo>
                  <a:lnTo>
                    <a:pt x="87431" y="112552"/>
                  </a:lnTo>
                  <a:lnTo>
                    <a:pt x="87272" y="112484"/>
                  </a:lnTo>
                  <a:lnTo>
                    <a:pt x="85902" y="111898"/>
                  </a:lnTo>
                  <a:lnTo>
                    <a:pt x="80707" y="109948"/>
                  </a:lnTo>
                  <a:lnTo>
                    <a:pt x="78978" y="109347"/>
                  </a:lnTo>
                  <a:lnTo>
                    <a:pt x="78121" y="109049"/>
                  </a:lnTo>
                  <a:lnTo>
                    <a:pt x="77025" y="108644"/>
                  </a:lnTo>
                  <a:lnTo>
                    <a:pt x="70286" y="106152"/>
                  </a:lnTo>
                  <a:lnTo>
                    <a:pt x="60107" y="102133"/>
                  </a:lnTo>
                  <a:lnTo>
                    <a:pt x="50282" y="98254"/>
                  </a:lnTo>
                  <a:lnTo>
                    <a:pt x="48708" y="97542"/>
                  </a:lnTo>
                  <a:lnTo>
                    <a:pt x="44784" y="94890"/>
                  </a:lnTo>
                  <a:lnTo>
                    <a:pt x="43724" y="94183"/>
                  </a:lnTo>
                  <a:lnTo>
                    <a:pt x="42680" y="93488"/>
                  </a:lnTo>
                  <a:lnTo>
                    <a:pt x="42231" y="93172"/>
                  </a:lnTo>
                  <a:lnTo>
                    <a:pt x="37113" y="89586"/>
                  </a:lnTo>
                  <a:lnTo>
                    <a:pt x="35487" y="88445"/>
                  </a:lnTo>
                  <a:lnTo>
                    <a:pt x="34237" y="87567"/>
                  </a:lnTo>
                  <a:lnTo>
                    <a:pt x="33585" y="87110"/>
                  </a:lnTo>
                  <a:lnTo>
                    <a:pt x="33214" y="86838"/>
                  </a:lnTo>
                  <a:lnTo>
                    <a:pt x="31026" y="85238"/>
                  </a:lnTo>
                  <a:lnTo>
                    <a:pt x="30643" y="84957"/>
                  </a:lnTo>
                  <a:lnTo>
                    <a:pt x="29990" y="84480"/>
                  </a:lnTo>
                  <a:lnTo>
                    <a:pt x="29711" y="84236"/>
                  </a:lnTo>
                  <a:lnTo>
                    <a:pt x="28350" y="83054"/>
                  </a:lnTo>
                  <a:lnTo>
                    <a:pt x="28149" y="82879"/>
                  </a:lnTo>
                  <a:lnTo>
                    <a:pt x="28000" y="82745"/>
                  </a:lnTo>
                  <a:lnTo>
                    <a:pt x="25293" y="80302"/>
                  </a:lnTo>
                  <a:lnTo>
                    <a:pt x="23164" y="78376"/>
                  </a:lnTo>
                  <a:lnTo>
                    <a:pt x="22740" y="77939"/>
                  </a:lnTo>
                  <a:lnTo>
                    <a:pt x="18152" y="73677"/>
                  </a:lnTo>
                  <a:lnTo>
                    <a:pt x="17129" y="72569"/>
                  </a:lnTo>
                  <a:lnTo>
                    <a:pt x="16751" y="72160"/>
                  </a:lnTo>
                  <a:lnTo>
                    <a:pt x="13141" y="67282"/>
                  </a:lnTo>
                  <a:lnTo>
                    <a:pt x="7710" y="59399"/>
                  </a:lnTo>
                  <a:lnTo>
                    <a:pt x="4612" y="54092"/>
                  </a:lnTo>
                  <a:lnTo>
                    <a:pt x="1409" y="47443"/>
                  </a:lnTo>
                  <a:lnTo>
                    <a:pt x="0" y="44298"/>
                  </a:lnTo>
                  <a:lnTo>
                    <a:pt x="621" y="43888"/>
                  </a:lnTo>
                  <a:lnTo>
                    <a:pt x="878" y="43712"/>
                  </a:lnTo>
                  <a:lnTo>
                    <a:pt x="1022" y="43614"/>
                  </a:lnTo>
                  <a:lnTo>
                    <a:pt x="1597" y="43221"/>
                  </a:lnTo>
                  <a:lnTo>
                    <a:pt x="3026" y="42245"/>
                  </a:lnTo>
                  <a:lnTo>
                    <a:pt x="3386" y="42000"/>
                  </a:lnTo>
                  <a:lnTo>
                    <a:pt x="3585" y="41854"/>
                  </a:lnTo>
                  <a:lnTo>
                    <a:pt x="4162" y="41433"/>
                  </a:lnTo>
                  <a:lnTo>
                    <a:pt x="5359" y="40558"/>
                  </a:lnTo>
                  <a:lnTo>
                    <a:pt x="7243" y="39180"/>
                  </a:lnTo>
                  <a:lnTo>
                    <a:pt x="9633" y="37516"/>
                  </a:lnTo>
                  <a:lnTo>
                    <a:pt x="12993" y="35176"/>
                  </a:lnTo>
                  <a:lnTo>
                    <a:pt x="17031" y="32364"/>
                  </a:lnTo>
                  <a:lnTo>
                    <a:pt x="17761" y="31856"/>
                  </a:lnTo>
                  <a:lnTo>
                    <a:pt x="18255" y="31512"/>
                  </a:lnTo>
                  <a:lnTo>
                    <a:pt x="18583" y="31283"/>
                  </a:lnTo>
                  <a:lnTo>
                    <a:pt x="21106" y="29527"/>
                  </a:lnTo>
                  <a:lnTo>
                    <a:pt x="23607" y="27786"/>
                  </a:lnTo>
                  <a:lnTo>
                    <a:pt x="23865" y="27608"/>
                  </a:lnTo>
                  <a:lnTo>
                    <a:pt x="31905" y="22136"/>
                  </a:lnTo>
                  <a:lnTo>
                    <a:pt x="32512" y="21722"/>
                  </a:lnTo>
                  <a:lnTo>
                    <a:pt x="33963" y="20735"/>
                  </a:lnTo>
                  <a:lnTo>
                    <a:pt x="34406" y="20474"/>
                  </a:lnTo>
                  <a:lnTo>
                    <a:pt x="35501" y="19830"/>
                  </a:lnTo>
                  <a:lnTo>
                    <a:pt x="35986" y="19545"/>
                  </a:lnTo>
                  <a:lnTo>
                    <a:pt x="36741" y="19101"/>
                  </a:lnTo>
                  <a:lnTo>
                    <a:pt x="36898" y="19009"/>
                  </a:lnTo>
                  <a:lnTo>
                    <a:pt x="43963" y="14189"/>
                  </a:lnTo>
                  <a:lnTo>
                    <a:pt x="46092" y="12737"/>
                  </a:lnTo>
                  <a:lnTo>
                    <a:pt x="47666" y="11651"/>
                  </a:lnTo>
                  <a:lnTo>
                    <a:pt x="49255" y="10555"/>
                  </a:lnTo>
                  <a:lnTo>
                    <a:pt x="50084" y="9984"/>
                  </a:lnTo>
                  <a:lnTo>
                    <a:pt x="50663" y="9584"/>
                  </a:lnTo>
                  <a:lnTo>
                    <a:pt x="53582" y="7588"/>
                  </a:lnTo>
                  <a:lnTo>
                    <a:pt x="53934" y="7348"/>
                  </a:lnTo>
                  <a:lnTo>
                    <a:pt x="57311" y="5038"/>
                  </a:lnTo>
                  <a:lnTo>
                    <a:pt x="62797" y="1287"/>
                  </a:lnTo>
                  <a:lnTo>
                    <a:pt x="63211" y="1004"/>
                  </a:lnTo>
                  <a:lnTo>
                    <a:pt x="64679" y="0"/>
                  </a:lnTo>
                  <a:lnTo>
                    <a:pt x="68801" y="5812"/>
                  </a:lnTo>
                  <a:lnTo>
                    <a:pt x="68943" y="6012"/>
                  </a:lnTo>
                  <a:lnTo>
                    <a:pt x="69069" y="6190"/>
                  </a:lnTo>
                  <a:lnTo>
                    <a:pt x="71882" y="10240"/>
                  </a:lnTo>
                  <a:lnTo>
                    <a:pt x="72159" y="10639"/>
                  </a:lnTo>
                  <a:lnTo>
                    <a:pt x="74735" y="14323"/>
                  </a:lnTo>
                  <a:lnTo>
                    <a:pt x="75162" y="14935"/>
                  </a:lnTo>
                  <a:lnTo>
                    <a:pt x="76017" y="16187"/>
                  </a:lnTo>
                  <a:lnTo>
                    <a:pt x="76274" y="16563"/>
                  </a:lnTo>
                  <a:lnTo>
                    <a:pt x="77649" y="18577"/>
                  </a:lnTo>
                  <a:lnTo>
                    <a:pt x="77901" y="18946"/>
                  </a:lnTo>
                  <a:lnTo>
                    <a:pt x="78128" y="19277"/>
                  </a:lnTo>
                  <a:lnTo>
                    <a:pt x="78231" y="19428"/>
                  </a:lnTo>
                  <a:lnTo>
                    <a:pt x="80926" y="23351"/>
                  </a:lnTo>
                  <a:lnTo>
                    <a:pt x="81979" y="24864"/>
                  </a:lnTo>
                  <a:lnTo>
                    <a:pt x="82711" y="25365"/>
                  </a:lnTo>
                  <a:lnTo>
                    <a:pt x="84144" y="26388"/>
                  </a:lnTo>
                  <a:lnTo>
                    <a:pt x="81886" y="30664"/>
                  </a:lnTo>
                  <a:lnTo>
                    <a:pt x="81342" y="31696"/>
                  </a:lnTo>
                  <a:lnTo>
                    <a:pt x="80405" y="33480"/>
                  </a:lnTo>
                  <a:lnTo>
                    <a:pt x="79742" y="34742"/>
                  </a:lnTo>
                  <a:lnTo>
                    <a:pt x="78653" y="36816"/>
                  </a:lnTo>
                  <a:lnTo>
                    <a:pt x="78377" y="37325"/>
                  </a:lnTo>
                  <a:lnTo>
                    <a:pt x="77664" y="38644"/>
                  </a:lnTo>
                  <a:lnTo>
                    <a:pt x="75564" y="42015"/>
                  </a:lnTo>
                  <a:lnTo>
                    <a:pt x="74311" y="44349"/>
                  </a:lnTo>
                  <a:lnTo>
                    <a:pt x="72404" y="47903"/>
                  </a:lnTo>
                  <a:lnTo>
                    <a:pt x="71661" y="49288"/>
                  </a:lnTo>
                  <a:lnTo>
                    <a:pt x="71584" y="49431"/>
                  </a:lnTo>
                  <a:lnTo>
                    <a:pt x="71013" y="50379"/>
                  </a:lnTo>
                  <a:lnTo>
                    <a:pt x="68943" y="53816"/>
                  </a:lnTo>
                  <a:lnTo>
                    <a:pt x="68829" y="54005"/>
                  </a:lnTo>
                  <a:lnTo>
                    <a:pt x="68322" y="54846"/>
                  </a:lnTo>
                  <a:lnTo>
                    <a:pt x="70825" y="55699"/>
                  </a:lnTo>
                  <a:lnTo>
                    <a:pt x="71819" y="56038"/>
                  </a:lnTo>
                  <a:lnTo>
                    <a:pt x="72767" y="56361"/>
                  </a:lnTo>
                  <a:lnTo>
                    <a:pt x="75711" y="57364"/>
                  </a:lnTo>
                  <a:lnTo>
                    <a:pt x="76355" y="57584"/>
                  </a:lnTo>
                  <a:lnTo>
                    <a:pt x="76845" y="57751"/>
                  </a:lnTo>
                  <a:lnTo>
                    <a:pt x="78642" y="58225"/>
                  </a:lnTo>
                  <a:lnTo>
                    <a:pt x="80376" y="58683"/>
                  </a:lnTo>
                  <a:lnTo>
                    <a:pt x="81832" y="59067"/>
                  </a:lnTo>
                  <a:lnTo>
                    <a:pt x="83210" y="59431"/>
                  </a:lnTo>
                  <a:lnTo>
                    <a:pt x="84639" y="59808"/>
                  </a:lnTo>
                  <a:lnTo>
                    <a:pt x="85925" y="60148"/>
                  </a:lnTo>
                  <a:lnTo>
                    <a:pt x="86548" y="60312"/>
                  </a:lnTo>
                  <a:lnTo>
                    <a:pt x="87776" y="60636"/>
                  </a:lnTo>
                  <a:lnTo>
                    <a:pt x="88135" y="60691"/>
                  </a:lnTo>
                  <a:lnTo>
                    <a:pt x="90145" y="60996"/>
                  </a:lnTo>
                  <a:lnTo>
                    <a:pt x="91189" y="72518"/>
                  </a:lnTo>
                  <a:lnTo>
                    <a:pt x="91228" y="72951"/>
                  </a:lnTo>
                  <a:lnTo>
                    <a:pt x="92389" y="85641"/>
                  </a:lnTo>
                  <a:lnTo>
                    <a:pt x="92893" y="90836"/>
                  </a:lnTo>
                  <a:lnTo>
                    <a:pt x="95535" y="98256"/>
                  </a:lnTo>
                  <a:lnTo>
                    <a:pt x="95056" y="99150"/>
                  </a:lnTo>
                  <a:lnTo>
                    <a:pt x="94829" y="99575"/>
                  </a:lnTo>
                  <a:lnTo>
                    <a:pt x="94653" y="99904"/>
                  </a:lnTo>
                  <a:lnTo>
                    <a:pt x="94419" y="100341"/>
                  </a:lnTo>
                  <a:lnTo>
                    <a:pt x="94207" y="100737"/>
                  </a:lnTo>
                  <a:lnTo>
                    <a:pt x="93995" y="101132"/>
                  </a:lnTo>
                  <a:lnTo>
                    <a:pt x="93856" y="101391"/>
                  </a:lnTo>
                  <a:lnTo>
                    <a:pt x="93556" y="101952"/>
                  </a:lnTo>
                  <a:lnTo>
                    <a:pt x="93232" y="102556"/>
                  </a:lnTo>
                  <a:lnTo>
                    <a:pt x="93141" y="102713"/>
                  </a:lnTo>
                  <a:lnTo>
                    <a:pt x="92955" y="103033"/>
                  </a:lnTo>
                  <a:lnTo>
                    <a:pt x="92344" y="104086"/>
                  </a:lnTo>
                  <a:lnTo>
                    <a:pt x="92080" y="104542"/>
                  </a:lnTo>
                  <a:lnTo>
                    <a:pt x="91697" y="105201"/>
                  </a:lnTo>
                  <a:lnTo>
                    <a:pt x="91549" y="105456"/>
                  </a:lnTo>
                  <a:lnTo>
                    <a:pt x="91178" y="106097"/>
                  </a:lnTo>
                  <a:lnTo>
                    <a:pt x="90887" y="106598"/>
                  </a:lnTo>
                  <a:lnTo>
                    <a:pt x="90420" y="107403"/>
                  </a:lnTo>
                  <a:lnTo>
                    <a:pt x="90147" y="107873"/>
                  </a:lnTo>
                  <a:lnTo>
                    <a:pt x="89945" y="108221"/>
                  </a:lnTo>
                  <a:lnTo>
                    <a:pt x="89861" y="108365"/>
                  </a:lnTo>
                  <a:lnTo>
                    <a:pt x="89753" y="108552"/>
                  </a:lnTo>
                  <a:lnTo>
                    <a:pt x="89649" y="108731"/>
                  </a:lnTo>
                  <a:lnTo>
                    <a:pt x="89463" y="109050"/>
                  </a:lnTo>
                  <a:lnTo>
                    <a:pt x="89315" y="109306"/>
                  </a:lnTo>
                  <a:lnTo>
                    <a:pt x="89229" y="109454"/>
                  </a:lnTo>
                  <a:lnTo>
                    <a:pt x="89027" y="109803"/>
                  </a:lnTo>
                  <a:lnTo>
                    <a:pt x="88941" y="109950"/>
                  </a:lnTo>
                  <a:lnTo>
                    <a:pt x="88795" y="110202"/>
                  </a:lnTo>
                  <a:lnTo>
                    <a:pt x="88699" y="110367"/>
                  </a:lnTo>
                  <a:lnTo>
                    <a:pt x="88554" y="110617"/>
                  </a:lnTo>
                  <a:lnTo>
                    <a:pt x="88343" y="110981"/>
                  </a:lnTo>
                  <a:lnTo>
                    <a:pt x="88261" y="111122"/>
                  </a:lnTo>
                  <a:lnTo>
                    <a:pt x="88041" y="111502"/>
                  </a:lnTo>
                  <a:lnTo>
                    <a:pt x="87798" y="11192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2076890" y="3518734"/>
              <a:ext cx="89382" cy="83310"/>
            </a:xfrm>
            <a:custGeom>
              <a:avLst/>
              <a:pathLst>
                <a:path w="89382" h="83310">
                  <a:moveTo>
                    <a:pt x="86774" y="58505"/>
                  </a:moveTo>
                  <a:lnTo>
                    <a:pt x="87436" y="59830"/>
                  </a:lnTo>
                  <a:lnTo>
                    <a:pt x="87564" y="59825"/>
                  </a:lnTo>
                  <a:lnTo>
                    <a:pt x="87646" y="60631"/>
                  </a:lnTo>
                  <a:lnTo>
                    <a:pt x="87747" y="61606"/>
                  </a:lnTo>
                  <a:lnTo>
                    <a:pt x="87851" y="62620"/>
                  </a:lnTo>
                  <a:lnTo>
                    <a:pt x="87884" y="63002"/>
                  </a:lnTo>
                  <a:lnTo>
                    <a:pt x="87959" y="63872"/>
                  </a:lnTo>
                  <a:lnTo>
                    <a:pt x="88077" y="65239"/>
                  </a:lnTo>
                  <a:lnTo>
                    <a:pt x="88190" y="66561"/>
                  </a:lnTo>
                  <a:lnTo>
                    <a:pt x="88265" y="67424"/>
                  </a:lnTo>
                  <a:lnTo>
                    <a:pt x="88372" y="68667"/>
                  </a:lnTo>
                  <a:lnTo>
                    <a:pt x="88431" y="69357"/>
                  </a:lnTo>
                  <a:lnTo>
                    <a:pt x="88488" y="70016"/>
                  </a:lnTo>
                  <a:lnTo>
                    <a:pt x="88509" y="70255"/>
                  </a:lnTo>
                  <a:lnTo>
                    <a:pt x="88534" y="70560"/>
                  </a:lnTo>
                  <a:lnTo>
                    <a:pt x="88588" y="71253"/>
                  </a:lnTo>
                  <a:lnTo>
                    <a:pt x="88676" y="72399"/>
                  </a:lnTo>
                  <a:lnTo>
                    <a:pt x="88724" y="73011"/>
                  </a:lnTo>
                  <a:lnTo>
                    <a:pt x="88748" y="73325"/>
                  </a:lnTo>
                  <a:lnTo>
                    <a:pt x="88821" y="74279"/>
                  </a:lnTo>
                  <a:lnTo>
                    <a:pt x="88956" y="76027"/>
                  </a:lnTo>
                  <a:lnTo>
                    <a:pt x="88978" y="76312"/>
                  </a:lnTo>
                  <a:lnTo>
                    <a:pt x="89114" y="78078"/>
                  </a:lnTo>
                  <a:lnTo>
                    <a:pt x="89212" y="79350"/>
                  </a:lnTo>
                  <a:lnTo>
                    <a:pt x="89239" y="79694"/>
                  </a:lnTo>
                  <a:lnTo>
                    <a:pt x="89252" y="79857"/>
                  </a:lnTo>
                  <a:lnTo>
                    <a:pt x="89333" y="80756"/>
                  </a:lnTo>
                  <a:lnTo>
                    <a:pt x="89382" y="81295"/>
                  </a:lnTo>
                  <a:lnTo>
                    <a:pt x="83731" y="81491"/>
                  </a:lnTo>
                  <a:lnTo>
                    <a:pt x="80772" y="81732"/>
                  </a:lnTo>
                  <a:lnTo>
                    <a:pt x="77989" y="81959"/>
                  </a:lnTo>
                  <a:lnTo>
                    <a:pt x="75950" y="82149"/>
                  </a:lnTo>
                  <a:lnTo>
                    <a:pt x="74366" y="82299"/>
                  </a:lnTo>
                  <a:lnTo>
                    <a:pt x="73468" y="82384"/>
                  </a:lnTo>
                  <a:lnTo>
                    <a:pt x="73311" y="82399"/>
                  </a:lnTo>
                  <a:lnTo>
                    <a:pt x="71396" y="82580"/>
                  </a:lnTo>
                  <a:lnTo>
                    <a:pt x="70405" y="82674"/>
                  </a:lnTo>
                  <a:lnTo>
                    <a:pt x="68523" y="82812"/>
                  </a:lnTo>
                  <a:lnTo>
                    <a:pt x="68180" y="82837"/>
                  </a:lnTo>
                  <a:lnTo>
                    <a:pt x="67828" y="82862"/>
                  </a:lnTo>
                  <a:lnTo>
                    <a:pt x="65648" y="83019"/>
                  </a:lnTo>
                  <a:lnTo>
                    <a:pt x="61616" y="83310"/>
                  </a:lnTo>
                  <a:lnTo>
                    <a:pt x="60235" y="83310"/>
                  </a:lnTo>
                  <a:lnTo>
                    <a:pt x="58232" y="81468"/>
                  </a:lnTo>
                  <a:lnTo>
                    <a:pt x="57667" y="81408"/>
                  </a:lnTo>
                  <a:lnTo>
                    <a:pt x="54588" y="81083"/>
                  </a:lnTo>
                  <a:lnTo>
                    <a:pt x="51790" y="80787"/>
                  </a:lnTo>
                  <a:lnTo>
                    <a:pt x="48160" y="80403"/>
                  </a:lnTo>
                  <a:lnTo>
                    <a:pt x="48019" y="80385"/>
                  </a:lnTo>
                  <a:lnTo>
                    <a:pt x="44838" y="79980"/>
                  </a:lnTo>
                  <a:lnTo>
                    <a:pt x="40714" y="79456"/>
                  </a:lnTo>
                  <a:lnTo>
                    <a:pt x="37132" y="79002"/>
                  </a:lnTo>
                  <a:lnTo>
                    <a:pt x="36526" y="78936"/>
                  </a:lnTo>
                  <a:lnTo>
                    <a:pt x="34599" y="78725"/>
                  </a:lnTo>
                  <a:lnTo>
                    <a:pt x="31957" y="78436"/>
                  </a:lnTo>
                  <a:lnTo>
                    <a:pt x="27748" y="77971"/>
                  </a:lnTo>
                  <a:lnTo>
                    <a:pt x="27039" y="77863"/>
                  </a:lnTo>
                  <a:lnTo>
                    <a:pt x="26059" y="77714"/>
                  </a:lnTo>
                  <a:lnTo>
                    <a:pt x="25465" y="77624"/>
                  </a:lnTo>
                  <a:lnTo>
                    <a:pt x="23455" y="77318"/>
                  </a:lnTo>
                  <a:lnTo>
                    <a:pt x="22965" y="77229"/>
                  </a:lnTo>
                  <a:lnTo>
                    <a:pt x="21868" y="76940"/>
                  </a:lnTo>
                  <a:lnTo>
                    <a:pt x="21245" y="76775"/>
                  </a:lnTo>
                  <a:lnTo>
                    <a:pt x="19959" y="76436"/>
                  </a:lnTo>
                  <a:lnTo>
                    <a:pt x="18530" y="76059"/>
                  </a:lnTo>
                  <a:lnTo>
                    <a:pt x="17152" y="75695"/>
                  </a:lnTo>
                  <a:lnTo>
                    <a:pt x="15696" y="75311"/>
                  </a:lnTo>
                  <a:lnTo>
                    <a:pt x="13962" y="74853"/>
                  </a:lnTo>
                  <a:lnTo>
                    <a:pt x="12166" y="74379"/>
                  </a:lnTo>
                  <a:lnTo>
                    <a:pt x="11676" y="74212"/>
                  </a:lnTo>
                  <a:lnTo>
                    <a:pt x="11031" y="73992"/>
                  </a:lnTo>
                  <a:lnTo>
                    <a:pt x="8087" y="72989"/>
                  </a:lnTo>
                  <a:lnTo>
                    <a:pt x="7139" y="72666"/>
                  </a:lnTo>
                  <a:lnTo>
                    <a:pt x="6145" y="72327"/>
                  </a:lnTo>
                  <a:lnTo>
                    <a:pt x="3642" y="71474"/>
                  </a:lnTo>
                  <a:lnTo>
                    <a:pt x="4149" y="70632"/>
                  </a:lnTo>
                  <a:lnTo>
                    <a:pt x="4263" y="70444"/>
                  </a:lnTo>
                  <a:lnTo>
                    <a:pt x="6333" y="67007"/>
                  </a:lnTo>
                  <a:lnTo>
                    <a:pt x="6904" y="66058"/>
                  </a:lnTo>
                  <a:lnTo>
                    <a:pt x="6981" y="65915"/>
                  </a:lnTo>
                  <a:lnTo>
                    <a:pt x="7744" y="64495"/>
                  </a:lnTo>
                  <a:lnTo>
                    <a:pt x="9631" y="60977"/>
                  </a:lnTo>
                  <a:lnTo>
                    <a:pt x="10884" y="58642"/>
                  </a:lnTo>
                  <a:lnTo>
                    <a:pt x="12984" y="55272"/>
                  </a:lnTo>
                  <a:lnTo>
                    <a:pt x="13697" y="53953"/>
                  </a:lnTo>
                  <a:lnTo>
                    <a:pt x="13973" y="53443"/>
                  </a:lnTo>
                  <a:lnTo>
                    <a:pt x="15062" y="51370"/>
                  </a:lnTo>
                  <a:lnTo>
                    <a:pt x="15725" y="50108"/>
                  </a:lnTo>
                  <a:lnTo>
                    <a:pt x="16662" y="48324"/>
                  </a:lnTo>
                  <a:lnTo>
                    <a:pt x="17206" y="47292"/>
                  </a:lnTo>
                  <a:lnTo>
                    <a:pt x="19464" y="43016"/>
                  </a:lnTo>
                  <a:lnTo>
                    <a:pt x="17912" y="41908"/>
                  </a:lnTo>
                  <a:lnTo>
                    <a:pt x="17299" y="41491"/>
                  </a:lnTo>
                  <a:lnTo>
                    <a:pt x="16246" y="39979"/>
                  </a:lnTo>
                  <a:lnTo>
                    <a:pt x="13540" y="36041"/>
                  </a:lnTo>
                  <a:lnTo>
                    <a:pt x="13362" y="35779"/>
                  </a:lnTo>
                  <a:lnTo>
                    <a:pt x="13221" y="35573"/>
                  </a:lnTo>
                  <a:lnTo>
                    <a:pt x="12969" y="35204"/>
                  </a:lnTo>
                  <a:lnTo>
                    <a:pt x="11594" y="33190"/>
                  </a:lnTo>
                  <a:lnTo>
                    <a:pt x="11337" y="32814"/>
                  </a:lnTo>
                  <a:lnTo>
                    <a:pt x="10404" y="31451"/>
                  </a:lnTo>
                  <a:lnTo>
                    <a:pt x="10020" y="30901"/>
                  </a:lnTo>
                  <a:lnTo>
                    <a:pt x="7479" y="27267"/>
                  </a:lnTo>
                  <a:lnTo>
                    <a:pt x="7196" y="26859"/>
                  </a:lnTo>
                  <a:lnTo>
                    <a:pt x="4379" y="22803"/>
                  </a:lnTo>
                  <a:lnTo>
                    <a:pt x="4263" y="22640"/>
                  </a:lnTo>
                  <a:lnTo>
                    <a:pt x="4121" y="22439"/>
                  </a:lnTo>
                  <a:lnTo>
                    <a:pt x="0" y="16627"/>
                  </a:lnTo>
                  <a:lnTo>
                    <a:pt x="928" y="16036"/>
                  </a:lnTo>
                  <a:lnTo>
                    <a:pt x="2290" y="15096"/>
                  </a:lnTo>
                  <a:lnTo>
                    <a:pt x="2449" y="14987"/>
                  </a:lnTo>
                  <a:lnTo>
                    <a:pt x="3702" y="14122"/>
                  </a:lnTo>
                  <a:lnTo>
                    <a:pt x="5792" y="12680"/>
                  </a:lnTo>
                  <a:lnTo>
                    <a:pt x="7299" y="11640"/>
                  </a:lnTo>
                  <a:lnTo>
                    <a:pt x="8234" y="10995"/>
                  </a:lnTo>
                  <a:lnTo>
                    <a:pt x="9294" y="10268"/>
                  </a:lnTo>
                  <a:lnTo>
                    <a:pt x="9477" y="10143"/>
                  </a:lnTo>
                  <a:lnTo>
                    <a:pt x="10144" y="9686"/>
                  </a:lnTo>
                  <a:lnTo>
                    <a:pt x="13712" y="7241"/>
                  </a:lnTo>
                  <a:lnTo>
                    <a:pt x="14259" y="6866"/>
                  </a:lnTo>
                  <a:lnTo>
                    <a:pt x="16179" y="5550"/>
                  </a:lnTo>
                  <a:lnTo>
                    <a:pt x="17552" y="4610"/>
                  </a:lnTo>
                  <a:lnTo>
                    <a:pt x="18250" y="4131"/>
                  </a:lnTo>
                  <a:lnTo>
                    <a:pt x="20349" y="2693"/>
                  </a:lnTo>
                  <a:lnTo>
                    <a:pt x="21016" y="2236"/>
                  </a:lnTo>
                  <a:lnTo>
                    <a:pt x="21733" y="1689"/>
                  </a:lnTo>
                  <a:lnTo>
                    <a:pt x="22354" y="1214"/>
                  </a:lnTo>
                  <a:lnTo>
                    <a:pt x="23639" y="233"/>
                  </a:lnTo>
                  <a:lnTo>
                    <a:pt x="23945" y="0"/>
                  </a:lnTo>
                  <a:lnTo>
                    <a:pt x="29770" y="5503"/>
                  </a:lnTo>
                  <a:lnTo>
                    <a:pt x="30427" y="6095"/>
                  </a:lnTo>
                  <a:lnTo>
                    <a:pt x="30637" y="6286"/>
                  </a:lnTo>
                  <a:lnTo>
                    <a:pt x="32292" y="7798"/>
                  </a:lnTo>
                  <a:lnTo>
                    <a:pt x="32970" y="8418"/>
                  </a:lnTo>
                  <a:lnTo>
                    <a:pt x="33472" y="8879"/>
                  </a:lnTo>
                  <a:lnTo>
                    <a:pt x="34688" y="9993"/>
                  </a:lnTo>
                  <a:lnTo>
                    <a:pt x="35054" y="10328"/>
                  </a:lnTo>
                  <a:lnTo>
                    <a:pt x="35974" y="11172"/>
                  </a:lnTo>
                  <a:lnTo>
                    <a:pt x="37438" y="12514"/>
                  </a:lnTo>
                  <a:lnTo>
                    <a:pt x="38237" y="13247"/>
                  </a:lnTo>
                  <a:lnTo>
                    <a:pt x="38756" y="13722"/>
                  </a:lnTo>
                  <a:lnTo>
                    <a:pt x="39966" y="14810"/>
                  </a:lnTo>
                  <a:lnTo>
                    <a:pt x="41111" y="15839"/>
                  </a:lnTo>
                  <a:lnTo>
                    <a:pt x="41364" y="16067"/>
                  </a:lnTo>
                  <a:lnTo>
                    <a:pt x="42351" y="16952"/>
                  </a:lnTo>
                  <a:lnTo>
                    <a:pt x="43271" y="17777"/>
                  </a:lnTo>
                  <a:lnTo>
                    <a:pt x="44046" y="18483"/>
                  </a:lnTo>
                  <a:lnTo>
                    <a:pt x="44245" y="18664"/>
                  </a:lnTo>
                  <a:lnTo>
                    <a:pt x="45074" y="19419"/>
                  </a:lnTo>
                  <a:lnTo>
                    <a:pt x="46411" y="20637"/>
                  </a:lnTo>
                  <a:lnTo>
                    <a:pt x="47795" y="21897"/>
                  </a:lnTo>
                  <a:lnTo>
                    <a:pt x="48722" y="22742"/>
                  </a:lnTo>
                  <a:lnTo>
                    <a:pt x="50394" y="24264"/>
                  </a:lnTo>
                  <a:lnTo>
                    <a:pt x="51148" y="24981"/>
                  </a:lnTo>
                  <a:lnTo>
                    <a:pt x="51709" y="25513"/>
                  </a:lnTo>
                  <a:lnTo>
                    <a:pt x="53243" y="26872"/>
                  </a:lnTo>
                  <a:lnTo>
                    <a:pt x="53521" y="27125"/>
                  </a:lnTo>
                  <a:lnTo>
                    <a:pt x="54135" y="27684"/>
                  </a:lnTo>
                  <a:lnTo>
                    <a:pt x="55825" y="29222"/>
                  </a:lnTo>
                  <a:lnTo>
                    <a:pt x="56196" y="29560"/>
                  </a:lnTo>
                  <a:lnTo>
                    <a:pt x="56856" y="30161"/>
                  </a:lnTo>
                  <a:lnTo>
                    <a:pt x="58272" y="31450"/>
                  </a:lnTo>
                  <a:lnTo>
                    <a:pt x="58853" y="31980"/>
                  </a:lnTo>
                  <a:lnTo>
                    <a:pt x="59885" y="32918"/>
                  </a:lnTo>
                  <a:lnTo>
                    <a:pt x="61470" y="34361"/>
                  </a:lnTo>
                  <a:lnTo>
                    <a:pt x="62342" y="35156"/>
                  </a:lnTo>
                  <a:lnTo>
                    <a:pt x="62536" y="35333"/>
                  </a:lnTo>
                  <a:lnTo>
                    <a:pt x="63764" y="36450"/>
                  </a:lnTo>
                  <a:lnTo>
                    <a:pt x="64108" y="36765"/>
                  </a:lnTo>
                  <a:lnTo>
                    <a:pt x="65134" y="37699"/>
                  </a:lnTo>
                  <a:lnTo>
                    <a:pt x="65995" y="38484"/>
                  </a:lnTo>
                  <a:lnTo>
                    <a:pt x="67596" y="39943"/>
                  </a:lnTo>
                  <a:lnTo>
                    <a:pt x="69036" y="41256"/>
                  </a:lnTo>
                  <a:lnTo>
                    <a:pt x="70033" y="42164"/>
                  </a:lnTo>
                  <a:lnTo>
                    <a:pt x="71017" y="43061"/>
                  </a:lnTo>
                  <a:lnTo>
                    <a:pt x="71435" y="43442"/>
                  </a:lnTo>
                  <a:lnTo>
                    <a:pt x="72340" y="44264"/>
                  </a:lnTo>
                  <a:lnTo>
                    <a:pt x="72618" y="44516"/>
                  </a:lnTo>
                  <a:lnTo>
                    <a:pt x="73412" y="45243"/>
                  </a:lnTo>
                  <a:lnTo>
                    <a:pt x="73886" y="45678"/>
                  </a:lnTo>
                  <a:lnTo>
                    <a:pt x="74597" y="46330"/>
                  </a:lnTo>
                  <a:lnTo>
                    <a:pt x="76193" y="47792"/>
                  </a:lnTo>
                  <a:lnTo>
                    <a:pt x="77418" y="48916"/>
                  </a:lnTo>
                  <a:lnTo>
                    <a:pt x="78668" y="50061"/>
                  </a:lnTo>
                  <a:lnTo>
                    <a:pt x="78939" y="50308"/>
                  </a:lnTo>
                  <a:lnTo>
                    <a:pt x="79667" y="50969"/>
                  </a:lnTo>
                  <a:lnTo>
                    <a:pt x="80575" y="51793"/>
                  </a:lnTo>
                  <a:lnTo>
                    <a:pt x="82292" y="53337"/>
                  </a:lnTo>
                  <a:lnTo>
                    <a:pt x="83402" y="54335"/>
                  </a:lnTo>
                  <a:lnTo>
                    <a:pt x="84250" y="55198"/>
                  </a:lnTo>
                  <a:lnTo>
                    <a:pt x="84642" y="55691"/>
                  </a:lnTo>
                  <a:lnTo>
                    <a:pt x="85655" y="56964"/>
                  </a:lnTo>
                  <a:lnTo>
                    <a:pt x="86465" y="57982"/>
                  </a:lnTo>
                  <a:lnTo>
                    <a:pt x="86593" y="58142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2099642" y="3596359"/>
              <a:ext cx="74281" cy="98676"/>
            </a:xfrm>
            <a:custGeom>
              <a:avLst/>
              <a:pathLst>
                <a:path w="74281" h="98676">
                  <a:moveTo>
                    <a:pt x="35480" y="3844"/>
                  </a:moveTo>
                  <a:lnTo>
                    <a:pt x="37500" y="5686"/>
                  </a:lnTo>
                  <a:lnTo>
                    <a:pt x="38864" y="5686"/>
                  </a:lnTo>
                  <a:lnTo>
                    <a:pt x="42896" y="5395"/>
                  </a:lnTo>
                  <a:lnTo>
                    <a:pt x="45076" y="5238"/>
                  </a:lnTo>
                  <a:lnTo>
                    <a:pt x="45428" y="5212"/>
                  </a:lnTo>
                  <a:lnTo>
                    <a:pt x="45856" y="5182"/>
                  </a:lnTo>
                  <a:lnTo>
                    <a:pt x="47653" y="5050"/>
                  </a:lnTo>
                  <a:lnTo>
                    <a:pt x="48644" y="4956"/>
                  </a:lnTo>
                  <a:lnTo>
                    <a:pt x="50559" y="4774"/>
                  </a:lnTo>
                  <a:lnTo>
                    <a:pt x="50716" y="4760"/>
                  </a:lnTo>
                  <a:lnTo>
                    <a:pt x="51614" y="4674"/>
                  </a:lnTo>
                  <a:lnTo>
                    <a:pt x="53198" y="4524"/>
                  </a:lnTo>
                  <a:lnTo>
                    <a:pt x="55324" y="4327"/>
                  </a:lnTo>
                  <a:lnTo>
                    <a:pt x="58020" y="4108"/>
                  </a:lnTo>
                  <a:lnTo>
                    <a:pt x="60979" y="3867"/>
                  </a:lnTo>
                  <a:lnTo>
                    <a:pt x="66630" y="3670"/>
                  </a:lnTo>
                  <a:lnTo>
                    <a:pt x="66725" y="4716"/>
                  </a:lnTo>
                  <a:lnTo>
                    <a:pt x="66743" y="4919"/>
                  </a:lnTo>
                  <a:lnTo>
                    <a:pt x="66776" y="5318"/>
                  </a:lnTo>
                  <a:lnTo>
                    <a:pt x="66856" y="6296"/>
                  </a:lnTo>
                  <a:lnTo>
                    <a:pt x="66970" y="7673"/>
                  </a:lnTo>
                  <a:lnTo>
                    <a:pt x="67051" y="8663"/>
                  </a:lnTo>
                  <a:lnTo>
                    <a:pt x="67159" y="9982"/>
                  </a:lnTo>
                  <a:lnTo>
                    <a:pt x="67208" y="10567"/>
                  </a:lnTo>
                  <a:lnTo>
                    <a:pt x="67255" y="11136"/>
                  </a:lnTo>
                  <a:lnTo>
                    <a:pt x="67443" y="13408"/>
                  </a:lnTo>
                  <a:lnTo>
                    <a:pt x="67474" y="13780"/>
                  </a:lnTo>
                  <a:lnTo>
                    <a:pt x="67664" y="16053"/>
                  </a:lnTo>
                  <a:lnTo>
                    <a:pt x="67737" y="16923"/>
                  </a:lnTo>
                  <a:lnTo>
                    <a:pt x="67853" y="18300"/>
                  </a:lnTo>
                  <a:lnTo>
                    <a:pt x="67949" y="19442"/>
                  </a:lnTo>
                  <a:lnTo>
                    <a:pt x="68014" y="20217"/>
                  </a:lnTo>
                  <a:lnTo>
                    <a:pt x="68099" y="21269"/>
                  </a:lnTo>
                  <a:lnTo>
                    <a:pt x="68131" y="21671"/>
                  </a:lnTo>
                  <a:lnTo>
                    <a:pt x="68315" y="23956"/>
                  </a:lnTo>
                  <a:lnTo>
                    <a:pt x="68365" y="24579"/>
                  </a:lnTo>
                  <a:lnTo>
                    <a:pt x="68382" y="24800"/>
                  </a:lnTo>
                  <a:lnTo>
                    <a:pt x="68536" y="26749"/>
                  </a:lnTo>
                  <a:lnTo>
                    <a:pt x="68584" y="27362"/>
                  </a:lnTo>
                  <a:lnTo>
                    <a:pt x="68608" y="27665"/>
                  </a:lnTo>
                  <a:lnTo>
                    <a:pt x="68726" y="29130"/>
                  </a:lnTo>
                  <a:lnTo>
                    <a:pt x="68737" y="29269"/>
                  </a:lnTo>
                  <a:lnTo>
                    <a:pt x="68814" y="30229"/>
                  </a:lnTo>
                  <a:lnTo>
                    <a:pt x="68893" y="31212"/>
                  </a:lnTo>
                  <a:lnTo>
                    <a:pt x="68936" y="31747"/>
                  </a:lnTo>
                  <a:lnTo>
                    <a:pt x="68957" y="32009"/>
                  </a:lnTo>
                  <a:lnTo>
                    <a:pt x="69000" y="32535"/>
                  </a:lnTo>
                  <a:lnTo>
                    <a:pt x="69025" y="32870"/>
                  </a:lnTo>
                  <a:lnTo>
                    <a:pt x="69142" y="34487"/>
                  </a:lnTo>
                  <a:lnTo>
                    <a:pt x="69201" y="35308"/>
                  </a:lnTo>
                  <a:lnTo>
                    <a:pt x="69220" y="35559"/>
                  </a:lnTo>
                  <a:lnTo>
                    <a:pt x="69388" y="37328"/>
                  </a:lnTo>
                  <a:lnTo>
                    <a:pt x="69458" y="38063"/>
                  </a:lnTo>
                  <a:lnTo>
                    <a:pt x="69543" y="38957"/>
                  </a:lnTo>
                  <a:lnTo>
                    <a:pt x="69570" y="39241"/>
                  </a:lnTo>
                  <a:lnTo>
                    <a:pt x="69658" y="40398"/>
                  </a:lnTo>
                  <a:lnTo>
                    <a:pt x="69687" y="40777"/>
                  </a:lnTo>
                  <a:lnTo>
                    <a:pt x="69726" y="41288"/>
                  </a:lnTo>
                  <a:lnTo>
                    <a:pt x="69746" y="41543"/>
                  </a:lnTo>
                  <a:lnTo>
                    <a:pt x="69886" y="43339"/>
                  </a:lnTo>
                  <a:lnTo>
                    <a:pt x="69914" y="43693"/>
                  </a:lnTo>
                  <a:lnTo>
                    <a:pt x="69926" y="43838"/>
                  </a:lnTo>
                  <a:lnTo>
                    <a:pt x="69986" y="44609"/>
                  </a:lnTo>
                  <a:lnTo>
                    <a:pt x="70025" y="45102"/>
                  </a:lnTo>
                  <a:lnTo>
                    <a:pt x="70055" y="45492"/>
                  </a:lnTo>
                  <a:lnTo>
                    <a:pt x="70081" y="45818"/>
                  </a:lnTo>
                  <a:lnTo>
                    <a:pt x="70106" y="46146"/>
                  </a:lnTo>
                  <a:lnTo>
                    <a:pt x="70118" y="46296"/>
                  </a:lnTo>
                  <a:lnTo>
                    <a:pt x="70136" y="46529"/>
                  </a:lnTo>
                  <a:lnTo>
                    <a:pt x="70165" y="46892"/>
                  </a:lnTo>
                  <a:lnTo>
                    <a:pt x="70184" y="47133"/>
                  </a:lnTo>
                  <a:lnTo>
                    <a:pt x="70219" y="47576"/>
                  </a:lnTo>
                  <a:lnTo>
                    <a:pt x="70265" y="48164"/>
                  </a:lnTo>
                  <a:lnTo>
                    <a:pt x="70301" y="48630"/>
                  </a:lnTo>
                  <a:lnTo>
                    <a:pt x="70311" y="48761"/>
                  </a:lnTo>
                  <a:lnTo>
                    <a:pt x="70342" y="49147"/>
                  </a:lnTo>
                  <a:lnTo>
                    <a:pt x="70381" y="49652"/>
                  </a:lnTo>
                  <a:lnTo>
                    <a:pt x="70433" y="50447"/>
                  </a:lnTo>
                  <a:lnTo>
                    <a:pt x="70484" y="51049"/>
                  </a:lnTo>
                  <a:lnTo>
                    <a:pt x="70552" y="51840"/>
                  </a:lnTo>
                  <a:lnTo>
                    <a:pt x="70581" y="52183"/>
                  </a:lnTo>
                  <a:lnTo>
                    <a:pt x="70675" y="53287"/>
                  </a:lnTo>
                  <a:lnTo>
                    <a:pt x="70703" y="53619"/>
                  </a:lnTo>
                  <a:lnTo>
                    <a:pt x="70754" y="54211"/>
                  </a:lnTo>
                  <a:lnTo>
                    <a:pt x="70820" y="54956"/>
                  </a:lnTo>
                  <a:lnTo>
                    <a:pt x="70878" y="55483"/>
                  </a:lnTo>
                  <a:lnTo>
                    <a:pt x="70907" y="55745"/>
                  </a:lnTo>
                  <a:lnTo>
                    <a:pt x="70951" y="56469"/>
                  </a:lnTo>
                  <a:lnTo>
                    <a:pt x="71032" y="57474"/>
                  </a:lnTo>
                  <a:lnTo>
                    <a:pt x="71064" y="57874"/>
                  </a:lnTo>
                  <a:lnTo>
                    <a:pt x="71106" y="58399"/>
                  </a:lnTo>
                  <a:lnTo>
                    <a:pt x="71168" y="59166"/>
                  </a:lnTo>
                  <a:lnTo>
                    <a:pt x="71317" y="61018"/>
                  </a:lnTo>
                  <a:lnTo>
                    <a:pt x="71413" y="62216"/>
                  </a:lnTo>
                  <a:lnTo>
                    <a:pt x="71455" y="62737"/>
                  </a:lnTo>
                  <a:lnTo>
                    <a:pt x="71588" y="64379"/>
                  </a:lnTo>
                  <a:lnTo>
                    <a:pt x="71652" y="65170"/>
                  </a:lnTo>
                  <a:lnTo>
                    <a:pt x="71759" y="66540"/>
                  </a:lnTo>
                  <a:lnTo>
                    <a:pt x="71810" y="67187"/>
                  </a:lnTo>
                  <a:lnTo>
                    <a:pt x="71938" y="68827"/>
                  </a:lnTo>
                  <a:lnTo>
                    <a:pt x="72003" y="69663"/>
                  </a:lnTo>
                  <a:lnTo>
                    <a:pt x="72082" y="70559"/>
                  </a:lnTo>
                  <a:lnTo>
                    <a:pt x="72157" y="71416"/>
                  </a:lnTo>
                  <a:lnTo>
                    <a:pt x="72354" y="74047"/>
                  </a:lnTo>
                  <a:lnTo>
                    <a:pt x="72538" y="76134"/>
                  </a:lnTo>
                  <a:lnTo>
                    <a:pt x="72551" y="76282"/>
                  </a:lnTo>
                  <a:lnTo>
                    <a:pt x="72774" y="78859"/>
                  </a:lnTo>
                  <a:lnTo>
                    <a:pt x="72792" y="79066"/>
                  </a:lnTo>
                  <a:lnTo>
                    <a:pt x="73033" y="82288"/>
                  </a:lnTo>
                  <a:lnTo>
                    <a:pt x="73097" y="83068"/>
                  </a:lnTo>
                  <a:lnTo>
                    <a:pt x="73209" y="84435"/>
                  </a:lnTo>
                  <a:lnTo>
                    <a:pt x="73255" y="84946"/>
                  </a:lnTo>
                  <a:lnTo>
                    <a:pt x="73340" y="85882"/>
                  </a:lnTo>
                  <a:lnTo>
                    <a:pt x="73636" y="89284"/>
                  </a:lnTo>
                  <a:lnTo>
                    <a:pt x="73834" y="91573"/>
                  </a:lnTo>
                  <a:lnTo>
                    <a:pt x="73917" y="92526"/>
                  </a:lnTo>
                  <a:lnTo>
                    <a:pt x="74006" y="93548"/>
                  </a:lnTo>
                  <a:lnTo>
                    <a:pt x="74114" y="94795"/>
                  </a:lnTo>
                  <a:lnTo>
                    <a:pt x="74188" y="95641"/>
                  </a:lnTo>
                  <a:lnTo>
                    <a:pt x="74223" y="96949"/>
                  </a:lnTo>
                  <a:lnTo>
                    <a:pt x="74253" y="97366"/>
                  </a:lnTo>
                  <a:lnTo>
                    <a:pt x="74281" y="97757"/>
                  </a:lnTo>
                  <a:lnTo>
                    <a:pt x="74053" y="97774"/>
                  </a:lnTo>
                  <a:lnTo>
                    <a:pt x="67662" y="98247"/>
                  </a:lnTo>
                  <a:lnTo>
                    <a:pt x="67067" y="98291"/>
                  </a:lnTo>
                  <a:lnTo>
                    <a:pt x="61870" y="98676"/>
                  </a:lnTo>
                  <a:lnTo>
                    <a:pt x="61354" y="98665"/>
                  </a:lnTo>
                  <a:lnTo>
                    <a:pt x="60290" y="98643"/>
                  </a:lnTo>
                  <a:lnTo>
                    <a:pt x="57491" y="98586"/>
                  </a:lnTo>
                  <a:lnTo>
                    <a:pt x="56880" y="98573"/>
                  </a:lnTo>
                  <a:lnTo>
                    <a:pt x="53560" y="98505"/>
                  </a:lnTo>
                  <a:lnTo>
                    <a:pt x="51088" y="97262"/>
                  </a:lnTo>
                  <a:lnTo>
                    <a:pt x="48746" y="96085"/>
                  </a:lnTo>
                  <a:lnTo>
                    <a:pt x="48428" y="95924"/>
                  </a:lnTo>
                  <a:lnTo>
                    <a:pt x="46760" y="95086"/>
                  </a:lnTo>
                  <a:lnTo>
                    <a:pt x="45913" y="94660"/>
                  </a:lnTo>
                  <a:lnTo>
                    <a:pt x="44776" y="92862"/>
                  </a:lnTo>
                  <a:lnTo>
                    <a:pt x="43734" y="91214"/>
                  </a:lnTo>
                  <a:lnTo>
                    <a:pt x="42507" y="89273"/>
                  </a:lnTo>
                  <a:lnTo>
                    <a:pt x="42152" y="88710"/>
                  </a:lnTo>
                  <a:lnTo>
                    <a:pt x="41694" y="87986"/>
                  </a:lnTo>
                  <a:lnTo>
                    <a:pt x="41372" y="87478"/>
                  </a:lnTo>
                  <a:lnTo>
                    <a:pt x="41213" y="87226"/>
                  </a:lnTo>
                  <a:lnTo>
                    <a:pt x="40983" y="86864"/>
                  </a:lnTo>
                  <a:lnTo>
                    <a:pt x="40143" y="85542"/>
                  </a:lnTo>
                  <a:lnTo>
                    <a:pt x="38322" y="82679"/>
                  </a:lnTo>
                  <a:lnTo>
                    <a:pt x="37923" y="82051"/>
                  </a:lnTo>
                  <a:lnTo>
                    <a:pt x="37516" y="81410"/>
                  </a:lnTo>
                  <a:lnTo>
                    <a:pt x="36962" y="80540"/>
                  </a:lnTo>
                  <a:lnTo>
                    <a:pt x="34853" y="77354"/>
                  </a:lnTo>
                  <a:lnTo>
                    <a:pt x="34712" y="77141"/>
                  </a:lnTo>
                  <a:lnTo>
                    <a:pt x="33865" y="75862"/>
                  </a:lnTo>
                  <a:lnTo>
                    <a:pt x="32428" y="74004"/>
                  </a:lnTo>
                  <a:lnTo>
                    <a:pt x="32204" y="73714"/>
                  </a:lnTo>
                  <a:lnTo>
                    <a:pt x="30383" y="71361"/>
                  </a:lnTo>
                  <a:lnTo>
                    <a:pt x="30018" y="70889"/>
                  </a:lnTo>
                  <a:lnTo>
                    <a:pt x="29849" y="70671"/>
                  </a:lnTo>
                  <a:lnTo>
                    <a:pt x="28705" y="69454"/>
                  </a:lnTo>
                  <a:lnTo>
                    <a:pt x="27288" y="67947"/>
                  </a:lnTo>
                  <a:lnTo>
                    <a:pt x="27157" y="67808"/>
                  </a:lnTo>
                  <a:lnTo>
                    <a:pt x="27780" y="67212"/>
                  </a:lnTo>
                  <a:lnTo>
                    <a:pt x="28499" y="66518"/>
                  </a:lnTo>
                  <a:lnTo>
                    <a:pt x="28594" y="66376"/>
                  </a:lnTo>
                  <a:lnTo>
                    <a:pt x="28744" y="66152"/>
                  </a:lnTo>
                  <a:lnTo>
                    <a:pt x="28835" y="66017"/>
                  </a:lnTo>
                  <a:lnTo>
                    <a:pt x="28963" y="65826"/>
                  </a:lnTo>
                  <a:lnTo>
                    <a:pt x="29141" y="65561"/>
                  </a:lnTo>
                  <a:lnTo>
                    <a:pt x="29249" y="65399"/>
                  </a:lnTo>
                  <a:lnTo>
                    <a:pt x="29635" y="64778"/>
                  </a:lnTo>
                  <a:lnTo>
                    <a:pt x="30341" y="63023"/>
                  </a:lnTo>
                  <a:lnTo>
                    <a:pt x="30426" y="62811"/>
                  </a:lnTo>
                  <a:lnTo>
                    <a:pt x="30809" y="61860"/>
                  </a:lnTo>
                  <a:lnTo>
                    <a:pt x="30943" y="61527"/>
                  </a:lnTo>
                  <a:lnTo>
                    <a:pt x="25924" y="60511"/>
                  </a:lnTo>
                  <a:lnTo>
                    <a:pt x="18054" y="58470"/>
                  </a:lnTo>
                  <a:lnTo>
                    <a:pt x="17447" y="58277"/>
                  </a:lnTo>
                  <a:lnTo>
                    <a:pt x="14014" y="57189"/>
                  </a:lnTo>
                  <a:lnTo>
                    <a:pt x="10670" y="56089"/>
                  </a:lnTo>
                  <a:lnTo>
                    <a:pt x="8106" y="55029"/>
                  </a:lnTo>
                  <a:lnTo>
                    <a:pt x="5454" y="53931"/>
                  </a:lnTo>
                  <a:lnTo>
                    <a:pt x="4541" y="53554"/>
                  </a:lnTo>
                  <a:lnTo>
                    <a:pt x="1209" y="52079"/>
                  </a:lnTo>
                  <a:lnTo>
                    <a:pt x="727" y="51866"/>
                  </a:lnTo>
                  <a:lnTo>
                    <a:pt x="0" y="51555"/>
                  </a:lnTo>
                  <a:lnTo>
                    <a:pt x="237" y="51146"/>
                  </a:lnTo>
                  <a:lnTo>
                    <a:pt x="460" y="50762"/>
                  </a:lnTo>
                  <a:lnTo>
                    <a:pt x="708" y="50335"/>
                  </a:lnTo>
                  <a:lnTo>
                    <a:pt x="829" y="50126"/>
                  </a:lnTo>
                  <a:lnTo>
                    <a:pt x="968" y="49886"/>
                  </a:lnTo>
                  <a:lnTo>
                    <a:pt x="1193" y="49498"/>
                  </a:lnTo>
                  <a:lnTo>
                    <a:pt x="1268" y="49370"/>
                  </a:lnTo>
                  <a:lnTo>
                    <a:pt x="1424" y="49101"/>
                  </a:lnTo>
                  <a:lnTo>
                    <a:pt x="1509" y="48954"/>
                  </a:lnTo>
                  <a:lnTo>
                    <a:pt x="1663" y="48688"/>
                  </a:lnTo>
                  <a:lnTo>
                    <a:pt x="1797" y="48457"/>
                  </a:lnTo>
                  <a:lnTo>
                    <a:pt x="1883" y="48309"/>
                  </a:lnTo>
                  <a:lnTo>
                    <a:pt x="2084" y="47963"/>
                  </a:lnTo>
                  <a:lnTo>
                    <a:pt x="2217" y="47734"/>
                  </a:lnTo>
                  <a:lnTo>
                    <a:pt x="2321" y="47555"/>
                  </a:lnTo>
                  <a:lnTo>
                    <a:pt x="2429" y="47368"/>
                  </a:lnTo>
                  <a:lnTo>
                    <a:pt x="2513" y="47224"/>
                  </a:lnTo>
                  <a:lnTo>
                    <a:pt x="2768" y="46785"/>
                  </a:lnTo>
                  <a:lnTo>
                    <a:pt x="3148" y="46130"/>
                  </a:lnTo>
                  <a:lnTo>
                    <a:pt x="3480" y="45557"/>
                  </a:lnTo>
                  <a:lnTo>
                    <a:pt x="3819" y="44974"/>
                  </a:lnTo>
                  <a:lnTo>
                    <a:pt x="4118" y="44459"/>
                  </a:lnTo>
                  <a:lnTo>
                    <a:pt x="4265" y="44204"/>
                  </a:lnTo>
                  <a:lnTo>
                    <a:pt x="4648" y="43545"/>
                  </a:lnTo>
                  <a:lnTo>
                    <a:pt x="4964" y="43000"/>
                  </a:lnTo>
                  <a:lnTo>
                    <a:pt x="5591" y="41920"/>
                  </a:lnTo>
                  <a:lnTo>
                    <a:pt x="5709" y="41716"/>
                  </a:lnTo>
                  <a:lnTo>
                    <a:pt x="5804" y="41552"/>
                  </a:lnTo>
                  <a:lnTo>
                    <a:pt x="6124" y="40955"/>
                  </a:lnTo>
                  <a:lnTo>
                    <a:pt x="6449" y="40349"/>
                  </a:lnTo>
                  <a:lnTo>
                    <a:pt x="6563" y="40135"/>
                  </a:lnTo>
                  <a:lnTo>
                    <a:pt x="6775" y="39740"/>
                  </a:lnTo>
                  <a:lnTo>
                    <a:pt x="6987" y="39344"/>
                  </a:lnTo>
                  <a:lnTo>
                    <a:pt x="7221" y="38907"/>
                  </a:lnTo>
                  <a:lnTo>
                    <a:pt x="7421" y="38534"/>
                  </a:lnTo>
                  <a:lnTo>
                    <a:pt x="7647" y="38110"/>
                  </a:lnTo>
                  <a:lnTo>
                    <a:pt x="8099" y="37248"/>
                  </a:lnTo>
                  <a:lnTo>
                    <a:pt x="5462" y="29839"/>
                  </a:lnTo>
                  <a:lnTo>
                    <a:pt x="4957" y="24644"/>
                  </a:lnTo>
                  <a:lnTo>
                    <a:pt x="3796" y="11954"/>
                  </a:lnTo>
                  <a:lnTo>
                    <a:pt x="3757" y="11522"/>
                  </a:lnTo>
                  <a:lnTo>
                    <a:pt x="2713" y="0"/>
                  </a:lnTo>
                  <a:lnTo>
                    <a:pt x="3307" y="90"/>
                  </a:lnTo>
                  <a:lnTo>
                    <a:pt x="4287" y="239"/>
                  </a:lnTo>
                  <a:lnTo>
                    <a:pt x="5114" y="365"/>
                  </a:lnTo>
                  <a:lnTo>
                    <a:pt x="9205" y="812"/>
                  </a:lnTo>
                  <a:lnTo>
                    <a:pt x="11872" y="1103"/>
                  </a:lnTo>
                  <a:lnTo>
                    <a:pt x="13774" y="1311"/>
                  </a:lnTo>
                  <a:lnTo>
                    <a:pt x="14492" y="1390"/>
                  </a:lnTo>
                  <a:lnTo>
                    <a:pt x="17962" y="1831"/>
                  </a:lnTo>
                  <a:lnTo>
                    <a:pt x="22086" y="2356"/>
                  </a:lnTo>
                  <a:lnTo>
                    <a:pt x="25267" y="2761"/>
                  </a:lnTo>
                  <a:lnTo>
                    <a:pt x="25408" y="2778"/>
                  </a:lnTo>
                  <a:lnTo>
                    <a:pt x="29038" y="3162"/>
                  </a:lnTo>
                  <a:lnTo>
                    <a:pt x="31836" y="3458"/>
                  </a:lnTo>
                  <a:lnTo>
                    <a:pt x="34915" y="3784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218474" y="2560555"/>
              <a:ext cx="199949" cy="181814"/>
            </a:xfrm>
            <a:custGeom>
              <a:avLst/>
              <a:pathLst>
                <a:path w="199949" h="181814">
                  <a:moveTo>
                    <a:pt x="24674" y="15146"/>
                  </a:moveTo>
                  <a:lnTo>
                    <a:pt x="33317" y="15854"/>
                  </a:lnTo>
                  <a:lnTo>
                    <a:pt x="37379" y="15618"/>
                  </a:lnTo>
                  <a:lnTo>
                    <a:pt x="41394" y="16138"/>
                  </a:lnTo>
                  <a:lnTo>
                    <a:pt x="44842" y="17791"/>
                  </a:lnTo>
                  <a:lnTo>
                    <a:pt x="47561" y="20816"/>
                  </a:lnTo>
                  <a:lnTo>
                    <a:pt x="48703" y="25679"/>
                  </a:lnTo>
                  <a:lnTo>
                    <a:pt x="48229" y="29094"/>
                  </a:lnTo>
                  <a:lnTo>
                    <a:pt x="48229" y="31097"/>
                  </a:lnTo>
                  <a:lnTo>
                    <a:pt x="48229" y="32699"/>
                  </a:lnTo>
                  <a:lnTo>
                    <a:pt x="49564" y="35369"/>
                  </a:lnTo>
                  <a:lnTo>
                    <a:pt x="51700" y="38440"/>
                  </a:lnTo>
                  <a:lnTo>
                    <a:pt x="53436" y="41644"/>
                  </a:lnTo>
                  <a:lnTo>
                    <a:pt x="54237" y="44047"/>
                  </a:lnTo>
                  <a:lnTo>
                    <a:pt x="55305" y="47385"/>
                  </a:lnTo>
                  <a:lnTo>
                    <a:pt x="56506" y="50188"/>
                  </a:lnTo>
                  <a:lnTo>
                    <a:pt x="57173" y="51922"/>
                  </a:lnTo>
                  <a:lnTo>
                    <a:pt x="57268" y="52169"/>
                  </a:lnTo>
                  <a:lnTo>
                    <a:pt x="59415" y="55199"/>
                  </a:lnTo>
                  <a:lnTo>
                    <a:pt x="61830" y="58346"/>
                  </a:lnTo>
                  <a:lnTo>
                    <a:pt x="64387" y="60903"/>
                  </a:lnTo>
                  <a:lnTo>
                    <a:pt x="66116" y="61976"/>
                  </a:lnTo>
                  <a:lnTo>
                    <a:pt x="68416" y="63103"/>
                  </a:lnTo>
                  <a:lnTo>
                    <a:pt x="69207" y="63870"/>
                  </a:lnTo>
                  <a:lnTo>
                    <a:pt x="70658" y="64741"/>
                  </a:lnTo>
                  <a:lnTo>
                    <a:pt x="75064" y="65942"/>
                  </a:lnTo>
                  <a:lnTo>
                    <a:pt x="79470" y="67812"/>
                  </a:lnTo>
                  <a:lnTo>
                    <a:pt x="83475" y="70882"/>
                  </a:lnTo>
                  <a:lnTo>
                    <a:pt x="84321" y="72949"/>
                  </a:lnTo>
                  <a:lnTo>
                    <a:pt x="85176" y="73569"/>
                  </a:lnTo>
                  <a:lnTo>
                    <a:pt x="85590" y="74902"/>
                  </a:lnTo>
                  <a:lnTo>
                    <a:pt x="85977" y="76148"/>
                  </a:lnTo>
                  <a:lnTo>
                    <a:pt x="86677" y="77654"/>
                  </a:lnTo>
                  <a:lnTo>
                    <a:pt x="89617" y="79827"/>
                  </a:lnTo>
                  <a:lnTo>
                    <a:pt x="92020" y="79694"/>
                  </a:lnTo>
                  <a:lnTo>
                    <a:pt x="94365" y="79570"/>
                  </a:lnTo>
                  <a:lnTo>
                    <a:pt x="95056" y="79204"/>
                  </a:lnTo>
                  <a:lnTo>
                    <a:pt x="95938" y="79177"/>
                  </a:lnTo>
                  <a:lnTo>
                    <a:pt x="96960" y="78893"/>
                  </a:lnTo>
                  <a:lnTo>
                    <a:pt x="99897" y="78626"/>
                  </a:lnTo>
                  <a:lnTo>
                    <a:pt x="104440" y="77997"/>
                  </a:lnTo>
                  <a:lnTo>
                    <a:pt x="125659" y="84042"/>
                  </a:lnTo>
                  <a:lnTo>
                    <a:pt x="125857" y="84098"/>
                  </a:lnTo>
                  <a:lnTo>
                    <a:pt x="126510" y="84284"/>
                  </a:lnTo>
                  <a:lnTo>
                    <a:pt x="128768" y="84718"/>
                  </a:lnTo>
                  <a:lnTo>
                    <a:pt x="129000" y="84993"/>
                  </a:lnTo>
                  <a:lnTo>
                    <a:pt x="129169" y="85042"/>
                  </a:lnTo>
                  <a:lnTo>
                    <a:pt x="155332" y="92480"/>
                  </a:lnTo>
                  <a:lnTo>
                    <a:pt x="162239" y="90840"/>
                  </a:lnTo>
                  <a:lnTo>
                    <a:pt x="171826" y="92816"/>
                  </a:lnTo>
                  <a:lnTo>
                    <a:pt x="179291" y="93621"/>
                  </a:lnTo>
                  <a:lnTo>
                    <a:pt x="181599" y="94268"/>
                  </a:lnTo>
                  <a:lnTo>
                    <a:pt x="187122" y="95817"/>
                  </a:lnTo>
                  <a:lnTo>
                    <a:pt x="194221" y="96768"/>
                  </a:lnTo>
                  <a:lnTo>
                    <a:pt x="199949" y="99234"/>
                  </a:lnTo>
                  <a:lnTo>
                    <a:pt x="179525" y="134156"/>
                  </a:lnTo>
                  <a:lnTo>
                    <a:pt x="178773" y="133412"/>
                  </a:lnTo>
                  <a:lnTo>
                    <a:pt x="177968" y="132746"/>
                  </a:lnTo>
                  <a:lnTo>
                    <a:pt x="177145" y="132876"/>
                  </a:lnTo>
                  <a:lnTo>
                    <a:pt x="176169" y="133751"/>
                  </a:lnTo>
                  <a:lnTo>
                    <a:pt x="174649" y="134697"/>
                  </a:lnTo>
                  <a:lnTo>
                    <a:pt x="173550" y="135648"/>
                  </a:lnTo>
                  <a:lnTo>
                    <a:pt x="172857" y="138678"/>
                  </a:lnTo>
                  <a:lnTo>
                    <a:pt x="171043" y="144271"/>
                  </a:lnTo>
                  <a:lnTo>
                    <a:pt x="170499" y="148123"/>
                  </a:lnTo>
                  <a:lnTo>
                    <a:pt x="169683" y="150959"/>
                  </a:lnTo>
                  <a:lnTo>
                    <a:pt x="169123" y="152892"/>
                  </a:lnTo>
                  <a:lnTo>
                    <a:pt x="168152" y="154055"/>
                  </a:lnTo>
                  <a:lnTo>
                    <a:pt x="167173" y="155098"/>
                  </a:lnTo>
                  <a:lnTo>
                    <a:pt x="165801" y="156960"/>
                  </a:lnTo>
                  <a:lnTo>
                    <a:pt x="164252" y="158716"/>
                  </a:lnTo>
                  <a:lnTo>
                    <a:pt x="164060" y="158881"/>
                  </a:lnTo>
                  <a:lnTo>
                    <a:pt x="163865" y="158989"/>
                  </a:lnTo>
                  <a:lnTo>
                    <a:pt x="162551" y="159759"/>
                  </a:lnTo>
                  <a:lnTo>
                    <a:pt x="162413" y="159803"/>
                  </a:lnTo>
                  <a:lnTo>
                    <a:pt x="162280" y="159901"/>
                  </a:lnTo>
                  <a:lnTo>
                    <a:pt x="162092" y="160006"/>
                  </a:lnTo>
                  <a:lnTo>
                    <a:pt x="161176" y="161276"/>
                  </a:lnTo>
                  <a:lnTo>
                    <a:pt x="159627" y="162599"/>
                  </a:lnTo>
                  <a:lnTo>
                    <a:pt x="159451" y="162694"/>
                  </a:lnTo>
                  <a:lnTo>
                    <a:pt x="159276" y="162789"/>
                  </a:lnTo>
                  <a:lnTo>
                    <a:pt x="157055" y="163818"/>
                  </a:lnTo>
                  <a:lnTo>
                    <a:pt x="156005" y="164487"/>
                  </a:lnTo>
                  <a:lnTo>
                    <a:pt x="155833" y="164699"/>
                  </a:lnTo>
                  <a:lnTo>
                    <a:pt x="154395" y="166316"/>
                  </a:lnTo>
                  <a:lnTo>
                    <a:pt x="153837" y="167064"/>
                  </a:lnTo>
                  <a:lnTo>
                    <a:pt x="153683" y="168076"/>
                  </a:lnTo>
                  <a:lnTo>
                    <a:pt x="152443" y="169712"/>
                  </a:lnTo>
                  <a:lnTo>
                    <a:pt x="152293" y="169895"/>
                  </a:lnTo>
                  <a:lnTo>
                    <a:pt x="151552" y="170200"/>
                  </a:lnTo>
                  <a:lnTo>
                    <a:pt x="150117" y="173363"/>
                  </a:lnTo>
                  <a:lnTo>
                    <a:pt x="142852" y="175405"/>
                  </a:lnTo>
                  <a:lnTo>
                    <a:pt x="131744" y="174978"/>
                  </a:lnTo>
                  <a:lnTo>
                    <a:pt x="127044" y="178182"/>
                  </a:lnTo>
                  <a:lnTo>
                    <a:pt x="118713" y="181814"/>
                  </a:lnTo>
                  <a:lnTo>
                    <a:pt x="108033" y="172201"/>
                  </a:lnTo>
                  <a:lnTo>
                    <a:pt x="104401" y="162161"/>
                  </a:lnTo>
                  <a:lnTo>
                    <a:pt x="102906" y="155325"/>
                  </a:lnTo>
                  <a:lnTo>
                    <a:pt x="96925" y="148276"/>
                  </a:lnTo>
                  <a:lnTo>
                    <a:pt x="93776" y="147413"/>
                  </a:lnTo>
                  <a:lnTo>
                    <a:pt x="93837" y="147220"/>
                  </a:lnTo>
                  <a:lnTo>
                    <a:pt x="93916" y="146969"/>
                  </a:lnTo>
                  <a:lnTo>
                    <a:pt x="93837" y="146830"/>
                  </a:lnTo>
                  <a:lnTo>
                    <a:pt x="93061" y="145478"/>
                  </a:lnTo>
                  <a:lnTo>
                    <a:pt x="92667" y="144558"/>
                  </a:lnTo>
                  <a:lnTo>
                    <a:pt x="92065" y="143182"/>
                  </a:lnTo>
                  <a:lnTo>
                    <a:pt x="91593" y="142103"/>
                  </a:lnTo>
                  <a:lnTo>
                    <a:pt x="89533" y="138750"/>
                  </a:lnTo>
                  <a:lnTo>
                    <a:pt x="88107" y="136591"/>
                  </a:lnTo>
                  <a:lnTo>
                    <a:pt x="87231" y="135265"/>
                  </a:lnTo>
                  <a:lnTo>
                    <a:pt x="84338" y="132218"/>
                  </a:lnTo>
                  <a:lnTo>
                    <a:pt x="81686" y="130509"/>
                  </a:lnTo>
                  <a:lnTo>
                    <a:pt x="80672" y="129697"/>
                  </a:lnTo>
                  <a:lnTo>
                    <a:pt x="79933" y="129106"/>
                  </a:lnTo>
                  <a:lnTo>
                    <a:pt x="79009" y="128381"/>
                  </a:lnTo>
                  <a:lnTo>
                    <a:pt x="78815" y="128229"/>
                  </a:lnTo>
                  <a:lnTo>
                    <a:pt x="75323" y="125882"/>
                  </a:lnTo>
                  <a:lnTo>
                    <a:pt x="74742" y="125492"/>
                  </a:lnTo>
                  <a:lnTo>
                    <a:pt x="74607" y="125358"/>
                  </a:lnTo>
                  <a:lnTo>
                    <a:pt x="71166" y="121939"/>
                  </a:lnTo>
                  <a:lnTo>
                    <a:pt x="69509" y="120878"/>
                  </a:lnTo>
                  <a:lnTo>
                    <a:pt x="68119" y="119988"/>
                  </a:lnTo>
                  <a:lnTo>
                    <a:pt x="66100" y="117469"/>
                  </a:lnTo>
                  <a:lnTo>
                    <a:pt x="65818" y="117117"/>
                  </a:lnTo>
                  <a:lnTo>
                    <a:pt x="65380" y="115144"/>
                  </a:lnTo>
                  <a:lnTo>
                    <a:pt x="63517" y="112041"/>
                  </a:lnTo>
                  <a:lnTo>
                    <a:pt x="63144" y="111419"/>
                  </a:lnTo>
                  <a:lnTo>
                    <a:pt x="61117" y="108014"/>
                  </a:lnTo>
                  <a:lnTo>
                    <a:pt x="60952" y="107736"/>
                  </a:lnTo>
                  <a:lnTo>
                    <a:pt x="60396" y="106442"/>
                  </a:lnTo>
                  <a:lnTo>
                    <a:pt x="58936" y="103046"/>
                  </a:lnTo>
                  <a:lnTo>
                    <a:pt x="57204" y="101424"/>
                  </a:lnTo>
                  <a:lnTo>
                    <a:pt x="56963" y="101249"/>
                  </a:lnTo>
                  <a:lnTo>
                    <a:pt x="55670" y="100460"/>
                  </a:lnTo>
                  <a:lnTo>
                    <a:pt x="54520" y="99928"/>
                  </a:lnTo>
                  <a:lnTo>
                    <a:pt x="53468" y="99415"/>
                  </a:lnTo>
                  <a:lnTo>
                    <a:pt x="52770" y="99954"/>
                  </a:lnTo>
                  <a:lnTo>
                    <a:pt x="50344" y="97463"/>
                  </a:lnTo>
                  <a:lnTo>
                    <a:pt x="49489" y="96865"/>
                  </a:lnTo>
                  <a:lnTo>
                    <a:pt x="47758" y="95704"/>
                  </a:lnTo>
                  <a:lnTo>
                    <a:pt x="46158" y="95243"/>
                  </a:lnTo>
                  <a:lnTo>
                    <a:pt x="44295" y="95046"/>
                  </a:lnTo>
                  <a:lnTo>
                    <a:pt x="43133" y="95419"/>
                  </a:lnTo>
                  <a:lnTo>
                    <a:pt x="41577" y="96493"/>
                  </a:lnTo>
                  <a:lnTo>
                    <a:pt x="40215" y="97013"/>
                  </a:lnTo>
                  <a:lnTo>
                    <a:pt x="40087" y="97063"/>
                  </a:lnTo>
                  <a:lnTo>
                    <a:pt x="38991" y="97238"/>
                  </a:lnTo>
                  <a:lnTo>
                    <a:pt x="37413" y="96449"/>
                  </a:lnTo>
                  <a:lnTo>
                    <a:pt x="35769" y="95725"/>
                  </a:lnTo>
                  <a:lnTo>
                    <a:pt x="34958" y="94498"/>
                  </a:lnTo>
                  <a:lnTo>
                    <a:pt x="34343" y="93119"/>
                  </a:lnTo>
                  <a:lnTo>
                    <a:pt x="34235" y="92876"/>
                  </a:lnTo>
                  <a:lnTo>
                    <a:pt x="33931" y="91302"/>
                  </a:lnTo>
                  <a:lnTo>
                    <a:pt x="33884" y="91055"/>
                  </a:lnTo>
                  <a:lnTo>
                    <a:pt x="33533" y="88975"/>
                  </a:lnTo>
                  <a:lnTo>
                    <a:pt x="32700" y="87485"/>
                  </a:lnTo>
                  <a:lnTo>
                    <a:pt x="31583" y="86126"/>
                  </a:lnTo>
                  <a:lnTo>
                    <a:pt x="30744" y="85605"/>
                  </a:lnTo>
                  <a:lnTo>
                    <a:pt x="30312" y="85337"/>
                  </a:lnTo>
                  <a:lnTo>
                    <a:pt x="29295" y="84908"/>
                  </a:lnTo>
                  <a:lnTo>
                    <a:pt x="28909" y="84745"/>
                  </a:lnTo>
                  <a:lnTo>
                    <a:pt x="27528" y="83978"/>
                  </a:lnTo>
                  <a:lnTo>
                    <a:pt x="27194" y="83585"/>
                  </a:lnTo>
                  <a:lnTo>
                    <a:pt x="26874" y="83207"/>
                  </a:lnTo>
                  <a:lnTo>
                    <a:pt x="26542" y="82816"/>
                  </a:lnTo>
                  <a:lnTo>
                    <a:pt x="26397" y="82215"/>
                  </a:lnTo>
                  <a:lnTo>
                    <a:pt x="26147" y="81172"/>
                  </a:lnTo>
                  <a:lnTo>
                    <a:pt x="25833" y="80053"/>
                  </a:lnTo>
                  <a:lnTo>
                    <a:pt x="25667" y="79355"/>
                  </a:lnTo>
                  <a:lnTo>
                    <a:pt x="25461" y="78483"/>
                  </a:lnTo>
                  <a:lnTo>
                    <a:pt x="25380" y="78117"/>
                  </a:lnTo>
                  <a:lnTo>
                    <a:pt x="25227" y="77424"/>
                  </a:lnTo>
                  <a:lnTo>
                    <a:pt x="24547" y="75518"/>
                  </a:lnTo>
                  <a:lnTo>
                    <a:pt x="24372" y="75278"/>
                  </a:lnTo>
                  <a:lnTo>
                    <a:pt x="23517" y="74115"/>
                  </a:lnTo>
                  <a:lnTo>
                    <a:pt x="22339" y="72610"/>
                  </a:lnTo>
                  <a:lnTo>
                    <a:pt x="22092" y="72296"/>
                  </a:lnTo>
                  <a:lnTo>
                    <a:pt x="21062" y="70498"/>
                  </a:lnTo>
                  <a:lnTo>
                    <a:pt x="20295" y="69162"/>
                  </a:lnTo>
                  <a:lnTo>
                    <a:pt x="19484" y="68088"/>
                  </a:lnTo>
                  <a:lnTo>
                    <a:pt x="19090" y="66729"/>
                  </a:lnTo>
                  <a:lnTo>
                    <a:pt x="18827" y="64931"/>
                  </a:lnTo>
                  <a:lnTo>
                    <a:pt x="17380" y="62104"/>
                  </a:lnTo>
                  <a:lnTo>
                    <a:pt x="15228" y="60191"/>
                  </a:lnTo>
                  <a:lnTo>
                    <a:pt x="14347" y="59082"/>
                  </a:lnTo>
                  <a:lnTo>
                    <a:pt x="13479" y="57984"/>
                  </a:lnTo>
                  <a:lnTo>
                    <a:pt x="12208" y="55594"/>
                  </a:lnTo>
                  <a:lnTo>
                    <a:pt x="11024" y="53403"/>
                  </a:lnTo>
                  <a:lnTo>
                    <a:pt x="10235" y="51342"/>
                  </a:lnTo>
                  <a:lnTo>
                    <a:pt x="10203" y="50609"/>
                  </a:lnTo>
                  <a:lnTo>
                    <a:pt x="10169" y="49830"/>
                  </a:lnTo>
                  <a:lnTo>
                    <a:pt x="10564" y="48384"/>
                  </a:lnTo>
                  <a:lnTo>
                    <a:pt x="10564" y="46981"/>
                  </a:lnTo>
                  <a:lnTo>
                    <a:pt x="10323" y="44263"/>
                  </a:lnTo>
                  <a:lnTo>
                    <a:pt x="10323" y="44066"/>
                  </a:lnTo>
                  <a:lnTo>
                    <a:pt x="10323" y="43847"/>
                  </a:lnTo>
                  <a:lnTo>
                    <a:pt x="10235" y="41501"/>
                  </a:lnTo>
                  <a:lnTo>
                    <a:pt x="10016" y="38630"/>
                  </a:lnTo>
                  <a:lnTo>
                    <a:pt x="10125" y="36197"/>
                  </a:lnTo>
                  <a:lnTo>
                    <a:pt x="10257" y="33744"/>
                  </a:lnTo>
                  <a:lnTo>
                    <a:pt x="10279" y="33326"/>
                  </a:lnTo>
                  <a:lnTo>
                    <a:pt x="9950" y="30652"/>
                  </a:lnTo>
                  <a:lnTo>
                    <a:pt x="9315" y="28899"/>
                  </a:lnTo>
                  <a:lnTo>
                    <a:pt x="8679" y="28132"/>
                  </a:lnTo>
                  <a:lnTo>
                    <a:pt x="7956" y="26817"/>
                  </a:lnTo>
                  <a:lnTo>
                    <a:pt x="7718" y="26324"/>
                  </a:lnTo>
                  <a:lnTo>
                    <a:pt x="7079" y="24998"/>
                  </a:lnTo>
                  <a:lnTo>
                    <a:pt x="6377" y="23770"/>
                  </a:lnTo>
                  <a:lnTo>
                    <a:pt x="6015" y="22770"/>
                  </a:lnTo>
                  <a:lnTo>
                    <a:pt x="5764" y="21995"/>
                  </a:lnTo>
                  <a:lnTo>
                    <a:pt x="5783" y="21763"/>
                  </a:lnTo>
                  <a:lnTo>
                    <a:pt x="5861" y="20810"/>
                  </a:lnTo>
                  <a:lnTo>
                    <a:pt x="5895" y="20395"/>
                  </a:lnTo>
                  <a:lnTo>
                    <a:pt x="5886" y="20046"/>
                  </a:lnTo>
                  <a:lnTo>
                    <a:pt x="5852" y="18685"/>
                  </a:lnTo>
                  <a:lnTo>
                    <a:pt x="5768" y="16295"/>
                  </a:lnTo>
                  <a:lnTo>
                    <a:pt x="5764" y="16165"/>
                  </a:lnTo>
                  <a:lnTo>
                    <a:pt x="5711" y="15998"/>
                  </a:lnTo>
                  <a:lnTo>
                    <a:pt x="5388" y="14985"/>
                  </a:lnTo>
                  <a:lnTo>
                    <a:pt x="5304" y="14718"/>
                  </a:lnTo>
                  <a:lnTo>
                    <a:pt x="4295" y="13337"/>
                  </a:lnTo>
                  <a:lnTo>
                    <a:pt x="3932" y="12983"/>
                  </a:lnTo>
                  <a:lnTo>
                    <a:pt x="3331" y="12376"/>
                  </a:lnTo>
                  <a:lnTo>
                    <a:pt x="3089" y="11823"/>
                  </a:lnTo>
                  <a:lnTo>
                    <a:pt x="2608" y="10685"/>
                  </a:lnTo>
                  <a:lnTo>
                    <a:pt x="1884" y="8976"/>
                  </a:lnTo>
                  <a:lnTo>
                    <a:pt x="1484" y="7930"/>
                  </a:lnTo>
                  <a:lnTo>
                    <a:pt x="1257" y="7337"/>
                  </a:lnTo>
                  <a:lnTo>
                    <a:pt x="1117" y="7069"/>
                  </a:lnTo>
                  <a:lnTo>
                    <a:pt x="1051" y="6806"/>
                  </a:lnTo>
                  <a:lnTo>
                    <a:pt x="657" y="6171"/>
                  </a:lnTo>
                  <a:lnTo>
                    <a:pt x="131" y="5097"/>
                  </a:lnTo>
                  <a:lnTo>
                    <a:pt x="0" y="2269"/>
                  </a:lnTo>
                  <a:lnTo>
                    <a:pt x="179" y="1357"/>
                  </a:lnTo>
                  <a:lnTo>
                    <a:pt x="2017" y="641"/>
                  </a:lnTo>
                  <a:lnTo>
                    <a:pt x="3127" y="208"/>
                  </a:lnTo>
                  <a:lnTo>
                    <a:pt x="3714" y="0"/>
                  </a:lnTo>
                  <a:lnTo>
                    <a:pt x="6537" y="3763"/>
                  </a:lnTo>
                  <a:lnTo>
                    <a:pt x="10929" y="8297"/>
                  </a:lnTo>
                  <a:lnTo>
                    <a:pt x="16954" y="12507"/>
                  </a:lnTo>
                  <a:lnTo>
                    <a:pt x="18298" y="13446"/>
                  </a:lnTo>
                  <a:lnTo>
                    <a:pt x="21108" y="1419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491903" y="2805088"/>
              <a:ext cx="72061" cy="84779"/>
            </a:xfrm>
            <a:custGeom>
              <a:avLst/>
              <a:pathLst>
                <a:path w="72061" h="84779">
                  <a:moveTo>
                    <a:pt x="69318" y="41377"/>
                  </a:moveTo>
                  <a:lnTo>
                    <a:pt x="67558" y="42543"/>
                  </a:lnTo>
                  <a:lnTo>
                    <a:pt x="66495" y="43247"/>
                  </a:lnTo>
                  <a:lnTo>
                    <a:pt x="65215" y="44414"/>
                  </a:lnTo>
                  <a:lnTo>
                    <a:pt x="65005" y="44577"/>
                  </a:lnTo>
                  <a:lnTo>
                    <a:pt x="64787" y="44360"/>
                  </a:lnTo>
                  <a:lnTo>
                    <a:pt x="61917" y="41491"/>
                  </a:lnTo>
                  <a:lnTo>
                    <a:pt x="61442" y="41816"/>
                  </a:lnTo>
                  <a:lnTo>
                    <a:pt x="57750" y="44493"/>
                  </a:lnTo>
                  <a:lnTo>
                    <a:pt x="54321" y="46980"/>
                  </a:lnTo>
                  <a:lnTo>
                    <a:pt x="54097" y="47143"/>
                  </a:lnTo>
                  <a:lnTo>
                    <a:pt x="52490" y="48677"/>
                  </a:lnTo>
                  <a:lnTo>
                    <a:pt x="50912" y="50183"/>
                  </a:lnTo>
                  <a:lnTo>
                    <a:pt x="54160" y="52749"/>
                  </a:lnTo>
                  <a:lnTo>
                    <a:pt x="53560" y="53332"/>
                  </a:lnTo>
                  <a:lnTo>
                    <a:pt x="52056" y="54795"/>
                  </a:lnTo>
                  <a:lnTo>
                    <a:pt x="51678" y="55163"/>
                  </a:lnTo>
                  <a:lnTo>
                    <a:pt x="48362" y="58388"/>
                  </a:lnTo>
                  <a:lnTo>
                    <a:pt x="47998" y="58742"/>
                  </a:lnTo>
                  <a:lnTo>
                    <a:pt x="46923" y="59787"/>
                  </a:lnTo>
                  <a:lnTo>
                    <a:pt x="46051" y="60658"/>
                  </a:lnTo>
                  <a:lnTo>
                    <a:pt x="45784" y="60924"/>
                  </a:lnTo>
                  <a:lnTo>
                    <a:pt x="44473" y="62232"/>
                  </a:lnTo>
                  <a:lnTo>
                    <a:pt x="42800" y="63901"/>
                  </a:lnTo>
                  <a:lnTo>
                    <a:pt x="42573" y="64128"/>
                  </a:lnTo>
                  <a:lnTo>
                    <a:pt x="41302" y="65396"/>
                  </a:lnTo>
                  <a:lnTo>
                    <a:pt x="40851" y="65765"/>
                  </a:lnTo>
                  <a:lnTo>
                    <a:pt x="36824" y="69124"/>
                  </a:lnTo>
                  <a:lnTo>
                    <a:pt x="36462" y="69477"/>
                  </a:lnTo>
                  <a:lnTo>
                    <a:pt x="32229" y="73609"/>
                  </a:lnTo>
                  <a:lnTo>
                    <a:pt x="31911" y="73919"/>
                  </a:lnTo>
                  <a:lnTo>
                    <a:pt x="29607" y="76167"/>
                  </a:lnTo>
                  <a:lnTo>
                    <a:pt x="29002" y="76759"/>
                  </a:lnTo>
                  <a:lnTo>
                    <a:pt x="28688" y="77099"/>
                  </a:lnTo>
                  <a:lnTo>
                    <a:pt x="22501" y="83818"/>
                  </a:lnTo>
                  <a:lnTo>
                    <a:pt x="22110" y="84243"/>
                  </a:lnTo>
                  <a:lnTo>
                    <a:pt x="21617" y="84779"/>
                  </a:lnTo>
                  <a:lnTo>
                    <a:pt x="19862" y="84025"/>
                  </a:lnTo>
                  <a:lnTo>
                    <a:pt x="16941" y="82279"/>
                  </a:lnTo>
                  <a:lnTo>
                    <a:pt x="10605" y="78356"/>
                  </a:lnTo>
                  <a:lnTo>
                    <a:pt x="5231" y="75029"/>
                  </a:lnTo>
                  <a:lnTo>
                    <a:pt x="5033" y="74896"/>
                  </a:lnTo>
                  <a:lnTo>
                    <a:pt x="4618" y="74616"/>
                  </a:lnTo>
                  <a:lnTo>
                    <a:pt x="0" y="71503"/>
                  </a:lnTo>
                  <a:lnTo>
                    <a:pt x="6889" y="61459"/>
                  </a:lnTo>
                  <a:lnTo>
                    <a:pt x="7022" y="61265"/>
                  </a:lnTo>
                  <a:lnTo>
                    <a:pt x="7147" y="61083"/>
                  </a:lnTo>
                  <a:lnTo>
                    <a:pt x="7302" y="60877"/>
                  </a:lnTo>
                  <a:lnTo>
                    <a:pt x="7659" y="60403"/>
                  </a:lnTo>
                  <a:lnTo>
                    <a:pt x="8099" y="59818"/>
                  </a:lnTo>
                  <a:lnTo>
                    <a:pt x="8629" y="59115"/>
                  </a:lnTo>
                  <a:lnTo>
                    <a:pt x="8864" y="58803"/>
                  </a:lnTo>
                  <a:lnTo>
                    <a:pt x="9455" y="58017"/>
                  </a:lnTo>
                  <a:lnTo>
                    <a:pt x="9667" y="57737"/>
                  </a:lnTo>
                  <a:lnTo>
                    <a:pt x="9836" y="57513"/>
                  </a:lnTo>
                  <a:lnTo>
                    <a:pt x="9959" y="57354"/>
                  </a:lnTo>
                  <a:lnTo>
                    <a:pt x="10171" y="57082"/>
                  </a:lnTo>
                  <a:lnTo>
                    <a:pt x="9304" y="56251"/>
                  </a:lnTo>
                  <a:lnTo>
                    <a:pt x="8657" y="55631"/>
                  </a:lnTo>
                  <a:lnTo>
                    <a:pt x="6155" y="53235"/>
                  </a:lnTo>
                  <a:lnTo>
                    <a:pt x="5405" y="52517"/>
                  </a:lnTo>
                  <a:lnTo>
                    <a:pt x="5729" y="52188"/>
                  </a:lnTo>
                  <a:lnTo>
                    <a:pt x="6063" y="51848"/>
                  </a:lnTo>
                  <a:lnTo>
                    <a:pt x="6624" y="51277"/>
                  </a:lnTo>
                  <a:lnTo>
                    <a:pt x="6932" y="50964"/>
                  </a:lnTo>
                  <a:lnTo>
                    <a:pt x="7100" y="50794"/>
                  </a:lnTo>
                  <a:lnTo>
                    <a:pt x="7241" y="50650"/>
                  </a:lnTo>
                  <a:lnTo>
                    <a:pt x="8049" y="49829"/>
                  </a:lnTo>
                  <a:lnTo>
                    <a:pt x="8286" y="49587"/>
                  </a:lnTo>
                  <a:lnTo>
                    <a:pt x="8442" y="49429"/>
                  </a:lnTo>
                  <a:lnTo>
                    <a:pt x="8853" y="49011"/>
                  </a:lnTo>
                  <a:lnTo>
                    <a:pt x="8623" y="48789"/>
                  </a:lnTo>
                  <a:lnTo>
                    <a:pt x="8445" y="48617"/>
                  </a:lnTo>
                  <a:lnTo>
                    <a:pt x="8193" y="48374"/>
                  </a:lnTo>
                  <a:lnTo>
                    <a:pt x="7327" y="47536"/>
                  </a:lnTo>
                  <a:lnTo>
                    <a:pt x="6439" y="46677"/>
                  </a:lnTo>
                  <a:lnTo>
                    <a:pt x="5534" y="45802"/>
                  </a:lnTo>
                  <a:lnTo>
                    <a:pt x="5351" y="45624"/>
                  </a:lnTo>
                  <a:lnTo>
                    <a:pt x="4594" y="44893"/>
                  </a:lnTo>
                  <a:lnTo>
                    <a:pt x="4433" y="44737"/>
                  </a:lnTo>
                  <a:lnTo>
                    <a:pt x="4197" y="44509"/>
                  </a:lnTo>
                  <a:lnTo>
                    <a:pt x="3803" y="44127"/>
                  </a:lnTo>
                  <a:lnTo>
                    <a:pt x="4201" y="43602"/>
                  </a:lnTo>
                  <a:lnTo>
                    <a:pt x="4581" y="43101"/>
                  </a:lnTo>
                  <a:lnTo>
                    <a:pt x="7190" y="40799"/>
                  </a:lnTo>
                  <a:lnTo>
                    <a:pt x="9403" y="38625"/>
                  </a:lnTo>
                  <a:lnTo>
                    <a:pt x="10303" y="37741"/>
                  </a:lnTo>
                  <a:lnTo>
                    <a:pt x="11037" y="37000"/>
                  </a:lnTo>
                  <a:lnTo>
                    <a:pt x="11569" y="36463"/>
                  </a:lnTo>
                  <a:lnTo>
                    <a:pt x="13145" y="34872"/>
                  </a:lnTo>
                  <a:lnTo>
                    <a:pt x="13814" y="34197"/>
                  </a:lnTo>
                  <a:lnTo>
                    <a:pt x="14588" y="33415"/>
                  </a:lnTo>
                  <a:lnTo>
                    <a:pt x="14986" y="33013"/>
                  </a:lnTo>
                  <a:lnTo>
                    <a:pt x="15163" y="32835"/>
                  </a:lnTo>
                  <a:lnTo>
                    <a:pt x="15363" y="32633"/>
                  </a:lnTo>
                  <a:lnTo>
                    <a:pt x="17038" y="30942"/>
                  </a:lnTo>
                  <a:lnTo>
                    <a:pt x="17252" y="30726"/>
                  </a:lnTo>
                  <a:lnTo>
                    <a:pt x="17684" y="30290"/>
                  </a:lnTo>
                  <a:lnTo>
                    <a:pt x="18314" y="29679"/>
                  </a:lnTo>
                  <a:lnTo>
                    <a:pt x="18486" y="29501"/>
                  </a:lnTo>
                  <a:lnTo>
                    <a:pt x="19240" y="28723"/>
                  </a:lnTo>
                  <a:lnTo>
                    <a:pt x="19433" y="28525"/>
                  </a:lnTo>
                  <a:lnTo>
                    <a:pt x="17915" y="26964"/>
                  </a:lnTo>
                  <a:lnTo>
                    <a:pt x="16964" y="25988"/>
                  </a:lnTo>
                  <a:lnTo>
                    <a:pt x="16671" y="25686"/>
                  </a:lnTo>
                  <a:lnTo>
                    <a:pt x="16031" y="25027"/>
                  </a:lnTo>
                  <a:lnTo>
                    <a:pt x="16196" y="24873"/>
                  </a:lnTo>
                  <a:lnTo>
                    <a:pt x="16438" y="24647"/>
                  </a:lnTo>
                  <a:lnTo>
                    <a:pt x="16917" y="24200"/>
                  </a:lnTo>
                  <a:lnTo>
                    <a:pt x="19104" y="22157"/>
                  </a:lnTo>
                  <a:lnTo>
                    <a:pt x="19730" y="21572"/>
                  </a:lnTo>
                  <a:lnTo>
                    <a:pt x="23078" y="18444"/>
                  </a:lnTo>
                  <a:lnTo>
                    <a:pt x="23283" y="18253"/>
                  </a:lnTo>
                  <a:lnTo>
                    <a:pt x="26050" y="15668"/>
                  </a:lnTo>
                  <a:lnTo>
                    <a:pt x="27364" y="14519"/>
                  </a:lnTo>
                  <a:lnTo>
                    <a:pt x="27495" y="14404"/>
                  </a:lnTo>
                  <a:lnTo>
                    <a:pt x="27958" y="13998"/>
                  </a:lnTo>
                  <a:lnTo>
                    <a:pt x="29176" y="12778"/>
                  </a:lnTo>
                  <a:lnTo>
                    <a:pt x="28975" y="12553"/>
                  </a:lnTo>
                  <a:lnTo>
                    <a:pt x="27347" y="10729"/>
                  </a:lnTo>
                  <a:lnTo>
                    <a:pt x="27627" y="10443"/>
                  </a:lnTo>
                  <a:lnTo>
                    <a:pt x="29730" y="8301"/>
                  </a:lnTo>
                  <a:lnTo>
                    <a:pt x="30576" y="7526"/>
                  </a:lnTo>
                  <a:lnTo>
                    <a:pt x="33566" y="4788"/>
                  </a:lnTo>
                  <a:lnTo>
                    <a:pt x="33763" y="4608"/>
                  </a:lnTo>
                  <a:lnTo>
                    <a:pt x="34558" y="3880"/>
                  </a:lnTo>
                  <a:lnTo>
                    <a:pt x="39294" y="0"/>
                  </a:lnTo>
                  <a:lnTo>
                    <a:pt x="39567" y="288"/>
                  </a:lnTo>
                  <a:lnTo>
                    <a:pt x="39927" y="669"/>
                  </a:lnTo>
                  <a:lnTo>
                    <a:pt x="40216" y="976"/>
                  </a:lnTo>
                  <a:lnTo>
                    <a:pt x="40450" y="1223"/>
                  </a:lnTo>
                  <a:lnTo>
                    <a:pt x="41271" y="2093"/>
                  </a:lnTo>
                  <a:lnTo>
                    <a:pt x="41577" y="2418"/>
                  </a:lnTo>
                  <a:lnTo>
                    <a:pt x="42179" y="3054"/>
                  </a:lnTo>
                  <a:lnTo>
                    <a:pt x="42622" y="3524"/>
                  </a:lnTo>
                  <a:lnTo>
                    <a:pt x="44417" y="5425"/>
                  </a:lnTo>
                  <a:lnTo>
                    <a:pt x="44814" y="5846"/>
                  </a:lnTo>
                  <a:lnTo>
                    <a:pt x="48044" y="9266"/>
                  </a:lnTo>
                  <a:lnTo>
                    <a:pt x="49034" y="10317"/>
                  </a:lnTo>
                  <a:lnTo>
                    <a:pt x="50724" y="12152"/>
                  </a:lnTo>
                  <a:lnTo>
                    <a:pt x="51099" y="12559"/>
                  </a:lnTo>
                  <a:lnTo>
                    <a:pt x="54954" y="17193"/>
                  </a:lnTo>
                  <a:lnTo>
                    <a:pt x="58568" y="21899"/>
                  </a:lnTo>
                  <a:lnTo>
                    <a:pt x="69493" y="36126"/>
                  </a:lnTo>
                  <a:lnTo>
                    <a:pt x="72061" y="39470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1376745" y="2745859"/>
              <a:ext cx="154219" cy="130733"/>
            </a:xfrm>
            <a:custGeom>
              <a:avLst/>
              <a:pathLst>
                <a:path w="154219" h="130733">
                  <a:moveTo>
                    <a:pt x="151103" y="55338"/>
                  </a:moveTo>
                  <a:lnTo>
                    <a:pt x="151297" y="55565"/>
                  </a:lnTo>
                  <a:lnTo>
                    <a:pt x="151475" y="55772"/>
                  </a:lnTo>
                  <a:lnTo>
                    <a:pt x="152361" y="56808"/>
                  </a:lnTo>
                  <a:lnTo>
                    <a:pt x="152912" y="57452"/>
                  </a:lnTo>
                  <a:lnTo>
                    <a:pt x="153353" y="57967"/>
                  </a:lnTo>
                  <a:lnTo>
                    <a:pt x="154063" y="58797"/>
                  </a:lnTo>
                  <a:lnTo>
                    <a:pt x="154219" y="58986"/>
                  </a:lnTo>
                  <a:lnTo>
                    <a:pt x="149716" y="63109"/>
                  </a:lnTo>
                  <a:lnTo>
                    <a:pt x="148921" y="63837"/>
                  </a:lnTo>
                  <a:lnTo>
                    <a:pt x="148724" y="64018"/>
                  </a:lnTo>
                  <a:lnTo>
                    <a:pt x="145734" y="66757"/>
                  </a:lnTo>
                  <a:lnTo>
                    <a:pt x="144888" y="67531"/>
                  </a:lnTo>
                  <a:lnTo>
                    <a:pt x="142786" y="69673"/>
                  </a:lnTo>
                  <a:lnTo>
                    <a:pt x="142505" y="69959"/>
                  </a:lnTo>
                  <a:lnTo>
                    <a:pt x="144133" y="71783"/>
                  </a:lnTo>
                  <a:lnTo>
                    <a:pt x="144412" y="72095"/>
                  </a:lnTo>
                  <a:lnTo>
                    <a:pt x="143096" y="73246"/>
                  </a:lnTo>
                  <a:lnTo>
                    <a:pt x="142653" y="73634"/>
                  </a:lnTo>
                  <a:lnTo>
                    <a:pt x="142522" y="73748"/>
                  </a:lnTo>
                  <a:lnTo>
                    <a:pt x="141208" y="74898"/>
                  </a:lnTo>
                  <a:lnTo>
                    <a:pt x="138442" y="77482"/>
                  </a:lnTo>
                  <a:lnTo>
                    <a:pt x="138236" y="77674"/>
                  </a:lnTo>
                  <a:lnTo>
                    <a:pt x="134888" y="80801"/>
                  </a:lnTo>
                  <a:lnTo>
                    <a:pt x="134262" y="81386"/>
                  </a:lnTo>
                  <a:lnTo>
                    <a:pt x="132075" y="83429"/>
                  </a:lnTo>
                  <a:lnTo>
                    <a:pt x="131596" y="83876"/>
                  </a:lnTo>
                  <a:lnTo>
                    <a:pt x="131355" y="84102"/>
                  </a:lnTo>
                  <a:lnTo>
                    <a:pt x="131216" y="84346"/>
                  </a:lnTo>
                  <a:lnTo>
                    <a:pt x="131832" y="84918"/>
                  </a:lnTo>
                  <a:lnTo>
                    <a:pt x="132123" y="85217"/>
                  </a:lnTo>
                  <a:lnTo>
                    <a:pt x="133073" y="86194"/>
                  </a:lnTo>
                  <a:lnTo>
                    <a:pt x="134591" y="87755"/>
                  </a:lnTo>
                  <a:lnTo>
                    <a:pt x="134399" y="87953"/>
                  </a:lnTo>
                  <a:lnTo>
                    <a:pt x="133645" y="88731"/>
                  </a:lnTo>
                  <a:lnTo>
                    <a:pt x="133392" y="88965"/>
                  </a:lnTo>
                  <a:lnTo>
                    <a:pt x="132843" y="89519"/>
                  </a:lnTo>
                  <a:lnTo>
                    <a:pt x="132411" y="89956"/>
                  </a:lnTo>
                  <a:lnTo>
                    <a:pt x="132196" y="90172"/>
                  </a:lnTo>
                  <a:lnTo>
                    <a:pt x="130521" y="91863"/>
                  </a:lnTo>
                  <a:lnTo>
                    <a:pt x="130322" y="92064"/>
                  </a:lnTo>
                  <a:lnTo>
                    <a:pt x="130059" y="92330"/>
                  </a:lnTo>
                  <a:lnTo>
                    <a:pt x="129746" y="92645"/>
                  </a:lnTo>
                  <a:lnTo>
                    <a:pt x="128972" y="93426"/>
                  </a:lnTo>
                  <a:lnTo>
                    <a:pt x="128303" y="94102"/>
                  </a:lnTo>
                  <a:lnTo>
                    <a:pt x="126727" y="95692"/>
                  </a:lnTo>
                  <a:lnTo>
                    <a:pt x="126195" y="96230"/>
                  </a:lnTo>
                  <a:lnTo>
                    <a:pt x="125461" y="96970"/>
                  </a:lnTo>
                  <a:lnTo>
                    <a:pt x="124562" y="97854"/>
                  </a:lnTo>
                  <a:lnTo>
                    <a:pt x="122349" y="100029"/>
                  </a:lnTo>
                  <a:lnTo>
                    <a:pt x="119739" y="102331"/>
                  </a:lnTo>
                  <a:lnTo>
                    <a:pt x="119359" y="102832"/>
                  </a:lnTo>
                  <a:lnTo>
                    <a:pt x="118961" y="103357"/>
                  </a:lnTo>
                  <a:lnTo>
                    <a:pt x="119355" y="103738"/>
                  </a:lnTo>
                  <a:lnTo>
                    <a:pt x="119592" y="103967"/>
                  </a:lnTo>
                  <a:lnTo>
                    <a:pt x="119753" y="104122"/>
                  </a:lnTo>
                  <a:lnTo>
                    <a:pt x="120509" y="104854"/>
                  </a:lnTo>
                  <a:lnTo>
                    <a:pt x="120693" y="105032"/>
                  </a:lnTo>
                  <a:lnTo>
                    <a:pt x="121597" y="105906"/>
                  </a:lnTo>
                  <a:lnTo>
                    <a:pt x="122485" y="106765"/>
                  </a:lnTo>
                  <a:lnTo>
                    <a:pt x="123355" y="107607"/>
                  </a:lnTo>
                  <a:lnTo>
                    <a:pt x="123603" y="107847"/>
                  </a:lnTo>
                  <a:lnTo>
                    <a:pt x="123858" y="108093"/>
                  </a:lnTo>
                  <a:lnTo>
                    <a:pt x="123918" y="108336"/>
                  </a:lnTo>
                  <a:lnTo>
                    <a:pt x="123600" y="108659"/>
                  </a:lnTo>
                  <a:lnTo>
                    <a:pt x="123445" y="108817"/>
                  </a:lnTo>
                  <a:lnTo>
                    <a:pt x="123208" y="109058"/>
                  </a:lnTo>
                  <a:lnTo>
                    <a:pt x="122400" y="109880"/>
                  </a:lnTo>
                  <a:lnTo>
                    <a:pt x="122258" y="110024"/>
                  </a:lnTo>
                  <a:lnTo>
                    <a:pt x="122091" y="110194"/>
                  </a:lnTo>
                  <a:lnTo>
                    <a:pt x="121783" y="110507"/>
                  </a:lnTo>
                  <a:lnTo>
                    <a:pt x="121163" y="111137"/>
                  </a:lnTo>
                  <a:lnTo>
                    <a:pt x="120764" y="111543"/>
                  </a:lnTo>
                  <a:lnTo>
                    <a:pt x="120564" y="111746"/>
                  </a:lnTo>
                  <a:lnTo>
                    <a:pt x="121314" y="112465"/>
                  </a:lnTo>
                  <a:lnTo>
                    <a:pt x="123815" y="114861"/>
                  </a:lnTo>
                  <a:lnTo>
                    <a:pt x="124462" y="115481"/>
                  </a:lnTo>
                  <a:lnTo>
                    <a:pt x="125330" y="116311"/>
                  </a:lnTo>
                  <a:lnTo>
                    <a:pt x="125118" y="116583"/>
                  </a:lnTo>
                  <a:lnTo>
                    <a:pt x="124994" y="116742"/>
                  </a:lnTo>
                  <a:lnTo>
                    <a:pt x="124825" y="116966"/>
                  </a:lnTo>
                  <a:lnTo>
                    <a:pt x="124614" y="117247"/>
                  </a:lnTo>
                  <a:lnTo>
                    <a:pt x="124023" y="118032"/>
                  </a:lnTo>
                  <a:lnTo>
                    <a:pt x="123729" y="118423"/>
                  </a:lnTo>
                  <a:lnTo>
                    <a:pt x="123258" y="119048"/>
                  </a:lnTo>
                  <a:lnTo>
                    <a:pt x="122817" y="119633"/>
                  </a:lnTo>
                  <a:lnTo>
                    <a:pt x="122460" y="120107"/>
                  </a:lnTo>
                  <a:lnTo>
                    <a:pt x="122305" y="120313"/>
                  </a:lnTo>
                  <a:lnTo>
                    <a:pt x="122180" y="120495"/>
                  </a:lnTo>
                  <a:lnTo>
                    <a:pt x="122048" y="120688"/>
                  </a:lnTo>
                  <a:lnTo>
                    <a:pt x="115158" y="130733"/>
                  </a:lnTo>
                  <a:lnTo>
                    <a:pt x="111417" y="127412"/>
                  </a:lnTo>
                  <a:lnTo>
                    <a:pt x="111088" y="127120"/>
                  </a:lnTo>
                  <a:lnTo>
                    <a:pt x="110786" y="126852"/>
                  </a:lnTo>
                  <a:lnTo>
                    <a:pt x="103862" y="120480"/>
                  </a:lnTo>
                  <a:lnTo>
                    <a:pt x="103550" y="120193"/>
                  </a:lnTo>
                  <a:lnTo>
                    <a:pt x="103002" y="119688"/>
                  </a:lnTo>
                  <a:lnTo>
                    <a:pt x="99987" y="116641"/>
                  </a:lnTo>
                  <a:lnTo>
                    <a:pt x="99771" y="116423"/>
                  </a:lnTo>
                  <a:lnTo>
                    <a:pt x="99215" y="115861"/>
                  </a:lnTo>
                  <a:lnTo>
                    <a:pt x="97301" y="113927"/>
                  </a:lnTo>
                  <a:lnTo>
                    <a:pt x="96024" y="112636"/>
                  </a:lnTo>
                  <a:lnTo>
                    <a:pt x="95775" y="112384"/>
                  </a:lnTo>
                  <a:lnTo>
                    <a:pt x="93460" y="110062"/>
                  </a:lnTo>
                  <a:lnTo>
                    <a:pt x="93225" y="109827"/>
                  </a:lnTo>
                  <a:lnTo>
                    <a:pt x="92466" y="109065"/>
                  </a:lnTo>
                  <a:lnTo>
                    <a:pt x="92272" y="108871"/>
                  </a:lnTo>
                  <a:lnTo>
                    <a:pt x="91725" y="108320"/>
                  </a:lnTo>
                  <a:lnTo>
                    <a:pt x="91275" y="107867"/>
                  </a:lnTo>
                  <a:lnTo>
                    <a:pt x="88934" y="105510"/>
                  </a:lnTo>
                  <a:lnTo>
                    <a:pt x="88605" y="105248"/>
                  </a:lnTo>
                  <a:lnTo>
                    <a:pt x="86353" y="103453"/>
                  </a:lnTo>
                  <a:lnTo>
                    <a:pt x="82711" y="100550"/>
                  </a:lnTo>
                  <a:lnTo>
                    <a:pt x="81491" y="99484"/>
                  </a:lnTo>
                  <a:lnTo>
                    <a:pt x="80017" y="98195"/>
                  </a:lnTo>
                  <a:lnTo>
                    <a:pt x="78776" y="97111"/>
                  </a:lnTo>
                  <a:lnTo>
                    <a:pt x="74261" y="93165"/>
                  </a:lnTo>
                  <a:lnTo>
                    <a:pt x="73713" y="92686"/>
                  </a:lnTo>
                  <a:lnTo>
                    <a:pt x="77498" y="89530"/>
                  </a:lnTo>
                  <a:lnTo>
                    <a:pt x="81391" y="86281"/>
                  </a:lnTo>
                  <a:lnTo>
                    <a:pt x="90222" y="78916"/>
                  </a:lnTo>
                  <a:lnTo>
                    <a:pt x="90369" y="78751"/>
                  </a:lnTo>
                  <a:lnTo>
                    <a:pt x="68807" y="55397"/>
                  </a:lnTo>
                  <a:lnTo>
                    <a:pt x="67897" y="56079"/>
                  </a:lnTo>
                  <a:lnTo>
                    <a:pt x="66762" y="57084"/>
                  </a:lnTo>
                  <a:lnTo>
                    <a:pt x="60713" y="61385"/>
                  </a:lnTo>
                  <a:lnTo>
                    <a:pt x="60053" y="61854"/>
                  </a:lnTo>
                  <a:lnTo>
                    <a:pt x="59450" y="62283"/>
                  </a:lnTo>
                  <a:lnTo>
                    <a:pt x="59225" y="62429"/>
                  </a:lnTo>
                  <a:lnTo>
                    <a:pt x="56272" y="64019"/>
                  </a:lnTo>
                  <a:lnTo>
                    <a:pt x="54375" y="65331"/>
                  </a:lnTo>
                  <a:lnTo>
                    <a:pt x="53811" y="65721"/>
                  </a:lnTo>
                  <a:lnTo>
                    <a:pt x="50052" y="68321"/>
                  </a:lnTo>
                  <a:lnTo>
                    <a:pt x="49719" y="68551"/>
                  </a:lnTo>
                  <a:lnTo>
                    <a:pt x="48179" y="69228"/>
                  </a:lnTo>
                  <a:lnTo>
                    <a:pt x="47030" y="69734"/>
                  </a:lnTo>
                  <a:lnTo>
                    <a:pt x="45212" y="70534"/>
                  </a:lnTo>
                  <a:lnTo>
                    <a:pt x="43396" y="71701"/>
                  </a:lnTo>
                  <a:lnTo>
                    <a:pt x="41079" y="73190"/>
                  </a:lnTo>
                  <a:lnTo>
                    <a:pt x="40599" y="73498"/>
                  </a:lnTo>
                  <a:lnTo>
                    <a:pt x="39536" y="74319"/>
                  </a:lnTo>
                  <a:lnTo>
                    <a:pt x="39388" y="74683"/>
                  </a:lnTo>
                  <a:lnTo>
                    <a:pt x="38862" y="75983"/>
                  </a:lnTo>
                  <a:lnTo>
                    <a:pt x="38672" y="76758"/>
                  </a:lnTo>
                  <a:lnTo>
                    <a:pt x="38343" y="78097"/>
                  </a:lnTo>
                  <a:lnTo>
                    <a:pt x="38048" y="79835"/>
                  </a:lnTo>
                  <a:lnTo>
                    <a:pt x="37403" y="83641"/>
                  </a:lnTo>
                  <a:lnTo>
                    <a:pt x="37341" y="84004"/>
                  </a:lnTo>
                  <a:lnTo>
                    <a:pt x="36160" y="86437"/>
                  </a:lnTo>
                  <a:lnTo>
                    <a:pt x="36089" y="86584"/>
                  </a:lnTo>
                  <a:lnTo>
                    <a:pt x="34659" y="89527"/>
                  </a:lnTo>
                  <a:lnTo>
                    <a:pt x="33889" y="90832"/>
                  </a:lnTo>
                  <a:lnTo>
                    <a:pt x="33731" y="91099"/>
                  </a:lnTo>
                  <a:lnTo>
                    <a:pt x="33141" y="92097"/>
                  </a:lnTo>
                  <a:lnTo>
                    <a:pt x="30347" y="94747"/>
                  </a:lnTo>
                  <a:lnTo>
                    <a:pt x="28095" y="96742"/>
                  </a:lnTo>
                  <a:lnTo>
                    <a:pt x="27950" y="96875"/>
                  </a:lnTo>
                  <a:lnTo>
                    <a:pt x="26606" y="98112"/>
                  </a:lnTo>
                  <a:lnTo>
                    <a:pt x="25378" y="98804"/>
                  </a:lnTo>
                  <a:lnTo>
                    <a:pt x="25019" y="99007"/>
                  </a:lnTo>
                  <a:lnTo>
                    <a:pt x="24628" y="99228"/>
                  </a:lnTo>
                  <a:lnTo>
                    <a:pt x="23412" y="99914"/>
                  </a:lnTo>
                  <a:lnTo>
                    <a:pt x="21966" y="100730"/>
                  </a:lnTo>
                  <a:lnTo>
                    <a:pt x="19628" y="101596"/>
                  </a:lnTo>
                  <a:lnTo>
                    <a:pt x="18246" y="102108"/>
                  </a:lnTo>
                  <a:lnTo>
                    <a:pt x="17381" y="102429"/>
                  </a:lnTo>
                  <a:lnTo>
                    <a:pt x="15460" y="102969"/>
                  </a:lnTo>
                  <a:lnTo>
                    <a:pt x="14382" y="103272"/>
                  </a:lnTo>
                  <a:lnTo>
                    <a:pt x="13712" y="103460"/>
                  </a:lnTo>
                  <a:lnTo>
                    <a:pt x="13603" y="103714"/>
                  </a:lnTo>
                  <a:lnTo>
                    <a:pt x="13195" y="104654"/>
                  </a:lnTo>
                  <a:lnTo>
                    <a:pt x="12121" y="104276"/>
                  </a:lnTo>
                  <a:lnTo>
                    <a:pt x="10265" y="103622"/>
                  </a:lnTo>
                  <a:lnTo>
                    <a:pt x="9809" y="103461"/>
                  </a:lnTo>
                  <a:lnTo>
                    <a:pt x="9221" y="103202"/>
                  </a:lnTo>
                  <a:lnTo>
                    <a:pt x="6853" y="102158"/>
                  </a:lnTo>
                  <a:lnTo>
                    <a:pt x="5704" y="101652"/>
                  </a:lnTo>
                  <a:lnTo>
                    <a:pt x="5272" y="101369"/>
                  </a:lnTo>
                  <a:lnTo>
                    <a:pt x="4046" y="100565"/>
                  </a:lnTo>
                  <a:lnTo>
                    <a:pt x="3651" y="100306"/>
                  </a:lnTo>
                  <a:lnTo>
                    <a:pt x="3139" y="99970"/>
                  </a:lnTo>
                  <a:lnTo>
                    <a:pt x="2419" y="99499"/>
                  </a:lnTo>
                  <a:lnTo>
                    <a:pt x="1826" y="98479"/>
                  </a:lnTo>
                  <a:lnTo>
                    <a:pt x="1061" y="96484"/>
                  </a:lnTo>
                  <a:lnTo>
                    <a:pt x="1008" y="96141"/>
                  </a:lnTo>
                  <a:lnTo>
                    <a:pt x="845" y="95068"/>
                  </a:lnTo>
                  <a:lnTo>
                    <a:pt x="613" y="93552"/>
                  </a:lnTo>
                  <a:lnTo>
                    <a:pt x="560" y="92162"/>
                  </a:lnTo>
                  <a:lnTo>
                    <a:pt x="0" y="88127"/>
                  </a:lnTo>
                  <a:lnTo>
                    <a:pt x="675" y="86520"/>
                  </a:lnTo>
                  <a:lnTo>
                    <a:pt x="1075" y="86080"/>
                  </a:lnTo>
                  <a:lnTo>
                    <a:pt x="1665" y="85432"/>
                  </a:lnTo>
                  <a:lnTo>
                    <a:pt x="2642" y="84357"/>
                  </a:lnTo>
                  <a:lnTo>
                    <a:pt x="2763" y="84224"/>
                  </a:lnTo>
                  <a:lnTo>
                    <a:pt x="3156" y="83793"/>
                  </a:lnTo>
                  <a:lnTo>
                    <a:pt x="4346" y="82526"/>
                  </a:lnTo>
                  <a:lnTo>
                    <a:pt x="6219" y="80618"/>
                  </a:lnTo>
                  <a:lnTo>
                    <a:pt x="8098" y="78704"/>
                  </a:lnTo>
                  <a:lnTo>
                    <a:pt x="15648" y="70809"/>
                  </a:lnTo>
                  <a:lnTo>
                    <a:pt x="18157" y="69286"/>
                  </a:lnTo>
                  <a:lnTo>
                    <a:pt x="20606" y="68402"/>
                  </a:lnTo>
                  <a:lnTo>
                    <a:pt x="22477" y="67728"/>
                  </a:lnTo>
                  <a:lnTo>
                    <a:pt x="25809" y="65199"/>
                  </a:lnTo>
                  <a:lnTo>
                    <a:pt x="27003" y="64059"/>
                  </a:lnTo>
                  <a:lnTo>
                    <a:pt x="27199" y="63872"/>
                  </a:lnTo>
                  <a:lnTo>
                    <a:pt x="27889" y="63213"/>
                  </a:lnTo>
                  <a:lnTo>
                    <a:pt x="31165" y="60084"/>
                  </a:lnTo>
                  <a:lnTo>
                    <a:pt x="32137" y="59156"/>
                  </a:lnTo>
                  <a:lnTo>
                    <a:pt x="32382" y="58922"/>
                  </a:lnTo>
                  <a:lnTo>
                    <a:pt x="33557" y="57800"/>
                  </a:lnTo>
                  <a:lnTo>
                    <a:pt x="33762" y="57604"/>
                  </a:lnTo>
                  <a:lnTo>
                    <a:pt x="36324" y="55158"/>
                  </a:lnTo>
                  <a:lnTo>
                    <a:pt x="36594" y="54900"/>
                  </a:lnTo>
                  <a:lnTo>
                    <a:pt x="40187" y="51468"/>
                  </a:lnTo>
                  <a:lnTo>
                    <a:pt x="45385" y="46540"/>
                  </a:lnTo>
                  <a:lnTo>
                    <a:pt x="47418" y="44621"/>
                  </a:lnTo>
                  <a:lnTo>
                    <a:pt x="49812" y="42360"/>
                  </a:lnTo>
                  <a:lnTo>
                    <a:pt x="49969" y="42212"/>
                  </a:lnTo>
                  <a:lnTo>
                    <a:pt x="50161" y="42031"/>
                  </a:lnTo>
                  <a:lnTo>
                    <a:pt x="50908" y="41326"/>
                  </a:lnTo>
                  <a:lnTo>
                    <a:pt x="52823" y="39517"/>
                  </a:lnTo>
                  <a:lnTo>
                    <a:pt x="53840" y="38557"/>
                  </a:lnTo>
                  <a:lnTo>
                    <a:pt x="54967" y="37494"/>
                  </a:lnTo>
                  <a:lnTo>
                    <a:pt x="60106" y="32641"/>
                  </a:lnTo>
                  <a:lnTo>
                    <a:pt x="67061" y="26075"/>
                  </a:lnTo>
                  <a:lnTo>
                    <a:pt x="67573" y="25592"/>
                  </a:lnTo>
                  <a:lnTo>
                    <a:pt x="68281" y="24934"/>
                  </a:lnTo>
                  <a:lnTo>
                    <a:pt x="72643" y="20889"/>
                  </a:lnTo>
                  <a:lnTo>
                    <a:pt x="73265" y="20312"/>
                  </a:lnTo>
                  <a:lnTo>
                    <a:pt x="73919" y="19706"/>
                  </a:lnTo>
                  <a:lnTo>
                    <a:pt x="74158" y="19483"/>
                  </a:lnTo>
                  <a:lnTo>
                    <a:pt x="74969" y="18732"/>
                  </a:lnTo>
                  <a:lnTo>
                    <a:pt x="75222" y="18497"/>
                  </a:lnTo>
                  <a:lnTo>
                    <a:pt x="75541" y="18201"/>
                  </a:lnTo>
                  <a:lnTo>
                    <a:pt x="77553" y="16335"/>
                  </a:lnTo>
                  <a:lnTo>
                    <a:pt x="82229" y="11997"/>
                  </a:lnTo>
                  <a:lnTo>
                    <a:pt x="82740" y="11523"/>
                  </a:lnTo>
                  <a:lnTo>
                    <a:pt x="85485" y="8977"/>
                  </a:lnTo>
                  <a:lnTo>
                    <a:pt x="85704" y="8774"/>
                  </a:lnTo>
                  <a:lnTo>
                    <a:pt x="88698" y="5997"/>
                  </a:lnTo>
                  <a:lnTo>
                    <a:pt x="88826" y="5878"/>
                  </a:lnTo>
                  <a:lnTo>
                    <a:pt x="89738" y="5032"/>
                  </a:lnTo>
                  <a:lnTo>
                    <a:pt x="90697" y="4142"/>
                  </a:lnTo>
                  <a:lnTo>
                    <a:pt x="95611" y="0"/>
                  </a:lnTo>
                  <a:lnTo>
                    <a:pt x="95908" y="215"/>
                  </a:lnTo>
                  <a:lnTo>
                    <a:pt x="96752" y="828"/>
                  </a:lnTo>
                  <a:lnTo>
                    <a:pt x="97534" y="1394"/>
                  </a:lnTo>
                  <a:lnTo>
                    <a:pt x="98290" y="1960"/>
                  </a:lnTo>
                  <a:lnTo>
                    <a:pt x="98799" y="2340"/>
                  </a:lnTo>
                  <a:lnTo>
                    <a:pt x="99709" y="3021"/>
                  </a:lnTo>
                  <a:lnTo>
                    <a:pt x="100039" y="3302"/>
                  </a:lnTo>
                  <a:lnTo>
                    <a:pt x="101988" y="4963"/>
                  </a:lnTo>
                  <a:lnTo>
                    <a:pt x="104148" y="6805"/>
                  </a:lnTo>
                  <a:lnTo>
                    <a:pt x="105207" y="7708"/>
                  </a:lnTo>
                  <a:lnTo>
                    <a:pt x="108776" y="10751"/>
                  </a:lnTo>
                  <a:lnTo>
                    <a:pt x="109319" y="11280"/>
                  </a:lnTo>
                  <a:lnTo>
                    <a:pt x="110426" y="12358"/>
                  </a:lnTo>
                  <a:lnTo>
                    <a:pt x="112623" y="14498"/>
                  </a:lnTo>
                  <a:lnTo>
                    <a:pt x="116508" y="18283"/>
                  </a:lnTo>
                  <a:lnTo>
                    <a:pt x="117139" y="18898"/>
                  </a:lnTo>
                  <a:lnTo>
                    <a:pt x="117319" y="19052"/>
                  </a:lnTo>
                  <a:lnTo>
                    <a:pt x="121008" y="22229"/>
                  </a:lnTo>
                  <a:lnTo>
                    <a:pt x="121391" y="22559"/>
                  </a:lnTo>
                  <a:lnTo>
                    <a:pt x="124620" y="25339"/>
                  </a:lnTo>
                  <a:lnTo>
                    <a:pt x="126049" y="26859"/>
                  </a:lnTo>
                  <a:lnTo>
                    <a:pt x="129778" y="30826"/>
                  </a:lnTo>
                  <a:lnTo>
                    <a:pt x="130531" y="31627"/>
                  </a:lnTo>
                  <a:lnTo>
                    <a:pt x="131043" y="32172"/>
                  </a:lnTo>
                  <a:lnTo>
                    <a:pt x="133948" y="35262"/>
                  </a:lnTo>
                  <a:lnTo>
                    <a:pt x="134127" y="35492"/>
                  </a:lnTo>
                  <a:lnTo>
                    <a:pt x="134326" y="35747"/>
                  </a:lnTo>
                  <a:lnTo>
                    <a:pt x="137665" y="40031"/>
                  </a:lnTo>
                  <a:lnTo>
                    <a:pt x="138083" y="40490"/>
                  </a:lnTo>
                  <a:lnTo>
                    <a:pt x="139399" y="41934"/>
                  </a:lnTo>
                  <a:lnTo>
                    <a:pt x="142194" y="45002"/>
                  </a:lnTo>
                  <a:lnTo>
                    <a:pt x="142478" y="45260"/>
                  </a:lnTo>
                  <a:lnTo>
                    <a:pt x="142657" y="45469"/>
                  </a:lnTo>
                  <a:lnTo>
                    <a:pt x="142855" y="45700"/>
                  </a:lnTo>
                  <a:lnTo>
                    <a:pt x="143223" y="46131"/>
                  </a:lnTo>
                  <a:lnTo>
                    <a:pt x="144555" y="47687"/>
                  </a:lnTo>
                  <a:lnTo>
                    <a:pt x="145861" y="49213"/>
                  </a:lnTo>
                  <a:lnTo>
                    <a:pt x="146364" y="49801"/>
                  </a:lnTo>
                  <a:lnTo>
                    <a:pt x="147747" y="51416"/>
                  </a:lnTo>
                  <a:lnTo>
                    <a:pt x="148789" y="52634"/>
                  </a:lnTo>
                  <a:lnTo>
                    <a:pt x="149987" y="54034"/>
                  </a:lnTo>
                  <a:lnTo>
                    <a:pt x="150557" y="54700"/>
                  </a:lnTo>
                  <a:lnTo>
                    <a:pt x="150946" y="55155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472296" y="2684388"/>
              <a:ext cx="122920" cy="169922"/>
            </a:xfrm>
            <a:custGeom>
              <a:avLst/>
              <a:pathLst>
                <a:path w="122920" h="169922">
                  <a:moveTo>
                    <a:pt x="78141" y="63858"/>
                  </a:moveTo>
                  <a:lnTo>
                    <a:pt x="79204" y="65855"/>
                  </a:lnTo>
                  <a:lnTo>
                    <a:pt x="81256" y="69689"/>
                  </a:lnTo>
                  <a:lnTo>
                    <a:pt x="81385" y="69929"/>
                  </a:lnTo>
                  <a:lnTo>
                    <a:pt x="79744" y="73194"/>
                  </a:lnTo>
                  <a:lnTo>
                    <a:pt x="79193" y="74291"/>
                  </a:lnTo>
                  <a:lnTo>
                    <a:pt x="76648" y="74697"/>
                  </a:lnTo>
                  <a:lnTo>
                    <a:pt x="76159" y="74775"/>
                  </a:lnTo>
                  <a:lnTo>
                    <a:pt x="74492" y="75041"/>
                  </a:lnTo>
                  <a:lnTo>
                    <a:pt x="72825" y="75308"/>
                  </a:lnTo>
                  <a:lnTo>
                    <a:pt x="71737" y="75481"/>
                  </a:lnTo>
                  <a:lnTo>
                    <a:pt x="70944" y="75608"/>
                  </a:lnTo>
                  <a:lnTo>
                    <a:pt x="69898" y="75775"/>
                  </a:lnTo>
                  <a:lnTo>
                    <a:pt x="68700" y="75966"/>
                  </a:lnTo>
                  <a:lnTo>
                    <a:pt x="62389" y="76974"/>
                  </a:lnTo>
                  <a:lnTo>
                    <a:pt x="60544" y="77269"/>
                  </a:lnTo>
                  <a:lnTo>
                    <a:pt x="60101" y="77339"/>
                  </a:lnTo>
                  <a:lnTo>
                    <a:pt x="58849" y="77574"/>
                  </a:lnTo>
                  <a:lnTo>
                    <a:pt x="58177" y="77905"/>
                  </a:lnTo>
                  <a:lnTo>
                    <a:pt x="57757" y="78111"/>
                  </a:lnTo>
                  <a:lnTo>
                    <a:pt x="57533" y="78222"/>
                  </a:lnTo>
                  <a:lnTo>
                    <a:pt x="57365" y="78304"/>
                  </a:lnTo>
                  <a:lnTo>
                    <a:pt x="57000" y="78484"/>
                  </a:lnTo>
                  <a:lnTo>
                    <a:pt x="56860" y="78553"/>
                  </a:lnTo>
                  <a:lnTo>
                    <a:pt x="56603" y="78679"/>
                  </a:lnTo>
                  <a:lnTo>
                    <a:pt x="56166" y="78894"/>
                  </a:lnTo>
                  <a:lnTo>
                    <a:pt x="55502" y="79221"/>
                  </a:lnTo>
                  <a:lnTo>
                    <a:pt x="55239" y="79403"/>
                  </a:lnTo>
                  <a:lnTo>
                    <a:pt x="55046" y="79631"/>
                  </a:lnTo>
                  <a:lnTo>
                    <a:pt x="54759" y="79969"/>
                  </a:lnTo>
                  <a:lnTo>
                    <a:pt x="54215" y="80608"/>
                  </a:lnTo>
                  <a:lnTo>
                    <a:pt x="53662" y="81258"/>
                  </a:lnTo>
                  <a:lnTo>
                    <a:pt x="53151" y="81860"/>
                  </a:lnTo>
                  <a:lnTo>
                    <a:pt x="52723" y="82364"/>
                  </a:lnTo>
                  <a:lnTo>
                    <a:pt x="52302" y="82859"/>
                  </a:lnTo>
                  <a:lnTo>
                    <a:pt x="52035" y="83173"/>
                  </a:lnTo>
                  <a:lnTo>
                    <a:pt x="51780" y="83474"/>
                  </a:lnTo>
                  <a:lnTo>
                    <a:pt x="52059" y="83755"/>
                  </a:lnTo>
                  <a:lnTo>
                    <a:pt x="54780" y="86499"/>
                  </a:lnTo>
                  <a:lnTo>
                    <a:pt x="55597" y="87433"/>
                  </a:lnTo>
                  <a:lnTo>
                    <a:pt x="50978" y="91949"/>
                  </a:lnTo>
                  <a:lnTo>
                    <a:pt x="51555" y="92609"/>
                  </a:lnTo>
                  <a:lnTo>
                    <a:pt x="51773" y="92858"/>
                  </a:lnTo>
                  <a:lnTo>
                    <a:pt x="52203" y="93349"/>
                  </a:lnTo>
                  <a:lnTo>
                    <a:pt x="57361" y="99247"/>
                  </a:lnTo>
                  <a:lnTo>
                    <a:pt x="57694" y="99628"/>
                  </a:lnTo>
                  <a:lnTo>
                    <a:pt x="58227" y="100237"/>
                  </a:lnTo>
                  <a:lnTo>
                    <a:pt x="58386" y="100419"/>
                  </a:lnTo>
                  <a:lnTo>
                    <a:pt x="59342" y="101512"/>
                  </a:lnTo>
                  <a:lnTo>
                    <a:pt x="60703" y="103068"/>
                  </a:lnTo>
                  <a:lnTo>
                    <a:pt x="60862" y="103250"/>
                  </a:lnTo>
                  <a:lnTo>
                    <a:pt x="62142" y="104713"/>
                  </a:lnTo>
                  <a:lnTo>
                    <a:pt x="62262" y="104851"/>
                  </a:lnTo>
                  <a:lnTo>
                    <a:pt x="64914" y="107894"/>
                  </a:lnTo>
                  <a:lnTo>
                    <a:pt x="74692" y="99047"/>
                  </a:lnTo>
                  <a:lnTo>
                    <a:pt x="74916" y="98845"/>
                  </a:lnTo>
                  <a:lnTo>
                    <a:pt x="75194" y="98593"/>
                  </a:lnTo>
                  <a:lnTo>
                    <a:pt x="78694" y="95420"/>
                  </a:lnTo>
                  <a:lnTo>
                    <a:pt x="79200" y="94960"/>
                  </a:lnTo>
                  <a:lnTo>
                    <a:pt x="80070" y="95693"/>
                  </a:lnTo>
                  <a:lnTo>
                    <a:pt x="80209" y="95810"/>
                  </a:lnTo>
                  <a:lnTo>
                    <a:pt x="82953" y="98121"/>
                  </a:lnTo>
                  <a:lnTo>
                    <a:pt x="83456" y="98545"/>
                  </a:lnTo>
                  <a:lnTo>
                    <a:pt x="85292" y="100475"/>
                  </a:lnTo>
                  <a:lnTo>
                    <a:pt x="88843" y="104208"/>
                  </a:lnTo>
                  <a:lnTo>
                    <a:pt x="90133" y="105565"/>
                  </a:lnTo>
                  <a:lnTo>
                    <a:pt x="92457" y="108008"/>
                  </a:lnTo>
                  <a:lnTo>
                    <a:pt x="92829" y="108398"/>
                  </a:lnTo>
                  <a:lnTo>
                    <a:pt x="100572" y="115688"/>
                  </a:lnTo>
                  <a:lnTo>
                    <a:pt x="101146" y="116221"/>
                  </a:lnTo>
                  <a:lnTo>
                    <a:pt x="109067" y="124113"/>
                  </a:lnTo>
                  <a:lnTo>
                    <a:pt x="109427" y="124475"/>
                  </a:lnTo>
                  <a:lnTo>
                    <a:pt x="114692" y="129757"/>
                  </a:lnTo>
                  <a:lnTo>
                    <a:pt x="118569" y="133648"/>
                  </a:lnTo>
                  <a:lnTo>
                    <a:pt x="118760" y="133839"/>
                  </a:lnTo>
                  <a:lnTo>
                    <a:pt x="118927" y="134007"/>
                  </a:lnTo>
                  <a:lnTo>
                    <a:pt x="122602" y="137694"/>
                  </a:lnTo>
                  <a:lnTo>
                    <a:pt x="122920" y="138018"/>
                  </a:lnTo>
                  <a:lnTo>
                    <a:pt x="118354" y="141285"/>
                  </a:lnTo>
                  <a:lnTo>
                    <a:pt x="115468" y="143717"/>
                  </a:lnTo>
                  <a:lnTo>
                    <a:pt x="115036" y="144080"/>
                  </a:lnTo>
                  <a:lnTo>
                    <a:pt x="111209" y="147305"/>
                  </a:lnTo>
                  <a:lnTo>
                    <a:pt x="108923" y="146006"/>
                  </a:lnTo>
                  <a:lnTo>
                    <a:pt x="108635" y="146237"/>
                  </a:lnTo>
                  <a:lnTo>
                    <a:pt x="107661" y="147017"/>
                  </a:lnTo>
                  <a:lnTo>
                    <a:pt x="101921" y="151615"/>
                  </a:lnTo>
                  <a:lnTo>
                    <a:pt x="101600" y="151871"/>
                  </a:lnTo>
                  <a:lnTo>
                    <a:pt x="97694" y="155000"/>
                  </a:lnTo>
                  <a:lnTo>
                    <a:pt x="98103" y="155462"/>
                  </a:lnTo>
                  <a:lnTo>
                    <a:pt x="99114" y="156607"/>
                  </a:lnTo>
                  <a:lnTo>
                    <a:pt x="100718" y="158424"/>
                  </a:lnTo>
                  <a:lnTo>
                    <a:pt x="103341" y="161393"/>
                  </a:lnTo>
                  <a:lnTo>
                    <a:pt x="106530" y="165004"/>
                  </a:lnTo>
                  <a:lnTo>
                    <a:pt x="100435" y="169922"/>
                  </a:lnTo>
                  <a:lnTo>
                    <a:pt x="99037" y="168418"/>
                  </a:lnTo>
                  <a:lnTo>
                    <a:pt x="98555" y="167901"/>
                  </a:lnTo>
                  <a:lnTo>
                    <a:pt x="92655" y="161455"/>
                  </a:lnTo>
                  <a:lnTo>
                    <a:pt x="91668" y="160170"/>
                  </a:lnTo>
                  <a:lnTo>
                    <a:pt x="89101" y="156826"/>
                  </a:lnTo>
                  <a:lnTo>
                    <a:pt x="78175" y="142599"/>
                  </a:lnTo>
                  <a:lnTo>
                    <a:pt x="74562" y="137893"/>
                  </a:lnTo>
                  <a:lnTo>
                    <a:pt x="70706" y="133258"/>
                  </a:lnTo>
                  <a:lnTo>
                    <a:pt x="70332" y="132852"/>
                  </a:lnTo>
                  <a:lnTo>
                    <a:pt x="68544" y="130911"/>
                  </a:lnTo>
                  <a:lnTo>
                    <a:pt x="67651" y="129965"/>
                  </a:lnTo>
                  <a:lnTo>
                    <a:pt x="64422" y="126545"/>
                  </a:lnTo>
                  <a:lnTo>
                    <a:pt x="64025" y="126125"/>
                  </a:lnTo>
                  <a:lnTo>
                    <a:pt x="62230" y="124224"/>
                  </a:lnTo>
                  <a:lnTo>
                    <a:pt x="61786" y="123754"/>
                  </a:lnTo>
                  <a:lnTo>
                    <a:pt x="61185" y="123117"/>
                  </a:lnTo>
                  <a:lnTo>
                    <a:pt x="60878" y="122793"/>
                  </a:lnTo>
                  <a:lnTo>
                    <a:pt x="60057" y="121923"/>
                  </a:lnTo>
                  <a:lnTo>
                    <a:pt x="59824" y="121676"/>
                  </a:lnTo>
                  <a:lnTo>
                    <a:pt x="59534" y="121369"/>
                  </a:lnTo>
                  <a:lnTo>
                    <a:pt x="59170" y="120983"/>
                  </a:lnTo>
                  <a:lnTo>
                    <a:pt x="58632" y="120407"/>
                  </a:lnTo>
                  <a:lnTo>
                    <a:pt x="58512" y="120268"/>
                  </a:lnTo>
                  <a:lnTo>
                    <a:pt x="57802" y="119437"/>
                  </a:lnTo>
                  <a:lnTo>
                    <a:pt x="57361" y="118922"/>
                  </a:lnTo>
                  <a:lnTo>
                    <a:pt x="56682" y="118129"/>
                  </a:lnTo>
                  <a:lnTo>
                    <a:pt x="55923" y="117243"/>
                  </a:lnTo>
                  <a:lnTo>
                    <a:pt x="55745" y="117035"/>
                  </a:lnTo>
                  <a:lnTo>
                    <a:pt x="55512" y="116762"/>
                  </a:lnTo>
                  <a:lnTo>
                    <a:pt x="55177" y="116370"/>
                  </a:lnTo>
                  <a:lnTo>
                    <a:pt x="55006" y="116170"/>
                  </a:lnTo>
                  <a:lnTo>
                    <a:pt x="54436" y="115504"/>
                  </a:lnTo>
                  <a:lnTo>
                    <a:pt x="53238" y="114105"/>
                  </a:lnTo>
                  <a:lnTo>
                    <a:pt x="52196" y="112887"/>
                  </a:lnTo>
                  <a:lnTo>
                    <a:pt x="50712" y="111153"/>
                  </a:lnTo>
                  <a:lnTo>
                    <a:pt x="50310" y="110683"/>
                  </a:lnTo>
                  <a:lnTo>
                    <a:pt x="49004" y="109157"/>
                  </a:lnTo>
                  <a:lnTo>
                    <a:pt x="47672" y="107601"/>
                  </a:lnTo>
                  <a:lnTo>
                    <a:pt x="47304" y="107170"/>
                  </a:lnTo>
                  <a:lnTo>
                    <a:pt x="47045" y="106868"/>
                  </a:lnTo>
                  <a:lnTo>
                    <a:pt x="46927" y="106730"/>
                  </a:lnTo>
                  <a:lnTo>
                    <a:pt x="46643" y="106472"/>
                  </a:lnTo>
                  <a:lnTo>
                    <a:pt x="43848" y="103404"/>
                  </a:lnTo>
                  <a:lnTo>
                    <a:pt x="42532" y="101960"/>
                  </a:lnTo>
                  <a:lnTo>
                    <a:pt x="42114" y="101502"/>
                  </a:lnTo>
                  <a:lnTo>
                    <a:pt x="38775" y="97217"/>
                  </a:lnTo>
                  <a:lnTo>
                    <a:pt x="38576" y="96962"/>
                  </a:lnTo>
                  <a:lnTo>
                    <a:pt x="38397" y="96732"/>
                  </a:lnTo>
                  <a:lnTo>
                    <a:pt x="35393" y="93537"/>
                  </a:lnTo>
                  <a:lnTo>
                    <a:pt x="34980" y="93097"/>
                  </a:lnTo>
                  <a:lnTo>
                    <a:pt x="34227" y="92296"/>
                  </a:lnTo>
                  <a:lnTo>
                    <a:pt x="30498" y="88329"/>
                  </a:lnTo>
                  <a:lnTo>
                    <a:pt x="29069" y="86809"/>
                  </a:lnTo>
                  <a:lnTo>
                    <a:pt x="25840" y="84029"/>
                  </a:lnTo>
                  <a:lnTo>
                    <a:pt x="25457" y="83699"/>
                  </a:lnTo>
                  <a:lnTo>
                    <a:pt x="21768" y="80523"/>
                  </a:lnTo>
                  <a:lnTo>
                    <a:pt x="21588" y="80368"/>
                  </a:lnTo>
                  <a:lnTo>
                    <a:pt x="20957" y="79753"/>
                  </a:lnTo>
                  <a:lnTo>
                    <a:pt x="17023" y="75921"/>
                  </a:lnTo>
                  <a:lnTo>
                    <a:pt x="14875" y="73828"/>
                  </a:lnTo>
                  <a:lnTo>
                    <a:pt x="13768" y="72750"/>
                  </a:lnTo>
                  <a:lnTo>
                    <a:pt x="13225" y="72222"/>
                  </a:lnTo>
                  <a:lnTo>
                    <a:pt x="9656" y="69178"/>
                  </a:lnTo>
                  <a:lnTo>
                    <a:pt x="8597" y="68275"/>
                  </a:lnTo>
                  <a:lnTo>
                    <a:pt x="6437" y="66433"/>
                  </a:lnTo>
                  <a:lnTo>
                    <a:pt x="4488" y="64772"/>
                  </a:lnTo>
                  <a:lnTo>
                    <a:pt x="4158" y="64491"/>
                  </a:lnTo>
                  <a:lnTo>
                    <a:pt x="3248" y="63810"/>
                  </a:lnTo>
                  <a:lnTo>
                    <a:pt x="2739" y="63430"/>
                  </a:lnTo>
                  <a:lnTo>
                    <a:pt x="1983" y="62865"/>
                  </a:lnTo>
                  <a:lnTo>
                    <a:pt x="1166" y="62272"/>
                  </a:lnTo>
                  <a:lnTo>
                    <a:pt x="357" y="61685"/>
                  </a:lnTo>
                  <a:lnTo>
                    <a:pt x="0" y="61111"/>
                  </a:lnTo>
                  <a:lnTo>
                    <a:pt x="352" y="60784"/>
                  </a:lnTo>
                  <a:lnTo>
                    <a:pt x="565" y="60587"/>
                  </a:lnTo>
                  <a:lnTo>
                    <a:pt x="784" y="60384"/>
                  </a:lnTo>
                  <a:lnTo>
                    <a:pt x="960" y="60221"/>
                  </a:lnTo>
                  <a:lnTo>
                    <a:pt x="1211" y="59988"/>
                  </a:lnTo>
                  <a:lnTo>
                    <a:pt x="1499" y="59721"/>
                  </a:lnTo>
                  <a:lnTo>
                    <a:pt x="1693" y="59538"/>
                  </a:lnTo>
                  <a:lnTo>
                    <a:pt x="2028" y="59224"/>
                  </a:lnTo>
                  <a:lnTo>
                    <a:pt x="2268" y="58997"/>
                  </a:lnTo>
                  <a:lnTo>
                    <a:pt x="2528" y="58754"/>
                  </a:lnTo>
                  <a:lnTo>
                    <a:pt x="2777" y="58519"/>
                  </a:lnTo>
                  <a:lnTo>
                    <a:pt x="2961" y="58346"/>
                  </a:lnTo>
                  <a:lnTo>
                    <a:pt x="3212" y="58100"/>
                  </a:lnTo>
                  <a:lnTo>
                    <a:pt x="5137" y="56217"/>
                  </a:lnTo>
                  <a:lnTo>
                    <a:pt x="7165" y="53856"/>
                  </a:lnTo>
                  <a:lnTo>
                    <a:pt x="7919" y="52788"/>
                  </a:lnTo>
                  <a:lnTo>
                    <a:pt x="5444" y="50865"/>
                  </a:lnTo>
                  <a:lnTo>
                    <a:pt x="7510" y="46193"/>
                  </a:lnTo>
                  <a:lnTo>
                    <a:pt x="8064" y="44940"/>
                  </a:lnTo>
                  <a:lnTo>
                    <a:pt x="6966" y="44319"/>
                  </a:lnTo>
                  <a:lnTo>
                    <a:pt x="12153" y="35128"/>
                  </a:lnTo>
                  <a:lnTo>
                    <a:pt x="10263" y="26787"/>
                  </a:lnTo>
                  <a:lnTo>
                    <a:pt x="9514" y="23477"/>
                  </a:lnTo>
                  <a:lnTo>
                    <a:pt x="9347" y="22781"/>
                  </a:lnTo>
                  <a:lnTo>
                    <a:pt x="8459" y="19074"/>
                  </a:lnTo>
                  <a:lnTo>
                    <a:pt x="7897" y="13934"/>
                  </a:lnTo>
                  <a:lnTo>
                    <a:pt x="7625" y="9840"/>
                  </a:lnTo>
                  <a:lnTo>
                    <a:pt x="7801" y="6340"/>
                  </a:lnTo>
                  <a:lnTo>
                    <a:pt x="8399" y="3151"/>
                  </a:lnTo>
                  <a:lnTo>
                    <a:pt x="8351" y="0"/>
                  </a:lnTo>
                  <a:lnTo>
                    <a:pt x="8863" y="134"/>
                  </a:lnTo>
                  <a:lnTo>
                    <a:pt x="17070" y="1257"/>
                  </a:lnTo>
                  <a:lnTo>
                    <a:pt x="21213" y="1721"/>
                  </a:lnTo>
                  <a:lnTo>
                    <a:pt x="27869" y="2467"/>
                  </a:lnTo>
                  <a:lnTo>
                    <a:pt x="30172" y="3652"/>
                  </a:lnTo>
                  <a:lnTo>
                    <a:pt x="30892" y="4022"/>
                  </a:lnTo>
                  <a:lnTo>
                    <a:pt x="36248" y="3676"/>
                  </a:lnTo>
                  <a:lnTo>
                    <a:pt x="39882" y="3959"/>
                  </a:lnTo>
                  <a:lnTo>
                    <a:pt x="44023" y="4281"/>
                  </a:lnTo>
                  <a:lnTo>
                    <a:pt x="48429" y="5490"/>
                  </a:lnTo>
                  <a:lnTo>
                    <a:pt x="59335" y="8267"/>
                  </a:lnTo>
                  <a:lnTo>
                    <a:pt x="72118" y="9811"/>
                  </a:lnTo>
                  <a:lnTo>
                    <a:pt x="78049" y="9833"/>
                  </a:lnTo>
                  <a:lnTo>
                    <a:pt x="80736" y="9842"/>
                  </a:lnTo>
                  <a:lnTo>
                    <a:pt x="81262" y="9844"/>
                  </a:lnTo>
                  <a:lnTo>
                    <a:pt x="83822" y="10431"/>
                  </a:lnTo>
                  <a:lnTo>
                    <a:pt x="79554" y="16457"/>
                  </a:lnTo>
                  <a:lnTo>
                    <a:pt x="79309" y="16803"/>
                  </a:lnTo>
                  <a:lnTo>
                    <a:pt x="79128" y="17136"/>
                  </a:lnTo>
                  <a:lnTo>
                    <a:pt x="78301" y="18735"/>
                  </a:lnTo>
                  <a:lnTo>
                    <a:pt x="79980" y="19746"/>
                  </a:lnTo>
                  <a:lnTo>
                    <a:pt x="81103" y="20474"/>
                  </a:lnTo>
                  <a:lnTo>
                    <a:pt x="81492" y="20725"/>
                  </a:lnTo>
                  <a:lnTo>
                    <a:pt x="81777" y="20910"/>
                  </a:lnTo>
                  <a:lnTo>
                    <a:pt x="84118" y="21952"/>
                  </a:lnTo>
                  <a:lnTo>
                    <a:pt x="85199" y="22739"/>
                  </a:lnTo>
                  <a:lnTo>
                    <a:pt x="85399" y="22884"/>
                  </a:lnTo>
                  <a:lnTo>
                    <a:pt x="85473" y="23675"/>
                  </a:lnTo>
                  <a:lnTo>
                    <a:pt x="85539" y="24375"/>
                  </a:lnTo>
                  <a:lnTo>
                    <a:pt x="85307" y="24773"/>
                  </a:lnTo>
                  <a:lnTo>
                    <a:pt x="84019" y="26983"/>
                  </a:lnTo>
                  <a:lnTo>
                    <a:pt x="83450" y="27959"/>
                  </a:lnTo>
                  <a:lnTo>
                    <a:pt x="81083" y="32009"/>
                  </a:lnTo>
                  <a:lnTo>
                    <a:pt x="77753" y="36933"/>
                  </a:lnTo>
                  <a:lnTo>
                    <a:pt x="76325" y="39018"/>
                  </a:lnTo>
                  <a:lnTo>
                    <a:pt x="76275" y="39154"/>
                  </a:lnTo>
                  <a:lnTo>
                    <a:pt x="74382" y="44226"/>
                  </a:lnTo>
                  <a:lnTo>
                    <a:pt x="73006" y="46808"/>
                  </a:lnTo>
                  <a:lnTo>
                    <a:pt x="72326" y="47506"/>
                  </a:lnTo>
                  <a:lnTo>
                    <a:pt x="71758" y="48089"/>
                  </a:lnTo>
                  <a:lnTo>
                    <a:pt x="71643" y="48511"/>
                  </a:lnTo>
                  <a:lnTo>
                    <a:pt x="71305" y="49751"/>
                  </a:lnTo>
                  <a:lnTo>
                    <a:pt x="71137" y="50365"/>
                  </a:lnTo>
                  <a:lnTo>
                    <a:pt x="71070" y="50613"/>
                  </a:lnTo>
                  <a:lnTo>
                    <a:pt x="71587" y="51598"/>
                  </a:lnTo>
                  <a:lnTo>
                    <a:pt x="72358" y="53064"/>
                  </a:lnTo>
                  <a:lnTo>
                    <a:pt x="72936" y="54163"/>
                  </a:lnTo>
                  <a:lnTo>
                    <a:pt x="73078" y="54433"/>
                  </a:lnTo>
                  <a:lnTo>
                    <a:pt x="73970" y="56075"/>
                  </a:lnTo>
                  <a:lnTo>
                    <a:pt x="74521" y="57089"/>
                  </a:lnTo>
                  <a:lnTo>
                    <a:pt x="74592" y="57220"/>
                  </a:lnTo>
                  <a:lnTo>
                    <a:pt x="75423" y="58751"/>
                  </a:lnTo>
                  <a:lnTo>
                    <a:pt x="75540" y="58970"/>
                  </a:lnTo>
                  <a:lnTo>
                    <a:pt x="77606" y="62853"/>
                  </a:lnTo>
                  <a:lnTo>
                    <a:pt x="77865" y="63339"/>
                  </a:lnTo>
                  <a:lnTo>
                    <a:pt x="77946" y="63491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305815" y="2659789"/>
              <a:ext cx="178633" cy="186381"/>
            </a:xfrm>
            <a:custGeom>
              <a:avLst/>
              <a:pathLst>
                <a:path w="178633" h="186381">
                  <a:moveTo>
                    <a:pt x="174105" y="34439"/>
                  </a:moveTo>
                  <a:lnTo>
                    <a:pt x="174377" y="38533"/>
                  </a:lnTo>
                  <a:lnTo>
                    <a:pt x="174939" y="43673"/>
                  </a:lnTo>
                  <a:lnTo>
                    <a:pt x="175827" y="47381"/>
                  </a:lnTo>
                  <a:lnTo>
                    <a:pt x="175994" y="48077"/>
                  </a:lnTo>
                  <a:lnTo>
                    <a:pt x="176743" y="51386"/>
                  </a:lnTo>
                  <a:lnTo>
                    <a:pt x="178633" y="59727"/>
                  </a:lnTo>
                  <a:lnTo>
                    <a:pt x="173446" y="68918"/>
                  </a:lnTo>
                  <a:lnTo>
                    <a:pt x="174544" y="69539"/>
                  </a:lnTo>
                  <a:lnTo>
                    <a:pt x="173975" y="70826"/>
                  </a:lnTo>
                  <a:lnTo>
                    <a:pt x="171924" y="75464"/>
                  </a:lnTo>
                  <a:lnTo>
                    <a:pt x="174399" y="77388"/>
                  </a:lnTo>
                  <a:lnTo>
                    <a:pt x="173594" y="78529"/>
                  </a:lnTo>
                  <a:lnTo>
                    <a:pt x="171617" y="80816"/>
                  </a:lnTo>
                  <a:lnTo>
                    <a:pt x="169692" y="82700"/>
                  </a:lnTo>
                  <a:lnTo>
                    <a:pt x="169441" y="82945"/>
                  </a:lnTo>
                  <a:lnTo>
                    <a:pt x="169151" y="83218"/>
                  </a:lnTo>
                  <a:lnTo>
                    <a:pt x="169008" y="83353"/>
                  </a:lnTo>
                  <a:lnTo>
                    <a:pt x="168748" y="83597"/>
                  </a:lnTo>
                  <a:lnTo>
                    <a:pt x="168508" y="83823"/>
                  </a:lnTo>
                  <a:lnTo>
                    <a:pt x="168144" y="84165"/>
                  </a:lnTo>
                  <a:lnTo>
                    <a:pt x="167929" y="84366"/>
                  </a:lnTo>
                  <a:lnTo>
                    <a:pt x="167691" y="84587"/>
                  </a:lnTo>
                  <a:lnTo>
                    <a:pt x="167440" y="84820"/>
                  </a:lnTo>
                  <a:lnTo>
                    <a:pt x="167264" y="84983"/>
                  </a:lnTo>
                  <a:lnTo>
                    <a:pt x="167045" y="85186"/>
                  </a:lnTo>
                  <a:lnTo>
                    <a:pt x="166639" y="85563"/>
                  </a:lnTo>
                  <a:lnTo>
                    <a:pt x="166289" y="85887"/>
                  </a:lnTo>
                  <a:lnTo>
                    <a:pt x="161626" y="90212"/>
                  </a:lnTo>
                  <a:lnTo>
                    <a:pt x="160667" y="91101"/>
                  </a:lnTo>
                  <a:lnTo>
                    <a:pt x="159755" y="91947"/>
                  </a:lnTo>
                  <a:lnTo>
                    <a:pt x="159627" y="92066"/>
                  </a:lnTo>
                  <a:lnTo>
                    <a:pt x="156634" y="94843"/>
                  </a:lnTo>
                  <a:lnTo>
                    <a:pt x="156414" y="95047"/>
                  </a:lnTo>
                  <a:lnTo>
                    <a:pt x="153669" y="97592"/>
                  </a:lnTo>
                  <a:lnTo>
                    <a:pt x="153158" y="98066"/>
                  </a:lnTo>
                  <a:lnTo>
                    <a:pt x="148482" y="102404"/>
                  </a:lnTo>
                  <a:lnTo>
                    <a:pt x="146470" y="104270"/>
                  </a:lnTo>
                  <a:lnTo>
                    <a:pt x="146151" y="104566"/>
                  </a:lnTo>
                  <a:lnTo>
                    <a:pt x="145898" y="104801"/>
                  </a:lnTo>
                  <a:lnTo>
                    <a:pt x="145087" y="105553"/>
                  </a:lnTo>
                  <a:lnTo>
                    <a:pt x="144848" y="105775"/>
                  </a:lnTo>
                  <a:lnTo>
                    <a:pt x="144194" y="106381"/>
                  </a:lnTo>
                  <a:lnTo>
                    <a:pt x="143489" y="107035"/>
                  </a:lnTo>
                  <a:lnTo>
                    <a:pt x="139210" y="111004"/>
                  </a:lnTo>
                  <a:lnTo>
                    <a:pt x="138502" y="111661"/>
                  </a:lnTo>
                  <a:lnTo>
                    <a:pt x="137990" y="112145"/>
                  </a:lnTo>
                  <a:lnTo>
                    <a:pt x="131035" y="118711"/>
                  </a:lnTo>
                  <a:lnTo>
                    <a:pt x="125896" y="123563"/>
                  </a:lnTo>
                  <a:lnTo>
                    <a:pt x="124770" y="124626"/>
                  </a:lnTo>
                  <a:lnTo>
                    <a:pt x="123753" y="125587"/>
                  </a:lnTo>
                  <a:lnTo>
                    <a:pt x="121837" y="127395"/>
                  </a:lnTo>
                  <a:lnTo>
                    <a:pt x="121090" y="128100"/>
                  </a:lnTo>
                  <a:lnTo>
                    <a:pt x="120898" y="128282"/>
                  </a:lnTo>
                  <a:lnTo>
                    <a:pt x="120741" y="128430"/>
                  </a:lnTo>
                  <a:lnTo>
                    <a:pt x="118347" y="130690"/>
                  </a:lnTo>
                  <a:lnTo>
                    <a:pt x="116313" y="132610"/>
                  </a:lnTo>
                  <a:lnTo>
                    <a:pt x="111116" y="137538"/>
                  </a:lnTo>
                  <a:lnTo>
                    <a:pt x="107523" y="140969"/>
                  </a:lnTo>
                  <a:lnTo>
                    <a:pt x="107251" y="141228"/>
                  </a:lnTo>
                  <a:lnTo>
                    <a:pt x="104691" y="143674"/>
                  </a:lnTo>
                  <a:lnTo>
                    <a:pt x="104486" y="143869"/>
                  </a:lnTo>
                  <a:lnTo>
                    <a:pt x="103312" y="144991"/>
                  </a:lnTo>
                  <a:lnTo>
                    <a:pt x="103066" y="145226"/>
                  </a:lnTo>
                  <a:lnTo>
                    <a:pt x="102094" y="146154"/>
                  </a:lnTo>
                  <a:lnTo>
                    <a:pt x="98818" y="149282"/>
                  </a:lnTo>
                  <a:lnTo>
                    <a:pt x="98128" y="149942"/>
                  </a:lnTo>
                  <a:lnTo>
                    <a:pt x="97912" y="150148"/>
                  </a:lnTo>
                  <a:lnTo>
                    <a:pt x="96738" y="151269"/>
                  </a:lnTo>
                  <a:lnTo>
                    <a:pt x="93406" y="153797"/>
                  </a:lnTo>
                  <a:lnTo>
                    <a:pt x="91535" y="154472"/>
                  </a:lnTo>
                  <a:lnTo>
                    <a:pt x="89086" y="155355"/>
                  </a:lnTo>
                  <a:lnTo>
                    <a:pt x="86577" y="156878"/>
                  </a:lnTo>
                  <a:lnTo>
                    <a:pt x="79027" y="164774"/>
                  </a:lnTo>
                  <a:lnTo>
                    <a:pt x="77148" y="166688"/>
                  </a:lnTo>
                  <a:lnTo>
                    <a:pt x="75275" y="168596"/>
                  </a:lnTo>
                  <a:lnTo>
                    <a:pt x="74085" y="169862"/>
                  </a:lnTo>
                  <a:lnTo>
                    <a:pt x="73692" y="170294"/>
                  </a:lnTo>
                  <a:lnTo>
                    <a:pt x="73571" y="170427"/>
                  </a:lnTo>
                  <a:lnTo>
                    <a:pt x="72594" y="171501"/>
                  </a:lnTo>
                  <a:lnTo>
                    <a:pt x="72004" y="172150"/>
                  </a:lnTo>
                  <a:lnTo>
                    <a:pt x="71604" y="172589"/>
                  </a:lnTo>
                  <a:lnTo>
                    <a:pt x="70891" y="174285"/>
                  </a:lnTo>
                  <a:lnTo>
                    <a:pt x="66083" y="182828"/>
                  </a:lnTo>
                  <a:lnTo>
                    <a:pt x="65748" y="183425"/>
                  </a:lnTo>
                  <a:lnTo>
                    <a:pt x="65347" y="183850"/>
                  </a:lnTo>
                  <a:lnTo>
                    <a:pt x="65174" y="184025"/>
                  </a:lnTo>
                  <a:lnTo>
                    <a:pt x="64779" y="184293"/>
                  </a:lnTo>
                  <a:lnTo>
                    <a:pt x="63138" y="185549"/>
                  </a:lnTo>
                  <a:lnTo>
                    <a:pt x="61857" y="186019"/>
                  </a:lnTo>
                  <a:lnTo>
                    <a:pt x="60752" y="186381"/>
                  </a:lnTo>
                  <a:lnTo>
                    <a:pt x="60645" y="186175"/>
                  </a:lnTo>
                  <a:lnTo>
                    <a:pt x="59601" y="184162"/>
                  </a:lnTo>
                  <a:lnTo>
                    <a:pt x="51518" y="184868"/>
                  </a:lnTo>
                  <a:lnTo>
                    <a:pt x="51515" y="184726"/>
                  </a:lnTo>
                  <a:lnTo>
                    <a:pt x="51511" y="184557"/>
                  </a:lnTo>
                  <a:lnTo>
                    <a:pt x="51475" y="182898"/>
                  </a:lnTo>
                  <a:lnTo>
                    <a:pt x="51477" y="182528"/>
                  </a:lnTo>
                  <a:lnTo>
                    <a:pt x="51230" y="182524"/>
                  </a:lnTo>
                  <a:lnTo>
                    <a:pt x="49185" y="182492"/>
                  </a:lnTo>
                  <a:lnTo>
                    <a:pt x="49019" y="184374"/>
                  </a:lnTo>
                  <a:lnTo>
                    <a:pt x="41494" y="183988"/>
                  </a:lnTo>
                  <a:lnTo>
                    <a:pt x="35286" y="182265"/>
                  </a:lnTo>
                  <a:lnTo>
                    <a:pt x="35374" y="181234"/>
                  </a:lnTo>
                  <a:lnTo>
                    <a:pt x="35769" y="180357"/>
                  </a:lnTo>
                  <a:lnTo>
                    <a:pt x="35869" y="179946"/>
                  </a:lnTo>
                  <a:lnTo>
                    <a:pt x="36142" y="178823"/>
                  </a:lnTo>
                  <a:lnTo>
                    <a:pt x="36362" y="178500"/>
                  </a:lnTo>
                  <a:lnTo>
                    <a:pt x="37084" y="177442"/>
                  </a:lnTo>
                  <a:lnTo>
                    <a:pt x="37350" y="177097"/>
                  </a:lnTo>
                  <a:lnTo>
                    <a:pt x="38268" y="175908"/>
                  </a:lnTo>
                  <a:lnTo>
                    <a:pt x="38311" y="175032"/>
                  </a:lnTo>
                  <a:lnTo>
                    <a:pt x="37566" y="174177"/>
                  </a:lnTo>
                  <a:lnTo>
                    <a:pt x="36790" y="174052"/>
                  </a:lnTo>
                  <a:lnTo>
                    <a:pt x="35922" y="173914"/>
                  </a:lnTo>
                  <a:lnTo>
                    <a:pt x="34951" y="173497"/>
                  </a:lnTo>
                  <a:lnTo>
                    <a:pt x="34695" y="173388"/>
                  </a:lnTo>
                  <a:lnTo>
                    <a:pt x="33577" y="172949"/>
                  </a:lnTo>
                  <a:lnTo>
                    <a:pt x="33029" y="172752"/>
                  </a:lnTo>
                  <a:lnTo>
                    <a:pt x="32240" y="172489"/>
                  </a:lnTo>
                  <a:lnTo>
                    <a:pt x="31364" y="171437"/>
                  </a:lnTo>
                  <a:lnTo>
                    <a:pt x="30653" y="170044"/>
                  </a:lnTo>
                  <a:lnTo>
                    <a:pt x="30224" y="169201"/>
                  </a:lnTo>
                  <a:lnTo>
                    <a:pt x="30158" y="167536"/>
                  </a:lnTo>
                  <a:lnTo>
                    <a:pt x="29961" y="164599"/>
                  </a:lnTo>
                  <a:lnTo>
                    <a:pt x="29698" y="163328"/>
                  </a:lnTo>
                  <a:lnTo>
                    <a:pt x="28558" y="162999"/>
                  </a:lnTo>
                  <a:lnTo>
                    <a:pt x="27644" y="162656"/>
                  </a:lnTo>
                  <a:lnTo>
                    <a:pt x="27155" y="162473"/>
                  </a:lnTo>
                  <a:lnTo>
                    <a:pt x="26103" y="161465"/>
                  </a:lnTo>
                  <a:lnTo>
                    <a:pt x="25292" y="160456"/>
                  </a:lnTo>
                  <a:lnTo>
                    <a:pt x="24898" y="158528"/>
                  </a:lnTo>
                  <a:lnTo>
                    <a:pt x="24416" y="156336"/>
                  </a:lnTo>
                  <a:lnTo>
                    <a:pt x="24350" y="154867"/>
                  </a:lnTo>
                  <a:lnTo>
                    <a:pt x="24259" y="153697"/>
                  </a:lnTo>
                  <a:lnTo>
                    <a:pt x="24153" y="152325"/>
                  </a:lnTo>
                  <a:lnTo>
                    <a:pt x="23875" y="150960"/>
                  </a:lnTo>
                  <a:lnTo>
                    <a:pt x="23627" y="149739"/>
                  </a:lnTo>
                  <a:lnTo>
                    <a:pt x="23506" y="148557"/>
                  </a:lnTo>
                  <a:lnTo>
                    <a:pt x="23364" y="147152"/>
                  </a:lnTo>
                  <a:lnTo>
                    <a:pt x="23495" y="145508"/>
                  </a:lnTo>
                  <a:lnTo>
                    <a:pt x="24153" y="144457"/>
                  </a:lnTo>
                  <a:lnTo>
                    <a:pt x="24547" y="142506"/>
                  </a:lnTo>
                  <a:lnTo>
                    <a:pt x="25205" y="141761"/>
                  </a:lnTo>
                  <a:lnTo>
                    <a:pt x="25753" y="141125"/>
                  </a:lnTo>
                  <a:lnTo>
                    <a:pt x="27155" y="139437"/>
                  </a:lnTo>
                  <a:lnTo>
                    <a:pt x="28691" y="138094"/>
                  </a:lnTo>
                  <a:lnTo>
                    <a:pt x="28853" y="137271"/>
                  </a:lnTo>
                  <a:lnTo>
                    <a:pt x="28953" y="136763"/>
                  </a:lnTo>
                  <a:lnTo>
                    <a:pt x="28755" y="134769"/>
                  </a:lnTo>
                  <a:lnTo>
                    <a:pt x="28200" y="132733"/>
                  </a:lnTo>
                  <a:lnTo>
                    <a:pt x="28098" y="132358"/>
                  </a:lnTo>
                  <a:lnTo>
                    <a:pt x="27404" y="130203"/>
                  </a:lnTo>
                  <a:lnTo>
                    <a:pt x="27333" y="129725"/>
                  </a:lnTo>
                  <a:lnTo>
                    <a:pt x="27090" y="128084"/>
                  </a:lnTo>
                  <a:lnTo>
                    <a:pt x="27090" y="125213"/>
                  </a:lnTo>
                  <a:lnTo>
                    <a:pt x="27221" y="122824"/>
                  </a:lnTo>
                  <a:lnTo>
                    <a:pt x="27501" y="122008"/>
                  </a:lnTo>
                  <a:lnTo>
                    <a:pt x="27769" y="121224"/>
                  </a:lnTo>
                  <a:lnTo>
                    <a:pt x="28689" y="119955"/>
                  </a:lnTo>
                  <a:lnTo>
                    <a:pt x="29040" y="119471"/>
                  </a:lnTo>
                  <a:lnTo>
                    <a:pt x="29109" y="119063"/>
                  </a:lnTo>
                  <a:lnTo>
                    <a:pt x="29251" y="118232"/>
                  </a:lnTo>
                  <a:lnTo>
                    <a:pt x="29435" y="117147"/>
                  </a:lnTo>
                  <a:lnTo>
                    <a:pt x="30298" y="114038"/>
                  </a:lnTo>
                  <a:lnTo>
                    <a:pt x="30421" y="113597"/>
                  </a:lnTo>
                  <a:lnTo>
                    <a:pt x="30640" y="112545"/>
                  </a:lnTo>
                  <a:lnTo>
                    <a:pt x="30298" y="112203"/>
                  </a:lnTo>
                  <a:lnTo>
                    <a:pt x="29435" y="111339"/>
                  </a:lnTo>
                  <a:lnTo>
                    <a:pt x="28164" y="109936"/>
                  </a:lnTo>
                  <a:lnTo>
                    <a:pt x="27084" y="108309"/>
                  </a:lnTo>
                  <a:lnTo>
                    <a:pt x="26564" y="107526"/>
                  </a:lnTo>
                  <a:lnTo>
                    <a:pt x="26326" y="106691"/>
                  </a:lnTo>
                  <a:lnTo>
                    <a:pt x="25884" y="105136"/>
                  </a:lnTo>
                  <a:lnTo>
                    <a:pt x="25115" y="103374"/>
                  </a:lnTo>
                  <a:lnTo>
                    <a:pt x="24947" y="102988"/>
                  </a:lnTo>
                  <a:lnTo>
                    <a:pt x="24832" y="102726"/>
                  </a:lnTo>
                  <a:lnTo>
                    <a:pt x="23917" y="101810"/>
                  </a:lnTo>
                  <a:lnTo>
                    <a:pt x="23692" y="101586"/>
                  </a:lnTo>
                  <a:lnTo>
                    <a:pt x="22197" y="100540"/>
                  </a:lnTo>
                  <a:lnTo>
                    <a:pt x="21216" y="99854"/>
                  </a:lnTo>
                  <a:lnTo>
                    <a:pt x="19934" y="98526"/>
                  </a:lnTo>
                  <a:lnTo>
                    <a:pt x="19418" y="97991"/>
                  </a:lnTo>
                  <a:lnTo>
                    <a:pt x="18613" y="97313"/>
                  </a:lnTo>
                  <a:lnTo>
                    <a:pt x="18120" y="96898"/>
                  </a:lnTo>
                  <a:lnTo>
                    <a:pt x="17753" y="96589"/>
                  </a:lnTo>
                  <a:lnTo>
                    <a:pt x="17546" y="96027"/>
                  </a:lnTo>
                  <a:lnTo>
                    <a:pt x="17139" y="94923"/>
                  </a:lnTo>
                  <a:lnTo>
                    <a:pt x="15933" y="93056"/>
                  </a:lnTo>
                  <a:lnTo>
                    <a:pt x="14462" y="91161"/>
                  </a:lnTo>
                  <a:lnTo>
                    <a:pt x="14268" y="90912"/>
                  </a:lnTo>
                  <a:lnTo>
                    <a:pt x="12953" y="89838"/>
                  </a:lnTo>
                  <a:lnTo>
                    <a:pt x="11316" y="88970"/>
                  </a:lnTo>
                  <a:lnTo>
                    <a:pt x="10805" y="88698"/>
                  </a:lnTo>
                  <a:lnTo>
                    <a:pt x="9910" y="88280"/>
                  </a:lnTo>
                  <a:lnTo>
                    <a:pt x="8598" y="87666"/>
                  </a:lnTo>
                  <a:lnTo>
                    <a:pt x="6399" y="86638"/>
                  </a:lnTo>
                  <a:lnTo>
                    <a:pt x="4997" y="85959"/>
                  </a:lnTo>
                  <a:lnTo>
                    <a:pt x="4054" y="82956"/>
                  </a:lnTo>
                  <a:lnTo>
                    <a:pt x="4268" y="81538"/>
                  </a:lnTo>
                  <a:lnTo>
                    <a:pt x="4405" y="80633"/>
                  </a:lnTo>
                  <a:lnTo>
                    <a:pt x="4232" y="80149"/>
                  </a:lnTo>
                  <a:lnTo>
                    <a:pt x="3528" y="78178"/>
                  </a:lnTo>
                  <a:lnTo>
                    <a:pt x="2648" y="75376"/>
                  </a:lnTo>
                  <a:lnTo>
                    <a:pt x="2454" y="74759"/>
                  </a:lnTo>
                  <a:lnTo>
                    <a:pt x="2202" y="74221"/>
                  </a:lnTo>
                  <a:lnTo>
                    <a:pt x="854" y="71340"/>
                  </a:lnTo>
                  <a:lnTo>
                    <a:pt x="764" y="70876"/>
                  </a:lnTo>
                  <a:lnTo>
                    <a:pt x="526" y="69652"/>
                  </a:lnTo>
                  <a:lnTo>
                    <a:pt x="1380" y="68205"/>
                  </a:lnTo>
                  <a:lnTo>
                    <a:pt x="2257" y="66342"/>
                  </a:lnTo>
                  <a:lnTo>
                    <a:pt x="2136" y="65954"/>
                  </a:lnTo>
                  <a:lnTo>
                    <a:pt x="1303" y="63266"/>
                  </a:lnTo>
                  <a:lnTo>
                    <a:pt x="789" y="61608"/>
                  </a:lnTo>
                  <a:lnTo>
                    <a:pt x="0" y="58540"/>
                  </a:lnTo>
                  <a:lnTo>
                    <a:pt x="285" y="57376"/>
                  </a:lnTo>
                  <a:lnTo>
                    <a:pt x="591" y="56129"/>
                  </a:lnTo>
                  <a:lnTo>
                    <a:pt x="1337" y="54463"/>
                  </a:lnTo>
                  <a:lnTo>
                    <a:pt x="2323" y="52534"/>
                  </a:lnTo>
                  <a:lnTo>
                    <a:pt x="2761" y="52206"/>
                  </a:lnTo>
                  <a:lnTo>
                    <a:pt x="3090" y="51899"/>
                  </a:lnTo>
                  <a:lnTo>
                    <a:pt x="4756" y="50825"/>
                  </a:lnTo>
                  <a:lnTo>
                    <a:pt x="5917" y="49817"/>
                  </a:lnTo>
                  <a:lnTo>
                    <a:pt x="6063" y="49354"/>
                  </a:lnTo>
                  <a:lnTo>
                    <a:pt x="6435" y="48179"/>
                  </a:lnTo>
                  <a:lnTo>
                    <a:pt x="9583" y="49042"/>
                  </a:lnTo>
                  <a:lnTo>
                    <a:pt x="15565" y="56091"/>
                  </a:lnTo>
                  <a:lnTo>
                    <a:pt x="17060" y="62927"/>
                  </a:lnTo>
                  <a:lnTo>
                    <a:pt x="20691" y="72967"/>
                  </a:lnTo>
                  <a:lnTo>
                    <a:pt x="31372" y="82579"/>
                  </a:lnTo>
                  <a:lnTo>
                    <a:pt x="39703" y="78948"/>
                  </a:lnTo>
                  <a:lnTo>
                    <a:pt x="44403" y="75744"/>
                  </a:lnTo>
                  <a:lnTo>
                    <a:pt x="55511" y="76171"/>
                  </a:lnTo>
                  <a:lnTo>
                    <a:pt x="62776" y="74129"/>
                  </a:lnTo>
                  <a:lnTo>
                    <a:pt x="64211" y="70966"/>
                  </a:lnTo>
                  <a:lnTo>
                    <a:pt x="64977" y="70630"/>
                  </a:lnTo>
                  <a:lnTo>
                    <a:pt x="65102" y="70478"/>
                  </a:lnTo>
                  <a:lnTo>
                    <a:pt x="66341" y="68841"/>
                  </a:lnTo>
                  <a:lnTo>
                    <a:pt x="66496" y="67830"/>
                  </a:lnTo>
                  <a:lnTo>
                    <a:pt x="67217" y="66879"/>
                  </a:lnTo>
                  <a:lnTo>
                    <a:pt x="68492" y="65465"/>
                  </a:lnTo>
                  <a:lnTo>
                    <a:pt x="68663" y="65252"/>
                  </a:lnTo>
                  <a:lnTo>
                    <a:pt x="69714" y="64583"/>
                  </a:lnTo>
                  <a:lnTo>
                    <a:pt x="71934" y="63555"/>
                  </a:lnTo>
                  <a:lnTo>
                    <a:pt x="72110" y="63460"/>
                  </a:lnTo>
                  <a:lnTo>
                    <a:pt x="72410" y="63274"/>
                  </a:lnTo>
                  <a:lnTo>
                    <a:pt x="73834" y="62042"/>
                  </a:lnTo>
                  <a:lnTo>
                    <a:pt x="74751" y="60771"/>
                  </a:lnTo>
                  <a:lnTo>
                    <a:pt x="74939" y="60667"/>
                  </a:lnTo>
                  <a:lnTo>
                    <a:pt x="75072" y="60569"/>
                  </a:lnTo>
                  <a:lnTo>
                    <a:pt x="75210" y="60525"/>
                  </a:lnTo>
                  <a:lnTo>
                    <a:pt x="76524" y="59755"/>
                  </a:lnTo>
                  <a:lnTo>
                    <a:pt x="76719" y="59646"/>
                  </a:lnTo>
                  <a:lnTo>
                    <a:pt x="76911" y="59481"/>
                  </a:lnTo>
                  <a:lnTo>
                    <a:pt x="78517" y="57659"/>
                  </a:lnTo>
                  <a:lnTo>
                    <a:pt x="79832" y="55863"/>
                  </a:lnTo>
                  <a:lnTo>
                    <a:pt x="80811" y="54820"/>
                  </a:lnTo>
                  <a:lnTo>
                    <a:pt x="81781" y="53657"/>
                  </a:lnTo>
                  <a:lnTo>
                    <a:pt x="82341" y="51724"/>
                  </a:lnTo>
                  <a:lnTo>
                    <a:pt x="83148" y="48798"/>
                  </a:lnTo>
                  <a:lnTo>
                    <a:pt x="83701" y="45037"/>
                  </a:lnTo>
                  <a:lnTo>
                    <a:pt x="85516" y="39444"/>
                  </a:lnTo>
                  <a:lnTo>
                    <a:pt x="86208" y="36414"/>
                  </a:lnTo>
                  <a:lnTo>
                    <a:pt x="87431" y="35356"/>
                  </a:lnTo>
                  <a:lnTo>
                    <a:pt x="88909" y="34413"/>
                  </a:lnTo>
                  <a:lnTo>
                    <a:pt x="89804" y="33641"/>
                  </a:lnTo>
                  <a:lnTo>
                    <a:pt x="90626" y="33512"/>
                  </a:lnTo>
                  <a:lnTo>
                    <a:pt x="91431" y="34178"/>
                  </a:lnTo>
                  <a:lnTo>
                    <a:pt x="92184" y="34921"/>
                  </a:lnTo>
                  <a:lnTo>
                    <a:pt x="112608" y="0"/>
                  </a:lnTo>
                  <a:lnTo>
                    <a:pt x="113199" y="2179"/>
                  </a:lnTo>
                  <a:lnTo>
                    <a:pt x="115130" y="2877"/>
                  </a:lnTo>
                  <a:lnTo>
                    <a:pt x="118884" y="4103"/>
                  </a:lnTo>
                  <a:lnTo>
                    <a:pt x="121872" y="5327"/>
                  </a:lnTo>
                  <a:lnTo>
                    <a:pt x="124115" y="6246"/>
                  </a:lnTo>
                  <a:lnTo>
                    <a:pt x="126793" y="7542"/>
                  </a:lnTo>
                  <a:lnTo>
                    <a:pt x="129333" y="8530"/>
                  </a:lnTo>
                  <a:lnTo>
                    <a:pt x="129903" y="8752"/>
                  </a:lnTo>
                  <a:lnTo>
                    <a:pt x="136727" y="12034"/>
                  </a:lnTo>
                  <a:lnTo>
                    <a:pt x="138564" y="12953"/>
                  </a:lnTo>
                  <a:lnTo>
                    <a:pt x="140010" y="13676"/>
                  </a:lnTo>
                  <a:lnTo>
                    <a:pt x="140730" y="13968"/>
                  </a:lnTo>
                  <a:lnTo>
                    <a:pt x="142237" y="14581"/>
                  </a:lnTo>
                  <a:lnTo>
                    <a:pt x="145207" y="15787"/>
                  </a:lnTo>
                  <a:lnTo>
                    <a:pt x="147237" y="16982"/>
                  </a:lnTo>
                  <a:lnTo>
                    <a:pt x="149254" y="18168"/>
                  </a:lnTo>
                  <a:lnTo>
                    <a:pt x="154178" y="19637"/>
                  </a:lnTo>
                  <a:lnTo>
                    <a:pt x="158584" y="20500"/>
                  </a:lnTo>
                  <a:lnTo>
                    <a:pt x="159247" y="20593"/>
                  </a:lnTo>
                  <a:lnTo>
                    <a:pt x="162298" y="21019"/>
                  </a:lnTo>
                  <a:lnTo>
                    <a:pt x="165927" y="22574"/>
                  </a:lnTo>
                  <a:lnTo>
                    <a:pt x="170419" y="23438"/>
                  </a:lnTo>
                  <a:lnTo>
                    <a:pt x="172709" y="24040"/>
                  </a:lnTo>
                  <a:lnTo>
                    <a:pt x="174830" y="24599"/>
                  </a:lnTo>
                  <a:lnTo>
                    <a:pt x="174879" y="27750"/>
                  </a:lnTo>
                  <a:lnTo>
                    <a:pt x="174281" y="30939"/>
                  </a:lnTo>
                  <a:close/>
                </a:path>
              </a:pathLst>
            </a:custGeom>
            <a:solidFill>
              <a:srgbClr val="E8EBEF">
                <a:alpha val="45882"/>
              </a:srgbClr>
            </a:solidFill>
            <a:ln w="2168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2682824" y="3171422"/>
              <a:ext cx="2415375" cy="1040595"/>
            </a:xfrm>
            <a:custGeom>
              <a:avLst/>
              <a:pathLst>
                <a:path w="2415375" h="1040595">
                  <a:moveTo>
                    <a:pt x="1809848" y="14924"/>
                  </a:moveTo>
                  <a:lnTo>
                    <a:pt x="1826569" y="40622"/>
                  </a:lnTo>
                  <a:lnTo>
                    <a:pt x="1829374" y="44550"/>
                  </a:lnTo>
                  <a:lnTo>
                    <a:pt x="1833975" y="44774"/>
                  </a:lnTo>
                  <a:lnTo>
                    <a:pt x="1846094" y="38154"/>
                  </a:lnTo>
                  <a:lnTo>
                    <a:pt x="1859112" y="32206"/>
                  </a:lnTo>
                  <a:lnTo>
                    <a:pt x="1859448" y="32318"/>
                  </a:lnTo>
                  <a:lnTo>
                    <a:pt x="1863713" y="33328"/>
                  </a:lnTo>
                  <a:lnTo>
                    <a:pt x="1864610" y="33216"/>
                  </a:lnTo>
                  <a:lnTo>
                    <a:pt x="1867977" y="39276"/>
                  </a:lnTo>
                  <a:lnTo>
                    <a:pt x="1872129" y="41857"/>
                  </a:lnTo>
                  <a:lnTo>
                    <a:pt x="1899622" y="50946"/>
                  </a:lnTo>
                  <a:lnTo>
                    <a:pt x="1911293" y="54874"/>
                  </a:lnTo>
                  <a:lnTo>
                    <a:pt x="1913425" y="55547"/>
                  </a:lnTo>
                  <a:lnTo>
                    <a:pt x="1929697" y="62168"/>
                  </a:lnTo>
                  <a:lnTo>
                    <a:pt x="1958424" y="72604"/>
                  </a:lnTo>
                  <a:lnTo>
                    <a:pt x="1968412" y="78776"/>
                  </a:lnTo>
                  <a:lnTo>
                    <a:pt x="1977614" y="86183"/>
                  </a:lnTo>
                  <a:lnTo>
                    <a:pt x="1983786" y="92691"/>
                  </a:lnTo>
                  <a:lnTo>
                    <a:pt x="1989845" y="96395"/>
                  </a:lnTo>
                  <a:lnTo>
                    <a:pt x="2001179" y="99088"/>
                  </a:lnTo>
                  <a:lnTo>
                    <a:pt x="2008698" y="99537"/>
                  </a:lnTo>
                  <a:lnTo>
                    <a:pt x="2033610" y="101332"/>
                  </a:lnTo>
                  <a:lnTo>
                    <a:pt x="2058074" y="109524"/>
                  </a:lnTo>
                  <a:lnTo>
                    <a:pt x="2073223" y="113115"/>
                  </a:lnTo>
                  <a:lnTo>
                    <a:pt x="2090505" y="110646"/>
                  </a:lnTo>
                  <a:lnTo>
                    <a:pt x="2106440" y="100434"/>
                  </a:lnTo>
                  <a:lnTo>
                    <a:pt x="2124843" y="87754"/>
                  </a:lnTo>
                  <a:lnTo>
                    <a:pt x="2148634" y="75073"/>
                  </a:lnTo>
                  <a:lnTo>
                    <a:pt x="2165130" y="69238"/>
                  </a:lnTo>
                  <a:lnTo>
                    <a:pt x="2184431" y="72380"/>
                  </a:lnTo>
                  <a:lnTo>
                    <a:pt x="2185553" y="72604"/>
                  </a:lnTo>
                  <a:lnTo>
                    <a:pt x="2200703" y="88203"/>
                  </a:lnTo>
                  <a:lnTo>
                    <a:pt x="2214281" y="102118"/>
                  </a:lnTo>
                  <a:lnTo>
                    <a:pt x="2237286" y="120521"/>
                  </a:lnTo>
                  <a:lnTo>
                    <a:pt x="2252435" y="120185"/>
                  </a:lnTo>
                  <a:lnTo>
                    <a:pt x="2270053" y="120185"/>
                  </a:lnTo>
                  <a:lnTo>
                    <a:pt x="2282734" y="120858"/>
                  </a:lnTo>
                  <a:lnTo>
                    <a:pt x="2290926" y="121307"/>
                  </a:lnTo>
                  <a:lnTo>
                    <a:pt x="2314716" y="125459"/>
                  </a:lnTo>
                  <a:lnTo>
                    <a:pt x="2329529" y="125459"/>
                  </a:lnTo>
                  <a:lnTo>
                    <a:pt x="2343444" y="130845"/>
                  </a:lnTo>
                  <a:lnTo>
                    <a:pt x="2358144" y="140272"/>
                  </a:lnTo>
                  <a:lnTo>
                    <a:pt x="2374191" y="152952"/>
                  </a:lnTo>
                  <a:lnTo>
                    <a:pt x="2387321" y="167316"/>
                  </a:lnTo>
                  <a:lnTo>
                    <a:pt x="2396298" y="190209"/>
                  </a:lnTo>
                  <a:lnTo>
                    <a:pt x="2399216" y="211979"/>
                  </a:lnTo>
                  <a:lnTo>
                    <a:pt x="2399553" y="224660"/>
                  </a:lnTo>
                  <a:lnTo>
                    <a:pt x="2403705" y="255071"/>
                  </a:lnTo>
                  <a:lnTo>
                    <a:pt x="2404490" y="291092"/>
                  </a:lnTo>
                  <a:lnTo>
                    <a:pt x="2410662" y="306242"/>
                  </a:lnTo>
                  <a:lnTo>
                    <a:pt x="2415151" y="325543"/>
                  </a:lnTo>
                  <a:lnTo>
                    <a:pt x="2415375" y="347314"/>
                  </a:lnTo>
                  <a:lnTo>
                    <a:pt x="2393605" y="366503"/>
                  </a:lnTo>
                  <a:lnTo>
                    <a:pt x="2373518" y="379296"/>
                  </a:lnTo>
                  <a:lnTo>
                    <a:pt x="2352646" y="385468"/>
                  </a:lnTo>
                  <a:lnTo>
                    <a:pt x="2331773" y="391527"/>
                  </a:lnTo>
                  <a:lnTo>
                    <a:pt x="2308432" y="400168"/>
                  </a:lnTo>
                  <a:lnTo>
                    <a:pt x="2285427" y="419470"/>
                  </a:lnTo>
                  <a:lnTo>
                    <a:pt x="2277347" y="425754"/>
                  </a:lnTo>
                  <a:lnTo>
                    <a:pt x="2257148" y="441577"/>
                  </a:lnTo>
                  <a:lnTo>
                    <a:pt x="2234144" y="458858"/>
                  </a:lnTo>
                  <a:lnTo>
                    <a:pt x="2203396" y="480965"/>
                  </a:lnTo>
                  <a:lnTo>
                    <a:pt x="2186563" y="494431"/>
                  </a:lnTo>
                  <a:lnTo>
                    <a:pt x="2163671" y="513733"/>
                  </a:lnTo>
                  <a:lnTo>
                    <a:pt x="2140666" y="524842"/>
                  </a:lnTo>
                  <a:lnTo>
                    <a:pt x="2112387" y="541226"/>
                  </a:lnTo>
                  <a:lnTo>
                    <a:pt x="2090617" y="553682"/>
                  </a:lnTo>
                  <a:lnTo>
                    <a:pt x="2075468" y="558059"/>
                  </a:lnTo>
                  <a:lnTo>
                    <a:pt x="2057849" y="567485"/>
                  </a:lnTo>
                  <a:lnTo>
                    <a:pt x="2044383" y="581849"/>
                  </a:lnTo>
                  <a:lnTo>
                    <a:pt x="2028336" y="590826"/>
                  </a:lnTo>
                  <a:lnTo>
                    <a:pt x="2006229" y="590826"/>
                  </a:lnTo>
                  <a:lnTo>
                    <a:pt x="1986928" y="595315"/>
                  </a:lnTo>
                  <a:lnTo>
                    <a:pt x="1966841" y="611699"/>
                  </a:lnTo>
                  <a:lnTo>
                    <a:pt x="1946305" y="619554"/>
                  </a:lnTo>
                  <a:lnTo>
                    <a:pt x="1926667" y="612596"/>
                  </a:lnTo>
                  <a:lnTo>
                    <a:pt x="1906580" y="604405"/>
                  </a:lnTo>
                  <a:lnTo>
                    <a:pt x="1882341" y="585889"/>
                  </a:lnTo>
                  <a:lnTo>
                    <a:pt x="1864386" y="562547"/>
                  </a:lnTo>
                  <a:lnTo>
                    <a:pt x="1846319" y="546164"/>
                  </a:lnTo>
                  <a:lnTo>
                    <a:pt x="1820060" y="536737"/>
                  </a:lnTo>
                  <a:lnTo>
                    <a:pt x="1772928" y="531014"/>
                  </a:lnTo>
                  <a:lnTo>
                    <a:pt x="1751158" y="530116"/>
                  </a:lnTo>
                  <a:lnTo>
                    <a:pt x="1730622" y="523608"/>
                  </a:lnTo>
                  <a:lnTo>
                    <a:pt x="1717156" y="522373"/>
                  </a:lnTo>
                  <a:lnTo>
                    <a:pt x="1677768" y="516650"/>
                  </a:lnTo>
                  <a:lnTo>
                    <a:pt x="1640511" y="509244"/>
                  </a:lnTo>
                  <a:lnTo>
                    <a:pt x="1424268" y="627634"/>
                  </a:lnTo>
                  <a:lnTo>
                    <a:pt x="1222837" y="752532"/>
                  </a:lnTo>
                  <a:lnTo>
                    <a:pt x="1191752" y="747482"/>
                  </a:lnTo>
                  <a:lnTo>
                    <a:pt x="1141591" y="747370"/>
                  </a:lnTo>
                  <a:lnTo>
                    <a:pt x="1128911" y="750849"/>
                  </a:lnTo>
                  <a:lnTo>
                    <a:pt x="1125993" y="750288"/>
                  </a:lnTo>
                  <a:lnTo>
                    <a:pt x="1122739" y="750288"/>
                  </a:lnTo>
                  <a:lnTo>
                    <a:pt x="1118811" y="750849"/>
                  </a:lnTo>
                  <a:lnTo>
                    <a:pt x="1115108" y="751298"/>
                  </a:lnTo>
                  <a:lnTo>
                    <a:pt x="1110731" y="752532"/>
                  </a:lnTo>
                  <a:lnTo>
                    <a:pt x="1105120" y="754440"/>
                  </a:lnTo>
                  <a:lnTo>
                    <a:pt x="1100744" y="756460"/>
                  </a:lnTo>
                  <a:lnTo>
                    <a:pt x="1097714" y="758367"/>
                  </a:lnTo>
                  <a:lnTo>
                    <a:pt x="1093562" y="759938"/>
                  </a:lnTo>
                  <a:lnTo>
                    <a:pt x="1091991" y="760499"/>
                  </a:lnTo>
                  <a:lnTo>
                    <a:pt x="1088400" y="763305"/>
                  </a:lnTo>
                  <a:lnTo>
                    <a:pt x="1083911" y="765662"/>
                  </a:lnTo>
                  <a:lnTo>
                    <a:pt x="1080994" y="765998"/>
                  </a:lnTo>
                  <a:lnTo>
                    <a:pt x="1076729" y="764315"/>
                  </a:lnTo>
                  <a:lnTo>
                    <a:pt x="1076056" y="764090"/>
                  </a:lnTo>
                  <a:lnTo>
                    <a:pt x="1072465" y="761846"/>
                  </a:lnTo>
                  <a:lnTo>
                    <a:pt x="1069435" y="760836"/>
                  </a:lnTo>
                  <a:lnTo>
                    <a:pt x="1067191" y="758480"/>
                  </a:lnTo>
                  <a:lnTo>
                    <a:pt x="1065171" y="755225"/>
                  </a:lnTo>
                  <a:lnTo>
                    <a:pt x="1061019" y="753318"/>
                  </a:lnTo>
                  <a:lnTo>
                    <a:pt x="1052715" y="752756"/>
                  </a:lnTo>
                  <a:lnTo>
                    <a:pt x="1047216" y="754664"/>
                  </a:lnTo>
                  <a:lnTo>
                    <a:pt x="1041605" y="755562"/>
                  </a:lnTo>
                  <a:lnTo>
                    <a:pt x="1038239" y="755899"/>
                  </a:lnTo>
                  <a:lnTo>
                    <a:pt x="1034648" y="756235"/>
                  </a:lnTo>
                  <a:lnTo>
                    <a:pt x="1028139" y="754776"/>
                  </a:lnTo>
                  <a:lnTo>
                    <a:pt x="1024548" y="754440"/>
                  </a:lnTo>
                  <a:lnTo>
                    <a:pt x="1020284" y="755562"/>
                  </a:lnTo>
                  <a:lnTo>
                    <a:pt x="1011418" y="754552"/>
                  </a:lnTo>
                  <a:lnTo>
                    <a:pt x="1003675" y="754440"/>
                  </a:lnTo>
                  <a:lnTo>
                    <a:pt x="1000421" y="755001"/>
                  </a:lnTo>
                  <a:lnTo>
                    <a:pt x="994361" y="757133"/>
                  </a:lnTo>
                  <a:lnTo>
                    <a:pt x="989648" y="758816"/>
                  </a:lnTo>
                  <a:lnTo>
                    <a:pt x="984935" y="758367"/>
                  </a:lnTo>
                  <a:lnTo>
                    <a:pt x="976519" y="758143"/>
                  </a:lnTo>
                  <a:lnTo>
                    <a:pt x="974387" y="757806"/>
                  </a:lnTo>
                  <a:lnTo>
                    <a:pt x="969000" y="757245"/>
                  </a:lnTo>
                  <a:lnTo>
                    <a:pt x="963838" y="755450"/>
                  </a:lnTo>
                  <a:lnTo>
                    <a:pt x="960023" y="755674"/>
                  </a:lnTo>
                  <a:lnTo>
                    <a:pt x="955758" y="755674"/>
                  </a:lnTo>
                  <a:lnTo>
                    <a:pt x="951719" y="755562"/>
                  </a:lnTo>
                  <a:lnTo>
                    <a:pt x="946669" y="755562"/>
                  </a:lnTo>
                  <a:lnTo>
                    <a:pt x="942180" y="756235"/>
                  </a:lnTo>
                  <a:lnTo>
                    <a:pt x="934774" y="759041"/>
                  </a:lnTo>
                  <a:lnTo>
                    <a:pt x="922542" y="760836"/>
                  </a:lnTo>
                  <a:lnTo>
                    <a:pt x="919063" y="763754"/>
                  </a:lnTo>
                  <a:lnTo>
                    <a:pt x="916707" y="766896"/>
                  </a:lnTo>
                  <a:lnTo>
                    <a:pt x="911994" y="769814"/>
                  </a:lnTo>
                  <a:lnTo>
                    <a:pt x="907954" y="772282"/>
                  </a:lnTo>
                  <a:lnTo>
                    <a:pt x="904587" y="775649"/>
                  </a:lnTo>
                  <a:lnTo>
                    <a:pt x="899201" y="779464"/>
                  </a:lnTo>
                  <a:lnTo>
                    <a:pt x="895049" y="782158"/>
                  </a:lnTo>
                  <a:lnTo>
                    <a:pt x="890897" y="787320"/>
                  </a:lnTo>
                  <a:lnTo>
                    <a:pt x="889887" y="791135"/>
                  </a:lnTo>
                  <a:lnTo>
                    <a:pt x="889101" y="794501"/>
                  </a:lnTo>
                  <a:lnTo>
                    <a:pt x="887642" y="798990"/>
                  </a:lnTo>
                  <a:lnTo>
                    <a:pt x="883041" y="805387"/>
                  </a:lnTo>
                  <a:lnTo>
                    <a:pt x="879563" y="808641"/>
                  </a:lnTo>
                  <a:lnTo>
                    <a:pt x="871371" y="813466"/>
                  </a:lnTo>
                  <a:lnTo>
                    <a:pt x="868565" y="815711"/>
                  </a:lnTo>
                  <a:lnTo>
                    <a:pt x="866770" y="820985"/>
                  </a:lnTo>
                  <a:lnTo>
                    <a:pt x="864638" y="826484"/>
                  </a:lnTo>
                  <a:lnTo>
                    <a:pt x="862281" y="828840"/>
                  </a:lnTo>
                  <a:lnTo>
                    <a:pt x="859588" y="828279"/>
                  </a:lnTo>
                  <a:lnTo>
                    <a:pt x="855436" y="827942"/>
                  </a:lnTo>
                  <a:lnTo>
                    <a:pt x="844663" y="827269"/>
                  </a:lnTo>
                  <a:lnTo>
                    <a:pt x="834675" y="825249"/>
                  </a:lnTo>
                  <a:lnTo>
                    <a:pt x="829289" y="821995"/>
                  </a:lnTo>
                  <a:lnTo>
                    <a:pt x="826371" y="819638"/>
                  </a:lnTo>
                  <a:lnTo>
                    <a:pt x="818516" y="819302"/>
                  </a:lnTo>
                  <a:lnTo>
                    <a:pt x="807070" y="822556"/>
                  </a:lnTo>
                  <a:lnTo>
                    <a:pt x="802806" y="821546"/>
                  </a:lnTo>
                  <a:lnTo>
                    <a:pt x="799102" y="820648"/>
                  </a:lnTo>
                  <a:lnTo>
                    <a:pt x="792594" y="818965"/>
                  </a:lnTo>
                  <a:lnTo>
                    <a:pt x="779801" y="810773"/>
                  </a:lnTo>
                  <a:lnTo>
                    <a:pt x="776434" y="808416"/>
                  </a:lnTo>
                  <a:lnTo>
                    <a:pt x="771048" y="804601"/>
                  </a:lnTo>
                  <a:lnTo>
                    <a:pt x="754440" y="796521"/>
                  </a:lnTo>
                  <a:lnTo>
                    <a:pt x="738505" y="795511"/>
                  </a:lnTo>
                  <a:lnTo>
                    <a:pt x="725824" y="798766"/>
                  </a:lnTo>
                  <a:lnTo>
                    <a:pt x="718418" y="803367"/>
                  </a:lnTo>
                  <a:lnTo>
                    <a:pt x="716061" y="803142"/>
                  </a:lnTo>
                  <a:lnTo>
                    <a:pt x="714378" y="802806"/>
                  </a:lnTo>
                  <a:lnTo>
                    <a:pt x="711573" y="802693"/>
                  </a:lnTo>
                  <a:lnTo>
                    <a:pt x="708318" y="803703"/>
                  </a:lnTo>
                  <a:lnTo>
                    <a:pt x="705849" y="804713"/>
                  </a:lnTo>
                  <a:lnTo>
                    <a:pt x="704054" y="805050"/>
                  </a:lnTo>
                  <a:lnTo>
                    <a:pt x="702707" y="804264"/>
                  </a:lnTo>
                  <a:lnTo>
                    <a:pt x="701136" y="804377"/>
                  </a:lnTo>
                  <a:lnTo>
                    <a:pt x="698219" y="804826"/>
                  </a:lnTo>
                  <a:lnTo>
                    <a:pt x="697433" y="804826"/>
                  </a:lnTo>
                  <a:lnTo>
                    <a:pt x="695525" y="804713"/>
                  </a:lnTo>
                  <a:lnTo>
                    <a:pt x="692496" y="805611"/>
                  </a:lnTo>
                  <a:lnTo>
                    <a:pt x="658494" y="815037"/>
                  </a:lnTo>
                  <a:lnTo>
                    <a:pt x="651087" y="811783"/>
                  </a:lnTo>
                  <a:lnTo>
                    <a:pt x="650526" y="810100"/>
                  </a:lnTo>
                  <a:lnTo>
                    <a:pt x="649404" y="806172"/>
                  </a:lnTo>
                  <a:lnTo>
                    <a:pt x="641212" y="791920"/>
                  </a:lnTo>
                  <a:lnTo>
                    <a:pt x="640202" y="790013"/>
                  </a:lnTo>
                  <a:lnTo>
                    <a:pt x="637733" y="785300"/>
                  </a:lnTo>
                  <a:lnTo>
                    <a:pt x="637172" y="784290"/>
                  </a:lnTo>
                  <a:lnTo>
                    <a:pt x="636948" y="783953"/>
                  </a:lnTo>
                  <a:lnTo>
                    <a:pt x="632235" y="775986"/>
                  </a:lnTo>
                  <a:lnTo>
                    <a:pt x="627634" y="768018"/>
                  </a:lnTo>
                  <a:lnTo>
                    <a:pt x="626624" y="766447"/>
                  </a:lnTo>
                  <a:lnTo>
                    <a:pt x="618656" y="752981"/>
                  </a:lnTo>
                  <a:lnTo>
                    <a:pt x="617758" y="751522"/>
                  </a:lnTo>
                  <a:lnTo>
                    <a:pt x="616636" y="749502"/>
                  </a:lnTo>
                  <a:lnTo>
                    <a:pt x="609342" y="737270"/>
                  </a:lnTo>
                  <a:lnTo>
                    <a:pt x="607659" y="734465"/>
                  </a:lnTo>
                  <a:lnTo>
                    <a:pt x="606424" y="732445"/>
                  </a:lnTo>
                  <a:lnTo>
                    <a:pt x="605976" y="731660"/>
                  </a:lnTo>
                  <a:lnTo>
                    <a:pt x="601599" y="724253"/>
                  </a:lnTo>
                  <a:lnTo>
                    <a:pt x="601262" y="723804"/>
                  </a:lnTo>
                  <a:lnTo>
                    <a:pt x="600926" y="723916"/>
                  </a:lnTo>
                  <a:lnTo>
                    <a:pt x="580502" y="734465"/>
                  </a:lnTo>
                  <a:lnTo>
                    <a:pt x="566924" y="741422"/>
                  </a:lnTo>
                  <a:lnTo>
                    <a:pt x="557722" y="746248"/>
                  </a:lnTo>
                  <a:lnTo>
                    <a:pt x="555590" y="747258"/>
                  </a:lnTo>
                  <a:lnTo>
                    <a:pt x="541787" y="754440"/>
                  </a:lnTo>
                  <a:lnTo>
                    <a:pt x="534268" y="758255"/>
                  </a:lnTo>
                  <a:lnTo>
                    <a:pt x="533258" y="758816"/>
                  </a:lnTo>
                  <a:lnTo>
                    <a:pt x="525179" y="762295"/>
                  </a:lnTo>
                  <a:lnTo>
                    <a:pt x="521027" y="764203"/>
                  </a:lnTo>
                  <a:lnTo>
                    <a:pt x="514406" y="767120"/>
                  </a:lnTo>
                  <a:lnTo>
                    <a:pt x="509132" y="769365"/>
                  </a:lnTo>
                  <a:lnTo>
                    <a:pt x="502960" y="772058"/>
                  </a:lnTo>
                  <a:lnTo>
                    <a:pt x="496002" y="775200"/>
                  </a:lnTo>
                  <a:lnTo>
                    <a:pt x="483546" y="776547"/>
                  </a:lnTo>
                  <a:lnTo>
                    <a:pt x="464918" y="778454"/>
                  </a:lnTo>
                  <a:lnTo>
                    <a:pt x="462225" y="778791"/>
                  </a:lnTo>
                  <a:lnTo>
                    <a:pt x="443372" y="780811"/>
                  </a:lnTo>
                  <a:lnTo>
                    <a:pt x="441128" y="781596"/>
                  </a:lnTo>
                  <a:lnTo>
                    <a:pt x="438098" y="782606"/>
                  </a:lnTo>
                  <a:lnTo>
                    <a:pt x="432375" y="784626"/>
                  </a:lnTo>
                  <a:lnTo>
                    <a:pt x="417674" y="789788"/>
                  </a:lnTo>
                  <a:lnTo>
                    <a:pt x="413522" y="791584"/>
                  </a:lnTo>
                  <a:lnTo>
                    <a:pt x="413298" y="791696"/>
                  </a:lnTo>
                  <a:lnTo>
                    <a:pt x="384233" y="804040"/>
                  </a:lnTo>
                  <a:lnTo>
                    <a:pt x="380867" y="805499"/>
                  </a:lnTo>
                  <a:lnTo>
                    <a:pt x="380081" y="805835"/>
                  </a:lnTo>
                  <a:lnTo>
                    <a:pt x="371665" y="809090"/>
                  </a:lnTo>
                  <a:lnTo>
                    <a:pt x="365493" y="811446"/>
                  </a:lnTo>
                  <a:lnTo>
                    <a:pt x="345743" y="818965"/>
                  </a:lnTo>
                  <a:lnTo>
                    <a:pt x="339234" y="821434"/>
                  </a:lnTo>
                  <a:lnTo>
                    <a:pt x="335980" y="823903"/>
                  </a:lnTo>
                  <a:lnTo>
                    <a:pt x="322401" y="834451"/>
                  </a:lnTo>
                  <a:lnTo>
                    <a:pt x="315893" y="837930"/>
                  </a:lnTo>
                  <a:lnTo>
                    <a:pt x="311741" y="839725"/>
                  </a:lnTo>
                  <a:lnTo>
                    <a:pt x="307925" y="839164"/>
                  </a:lnTo>
                  <a:lnTo>
                    <a:pt x="305232" y="838603"/>
                  </a:lnTo>
                  <a:lnTo>
                    <a:pt x="301641" y="837481"/>
                  </a:lnTo>
                  <a:lnTo>
                    <a:pt x="298162" y="836808"/>
                  </a:lnTo>
                  <a:lnTo>
                    <a:pt x="295357" y="847468"/>
                  </a:lnTo>
                  <a:lnTo>
                    <a:pt x="295245" y="847917"/>
                  </a:lnTo>
                  <a:lnTo>
                    <a:pt x="291541" y="858802"/>
                  </a:lnTo>
                  <a:lnTo>
                    <a:pt x="288287" y="866433"/>
                  </a:lnTo>
                  <a:lnTo>
                    <a:pt x="287614" y="868004"/>
                  </a:lnTo>
                  <a:lnTo>
                    <a:pt x="287501" y="868453"/>
                  </a:lnTo>
                  <a:lnTo>
                    <a:pt x="284247" y="875972"/>
                  </a:lnTo>
                  <a:lnTo>
                    <a:pt x="277514" y="892131"/>
                  </a:lnTo>
                  <a:lnTo>
                    <a:pt x="274596" y="898864"/>
                  </a:lnTo>
                  <a:lnTo>
                    <a:pt x="272801" y="903241"/>
                  </a:lnTo>
                  <a:lnTo>
                    <a:pt x="272577" y="903689"/>
                  </a:lnTo>
                  <a:lnTo>
                    <a:pt x="269659" y="910759"/>
                  </a:lnTo>
                  <a:lnTo>
                    <a:pt x="262589" y="927704"/>
                  </a:lnTo>
                  <a:lnTo>
                    <a:pt x="261691" y="930061"/>
                  </a:lnTo>
                  <a:lnTo>
                    <a:pt x="257427" y="940160"/>
                  </a:lnTo>
                  <a:lnTo>
                    <a:pt x="255856" y="944088"/>
                  </a:lnTo>
                  <a:lnTo>
                    <a:pt x="249011" y="960135"/>
                  </a:lnTo>
                  <a:lnTo>
                    <a:pt x="247215" y="964175"/>
                  </a:lnTo>
                  <a:lnTo>
                    <a:pt x="246991" y="964960"/>
                  </a:lnTo>
                  <a:lnTo>
                    <a:pt x="245644" y="967317"/>
                  </a:lnTo>
                  <a:lnTo>
                    <a:pt x="243063" y="971469"/>
                  </a:lnTo>
                  <a:lnTo>
                    <a:pt x="240931" y="974948"/>
                  </a:lnTo>
                  <a:lnTo>
                    <a:pt x="238350" y="979100"/>
                  </a:lnTo>
                  <a:lnTo>
                    <a:pt x="235096" y="983476"/>
                  </a:lnTo>
                  <a:lnTo>
                    <a:pt x="231729" y="987516"/>
                  </a:lnTo>
                  <a:lnTo>
                    <a:pt x="228812" y="990658"/>
                  </a:lnTo>
                  <a:lnTo>
                    <a:pt x="226679" y="993015"/>
                  </a:lnTo>
                  <a:lnTo>
                    <a:pt x="224996" y="994586"/>
                  </a:lnTo>
                  <a:lnTo>
                    <a:pt x="220395" y="998962"/>
                  </a:lnTo>
                  <a:lnTo>
                    <a:pt x="215345" y="1003675"/>
                  </a:lnTo>
                  <a:lnTo>
                    <a:pt x="214784" y="1004124"/>
                  </a:lnTo>
                  <a:lnTo>
                    <a:pt x="212540" y="1006144"/>
                  </a:lnTo>
                  <a:lnTo>
                    <a:pt x="209286" y="1009399"/>
                  </a:lnTo>
                  <a:lnTo>
                    <a:pt x="208949" y="1009623"/>
                  </a:lnTo>
                  <a:lnTo>
                    <a:pt x="208388" y="1010184"/>
                  </a:lnTo>
                  <a:lnTo>
                    <a:pt x="206592" y="1011867"/>
                  </a:lnTo>
                  <a:lnTo>
                    <a:pt x="202104" y="1016019"/>
                  </a:lnTo>
                  <a:lnTo>
                    <a:pt x="197839" y="1020171"/>
                  </a:lnTo>
                  <a:lnTo>
                    <a:pt x="196942" y="1021069"/>
                  </a:lnTo>
                  <a:lnTo>
                    <a:pt x="194361" y="1023538"/>
                  </a:lnTo>
                  <a:lnTo>
                    <a:pt x="193351" y="1024548"/>
                  </a:lnTo>
                  <a:lnTo>
                    <a:pt x="190433" y="1027353"/>
                  </a:lnTo>
                  <a:lnTo>
                    <a:pt x="189984" y="1027802"/>
                  </a:lnTo>
                  <a:lnTo>
                    <a:pt x="188862" y="1028700"/>
                  </a:lnTo>
                  <a:lnTo>
                    <a:pt x="186842" y="1030720"/>
                  </a:lnTo>
                  <a:lnTo>
                    <a:pt x="183027" y="1034760"/>
                  </a:lnTo>
                  <a:lnTo>
                    <a:pt x="181456" y="1036555"/>
                  </a:lnTo>
                  <a:lnTo>
                    <a:pt x="180333" y="1038239"/>
                  </a:lnTo>
                  <a:lnTo>
                    <a:pt x="179997" y="1038912"/>
                  </a:lnTo>
                  <a:lnTo>
                    <a:pt x="179548" y="1039697"/>
                  </a:lnTo>
                  <a:lnTo>
                    <a:pt x="179324" y="1040258"/>
                  </a:lnTo>
                  <a:lnTo>
                    <a:pt x="172142" y="1040483"/>
                  </a:lnTo>
                  <a:lnTo>
                    <a:pt x="158227" y="1040595"/>
                  </a:lnTo>
                  <a:lnTo>
                    <a:pt x="157217" y="1034535"/>
                  </a:lnTo>
                  <a:lnTo>
                    <a:pt x="156207" y="1029822"/>
                  </a:lnTo>
                  <a:lnTo>
                    <a:pt x="155646" y="1028027"/>
                  </a:lnTo>
                  <a:lnTo>
                    <a:pt x="154748" y="1026456"/>
                  </a:lnTo>
                  <a:lnTo>
                    <a:pt x="152728" y="1023650"/>
                  </a:lnTo>
                  <a:lnTo>
                    <a:pt x="147903" y="1017478"/>
                  </a:lnTo>
                  <a:lnTo>
                    <a:pt x="144087" y="1012541"/>
                  </a:lnTo>
                  <a:lnTo>
                    <a:pt x="141731" y="1009623"/>
                  </a:lnTo>
                  <a:lnTo>
                    <a:pt x="140833" y="1008501"/>
                  </a:lnTo>
                  <a:lnTo>
                    <a:pt x="133426" y="999187"/>
                  </a:lnTo>
                  <a:lnTo>
                    <a:pt x="130958" y="995932"/>
                  </a:lnTo>
                  <a:lnTo>
                    <a:pt x="123327" y="986169"/>
                  </a:lnTo>
                  <a:lnTo>
                    <a:pt x="122317" y="984935"/>
                  </a:lnTo>
                  <a:lnTo>
                    <a:pt x="121195" y="983364"/>
                  </a:lnTo>
                  <a:lnTo>
                    <a:pt x="93477" y="947679"/>
                  </a:lnTo>
                  <a:lnTo>
                    <a:pt x="81918" y="933203"/>
                  </a:lnTo>
                  <a:lnTo>
                    <a:pt x="81582" y="932754"/>
                  </a:lnTo>
                  <a:lnTo>
                    <a:pt x="81357" y="932305"/>
                  </a:lnTo>
                  <a:lnTo>
                    <a:pt x="79674" y="928490"/>
                  </a:lnTo>
                  <a:lnTo>
                    <a:pt x="81357" y="926806"/>
                  </a:lnTo>
                  <a:lnTo>
                    <a:pt x="79899" y="924786"/>
                  </a:lnTo>
                  <a:lnTo>
                    <a:pt x="79450" y="923215"/>
                  </a:lnTo>
                  <a:lnTo>
                    <a:pt x="79337" y="922205"/>
                  </a:lnTo>
                  <a:lnTo>
                    <a:pt x="79786" y="919400"/>
                  </a:lnTo>
                  <a:lnTo>
                    <a:pt x="80123" y="918278"/>
                  </a:lnTo>
                  <a:lnTo>
                    <a:pt x="80796" y="916819"/>
                  </a:lnTo>
                  <a:lnTo>
                    <a:pt x="81694" y="915584"/>
                  </a:lnTo>
                  <a:lnTo>
                    <a:pt x="82704" y="914687"/>
                  </a:lnTo>
                  <a:lnTo>
                    <a:pt x="84163" y="914126"/>
                  </a:lnTo>
                  <a:lnTo>
                    <a:pt x="86856" y="913340"/>
                  </a:lnTo>
                  <a:lnTo>
                    <a:pt x="91345" y="912779"/>
                  </a:lnTo>
                  <a:lnTo>
                    <a:pt x="95721" y="912330"/>
                  </a:lnTo>
                  <a:lnTo>
                    <a:pt x="96843" y="912442"/>
                  </a:lnTo>
                  <a:lnTo>
                    <a:pt x="97068" y="912330"/>
                  </a:lnTo>
                  <a:lnTo>
                    <a:pt x="97405" y="912330"/>
                  </a:lnTo>
                  <a:lnTo>
                    <a:pt x="101781" y="912555"/>
                  </a:lnTo>
                  <a:lnTo>
                    <a:pt x="102005" y="912555"/>
                  </a:lnTo>
                  <a:lnTo>
                    <a:pt x="102567" y="912555"/>
                  </a:lnTo>
                  <a:lnTo>
                    <a:pt x="109075" y="912779"/>
                  </a:lnTo>
                  <a:lnTo>
                    <a:pt x="114349" y="912891"/>
                  </a:lnTo>
                  <a:lnTo>
                    <a:pt x="115023" y="912891"/>
                  </a:lnTo>
                  <a:lnTo>
                    <a:pt x="116818" y="912218"/>
                  </a:lnTo>
                  <a:lnTo>
                    <a:pt x="115808" y="911545"/>
                  </a:lnTo>
                  <a:lnTo>
                    <a:pt x="114237" y="910422"/>
                  </a:lnTo>
                  <a:lnTo>
                    <a:pt x="114013" y="910198"/>
                  </a:lnTo>
                  <a:lnTo>
                    <a:pt x="113788" y="910086"/>
                  </a:lnTo>
                  <a:lnTo>
                    <a:pt x="113339" y="909413"/>
                  </a:lnTo>
                  <a:lnTo>
                    <a:pt x="111320" y="907168"/>
                  </a:lnTo>
                  <a:lnTo>
                    <a:pt x="108626" y="902006"/>
                  </a:lnTo>
                  <a:lnTo>
                    <a:pt x="106270" y="895722"/>
                  </a:lnTo>
                  <a:lnTo>
                    <a:pt x="104025" y="889999"/>
                  </a:lnTo>
                  <a:lnTo>
                    <a:pt x="103801" y="889550"/>
                  </a:lnTo>
                  <a:lnTo>
                    <a:pt x="103128" y="887642"/>
                  </a:lnTo>
                  <a:lnTo>
                    <a:pt x="103128" y="885735"/>
                  </a:lnTo>
                  <a:lnTo>
                    <a:pt x="103240" y="883715"/>
                  </a:lnTo>
                  <a:lnTo>
                    <a:pt x="103577" y="882368"/>
                  </a:lnTo>
                  <a:lnTo>
                    <a:pt x="104699" y="877318"/>
                  </a:lnTo>
                  <a:lnTo>
                    <a:pt x="104923" y="876420"/>
                  </a:lnTo>
                  <a:lnTo>
                    <a:pt x="107392" y="866209"/>
                  </a:lnTo>
                  <a:lnTo>
                    <a:pt x="109861" y="856109"/>
                  </a:lnTo>
                  <a:lnTo>
                    <a:pt x="110983" y="851171"/>
                  </a:lnTo>
                  <a:lnTo>
                    <a:pt x="111207" y="850386"/>
                  </a:lnTo>
                  <a:lnTo>
                    <a:pt x="113564" y="840623"/>
                  </a:lnTo>
                  <a:lnTo>
                    <a:pt x="117043" y="826147"/>
                  </a:lnTo>
                  <a:lnTo>
                    <a:pt x="122092" y="805387"/>
                  </a:lnTo>
                  <a:lnTo>
                    <a:pt x="120073" y="805611"/>
                  </a:lnTo>
                  <a:lnTo>
                    <a:pt x="119399" y="805723"/>
                  </a:lnTo>
                  <a:lnTo>
                    <a:pt x="115472" y="806284"/>
                  </a:lnTo>
                  <a:lnTo>
                    <a:pt x="110422" y="806733"/>
                  </a:lnTo>
                  <a:lnTo>
                    <a:pt x="108739" y="806733"/>
                  </a:lnTo>
                  <a:lnTo>
                    <a:pt x="97068" y="807182"/>
                  </a:lnTo>
                  <a:lnTo>
                    <a:pt x="84612" y="807743"/>
                  </a:lnTo>
                  <a:lnTo>
                    <a:pt x="79450" y="807631"/>
                  </a:lnTo>
                  <a:lnTo>
                    <a:pt x="68003" y="806397"/>
                  </a:lnTo>
                  <a:lnTo>
                    <a:pt x="45448" y="804152"/>
                  </a:lnTo>
                  <a:lnTo>
                    <a:pt x="40847" y="803703"/>
                  </a:lnTo>
                  <a:lnTo>
                    <a:pt x="17954" y="802132"/>
                  </a:lnTo>
                  <a:lnTo>
                    <a:pt x="12007" y="802020"/>
                  </a:lnTo>
                  <a:lnTo>
                    <a:pt x="11446" y="801908"/>
                  </a:lnTo>
                  <a:lnTo>
                    <a:pt x="11109" y="801908"/>
                  </a:lnTo>
                  <a:lnTo>
                    <a:pt x="10436" y="801908"/>
                  </a:lnTo>
                  <a:lnTo>
                    <a:pt x="4152" y="801235"/>
                  </a:lnTo>
                  <a:lnTo>
                    <a:pt x="0" y="800898"/>
                  </a:lnTo>
                  <a:lnTo>
                    <a:pt x="112" y="800449"/>
                  </a:lnTo>
                  <a:lnTo>
                    <a:pt x="897" y="792594"/>
                  </a:lnTo>
                  <a:lnTo>
                    <a:pt x="1009" y="791920"/>
                  </a:lnTo>
                  <a:lnTo>
                    <a:pt x="1458" y="787656"/>
                  </a:lnTo>
                  <a:lnTo>
                    <a:pt x="1458" y="787320"/>
                  </a:lnTo>
                  <a:lnTo>
                    <a:pt x="2244" y="780138"/>
                  </a:lnTo>
                  <a:lnTo>
                    <a:pt x="2244" y="779689"/>
                  </a:lnTo>
                  <a:lnTo>
                    <a:pt x="2917" y="773741"/>
                  </a:lnTo>
                  <a:lnTo>
                    <a:pt x="3254" y="769814"/>
                  </a:lnTo>
                  <a:lnTo>
                    <a:pt x="3366" y="769028"/>
                  </a:lnTo>
                  <a:lnTo>
                    <a:pt x="4376" y="769252"/>
                  </a:lnTo>
                  <a:lnTo>
                    <a:pt x="4825" y="769365"/>
                  </a:lnTo>
                  <a:lnTo>
                    <a:pt x="6508" y="769589"/>
                  </a:lnTo>
                  <a:lnTo>
                    <a:pt x="8528" y="769252"/>
                  </a:lnTo>
                  <a:lnTo>
                    <a:pt x="8752" y="769028"/>
                  </a:lnTo>
                  <a:lnTo>
                    <a:pt x="8977" y="768804"/>
                  </a:lnTo>
                  <a:lnTo>
                    <a:pt x="9426" y="768243"/>
                  </a:lnTo>
                  <a:lnTo>
                    <a:pt x="9538" y="767794"/>
                  </a:lnTo>
                  <a:lnTo>
                    <a:pt x="9650" y="767569"/>
                  </a:lnTo>
                  <a:lnTo>
                    <a:pt x="9650" y="766896"/>
                  </a:lnTo>
                  <a:lnTo>
                    <a:pt x="9650" y="766559"/>
                  </a:lnTo>
                  <a:lnTo>
                    <a:pt x="9650" y="766335"/>
                  </a:lnTo>
                  <a:lnTo>
                    <a:pt x="9650" y="765886"/>
                  </a:lnTo>
                  <a:lnTo>
                    <a:pt x="9762" y="764876"/>
                  </a:lnTo>
                  <a:lnTo>
                    <a:pt x="10099" y="763866"/>
                  </a:lnTo>
                  <a:lnTo>
                    <a:pt x="10772" y="762519"/>
                  </a:lnTo>
                  <a:lnTo>
                    <a:pt x="11670" y="760612"/>
                  </a:lnTo>
                  <a:lnTo>
                    <a:pt x="12119" y="759938"/>
                  </a:lnTo>
                  <a:lnTo>
                    <a:pt x="13129" y="758031"/>
                  </a:lnTo>
                  <a:lnTo>
                    <a:pt x="14700" y="756123"/>
                  </a:lnTo>
                  <a:lnTo>
                    <a:pt x="17281" y="753542"/>
                  </a:lnTo>
                  <a:lnTo>
                    <a:pt x="17842" y="752981"/>
                  </a:lnTo>
                  <a:lnTo>
                    <a:pt x="18291" y="752532"/>
                  </a:lnTo>
                  <a:lnTo>
                    <a:pt x="20648" y="750400"/>
                  </a:lnTo>
                  <a:lnTo>
                    <a:pt x="23004" y="749053"/>
                  </a:lnTo>
                  <a:lnTo>
                    <a:pt x="23229" y="748829"/>
                  </a:lnTo>
                  <a:lnTo>
                    <a:pt x="25361" y="748604"/>
                  </a:lnTo>
                  <a:lnTo>
                    <a:pt x="26707" y="748380"/>
                  </a:lnTo>
                  <a:lnTo>
                    <a:pt x="29849" y="747594"/>
                  </a:lnTo>
                  <a:lnTo>
                    <a:pt x="30186" y="747482"/>
                  </a:lnTo>
                  <a:lnTo>
                    <a:pt x="32206" y="746697"/>
                  </a:lnTo>
                  <a:lnTo>
                    <a:pt x="32543" y="746248"/>
                  </a:lnTo>
                  <a:lnTo>
                    <a:pt x="32992" y="745911"/>
                  </a:lnTo>
                  <a:lnTo>
                    <a:pt x="33104" y="745687"/>
                  </a:lnTo>
                  <a:lnTo>
                    <a:pt x="33216" y="745350"/>
                  </a:lnTo>
                  <a:lnTo>
                    <a:pt x="33665" y="743779"/>
                  </a:lnTo>
                  <a:lnTo>
                    <a:pt x="33889" y="742545"/>
                  </a:lnTo>
                  <a:lnTo>
                    <a:pt x="34001" y="742096"/>
                  </a:lnTo>
                  <a:lnTo>
                    <a:pt x="34226" y="741535"/>
                  </a:lnTo>
                  <a:lnTo>
                    <a:pt x="34450" y="740861"/>
                  </a:lnTo>
                  <a:lnTo>
                    <a:pt x="34899" y="739851"/>
                  </a:lnTo>
                  <a:lnTo>
                    <a:pt x="35011" y="739403"/>
                  </a:lnTo>
                  <a:lnTo>
                    <a:pt x="35460" y="738729"/>
                  </a:lnTo>
                  <a:lnTo>
                    <a:pt x="35909" y="737944"/>
                  </a:lnTo>
                  <a:lnTo>
                    <a:pt x="36134" y="737270"/>
                  </a:lnTo>
                  <a:lnTo>
                    <a:pt x="36246" y="736485"/>
                  </a:lnTo>
                  <a:lnTo>
                    <a:pt x="36358" y="736260"/>
                  </a:lnTo>
                  <a:lnTo>
                    <a:pt x="36470" y="736036"/>
                  </a:lnTo>
                  <a:lnTo>
                    <a:pt x="36695" y="735138"/>
                  </a:lnTo>
                  <a:lnTo>
                    <a:pt x="36919" y="734914"/>
                  </a:lnTo>
                  <a:lnTo>
                    <a:pt x="37256" y="734353"/>
                  </a:lnTo>
                  <a:lnTo>
                    <a:pt x="37592" y="734016"/>
                  </a:lnTo>
                  <a:lnTo>
                    <a:pt x="38266" y="733455"/>
                  </a:lnTo>
                  <a:lnTo>
                    <a:pt x="39500" y="733006"/>
                  </a:lnTo>
                  <a:lnTo>
                    <a:pt x="40959" y="732669"/>
                  </a:lnTo>
                  <a:lnTo>
                    <a:pt x="41969" y="731772"/>
                  </a:lnTo>
                  <a:lnTo>
                    <a:pt x="45335" y="726273"/>
                  </a:lnTo>
                  <a:lnTo>
                    <a:pt x="46121" y="725824"/>
                  </a:lnTo>
                  <a:lnTo>
                    <a:pt x="51620" y="722009"/>
                  </a:lnTo>
                  <a:lnTo>
                    <a:pt x="61832" y="720550"/>
                  </a:lnTo>
                  <a:lnTo>
                    <a:pt x="75185" y="722570"/>
                  </a:lnTo>
                  <a:lnTo>
                    <a:pt x="87754" y="730537"/>
                  </a:lnTo>
                  <a:lnTo>
                    <a:pt x="103689" y="745575"/>
                  </a:lnTo>
                  <a:lnTo>
                    <a:pt x="115135" y="751747"/>
                  </a:lnTo>
                  <a:lnTo>
                    <a:pt x="123664" y="755001"/>
                  </a:lnTo>
                  <a:lnTo>
                    <a:pt x="135222" y="756460"/>
                  </a:lnTo>
                  <a:lnTo>
                    <a:pt x="150147" y="756460"/>
                  </a:lnTo>
                  <a:lnTo>
                    <a:pt x="164960" y="757245"/>
                  </a:lnTo>
                  <a:lnTo>
                    <a:pt x="171132" y="758592"/>
                  </a:lnTo>
                  <a:lnTo>
                    <a:pt x="173937" y="760163"/>
                  </a:lnTo>
                  <a:lnTo>
                    <a:pt x="174610" y="760836"/>
                  </a:lnTo>
                  <a:lnTo>
                    <a:pt x="176181" y="761285"/>
                  </a:lnTo>
                  <a:lnTo>
                    <a:pt x="176518" y="761846"/>
                  </a:lnTo>
                  <a:lnTo>
                    <a:pt x="176743" y="762183"/>
                  </a:lnTo>
                  <a:lnTo>
                    <a:pt x="177079" y="764315"/>
                  </a:lnTo>
                  <a:lnTo>
                    <a:pt x="177191" y="764539"/>
                  </a:lnTo>
                  <a:lnTo>
                    <a:pt x="177191" y="764876"/>
                  </a:lnTo>
                  <a:lnTo>
                    <a:pt x="176294" y="765213"/>
                  </a:lnTo>
                  <a:lnTo>
                    <a:pt x="175171" y="765662"/>
                  </a:lnTo>
                  <a:lnTo>
                    <a:pt x="175845" y="768243"/>
                  </a:lnTo>
                  <a:lnTo>
                    <a:pt x="176294" y="769701"/>
                  </a:lnTo>
                  <a:lnTo>
                    <a:pt x="176069" y="770375"/>
                  </a:lnTo>
                  <a:lnTo>
                    <a:pt x="175957" y="771272"/>
                  </a:lnTo>
                  <a:lnTo>
                    <a:pt x="176069" y="772282"/>
                  </a:lnTo>
                  <a:lnTo>
                    <a:pt x="176181" y="773517"/>
                  </a:lnTo>
                  <a:lnTo>
                    <a:pt x="176181" y="775200"/>
                  </a:lnTo>
                  <a:lnTo>
                    <a:pt x="176069" y="775537"/>
                  </a:lnTo>
                  <a:lnTo>
                    <a:pt x="175733" y="776210"/>
                  </a:lnTo>
                  <a:lnTo>
                    <a:pt x="175059" y="777108"/>
                  </a:lnTo>
                  <a:lnTo>
                    <a:pt x="174947" y="777557"/>
                  </a:lnTo>
                  <a:lnTo>
                    <a:pt x="174947" y="778454"/>
                  </a:lnTo>
                  <a:lnTo>
                    <a:pt x="174835" y="778903"/>
                  </a:lnTo>
                  <a:lnTo>
                    <a:pt x="174610" y="779689"/>
                  </a:lnTo>
                  <a:lnTo>
                    <a:pt x="174386" y="780586"/>
                  </a:lnTo>
                  <a:lnTo>
                    <a:pt x="174274" y="781709"/>
                  </a:lnTo>
                  <a:lnTo>
                    <a:pt x="174386" y="782606"/>
                  </a:lnTo>
                  <a:lnTo>
                    <a:pt x="174498" y="783167"/>
                  </a:lnTo>
                  <a:lnTo>
                    <a:pt x="174498" y="783616"/>
                  </a:lnTo>
                  <a:lnTo>
                    <a:pt x="174386" y="784177"/>
                  </a:lnTo>
                  <a:lnTo>
                    <a:pt x="174274" y="784739"/>
                  </a:lnTo>
                  <a:lnTo>
                    <a:pt x="174274" y="785075"/>
                  </a:lnTo>
                  <a:lnTo>
                    <a:pt x="174162" y="785636"/>
                  </a:lnTo>
                  <a:lnTo>
                    <a:pt x="174498" y="785748"/>
                  </a:lnTo>
                  <a:lnTo>
                    <a:pt x="174835" y="786085"/>
                  </a:lnTo>
                  <a:lnTo>
                    <a:pt x="175171" y="786310"/>
                  </a:lnTo>
                  <a:lnTo>
                    <a:pt x="175733" y="786646"/>
                  </a:lnTo>
                  <a:lnTo>
                    <a:pt x="175957" y="786871"/>
                  </a:lnTo>
                  <a:lnTo>
                    <a:pt x="176294" y="787432"/>
                  </a:lnTo>
                  <a:lnTo>
                    <a:pt x="177416" y="788442"/>
                  </a:lnTo>
                  <a:lnTo>
                    <a:pt x="178314" y="789227"/>
                  </a:lnTo>
                  <a:lnTo>
                    <a:pt x="178875" y="789676"/>
                  </a:lnTo>
                  <a:lnTo>
                    <a:pt x="179211" y="790125"/>
                  </a:lnTo>
                  <a:lnTo>
                    <a:pt x="179997" y="790686"/>
                  </a:lnTo>
                  <a:lnTo>
                    <a:pt x="180221" y="790798"/>
                  </a:lnTo>
                  <a:lnTo>
                    <a:pt x="180558" y="790911"/>
                  </a:lnTo>
                  <a:lnTo>
                    <a:pt x="180782" y="791135"/>
                  </a:lnTo>
                  <a:lnTo>
                    <a:pt x="181231" y="791247"/>
                  </a:lnTo>
                  <a:lnTo>
                    <a:pt x="181680" y="791920"/>
                  </a:lnTo>
                  <a:lnTo>
                    <a:pt x="182017" y="792482"/>
                  </a:lnTo>
                  <a:lnTo>
                    <a:pt x="182353" y="792818"/>
                  </a:lnTo>
                  <a:lnTo>
                    <a:pt x="182578" y="793379"/>
                  </a:lnTo>
                  <a:lnTo>
                    <a:pt x="183363" y="793043"/>
                  </a:lnTo>
                  <a:lnTo>
                    <a:pt x="183812" y="792818"/>
                  </a:lnTo>
                  <a:lnTo>
                    <a:pt x="186393" y="791247"/>
                  </a:lnTo>
                  <a:lnTo>
                    <a:pt x="187515" y="790574"/>
                  </a:lnTo>
                  <a:lnTo>
                    <a:pt x="202553" y="780138"/>
                  </a:lnTo>
                  <a:lnTo>
                    <a:pt x="221517" y="767457"/>
                  </a:lnTo>
                  <a:lnTo>
                    <a:pt x="249909" y="755113"/>
                  </a:lnTo>
                  <a:lnTo>
                    <a:pt x="277963" y="742208"/>
                  </a:lnTo>
                  <a:lnTo>
                    <a:pt x="290307" y="737158"/>
                  </a:lnTo>
                  <a:lnTo>
                    <a:pt x="300407" y="732782"/>
                  </a:lnTo>
                  <a:lnTo>
                    <a:pt x="303212" y="731435"/>
                  </a:lnTo>
                  <a:lnTo>
                    <a:pt x="306466" y="730088"/>
                  </a:lnTo>
                  <a:lnTo>
                    <a:pt x="326553" y="721335"/>
                  </a:lnTo>
                  <a:lnTo>
                    <a:pt x="328573" y="720438"/>
                  </a:lnTo>
                  <a:lnTo>
                    <a:pt x="335082" y="717520"/>
                  </a:lnTo>
                  <a:lnTo>
                    <a:pt x="335867" y="717183"/>
                  </a:lnTo>
                  <a:lnTo>
                    <a:pt x="342937" y="714154"/>
                  </a:lnTo>
                  <a:lnTo>
                    <a:pt x="374021" y="700912"/>
                  </a:lnTo>
                  <a:lnTo>
                    <a:pt x="374582" y="700687"/>
                  </a:lnTo>
                  <a:lnTo>
                    <a:pt x="396577" y="691373"/>
                  </a:lnTo>
                  <a:lnTo>
                    <a:pt x="400280" y="689802"/>
                  </a:lnTo>
                  <a:lnTo>
                    <a:pt x="404432" y="688119"/>
                  </a:lnTo>
                  <a:lnTo>
                    <a:pt x="414756" y="683630"/>
                  </a:lnTo>
                  <a:lnTo>
                    <a:pt x="416215" y="683069"/>
                  </a:lnTo>
                  <a:lnTo>
                    <a:pt x="448983" y="669042"/>
                  </a:lnTo>
                  <a:lnTo>
                    <a:pt x="459644" y="664553"/>
                  </a:lnTo>
                  <a:lnTo>
                    <a:pt x="469968" y="660065"/>
                  </a:lnTo>
                  <a:lnTo>
                    <a:pt x="471988" y="659279"/>
                  </a:lnTo>
                  <a:lnTo>
                    <a:pt x="476027" y="657596"/>
                  </a:lnTo>
                  <a:lnTo>
                    <a:pt x="513845" y="642446"/>
                  </a:lnTo>
                  <a:lnTo>
                    <a:pt x="519792" y="639978"/>
                  </a:lnTo>
                  <a:lnTo>
                    <a:pt x="554580" y="626175"/>
                  </a:lnTo>
                  <a:lnTo>
                    <a:pt x="601375" y="607434"/>
                  </a:lnTo>
                  <a:lnTo>
                    <a:pt x="601599" y="607322"/>
                  </a:lnTo>
                  <a:lnTo>
                    <a:pt x="618207" y="600701"/>
                  </a:lnTo>
                  <a:lnTo>
                    <a:pt x="621911" y="599243"/>
                  </a:lnTo>
                  <a:lnTo>
                    <a:pt x="634254" y="594305"/>
                  </a:lnTo>
                  <a:lnTo>
                    <a:pt x="647047" y="589143"/>
                  </a:lnTo>
                  <a:lnTo>
                    <a:pt x="650750" y="587684"/>
                  </a:lnTo>
                  <a:lnTo>
                    <a:pt x="656698" y="585328"/>
                  </a:lnTo>
                  <a:lnTo>
                    <a:pt x="673867" y="578482"/>
                  </a:lnTo>
                  <a:lnTo>
                    <a:pt x="676336" y="577472"/>
                  </a:lnTo>
                  <a:lnTo>
                    <a:pt x="658494" y="533932"/>
                  </a:lnTo>
                  <a:lnTo>
                    <a:pt x="657596" y="534493"/>
                  </a:lnTo>
                  <a:lnTo>
                    <a:pt x="657035" y="534830"/>
                  </a:lnTo>
                  <a:lnTo>
                    <a:pt x="651536" y="519905"/>
                  </a:lnTo>
                  <a:lnTo>
                    <a:pt x="647047" y="509019"/>
                  </a:lnTo>
                  <a:lnTo>
                    <a:pt x="644130" y="501725"/>
                  </a:lnTo>
                  <a:lnTo>
                    <a:pt x="638294" y="488371"/>
                  </a:lnTo>
                  <a:lnTo>
                    <a:pt x="635377" y="481526"/>
                  </a:lnTo>
                  <a:lnTo>
                    <a:pt x="630888" y="471426"/>
                  </a:lnTo>
                  <a:lnTo>
                    <a:pt x="628307" y="466152"/>
                  </a:lnTo>
                  <a:lnTo>
                    <a:pt x="626063" y="463122"/>
                  </a:lnTo>
                  <a:lnTo>
                    <a:pt x="623818" y="458634"/>
                  </a:lnTo>
                  <a:lnTo>
                    <a:pt x="619778" y="446963"/>
                  </a:lnTo>
                  <a:lnTo>
                    <a:pt x="617197" y="435853"/>
                  </a:lnTo>
                  <a:lnTo>
                    <a:pt x="616524" y="433048"/>
                  </a:lnTo>
                  <a:lnTo>
                    <a:pt x="620676" y="431926"/>
                  </a:lnTo>
                  <a:lnTo>
                    <a:pt x="623369" y="431140"/>
                  </a:lnTo>
                  <a:lnTo>
                    <a:pt x="621349" y="423509"/>
                  </a:lnTo>
                  <a:lnTo>
                    <a:pt x="620452" y="420143"/>
                  </a:lnTo>
                  <a:lnTo>
                    <a:pt x="620115" y="416215"/>
                  </a:lnTo>
                  <a:lnTo>
                    <a:pt x="620115" y="415766"/>
                  </a:lnTo>
                  <a:lnTo>
                    <a:pt x="619891" y="414308"/>
                  </a:lnTo>
                  <a:lnTo>
                    <a:pt x="619891" y="412737"/>
                  </a:lnTo>
                  <a:lnTo>
                    <a:pt x="620115" y="403535"/>
                  </a:lnTo>
                  <a:lnTo>
                    <a:pt x="620115" y="403310"/>
                  </a:lnTo>
                  <a:lnTo>
                    <a:pt x="612260" y="401739"/>
                  </a:lnTo>
                  <a:lnTo>
                    <a:pt x="611586" y="401627"/>
                  </a:lnTo>
                  <a:lnTo>
                    <a:pt x="610015" y="401178"/>
                  </a:lnTo>
                  <a:lnTo>
                    <a:pt x="609230" y="400168"/>
                  </a:lnTo>
                  <a:lnTo>
                    <a:pt x="607883" y="396353"/>
                  </a:lnTo>
                  <a:lnTo>
                    <a:pt x="606986" y="396016"/>
                  </a:lnTo>
                  <a:lnTo>
                    <a:pt x="592958" y="398036"/>
                  </a:lnTo>
                  <a:lnTo>
                    <a:pt x="573545" y="400841"/>
                  </a:lnTo>
                  <a:lnTo>
                    <a:pt x="562547" y="402525"/>
                  </a:lnTo>
                  <a:lnTo>
                    <a:pt x="559630" y="403086"/>
                  </a:lnTo>
                  <a:lnTo>
                    <a:pt x="558395" y="403310"/>
                  </a:lnTo>
                  <a:lnTo>
                    <a:pt x="543695" y="405555"/>
                  </a:lnTo>
                  <a:lnTo>
                    <a:pt x="543807" y="406003"/>
                  </a:lnTo>
                  <a:lnTo>
                    <a:pt x="533483" y="407799"/>
                  </a:lnTo>
                  <a:lnTo>
                    <a:pt x="533483" y="407238"/>
                  </a:lnTo>
                  <a:lnTo>
                    <a:pt x="532136" y="407462"/>
                  </a:lnTo>
                  <a:lnTo>
                    <a:pt x="479843" y="415766"/>
                  </a:lnTo>
                  <a:lnTo>
                    <a:pt x="480179" y="415093"/>
                  </a:lnTo>
                  <a:lnTo>
                    <a:pt x="480965" y="413185"/>
                  </a:lnTo>
                  <a:lnTo>
                    <a:pt x="481750" y="411614"/>
                  </a:lnTo>
                  <a:lnTo>
                    <a:pt x="482648" y="410043"/>
                  </a:lnTo>
                  <a:lnTo>
                    <a:pt x="483658" y="408248"/>
                  </a:lnTo>
                  <a:lnTo>
                    <a:pt x="484331" y="407238"/>
                  </a:lnTo>
                  <a:lnTo>
                    <a:pt x="485341" y="405106"/>
                  </a:lnTo>
                  <a:lnTo>
                    <a:pt x="487810" y="401627"/>
                  </a:lnTo>
                  <a:lnTo>
                    <a:pt x="488484" y="400841"/>
                  </a:lnTo>
                  <a:lnTo>
                    <a:pt x="491289" y="397475"/>
                  </a:lnTo>
                  <a:lnTo>
                    <a:pt x="492075" y="396914"/>
                  </a:lnTo>
                  <a:lnTo>
                    <a:pt x="492860" y="396016"/>
                  </a:lnTo>
                  <a:lnTo>
                    <a:pt x="493758" y="395006"/>
                  </a:lnTo>
                  <a:lnTo>
                    <a:pt x="494319" y="394333"/>
                  </a:lnTo>
                  <a:lnTo>
                    <a:pt x="494880" y="393323"/>
                  </a:lnTo>
                  <a:lnTo>
                    <a:pt x="497237" y="388946"/>
                  </a:lnTo>
                  <a:lnTo>
                    <a:pt x="499032" y="388049"/>
                  </a:lnTo>
                  <a:lnTo>
                    <a:pt x="500266" y="387488"/>
                  </a:lnTo>
                  <a:lnTo>
                    <a:pt x="502399" y="384794"/>
                  </a:lnTo>
                  <a:lnTo>
                    <a:pt x="503857" y="383223"/>
                  </a:lnTo>
                  <a:lnTo>
                    <a:pt x="504980" y="378735"/>
                  </a:lnTo>
                  <a:lnTo>
                    <a:pt x="505428" y="377725"/>
                  </a:lnTo>
                  <a:lnTo>
                    <a:pt x="506438" y="375480"/>
                  </a:lnTo>
                  <a:lnTo>
                    <a:pt x="507448" y="374695"/>
                  </a:lnTo>
                  <a:lnTo>
                    <a:pt x="508571" y="373909"/>
                  </a:lnTo>
                  <a:lnTo>
                    <a:pt x="508907" y="372675"/>
                  </a:lnTo>
                  <a:lnTo>
                    <a:pt x="509019" y="371889"/>
                  </a:lnTo>
                  <a:lnTo>
                    <a:pt x="508907" y="371104"/>
                  </a:lnTo>
                  <a:lnTo>
                    <a:pt x="508346" y="370094"/>
                  </a:lnTo>
                  <a:lnTo>
                    <a:pt x="507897" y="368411"/>
                  </a:lnTo>
                  <a:lnTo>
                    <a:pt x="509244" y="367288"/>
                  </a:lnTo>
                  <a:lnTo>
                    <a:pt x="510142" y="366503"/>
                  </a:lnTo>
                  <a:lnTo>
                    <a:pt x="511152" y="365717"/>
                  </a:lnTo>
                  <a:lnTo>
                    <a:pt x="511713" y="364932"/>
                  </a:lnTo>
                  <a:lnTo>
                    <a:pt x="512610" y="364595"/>
                  </a:lnTo>
                  <a:lnTo>
                    <a:pt x="513396" y="364258"/>
                  </a:lnTo>
                  <a:lnTo>
                    <a:pt x="514406" y="363922"/>
                  </a:lnTo>
                  <a:lnTo>
                    <a:pt x="516089" y="363585"/>
                  </a:lnTo>
                  <a:lnTo>
                    <a:pt x="516762" y="363697"/>
                  </a:lnTo>
                  <a:lnTo>
                    <a:pt x="517660" y="363697"/>
                  </a:lnTo>
                  <a:lnTo>
                    <a:pt x="518895" y="363697"/>
                  </a:lnTo>
                  <a:lnTo>
                    <a:pt x="519680" y="363585"/>
                  </a:lnTo>
                  <a:lnTo>
                    <a:pt x="520914" y="363136"/>
                  </a:lnTo>
                  <a:lnTo>
                    <a:pt x="521700" y="361116"/>
                  </a:lnTo>
                  <a:lnTo>
                    <a:pt x="525852" y="360443"/>
                  </a:lnTo>
                  <a:lnTo>
                    <a:pt x="527648" y="359994"/>
                  </a:lnTo>
                  <a:lnTo>
                    <a:pt x="531800" y="358872"/>
                  </a:lnTo>
                  <a:lnTo>
                    <a:pt x="535166" y="358760"/>
                  </a:lnTo>
                  <a:lnTo>
                    <a:pt x="536513" y="359433"/>
                  </a:lnTo>
                  <a:lnTo>
                    <a:pt x="538084" y="360443"/>
                  </a:lnTo>
                  <a:lnTo>
                    <a:pt x="540777" y="360892"/>
                  </a:lnTo>
                  <a:lnTo>
                    <a:pt x="543134" y="359658"/>
                  </a:lnTo>
                  <a:lnTo>
                    <a:pt x="545715" y="358535"/>
                  </a:lnTo>
                  <a:lnTo>
                    <a:pt x="547510" y="359433"/>
                  </a:lnTo>
                  <a:lnTo>
                    <a:pt x="548296" y="360219"/>
                  </a:lnTo>
                  <a:lnTo>
                    <a:pt x="550091" y="360106"/>
                  </a:lnTo>
                  <a:lnTo>
                    <a:pt x="552223" y="359994"/>
                  </a:lnTo>
                  <a:lnTo>
                    <a:pt x="554243" y="359321"/>
                  </a:lnTo>
                  <a:lnTo>
                    <a:pt x="556936" y="358984"/>
                  </a:lnTo>
                  <a:lnTo>
                    <a:pt x="559517" y="357077"/>
                  </a:lnTo>
                  <a:lnTo>
                    <a:pt x="562884" y="356179"/>
                  </a:lnTo>
                  <a:lnTo>
                    <a:pt x="565802" y="356179"/>
                  </a:lnTo>
                  <a:lnTo>
                    <a:pt x="569841" y="356515"/>
                  </a:lnTo>
                  <a:lnTo>
                    <a:pt x="572086" y="355842"/>
                  </a:lnTo>
                  <a:lnTo>
                    <a:pt x="574667" y="353822"/>
                  </a:lnTo>
                  <a:lnTo>
                    <a:pt x="575789" y="353149"/>
                  </a:lnTo>
                  <a:lnTo>
                    <a:pt x="576575" y="352812"/>
                  </a:lnTo>
                  <a:lnTo>
                    <a:pt x="577584" y="352363"/>
                  </a:lnTo>
                  <a:lnTo>
                    <a:pt x="578033" y="352139"/>
                  </a:lnTo>
                  <a:lnTo>
                    <a:pt x="579717" y="350792"/>
                  </a:lnTo>
                  <a:lnTo>
                    <a:pt x="580278" y="350343"/>
                  </a:lnTo>
                  <a:lnTo>
                    <a:pt x="580727" y="350119"/>
                  </a:lnTo>
                  <a:lnTo>
                    <a:pt x="581849" y="349558"/>
                  </a:lnTo>
                  <a:lnTo>
                    <a:pt x="582859" y="349109"/>
                  </a:lnTo>
                  <a:lnTo>
                    <a:pt x="583644" y="349109"/>
                  </a:lnTo>
                  <a:lnTo>
                    <a:pt x="584766" y="348885"/>
                  </a:lnTo>
                  <a:lnTo>
                    <a:pt x="585440" y="348660"/>
                  </a:lnTo>
                  <a:lnTo>
                    <a:pt x="586001" y="348436"/>
                  </a:lnTo>
                  <a:lnTo>
                    <a:pt x="586337" y="348324"/>
                  </a:lnTo>
                  <a:lnTo>
                    <a:pt x="587123" y="348211"/>
                  </a:lnTo>
                  <a:lnTo>
                    <a:pt x="589031" y="347762"/>
                  </a:lnTo>
                  <a:lnTo>
                    <a:pt x="590265" y="347538"/>
                  </a:lnTo>
                  <a:lnTo>
                    <a:pt x="591275" y="347426"/>
                  </a:lnTo>
                  <a:lnTo>
                    <a:pt x="591948" y="347201"/>
                  </a:lnTo>
                  <a:lnTo>
                    <a:pt x="593407" y="347089"/>
                  </a:lnTo>
                  <a:lnTo>
                    <a:pt x="594978" y="346865"/>
                  </a:lnTo>
                  <a:lnTo>
                    <a:pt x="596886" y="346865"/>
                  </a:lnTo>
                  <a:lnTo>
                    <a:pt x="599691" y="346752"/>
                  </a:lnTo>
                  <a:lnTo>
                    <a:pt x="606088" y="344957"/>
                  </a:lnTo>
                  <a:lnTo>
                    <a:pt x="608108" y="344059"/>
                  </a:lnTo>
                  <a:lnTo>
                    <a:pt x="610240" y="343386"/>
                  </a:lnTo>
                  <a:lnTo>
                    <a:pt x="610913" y="343386"/>
                  </a:lnTo>
                  <a:lnTo>
                    <a:pt x="612035" y="343274"/>
                  </a:lnTo>
                  <a:lnTo>
                    <a:pt x="614280" y="342825"/>
                  </a:lnTo>
                  <a:lnTo>
                    <a:pt x="616412" y="342713"/>
                  </a:lnTo>
                  <a:lnTo>
                    <a:pt x="618095" y="343162"/>
                  </a:lnTo>
                  <a:lnTo>
                    <a:pt x="620227" y="343498"/>
                  </a:lnTo>
                  <a:lnTo>
                    <a:pt x="621125" y="343498"/>
                  </a:lnTo>
                  <a:lnTo>
                    <a:pt x="622584" y="343386"/>
                  </a:lnTo>
                  <a:lnTo>
                    <a:pt x="624043" y="342825"/>
                  </a:lnTo>
                  <a:lnTo>
                    <a:pt x="625389" y="342264"/>
                  </a:lnTo>
                  <a:lnTo>
                    <a:pt x="626063" y="341815"/>
                  </a:lnTo>
                  <a:lnTo>
                    <a:pt x="627185" y="341254"/>
                  </a:lnTo>
                  <a:lnTo>
                    <a:pt x="628980" y="340917"/>
                  </a:lnTo>
                  <a:lnTo>
                    <a:pt x="635938" y="340581"/>
                  </a:lnTo>
                  <a:lnTo>
                    <a:pt x="637172" y="340805"/>
                  </a:lnTo>
                  <a:lnTo>
                    <a:pt x="639529" y="341703"/>
                  </a:lnTo>
                  <a:lnTo>
                    <a:pt x="640763" y="342039"/>
                  </a:lnTo>
                  <a:lnTo>
                    <a:pt x="641436" y="342152"/>
                  </a:lnTo>
                  <a:lnTo>
                    <a:pt x="642446" y="342152"/>
                  </a:lnTo>
                  <a:lnTo>
                    <a:pt x="644466" y="341815"/>
                  </a:lnTo>
                  <a:lnTo>
                    <a:pt x="645813" y="341142"/>
                  </a:lnTo>
                  <a:lnTo>
                    <a:pt x="647945" y="340244"/>
                  </a:lnTo>
                  <a:lnTo>
                    <a:pt x="648618" y="340244"/>
                  </a:lnTo>
                  <a:lnTo>
                    <a:pt x="648843" y="340244"/>
                  </a:lnTo>
                  <a:lnTo>
                    <a:pt x="649853" y="340693"/>
                  </a:lnTo>
                  <a:lnTo>
                    <a:pt x="651087" y="341366"/>
                  </a:lnTo>
                  <a:lnTo>
                    <a:pt x="651985" y="341927"/>
                  </a:lnTo>
                  <a:lnTo>
                    <a:pt x="653219" y="342039"/>
                  </a:lnTo>
                  <a:lnTo>
                    <a:pt x="654229" y="342039"/>
                  </a:lnTo>
                  <a:lnTo>
                    <a:pt x="655800" y="341366"/>
                  </a:lnTo>
                  <a:lnTo>
                    <a:pt x="656361" y="341029"/>
                  </a:lnTo>
                  <a:lnTo>
                    <a:pt x="657820" y="340019"/>
                  </a:lnTo>
                  <a:lnTo>
                    <a:pt x="660738" y="339683"/>
                  </a:lnTo>
                  <a:lnTo>
                    <a:pt x="664329" y="340244"/>
                  </a:lnTo>
                  <a:lnTo>
                    <a:pt x="666012" y="339907"/>
                  </a:lnTo>
                  <a:lnTo>
                    <a:pt x="668032" y="339571"/>
                  </a:lnTo>
                  <a:lnTo>
                    <a:pt x="669603" y="339571"/>
                  </a:lnTo>
                  <a:lnTo>
                    <a:pt x="670950" y="339907"/>
                  </a:lnTo>
                  <a:lnTo>
                    <a:pt x="673082" y="340244"/>
                  </a:lnTo>
                  <a:lnTo>
                    <a:pt x="674204" y="340581"/>
                  </a:lnTo>
                  <a:lnTo>
                    <a:pt x="675887" y="340805"/>
                  </a:lnTo>
                  <a:lnTo>
                    <a:pt x="677683" y="340693"/>
                  </a:lnTo>
                  <a:lnTo>
                    <a:pt x="679815" y="340693"/>
                  </a:lnTo>
                  <a:lnTo>
                    <a:pt x="680713" y="340805"/>
                  </a:lnTo>
                  <a:lnTo>
                    <a:pt x="681947" y="340917"/>
                  </a:lnTo>
                  <a:lnTo>
                    <a:pt x="682620" y="340917"/>
                  </a:lnTo>
                  <a:lnTo>
                    <a:pt x="683294" y="340805"/>
                  </a:lnTo>
                  <a:lnTo>
                    <a:pt x="684528" y="340693"/>
                  </a:lnTo>
                  <a:lnTo>
                    <a:pt x="688007" y="340805"/>
                  </a:lnTo>
                  <a:lnTo>
                    <a:pt x="689241" y="340805"/>
                  </a:lnTo>
                  <a:lnTo>
                    <a:pt x="690139" y="340917"/>
                  </a:lnTo>
                  <a:lnTo>
                    <a:pt x="690812" y="341254"/>
                  </a:lnTo>
                  <a:lnTo>
                    <a:pt x="691373" y="341590"/>
                  </a:lnTo>
                  <a:lnTo>
                    <a:pt x="691934" y="341927"/>
                  </a:lnTo>
                  <a:lnTo>
                    <a:pt x="692832" y="342039"/>
                  </a:lnTo>
                  <a:lnTo>
                    <a:pt x="695077" y="342039"/>
                  </a:lnTo>
                  <a:lnTo>
                    <a:pt x="696535" y="342039"/>
                  </a:lnTo>
                  <a:lnTo>
                    <a:pt x="697882" y="341703"/>
                  </a:lnTo>
                  <a:lnTo>
                    <a:pt x="699677" y="340693"/>
                  </a:lnTo>
                  <a:lnTo>
                    <a:pt x="700463" y="340019"/>
                  </a:lnTo>
                  <a:lnTo>
                    <a:pt x="701136" y="339795"/>
                  </a:lnTo>
                  <a:lnTo>
                    <a:pt x="704166" y="338112"/>
                  </a:lnTo>
                  <a:lnTo>
                    <a:pt x="708543" y="337102"/>
                  </a:lnTo>
                  <a:lnTo>
                    <a:pt x="708767" y="337214"/>
                  </a:lnTo>
                  <a:lnTo>
                    <a:pt x="710899" y="337326"/>
                  </a:lnTo>
                  <a:lnTo>
                    <a:pt x="728517" y="340244"/>
                  </a:lnTo>
                  <a:lnTo>
                    <a:pt x="744901" y="339346"/>
                  </a:lnTo>
                  <a:lnTo>
                    <a:pt x="760387" y="339234"/>
                  </a:lnTo>
                  <a:lnTo>
                    <a:pt x="770038" y="339346"/>
                  </a:lnTo>
                  <a:lnTo>
                    <a:pt x="778005" y="339234"/>
                  </a:lnTo>
                  <a:lnTo>
                    <a:pt x="795511" y="344845"/>
                  </a:lnTo>
                  <a:lnTo>
                    <a:pt x="810324" y="344284"/>
                  </a:lnTo>
                  <a:lnTo>
                    <a:pt x="822444" y="340356"/>
                  </a:lnTo>
                  <a:lnTo>
                    <a:pt x="827381" y="340019"/>
                  </a:lnTo>
                  <a:lnTo>
                    <a:pt x="841409" y="338673"/>
                  </a:lnTo>
                  <a:lnTo>
                    <a:pt x="842082" y="338785"/>
                  </a:lnTo>
                  <a:lnTo>
                    <a:pt x="848927" y="339234"/>
                  </a:lnTo>
                  <a:lnTo>
                    <a:pt x="856446" y="339571"/>
                  </a:lnTo>
                  <a:lnTo>
                    <a:pt x="863515" y="339346"/>
                  </a:lnTo>
                  <a:lnTo>
                    <a:pt x="872717" y="337214"/>
                  </a:lnTo>
                  <a:lnTo>
                    <a:pt x="876757" y="335755"/>
                  </a:lnTo>
                  <a:lnTo>
                    <a:pt x="890335" y="330481"/>
                  </a:lnTo>
                  <a:lnTo>
                    <a:pt x="897293" y="329359"/>
                  </a:lnTo>
                  <a:lnTo>
                    <a:pt x="902904" y="329247"/>
                  </a:lnTo>
                  <a:lnTo>
                    <a:pt x="917829" y="326665"/>
                  </a:lnTo>
                  <a:lnTo>
                    <a:pt x="928714" y="323411"/>
                  </a:lnTo>
                  <a:lnTo>
                    <a:pt x="939262" y="319596"/>
                  </a:lnTo>
                  <a:lnTo>
                    <a:pt x="950148" y="318025"/>
                  </a:lnTo>
                  <a:lnTo>
                    <a:pt x="953851" y="317576"/>
                  </a:lnTo>
                  <a:lnTo>
                    <a:pt x="959574" y="314883"/>
                  </a:lnTo>
                  <a:lnTo>
                    <a:pt x="966756" y="312750"/>
                  </a:lnTo>
                  <a:lnTo>
                    <a:pt x="967990" y="311965"/>
                  </a:lnTo>
                  <a:lnTo>
                    <a:pt x="968327" y="311741"/>
                  </a:lnTo>
                  <a:lnTo>
                    <a:pt x="971020" y="308037"/>
                  </a:lnTo>
                  <a:lnTo>
                    <a:pt x="978651" y="302651"/>
                  </a:lnTo>
                  <a:lnTo>
                    <a:pt x="984711" y="300070"/>
                  </a:lnTo>
                  <a:lnTo>
                    <a:pt x="991556" y="297938"/>
                  </a:lnTo>
                  <a:lnTo>
                    <a:pt x="1004349" y="295693"/>
                  </a:lnTo>
                  <a:lnTo>
                    <a:pt x="1011418" y="293673"/>
                  </a:lnTo>
                  <a:lnTo>
                    <a:pt x="1039361" y="283574"/>
                  </a:lnTo>
                  <a:lnTo>
                    <a:pt x="1054622" y="273811"/>
                  </a:lnTo>
                  <a:lnTo>
                    <a:pt x="1069996" y="262477"/>
                  </a:lnTo>
                  <a:lnTo>
                    <a:pt x="1076954" y="258437"/>
                  </a:lnTo>
                  <a:lnTo>
                    <a:pt x="1091991" y="250470"/>
                  </a:lnTo>
                  <a:lnTo>
                    <a:pt x="1103437" y="244298"/>
                  </a:lnTo>
                  <a:lnTo>
                    <a:pt x="1108150" y="243512"/>
                  </a:lnTo>
                  <a:lnTo>
                    <a:pt x="1113424" y="240819"/>
                  </a:lnTo>
                  <a:lnTo>
                    <a:pt x="1116567" y="240258"/>
                  </a:lnTo>
                  <a:lnTo>
                    <a:pt x="1118138" y="239136"/>
                  </a:lnTo>
                  <a:lnTo>
                    <a:pt x="1121167" y="237789"/>
                  </a:lnTo>
                  <a:lnTo>
                    <a:pt x="1122177" y="237452"/>
                  </a:lnTo>
                  <a:lnTo>
                    <a:pt x="1130482" y="233749"/>
                  </a:lnTo>
                  <a:lnTo>
                    <a:pt x="1131492" y="233637"/>
                  </a:lnTo>
                  <a:lnTo>
                    <a:pt x="1132726" y="233525"/>
                  </a:lnTo>
                  <a:lnTo>
                    <a:pt x="1135980" y="233974"/>
                  </a:lnTo>
                  <a:lnTo>
                    <a:pt x="1142601" y="232964"/>
                  </a:lnTo>
                  <a:lnTo>
                    <a:pt x="1149559" y="232290"/>
                  </a:lnTo>
                  <a:lnTo>
                    <a:pt x="1153935" y="231841"/>
                  </a:lnTo>
                  <a:lnTo>
                    <a:pt x="1158087" y="231954"/>
                  </a:lnTo>
                  <a:lnTo>
                    <a:pt x="1162912" y="232627"/>
                  </a:lnTo>
                  <a:lnTo>
                    <a:pt x="1174471" y="232627"/>
                  </a:lnTo>
                  <a:lnTo>
                    <a:pt x="1180194" y="231393"/>
                  </a:lnTo>
                  <a:lnTo>
                    <a:pt x="1185805" y="231954"/>
                  </a:lnTo>
                  <a:lnTo>
                    <a:pt x="1189957" y="231617"/>
                  </a:lnTo>
                  <a:lnTo>
                    <a:pt x="1194895" y="231168"/>
                  </a:lnTo>
                  <a:lnTo>
                    <a:pt x="1197812" y="231168"/>
                  </a:lnTo>
                  <a:lnTo>
                    <a:pt x="1219582" y="226118"/>
                  </a:lnTo>
                  <a:lnTo>
                    <a:pt x="1258298" y="213213"/>
                  </a:lnTo>
                  <a:lnTo>
                    <a:pt x="1288148" y="206031"/>
                  </a:lnTo>
                  <a:lnTo>
                    <a:pt x="1337411" y="194024"/>
                  </a:lnTo>
                  <a:lnTo>
                    <a:pt x="1353122" y="190209"/>
                  </a:lnTo>
                  <a:lnTo>
                    <a:pt x="1362660" y="188413"/>
                  </a:lnTo>
                  <a:lnTo>
                    <a:pt x="1378371" y="185608"/>
                  </a:lnTo>
                  <a:lnTo>
                    <a:pt x="1388358" y="184710"/>
                  </a:lnTo>
                  <a:lnTo>
                    <a:pt x="1438071" y="176855"/>
                  </a:lnTo>
                  <a:lnTo>
                    <a:pt x="1471399" y="166755"/>
                  </a:lnTo>
                  <a:lnTo>
                    <a:pt x="1505626" y="161032"/>
                  </a:lnTo>
                  <a:lnTo>
                    <a:pt x="1511461" y="160808"/>
                  </a:lnTo>
                  <a:lnTo>
                    <a:pt x="1530987" y="160022"/>
                  </a:lnTo>
                  <a:lnTo>
                    <a:pt x="1538057" y="159349"/>
                  </a:lnTo>
                  <a:lnTo>
                    <a:pt x="1544004" y="158788"/>
                  </a:lnTo>
                  <a:lnTo>
                    <a:pt x="1544902" y="158675"/>
                  </a:lnTo>
                  <a:lnTo>
                    <a:pt x="1549503" y="158114"/>
                  </a:lnTo>
                  <a:lnTo>
                    <a:pt x="1568580" y="156094"/>
                  </a:lnTo>
                  <a:lnTo>
                    <a:pt x="1583393" y="153626"/>
                  </a:lnTo>
                  <a:lnTo>
                    <a:pt x="1591809" y="152167"/>
                  </a:lnTo>
                  <a:lnTo>
                    <a:pt x="1601572" y="150484"/>
                  </a:lnTo>
                  <a:lnTo>
                    <a:pt x="1608754" y="149249"/>
                  </a:lnTo>
                  <a:lnTo>
                    <a:pt x="1616385" y="148015"/>
                  </a:lnTo>
                  <a:lnTo>
                    <a:pt x="1643317" y="147566"/>
                  </a:lnTo>
                  <a:lnTo>
                    <a:pt x="1656110" y="145546"/>
                  </a:lnTo>
                  <a:lnTo>
                    <a:pt x="1666658" y="143750"/>
                  </a:lnTo>
                  <a:lnTo>
                    <a:pt x="1680012" y="137691"/>
                  </a:lnTo>
                  <a:lnTo>
                    <a:pt x="1687082" y="134549"/>
                  </a:lnTo>
                  <a:lnTo>
                    <a:pt x="1687980" y="134100"/>
                  </a:lnTo>
                  <a:lnTo>
                    <a:pt x="1706944" y="127591"/>
                  </a:lnTo>
                  <a:lnTo>
                    <a:pt x="1725460" y="118389"/>
                  </a:lnTo>
                  <a:lnTo>
                    <a:pt x="1728715" y="116706"/>
                  </a:lnTo>
                  <a:lnTo>
                    <a:pt x="1733764" y="112891"/>
                  </a:lnTo>
                  <a:lnTo>
                    <a:pt x="1745323" y="104025"/>
                  </a:lnTo>
                  <a:lnTo>
                    <a:pt x="1750934" y="92018"/>
                  </a:lnTo>
                  <a:lnTo>
                    <a:pt x="1760023" y="81133"/>
                  </a:lnTo>
                  <a:lnTo>
                    <a:pt x="1767542" y="71931"/>
                  </a:lnTo>
                  <a:lnTo>
                    <a:pt x="1767879" y="59924"/>
                  </a:lnTo>
                  <a:lnTo>
                    <a:pt x="1770235" y="50273"/>
                  </a:lnTo>
                  <a:lnTo>
                    <a:pt x="1773153" y="44774"/>
                  </a:lnTo>
                  <a:lnTo>
                    <a:pt x="1773265" y="44438"/>
                  </a:lnTo>
                  <a:lnTo>
                    <a:pt x="1774612" y="41745"/>
                  </a:lnTo>
                  <a:lnTo>
                    <a:pt x="1777866" y="30523"/>
                  </a:lnTo>
                  <a:lnTo>
                    <a:pt x="1782579" y="21882"/>
                  </a:lnTo>
                  <a:lnTo>
                    <a:pt x="1782916" y="21209"/>
                  </a:lnTo>
                  <a:lnTo>
                    <a:pt x="1791332" y="12680"/>
                  </a:lnTo>
                  <a:lnTo>
                    <a:pt x="1795148" y="8865"/>
                  </a:lnTo>
                  <a:lnTo>
                    <a:pt x="1797392" y="6508"/>
                  </a:lnTo>
                  <a:lnTo>
                    <a:pt x="1799973" y="4039"/>
                  </a:lnTo>
                  <a:lnTo>
                    <a:pt x="1801656" y="2244"/>
                  </a:lnTo>
                  <a:lnTo>
                    <a:pt x="1803901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2214427" y="4984076"/>
              <a:ext cx="757021" cy="863179"/>
            </a:xfrm>
            <a:custGeom>
              <a:avLst/>
              <a:pathLst>
                <a:path w="757021" h="863179">
                  <a:moveTo>
                    <a:pt x="230944" y="448"/>
                  </a:moveTo>
                  <a:lnTo>
                    <a:pt x="231505" y="785"/>
                  </a:lnTo>
                  <a:lnTo>
                    <a:pt x="234198" y="2244"/>
                  </a:lnTo>
                  <a:lnTo>
                    <a:pt x="236555" y="3478"/>
                  </a:lnTo>
                  <a:lnTo>
                    <a:pt x="236779" y="3590"/>
                  </a:lnTo>
                  <a:lnTo>
                    <a:pt x="237003" y="3703"/>
                  </a:lnTo>
                  <a:lnTo>
                    <a:pt x="240146" y="5386"/>
                  </a:lnTo>
                  <a:lnTo>
                    <a:pt x="240370" y="5498"/>
                  </a:lnTo>
                  <a:lnTo>
                    <a:pt x="240594" y="5723"/>
                  </a:lnTo>
                  <a:lnTo>
                    <a:pt x="242951" y="6957"/>
                  </a:lnTo>
                  <a:lnTo>
                    <a:pt x="244298" y="7630"/>
                  </a:lnTo>
                  <a:lnTo>
                    <a:pt x="244747" y="7967"/>
                  </a:lnTo>
                  <a:lnTo>
                    <a:pt x="247328" y="9314"/>
                  </a:lnTo>
                  <a:lnTo>
                    <a:pt x="249460" y="10436"/>
                  </a:lnTo>
                  <a:lnTo>
                    <a:pt x="250133" y="10885"/>
                  </a:lnTo>
                  <a:lnTo>
                    <a:pt x="252938" y="12343"/>
                  </a:lnTo>
                  <a:lnTo>
                    <a:pt x="254285" y="13017"/>
                  </a:lnTo>
                  <a:lnTo>
                    <a:pt x="257427" y="14812"/>
                  </a:lnTo>
                  <a:lnTo>
                    <a:pt x="258100" y="15149"/>
                  </a:lnTo>
                  <a:lnTo>
                    <a:pt x="258662" y="15486"/>
                  </a:lnTo>
                  <a:lnTo>
                    <a:pt x="259335" y="15822"/>
                  </a:lnTo>
                  <a:lnTo>
                    <a:pt x="266966" y="20086"/>
                  </a:lnTo>
                  <a:lnTo>
                    <a:pt x="287053" y="31084"/>
                  </a:lnTo>
                  <a:lnTo>
                    <a:pt x="299284" y="37817"/>
                  </a:lnTo>
                  <a:lnTo>
                    <a:pt x="343274" y="61944"/>
                  </a:lnTo>
                  <a:lnTo>
                    <a:pt x="362800" y="72604"/>
                  </a:lnTo>
                  <a:lnTo>
                    <a:pt x="363473" y="72941"/>
                  </a:lnTo>
                  <a:lnTo>
                    <a:pt x="362463" y="74400"/>
                  </a:lnTo>
                  <a:lnTo>
                    <a:pt x="362239" y="75298"/>
                  </a:lnTo>
                  <a:lnTo>
                    <a:pt x="361565" y="76981"/>
                  </a:lnTo>
                  <a:lnTo>
                    <a:pt x="361004" y="78889"/>
                  </a:lnTo>
                  <a:lnTo>
                    <a:pt x="360219" y="81470"/>
                  </a:lnTo>
                  <a:lnTo>
                    <a:pt x="359433" y="83826"/>
                  </a:lnTo>
                  <a:lnTo>
                    <a:pt x="359209" y="84612"/>
                  </a:lnTo>
                  <a:lnTo>
                    <a:pt x="358648" y="85734"/>
                  </a:lnTo>
                  <a:lnTo>
                    <a:pt x="357638" y="85509"/>
                  </a:lnTo>
                  <a:lnTo>
                    <a:pt x="354496" y="85061"/>
                  </a:lnTo>
                  <a:lnTo>
                    <a:pt x="353710" y="84948"/>
                  </a:lnTo>
                  <a:lnTo>
                    <a:pt x="349333" y="84275"/>
                  </a:lnTo>
                  <a:lnTo>
                    <a:pt x="349109" y="84275"/>
                  </a:lnTo>
                  <a:lnTo>
                    <a:pt x="345855" y="83714"/>
                  </a:lnTo>
                  <a:lnTo>
                    <a:pt x="339122" y="82704"/>
                  </a:lnTo>
                  <a:lnTo>
                    <a:pt x="338673" y="82592"/>
                  </a:lnTo>
                  <a:lnTo>
                    <a:pt x="338448" y="82928"/>
                  </a:lnTo>
                  <a:lnTo>
                    <a:pt x="337663" y="83938"/>
                  </a:lnTo>
                  <a:lnTo>
                    <a:pt x="334633" y="87866"/>
                  </a:lnTo>
                  <a:lnTo>
                    <a:pt x="332276" y="90784"/>
                  </a:lnTo>
                  <a:lnTo>
                    <a:pt x="328461" y="95721"/>
                  </a:lnTo>
                  <a:lnTo>
                    <a:pt x="324533" y="100883"/>
                  </a:lnTo>
                  <a:lnTo>
                    <a:pt x="322513" y="103352"/>
                  </a:lnTo>
                  <a:lnTo>
                    <a:pt x="321840" y="102903"/>
                  </a:lnTo>
                  <a:lnTo>
                    <a:pt x="319147" y="101108"/>
                  </a:lnTo>
                  <a:lnTo>
                    <a:pt x="315444" y="106494"/>
                  </a:lnTo>
                  <a:lnTo>
                    <a:pt x="313199" y="109861"/>
                  </a:lnTo>
                  <a:lnTo>
                    <a:pt x="313312" y="110310"/>
                  </a:lnTo>
                  <a:lnTo>
                    <a:pt x="313424" y="110758"/>
                  </a:lnTo>
                  <a:lnTo>
                    <a:pt x="313199" y="113227"/>
                  </a:lnTo>
                  <a:lnTo>
                    <a:pt x="310169" y="118053"/>
                  </a:lnTo>
                  <a:lnTo>
                    <a:pt x="308823" y="118501"/>
                  </a:lnTo>
                  <a:lnTo>
                    <a:pt x="308598" y="118501"/>
                  </a:lnTo>
                  <a:lnTo>
                    <a:pt x="301641" y="122654"/>
                  </a:lnTo>
                  <a:lnTo>
                    <a:pt x="299397" y="124000"/>
                  </a:lnTo>
                  <a:lnTo>
                    <a:pt x="294683" y="127703"/>
                  </a:lnTo>
                  <a:lnTo>
                    <a:pt x="290644" y="129499"/>
                  </a:lnTo>
                  <a:lnTo>
                    <a:pt x="290644" y="130172"/>
                  </a:lnTo>
                  <a:lnTo>
                    <a:pt x="290419" y="131519"/>
                  </a:lnTo>
                  <a:lnTo>
                    <a:pt x="289970" y="135671"/>
                  </a:lnTo>
                  <a:lnTo>
                    <a:pt x="289746" y="135895"/>
                  </a:lnTo>
                  <a:lnTo>
                    <a:pt x="287950" y="137579"/>
                  </a:lnTo>
                  <a:lnTo>
                    <a:pt x="287277" y="138813"/>
                  </a:lnTo>
                  <a:lnTo>
                    <a:pt x="286604" y="139935"/>
                  </a:lnTo>
                  <a:lnTo>
                    <a:pt x="286492" y="140272"/>
                  </a:lnTo>
                  <a:lnTo>
                    <a:pt x="286492" y="141169"/>
                  </a:lnTo>
                  <a:lnTo>
                    <a:pt x="287389" y="141731"/>
                  </a:lnTo>
                  <a:lnTo>
                    <a:pt x="292327" y="142853"/>
                  </a:lnTo>
                  <a:lnTo>
                    <a:pt x="295693" y="143302"/>
                  </a:lnTo>
                  <a:lnTo>
                    <a:pt x="297938" y="143526"/>
                  </a:lnTo>
                  <a:lnTo>
                    <a:pt x="298723" y="143638"/>
                  </a:lnTo>
                  <a:lnTo>
                    <a:pt x="302090" y="144199"/>
                  </a:lnTo>
                  <a:lnTo>
                    <a:pt x="309272" y="145209"/>
                  </a:lnTo>
                  <a:lnTo>
                    <a:pt x="314883" y="146219"/>
                  </a:lnTo>
                  <a:lnTo>
                    <a:pt x="319820" y="146893"/>
                  </a:lnTo>
                  <a:lnTo>
                    <a:pt x="322850" y="147454"/>
                  </a:lnTo>
                  <a:lnTo>
                    <a:pt x="323972" y="148688"/>
                  </a:lnTo>
                  <a:lnTo>
                    <a:pt x="326441" y="150371"/>
                  </a:lnTo>
                  <a:lnTo>
                    <a:pt x="326778" y="150596"/>
                  </a:lnTo>
                  <a:lnTo>
                    <a:pt x="329134" y="152167"/>
                  </a:lnTo>
                  <a:lnTo>
                    <a:pt x="329359" y="152279"/>
                  </a:lnTo>
                  <a:lnTo>
                    <a:pt x="329808" y="152616"/>
                  </a:lnTo>
                  <a:lnTo>
                    <a:pt x="330705" y="153401"/>
                  </a:lnTo>
                  <a:lnTo>
                    <a:pt x="331154" y="153850"/>
                  </a:lnTo>
                  <a:lnTo>
                    <a:pt x="333735" y="155421"/>
                  </a:lnTo>
                  <a:lnTo>
                    <a:pt x="335194" y="156319"/>
                  </a:lnTo>
                  <a:lnTo>
                    <a:pt x="335531" y="156543"/>
                  </a:lnTo>
                  <a:lnTo>
                    <a:pt x="335980" y="156656"/>
                  </a:lnTo>
                  <a:lnTo>
                    <a:pt x="336204" y="156768"/>
                  </a:lnTo>
                  <a:lnTo>
                    <a:pt x="336990" y="158114"/>
                  </a:lnTo>
                  <a:lnTo>
                    <a:pt x="338448" y="159461"/>
                  </a:lnTo>
                  <a:lnTo>
                    <a:pt x="347089" y="164735"/>
                  </a:lnTo>
                  <a:lnTo>
                    <a:pt x="359321" y="172029"/>
                  </a:lnTo>
                  <a:lnTo>
                    <a:pt x="362126" y="173937"/>
                  </a:lnTo>
                  <a:lnTo>
                    <a:pt x="363024" y="174947"/>
                  </a:lnTo>
                  <a:lnTo>
                    <a:pt x="362463" y="175508"/>
                  </a:lnTo>
                  <a:lnTo>
                    <a:pt x="362126" y="175733"/>
                  </a:lnTo>
                  <a:lnTo>
                    <a:pt x="362912" y="176630"/>
                  </a:lnTo>
                  <a:lnTo>
                    <a:pt x="365381" y="179211"/>
                  </a:lnTo>
                  <a:lnTo>
                    <a:pt x="367962" y="182129"/>
                  </a:lnTo>
                  <a:lnTo>
                    <a:pt x="372114" y="186842"/>
                  </a:lnTo>
                  <a:lnTo>
                    <a:pt x="373573" y="188413"/>
                  </a:lnTo>
                  <a:lnTo>
                    <a:pt x="377388" y="192677"/>
                  </a:lnTo>
                  <a:lnTo>
                    <a:pt x="380081" y="195707"/>
                  </a:lnTo>
                  <a:lnTo>
                    <a:pt x="381652" y="197727"/>
                  </a:lnTo>
                  <a:lnTo>
                    <a:pt x="382999" y="199635"/>
                  </a:lnTo>
                  <a:lnTo>
                    <a:pt x="384682" y="202104"/>
                  </a:lnTo>
                  <a:lnTo>
                    <a:pt x="388610" y="208725"/>
                  </a:lnTo>
                  <a:lnTo>
                    <a:pt x="395679" y="219498"/>
                  </a:lnTo>
                  <a:lnTo>
                    <a:pt x="395792" y="219722"/>
                  </a:lnTo>
                  <a:lnTo>
                    <a:pt x="396465" y="220395"/>
                  </a:lnTo>
                  <a:lnTo>
                    <a:pt x="397587" y="221293"/>
                  </a:lnTo>
                  <a:lnTo>
                    <a:pt x="398036" y="221630"/>
                  </a:lnTo>
                  <a:lnTo>
                    <a:pt x="399383" y="222303"/>
                  </a:lnTo>
                  <a:lnTo>
                    <a:pt x="406677" y="224547"/>
                  </a:lnTo>
                  <a:lnTo>
                    <a:pt x="409370" y="225333"/>
                  </a:lnTo>
                  <a:lnTo>
                    <a:pt x="410717" y="225669"/>
                  </a:lnTo>
                  <a:lnTo>
                    <a:pt x="414644" y="226792"/>
                  </a:lnTo>
                  <a:lnTo>
                    <a:pt x="420367" y="228250"/>
                  </a:lnTo>
                  <a:lnTo>
                    <a:pt x="420592" y="227577"/>
                  </a:lnTo>
                  <a:lnTo>
                    <a:pt x="420704" y="227241"/>
                  </a:lnTo>
                  <a:lnTo>
                    <a:pt x="423734" y="217590"/>
                  </a:lnTo>
                  <a:lnTo>
                    <a:pt x="423509" y="216692"/>
                  </a:lnTo>
                  <a:lnTo>
                    <a:pt x="423846" y="215458"/>
                  </a:lnTo>
                  <a:lnTo>
                    <a:pt x="424295" y="213774"/>
                  </a:lnTo>
                  <a:lnTo>
                    <a:pt x="424407" y="213550"/>
                  </a:lnTo>
                  <a:lnTo>
                    <a:pt x="424856" y="212091"/>
                  </a:lnTo>
                  <a:lnTo>
                    <a:pt x="425305" y="210520"/>
                  </a:lnTo>
                  <a:lnTo>
                    <a:pt x="425866" y="208612"/>
                  </a:lnTo>
                  <a:lnTo>
                    <a:pt x="426764" y="205695"/>
                  </a:lnTo>
                  <a:lnTo>
                    <a:pt x="427662" y="202553"/>
                  </a:lnTo>
                  <a:lnTo>
                    <a:pt x="428559" y="199747"/>
                  </a:lnTo>
                  <a:lnTo>
                    <a:pt x="428671" y="199186"/>
                  </a:lnTo>
                  <a:lnTo>
                    <a:pt x="429008" y="197952"/>
                  </a:lnTo>
                  <a:lnTo>
                    <a:pt x="432038" y="188750"/>
                  </a:lnTo>
                  <a:lnTo>
                    <a:pt x="435629" y="177528"/>
                  </a:lnTo>
                  <a:lnTo>
                    <a:pt x="442586" y="157104"/>
                  </a:lnTo>
                  <a:lnTo>
                    <a:pt x="442586" y="156880"/>
                  </a:lnTo>
                  <a:lnTo>
                    <a:pt x="448534" y="158788"/>
                  </a:lnTo>
                  <a:lnTo>
                    <a:pt x="453584" y="143189"/>
                  </a:lnTo>
                  <a:lnTo>
                    <a:pt x="464918" y="151718"/>
                  </a:lnTo>
                  <a:lnTo>
                    <a:pt x="467162" y="147678"/>
                  </a:lnTo>
                  <a:lnTo>
                    <a:pt x="473110" y="152503"/>
                  </a:lnTo>
                  <a:lnTo>
                    <a:pt x="475691" y="154411"/>
                  </a:lnTo>
                  <a:lnTo>
                    <a:pt x="489269" y="164511"/>
                  </a:lnTo>
                  <a:lnTo>
                    <a:pt x="491738" y="166755"/>
                  </a:lnTo>
                  <a:lnTo>
                    <a:pt x="494207" y="168887"/>
                  </a:lnTo>
                  <a:lnTo>
                    <a:pt x="495104" y="169561"/>
                  </a:lnTo>
                  <a:lnTo>
                    <a:pt x="500603" y="174274"/>
                  </a:lnTo>
                  <a:lnTo>
                    <a:pt x="500940" y="174498"/>
                  </a:lnTo>
                  <a:lnTo>
                    <a:pt x="503409" y="176406"/>
                  </a:lnTo>
                  <a:lnTo>
                    <a:pt x="504418" y="175059"/>
                  </a:lnTo>
                  <a:lnTo>
                    <a:pt x="504867" y="174723"/>
                  </a:lnTo>
                  <a:lnTo>
                    <a:pt x="510703" y="178987"/>
                  </a:lnTo>
                  <a:lnTo>
                    <a:pt x="518221" y="184486"/>
                  </a:lnTo>
                  <a:lnTo>
                    <a:pt x="517885" y="184934"/>
                  </a:lnTo>
                  <a:lnTo>
                    <a:pt x="517772" y="185159"/>
                  </a:lnTo>
                  <a:lnTo>
                    <a:pt x="519792" y="186730"/>
                  </a:lnTo>
                  <a:lnTo>
                    <a:pt x="518895" y="188189"/>
                  </a:lnTo>
                  <a:lnTo>
                    <a:pt x="532922" y="199411"/>
                  </a:lnTo>
                  <a:lnTo>
                    <a:pt x="535166" y="200982"/>
                  </a:lnTo>
                  <a:lnTo>
                    <a:pt x="537411" y="200982"/>
                  </a:lnTo>
                  <a:lnTo>
                    <a:pt x="537523" y="202553"/>
                  </a:lnTo>
                  <a:lnTo>
                    <a:pt x="541338" y="202104"/>
                  </a:lnTo>
                  <a:lnTo>
                    <a:pt x="542685" y="201992"/>
                  </a:lnTo>
                  <a:lnTo>
                    <a:pt x="542685" y="202328"/>
                  </a:lnTo>
                  <a:lnTo>
                    <a:pt x="542685" y="203563"/>
                  </a:lnTo>
                  <a:lnTo>
                    <a:pt x="542797" y="204685"/>
                  </a:lnTo>
                  <a:lnTo>
                    <a:pt x="545266" y="208612"/>
                  </a:lnTo>
                  <a:lnTo>
                    <a:pt x="545602" y="208837"/>
                  </a:lnTo>
                  <a:lnTo>
                    <a:pt x="546837" y="209847"/>
                  </a:lnTo>
                  <a:lnTo>
                    <a:pt x="549306" y="211306"/>
                  </a:lnTo>
                  <a:lnTo>
                    <a:pt x="549530" y="211418"/>
                  </a:lnTo>
                  <a:lnTo>
                    <a:pt x="554355" y="214784"/>
                  </a:lnTo>
                  <a:lnTo>
                    <a:pt x="554580" y="214897"/>
                  </a:lnTo>
                  <a:lnTo>
                    <a:pt x="555029" y="215009"/>
                  </a:lnTo>
                  <a:lnTo>
                    <a:pt x="558059" y="215009"/>
                  </a:lnTo>
                  <a:lnTo>
                    <a:pt x="558507" y="215009"/>
                  </a:lnTo>
                  <a:lnTo>
                    <a:pt x="559517" y="215009"/>
                  </a:lnTo>
                  <a:lnTo>
                    <a:pt x="561313" y="214897"/>
                  </a:lnTo>
                  <a:lnTo>
                    <a:pt x="562211" y="214897"/>
                  </a:lnTo>
                  <a:lnTo>
                    <a:pt x="562660" y="214448"/>
                  </a:lnTo>
                  <a:lnTo>
                    <a:pt x="562884" y="214335"/>
                  </a:lnTo>
                  <a:lnTo>
                    <a:pt x="565577" y="211306"/>
                  </a:lnTo>
                  <a:lnTo>
                    <a:pt x="565689" y="211530"/>
                  </a:lnTo>
                  <a:lnTo>
                    <a:pt x="568944" y="215009"/>
                  </a:lnTo>
                  <a:lnTo>
                    <a:pt x="575003" y="214111"/>
                  </a:lnTo>
                  <a:lnTo>
                    <a:pt x="581400" y="209959"/>
                  </a:lnTo>
                  <a:lnTo>
                    <a:pt x="591836" y="194922"/>
                  </a:lnTo>
                  <a:lnTo>
                    <a:pt x="595876" y="182690"/>
                  </a:lnTo>
                  <a:lnTo>
                    <a:pt x="596100" y="182129"/>
                  </a:lnTo>
                  <a:lnTo>
                    <a:pt x="596213" y="181792"/>
                  </a:lnTo>
                  <a:lnTo>
                    <a:pt x="596325" y="181456"/>
                  </a:lnTo>
                  <a:lnTo>
                    <a:pt x="596886" y="179660"/>
                  </a:lnTo>
                  <a:lnTo>
                    <a:pt x="597110" y="178201"/>
                  </a:lnTo>
                  <a:lnTo>
                    <a:pt x="598233" y="168663"/>
                  </a:lnTo>
                  <a:lnTo>
                    <a:pt x="598569" y="161593"/>
                  </a:lnTo>
                  <a:lnTo>
                    <a:pt x="598681" y="160359"/>
                  </a:lnTo>
                  <a:lnTo>
                    <a:pt x="598906" y="159237"/>
                  </a:lnTo>
                  <a:lnTo>
                    <a:pt x="599243" y="157778"/>
                  </a:lnTo>
                  <a:lnTo>
                    <a:pt x="599691" y="152952"/>
                  </a:lnTo>
                  <a:lnTo>
                    <a:pt x="601487" y="155309"/>
                  </a:lnTo>
                  <a:lnTo>
                    <a:pt x="604180" y="158788"/>
                  </a:lnTo>
                  <a:lnTo>
                    <a:pt x="606649" y="161930"/>
                  </a:lnTo>
                  <a:lnTo>
                    <a:pt x="610128" y="166306"/>
                  </a:lnTo>
                  <a:lnTo>
                    <a:pt x="617871" y="176406"/>
                  </a:lnTo>
                  <a:lnTo>
                    <a:pt x="621798" y="181456"/>
                  </a:lnTo>
                  <a:lnTo>
                    <a:pt x="622808" y="182129"/>
                  </a:lnTo>
                  <a:lnTo>
                    <a:pt x="626960" y="185496"/>
                  </a:lnTo>
                  <a:lnTo>
                    <a:pt x="629092" y="187403"/>
                  </a:lnTo>
                  <a:lnTo>
                    <a:pt x="632347" y="190433"/>
                  </a:lnTo>
                  <a:lnTo>
                    <a:pt x="634928" y="192902"/>
                  </a:lnTo>
                  <a:lnTo>
                    <a:pt x="643569" y="198737"/>
                  </a:lnTo>
                  <a:lnTo>
                    <a:pt x="658494" y="201992"/>
                  </a:lnTo>
                  <a:lnTo>
                    <a:pt x="659616" y="201992"/>
                  </a:lnTo>
                  <a:lnTo>
                    <a:pt x="659840" y="204460"/>
                  </a:lnTo>
                  <a:lnTo>
                    <a:pt x="659840" y="205021"/>
                  </a:lnTo>
                  <a:lnTo>
                    <a:pt x="659616" y="212877"/>
                  </a:lnTo>
                  <a:lnTo>
                    <a:pt x="659503" y="218600"/>
                  </a:lnTo>
                  <a:lnTo>
                    <a:pt x="659279" y="220956"/>
                  </a:lnTo>
                  <a:lnTo>
                    <a:pt x="659055" y="223425"/>
                  </a:lnTo>
                  <a:lnTo>
                    <a:pt x="658606" y="226904"/>
                  </a:lnTo>
                  <a:lnTo>
                    <a:pt x="658269" y="228587"/>
                  </a:lnTo>
                  <a:lnTo>
                    <a:pt x="658157" y="228924"/>
                  </a:lnTo>
                  <a:lnTo>
                    <a:pt x="655239" y="233188"/>
                  </a:lnTo>
                  <a:lnTo>
                    <a:pt x="654454" y="234422"/>
                  </a:lnTo>
                  <a:lnTo>
                    <a:pt x="651312" y="239023"/>
                  </a:lnTo>
                  <a:lnTo>
                    <a:pt x="646598" y="246430"/>
                  </a:lnTo>
                  <a:lnTo>
                    <a:pt x="645813" y="247776"/>
                  </a:lnTo>
                  <a:lnTo>
                    <a:pt x="645364" y="248786"/>
                  </a:lnTo>
                  <a:lnTo>
                    <a:pt x="643793" y="252377"/>
                  </a:lnTo>
                  <a:lnTo>
                    <a:pt x="643681" y="252714"/>
                  </a:lnTo>
                  <a:lnTo>
                    <a:pt x="643456" y="253387"/>
                  </a:lnTo>
                  <a:lnTo>
                    <a:pt x="641997" y="257988"/>
                  </a:lnTo>
                  <a:lnTo>
                    <a:pt x="640763" y="262028"/>
                  </a:lnTo>
                  <a:lnTo>
                    <a:pt x="638519" y="269210"/>
                  </a:lnTo>
                  <a:lnTo>
                    <a:pt x="638294" y="269883"/>
                  </a:lnTo>
                  <a:lnTo>
                    <a:pt x="637958" y="271118"/>
                  </a:lnTo>
                  <a:lnTo>
                    <a:pt x="637733" y="272128"/>
                  </a:lnTo>
                  <a:lnTo>
                    <a:pt x="637621" y="272464"/>
                  </a:lnTo>
                  <a:lnTo>
                    <a:pt x="637284" y="273362"/>
                  </a:lnTo>
                  <a:lnTo>
                    <a:pt x="635489" y="279758"/>
                  </a:lnTo>
                  <a:lnTo>
                    <a:pt x="635040" y="281554"/>
                  </a:lnTo>
                  <a:lnTo>
                    <a:pt x="634703" y="283574"/>
                  </a:lnTo>
                  <a:lnTo>
                    <a:pt x="634703" y="283798"/>
                  </a:lnTo>
                  <a:lnTo>
                    <a:pt x="634703" y="284135"/>
                  </a:lnTo>
                  <a:lnTo>
                    <a:pt x="634591" y="285594"/>
                  </a:lnTo>
                  <a:lnTo>
                    <a:pt x="634591" y="287501"/>
                  </a:lnTo>
                  <a:lnTo>
                    <a:pt x="634703" y="288960"/>
                  </a:lnTo>
                  <a:lnTo>
                    <a:pt x="635489" y="292551"/>
                  </a:lnTo>
                  <a:lnTo>
                    <a:pt x="635826" y="294010"/>
                  </a:lnTo>
                  <a:lnTo>
                    <a:pt x="636611" y="297264"/>
                  </a:lnTo>
                  <a:lnTo>
                    <a:pt x="637060" y="298835"/>
                  </a:lnTo>
                  <a:lnTo>
                    <a:pt x="640090" y="308150"/>
                  </a:lnTo>
                  <a:lnTo>
                    <a:pt x="640875" y="310506"/>
                  </a:lnTo>
                  <a:lnTo>
                    <a:pt x="642446" y="315219"/>
                  </a:lnTo>
                  <a:lnTo>
                    <a:pt x="645701" y="330144"/>
                  </a:lnTo>
                  <a:lnTo>
                    <a:pt x="645813" y="331154"/>
                  </a:lnTo>
                  <a:lnTo>
                    <a:pt x="647160" y="341703"/>
                  </a:lnTo>
                  <a:lnTo>
                    <a:pt x="647833" y="346977"/>
                  </a:lnTo>
                  <a:lnTo>
                    <a:pt x="647945" y="347650"/>
                  </a:lnTo>
                  <a:lnTo>
                    <a:pt x="648282" y="350231"/>
                  </a:lnTo>
                  <a:lnTo>
                    <a:pt x="626848" y="355618"/>
                  </a:lnTo>
                  <a:lnTo>
                    <a:pt x="630664" y="381877"/>
                  </a:lnTo>
                  <a:lnTo>
                    <a:pt x="631449" y="387039"/>
                  </a:lnTo>
                  <a:lnTo>
                    <a:pt x="651087" y="382774"/>
                  </a:lnTo>
                  <a:lnTo>
                    <a:pt x="652883" y="382326"/>
                  </a:lnTo>
                  <a:lnTo>
                    <a:pt x="665114" y="379183"/>
                  </a:lnTo>
                  <a:lnTo>
                    <a:pt x="666237" y="378847"/>
                  </a:lnTo>
                  <a:lnTo>
                    <a:pt x="668032" y="379183"/>
                  </a:lnTo>
                  <a:lnTo>
                    <a:pt x="669379" y="379745"/>
                  </a:lnTo>
                  <a:lnTo>
                    <a:pt x="671623" y="380754"/>
                  </a:lnTo>
                  <a:lnTo>
                    <a:pt x="672184" y="381091"/>
                  </a:lnTo>
                  <a:lnTo>
                    <a:pt x="673418" y="381877"/>
                  </a:lnTo>
                  <a:lnTo>
                    <a:pt x="675663" y="384570"/>
                  </a:lnTo>
                  <a:lnTo>
                    <a:pt x="677122" y="387151"/>
                  </a:lnTo>
                  <a:lnTo>
                    <a:pt x="677346" y="392986"/>
                  </a:lnTo>
                  <a:lnTo>
                    <a:pt x="677571" y="395006"/>
                  </a:lnTo>
                  <a:lnTo>
                    <a:pt x="678132" y="404769"/>
                  </a:lnTo>
                  <a:lnTo>
                    <a:pt x="678468" y="412737"/>
                  </a:lnTo>
                  <a:lnTo>
                    <a:pt x="678693" y="413298"/>
                  </a:lnTo>
                  <a:lnTo>
                    <a:pt x="678917" y="413859"/>
                  </a:lnTo>
                  <a:lnTo>
                    <a:pt x="680488" y="418011"/>
                  </a:lnTo>
                  <a:lnTo>
                    <a:pt x="680937" y="419021"/>
                  </a:lnTo>
                  <a:lnTo>
                    <a:pt x="681162" y="419357"/>
                  </a:lnTo>
                  <a:lnTo>
                    <a:pt x="684191" y="424968"/>
                  </a:lnTo>
                  <a:lnTo>
                    <a:pt x="685875" y="429569"/>
                  </a:lnTo>
                  <a:lnTo>
                    <a:pt x="686548" y="431589"/>
                  </a:lnTo>
                  <a:lnTo>
                    <a:pt x="688792" y="435966"/>
                  </a:lnTo>
                  <a:lnTo>
                    <a:pt x="690476" y="439332"/>
                  </a:lnTo>
                  <a:lnTo>
                    <a:pt x="691934" y="441352"/>
                  </a:lnTo>
                  <a:lnTo>
                    <a:pt x="692944" y="442699"/>
                  </a:lnTo>
                  <a:lnTo>
                    <a:pt x="693057" y="443035"/>
                  </a:lnTo>
                  <a:lnTo>
                    <a:pt x="699565" y="452013"/>
                  </a:lnTo>
                  <a:lnTo>
                    <a:pt x="700126" y="452798"/>
                  </a:lnTo>
                  <a:lnTo>
                    <a:pt x="701024" y="453920"/>
                  </a:lnTo>
                  <a:lnTo>
                    <a:pt x="704615" y="456614"/>
                  </a:lnTo>
                  <a:lnTo>
                    <a:pt x="705401" y="456838"/>
                  </a:lnTo>
                  <a:lnTo>
                    <a:pt x="707308" y="457175"/>
                  </a:lnTo>
                  <a:lnTo>
                    <a:pt x="711124" y="457848"/>
                  </a:lnTo>
                  <a:lnTo>
                    <a:pt x="715725" y="458746"/>
                  </a:lnTo>
                  <a:lnTo>
                    <a:pt x="720326" y="459531"/>
                  </a:lnTo>
                  <a:lnTo>
                    <a:pt x="720999" y="459644"/>
                  </a:lnTo>
                  <a:lnTo>
                    <a:pt x="721223" y="459756"/>
                  </a:lnTo>
                  <a:lnTo>
                    <a:pt x="726610" y="460654"/>
                  </a:lnTo>
                  <a:lnTo>
                    <a:pt x="731884" y="461664"/>
                  </a:lnTo>
                  <a:lnTo>
                    <a:pt x="745575" y="464020"/>
                  </a:lnTo>
                  <a:lnTo>
                    <a:pt x="750512" y="464918"/>
                  </a:lnTo>
                  <a:lnTo>
                    <a:pt x="751410" y="465030"/>
                  </a:lnTo>
                  <a:lnTo>
                    <a:pt x="745911" y="494656"/>
                  </a:lnTo>
                  <a:lnTo>
                    <a:pt x="745350" y="497910"/>
                  </a:lnTo>
                  <a:lnTo>
                    <a:pt x="744789" y="500940"/>
                  </a:lnTo>
                  <a:lnTo>
                    <a:pt x="740188" y="525403"/>
                  </a:lnTo>
                  <a:lnTo>
                    <a:pt x="738617" y="534268"/>
                  </a:lnTo>
                  <a:lnTo>
                    <a:pt x="736485" y="546276"/>
                  </a:lnTo>
                  <a:lnTo>
                    <a:pt x="729976" y="582185"/>
                  </a:lnTo>
                  <a:lnTo>
                    <a:pt x="725712" y="605078"/>
                  </a:lnTo>
                  <a:lnTo>
                    <a:pt x="725488" y="606424"/>
                  </a:lnTo>
                  <a:lnTo>
                    <a:pt x="719203" y="640314"/>
                  </a:lnTo>
                  <a:lnTo>
                    <a:pt x="718642" y="643569"/>
                  </a:lnTo>
                  <a:lnTo>
                    <a:pt x="716510" y="654678"/>
                  </a:lnTo>
                  <a:lnTo>
                    <a:pt x="711460" y="681835"/>
                  </a:lnTo>
                  <a:lnTo>
                    <a:pt x="706186" y="710450"/>
                  </a:lnTo>
                  <a:lnTo>
                    <a:pt x="705176" y="716398"/>
                  </a:lnTo>
                  <a:lnTo>
                    <a:pt x="705064" y="718418"/>
                  </a:lnTo>
                  <a:lnTo>
                    <a:pt x="704952" y="722121"/>
                  </a:lnTo>
                  <a:lnTo>
                    <a:pt x="705064" y="725712"/>
                  </a:lnTo>
                  <a:lnTo>
                    <a:pt x="705288" y="728630"/>
                  </a:lnTo>
                  <a:lnTo>
                    <a:pt x="705849" y="731884"/>
                  </a:lnTo>
                  <a:lnTo>
                    <a:pt x="706747" y="735138"/>
                  </a:lnTo>
                  <a:lnTo>
                    <a:pt x="707533" y="738280"/>
                  </a:lnTo>
                  <a:lnTo>
                    <a:pt x="708430" y="740749"/>
                  </a:lnTo>
                  <a:lnTo>
                    <a:pt x="709889" y="744228"/>
                  </a:lnTo>
                  <a:lnTo>
                    <a:pt x="711124" y="746697"/>
                  </a:lnTo>
                  <a:lnTo>
                    <a:pt x="712470" y="748829"/>
                  </a:lnTo>
                  <a:lnTo>
                    <a:pt x="714041" y="751298"/>
                  </a:lnTo>
                  <a:lnTo>
                    <a:pt x="716510" y="754440"/>
                  </a:lnTo>
                  <a:lnTo>
                    <a:pt x="719764" y="757806"/>
                  </a:lnTo>
                  <a:lnTo>
                    <a:pt x="731547" y="769814"/>
                  </a:lnTo>
                  <a:lnTo>
                    <a:pt x="757021" y="796073"/>
                  </a:lnTo>
                  <a:lnTo>
                    <a:pt x="756572" y="796746"/>
                  </a:lnTo>
                  <a:lnTo>
                    <a:pt x="750512" y="807519"/>
                  </a:lnTo>
                  <a:lnTo>
                    <a:pt x="744340" y="818516"/>
                  </a:lnTo>
                  <a:lnTo>
                    <a:pt x="740076" y="825810"/>
                  </a:lnTo>
                  <a:lnTo>
                    <a:pt x="735924" y="834002"/>
                  </a:lnTo>
                  <a:lnTo>
                    <a:pt x="734914" y="835237"/>
                  </a:lnTo>
                  <a:lnTo>
                    <a:pt x="729415" y="844663"/>
                  </a:lnTo>
                  <a:lnTo>
                    <a:pt x="720101" y="860149"/>
                  </a:lnTo>
                  <a:lnTo>
                    <a:pt x="717520" y="863179"/>
                  </a:lnTo>
                  <a:lnTo>
                    <a:pt x="713929" y="861720"/>
                  </a:lnTo>
                  <a:lnTo>
                    <a:pt x="702932" y="857007"/>
                  </a:lnTo>
                  <a:lnTo>
                    <a:pt x="701697" y="856895"/>
                  </a:lnTo>
                  <a:lnTo>
                    <a:pt x="700800" y="856782"/>
                  </a:lnTo>
                  <a:lnTo>
                    <a:pt x="698555" y="855211"/>
                  </a:lnTo>
                  <a:lnTo>
                    <a:pt x="696648" y="853977"/>
                  </a:lnTo>
                  <a:lnTo>
                    <a:pt x="692944" y="852406"/>
                  </a:lnTo>
                  <a:lnTo>
                    <a:pt x="689914" y="850274"/>
                  </a:lnTo>
                  <a:lnTo>
                    <a:pt x="684416" y="847917"/>
                  </a:lnTo>
                  <a:lnTo>
                    <a:pt x="681386" y="846683"/>
                  </a:lnTo>
                  <a:lnTo>
                    <a:pt x="676336" y="845448"/>
                  </a:lnTo>
                  <a:lnTo>
                    <a:pt x="669603" y="841521"/>
                  </a:lnTo>
                  <a:lnTo>
                    <a:pt x="666237" y="839613"/>
                  </a:lnTo>
                  <a:lnTo>
                    <a:pt x="660850" y="836920"/>
                  </a:lnTo>
                  <a:lnTo>
                    <a:pt x="655913" y="836022"/>
                  </a:lnTo>
                  <a:lnTo>
                    <a:pt x="652097" y="833890"/>
                  </a:lnTo>
                  <a:lnTo>
                    <a:pt x="649179" y="833217"/>
                  </a:lnTo>
                  <a:lnTo>
                    <a:pt x="647384" y="832768"/>
                  </a:lnTo>
                  <a:lnTo>
                    <a:pt x="642559" y="830187"/>
                  </a:lnTo>
                  <a:lnTo>
                    <a:pt x="635601" y="828391"/>
                  </a:lnTo>
                  <a:lnTo>
                    <a:pt x="621462" y="820760"/>
                  </a:lnTo>
                  <a:lnTo>
                    <a:pt x="615963" y="818628"/>
                  </a:lnTo>
                  <a:lnTo>
                    <a:pt x="611811" y="817394"/>
                  </a:lnTo>
                  <a:lnTo>
                    <a:pt x="608893" y="815711"/>
                  </a:lnTo>
                  <a:lnTo>
                    <a:pt x="600701" y="813017"/>
                  </a:lnTo>
                  <a:lnTo>
                    <a:pt x="599355" y="811559"/>
                  </a:lnTo>
                  <a:lnTo>
                    <a:pt x="593744" y="810324"/>
                  </a:lnTo>
                  <a:lnTo>
                    <a:pt x="590826" y="809090"/>
                  </a:lnTo>
                  <a:lnTo>
                    <a:pt x="589367" y="807855"/>
                  </a:lnTo>
                  <a:lnTo>
                    <a:pt x="586899" y="806845"/>
                  </a:lnTo>
                  <a:lnTo>
                    <a:pt x="584093" y="805050"/>
                  </a:lnTo>
                  <a:lnTo>
                    <a:pt x="582410" y="804601"/>
                  </a:lnTo>
                  <a:lnTo>
                    <a:pt x="581737" y="804713"/>
                  </a:lnTo>
                  <a:lnTo>
                    <a:pt x="579829" y="804264"/>
                  </a:lnTo>
                  <a:lnTo>
                    <a:pt x="579156" y="803367"/>
                  </a:lnTo>
                  <a:lnTo>
                    <a:pt x="578033" y="802581"/>
                  </a:lnTo>
                  <a:lnTo>
                    <a:pt x="574218" y="801796"/>
                  </a:lnTo>
                  <a:lnTo>
                    <a:pt x="568831" y="799327"/>
                  </a:lnTo>
                  <a:lnTo>
                    <a:pt x="566699" y="798766"/>
                  </a:lnTo>
                  <a:lnTo>
                    <a:pt x="565465" y="798092"/>
                  </a:lnTo>
                  <a:lnTo>
                    <a:pt x="564455" y="797531"/>
                  </a:lnTo>
                  <a:lnTo>
                    <a:pt x="563782" y="797307"/>
                  </a:lnTo>
                  <a:lnTo>
                    <a:pt x="563221" y="796858"/>
                  </a:lnTo>
                  <a:lnTo>
                    <a:pt x="561425" y="796073"/>
                  </a:lnTo>
                  <a:lnTo>
                    <a:pt x="559742" y="794614"/>
                  </a:lnTo>
                  <a:lnTo>
                    <a:pt x="558171" y="793940"/>
                  </a:lnTo>
                  <a:lnTo>
                    <a:pt x="556712" y="793492"/>
                  </a:lnTo>
                  <a:lnTo>
                    <a:pt x="555926" y="792930"/>
                  </a:lnTo>
                  <a:lnTo>
                    <a:pt x="555029" y="792706"/>
                  </a:lnTo>
                  <a:lnTo>
                    <a:pt x="553907" y="792482"/>
                  </a:lnTo>
                  <a:lnTo>
                    <a:pt x="552448" y="792033"/>
                  </a:lnTo>
                  <a:lnTo>
                    <a:pt x="551326" y="791359"/>
                  </a:lnTo>
                  <a:lnTo>
                    <a:pt x="548632" y="790013"/>
                  </a:lnTo>
                  <a:lnTo>
                    <a:pt x="546725" y="789452"/>
                  </a:lnTo>
                  <a:lnTo>
                    <a:pt x="546164" y="789339"/>
                  </a:lnTo>
                  <a:lnTo>
                    <a:pt x="544368" y="788778"/>
                  </a:lnTo>
                  <a:lnTo>
                    <a:pt x="543582" y="788666"/>
                  </a:lnTo>
                  <a:lnTo>
                    <a:pt x="542909" y="788442"/>
                  </a:lnTo>
                  <a:lnTo>
                    <a:pt x="541787" y="787993"/>
                  </a:lnTo>
                  <a:lnTo>
                    <a:pt x="541001" y="787432"/>
                  </a:lnTo>
                  <a:lnTo>
                    <a:pt x="540216" y="786646"/>
                  </a:lnTo>
                  <a:lnTo>
                    <a:pt x="539655" y="786422"/>
                  </a:lnTo>
                  <a:lnTo>
                    <a:pt x="539094" y="786197"/>
                  </a:lnTo>
                  <a:lnTo>
                    <a:pt x="537747" y="785973"/>
                  </a:lnTo>
                  <a:lnTo>
                    <a:pt x="537074" y="785636"/>
                  </a:lnTo>
                  <a:lnTo>
                    <a:pt x="536064" y="784963"/>
                  </a:lnTo>
                  <a:lnTo>
                    <a:pt x="534605" y="784402"/>
                  </a:lnTo>
                  <a:lnTo>
                    <a:pt x="533932" y="784065"/>
                  </a:lnTo>
                  <a:lnTo>
                    <a:pt x="533483" y="783616"/>
                  </a:lnTo>
                  <a:lnTo>
                    <a:pt x="532361" y="783280"/>
                  </a:lnTo>
                  <a:lnTo>
                    <a:pt x="531351" y="783167"/>
                  </a:lnTo>
                  <a:lnTo>
                    <a:pt x="529780" y="782494"/>
                  </a:lnTo>
                  <a:lnTo>
                    <a:pt x="529219" y="781821"/>
                  </a:lnTo>
                  <a:lnTo>
                    <a:pt x="524281" y="779913"/>
                  </a:lnTo>
                  <a:lnTo>
                    <a:pt x="522373" y="778567"/>
                  </a:lnTo>
                  <a:lnTo>
                    <a:pt x="520129" y="777669"/>
                  </a:lnTo>
                  <a:lnTo>
                    <a:pt x="518558" y="776996"/>
                  </a:lnTo>
                  <a:lnTo>
                    <a:pt x="517099" y="776771"/>
                  </a:lnTo>
                  <a:lnTo>
                    <a:pt x="515191" y="776210"/>
                  </a:lnTo>
                  <a:lnTo>
                    <a:pt x="513845" y="775873"/>
                  </a:lnTo>
                  <a:lnTo>
                    <a:pt x="510366" y="774302"/>
                  </a:lnTo>
                  <a:lnTo>
                    <a:pt x="508795" y="773180"/>
                  </a:lnTo>
                  <a:lnTo>
                    <a:pt x="506775" y="772507"/>
                  </a:lnTo>
                  <a:lnTo>
                    <a:pt x="505877" y="772170"/>
                  </a:lnTo>
                  <a:lnTo>
                    <a:pt x="505316" y="771833"/>
                  </a:lnTo>
                  <a:lnTo>
                    <a:pt x="504643" y="771272"/>
                  </a:lnTo>
                  <a:lnTo>
                    <a:pt x="503970" y="770487"/>
                  </a:lnTo>
                  <a:lnTo>
                    <a:pt x="503296" y="770150"/>
                  </a:lnTo>
                  <a:lnTo>
                    <a:pt x="502174" y="770038"/>
                  </a:lnTo>
                  <a:lnTo>
                    <a:pt x="501501" y="769926"/>
                  </a:lnTo>
                  <a:lnTo>
                    <a:pt x="500828" y="769701"/>
                  </a:lnTo>
                  <a:lnTo>
                    <a:pt x="500266" y="769252"/>
                  </a:lnTo>
                  <a:lnTo>
                    <a:pt x="499705" y="768916"/>
                  </a:lnTo>
                  <a:lnTo>
                    <a:pt x="498808" y="768355"/>
                  </a:lnTo>
                  <a:lnTo>
                    <a:pt x="497910" y="768130"/>
                  </a:lnTo>
                  <a:lnTo>
                    <a:pt x="497237" y="767794"/>
                  </a:lnTo>
                  <a:lnTo>
                    <a:pt x="496675" y="767233"/>
                  </a:lnTo>
                  <a:lnTo>
                    <a:pt x="495778" y="766447"/>
                  </a:lnTo>
                  <a:lnTo>
                    <a:pt x="494768" y="766223"/>
                  </a:lnTo>
                  <a:lnTo>
                    <a:pt x="493870" y="766110"/>
                  </a:lnTo>
                  <a:lnTo>
                    <a:pt x="492972" y="765886"/>
                  </a:lnTo>
                  <a:lnTo>
                    <a:pt x="491962" y="765662"/>
                  </a:lnTo>
                  <a:lnTo>
                    <a:pt x="490952" y="765213"/>
                  </a:lnTo>
                  <a:lnTo>
                    <a:pt x="490167" y="764539"/>
                  </a:lnTo>
                  <a:lnTo>
                    <a:pt x="488932" y="763978"/>
                  </a:lnTo>
                  <a:lnTo>
                    <a:pt x="488259" y="763754"/>
                  </a:lnTo>
                  <a:lnTo>
                    <a:pt x="487586" y="763642"/>
                  </a:lnTo>
                  <a:lnTo>
                    <a:pt x="486127" y="763193"/>
                  </a:lnTo>
                  <a:lnTo>
                    <a:pt x="485341" y="762519"/>
                  </a:lnTo>
                  <a:lnTo>
                    <a:pt x="484668" y="762071"/>
                  </a:lnTo>
                  <a:lnTo>
                    <a:pt x="483770" y="762295"/>
                  </a:lnTo>
                  <a:lnTo>
                    <a:pt x="482873" y="762295"/>
                  </a:lnTo>
                  <a:lnTo>
                    <a:pt x="482199" y="762071"/>
                  </a:lnTo>
                  <a:lnTo>
                    <a:pt x="481189" y="761397"/>
                  </a:lnTo>
                  <a:lnTo>
                    <a:pt x="479955" y="760051"/>
                  </a:lnTo>
                  <a:lnTo>
                    <a:pt x="479394" y="759714"/>
                  </a:lnTo>
                  <a:lnTo>
                    <a:pt x="478272" y="759153"/>
                  </a:lnTo>
                  <a:lnTo>
                    <a:pt x="477374" y="758928"/>
                  </a:lnTo>
                  <a:lnTo>
                    <a:pt x="476252" y="759041"/>
                  </a:lnTo>
                  <a:lnTo>
                    <a:pt x="475354" y="758928"/>
                  </a:lnTo>
                  <a:lnTo>
                    <a:pt x="474681" y="758704"/>
                  </a:lnTo>
                  <a:lnTo>
                    <a:pt x="474232" y="758255"/>
                  </a:lnTo>
                  <a:lnTo>
                    <a:pt x="473446" y="757582"/>
                  </a:lnTo>
                  <a:lnTo>
                    <a:pt x="472324" y="757021"/>
                  </a:lnTo>
                  <a:lnTo>
                    <a:pt x="471651" y="756796"/>
                  </a:lnTo>
                  <a:lnTo>
                    <a:pt x="470529" y="756460"/>
                  </a:lnTo>
                  <a:lnTo>
                    <a:pt x="469743" y="756011"/>
                  </a:lnTo>
                  <a:lnTo>
                    <a:pt x="469294" y="755450"/>
                  </a:lnTo>
                  <a:lnTo>
                    <a:pt x="468845" y="755001"/>
                  </a:lnTo>
                  <a:lnTo>
                    <a:pt x="468172" y="754776"/>
                  </a:lnTo>
                  <a:lnTo>
                    <a:pt x="467387" y="754664"/>
                  </a:lnTo>
                  <a:lnTo>
                    <a:pt x="465591" y="754664"/>
                  </a:lnTo>
                  <a:lnTo>
                    <a:pt x="464693" y="754552"/>
                  </a:lnTo>
                  <a:lnTo>
                    <a:pt x="463796" y="753991"/>
                  </a:lnTo>
                  <a:lnTo>
                    <a:pt x="463122" y="753318"/>
                  </a:lnTo>
                  <a:lnTo>
                    <a:pt x="462225" y="752869"/>
                  </a:lnTo>
                  <a:lnTo>
                    <a:pt x="461439" y="752644"/>
                  </a:lnTo>
                  <a:lnTo>
                    <a:pt x="460541" y="752083"/>
                  </a:lnTo>
                  <a:lnTo>
                    <a:pt x="459756" y="751410"/>
                  </a:lnTo>
                  <a:lnTo>
                    <a:pt x="459082" y="751073"/>
                  </a:lnTo>
                  <a:lnTo>
                    <a:pt x="458409" y="750737"/>
                  </a:lnTo>
                  <a:lnTo>
                    <a:pt x="457736" y="750624"/>
                  </a:lnTo>
                  <a:lnTo>
                    <a:pt x="456614" y="750512"/>
                  </a:lnTo>
                  <a:lnTo>
                    <a:pt x="455604" y="750175"/>
                  </a:lnTo>
                  <a:lnTo>
                    <a:pt x="454706" y="749839"/>
                  </a:lnTo>
                  <a:lnTo>
                    <a:pt x="454145" y="749390"/>
                  </a:lnTo>
                  <a:lnTo>
                    <a:pt x="453472" y="748941"/>
                  </a:lnTo>
                  <a:lnTo>
                    <a:pt x="452574" y="748604"/>
                  </a:lnTo>
                  <a:lnTo>
                    <a:pt x="451788" y="748492"/>
                  </a:lnTo>
                  <a:lnTo>
                    <a:pt x="450891" y="748380"/>
                  </a:lnTo>
                  <a:lnTo>
                    <a:pt x="450105" y="748043"/>
                  </a:lnTo>
                  <a:lnTo>
                    <a:pt x="449320" y="747482"/>
                  </a:lnTo>
                  <a:lnTo>
                    <a:pt x="448197" y="746584"/>
                  </a:lnTo>
                  <a:lnTo>
                    <a:pt x="447412" y="746023"/>
                  </a:lnTo>
                  <a:lnTo>
                    <a:pt x="446626" y="745799"/>
                  </a:lnTo>
                  <a:lnTo>
                    <a:pt x="445841" y="745687"/>
                  </a:lnTo>
                  <a:lnTo>
                    <a:pt x="444943" y="745799"/>
                  </a:lnTo>
                  <a:lnTo>
                    <a:pt x="443372" y="745350"/>
                  </a:lnTo>
                  <a:lnTo>
                    <a:pt x="442586" y="744789"/>
                  </a:lnTo>
                  <a:lnTo>
                    <a:pt x="442025" y="744228"/>
                  </a:lnTo>
                  <a:lnTo>
                    <a:pt x="441464" y="743891"/>
                  </a:lnTo>
                  <a:lnTo>
                    <a:pt x="440679" y="743667"/>
                  </a:lnTo>
                  <a:lnTo>
                    <a:pt x="439557" y="743442"/>
                  </a:lnTo>
                  <a:lnTo>
                    <a:pt x="438098" y="743106"/>
                  </a:lnTo>
                  <a:lnTo>
                    <a:pt x="437312" y="742657"/>
                  </a:lnTo>
                  <a:lnTo>
                    <a:pt x="436751" y="742096"/>
                  </a:lnTo>
                  <a:lnTo>
                    <a:pt x="436078" y="741647"/>
                  </a:lnTo>
                  <a:lnTo>
                    <a:pt x="435180" y="741535"/>
                  </a:lnTo>
                  <a:lnTo>
                    <a:pt x="434170" y="741422"/>
                  </a:lnTo>
                  <a:lnTo>
                    <a:pt x="433272" y="740974"/>
                  </a:lnTo>
                  <a:lnTo>
                    <a:pt x="432487" y="740525"/>
                  </a:lnTo>
                  <a:lnTo>
                    <a:pt x="431926" y="740076"/>
                  </a:lnTo>
                  <a:lnTo>
                    <a:pt x="430691" y="739290"/>
                  </a:lnTo>
                  <a:lnTo>
                    <a:pt x="429569" y="739066"/>
                  </a:lnTo>
                  <a:lnTo>
                    <a:pt x="428784" y="738841"/>
                  </a:lnTo>
                  <a:lnTo>
                    <a:pt x="427886" y="738505"/>
                  </a:lnTo>
                  <a:lnTo>
                    <a:pt x="426988" y="737944"/>
                  </a:lnTo>
                  <a:lnTo>
                    <a:pt x="426090" y="737270"/>
                  </a:lnTo>
                  <a:lnTo>
                    <a:pt x="425305" y="736709"/>
                  </a:lnTo>
                  <a:lnTo>
                    <a:pt x="424407" y="736373"/>
                  </a:lnTo>
                  <a:lnTo>
                    <a:pt x="423622" y="736260"/>
                  </a:lnTo>
                  <a:lnTo>
                    <a:pt x="423061" y="737046"/>
                  </a:lnTo>
                  <a:lnTo>
                    <a:pt x="421602" y="736822"/>
                  </a:lnTo>
                  <a:lnTo>
                    <a:pt x="421041" y="735812"/>
                  </a:lnTo>
                  <a:lnTo>
                    <a:pt x="420255" y="735026"/>
                  </a:lnTo>
                  <a:lnTo>
                    <a:pt x="419470" y="734802"/>
                  </a:lnTo>
                  <a:lnTo>
                    <a:pt x="418460" y="734802"/>
                  </a:lnTo>
                  <a:lnTo>
                    <a:pt x="417674" y="734577"/>
                  </a:lnTo>
                  <a:lnTo>
                    <a:pt x="417001" y="734353"/>
                  </a:lnTo>
                  <a:lnTo>
                    <a:pt x="416215" y="733904"/>
                  </a:lnTo>
                  <a:lnTo>
                    <a:pt x="415430" y="733455"/>
                  </a:lnTo>
                  <a:lnTo>
                    <a:pt x="414644" y="732894"/>
                  </a:lnTo>
                  <a:lnTo>
                    <a:pt x="413859" y="732557"/>
                  </a:lnTo>
                  <a:lnTo>
                    <a:pt x="413298" y="732108"/>
                  </a:lnTo>
                  <a:lnTo>
                    <a:pt x="412400" y="731660"/>
                  </a:lnTo>
                  <a:lnTo>
                    <a:pt x="410492" y="730986"/>
                  </a:lnTo>
                  <a:lnTo>
                    <a:pt x="409931" y="730650"/>
                  </a:lnTo>
                  <a:lnTo>
                    <a:pt x="409258" y="730313"/>
                  </a:lnTo>
                  <a:lnTo>
                    <a:pt x="408360" y="729976"/>
                  </a:lnTo>
                  <a:lnTo>
                    <a:pt x="406789" y="729640"/>
                  </a:lnTo>
                  <a:lnTo>
                    <a:pt x="406116" y="729415"/>
                  </a:lnTo>
                  <a:lnTo>
                    <a:pt x="405555" y="728966"/>
                  </a:lnTo>
                  <a:lnTo>
                    <a:pt x="405218" y="728293"/>
                  </a:lnTo>
                  <a:lnTo>
                    <a:pt x="404769" y="727844"/>
                  </a:lnTo>
                  <a:lnTo>
                    <a:pt x="404208" y="727283"/>
                  </a:lnTo>
                  <a:lnTo>
                    <a:pt x="402861" y="727059"/>
                  </a:lnTo>
                  <a:lnTo>
                    <a:pt x="401964" y="727171"/>
                  </a:lnTo>
                  <a:lnTo>
                    <a:pt x="401178" y="727059"/>
                  </a:lnTo>
                  <a:lnTo>
                    <a:pt x="400505" y="726610"/>
                  </a:lnTo>
                  <a:lnTo>
                    <a:pt x="399832" y="726273"/>
                  </a:lnTo>
                  <a:lnTo>
                    <a:pt x="399158" y="725375"/>
                  </a:lnTo>
                  <a:lnTo>
                    <a:pt x="398597" y="724814"/>
                  </a:lnTo>
                  <a:lnTo>
                    <a:pt x="398036" y="724478"/>
                  </a:lnTo>
                  <a:lnTo>
                    <a:pt x="397138" y="724141"/>
                  </a:lnTo>
                  <a:lnTo>
                    <a:pt x="395679" y="724141"/>
                  </a:lnTo>
                  <a:lnTo>
                    <a:pt x="394782" y="723916"/>
                  </a:lnTo>
                  <a:lnTo>
                    <a:pt x="393884" y="723355"/>
                  </a:lnTo>
                  <a:lnTo>
                    <a:pt x="393098" y="722682"/>
                  </a:lnTo>
                  <a:lnTo>
                    <a:pt x="392201" y="722570"/>
                  </a:lnTo>
                  <a:lnTo>
                    <a:pt x="391527" y="722458"/>
                  </a:lnTo>
                  <a:lnTo>
                    <a:pt x="390854" y="722458"/>
                  </a:lnTo>
                  <a:lnTo>
                    <a:pt x="390293" y="722345"/>
                  </a:lnTo>
                  <a:lnTo>
                    <a:pt x="389620" y="721784"/>
                  </a:lnTo>
                  <a:lnTo>
                    <a:pt x="388834" y="720887"/>
                  </a:lnTo>
                  <a:lnTo>
                    <a:pt x="388161" y="720438"/>
                  </a:lnTo>
                  <a:lnTo>
                    <a:pt x="387151" y="720326"/>
                  </a:lnTo>
                  <a:lnTo>
                    <a:pt x="386141" y="720438"/>
                  </a:lnTo>
                  <a:lnTo>
                    <a:pt x="385355" y="719989"/>
                  </a:lnTo>
                  <a:lnTo>
                    <a:pt x="384794" y="719764"/>
                  </a:lnTo>
                  <a:lnTo>
                    <a:pt x="384233" y="719316"/>
                  </a:lnTo>
                  <a:lnTo>
                    <a:pt x="383223" y="718642"/>
                  </a:lnTo>
                  <a:lnTo>
                    <a:pt x="382326" y="718418"/>
                  </a:lnTo>
                  <a:lnTo>
                    <a:pt x="381203" y="718193"/>
                  </a:lnTo>
                  <a:lnTo>
                    <a:pt x="380193" y="717632"/>
                  </a:lnTo>
                  <a:lnTo>
                    <a:pt x="379296" y="717183"/>
                  </a:lnTo>
                  <a:lnTo>
                    <a:pt x="378510" y="716735"/>
                  </a:lnTo>
                  <a:lnTo>
                    <a:pt x="377164" y="716286"/>
                  </a:lnTo>
                  <a:lnTo>
                    <a:pt x="376266" y="716173"/>
                  </a:lnTo>
                  <a:lnTo>
                    <a:pt x="375592" y="715949"/>
                  </a:lnTo>
                  <a:lnTo>
                    <a:pt x="374807" y="715612"/>
                  </a:lnTo>
                  <a:lnTo>
                    <a:pt x="374246" y="715276"/>
                  </a:lnTo>
                  <a:lnTo>
                    <a:pt x="373573" y="714827"/>
                  </a:lnTo>
                  <a:lnTo>
                    <a:pt x="372787" y="714266"/>
                  </a:lnTo>
                  <a:lnTo>
                    <a:pt x="372001" y="713817"/>
                  </a:lnTo>
                  <a:lnTo>
                    <a:pt x="371104" y="713705"/>
                  </a:lnTo>
                  <a:lnTo>
                    <a:pt x="370206" y="713592"/>
                  </a:lnTo>
                  <a:lnTo>
                    <a:pt x="369084" y="713368"/>
                  </a:lnTo>
                  <a:lnTo>
                    <a:pt x="368186" y="712807"/>
                  </a:lnTo>
                  <a:lnTo>
                    <a:pt x="367513" y="712807"/>
                  </a:lnTo>
                  <a:lnTo>
                    <a:pt x="366839" y="712470"/>
                  </a:lnTo>
                  <a:lnTo>
                    <a:pt x="366278" y="711797"/>
                  </a:lnTo>
                  <a:lnTo>
                    <a:pt x="365717" y="711124"/>
                  </a:lnTo>
                  <a:lnTo>
                    <a:pt x="365156" y="710675"/>
                  </a:lnTo>
                  <a:lnTo>
                    <a:pt x="363810" y="710563"/>
                  </a:lnTo>
                  <a:lnTo>
                    <a:pt x="362800" y="710450"/>
                  </a:lnTo>
                  <a:lnTo>
                    <a:pt x="362014" y="710226"/>
                  </a:lnTo>
                  <a:lnTo>
                    <a:pt x="361453" y="709777"/>
                  </a:lnTo>
                  <a:lnTo>
                    <a:pt x="360555" y="709104"/>
                  </a:lnTo>
                  <a:lnTo>
                    <a:pt x="359658" y="708655"/>
                  </a:lnTo>
                  <a:lnTo>
                    <a:pt x="357750" y="708430"/>
                  </a:lnTo>
                  <a:lnTo>
                    <a:pt x="357189" y="708318"/>
                  </a:lnTo>
                  <a:lnTo>
                    <a:pt x="356628" y="707982"/>
                  </a:lnTo>
                  <a:lnTo>
                    <a:pt x="355842" y="707308"/>
                  </a:lnTo>
                  <a:lnTo>
                    <a:pt x="355169" y="706859"/>
                  </a:lnTo>
                  <a:lnTo>
                    <a:pt x="354608" y="706635"/>
                  </a:lnTo>
                  <a:lnTo>
                    <a:pt x="353822" y="706523"/>
                  </a:lnTo>
                  <a:lnTo>
                    <a:pt x="352476" y="706523"/>
                  </a:lnTo>
                  <a:lnTo>
                    <a:pt x="351466" y="706298"/>
                  </a:lnTo>
                  <a:lnTo>
                    <a:pt x="350680" y="706074"/>
                  </a:lnTo>
                  <a:lnTo>
                    <a:pt x="349895" y="705513"/>
                  </a:lnTo>
                  <a:lnTo>
                    <a:pt x="348548" y="704615"/>
                  </a:lnTo>
                  <a:lnTo>
                    <a:pt x="347762" y="704166"/>
                  </a:lnTo>
                  <a:lnTo>
                    <a:pt x="346528" y="703830"/>
                  </a:lnTo>
                  <a:lnTo>
                    <a:pt x="345069" y="703268"/>
                  </a:lnTo>
                  <a:lnTo>
                    <a:pt x="344396" y="702595"/>
                  </a:lnTo>
                  <a:lnTo>
                    <a:pt x="343835" y="702146"/>
                  </a:lnTo>
                  <a:lnTo>
                    <a:pt x="343049" y="701697"/>
                  </a:lnTo>
                  <a:lnTo>
                    <a:pt x="341815" y="701585"/>
                  </a:lnTo>
                  <a:lnTo>
                    <a:pt x="340132" y="701136"/>
                  </a:lnTo>
                  <a:lnTo>
                    <a:pt x="339458" y="700687"/>
                  </a:lnTo>
                  <a:lnTo>
                    <a:pt x="338897" y="700014"/>
                  </a:lnTo>
                  <a:lnTo>
                    <a:pt x="337887" y="699229"/>
                  </a:lnTo>
                  <a:lnTo>
                    <a:pt x="337102" y="699116"/>
                  </a:lnTo>
                  <a:lnTo>
                    <a:pt x="335980" y="698892"/>
                  </a:lnTo>
                  <a:lnTo>
                    <a:pt x="335306" y="698667"/>
                  </a:lnTo>
                  <a:lnTo>
                    <a:pt x="334633" y="698331"/>
                  </a:lnTo>
                  <a:lnTo>
                    <a:pt x="333623" y="697770"/>
                  </a:lnTo>
                  <a:lnTo>
                    <a:pt x="332837" y="697096"/>
                  </a:lnTo>
                  <a:lnTo>
                    <a:pt x="331940" y="696760"/>
                  </a:lnTo>
                  <a:lnTo>
                    <a:pt x="330705" y="696311"/>
                  </a:lnTo>
                  <a:lnTo>
                    <a:pt x="329808" y="696199"/>
                  </a:lnTo>
                  <a:lnTo>
                    <a:pt x="329022" y="695862"/>
                  </a:lnTo>
                  <a:lnTo>
                    <a:pt x="327675" y="695525"/>
                  </a:lnTo>
                  <a:lnTo>
                    <a:pt x="326778" y="694740"/>
                  </a:lnTo>
                  <a:lnTo>
                    <a:pt x="326104" y="694291"/>
                  </a:lnTo>
                  <a:lnTo>
                    <a:pt x="325431" y="693954"/>
                  </a:lnTo>
                  <a:lnTo>
                    <a:pt x="324758" y="693842"/>
                  </a:lnTo>
                  <a:lnTo>
                    <a:pt x="323860" y="693505"/>
                  </a:lnTo>
                  <a:lnTo>
                    <a:pt x="323187" y="693281"/>
                  </a:lnTo>
                  <a:lnTo>
                    <a:pt x="322513" y="693057"/>
                  </a:lnTo>
                  <a:lnTo>
                    <a:pt x="321616" y="692496"/>
                  </a:lnTo>
                  <a:lnTo>
                    <a:pt x="320606" y="691822"/>
                  </a:lnTo>
                  <a:lnTo>
                    <a:pt x="319259" y="691598"/>
                  </a:lnTo>
                  <a:lnTo>
                    <a:pt x="318361" y="691486"/>
                  </a:lnTo>
                  <a:lnTo>
                    <a:pt x="317239" y="691037"/>
                  </a:lnTo>
                  <a:lnTo>
                    <a:pt x="316566" y="690812"/>
                  </a:lnTo>
                  <a:lnTo>
                    <a:pt x="315893" y="690588"/>
                  </a:lnTo>
                  <a:lnTo>
                    <a:pt x="315219" y="690139"/>
                  </a:lnTo>
                  <a:lnTo>
                    <a:pt x="314322" y="689578"/>
                  </a:lnTo>
                  <a:lnTo>
                    <a:pt x="313760" y="688792"/>
                  </a:lnTo>
                  <a:lnTo>
                    <a:pt x="312750" y="688119"/>
                  </a:lnTo>
                  <a:lnTo>
                    <a:pt x="311741" y="688231"/>
                  </a:lnTo>
                  <a:lnTo>
                    <a:pt x="310057" y="688231"/>
                  </a:lnTo>
                  <a:lnTo>
                    <a:pt x="309496" y="687895"/>
                  </a:lnTo>
                  <a:lnTo>
                    <a:pt x="308711" y="687333"/>
                  </a:lnTo>
                  <a:lnTo>
                    <a:pt x="307925" y="686772"/>
                  </a:lnTo>
                  <a:lnTo>
                    <a:pt x="306466" y="686324"/>
                  </a:lnTo>
                  <a:lnTo>
                    <a:pt x="305232" y="686211"/>
                  </a:lnTo>
                  <a:lnTo>
                    <a:pt x="303773" y="684865"/>
                  </a:lnTo>
                  <a:lnTo>
                    <a:pt x="302539" y="684416"/>
                  </a:lnTo>
                  <a:lnTo>
                    <a:pt x="301529" y="684416"/>
                  </a:lnTo>
                  <a:lnTo>
                    <a:pt x="300743" y="683855"/>
                  </a:lnTo>
                  <a:lnTo>
                    <a:pt x="300070" y="682957"/>
                  </a:lnTo>
                  <a:lnTo>
                    <a:pt x="299509" y="682620"/>
                  </a:lnTo>
                  <a:lnTo>
                    <a:pt x="298499" y="682733"/>
                  </a:lnTo>
                  <a:lnTo>
                    <a:pt x="297489" y="682396"/>
                  </a:lnTo>
                  <a:lnTo>
                    <a:pt x="296479" y="681386"/>
                  </a:lnTo>
                  <a:lnTo>
                    <a:pt x="295806" y="681162"/>
                  </a:lnTo>
                  <a:lnTo>
                    <a:pt x="295020" y="681049"/>
                  </a:lnTo>
                  <a:lnTo>
                    <a:pt x="294122" y="680376"/>
                  </a:lnTo>
                  <a:lnTo>
                    <a:pt x="293000" y="680488"/>
                  </a:lnTo>
                  <a:lnTo>
                    <a:pt x="292439" y="680152"/>
                  </a:lnTo>
                  <a:lnTo>
                    <a:pt x="291878" y="679590"/>
                  </a:lnTo>
                  <a:lnTo>
                    <a:pt x="289858" y="679142"/>
                  </a:lnTo>
                  <a:lnTo>
                    <a:pt x="288736" y="679029"/>
                  </a:lnTo>
                  <a:lnTo>
                    <a:pt x="287614" y="678693"/>
                  </a:lnTo>
                  <a:lnTo>
                    <a:pt x="286940" y="678244"/>
                  </a:lnTo>
                  <a:lnTo>
                    <a:pt x="286379" y="677683"/>
                  </a:lnTo>
                  <a:lnTo>
                    <a:pt x="285930" y="677346"/>
                  </a:lnTo>
                  <a:lnTo>
                    <a:pt x="285257" y="676785"/>
                  </a:lnTo>
                  <a:lnTo>
                    <a:pt x="284696" y="676561"/>
                  </a:lnTo>
                  <a:lnTo>
                    <a:pt x="282901" y="676448"/>
                  </a:lnTo>
                  <a:lnTo>
                    <a:pt x="282003" y="676673"/>
                  </a:lnTo>
                  <a:lnTo>
                    <a:pt x="280768" y="676336"/>
                  </a:lnTo>
                  <a:lnTo>
                    <a:pt x="279646" y="675775"/>
                  </a:lnTo>
                  <a:lnTo>
                    <a:pt x="277963" y="675438"/>
                  </a:lnTo>
                  <a:lnTo>
                    <a:pt x="276729" y="674653"/>
                  </a:lnTo>
                  <a:lnTo>
                    <a:pt x="275943" y="674204"/>
                  </a:lnTo>
                  <a:lnTo>
                    <a:pt x="275158" y="674204"/>
                  </a:lnTo>
                  <a:lnTo>
                    <a:pt x="274372" y="673755"/>
                  </a:lnTo>
                  <a:lnTo>
                    <a:pt x="273699" y="672857"/>
                  </a:lnTo>
                  <a:lnTo>
                    <a:pt x="272352" y="672521"/>
                  </a:lnTo>
                  <a:lnTo>
                    <a:pt x="271454" y="672409"/>
                  </a:lnTo>
                  <a:lnTo>
                    <a:pt x="270893" y="671735"/>
                  </a:lnTo>
                  <a:lnTo>
                    <a:pt x="270332" y="671174"/>
                  </a:lnTo>
                  <a:lnTo>
                    <a:pt x="269098" y="670613"/>
                  </a:lnTo>
                  <a:lnTo>
                    <a:pt x="267976" y="670501"/>
                  </a:lnTo>
                  <a:lnTo>
                    <a:pt x="266741" y="670389"/>
                  </a:lnTo>
                  <a:lnTo>
                    <a:pt x="266068" y="669715"/>
                  </a:lnTo>
                  <a:lnTo>
                    <a:pt x="264946" y="669042"/>
                  </a:lnTo>
                  <a:lnTo>
                    <a:pt x="263936" y="668930"/>
                  </a:lnTo>
                  <a:lnTo>
                    <a:pt x="262814" y="668705"/>
                  </a:lnTo>
                  <a:lnTo>
                    <a:pt x="261355" y="668593"/>
                  </a:lnTo>
                  <a:lnTo>
                    <a:pt x="260120" y="668256"/>
                  </a:lnTo>
                  <a:lnTo>
                    <a:pt x="258774" y="667583"/>
                  </a:lnTo>
                  <a:lnTo>
                    <a:pt x="257539" y="666910"/>
                  </a:lnTo>
                  <a:lnTo>
                    <a:pt x="256417" y="666573"/>
                  </a:lnTo>
                  <a:lnTo>
                    <a:pt x="255519" y="665788"/>
                  </a:lnTo>
                  <a:lnTo>
                    <a:pt x="254846" y="665339"/>
                  </a:lnTo>
                  <a:lnTo>
                    <a:pt x="253724" y="665114"/>
                  </a:lnTo>
                  <a:lnTo>
                    <a:pt x="252714" y="665114"/>
                  </a:lnTo>
                  <a:lnTo>
                    <a:pt x="252153" y="664665"/>
                  </a:lnTo>
                  <a:lnTo>
                    <a:pt x="250694" y="664217"/>
                  </a:lnTo>
                  <a:lnTo>
                    <a:pt x="249235" y="663768"/>
                  </a:lnTo>
                  <a:lnTo>
                    <a:pt x="248113" y="663431"/>
                  </a:lnTo>
                  <a:lnTo>
                    <a:pt x="246991" y="662533"/>
                  </a:lnTo>
                  <a:lnTo>
                    <a:pt x="245981" y="662309"/>
                  </a:lnTo>
                  <a:lnTo>
                    <a:pt x="244634" y="661636"/>
                  </a:lnTo>
                  <a:lnTo>
                    <a:pt x="243849" y="660962"/>
                  </a:lnTo>
                  <a:lnTo>
                    <a:pt x="242614" y="660513"/>
                  </a:lnTo>
                  <a:lnTo>
                    <a:pt x="242053" y="660513"/>
                  </a:lnTo>
                  <a:lnTo>
                    <a:pt x="241156" y="660289"/>
                  </a:lnTo>
                  <a:lnTo>
                    <a:pt x="240146" y="659728"/>
                  </a:lnTo>
                  <a:lnTo>
                    <a:pt x="238799" y="659391"/>
                  </a:lnTo>
                  <a:lnTo>
                    <a:pt x="237452" y="658830"/>
                  </a:lnTo>
                  <a:lnTo>
                    <a:pt x="235545" y="657708"/>
                  </a:lnTo>
                  <a:lnTo>
                    <a:pt x="234310" y="657259"/>
                  </a:lnTo>
                  <a:lnTo>
                    <a:pt x="233300" y="656810"/>
                  </a:lnTo>
                  <a:lnTo>
                    <a:pt x="231841" y="656249"/>
                  </a:lnTo>
                  <a:lnTo>
                    <a:pt x="231280" y="656249"/>
                  </a:lnTo>
                  <a:lnTo>
                    <a:pt x="230046" y="655800"/>
                  </a:lnTo>
                  <a:lnTo>
                    <a:pt x="229260" y="655464"/>
                  </a:lnTo>
                  <a:lnTo>
                    <a:pt x="227353" y="654454"/>
                  </a:lnTo>
                  <a:lnTo>
                    <a:pt x="226118" y="653893"/>
                  </a:lnTo>
                  <a:lnTo>
                    <a:pt x="224660" y="653444"/>
                  </a:lnTo>
                  <a:lnTo>
                    <a:pt x="223537" y="652546"/>
                  </a:lnTo>
                  <a:lnTo>
                    <a:pt x="222303" y="651648"/>
                  </a:lnTo>
                  <a:lnTo>
                    <a:pt x="220171" y="650414"/>
                  </a:lnTo>
                  <a:lnTo>
                    <a:pt x="217702" y="649741"/>
                  </a:lnTo>
                  <a:lnTo>
                    <a:pt x="215570" y="648843"/>
                  </a:lnTo>
                  <a:lnTo>
                    <a:pt x="214111" y="648169"/>
                  </a:lnTo>
                  <a:lnTo>
                    <a:pt x="212652" y="647384"/>
                  </a:lnTo>
                  <a:lnTo>
                    <a:pt x="209847" y="646374"/>
                  </a:lnTo>
                  <a:lnTo>
                    <a:pt x="208164" y="646037"/>
                  </a:lnTo>
                  <a:lnTo>
                    <a:pt x="206480" y="645252"/>
                  </a:lnTo>
                  <a:lnTo>
                    <a:pt x="205021" y="644915"/>
                  </a:lnTo>
                  <a:lnTo>
                    <a:pt x="204011" y="644579"/>
                  </a:lnTo>
                  <a:lnTo>
                    <a:pt x="203114" y="643905"/>
                  </a:lnTo>
                  <a:lnTo>
                    <a:pt x="202328" y="643681"/>
                  </a:lnTo>
                  <a:lnTo>
                    <a:pt x="200533" y="642783"/>
                  </a:lnTo>
                  <a:lnTo>
                    <a:pt x="198849" y="642446"/>
                  </a:lnTo>
                  <a:lnTo>
                    <a:pt x="197615" y="641997"/>
                  </a:lnTo>
                  <a:lnTo>
                    <a:pt x="196044" y="641212"/>
                  </a:lnTo>
                  <a:lnTo>
                    <a:pt x="194473" y="640763"/>
                  </a:lnTo>
                  <a:lnTo>
                    <a:pt x="193463" y="640202"/>
                  </a:lnTo>
                  <a:lnTo>
                    <a:pt x="192116" y="639978"/>
                  </a:lnTo>
                  <a:lnTo>
                    <a:pt x="190321" y="639192"/>
                  </a:lnTo>
                  <a:lnTo>
                    <a:pt x="188974" y="638407"/>
                  </a:lnTo>
                  <a:lnTo>
                    <a:pt x="187067" y="637621"/>
                  </a:lnTo>
                  <a:lnTo>
                    <a:pt x="184598" y="636387"/>
                  </a:lnTo>
                  <a:lnTo>
                    <a:pt x="183027" y="635713"/>
                  </a:lnTo>
                  <a:lnTo>
                    <a:pt x="181231" y="635040"/>
                  </a:lnTo>
                  <a:lnTo>
                    <a:pt x="179660" y="634367"/>
                  </a:lnTo>
                  <a:lnTo>
                    <a:pt x="177640" y="633918"/>
                  </a:lnTo>
                  <a:lnTo>
                    <a:pt x="175845" y="633020"/>
                  </a:lnTo>
                  <a:lnTo>
                    <a:pt x="174274" y="632683"/>
                  </a:lnTo>
                  <a:lnTo>
                    <a:pt x="172590" y="631786"/>
                  </a:lnTo>
                  <a:lnTo>
                    <a:pt x="170795" y="631112"/>
                  </a:lnTo>
                  <a:lnTo>
                    <a:pt x="169336" y="630215"/>
                  </a:lnTo>
                  <a:lnTo>
                    <a:pt x="167877" y="629990"/>
                  </a:lnTo>
                  <a:lnTo>
                    <a:pt x="166306" y="629317"/>
                  </a:lnTo>
                  <a:lnTo>
                    <a:pt x="165184" y="629092"/>
                  </a:lnTo>
                  <a:lnTo>
                    <a:pt x="163837" y="628195"/>
                  </a:lnTo>
                  <a:lnTo>
                    <a:pt x="162603" y="627521"/>
                  </a:lnTo>
                  <a:lnTo>
                    <a:pt x="161481" y="627297"/>
                  </a:lnTo>
                  <a:lnTo>
                    <a:pt x="160695" y="626736"/>
                  </a:lnTo>
                  <a:lnTo>
                    <a:pt x="160022" y="626399"/>
                  </a:lnTo>
                  <a:lnTo>
                    <a:pt x="158900" y="626063"/>
                  </a:lnTo>
                  <a:lnTo>
                    <a:pt x="156768" y="625389"/>
                  </a:lnTo>
                  <a:lnTo>
                    <a:pt x="154972" y="624828"/>
                  </a:lnTo>
                  <a:lnTo>
                    <a:pt x="153065" y="624043"/>
                  </a:lnTo>
                  <a:lnTo>
                    <a:pt x="151045" y="623369"/>
                  </a:lnTo>
                  <a:lnTo>
                    <a:pt x="149361" y="622584"/>
                  </a:lnTo>
                  <a:lnTo>
                    <a:pt x="147566" y="622023"/>
                  </a:lnTo>
                  <a:lnTo>
                    <a:pt x="145322" y="621237"/>
                  </a:lnTo>
                  <a:lnTo>
                    <a:pt x="143863" y="620901"/>
                  </a:lnTo>
                  <a:lnTo>
                    <a:pt x="142404" y="620003"/>
                  </a:lnTo>
                  <a:lnTo>
                    <a:pt x="140833" y="619778"/>
                  </a:lnTo>
                  <a:lnTo>
                    <a:pt x="139598" y="619442"/>
                  </a:lnTo>
                  <a:lnTo>
                    <a:pt x="138701" y="618993"/>
                  </a:lnTo>
                  <a:lnTo>
                    <a:pt x="136793" y="618544"/>
                  </a:lnTo>
                  <a:lnTo>
                    <a:pt x="135222" y="617983"/>
                  </a:lnTo>
                  <a:lnTo>
                    <a:pt x="133426" y="617422"/>
                  </a:lnTo>
                  <a:lnTo>
                    <a:pt x="131968" y="616973"/>
                  </a:lnTo>
                  <a:lnTo>
                    <a:pt x="130845" y="616075"/>
                  </a:lnTo>
                  <a:lnTo>
                    <a:pt x="129499" y="616075"/>
                  </a:lnTo>
                  <a:lnTo>
                    <a:pt x="127816" y="615177"/>
                  </a:lnTo>
                  <a:lnTo>
                    <a:pt x="126918" y="614841"/>
                  </a:lnTo>
                  <a:lnTo>
                    <a:pt x="126020" y="614167"/>
                  </a:lnTo>
                  <a:lnTo>
                    <a:pt x="125010" y="613943"/>
                  </a:lnTo>
                  <a:lnTo>
                    <a:pt x="123327" y="613382"/>
                  </a:lnTo>
                  <a:lnTo>
                    <a:pt x="122092" y="612821"/>
                  </a:lnTo>
                  <a:lnTo>
                    <a:pt x="120970" y="612596"/>
                  </a:lnTo>
                  <a:lnTo>
                    <a:pt x="119399" y="612484"/>
                  </a:lnTo>
                  <a:lnTo>
                    <a:pt x="117940" y="612372"/>
                  </a:lnTo>
                  <a:lnTo>
                    <a:pt x="116818" y="612035"/>
                  </a:lnTo>
                  <a:lnTo>
                    <a:pt x="115472" y="611811"/>
                  </a:lnTo>
                  <a:lnTo>
                    <a:pt x="114574" y="612035"/>
                  </a:lnTo>
                  <a:lnTo>
                    <a:pt x="113003" y="611362"/>
                  </a:lnTo>
                  <a:lnTo>
                    <a:pt x="112105" y="611362"/>
                  </a:lnTo>
                  <a:lnTo>
                    <a:pt x="110983" y="611138"/>
                  </a:lnTo>
                  <a:lnTo>
                    <a:pt x="109636" y="611025"/>
                  </a:lnTo>
                  <a:lnTo>
                    <a:pt x="107504" y="610913"/>
                  </a:lnTo>
                  <a:lnTo>
                    <a:pt x="104923" y="611138"/>
                  </a:lnTo>
                  <a:lnTo>
                    <a:pt x="103015" y="611586"/>
                  </a:lnTo>
                  <a:lnTo>
                    <a:pt x="100996" y="612372"/>
                  </a:lnTo>
                  <a:lnTo>
                    <a:pt x="99537" y="612372"/>
                  </a:lnTo>
                  <a:lnTo>
                    <a:pt x="98415" y="611586"/>
                  </a:lnTo>
                  <a:lnTo>
                    <a:pt x="97068" y="609567"/>
                  </a:lnTo>
                  <a:lnTo>
                    <a:pt x="96170" y="607883"/>
                  </a:lnTo>
                  <a:lnTo>
                    <a:pt x="95833" y="606312"/>
                  </a:lnTo>
                  <a:lnTo>
                    <a:pt x="95048" y="604741"/>
                  </a:lnTo>
                  <a:lnTo>
                    <a:pt x="94262" y="602721"/>
                  </a:lnTo>
                  <a:lnTo>
                    <a:pt x="93140" y="600701"/>
                  </a:lnTo>
                  <a:lnTo>
                    <a:pt x="91681" y="599467"/>
                  </a:lnTo>
                  <a:lnTo>
                    <a:pt x="89774" y="598120"/>
                  </a:lnTo>
                  <a:lnTo>
                    <a:pt x="88090" y="597110"/>
                  </a:lnTo>
                  <a:lnTo>
                    <a:pt x="87081" y="596437"/>
                  </a:lnTo>
                  <a:lnTo>
                    <a:pt x="85734" y="595090"/>
                  </a:lnTo>
                  <a:lnTo>
                    <a:pt x="84387" y="594081"/>
                  </a:lnTo>
                  <a:lnTo>
                    <a:pt x="82367" y="593071"/>
                  </a:lnTo>
                  <a:lnTo>
                    <a:pt x="80796" y="592509"/>
                  </a:lnTo>
                  <a:lnTo>
                    <a:pt x="78776" y="591612"/>
                  </a:lnTo>
                  <a:lnTo>
                    <a:pt x="77318" y="591051"/>
                  </a:lnTo>
                  <a:lnTo>
                    <a:pt x="76083" y="590826"/>
                  </a:lnTo>
                  <a:lnTo>
                    <a:pt x="74737" y="590714"/>
                  </a:lnTo>
                  <a:lnTo>
                    <a:pt x="73166" y="590490"/>
                  </a:lnTo>
                  <a:lnTo>
                    <a:pt x="72043" y="590602"/>
                  </a:lnTo>
                  <a:lnTo>
                    <a:pt x="71258" y="590377"/>
                  </a:lnTo>
                  <a:lnTo>
                    <a:pt x="69575" y="590153"/>
                  </a:lnTo>
                  <a:lnTo>
                    <a:pt x="68565" y="590265"/>
                  </a:lnTo>
                  <a:lnTo>
                    <a:pt x="67779" y="591275"/>
                  </a:lnTo>
                  <a:lnTo>
                    <a:pt x="67330" y="592173"/>
                  </a:lnTo>
                  <a:lnTo>
                    <a:pt x="66881" y="593632"/>
                  </a:lnTo>
                  <a:lnTo>
                    <a:pt x="66096" y="594754"/>
                  </a:lnTo>
                  <a:lnTo>
                    <a:pt x="65871" y="595764"/>
                  </a:lnTo>
                  <a:lnTo>
                    <a:pt x="65759" y="596549"/>
                  </a:lnTo>
                  <a:lnTo>
                    <a:pt x="64749" y="597223"/>
                  </a:lnTo>
                  <a:lnTo>
                    <a:pt x="64076" y="597110"/>
                  </a:lnTo>
                  <a:lnTo>
                    <a:pt x="64300" y="595988"/>
                  </a:lnTo>
                  <a:lnTo>
                    <a:pt x="64749" y="594754"/>
                  </a:lnTo>
                  <a:lnTo>
                    <a:pt x="65198" y="594081"/>
                  </a:lnTo>
                  <a:lnTo>
                    <a:pt x="65647" y="593183"/>
                  </a:lnTo>
                  <a:lnTo>
                    <a:pt x="65422" y="592846"/>
                  </a:lnTo>
                  <a:lnTo>
                    <a:pt x="64637" y="593295"/>
                  </a:lnTo>
                  <a:lnTo>
                    <a:pt x="64076" y="594529"/>
                  </a:lnTo>
                  <a:lnTo>
                    <a:pt x="63178" y="595764"/>
                  </a:lnTo>
                  <a:lnTo>
                    <a:pt x="62280" y="596549"/>
                  </a:lnTo>
                  <a:lnTo>
                    <a:pt x="62056" y="597110"/>
                  </a:lnTo>
                  <a:lnTo>
                    <a:pt x="62056" y="597784"/>
                  </a:lnTo>
                  <a:lnTo>
                    <a:pt x="61607" y="598345"/>
                  </a:lnTo>
                  <a:lnTo>
                    <a:pt x="60934" y="599018"/>
                  </a:lnTo>
                  <a:lnTo>
                    <a:pt x="60709" y="599467"/>
                  </a:lnTo>
                  <a:lnTo>
                    <a:pt x="60822" y="600140"/>
                  </a:lnTo>
                  <a:lnTo>
                    <a:pt x="60036" y="600814"/>
                  </a:lnTo>
                  <a:lnTo>
                    <a:pt x="58802" y="600814"/>
                  </a:lnTo>
                  <a:lnTo>
                    <a:pt x="57679" y="600589"/>
                  </a:lnTo>
                  <a:lnTo>
                    <a:pt x="57679" y="599916"/>
                  </a:lnTo>
                  <a:lnTo>
                    <a:pt x="58577" y="598681"/>
                  </a:lnTo>
                  <a:lnTo>
                    <a:pt x="58802" y="597784"/>
                  </a:lnTo>
                  <a:lnTo>
                    <a:pt x="59475" y="596662"/>
                  </a:lnTo>
                  <a:lnTo>
                    <a:pt x="59475" y="595764"/>
                  </a:lnTo>
                  <a:lnTo>
                    <a:pt x="58689" y="594978"/>
                  </a:lnTo>
                  <a:lnTo>
                    <a:pt x="58128" y="595203"/>
                  </a:lnTo>
                  <a:lnTo>
                    <a:pt x="57792" y="596213"/>
                  </a:lnTo>
                  <a:lnTo>
                    <a:pt x="57118" y="597110"/>
                  </a:lnTo>
                  <a:lnTo>
                    <a:pt x="56333" y="597896"/>
                  </a:lnTo>
                  <a:lnTo>
                    <a:pt x="55323" y="599018"/>
                  </a:lnTo>
                  <a:lnTo>
                    <a:pt x="54425" y="599579"/>
                  </a:lnTo>
                  <a:lnTo>
                    <a:pt x="53415" y="599467"/>
                  </a:lnTo>
                  <a:lnTo>
                    <a:pt x="53527" y="598233"/>
                  </a:lnTo>
                  <a:lnTo>
                    <a:pt x="53752" y="596662"/>
                  </a:lnTo>
                  <a:lnTo>
                    <a:pt x="54650" y="595315"/>
                  </a:lnTo>
                  <a:lnTo>
                    <a:pt x="55323" y="593856"/>
                  </a:lnTo>
                  <a:lnTo>
                    <a:pt x="56557" y="592509"/>
                  </a:lnTo>
                  <a:lnTo>
                    <a:pt x="57792" y="591724"/>
                  </a:lnTo>
                  <a:lnTo>
                    <a:pt x="58689" y="590938"/>
                  </a:lnTo>
                  <a:lnTo>
                    <a:pt x="58016" y="589143"/>
                  </a:lnTo>
                  <a:lnTo>
                    <a:pt x="55884" y="588245"/>
                  </a:lnTo>
                  <a:lnTo>
                    <a:pt x="54874" y="587684"/>
                  </a:lnTo>
                  <a:lnTo>
                    <a:pt x="54088" y="586786"/>
                  </a:lnTo>
                  <a:lnTo>
                    <a:pt x="52966" y="588133"/>
                  </a:lnTo>
                  <a:lnTo>
                    <a:pt x="51507" y="589816"/>
                  </a:lnTo>
                  <a:lnTo>
                    <a:pt x="50273" y="591612"/>
                  </a:lnTo>
                  <a:lnTo>
                    <a:pt x="49600" y="593632"/>
                  </a:lnTo>
                  <a:lnTo>
                    <a:pt x="48365" y="593295"/>
                  </a:lnTo>
                  <a:lnTo>
                    <a:pt x="47916" y="592285"/>
                  </a:lnTo>
                  <a:lnTo>
                    <a:pt x="49039" y="590714"/>
                  </a:lnTo>
                  <a:lnTo>
                    <a:pt x="49375" y="589143"/>
                  </a:lnTo>
                  <a:lnTo>
                    <a:pt x="48590" y="588918"/>
                  </a:lnTo>
                  <a:lnTo>
                    <a:pt x="48590" y="587235"/>
                  </a:lnTo>
                  <a:lnTo>
                    <a:pt x="49488" y="585552"/>
                  </a:lnTo>
                  <a:lnTo>
                    <a:pt x="50722" y="584430"/>
                  </a:lnTo>
                  <a:lnTo>
                    <a:pt x="50385" y="582859"/>
                  </a:lnTo>
                  <a:lnTo>
                    <a:pt x="49263" y="582073"/>
                  </a:lnTo>
                  <a:lnTo>
                    <a:pt x="48253" y="583083"/>
                  </a:lnTo>
                  <a:lnTo>
                    <a:pt x="46794" y="585215"/>
                  </a:lnTo>
                  <a:lnTo>
                    <a:pt x="46121" y="586786"/>
                  </a:lnTo>
                  <a:lnTo>
                    <a:pt x="45448" y="588133"/>
                  </a:lnTo>
                  <a:lnTo>
                    <a:pt x="43989" y="588918"/>
                  </a:lnTo>
                  <a:lnTo>
                    <a:pt x="42530" y="588357"/>
                  </a:lnTo>
                  <a:lnTo>
                    <a:pt x="39949" y="587235"/>
                  </a:lnTo>
                  <a:lnTo>
                    <a:pt x="38602" y="587909"/>
                  </a:lnTo>
                  <a:lnTo>
                    <a:pt x="35909" y="588918"/>
                  </a:lnTo>
                  <a:lnTo>
                    <a:pt x="34001" y="588582"/>
                  </a:lnTo>
                  <a:lnTo>
                    <a:pt x="32206" y="587123"/>
                  </a:lnTo>
                  <a:lnTo>
                    <a:pt x="31196" y="585552"/>
                  </a:lnTo>
                  <a:lnTo>
                    <a:pt x="31196" y="583869"/>
                  </a:lnTo>
                  <a:lnTo>
                    <a:pt x="30859" y="582859"/>
                  </a:lnTo>
                  <a:lnTo>
                    <a:pt x="30186" y="581063"/>
                  </a:lnTo>
                  <a:lnTo>
                    <a:pt x="29513" y="579043"/>
                  </a:lnTo>
                  <a:lnTo>
                    <a:pt x="27605" y="577697"/>
                  </a:lnTo>
                  <a:lnTo>
                    <a:pt x="27044" y="577921"/>
                  </a:lnTo>
                  <a:lnTo>
                    <a:pt x="25810" y="579043"/>
                  </a:lnTo>
                  <a:lnTo>
                    <a:pt x="23902" y="580165"/>
                  </a:lnTo>
                  <a:lnTo>
                    <a:pt x="22331" y="581063"/>
                  </a:lnTo>
                  <a:lnTo>
                    <a:pt x="21545" y="580727"/>
                  </a:lnTo>
                  <a:lnTo>
                    <a:pt x="21658" y="578819"/>
                  </a:lnTo>
                  <a:lnTo>
                    <a:pt x="22331" y="576462"/>
                  </a:lnTo>
                  <a:lnTo>
                    <a:pt x="22219" y="575116"/>
                  </a:lnTo>
                  <a:lnTo>
                    <a:pt x="23004" y="573096"/>
                  </a:lnTo>
                  <a:lnTo>
                    <a:pt x="23902" y="570739"/>
                  </a:lnTo>
                  <a:lnTo>
                    <a:pt x="25697" y="568831"/>
                  </a:lnTo>
                  <a:lnTo>
                    <a:pt x="26371" y="567260"/>
                  </a:lnTo>
                  <a:lnTo>
                    <a:pt x="27605" y="566924"/>
                  </a:lnTo>
                  <a:lnTo>
                    <a:pt x="27830" y="566138"/>
                  </a:lnTo>
                  <a:lnTo>
                    <a:pt x="27044" y="565128"/>
                  </a:lnTo>
                  <a:lnTo>
                    <a:pt x="26707" y="565802"/>
                  </a:lnTo>
                  <a:lnTo>
                    <a:pt x="24687" y="566250"/>
                  </a:lnTo>
                  <a:lnTo>
                    <a:pt x="23902" y="565465"/>
                  </a:lnTo>
                  <a:lnTo>
                    <a:pt x="23341" y="566924"/>
                  </a:lnTo>
                  <a:lnTo>
                    <a:pt x="22331" y="568719"/>
                  </a:lnTo>
                  <a:lnTo>
                    <a:pt x="21433" y="571076"/>
                  </a:lnTo>
                  <a:lnTo>
                    <a:pt x="20535" y="572198"/>
                  </a:lnTo>
                  <a:lnTo>
                    <a:pt x="19638" y="571974"/>
                  </a:lnTo>
                  <a:lnTo>
                    <a:pt x="19974" y="569954"/>
                  </a:lnTo>
                  <a:lnTo>
                    <a:pt x="20423" y="567148"/>
                  </a:lnTo>
                  <a:lnTo>
                    <a:pt x="21882" y="566026"/>
                  </a:lnTo>
                  <a:lnTo>
                    <a:pt x="22219" y="564792"/>
                  </a:lnTo>
                  <a:lnTo>
                    <a:pt x="22219" y="563782"/>
                  </a:lnTo>
                  <a:lnTo>
                    <a:pt x="23565" y="563221"/>
                  </a:lnTo>
                  <a:lnTo>
                    <a:pt x="24463" y="561537"/>
                  </a:lnTo>
                  <a:lnTo>
                    <a:pt x="26034" y="560415"/>
                  </a:lnTo>
                  <a:lnTo>
                    <a:pt x="27605" y="559181"/>
                  </a:lnTo>
                  <a:lnTo>
                    <a:pt x="28503" y="557946"/>
                  </a:lnTo>
                  <a:lnTo>
                    <a:pt x="30972" y="557498"/>
                  </a:lnTo>
                  <a:lnTo>
                    <a:pt x="32094" y="558059"/>
                  </a:lnTo>
                  <a:lnTo>
                    <a:pt x="32655" y="558844"/>
                  </a:lnTo>
                  <a:lnTo>
                    <a:pt x="33889" y="558956"/>
                  </a:lnTo>
                  <a:lnTo>
                    <a:pt x="34226" y="558283"/>
                  </a:lnTo>
                  <a:lnTo>
                    <a:pt x="34563" y="556375"/>
                  </a:lnTo>
                  <a:lnTo>
                    <a:pt x="35124" y="555365"/>
                  </a:lnTo>
                  <a:lnTo>
                    <a:pt x="35460" y="554131"/>
                  </a:lnTo>
                  <a:lnTo>
                    <a:pt x="35909" y="553009"/>
                  </a:lnTo>
                  <a:lnTo>
                    <a:pt x="37144" y="552223"/>
                  </a:lnTo>
                  <a:lnTo>
                    <a:pt x="38490" y="552672"/>
                  </a:lnTo>
                  <a:lnTo>
                    <a:pt x="39725" y="553682"/>
                  </a:lnTo>
                  <a:lnTo>
                    <a:pt x="40510" y="552560"/>
                  </a:lnTo>
                  <a:lnTo>
                    <a:pt x="40061" y="550877"/>
                  </a:lnTo>
                  <a:lnTo>
                    <a:pt x="39051" y="550652"/>
                  </a:lnTo>
                  <a:lnTo>
                    <a:pt x="38154" y="549081"/>
                  </a:lnTo>
                  <a:lnTo>
                    <a:pt x="38154" y="547622"/>
                  </a:lnTo>
                  <a:lnTo>
                    <a:pt x="39051" y="545602"/>
                  </a:lnTo>
                  <a:lnTo>
                    <a:pt x="40847" y="544929"/>
                  </a:lnTo>
                  <a:lnTo>
                    <a:pt x="42306" y="544592"/>
                  </a:lnTo>
                  <a:lnTo>
                    <a:pt x="44887" y="543695"/>
                  </a:lnTo>
                  <a:lnTo>
                    <a:pt x="46682" y="543582"/>
                  </a:lnTo>
                  <a:lnTo>
                    <a:pt x="48590" y="543358"/>
                  </a:lnTo>
                  <a:lnTo>
                    <a:pt x="49936" y="542460"/>
                  </a:lnTo>
                  <a:lnTo>
                    <a:pt x="52181" y="540440"/>
                  </a:lnTo>
                  <a:lnTo>
                    <a:pt x="53976" y="539655"/>
                  </a:lnTo>
                  <a:lnTo>
                    <a:pt x="56108" y="539094"/>
                  </a:lnTo>
                  <a:lnTo>
                    <a:pt x="58128" y="538982"/>
                  </a:lnTo>
                  <a:lnTo>
                    <a:pt x="58914" y="537747"/>
                  </a:lnTo>
                  <a:lnTo>
                    <a:pt x="58577" y="536401"/>
                  </a:lnTo>
                  <a:lnTo>
                    <a:pt x="59138" y="534605"/>
                  </a:lnTo>
                  <a:lnTo>
                    <a:pt x="59475" y="532810"/>
                  </a:lnTo>
                  <a:lnTo>
                    <a:pt x="60373" y="531014"/>
                  </a:lnTo>
                  <a:lnTo>
                    <a:pt x="61270" y="529106"/>
                  </a:lnTo>
                  <a:lnTo>
                    <a:pt x="61719" y="526862"/>
                  </a:lnTo>
                  <a:lnTo>
                    <a:pt x="61944" y="524057"/>
                  </a:lnTo>
                  <a:lnTo>
                    <a:pt x="62056" y="520466"/>
                  </a:lnTo>
                  <a:lnTo>
                    <a:pt x="61944" y="516426"/>
                  </a:lnTo>
                  <a:lnTo>
                    <a:pt x="60934" y="512947"/>
                  </a:lnTo>
                  <a:lnTo>
                    <a:pt x="60036" y="508907"/>
                  </a:lnTo>
                  <a:lnTo>
                    <a:pt x="59250" y="506102"/>
                  </a:lnTo>
                  <a:lnTo>
                    <a:pt x="58465" y="503072"/>
                  </a:lnTo>
                  <a:lnTo>
                    <a:pt x="56894" y="497573"/>
                  </a:lnTo>
                  <a:lnTo>
                    <a:pt x="55211" y="494880"/>
                  </a:lnTo>
                  <a:lnTo>
                    <a:pt x="54201" y="492860"/>
                  </a:lnTo>
                  <a:lnTo>
                    <a:pt x="53752" y="490167"/>
                  </a:lnTo>
                  <a:lnTo>
                    <a:pt x="52405" y="488484"/>
                  </a:lnTo>
                  <a:lnTo>
                    <a:pt x="52069" y="486800"/>
                  </a:lnTo>
                  <a:lnTo>
                    <a:pt x="50946" y="485566"/>
                  </a:lnTo>
                  <a:lnTo>
                    <a:pt x="50498" y="484444"/>
                  </a:lnTo>
                  <a:lnTo>
                    <a:pt x="48814" y="482760"/>
                  </a:lnTo>
                  <a:lnTo>
                    <a:pt x="46570" y="479843"/>
                  </a:lnTo>
                  <a:lnTo>
                    <a:pt x="44326" y="477598"/>
                  </a:lnTo>
                  <a:lnTo>
                    <a:pt x="42193" y="475803"/>
                  </a:lnTo>
                  <a:lnTo>
                    <a:pt x="39725" y="473671"/>
                  </a:lnTo>
                  <a:lnTo>
                    <a:pt x="37480" y="471202"/>
                  </a:lnTo>
                  <a:lnTo>
                    <a:pt x="34001" y="468509"/>
                  </a:lnTo>
                  <a:lnTo>
                    <a:pt x="28615" y="464132"/>
                  </a:lnTo>
                  <a:lnTo>
                    <a:pt x="25024" y="460654"/>
                  </a:lnTo>
                  <a:lnTo>
                    <a:pt x="21433" y="456501"/>
                  </a:lnTo>
                  <a:lnTo>
                    <a:pt x="15037" y="452798"/>
                  </a:lnTo>
                  <a:lnTo>
                    <a:pt x="11895" y="450554"/>
                  </a:lnTo>
                  <a:lnTo>
                    <a:pt x="10099" y="448422"/>
                  </a:lnTo>
                  <a:lnTo>
                    <a:pt x="8528" y="445616"/>
                  </a:lnTo>
                  <a:lnTo>
                    <a:pt x="8079" y="445055"/>
                  </a:lnTo>
                  <a:lnTo>
                    <a:pt x="7967" y="444382"/>
                  </a:lnTo>
                  <a:lnTo>
                    <a:pt x="7069" y="444045"/>
                  </a:lnTo>
                  <a:lnTo>
                    <a:pt x="6284" y="444382"/>
                  </a:lnTo>
                  <a:lnTo>
                    <a:pt x="5723" y="445504"/>
                  </a:lnTo>
                  <a:lnTo>
                    <a:pt x="5274" y="446290"/>
                  </a:lnTo>
                  <a:lnTo>
                    <a:pt x="4152" y="446514"/>
                  </a:lnTo>
                  <a:lnTo>
                    <a:pt x="3254" y="446402"/>
                  </a:lnTo>
                  <a:lnTo>
                    <a:pt x="2356" y="446065"/>
                  </a:lnTo>
                  <a:lnTo>
                    <a:pt x="1458" y="445504"/>
                  </a:lnTo>
                  <a:lnTo>
                    <a:pt x="1346" y="444831"/>
                  </a:lnTo>
                  <a:lnTo>
                    <a:pt x="1458" y="444045"/>
                  </a:lnTo>
                  <a:lnTo>
                    <a:pt x="2019" y="443484"/>
                  </a:lnTo>
                  <a:lnTo>
                    <a:pt x="2581" y="442923"/>
                  </a:lnTo>
                  <a:lnTo>
                    <a:pt x="1458" y="442586"/>
                  </a:lnTo>
                  <a:lnTo>
                    <a:pt x="561" y="441577"/>
                  </a:lnTo>
                  <a:lnTo>
                    <a:pt x="0" y="440679"/>
                  </a:lnTo>
                  <a:lnTo>
                    <a:pt x="112" y="439893"/>
                  </a:lnTo>
                  <a:lnTo>
                    <a:pt x="448" y="438659"/>
                  </a:lnTo>
                  <a:lnTo>
                    <a:pt x="448" y="437537"/>
                  </a:lnTo>
                  <a:lnTo>
                    <a:pt x="336" y="436302"/>
                  </a:lnTo>
                  <a:lnTo>
                    <a:pt x="785" y="435405"/>
                  </a:lnTo>
                  <a:lnTo>
                    <a:pt x="1795" y="434395"/>
                  </a:lnTo>
                  <a:lnTo>
                    <a:pt x="2468" y="433272"/>
                  </a:lnTo>
                  <a:lnTo>
                    <a:pt x="3590" y="432599"/>
                  </a:lnTo>
                  <a:lnTo>
                    <a:pt x="4488" y="432599"/>
                  </a:lnTo>
                  <a:lnTo>
                    <a:pt x="5162" y="431926"/>
                  </a:lnTo>
                  <a:lnTo>
                    <a:pt x="4937" y="430804"/>
                  </a:lnTo>
                  <a:lnTo>
                    <a:pt x="4937" y="429569"/>
                  </a:lnTo>
                  <a:lnTo>
                    <a:pt x="5162" y="428447"/>
                  </a:lnTo>
                  <a:lnTo>
                    <a:pt x="5723" y="427100"/>
                  </a:lnTo>
                  <a:lnTo>
                    <a:pt x="6171" y="425081"/>
                  </a:lnTo>
                  <a:lnTo>
                    <a:pt x="6733" y="424295"/>
                  </a:lnTo>
                  <a:lnTo>
                    <a:pt x="7406" y="423958"/>
                  </a:lnTo>
                  <a:lnTo>
                    <a:pt x="7630" y="423061"/>
                  </a:lnTo>
                  <a:lnTo>
                    <a:pt x="7855" y="421377"/>
                  </a:lnTo>
                  <a:lnTo>
                    <a:pt x="8640" y="420143"/>
                  </a:lnTo>
                  <a:lnTo>
                    <a:pt x="9201" y="418684"/>
                  </a:lnTo>
                  <a:lnTo>
                    <a:pt x="9987" y="417786"/>
                  </a:lnTo>
                  <a:lnTo>
                    <a:pt x="11221" y="417113"/>
                  </a:lnTo>
                  <a:lnTo>
                    <a:pt x="12343" y="416552"/>
                  </a:lnTo>
                  <a:lnTo>
                    <a:pt x="12680" y="416103"/>
                  </a:lnTo>
                  <a:lnTo>
                    <a:pt x="13241" y="414981"/>
                  </a:lnTo>
                  <a:lnTo>
                    <a:pt x="13578" y="412288"/>
                  </a:lnTo>
                  <a:lnTo>
                    <a:pt x="13578" y="410717"/>
                  </a:lnTo>
                  <a:lnTo>
                    <a:pt x="13915" y="409594"/>
                  </a:lnTo>
                  <a:lnTo>
                    <a:pt x="15037" y="408472"/>
                  </a:lnTo>
                  <a:lnTo>
                    <a:pt x="15486" y="406340"/>
                  </a:lnTo>
                  <a:lnTo>
                    <a:pt x="15486" y="403984"/>
                  </a:lnTo>
                  <a:lnTo>
                    <a:pt x="15261" y="402525"/>
                  </a:lnTo>
                  <a:lnTo>
                    <a:pt x="14924" y="401066"/>
                  </a:lnTo>
                  <a:lnTo>
                    <a:pt x="14251" y="399719"/>
                  </a:lnTo>
                  <a:lnTo>
                    <a:pt x="13578" y="398822"/>
                  </a:lnTo>
                  <a:lnTo>
                    <a:pt x="12456" y="397587"/>
                  </a:lnTo>
                  <a:lnTo>
                    <a:pt x="12007" y="396914"/>
                  </a:lnTo>
                  <a:lnTo>
                    <a:pt x="11895" y="396241"/>
                  </a:lnTo>
                  <a:lnTo>
                    <a:pt x="11782" y="394445"/>
                  </a:lnTo>
                  <a:lnTo>
                    <a:pt x="11446" y="393435"/>
                  </a:lnTo>
                  <a:lnTo>
                    <a:pt x="10324" y="390181"/>
                  </a:lnTo>
                  <a:lnTo>
                    <a:pt x="10099" y="389507"/>
                  </a:lnTo>
                  <a:lnTo>
                    <a:pt x="9314" y="388385"/>
                  </a:lnTo>
                  <a:lnTo>
                    <a:pt x="8079" y="387488"/>
                  </a:lnTo>
                  <a:lnTo>
                    <a:pt x="6171" y="386590"/>
                  </a:lnTo>
                  <a:lnTo>
                    <a:pt x="5049" y="386029"/>
                  </a:lnTo>
                  <a:lnTo>
                    <a:pt x="4600" y="385355"/>
                  </a:lnTo>
                  <a:lnTo>
                    <a:pt x="4264" y="384570"/>
                  </a:lnTo>
                  <a:lnTo>
                    <a:pt x="4264" y="382887"/>
                  </a:lnTo>
                  <a:lnTo>
                    <a:pt x="4152" y="381428"/>
                  </a:lnTo>
                  <a:lnTo>
                    <a:pt x="3815" y="379408"/>
                  </a:lnTo>
                  <a:lnTo>
                    <a:pt x="3590" y="378173"/>
                  </a:lnTo>
                  <a:lnTo>
                    <a:pt x="3590" y="376378"/>
                  </a:lnTo>
                  <a:lnTo>
                    <a:pt x="3815" y="375480"/>
                  </a:lnTo>
                  <a:lnTo>
                    <a:pt x="4713" y="374246"/>
                  </a:lnTo>
                  <a:lnTo>
                    <a:pt x="5386" y="373573"/>
                  </a:lnTo>
                  <a:lnTo>
                    <a:pt x="5947" y="372787"/>
                  </a:lnTo>
                  <a:lnTo>
                    <a:pt x="6171" y="371665"/>
                  </a:lnTo>
                  <a:lnTo>
                    <a:pt x="6508" y="370879"/>
                  </a:lnTo>
                  <a:lnTo>
                    <a:pt x="7294" y="369869"/>
                  </a:lnTo>
                  <a:lnTo>
                    <a:pt x="8304" y="369084"/>
                  </a:lnTo>
                  <a:lnTo>
                    <a:pt x="9426" y="368523"/>
                  </a:lnTo>
                  <a:lnTo>
                    <a:pt x="9987" y="367962"/>
                  </a:lnTo>
                  <a:lnTo>
                    <a:pt x="10772" y="367288"/>
                  </a:lnTo>
                  <a:lnTo>
                    <a:pt x="11446" y="366503"/>
                  </a:lnTo>
                  <a:lnTo>
                    <a:pt x="11895" y="365381"/>
                  </a:lnTo>
                  <a:lnTo>
                    <a:pt x="12119" y="364258"/>
                  </a:lnTo>
                  <a:lnTo>
                    <a:pt x="11895" y="362463"/>
                  </a:lnTo>
                  <a:lnTo>
                    <a:pt x="11782" y="361677"/>
                  </a:lnTo>
                  <a:lnTo>
                    <a:pt x="11333" y="360555"/>
                  </a:lnTo>
                  <a:lnTo>
                    <a:pt x="10772" y="359545"/>
                  </a:lnTo>
                  <a:lnTo>
                    <a:pt x="10324" y="358535"/>
                  </a:lnTo>
                  <a:lnTo>
                    <a:pt x="10324" y="357750"/>
                  </a:lnTo>
                  <a:lnTo>
                    <a:pt x="10772" y="356852"/>
                  </a:lnTo>
                  <a:lnTo>
                    <a:pt x="11782" y="355954"/>
                  </a:lnTo>
                  <a:lnTo>
                    <a:pt x="12007" y="355169"/>
                  </a:lnTo>
                  <a:lnTo>
                    <a:pt x="11782" y="353261"/>
                  </a:lnTo>
                  <a:lnTo>
                    <a:pt x="11446" y="351241"/>
                  </a:lnTo>
                  <a:lnTo>
                    <a:pt x="10660" y="348772"/>
                  </a:lnTo>
                  <a:lnTo>
                    <a:pt x="9875" y="346304"/>
                  </a:lnTo>
                  <a:lnTo>
                    <a:pt x="9762" y="345294"/>
                  </a:lnTo>
                  <a:lnTo>
                    <a:pt x="9538" y="343610"/>
                  </a:lnTo>
                  <a:lnTo>
                    <a:pt x="9314" y="342376"/>
                  </a:lnTo>
                  <a:lnTo>
                    <a:pt x="7967" y="340468"/>
                  </a:lnTo>
                  <a:lnTo>
                    <a:pt x="7855" y="338448"/>
                  </a:lnTo>
                  <a:lnTo>
                    <a:pt x="7406" y="335980"/>
                  </a:lnTo>
                  <a:lnTo>
                    <a:pt x="7294" y="334970"/>
                  </a:lnTo>
                  <a:lnTo>
                    <a:pt x="7406" y="333399"/>
                  </a:lnTo>
                  <a:lnTo>
                    <a:pt x="7406" y="331491"/>
                  </a:lnTo>
                  <a:lnTo>
                    <a:pt x="6845" y="329022"/>
                  </a:lnTo>
                  <a:lnTo>
                    <a:pt x="5835" y="326217"/>
                  </a:lnTo>
                  <a:lnTo>
                    <a:pt x="5162" y="324421"/>
                  </a:lnTo>
                  <a:lnTo>
                    <a:pt x="4937" y="323075"/>
                  </a:lnTo>
                  <a:lnTo>
                    <a:pt x="4152" y="320494"/>
                  </a:lnTo>
                  <a:lnTo>
                    <a:pt x="3366" y="318586"/>
                  </a:lnTo>
                  <a:lnTo>
                    <a:pt x="3254" y="317688"/>
                  </a:lnTo>
                  <a:lnTo>
                    <a:pt x="3815" y="316903"/>
                  </a:lnTo>
                  <a:lnTo>
                    <a:pt x="4152" y="315893"/>
                  </a:lnTo>
                  <a:lnTo>
                    <a:pt x="4488" y="315107"/>
                  </a:lnTo>
                  <a:lnTo>
                    <a:pt x="4937" y="314322"/>
                  </a:lnTo>
                  <a:lnTo>
                    <a:pt x="5498" y="312414"/>
                  </a:lnTo>
                  <a:lnTo>
                    <a:pt x="6171" y="310955"/>
                  </a:lnTo>
                  <a:lnTo>
                    <a:pt x="6396" y="309608"/>
                  </a:lnTo>
                  <a:lnTo>
                    <a:pt x="6957" y="309047"/>
                  </a:lnTo>
                  <a:lnTo>
                    <a:pt x="7518" y="308486"/>
                  </a:lnTo>
                  <a:lnTo>
                    <a:pt x="8304" y="307476"/>
                  </a:lnTo>
                  <a:lnTo>
                    <a:pt x="9201" y="306915"/>
                  </a:lnTo>
                  <a:lnTo>
                    <a:pt x="11558" y="306803"/>
                  </a:lnTo>
                  <a:lnTo>
                    <a:pt x="13802" y="305456"/>
                  </a:lnTo>
                  <a:lnTo>
                    <a:pt x="15261" y="304446"/>
                  </a:lnTo>
                  <a:lnTo>
                    <a:pt x="17393" y="303549"/>
                  </a:lnTo>
                  <a:lnTo>
                    <a:pt x="19301" y="302875"/>
                  </a:lnTo>
                  <a:lnTo>
                    <a:pt x="21096" y="302090"/>
                  </a:lnTo>
                  <a:lnTo>
                    <a:pt x="22667" y="300968"/>
                  </a:lnTo>
                  <a:lnTo>
                    <a:pt x="24800" y="299845"/>
                  </a:lnTo>
                  <a:lnTo>
                    <a:pt x="27044" y="299621"/>
                  </a:lnTo>
                  <a:lnTo>
                    <a:pt x="29176" y="299172"/>
                  </a:lnTo>
                  <a:lnTo>
                    <a:pt x="32094" y="297938"/>
                  </a:lnTo>
                  <a:lnTo>
                    <a:pt x="34114" y="297489"/>
                  </a:lnTo>
                  <a:lnTo>
                    <a:pt x="35348" y="296816"/>
                  </a:lnTo>
                  <a:lnTo>
                    <a:pt x="38266" y="295357"/>
                  </a:lnTo>
                  <a:lnTo>
                    <a:pt x="39276" y="295132"/>
                  </a:lnTo>
                  <a:lnTo>
                    <a:pt x="40286" y="294459"/>
                  </a:lnTo>
                  <a:lnTo>
                    <a:pt x="40735" y="293898"/>
                  </a:lnTo>
                  <a:lnTo>
                    <a:pt x="42642" y="292215"/>
                  </a:lnTo>
                  <a:lnTo>
                    <a:pt x="45448" y="291654"/>
                  </a:lnTo>
                  <a:lnTo>
                    <a:pt x="46458" y="291092"/>
                  </a:lnTo>
                  <a:lnTo>
                    <a:pt x="47804" y="290307"/>
                  </a:lnTo>
                  <a:lnTo>
                    <a:pt x="49712" y="288624"/>
                  </a:lnTo>
                  <a:lnTo>
                    <a:pt x="50722" y="287950"/>
                  </a:lnTo>
                  <a:lnTo>
                    <a:pt x="51620" y="287053"/>
                  </a:lnTo>
                  <a:lnTo>
                    <a:pt x="53415" y="284584"/>
                  </a:lnTo>
                  <a:lnTo>
                    <a:pt x="53752" y="283798"/>
                  </a:lnTo>
                  <a:lnTo>
                    <a:pt x="54874" y="282227"/>
                  </a:lnTo>
                  <a:lnTo>
                    <a:pt x="55435" y="281778"/>
                  </a:lnTo>
                  <a:lnTo>
                    <a:pt x="56669" y="281554"/>
                  </a:lnTo>
                  <a:lnTo>
                    <a:pt x="57118" y="281217"/>
                  </a:lnTo>
                  <a:lnTo>
                    <a:pt x="57792" y="280881"/>
                  </a:lnTo>
                  <a:lnTo>
                    <a:pt x="58016" y="280768"/>
                  </a:lnTo>
                  <a:lnTo>
                    <a:pt x="58353" y="280432"/>
                  </a:lnTo>
                  <a:lnTo>
                    <a:pt x="58689" y="280207"/>
                  </a:lnTo>
                  <a:lnTo>
                    <a:pt x="59138" y="280095"/>
                  </a:lnTo>
                  <a:lnTo>
                    <a:pt x="59587" y="279758"/>
                  </a:lnTo>
                  <a:lnTo>
                    <a:pt x="60260" y="279085"/>
                  </a:lnTo>
                  <a:lnTo>
                    <a:pt x="60709" y="278412"/>
                  </a:lnTo>
                  <a:lnTo>
                    <a:pt x="61270" y="277851"/>
                  </a:lnTo>
                  <a:lnTo>
                    <a:pt x="61719" y="277177"/>
                  </a:lnTo>
                  <a:lnTo>
                    <a:pt x="62280" y="276504"/>
                  </a:lnTo>
                  <a:lnTo>
                    <a:pt x="62954" y="275831"/>
                  </a:lnTo>
                  <a:lnTo>
                    <a:pt x="63627" y="275382"/>
                  </a:lnTo>
                  <a:lnTo>
                    <a:pt x="64525" y="274821"/>
                  </a:lnTo>
                  <a:lnTo>
                    <a:pt x="64974" y="274260"/>
                  </a:lnTo>
                  <a:lnTo>
                    <a:pt x="65535" y="273362"/>
                  </a:lnTo>
                  <a:lnTo>
                    <a:pt x="65871" y="272913"/>
                  </a:lnTo>
                  <a:lnTo>
                    <a:pt x="66320" y="272352"/>
                  </a:lnTo>
                  <a:lnTo>
                    <a:pt x="66769" y="271791"/>
                  </a:lnTo>
                  <a:lnTo>
                    <a:pt x="66881" y="271118"/>
                  </a:lnTo>
                  <a:lnTo>
                    <a:pt x="66994" y="270557"/>
                  </a:lnTo>
                  <a:lnTo>
                    <a:pt x="67330" y="269771"/>
                  </a:lnTo>
                  <a:lnTo>
                    <a:pt x="67667" y="269098"/>
                  </a:lnTo>
                  <a:lnTo>
                    <a:pt x="67667" y="268761"/>
                  </a:lnTo>
                  <a:lnTo>
                    <a:pt x="67891" y="268424"/>
                  </a:lnTo>
                  <a:lnTo>
                    <a:pt x="68003" y="267976"/>
                  </a:lnTo>
                  <a:lnTo>
                    <a:pt x="68565" y="267190"/>
                  </a:lnTo>
                  <a:lnTo>
                    <a:pt x="68789" y="266517"/>
                  </a:lnTo>
                  <a:lnTo>
                    <a:pt x="69126" y="265731"/>
                  </a:lnTo>
                  <a:lnTo>
                    <a:pt x="69238" y="264946"/>
                  </a:lnTo>
                  <a:lnTo>
                    <a:pt x="69575" y="264497"/>
                  </a:lnTo>
                  <a:lnTo>
                    <a:pt x="69575" y="262028"/>
                  </a:lnTo>
                  <a:lnTo>
                    <a:pt x="69799" y="260681"/>
                  </a:lnTo>
                  <a:lnTo>
                    <a:pt x="69911" y="259896"/>
                  </a:lnTo>
                  <a:lnTo>
                    <a:pt x="70248" y="258998"/>
                  </a:lnTo>
                  <a:lnTo>
                    <a:pt x="70697" y="257876"/>
                  </a:lnTo>
                  <a:lnTo>
                    <a:pt x="71033" y="256754"/>
                  </a:lnTo>
                  <a:lnTo>
                    <a:pt x="71258" y="256193"/>
                  </a:lnTo>
                  <a:lnTo>
                    <a:pt x="71482" y="254958"/>
                  </a:lnTo>
                  <a:lnTo>
                    <a:pt x="71482" y="254285"/>
                  </a:lnTo>
                  <a:lnTo>
                    <a:pt x="71370" y="253499"/>
                  </a:lnTo>
                  <a:lnTo>
                    <a:pt x="71370" y="252714"/>
                  </a:lnTo>
                  <a:lnTo>
                    <a:pt x="71482" y="251928"/>
                  </a:lnTo>
                  <a:lnTo>
                    <a:pt x="71482" y="250918"/>
                  </a:lnTo>
                  <a:lnTo>
                    <a:pt x="71482" y="249235"/>
                  </a:lnTo>
                  <a:lnTo>
                    <a:pt x="71482" y="248450"/>
                  </a:lnTo>
                  <a:lnTo>
                    <a:pt x="71594" y="247552"/>
                  </a:lnTo>
                  <a:lnTo>
                    <a:pt x="71707" y="246766"/>
                  </a:lnTo>
                  <a:lnTo>
                    <a:pt x="71931" y="245981"/>
                  </a:lnTo>
                  <a:lnTo>
                    <a:pt x="72043" y="245308"/>
                  </a:lnTo>
                  <a:lnTo>
                    <a:pt x="71819" y="244747"/>
                  </a:lnTo>
                  <a:lnTo>
                    <a:pt x="71594" y="243737"/>
                  </a:lnTo>
                  <a:lnTo>
                    <a:pt x="71370" y="242502"/>
                  </a:lnTo>
                  <a:lnTo>
                    <a:pt x="71033" y="241380"/>
                  </a:lnTo>
                  <a:lnTo>
                    <a:pt x="70809" y="239921"/>
                  </a:lnTo>
                  <a:lnTo>
                    <a:pt x="70472" y="238462"/>
                  </a:lnTo>
                  <a:lnTo>
                    <a:pt x="70248" y="237228"/>
                  </a:lnTo>
                  <a:lnTo>
                    <a:pt x="69687" y="235769"/>
                  </a:lnTo>
                  <a:lnTo>
                    <a:pt x="69126" y="234198"/>
                  </a:lnTo>
                  <a:lnTo>
                    <a:pt x="68677" y="232515"/>
                  </a:lnTo>
                  <a:lnTo>
                    <a:pt x="68228" y="231617"/>
                  </a:lnTo>
                  <a:lnTo>
                    <a:pt x="67779" y="230383"/>
                  </a:lnTo>
                  <a:lnTo>
                    <a:pt x="67330" y="228699"/>
                  </a:lnTo>
                  <a:lnTo>
                    <a:pt x="66994" y="227577"/>
                  </a:lnTo>
                  <a:lnTo>
                    <a:pt x="66432" y="226231"/>
                  </a:lnTo>
                  <a:lnTo>
                    <a:pt x="65984" y="225108"/>
                  </a:lnTo>
                  <a:lnTo>
                    <a:pt x="65535" y="224098"/>
                  </a:lnTo>
                  <a:lnTo>
                    <a:pt x="65086" y="223201"/>
                  </a:lnTo>
                  <a:lnTo>
                    <a:pt x="64749" y="222303"/>
                  </a:lnTo>
                  <a:lnTo>
                    <a:pt x="64188" y="221181"/>
                  </a:lnTo>
                  <a:lnTo>
                    <a:pt x="63739" y="219834"/>
                  </a:lnTo>
                  <a:lnTo>
                    <a:pt x="62954" y="218375"/>
                  </a:lnTo>
                  <a:lnTo>
                    <a:pt x="62505" y="216916"/>
                  </a:lnTo>
                  <a:lnTo>
                    <a:pt x="61383" y="214784"/>
                  </a:lnTo>
                  <a:lnTo>
                    <a:pt x="60709" y="214111"/>
                  </a:lnTo>
                  <a:lnTo>
                    <a:pt x="59699" y="213550"/>
                  </a:lnTo>
                  <a:lnTo>
                    <a:pt x="58577" y="213438"/>
                  </a:lnTo>
                  <a:lnTo>
                    <a:pt x="57904" y="213438"/>
                  </a:lnTo>
                  <a:lnTo>
                    <a:pt x="57231" y="213550"/>
                  </a:lnTo>
                  <a:lnTo>
                    <a:pt x="56333" y="213550"/>
                  </a:lnTo>
                  <a:lnTo>
                    <a:pt x="55772" y="212989"/>
                  </a:lnTo>
                  <a:lnTo>
                    <a:pt x="55323" y="211979"/>
                  </a:lnTo>
                  <a:lnTo>
                    <a:pt x="54762" y="211081"/>
                  </a:lnTo>
                  <a:lnTo>
                    <a:pt x="54313" y="210296"/>
                  </a:lnTo>
                  <a:lnTo>
                    <a:pt x="53415" y="208837"/>
                  </a:lnTo>
                  <a:lnTo>
                    <a:pt x="53415" y="208164"/>
                  </a:lnTo>
                  <a:lnTo>
                    <a:pt x="53415" y="207602"/>
                  </a:lnTo>
                  <a:lnTo>
                    <a:pt x="53527" y="207266"/>
                  </a:lnTo>
                  <a:lnTo>
                    <a:pt x="53640" y="206929"/>
                  </a:lnTo>
                  <a:lnTo>
                    <a:pt x="53864" y="206592"/>
                  </a:lnTo>
                  <a:lnTo>
                    <a:pt x="53864" y="206256"/>
                  </a:lnTo>
                  <a:lnTo>
                    <a:pt x="53864" y="205919"/>
                  </a:lnTo>
                  <a:lnTo>
                    <a:pt x="53752" y="205695"/>
                  </a:lnTo>
                  <a:lnTo>
                    <a:pt x="53191" y="205582"/>
                  </a:lnTo>
                  <a:lnTo>
                    <a:pt x="52517" y="205582"/>
                  </a:lnTo>
                  <a:lnTo>
                    <a:pt x="51956" y="205582"/>
                  </a:lnTo>
                  <a:lnTo>
                    <a:pt x="51507" y="205582"/>
                  </a:lnTo>
                  <a:lnTo>
                    <a:pt x="51059" y="205358"/>
                  </a:lnTo>
                  <a:lnTo>
                    <a:pt x="50834" y="204685"/>
                  </a:lnTo>
                  <a:lnTo>
                    <a:pt x="50498" y="204348"/>
                  </a:lnTo>
                  <a:lnTo>
                    <a:pt x="49936" y="203899"/>
                  </a:lnTo>
                  <a:lnTo>
                    <a:pt x="49824" y="203675"/>
                  </a:lnTo>
                  <a:lnTo>
                    <a:pt x="50161" y="203226"/>
                  </a:lnTo>
                  <a:lnTo>
                    <a:pt x="50722" y="203114"/>
                  </a:lnTo>
                  <a:lnTo>
                    <a:pt x="51171" y="203001"/>
                  </a:lnTo>
                  <a:lnTo>
                    <a:pt x="51732" y="202553"/>
                  </a:lnTo>
                  <a:lnTo>
                    <a:pt x="52069" y="202216"/>
                  </a:lnTo>
                  <a:lnTo>
                    <a:pt x="52069" y="201767"/>
                  </a:lnTo>
                  <a:lnTo>
                    <a:pt x="52069" y="201318"/>
                  </a:lnTo>
                  <a:lnTo>
                    <a:pt x="51732" y="200420"/>
                  </a:lnTo>
                  <a:lnTo>
                    <a:pt x="51395" y="199635"/>
                  </a:lnTo>
                  <a:lnTo>
                    <a:pt x="51171" y="199074"/>
                  </a:lnTo>
                  <a:lnTo>
                    <a:pt x="50722" y="198401"/>
                  </a:lnTo>
                  <a:lnTo>
                    <a:pt x="50273" y="197952"/>
                  </a:lnTo>
                  <a:lnTo>
                    <a:pt x="49712" y="197166"/>
                  </a:lnTo>
                  <a:lnTo>
                    <a:pt x="48926" y="196156"/>
                  </a:lnTo>
                  <a:lnTo>
                    <a:pt x="48253" y="195258"/>
                  </a:lnTo>
                  <a:lnTo>
                    <a:pt x="47916" y="194697"/>
                  </a:lnTo>
                  <a:lnTo>
                    <a:pt x="47468" y="194361"/>
                  </a:lnTo>
                  <a:lnTo>
                    <a:pt x="47243" y="194473"/>
                  </a:lnTo>
                  <a:lnTo>
                    <a:pt x="47019" y="194585"/>
                  </a:lnTo>
                  <a:lnTo>
                    <a:pt x="46682" y="194361"/>
                  </a:lnTo>
                  <a:lnTo>
                    <a:pt x="46458" y="194024"/>
                  </a:lnTo>
                  <a:lnTo>
                    <a:pt x="46009" y="193912"/>
                  </a:lnTo>
                  <a:lnTo>
                    <a:pt x="45672" y="193575"/>
                  </a:lnTo>
                  <a:lnTo>
                    <a:pt x="45335" y="193126"/>
                  </a:lnTo>
                  <a:lnTo>
                    <a:pt x="45560" y="192790"/>
                  </a:lnTo>
                  <a:lnTo>
                    <a:pt x="45672" y="192341"/>
                  </a:lnTo>
                  <a:lnTo>
                    <a:pt x="45223" y="192004"/>
                  </a:lnTo>
                  <a:lnTo>
                    <a:pt x="44999" y="192116"/>
                  </a:lnTo>
                  <a:lnTo>
                    <a:pt x="44774" y="192453"/>
                  </a:lnTo>
                  <a:lnTo>
                    <a:pt x="44438" y="192677"/>
                  </a:lnTo>
                  <a:lnTo>
                    <a:pt x="43989" y="192565"/>
                  </a:lnTo>
                  <a:lnTo>
                    <a:pt x="43203" y="192116"/>
                  </a:lnTo>
                  <a:lnTo>
                    <a:pt x="42642" y="192116"/>
                  </a:lnTo>
                  <a:lnTo>
                    <a:pt x="42418" y="192453"/>
                  </a:lnTo>
                  <a:lnTo>
                    <a:pt x="42418" y="193014"/>
                  </a:lnTo>
                  <a:lnTo>
                    <a:pt x="42193" y="193351"/>
                  </a:lnTo>
                  <a:lnTo>
                    <a:pt x="41969" y="193575"/>
                  </a:lnTo>
                  <a:lnTo>
                    <a:pt x="41520" y="193687"/>
                  </a:lnTo>
                  <a:lnTo>
                    <a:pt x="41296" y="194249"/>
                  </a:lnTo>
                  <a:lnTo>
                    <a:pt x="41296" y="194810"/>
                  </a:lnTo>
                  <a:lnTo>
                    <a:pt x="41071" y="194922"/>
                  </a:lnTo>
                  <a:lnTo>
                    <a:pt x="40622" y="194810"/>
                  </a:lnTo>
                  <a:lnTo>
                    <a:pt x="40398" y="194136"/>
                  </a:lnTo>
                  <a:lnTo>
                    <a:pt x="40173" y="193687"/>
                  </a:lnTo>
                  <a:lnTo>
                    <a:pt x="39837" y="193463"/>
                  </a:lnTo>
                  <a:lnTo>
                    <a:pt x="39164" y="193351"/>
                  </a:lnTo>
                  <a:lnTo>
                    <a:pt x="38827" y="193687"/>
                  </a:lnTo>
                  <a:lnTo>
                    <a:pt x="38715" y="194136"/>
                  </a:lnTo>
                  <a:lnTo>
                    <a:pt x="38490" y="194697"/>
                  </a:lnTo>
                  <a:lnTo>
                    <a:pt x="38154" y="194473"/>
                  </a:lnTo>
                  <a:lnTo>
                    <a:pt x="37368" y="194249"/>
                  </a:lnTo>
                  <a:lnTo>
                    <a:pt x="37031" y="193687"/>
                  </a:lnTo>
                  <a:lnTo>
                    <a:pt x="36695" y="193351"/>
                  </a:lnTo>
                  <a:lnTo>
                    <a:pt x="36246" y="192902"/>
                  </a:lnTo>
                  <a:lnTo>
                    <a:pt x="35797" y="192453"/>
                  </a:lnTo>
                  <a:lnTo>
                    <a:pt x="35236" y="192004"/>
                  </a:lnTo>
                  <a:lnTo>
                    <a:pt x="35236" y="191667"/>
                  </a:lnTo>
                  <a:lnTo>
                    <a:pt x="35348" y="191443"/>
                  </a:lnTo>
                  <a:lnTo>
                    <a:pt x="35011" y="191219"/>
                  </a:lnTo>
                  <a:lnTo>
                    <a:pt x="34787" y="191331"/>
                  </a:lnTo>
                  <a:lnTo>
                    <a:pt x="34450" y="191106"/>
                  </a:lnTo>
                  <a:lnTo>
                    <a:pt x="34450" y="190882"/>
                  </a:lnTo>
                  <a:lnTo>
                    <a:pt x="34675" y="190658"/>
                  </a:lnTo>
                  <a:lnTo>
                    <a:pt x="34675" y="190321"/>
                  </a:lnTo>
                  <a:lnTo>
                    <a:pt x="34450" y="190096"/>
                  </a:lnTo>
                  <a:lnTo>
                    <a:pt x="34450" y="189760"/>
                  </a:lnTo>
                  <a:lnTo>
                    <a:pt x="34338" y="189535"/>
                  </a:lnTo>
                  <a:lnTo>
                    <a:pt x="34114" y="189311"/>
                  </a:lnTo>
                  <a:lnTo>
                    <a:pt x="33777" y="189423"/>
                  </a:lnTo>
                  <a:lnTo>
                    <a:pt x="33440" y="189648"/>
                  </a:lnTo>
                  <a:lnTo>
                    <a:pt x="33553" y="189311"/>
                  </a:lnTo>
                  <a:lnTo>
                    <a:pt x="33328" y="188862"/>
                  </a:lnTo>
                  <a:lnTo>
                    <a:pt x="32992" y="188638"/>
                  </a:lnTo>
                  <a:lnTo>
                    <a:pt x="32767" y="188301"/>
                  </a:lnTo>
                  <a:lnTo>
                    <a:pt x="32655" y="187740"/>
                  </a:lnTo>
                  <a:lnTo>
                    <a:pt x="32879" y="187291"/>
                  </a:lnTo>
                  <a:lnTo>
                    <a:pt x="33553" y="186954"/>
                  </a:lnTo>
                  <a:lnTo>
                    <a:pt x="34338" y="186730"/>
                  </a:lnTo>
                  <a:lnTo>
                    <a:pt x="35011" y="186393"/>
                  </a:lnTo>
                  <a:lnTo>
                    <a:pt x="35797" y="186393"/>
                  </a:lnTo>
                  <a:lnTo>
                    <a:pt x="36807" y="186393"/>
                  </a:lnTo>
                  <a:lnTo>
                    <a:pt x="37368" y="186281"/>
                  </a:lnTo>
                  <a:lnTo>
                    <a:pt x="38041" y="185944"/>
                  </a:lnTo>
                  <a:lnTo>
                    <a:pt x="38939" y="185720"/>
                  </a:lnTo>
                  <a:lnTo>
                    <a:pt x="39725" y="185608"/>
                  </a:lnTo>
                  <a:lnTo>
                    <a:pt x="40622" y="185159"/>
                  </a:lnTo>
                  <a:lnTo>
                    <a:pt x="41071" y="184710"/>
                  </a:lnTo>
                  <a:lnTo>
                    <a:pt x="41071" y="184037"/>
                  </a:lnTo>
                  <a:lnTo>
                    <a:pt x="40622" y="182690"/>
                  </a:lnTo>
                  <a:lnTo>
                    <a:pt x="40173" y="182241"/>
                  </a:lnTo>
                  <a:lnTo>
                    <a:pt x="39500" y="182129"/>
                  </a:lnTo>
                  <a:lnTo>
                    <a:pt x="38827" y="181680"/>
                  </a:lnTo>
                  <a:lnTo>
                    <a:pt x="38266" y="181231"/>
                  </a:lnTo>
                  <a:lnTo>
                    <a:pt x="37929" y="180221"/>
                  </a:lnTo>
                  <a:lnTo>
                    <a:pt x="37368" y="179324"/>
                  </a:lnTo>
                  <a:lnTo>
                    <a:pt x="36807" y="178201"/>
                  </a:lnTo>
                  <a:lnTo>
                    <a:pt x="36134" y="177304"/>
                  </a:lnTo>
                  <a:lnTo>
                    <a:pt x="35348" y="177865"/>
                  </a:lnTo>
                  <a:lnTo>
                    <a:pt x="34675" y="178089"/>
                  </a:lnTo>
                  <a:lnTo>
                    <a:pt x="34001" y="177752"/>
                  </a:lnTo>
                  <a:lnTo>
                    <a:pt x="32992" y="176743"/>
                  </a:lnTo>
                  <a:lnTo>
                    <a:pt x="33665" y="176181"/>
                  </a:lnTo>
                  <a:lnTo>
                    <a:pt x="34338" y="175957"/>
                  </a:lnTo>
                  <a:lnTo>
                    <a:pt x="34787" y="175620"/>
                  </a:lnTo>
                  <a:lnTo>
                    <a:pt x="34226" y="175284"/>
                  </a:lnTo>
                  <a:lnTo>
                    <a:pt x="33553" y="175284"/>
                  </a:lnTo>
                  <a:lnTo>
                    <a:pt x="32430" y="175620"/>
                  </a:lnTo>
                  <a:lnTo>
                    <a:pt x="31869" y="175957"/>
                  </a:lnTo>
                  <a:lnTo>
                    <a:pt x="31196" y="176069"/>
                  </a:lnTo>
                  <a:lnTo>
                    <a:pt x="30747" y="175508"/>
                  </a:lnTo>
                  <a:lnTo>
                    <a:pt x="31084" y="174723"/>
                  </a:lnTo>
                  <a:lnTo>
                    <a:pt x="30411" y="174723"/>
                  </a:lnTo>
                  <a:lnTo>
                    <a:pt x="29625" y="175059"/>
                  </a:lnTo>
                  <a:lnTo>
                    <a:pt x="28839" y="175059"/>
                  </a:lnTo>
                  <a:lnTo>
                    <a:pt x="28166" y="174947"/>
                  </a:lnTo>
                  <a:lnTo>
                    <a:pt x="27493" y="175059"/>
                  </a:lnTo>
                  <a:lnTo>
                    <a:pt x="26932" y="174610"/>
                  </a:lnTo>
                  <a:lnTo>
                    <a:pt x="27156" y="173713"/>
                  </a:lnTo>
                  <a:lnTo>
                    <a:pt x="27381" y="172815"/>
                  </a:lnTo>
                  <a:lnTo>
                    <a:pt x="27830" y="172142"/>
                  </a:lnTo>
                  <a:lnTo>
                    <a:pt x="27381" y="171693"/>
                  </a:lnTo>
                  <a:lnTo>
                    <a:pt x="26707" y="171693"/>
                  </a:lnTo>
                  <a:lnTo>
                    <a:pt x="25810" y="171356"/>
                  </a:lnTo>
                  <a:lnTo>
                    <a:pt x="24912" y="170907"/>
                  </a:lnTo>
                  <a:lnTo>
                    <a:pt x="24239" y="170122"/>
                  </a:lnTo>
                  <a:lnTo>
                    <a:pt x="24126" y="169448"/>
                  </a:lnTo>
                  <a:lnTo>
                    <a:pt x="24014" y="168214"/>
                  </a:lnTo>
                  <a:lnTo>
                    <a:pt x="23790" y="167428"/>
                  </a:lnTo>
                  <a:lnTo>
                    <a:pt x="23116" y="167204"/>
                  </a:lnTo>
                  <a:lnTo>
                    <a:pt x="22555" y="167653"/>
                  </a:lnTo>
                  <a:lnTo>
                    <a:pt x="21882" y="168326"/>
                  </a:lnTo>
                  <a:lnTo>
                    <a:pt x="19525" y="168326"/>
                  </a:lnTo>
                  <a:lnTo>
                    <a:pt x="19077" y="167877"/>
                  </a:lnTo>
                  <a:lnTo>
                    <a:pt x="19638" y="167092"/>
                  </a:lnTo>
                  <a:lnTo>
                    <a:pt x="18964" y="166980"/>
                  </a:lnTo>
                  <a:lnTo>
                    <a:pt x="17954" y="167877"/>
                  </a:lnTo>
                  <a:lnTo>
                    <a:pt x="16832" y="166980"/>
                  </a:lnTo>
                  <a:lnTo>
                    <a:pt x="16944" y="166306"/>
                  </a:lnTo>
                  <a:lnTo>
                    <a:pt x="17730" y="165857"/>
                  </a:lnTo>
                  <a:lnTo>
                    <a:pt x="18515" y="165521"/>
                  </a:lnTo>
                  <a:lnTo>
                    <a:pt x="20311" y="164623"/>
                  </a:lnTo>
                  <a:lnTo>
                    <a:pt x="20535" y="163950"/>
                  </a:lnTo>
                  <a:lnTo>
                    <a:pt x="19189" y="164062"/>
                  </a:lnTo>
                  <a:lnTo>
                    <a:pt x="18628" y="164399"/>
                  </a:lnTo>
                  <a:lnTo>
                    <a:pt x="17730" y="164735"/>
                  </a:lnTo>
                  <a:lnTo>
                    <a:pt x="16944" y="164847"/>
                  </a:lnTo>
                  <a:lnTo>
                    <a:pt x="16383" y="164623"/>
                  </a:lnTo>
                  <a:lnTo>
                    <a:pt x="16159" y="163725"/>
                  </a:lnTo>
                  <a:lnTo>
                    <a:pt x="16720" y="162940"/>
                  </a:lnTo>
                  <a:lnTo>
                    <a:pt x="17281" y="162266"/>
                  </a:lnTo>
                  <a:lnTo>
                    <a:pt x="18179" y="161144"/>
                  </a:lnTo>
                  <a:lnTo>
                    <a:pt x="20086" y="160471"/>
                  </a:lnTo>
                  <a:lnTo>
                    <a:pt x="20535" y="159798"/>
                  </a:lnTo>
                  <a:lnTo>
                    <a:pt x="20086" y="158788"/>
                  </a:lnTo>
                  <a:lnTo>
                    <a:pt x="19974" y="158114"/>
                  </a:lnTo>
                  <a:lnTo>
                    <a:pt x="20311" y="156768"/>
                  </a:lnTo>
                  <a:lnTo>
                    <a:pt x="19638" y="155646"/>
                  </a:lnTo>
                  <a:lnTo>
                    <a:pt x="19638" y="154860"/>
                  </a:lnTo>
                  <a:lnTo>
                    <a:pt x="20086" y="154523"/>
                  </a:lnTo>
                  <a:lnTo>
                    <a:pt x="20760" y="154299"/>
                  </a:lnTo>
                  <a:lnTo>
                    <a:pt x="22106" y="154523"/>
                  </a:lnTo>
                  <a:lnTo>
                    <a:pt x="23004" y="154299"/>
                  </a:lnTo>
                  <a:lnTo>
                    <a:pt x="23902" y="153962"/>
                  </a:lnTo>
                  <a:lnTo>
                    <a:pt x="24912" y="153401"/>
                  </a:lnTo>
                  <a:lnTo>
                    <a:pt x="25922" y="153177"/>
                  </a:lnTo>
                  <a:lnTo>
                    <a:pt x="27156" y="153289"/>
                  </a:lnTo>
                  <a:lnTo>
                    <a:pt x="28391" y="152952"/>
                  </a:lnTo>
                  <a:lnTo>
                    <a:pt x="29513" y="153065"/>
                  </a:lnTo>
                  <a:lnTo>
                    <a:pt x="30523" y="153289"/>
                  </a:lnTo>
                  <a:lnTo>
                    <a:pt x="32430" y="153065"/>
                  </a:lnTo>
                  <a:lnTo>
                    <a:pt x="33553" y="152840"/>
                  </a:lnTo>
                  <a:lnTo>
                    <a:pt x="34675" y="152728"/>
                  </a:lnTo>
                  <a:lnTo>
                    <a:pt x="36246" y="152391"/>
                  </a:lnTo>
                  <a:lnTo>
                    <a:pt x="37480" y="151942"/>
                  </a:lnTo>
                  <a:lnTo>
                    <a:pt x="38378" y="151157"/>
                  </a:lnTo>
                  <a:lnTo>
                    <a:pt x="39164" y="150259"/>
                  </a:lnTo>
                  <a:lnTo>
                    <a:pt x="39612" y="149474"/>
                  </a:lnTo>
                  <a:lnTo>
                    <a:pt x="39500" y="148688"/>
                  </a:lnTo>
                  <a:lnTo>
                    <a:pt x="38715" y="148239"/>
                  </a:lnTo>
                  <a:lnTo>
                    <a:pt x="37929" y="147678"/>
                  </a:lnTo>
                  <a:lnTo>
                    <a:pt x="38378" y="147117"/>
                  </a:lnTo>
                  <a:lnTo>
                    <a:pt x="40061" y="147903"/>
                  </a:lnTo>
                  <a:lnTo>
                    <a:pt x="40735" y="148015"/>
                  </a:lnTo>
                  <a:lnTo>
                    <a:pt x="42081" y="147454"/>
                  </a:lnTo>
                  <a:lnTo>
                    <a:pt x="43540" y="146893"/>
                  </a:lnTo>
                  <a:lnTo>
                    <a:pt x="44887" y="145883"/>
                  </a:lnTo>
                  <a:lnTo>
                    <a:pt x="46121" y="145209"/>
                  </a:lnTo>
                  <a:lnTo>
                    <a:pt x="46907" y="144760"/>
                  </a:lnTo>
                  <a:lnTo>
                    <a:pt x="47580" y="143638"/>
                  </a:lnTo>
                  <a:lnTo>
                    <a:pt x="47692" y="142516"/>
                  </a:lnTo>
                  <a:lnTo>
                    <a:pt x="47692" y="141843"/>
                  </a:lnTo>
                  <a:lnTo>
                    <a:pt x="45784" y="141394"/>
                  </a:lnTo>
                  <a:lnTo>
                    <a:pt x="46121" y="140608"/>
                  </a:lnTo>
                  <a:lnTo>
                    <a:pt x="47916" y="140945"/>
                  </a:lnTo>
                  <a:lnTo>
                    <a:pt x="49600" y="140833"/>
                  </a:lnTo>
                  <a:lnTo>
                    <a:pt x="50946" y="140833"/>
                  </a:lnTo>
                  <a:lnTo>
                    <a:pt x="51844" y="140833"/>
                  </a:lnTo>
                  <a:lnTo>
                    <a:pt x="52069" y="139935"/>
                  </a:lnTo>
                  <a:lnTo>
                    <a:pt x="52517" y="139150"/>
                  </a:lnTo>
                  <a:lnTo>
                    <a:pt x="52854" y="138813"/>
                  </a:lnTo>
                  <a:lnTo>
                    <a:pt x="52854" y="137915"/>
                  </a:lnTo>
                  <a:lnTo>
                    <a:pt x="53079" y="137017"/>
                  </a:lnTo>
                  <a:lnTo>
                    <a:pt x="53303" y="136232"/>
                  </a:lnTo>
                  <a:lnTo>
                    <a:pt x="53079" y="135446"/>
                  </a:lnTo>
                  <a:lnTo>
                    <a:pt x="53415" y="133988"/>
                  </a:lnTo>
                  <a:lnTo>
                    <a:pt x="53079" y="133202"/>
                  </a:lnTo>
                  <a:lnTo>
                    <a:pt x="52854" y="132192"/>
                  </a:lnTo>
                  <a:lnTo>
                    <a:pt x="53079" y="131070"/>
                  </a:lnTo>
                  <a:lnTo>
                    <a:pt x="53303" y="130172"/>
                  </a:lnTo>
                  <a:lnTo>
                    <a:pt x="53191" y="129387"/>
                  </a:lnTo>
                  <a:lnTo>
                    <a:pt x="51620" y="129387"/>
                  </a:lnTo>
                  <a:lnTo>
                    <a:pt x="37480" y="129611"/>
                  </a:lnTo>
                  <a:lnTo>
                    <a:pt x="36807" y="129835"/>
                  </a:lnTo>
                  <a:lnTo>
                    <a:pt x="36246" y="129387"/>
                  </a:lnTo>
                  <a:lnTo>
                    <a:pt x="36134" y="129162"/>
                  </a:lnTo>
                  <a:lnTo>
                    <a:pt x="36246" y="128826"/>
                  </a:lnTo>
                  <a:lnTo>
                    <a:pt x="36919" y="128713"/>
                  </a:lnTo>
                  <a:lnTo>
                    <a:pt x="38154" y="128826"/>
                  </a:lnTo>
                  <a:lnTo>
                    <a:pt x="40622" y="128826"/>
                  </a:lnTo>
                  <a:lnTo>
                    <a:pt x="41857" y="128826"/>
                  </a:lnTo>
                  <a:lnTo>
                    <a:pt x="47355" y="128713"/>
                  </a:lnTo>
                  <a:lnTo>
                    <a:pt x="48814" y="128713"/>
                  </a:lnTo>
                  <a:lnTo>
                    <a:pt x="51620" y="128601"/>
                  </a:lnTo>
                  <a:lnTo>
                    <a:pt x="52966" y="128601"/>
                  </a:lnTo>
                  <a:lnTo>
                    <a:pt x="54537" y="128489"/>
                  </a:lnTo>
                  <a:lnTo>
                    <a:pt x="55547" y="128489"/>
                  </a:lnTo>
                  <a:lnTo>
                    <a:pt x="58241" y="128377"/>
                  </a:lnTo>
                  <a:lnTo>
                    <a:pt x="59475" y="128377"/>
                  </a:lnTo>
                  <a:lnTo>
                    <a:pt x="59924" y="128601"/>
                  </a:lnTo>
                  <a:lnTo>
                    <a:pt x="60373" y="128713"/>
                  </a:lnTo>
                  <a:lnTo>
                    <a:pt x="61270" y="129162"/>
                  </a:lnTo>
                  <a:lnTo>
                    <a:pt x="62505" y="129499"/>
                  </a:lnTo>
                  <a:lnTo>
                    <a:pt x="65759" y="130509"/>
                  </a:lnTo>
                  <a:lnTo>
                    <a:pt x="65984" y="130621"/>
                  </a:lnTo>
                  <a:lnTo>
                    <a:pt x="67779" y="131182"/>
                  </a:lnTo>
                  <a:lnTo>
                    <a:pt x="68789" y="131743"/>
                  </a:lnTo>
                  <a:lnTo>
                    <a:pt x="70697" y="133539"/>
                  </a:lnTo>
                  <a:lnTo>
                    <a:pt x="71707" y="133202"/>
                  </a:lnTo>
                  <a:lnTo>
                    <a:pt x="72604" y="132641"/>
                  </a:lnTo>
                  <a:lnTo>
                    <a:pt x="73166" y="132192"/>
                  </a:lnTo>
                  <a:lnTo>
                    <a:pt x="73727" y="131519"/>
                  </a:lnTo>
                  <a:lnTo>
                    <a:pt x="74512" y="130509"/>
                  </a:lnTo>
                  <a:lnTo>
                    <a:pt x="74624" y="129948"/>
                  </a:lnTo>
                  <a:lnTo>
                    <a:pt x="74849" y="129050"/>
                  </a:lnTo>
                  <a:lnTo>
                    <a:pt x="75185" y="128601"/>
                  </a:lnTo>
                  <a:lnTo>
                    <a:pt x="75410" y="128377"/>
                  </a:lnTo>
                  <a:lnTo>
                    <a:pt x="76195" y="128040"/>
                  </a:lnTo>
                  <a:lnTo>
                    <a:pt x="76644" y="127142"/>
                  </a:lnTo>
                  <a:lnTo>
                    <a:pt x="75522" y="126132"/>
                  </a:lnTo>
                  <a:lnTo>
                    <a:pt x="74063" y="125122"/>
                  </a:lnTo>
                  <a:lnTo>
                    <a:pt x="73839" y="125122"/>
                  </a:lnTo>
                  <a:lnTo>
                    <a:pt x="72492" y="124673"/>
                  </a:lnTo>
                  <a:lnTo>
                    <a:pt x="72604" y="124225"/>
                  </a:lnTo>
                  <a:lnTo>
                    <a:pt x="74400" y="124561"/>
                  </a:lnTo>
                  <a:lnTo>
                    <a:pt x="74624" y="124561"/>
                  </a:lnTo>
                  <a:lnTo>
                    <a:pt x="74961" y="124673"/>
                  </a:lnTo>
                  <a:lnTo>
                    <a:pt x="75634" y="125122"/>
                  </a:lnTo>
                  <a:lnTo>
                    <a:pt x="76532" y="125571"/>
                  </a:lnTo>
                  <a:lnTo>
                    <a:pt x="76644" y="125908"/>
                  </a:lnTo>
                  <a:lnTo>
                    <a:pt x="76869" y="126245"/>
                  </a:lnTo>
                  <a:lnTo>
                    <a:pt x="77991" y="126918"/>
                  </a:lnTo>
                  <a:lnTo>
                    <a:pt x="80909" y="128938"/>
                  </a:lnTo>
                  <a:lnTo>
                    <a:pt x="81806" y="129387"/>
                  </a:lnTo>
                  <a:lnTo>
                    <a:pt x="82143" y="129387"/>
                  </a:lnTo>
                  <a:lnTo>
                    <a:pt x="82592" y="129274"/>
                  </a:lnTo>
                  <a:lnTo>
                    <a:pt x="82928" y="129835"/>
                  </a:lnTo>
                  <a:lnTo>
                    <a:pt x="83826" y="131631"/>
                  </a:lnTo>
                  <a:lnTo>
                    <a:pt x="84948" y="133763"/>
                  </a:lnTo>
                  <a:lnTo>
                    <a:pt x="85173" y="134100"/>
                  </a:lnTo>
                  <a:lnTo>
                    <a:pt x="85734" y="134324"/>
                  </a:lnTo>
                  <a:lnTo>
                    <a:pt x="86183" y="134212"/>
                  </a:lnTo>
                  <a:lnTo>
                    <a:pt x="87642" y="133090"/>
                  </a:lnTo>
                  <a:lnTo>
                    <a:pt x="89100" y="131743"/>
                  </a:lnTo>
                  <a:lnTo>
                    <a:pt x="89998" y="130621"/>
                  </a:lnTo>
                  <a:lnTo>
                    <a:pt x="90335" y="130284"/>
                  </a:lnTo>
                  <a:lnTo>
                    <a:pt x="90559" y="129948"/>
                  </a:lnTo>
                  <a:lnTo>
                    <a:pt x="91008" y="129948"/>
                  </a:lnTo>
                  <a:lnTo>
                    <a:pt x="91345" y="129948"/>
                  </a:lnTo>
                  <a:lnTo>
                    <a:pt x="91681" y="129948"/>
                  </a:lnTo>
                  <a:lnTo>
                    <a:pt x="92130" y="129835"/>
                  </a:lnTo>
                  <a:lnTo>
                    <a:pt x="92916" y="129274"/>
                  </a:lnTo>
                  <a:lnTo>
                    <a:pt x="93477" y="128377"/>
                  </a:lnTo>
                  <a:lnTo>
                    <a:pt x="94711" y="127591"/>
                  </a:lnTo>
                  <a:lnTo>
                    <a:pt x="93140" y="124898"/>
                  </a:lnTo>
                  <a:lnTo>
                    <a:pt x="92467" y="123776"/>
                  </a:lnTo>
                  <a:lnTo>
                    <a:pt x="91794" y="122766"/>
                  </a:lnTo>
                  <a:lnTo>
                    <a:pt x="91569" y="122429"/>
                  </a:lnTo>
                  <a:lnTo>
                    <a:pt x="89998" y="122654"/>
                  </a:lnTo>
                  <a:lnTo>
                    <a:pt x="89774" y="122205"/>
                  </a:lnTo>
                  <a:lnTo>
                    <a:pt x="83938" y="119399"/>
                  </a:lnTo>
                  <a:lnTo>
                    <a:pt x="83602" y="118277"/>
                  </a:lnTo>
                  <a:lnTo>
                    <a:pt x="82255" y="117267"/>
                  </a:lnTo>
                  <a:lnTo>
                    <a:pt x="83602" y="115023"/>
                  </a:lnTo>
                  <a:lnTo>
                    <a:pt x="85958" y="116706"/>
                  </a:lnTo>
                  <a:lnTo>
                    <a:pt x="85509" y="117492"/>
                  </a:lnTo>
                  <a:lnTo>
                    <a:pt x="87193" y="118389"/>
                  </a:lnTo>
                  <a:lnTo>
                    <a:pt x="87417" y="118165"/>
                  </a:lnTo>
                  <a:lnTo>
                    <a:pt x="88427" y="118838"/>
                  </a:lnTo>
                  <a:lnTo>
                    <a:pt x="88315" y="119063"/>
                  </a:lnTo>
                  <a:lnTo>
                    <a:pt x="88876" y="119287"/>
                  </a:lnTo>
                  <a:lnTo>
                    <a:pt x="89549" y="119624"/>
                  </a:lnTo>
                  <a:lnTo>
                    <a:pt x="90447" y="120073"/>
                  </a:lnTo>
                  <a:lnTo>
                    <a:pt x="91345" y="120521"/>
                  </a:lnTo>
                  <a:lnTo>
                    <a:pt x="92130" y="121868"/>
                  </a:lnTo>
                  <a:lnTo>
                    <a:pt x="92804" y="122878"/>
                  </a:lnTo>
                  <a:lnTo>
                    <a:pt x="93028" y="123327"/>
                  </a:lnTo>
                  <a:lnTo>
                    <a:pt x="93926" y="124673"/>
                  </a:lnTo>
                  <a:lnTo>
                    <a:pt x="94038" y="125010"/>
                  </a:lnTo>
                  <a:lnTo>
                    <a:pt x="94824" y="126245"/>
                  </a:lnTo>
                  <a:lnTo>
                    <a:pt x="95385" y="127030"/>
                  </a:lnTo>
                  <a:lnTo>
                    <a:pt x="96395" y="128826"/>
                  </a:lnTo>
                  <a:lnTo>
                    <a:pt x="96956" y="129611"/>
                  </a:lnTo>
                  <a:lnTo>
                    <a:pt x="97292" y="130172"/>
                  </a:lnTo>
                  <a:lnTo>
                    <a:pt x="99986" y="129835"/>
                  </a:lnTo>
                  <a:lnTo>
                    <a:pt x="101444" y="130397"/>
                  </a:lnTo>
                  <a:lnTo>
                    <a:pt x="102118" y="131855"/>
                  </a:lnTo>
                  <a:lnTo>
                    <a:pt x="104025" y="131855"/>
                  </a:lnTo>
                  <a:lnTo>
                    <a:pt x="105596" y="130958"/>
                  </a:lnTo>
                  <a:lnTo>
                    <a:pt x="107167" y="130509"/>
                  </a:lnTo>
                  <a:lnTo>
                    <a:pt x="108290" y="129835"/>
                  </a:lnTo>
                  <a:lnTo>
                    <a:pt x="109075" y="128938"/>
                  </a:lnTo>
                  <a:lnTo>
                    <a:pt x="109636" y="128152"/>
                  </a:lnTo>
                  <a:lnTo>
                    <a:pt x="110758" y="128264"/>
                  </a:lnTo>
                  <a:lnTo>
                    <a:pt x="111768" y="128264"/>
                  </a:lnTo>
                  <a:lnTo>
                    <a:pt x="111656" y="125571"/>
                  </a:lnTo>
                  <a:lnTo>
                    <a:pt x="107280" y="118277"/>
                  </a:lnTo>
                  <a:lnTo>
                    <a:pt x="104923" y="117604"/>
                  </a:lnTo>
                  <a:lnTo>
                    <a:pt x="105372" y="116257"/>
                  </a:lnTo>
                  <a:lnTo>
                    <a:pt x="108402" y="117492"/>
                  </a:lnTo>
                  <a:lnTo>
                    <a:pt x="112554" y="124898"/>
                  </a:lnTo>
                  <a:lnTo>
                    <a:pt x="113227" y="126469"/>
                  </a:lnTo>
                  <a:lnTo>
                    <a:pt x="113788" y="129274"/>
                  </a:lnTo>
                  <a:lnTo>
                    <a:pt x="113339" y="129499"/>
                  </a:lnTo>
                  <a:lnTo>
                    <a:pt x="113339" y="130733"/>
                  </a:lnTo>
                  <a:lnTo>
                    <a:pt x="113788" y="132978"/>
                  </a:lnTo>
                  <a:lnTo>
                    <a:pt x="114125" y="133988"/>
                  </a:lnTo>
                  <a:lnTo>
                    <a:pt x="114686" y="134885"/>
                  </a:lnTo>
                  <a:lnTo>
                    <a:pt x="115359" y="135110"/>
                  </a:lnTo>
                  <a:lnTo>
                    <a:pt x="116257" y="135110"/>
                  </a:lnTo>
                  <a:lnTo>
                    <a:pt x="116818" y="134998"/>
                  </a:lnTo>
                  <a:lnTo>
                    <a:pt x="117604" y="134661"/>
                  </a:lnTo>
                  <a:lnTo>
                    <a:pt x="118277" y="134212"/>
                  </a:lnTo>
                  <a:lnTo>
                    <a:pt x="119175" y="133988"/>
                  </a:lnTo>
                  <a:lnTo>
                    <a:pt x="119960" y="135110"/>
                  </a:lnTo>
                  <a:lnTo>
                    <a:pt x="121419" y="134885"/>
                  </a:lnTo>
                  <a:lnTo>
                    <a:pt x="122654" y="134212"/>
                  </a:lnTo>
                  <a:lnTo>
                    <a:pt x="124000" y="133763"/>
                  </a:lnTo>
                  <a:lnTo>
                    <a:pt x="125122" y="133314"/>
                  </a:lnTo>
                  <a:lnTo>
                    <a:pt x="125796" y="132753"/>
                  </a:lnTo>
                  <a:lnTo>
                    <a:pt x="127030" y="132304"/>
                  </a:lnTo>
                  <a:lnTo>
                    <a:pt x="127816" y="131743"/>
                  </a:lnTo>
                  <a:lnTo>
                    <a:pt x="129050" y="130845"/>
                  </a:lnTo>
                  <a:lnTo>
                    <a:pt x="130060" y="130060"/>
                  </a:lnTo>
                  <a:lnTo>
                    <a:pt x="130845" y="129274"/>
                  </a:lnTo>
                  <a:lnTo>
                    <a:pt x="131294" y="128601"/>
                  </a:lnTo>
                  <a:lnTo>
                    <a:pt x="131968" y="127816"/>
                  </a:lnTo>
                  <a:lnTo>
                    <a:pt x="132753" y="126693"/>
                  </a:lnTo>
                  <a:lnTo>
                    <a:pt x="133875" y="125347"/>
                  </a:lnTo>
                  <a:lnTo>
                    <a:pt x="135110" y="123888"/>
                  </a:lnTo>
                  <a:lnTo>
                    <a:pt x="135783" y="122429"/>
                  </a:lnTo>
                  <a:lnTo>
                    <a:pt x="136232" y="121756"/>
                  </a:lnTo>
                  <a:lnTo>
                    <a:pt x="136793" y="120746"/>
                  </a:lnTo>
                  <a:lnTo>
                    <a:pt x="136905" y="119848"/>
                  </a:lnTo>
                  <a:lnTo>
                    <a:pt x="137242" y="118726"/>
                  </a:lnTo>
                  <a:lnTo>
                    <a:pt x="137691" y="117604"/>
                  </a:lnTo>
                  <a:lnTo>
                    <a:pt x="137915" y="116482"/>
                  </a:lnTo>
                  <a:lnTo>
                    <a:pt x="138027" y="115584"/>
                  </a:lnTo>
                  <a:lnTo>
                    <a:pt x="138701" y="114686"/>
                  </a:lnTo>
                  <a:lnTo>
                    <a:pt x="138925" y="113564"/>
                  </a:lnTo>
                  <a:lnTo>
                    <a:pt x="139037" y="112666"/>
                  </a:lnTo>
                  <a:lnTo>
                    <a:pt x="139262" y="111544"/>
                  </a:lnTo>
                  <a:lnTo>
                    <a:pt x="139374" y="110871"/>
                  </a:lnTo>
                  <a:lnTo>
                    <a:pt x="140047" y="109973"/>
                  </a:lnTo>
                  <a:lnTo>
                    <a:pt x="140160" y="109412"/>
                  </a:lnTo>
                  <a:lnTo>
                    <a:pt x="140160" y="108739"/>
                  </a:lnTo>
                  <a:lnTo>
                    <a:pt x="140608" y="107841"/>
                  </a:lnTo>
                  <a:lnTo>
                    <a:pt x="140608" y="106606"/>
                  </a:lnTo>
                  <a:lnTo>
                    <a:pt x="140608" y="105821"/>
                  </a:lnTo>
                  <a:lnTo>
                    <a:pt x="141169" y="105035"/>
                  </a:lnTo>
                  <a:lnTo>
                    <a:pt x="141282" y="103801"/>
                  </a:lnTo>
                  <a:lnTo>
                    <a:pt x="141169" y="102679"/>
                  </a:lnTo>
                  <a:lnTo>
                    <a:pt x="141282" y="101893"/>
                  </a:lnTo>
                  <a:lnTo>
                    <a:pt x="141618" y="101108"/>
                  </a:lnTo>
                  <a:lnTo>
                    <a:pt x="141618" y="100322"/>
                  </a:lnTo>
                  <a:lnTo>
                    <a:pt x="141506" y="99312"/>
                  </a:lnTo>
                  <a:lnTo>
                    <a:pt x="141618" y="98863"/>
                  </a:lnTo>
                  <a:lnTo>
                    <a:pt x="141955" y="98302"/>
                  </a:lnTo>
                  <a:lnTo>
                    <a:pt x="141843" y="97853"/>
                  </a:lnTo>
                  <a:lnTo>
                    <a:pt x="141731" y="97517"/>
                  </a:lnTo>
                  <a:lnTo>
                    <a:pt x="141731" y="97068"/>
                  </a:lnTo>
                  <a:lnTo>
                    <a:pt x="141955" y="96731"/>
                  </a:lnTo>
                  <a:lnTo>
                    <a:pt x="142067" y="96170"/>
                  </a:lnTo>
                  <a:lnTo>
                    <a:pt x="142292" y="95497"/>
                  </a:lnTo>
                  <a:lnTo>
                    <a:pt x="142292" y="95048"/>
                  </a:lnTo>
                  <a:lnTo>
                    <a:pt x="141955" y="94599"/>
                  </a:lnTo>
                  <a:lnTo>
                    <a:pt x="141506" y="94375"/>
                  </a:lnTo>
                  <a:lnTo>
                    <a:pt x="141282" y="94150"/>
                  </a:lnTo>
                  <a:lnTo>
                    <a:pt x="141169" y="93814"/>
                  </a:lnTo>
                  <a:lnTo>
                    <a:pt x="141169" y="93589"/>
                  </a:lnTo>
                  <a:lnTo>
                    <a:pt x="141394" y="93365"/>
                  </a:lnTo>
                  <a:lnTo>
                    <a:pt x="141618" y="93028"/>
                  </a:lnTo>
                  <a:lnTo>
                    <a:pt x="141843" y="92691"/>
                  </a:lnTo>
                  <a:lnTo>
                    <a:pt x="141843" y="92355"/>
                  </a:lnTo>
                  <a:lnTo>
                    <a:pt x="141843" y="92018"/>
                  </a:lnTo>
                  <a:lnTo>
                    <a:pt x="141731" y="91794"/>
                  </a:lnTo>
                  <a:lnTo>
                    <a:pt x="141506" y="91569"/>
                  </a:lnTo>
                  <a:lnTo>
                    <a:pt x="141282" y="91233"/>
                  </a:lnTo>
                  <a:lnTo>
                    <a:pt x="141394" y="91008"/>
                  </a:lnTo>
                  <a:lnTo>
                    <a:pt x="141618" y="90559"/>
                  </a:lnTo>
                  <a:lnTo>
                    <a:pt x="141731" y="90335"/>
                  </a:lnTo>
                  <a:lnTo>
                    <a:pt x="141955" y="89886"/>
                  </a:lnTo>
                  <a:lnTo>
                    <a:pt x="142067" y="89662"/>
                  </a:lnTo>
                  <a:lnTo>
                    <a:pt x="142067" y="89213"/>
                  </a:lnTo>
                  <a:lnTo>
                    <a:pt x="141955" y="88988"/>
                  </a:lnTo>
                  <a:lnTo>
                    <a:pt x="141731" y="88876"/>
                  </a:lnTo>
                  <a:lnTo>
                    <a:pt x="141506" y="88652"/>
                  </a:lnTo>
                  <a:lnTo>
                    <a:pt x="141282" y="88427"/>
                  </a:lnTo>
                  <a:lnTo>
                    <a:pt x="141506" y="88203"/>
                  </a:lnTo>
                  <a:lnTo>
                    <a:pt x="141731" y="88203"/>
                  </a:lnTo>
                  <a:lnTo>
                    <a:pt x="141955" y="87978"/>
                  </a:lnTo>
                  <a:lnTo>
                    <a:pt x="142067" y="87754"/>
                  </a:lnTo>
                  <a:lnTo>
                    <a:pt x="141955" y="87417"/>
                  </a:lnTo>
                  <a:lnTo>
                    <a:pt x="141843" y="86968"/>
                  </a:lnTo>
                  <a:lnTo>
                    <a:pt x="141731" y="86519"/>
                  </a:lnTo>
                  <a:lnTo>
                    <a:pt x="141618" y="86183"/>
                  </a:lnTo>
                  <a:lnTo>
                    <a:pt x="141618" y="85734"/>
                  </a:lnTo>
                  <a:lnTo>
                    <a:pt x="141618" y="85397"/>
                  </a:lnTo>
                  <a:lnTo>
                    <a:pt x="141843" y="85061"/>
                  </a:lnTo>
                  <a:lnTo>
                    <a:pt x="141843" y="84724"/>
                  </a:lnTo>
                  <a:lnTo>
                    <a:pt x="141843" y="84275"/>
                  </a:lnTo>
                  <a:lnTo>
                    <a:pt x="141506" y="83826"/>
                  </a:lnTo>
                  <a:lnTo>
                    <a:pt x="141282" y="83602"/>
                  </a:lnTo>
                  <a:lnTo>
                    <a:pt x="141057" y="82928"/>
                  </a:lnTo>
                  <a:lnTo>
                    <a:pt x="141169" y="82480"/>
                  </a:lnTo>
                  <a:lnTo>
                    <a:pt x="141394" y="81806"/>
                  </a:lnTo>
                  <a:lnTo>
                    <a:pt x="141618" y="81357"/>
                  </a:lnTo>
                  <a:lnTo>
                    <a:pt x="141394" y="80796"/>
                  </a:lnTo>
                  <a:lnTo>
                    <a:pt x="141282" y="80460"/>
                  </a:lnTo>
                  <a:lnTo>
                    <a:pt x="141057" y="80347"/>
                  </a:lnTo>
                  <a:lnTo>
                    <a:pt x="140833" y="80123"/>
                  </a:lnTo>
                  <a:lnTo>
                    <a:pt x="140721" y="79786"/>
                  </a:lnTo>
                  <a:lnTo>
                    <a:pt x="140496" y="79562"/>
                  </a:lnTo>
                  <a:lnTo>
                    <a:pt x="140496" y="79225"/>
                  </a:lnTo>
                  <a:lnTo>
                    <a:pt x="140608" y="78776"/>
                  </a:lnTo>
                  <a:lnTo>
                    <a:pt x="140721" y="78215"/>
                  </a:lnTo>
                  <a:lnTo>
                    <a:pt x="140496" y="77879"/>
                  </a:lnTo>
                  <a:lnTo>
                    <a:pt x="140272" y="77766"/>
                  </a:lnTo>
                  <a:lnTo>
                    <a:pt x="140047" y="77430"/>
                  </a:lnTo>
                  <a:lnTo>
                    <a:pt x="139823" y="77093"/>
                  </a:lnTo>
                  <a:lnTo>
                    <a:pt x="139823" y="76869"/>
                  </a:lnTo>
                  <a:lnTo>
                    <a:pt x="139823" y="76532"/>
                  </a:lnTo>
                  <a:lnTo>
                    <a:pt x="139935" y="75971"/>
                  </a:lnTo>
                  <a:lnTo>
                    <a:pt x="139711" y="75747"/>
                  </a:lnTo>
                  <a:lnTo>
                    <a:pt x="139486" y="75522"/>
                  </a:lnTo>
                  <a:lnTo>
                    <a:pt x="139262" y="75410"/>
                  </a:lnTo>
                  <a:lnTo>
                    <a:pt x="139262" y="75185"/>
                  </a:lnTo>
                  <a:lnTo>
                    <a:pt x="139262" y="74737"/>
                  </a:lnTo>
                  <a:lnTo>
                    <a:pt x="139150" y="74288"/>
                  </a:lnTo>
                  <a:lnTo>
                    <a:pt x="138925" y="74063"/>
                  </a:lnTo>
                  <a:lnTo>
                    <a:pt x="138813" y="73727"/>
                  </a:lnTo>
                  <a:lnTo>
                    <a:pt x="138588" y="73390"/>
                  </a:lnTo>
                  <a:lnTo>
                    <a:pt x="138588" y="73053"/>
                  </a:lnTo>
                  <a:lnTo>
                    <a:pt x="138701" y="72829"/>
                  </a:lnTo>
                  <a:lnTo>
                    <a:pt x="138813" y="72492"/>
                  </a:lnTo>
                  <a:lnTo>
                    <a:pt x="138813" y="72043"/>
                  </a:lnTo>
                  <a:lnTo>
                    <a:pt x="138701" y="71594"/>
                  </a:lnTo>
                  <a:lnTo>
                    <a:pt x="138701" y="71370"/>
                  </a:lnTo>
                  <a:lnTo>
                    <a:pt x="138925" y="71033"/>
                  </a:lnTo>
                  <a:lnTo>
                    <a:pt x="138925" y="70697"/>
                  </a:lnTo>
                  <a:lnTo>
                    <a:pt x="138925" y="70360"/>
                  </a:lnTo>
                  <a:lnTo>
                    <a:pt x="138701" y="69911"/>
                  </a:lnTo>
                  <a:lnTo>
                    <a:pt x="138701" y="69687"/>
                  </a:lnTo>
                  <a:lnTo>
                    <a:pt x="138813" y="69350"/>
                  </a:lnTo>
                  <a:lnTo>
                    <a:pt x="138701" y="68789"/>
                  </a:lnTo>
                  <a:lnTo>
                    <a:pt x="138813" y="68003"/>
                  </a:lnTo>
                  <a:lnTo>
                    <a:pt x="138813" y="67442"/>
                  </a:lnTo>
                  <a:lnTo>
                    <a:pt x="139150" y="67106"/>
                  </a:lnTo>
                  <a:lnTo>
                    <a:pt x="139262" y="66881"/>
                  </a:lnTo>
                  <a:lnTo>
                    <a:pt x="139262" y="66432"/>
                  </a:lnTo>
                  <a:lnTo>
                    <a:pt x="139037" y="66096"/>
                  </a:lnTo>
                  <a:lnTo>
                    <a:pt x="138813" y="65871"/>
                  </a:lnTo>
                  <a:lnTo>
                    <a:pt x="138701" y="65535"/>
                  </a:lnTo>
                  <a:lnTo>
                    <a:pt x="138813" y="65086"/>
                  </a:lnTo>
                  <a:lnTo>
                    <a:pt x="138925" y="64525"/>
                  </a:lnTo>
                  <a:lnTo>
                    <a:pt x="138813" y="64076"/>
                  </a:lnTo>
                  <a:lnTo>
                    <a:pt x="138588" y="63739"/>
                  </a:lnTo>
                  <a:lnTo>
                    <a:pt x="138588" y="63290"/>
                  </a:lnTo>
                  <a:lnTo>
                    <a:pt x="138701" y="62954"/>
                  </a:lnTo>
                  <a:lnTo>
                    <a:pt x="138701" y="62280"/>
                  </a:lnTo>
                  <a:lnTo>
                    <a:pt x="138364" y="61719"/>
                  </a:lnTo>
                  <a:lnTo>
                    <a:pt x="137915" y="61270"/>
                  </a:lnTo>
                  <a:lnTo>
                    <a:pt x="137466" y="60934"/>
                  </a:lnTo>
                  <a:lnTo>
                    <a:pt x="136456" y="60485"/>
                  </a:lnTo>
                  <a:lnTo>
                    <a:pt x="136120" y="59924"/>
                  </a:lnTo>
                  <a:lnTo>
                    <a:pt x="136120" y="59250"/>
                  </a:lnTo>
                  <a:lnTo>
                    <a:pt x="136456" y="58914"/>
                  </a:lnTo>
                  <a:lnTo>
                    <a:pt x="137017" y="58689"/>
                  </a:lnTo>
                  <a:lnTo>
                    <a:pt x="138027" y="58689"/>
                  </a:lnTo>
                  <a:lnTo>
                    <a:pt x="139037" y="58802"/>
                  </a:lnTo>
                  <a:lnTo>
                    <a:pt x="140047" y="58802"/>
                  </a:lnTo>
                  <a:lnTo>
                    <a:pt x="141057" y="58914"/>
                  </a:lnTo>
                  <a:lnTo>
                    <a:pt x="142292" y="58914"/>
                  </a:lnTo>
                  <a:lnTo>
                    <a:pt x="143077" y="58914"/>
                  </a:lnTo>
                  <a:lnTo>
                    <a:pt x="143750" y="58802"/>
                  </a:lnTo>
                  <a:lnTo>
                    <a:pt x="144648" y="58353"/>
                  </a:lnTo>
                  <a:lnTo>
                    <a:pt x="145546" y="58016"/>
                  </a:lnTo>
                  <a:lnTo>
                    <a:pt x="146780" y="57455"/>
                  </a:lnTo>
                  <a:lnTo>
                    <a:pt x="147678" y="57006"/>
                  </a:lnTo>
                  <a:lnTo>
                    <a:pt x="147903" y="56445"/>
                  </a:lnTo>
                  <a:lnTo>
                    <a:pt x="148127" y="56108"/>
                  </a:lnTo>
                  <a:lnTo>
                    <a:pt x="148576" y="55660"/>
                  </a:lnTo>
                  <a:lnTo>
                    <a:pt x="149025" y="55323"/>
                  </a:lnTo>
                  <a:lnTo>
                    <a:pt x="149137" y="54874"/>
                  </a:lnTo>
                  <a:lnTo>
                    <a:pt x="148688" y="54425"/>
                  </a:lnTo>
                  <a:lnTo>
                    <a:pt x="148800" y="53864"/>
                  </a:lnTo>
                  <a:lnTo>
                    <a:pt x="148913" y="53527"/>
                  </a:lnTo>
                  <a:lnTo>
                    <a:pt x="149361" y="53303"/>
                  </a:lnTo>
                  <a:lnTo>
                    <a:pt x="149698" y="53191"/>
                  </a:lnTo>
                  <a:lnTo>
                    <a:pt x="149922" y="52630"/>
                  </a:lnTo>
                  <a:lnTo>
                    <a:pt x="149586" y="52405"/>
                  </a:lnTo>
                  <a:lnTo>
                    <a:pt x="149025" y="51956"/>
                  </a:lnTo>
                  <a:lnTo>
                    <a:pt x="148913" y="51732"/>
                  </a:lnTo>
                  <a:lnTo>
                    <a:pt x="149025" y="51171"/>
                  </a:lnTo>
                  <a:lnTo>
                    <a:pt x="149698" y="50834"/>
                  </a:lnTo>
                  <a:lnTo>
                    <a:pt x="149922" y="50385"/>
                  </a:lnTo>
                  <a:lnTo>
                    <a:pt x="149586" y="49936"/>
                  </a:lnTo>
                  <a:lnTo>
                    <a:pt x="148913" y="49375"/>
                  </a:lnTo>
                  <a:lnTo>
                    <a:pt x="148800" y="48926"/>
                  </a:lnTo>
                  <a:lnTo>
                    <a:pt x="149025" y="48702"/>
                  </a:lnTo>
                  <a:lnTo>
                    <a:pt x="149249" y="48365"/>
                  </a:lnTo>
                  <a:lnTo>
                    <a:pt x="149474" y="47692"/>
                  </a:lnTo>
                  <a:lnTo>
                    <a:pt x="149249" y="47355"/>
                  </a:lnTo>
                  <a:lnTo>
                    <a:pt x="148913" y="46794"/>
                  </a:lnTo>
                  <a:lnTo>
                    <a:pt x="148913" y="46345"/>
                  </a:lnTo>
                  <a:lnTo>
                    <a:pt x="149025" y="45897"/>
                  </a:lnTo>
                  <a:lnTo>
                    <a:pt x="149249" y="45448"/>
                  </a:lnTo>
                  <a:lnTo>
                    <a:pt x="149249" y="45111"/>
                  </a:lnTo>
                  <a:lnTo>
                    <a:pt x="148913" y="44662"/>
                  </a:lnTo>
                  <a:lnTo>
                    <a:pt x="148688" y="44438"/>
                  </a:lnTo>
                  <a:lnTo>
                    <a:pt x="148688" y="43877"/>
                  </a:lnTo>
                  <a:lnTo>
                    <a:pt x="148800" y="43428"/>
                  </a:lnTo>
                  <a:lnTo>
                    <a:pt x="148688" y="42754"/>
                  </a:lnTo>
                  <a:lnTo>
                    <a:pt x="148351" y="42306"/>
                  </a:lnTo>
                  <a:lnTo>
                    <a:pt x="148239" y="41857"/>
                  </a:lnTo>
                  <a:lnTo>
                    <a:pt x="148351" y="41296"/>
                  </a:lnTo>
                  <a:lnTo>
                    <a:pt x="148351" y="40847"/>
                  </a:lnTo>
                  <a:lnTo>
                    <a:pt x="148239" y="40398"/>
                  </a:lnTo>
                  <a:lnTo>
                    <a:pt x="151830" y="39051"/>
                  </a:lnTo>
                  <a:lnTo>
                    <a:pt x="158339" y="36695"/>
                  </a:lnTo>
                  <a:lnTo>
                    <a:pt x="158114" y="34563"/>
                  </a:lnTo>
                  <a:lnTo>
                    <a:pt x="158114" y="34114"/>
                  </a:lnTo>
                  <a:lnTo>
                    <a:pt x="165296" y="32879"/>
                  </a:lnTo>
                  <a:lnTo>
                    <a:pt x="165409" y="33889"/>
                  </a:lnTo>
                  <a:lnTo>
                    <a:pt x="165409" y="34226"/>
                  </a:lnTo>
                  <a:lnTo>
                    <a:pt x="172366" y="33777"/>
                  </a:lnTo>
                  <a:lnTo>
                    <a:pt x="177640" y="31757"/>
                  </a:lnTo>
                  <a:lnTo>
                    <a:pt x="186618" y="28054"/>
                  </a:lnTo>
                  <a:lnTo>
                    <a:pt x="189535" y="26820"/>
                  </a:lnTo>
                  <a:lnTo>
                    <a:pt x="189760" y="26707"/>
                  </a:lnTo>
                  <a:lnTo>
                    <a:pt x="190545" y="26483"/>
                  </a:lnTo>
                  <a:lnTo>
                    <a:pt x="200645" y="21882"/>
                  </a:lnTo>
                  <a:lnTo>
                    <a:pt x="210296" y="17505"/>
                  </a:lnTo>
                  <a:lnTo>
                    <a:pt x="213662" y="16047"/>
                  </a:lnTo>
                  <a:lnTo>
                    <a:pt x="218712" y="13690"/>
                  </a:lnTo>
                  <a:lnTo>
                    <a:pt x="221293" y="12568"/>
                  </a:lnTo>
                  <a:lnTo>
                    <a:pt x="228026" y="9538"/>
                  </a:lnTo>
                  <a:lnTo>
                    <a:pt x="228587" y="9314"/>
                  </a:lnTo>
                  <a:lnTo>
                    <a:pt x="228250" y="7406"/>
                  </a:lnTo>
                  <a:lnTo>
                    <a:pt x="227353" y="3029"/>
                  </a:lnTo>
                  <a:lnTo>
                    <a:pt x="227241" y="1907"/>
                  </a:lnTo>
                  <a:lnTo>
                    <a:pt x="228475" y="1009"/>
                  </a:lnTo>
                  <a:lnTo>
                    <a:pt x="230046" y="112"/>
                  </a:lnTo>
                  <a:lnTo>
                    <a:pt x="230270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674547" y="2334390"/>
              <a:ext cx="311404" cy="1065732"/>
            </a:xfrm>
            <a:custGeom>
              <a:avLst/>
              <a:pathLst>
                <a:path w="311404" h="1065732">
                  <a:moveTo>
                    <a:pt x="160471" y="224"/>
                  </a:moveTo>
                  <a:lnTo>
                    <a:pt x="160583" y="785"/>
                  </a:lnTo>
                  <a:lnTo>
                    <a:pt x="160695" y="1234"/>
                  </a:lnTo>
                  <a:lnTo>
                    <a:pt x="160695" y="1795"/>
                  </a:lnTo>
                  <a:lnTo>
                    <a:pt x="160808" y="2356"/>
                  </a:lnTo>
                  <a:lnTo>
                    <a:pt x="160808" y="3029"/>
                  </a:lnTo>
                  <a:lnTo>
                    <a:pt x="160920" y="3703"/>
                  </a:lnTo>
                  <a:lnTo>
                    <a:pt x="163837" y="31533"/>
                  </a:lnTo>
                  <a:lnTo>
                    <a:pt x="164174" y="34787"/>
                  </a:lnTo>
                  <a:lnTo>
                    <a:pt x="165296" y="46907"/>
                  </a:lnTo>
                  <a:lnTo>
                    <a:pt x="166082" y="54088"/>
                  </a:lnTo>
                  <a:lnTo>
                    <a:pt x="166194" y="56445"/>
                  </a:lnTo>
                  <a:lnTo>
                    <a:pt x="166755" y="62280"/>
                  </a:lnTo>
                  <a:lnTo>
                    <a:pt x="167316" y="67891"/>
                  </a:lnTo>
                  <a:lnTo>
                    <a:pt x="167316" y="68116"/>
                  </a:lnTo>
                  <a:lnTo>
                    <a:pt x="167428" y="68677"/>
                  </a:lnTo>
                  <a:lnTo>
                    <a:pt x="167428" y="69126"/>
                  </a:lnTo>
                  <a:lnTo>
                    <a:pt x="167541" y="70248"/>
                  </a:lnTo>
                  <a:lnTo>
                    <a:pt x="167541" y="71258"/>
                  </a:lnTo>
                  <a:lnTo>
                    <a:pt x="167653" y="72380"/>
                  </a:lnTo>
                  <a:lnTo>
                    <a:pt x="167765" y="72941"/>
                  </a:lnTo>
                  <a:lnTo>
                    <a:pt x="167765" y="73502"/>
                  </a:lnTo>
                  <a:lnTo>
                    <a:pt x="167877" y="74400"/>
                  </a:lnTo>
                  <a:lnTo>
                    <a:pt x="167990" y="76308"/>
                  </a:lnTo>
                  <a:lnTo>
                    <a:pt x="168214" y="78328"/>
                  </a:lnTo>
                  <a:lnTo>
                    <a:pt x="168326" y="79674"/>
                  </a:lnTo>
                  <a:lnTo>
                    <a:pt x="168326" y="80011"/>
                  </a:lnTo>
                  <a:lnTo>
                    <a:pt x="168438" y="81470"/>
                  </a:lnTo>
                  <a:lnTo>
                    <a:pt x="168551" y="82480"/>
                  </a:lnTo>
                  <a:lnTo>
                    <a:pt x="168551" y="82928"/>
                  </a:lnTo>
                  <a:lnTo>
                    <a:pt x="168551" y="83265"/>
                  </a:lnTo>
                  <a:lnTo>
                    <a:pt x="168775" y="85061"/>
                  </a:lnTo>
                  <a:lnTo>
                    <a:pt x="168999" y="86968"/>
                  </a:lnTo>
                  <a:lnTo>
                    <a:pt x="170122" y="97966"/>
                  </a:lnTo>
                  <a:lnTo>
                    <a:pt x="171805" y="115359"/>
                  </a:lnTo>
                  <a:lnTo>
                    <a:pt x="171917" y="116930"/>
                  </a:lnTo>
                  <a:lnTo>
                    <a:pt x="174049" y="140833"/>
                  </a:lnTo>
                  <a:lnTo>
                    <a:pt x="174274" y="143750"/>
                  </a:lnTo>
                  <a:lnTo>
                    <a:pt x="176518" y="166531"/>
                  </a:lnTo>
                  <a:lnTo>
                    <a:pt x="176630" y="167765"/>
                  </a:lnTo>
                  <a:lnTo>
                    <a:pt x="176743" y="168775"/>
                  </a:lnTo>
                  <a:lnTo>
                    <a:pt x="176855" y="169561"/>
                  </a:lnTo>
                  <a:lnTo>
                    <a:pt x="176855" y="170009"/>
                  </a:lnTo>
                  <a:lnTo>
                    <a:pt x="178426" y="186618"/>
                  </a:lnTo>
                  <a:lnTo>
                    <a:pt x="179436" y="197615"/>
                  </a:lnTo>
                  <a:lnTo>
                    <a:pt x="180109" y="205134"/>
                  </a:lnTo>
                  <a:lnTo>
                    <a:pt x="181007" y="214111"/>
                  </a:lnTo>
                  <a:lnTo>
                    <a:pt x="181792" y="221630"/>
                  </a:lnTo>
                  <a:lnTo>
                    <a:pt x="181792" y="223201"/>
                  </a:lnTo>
                  <a:lnTo>
                    <a:pt x="181792" y="223874"/>
                  </a:lnTo>
                  <a:lnTo>
                    <a:pt x="182353" y="231280"/>
                  </a:lnTo>
                  <a:lnTo>
                    <a:pt x="183139" y="240482"/>
                  </a:lnTo>
                  <a:lnTo>
                    <a:pt x="185720" y="267527"/>
                  </a:lnTo>
                  <a:lnTo>
                    <a:pt x="186169" y="272689"/>
                  </a:lnTo>
                  <a:lnTo>
                    <a:pt x="186954" y="280432"/>
                  </a:lnTo>
                  <a:lnTo>
                    <a:pt x="187291" y="283686"/>
                  </a:lnTo>
                  <a:lnTo>
                    <a:pt x="187852" y="289409"/>
                  </a:lnTo>
                  <a:lnTo>
                    <a:pt x="188189" y="293898"/>
                  </a:lnTo>
                  <a:lnTo>
                    <a:pt x="188862" y="301416"/>
                  </a:lnTo>
                  <a:lnTo>
                    <a:pt x="189648" y="308262"/>
                  </a:lnTo>
                  <a:lnTo>
                    <a:pt x="189872" y="311404"/>
                  </a:lnTo>
                  <a:lnTo>
                    <a:pt x="189984" y="312526"/>
                  </a:lnTo>
                  <a:lnTo>
                    <a:pt x="189984" y="312975"/>
                  </a:lnTo>
                  <a:lnTo>
                    <a:pt x="189984" y="314097"/>
                  </a:lnTo>
                  <a:lnTo>
                    <a:pt x="191443" y="324646"/>
                  </a:lnTo>
                  <a:lnTo>
                    <a:pt x="191555" y="325319"/>
                  </a:lnTo>
                  <a:lnTo>
                    <a:pt x="193014" y="334633"/>
                  </a:lnTo>
                  <a:lnTo>
                    <a:pt x="193575" y="338112"/>
                  </a:lnTo>
                  <a:lnTo>
                    <a:pt x="194249" y="342376"/>
                  </a:lnTo>
                  <a:lnTo>
                    <a:pt x="194697" y="345406"/>
                  </a:lnTo>
                  <a:lnTo>
                    <a:pt x="196942" y="359545"/>
                  </a:lnTo>
                  <a:lnTo>
                    <a:pt x="197054" y="360106"/>
                  </a:lnTo>
                  <a:lnTo>
                    <a:pt x="197727" y="364483"/>
                  </a:lnTo>
                  <a:lnTo>
                    <a:pt x="199074" y="372899"/>
                  </a:lnTo>
                  <a:lnTo>
                    <a:pt x="200308" y="380979"/>
                  </a:lnTo>
                  <a:lnTo>
                    <a:pt x="200982" y="384907"/>
                  </a:lnTo>
                  <a:lnTo>
                    <a:pt x="202889" y="397587"/>
                  </a:lnTo>
                  <a:lnTo>
                    <a:pt x="231729" y="393435"/>
                  </a:lnTo>
                  <a:lnTo>
                    <a:pt x="242951" y="391640"/>
                  </a:lnTo>
                  <a:lnTo>
                    <a:pt x="255407" y="389844"/>
                  </a:lnTo>
                  <a:lnTo>
                    <a:pt x="257539" y="401851"/>
                  </a:lnTo>
                  <a:lnTo>
                    <a:pt x="262477" y="426876"/>
                  </a:lnTo>
                  <a:lnTo>
                    <a:pt x="262589" y="427886"/>
                  </a:lnTo>
                  <a:lnTo>
                    <a:pt x="262589" y="428335"/>
                  </a:lnTo>
                  <a:lnTo>
                    <a:pt x="262589" y="429120"/>
                  </a:lnTo>
                  <a:lnTo>
                    <a:pt x="262701" y="430579"/>
                  </a:lnTo>
                  <a:lnTo>
                    <a:pt x="262814" y="433833"/>
                  </a:lnTo>
                  <a:lnTo>
                    <a:pt x="272352" y="479955"/>
                  </a:lnTo>
                  <a:lnTo>
                    <a:pt x="274596" y="490503"/>
                  </a:lnTo>
                  <a:lnTo>
                    <a:pt x="274484" y="494094"/>
                  </a:lnTo>
                  <a:lnTo>
                    <a:pt x="274596" y="494880"/>
                  </a:lnTo>
                  <a:lnTo>
                    <a:pt x="275045" y="497910"/>
                  </a:lnTo>
                  <a:lnTo>
                    <a:pt x="281442" y="528994"/>
                  </a:lnTo>
                  <a:lnTo>
                    <a:pt x="281778" y="530116"/>
                  </a:lnTo>
                  <a:lnTo>
                    <a:pt x="281891" y="530453"/>
                  </a:lnTo>
                  <a:lnTo>
                    <a:pt x="281891" y="530790"/>
                  </a:lnTo>
                  <a:lnTo>
                    <a:pt x="285818" y="547286"/>
                  </a:lnTo>
                  <a:lnTo>
                    <a:pt x="293673" y="580390"/>
                  </a:lnTo>
                  <a:lnTo>
                    <a:pt x="298835" y="603619"/>
                  </a:lnTo>
                  <a:lnTo>
                    <a:pt x="302539" y="620003"/>
                  </a:lnTo>
                  <a:lnTo>
                    <a:pt x="303549" y="624604"/>
                  </a:lnTo>
                  <a:lnTo>
                    <a:pt x="303773" y="625726"/>
                  </a:lnTo>
                  <a:lnTo>
                    <a:pt x="304783" y="629990"/>
                  </a:lnTo>
                  <a:lnTo>
                    <a:pt x="306691" y="638407"/>
                  </a:lnTo>
                  <a:lnTo>
                    <a:pt x="307364" y="641212"/>
                  </a:lnTo>
                  <a:lnTo>
                    <a:pt x="309608" y="652209"/>
                  </a:lnTo>
                  <a:lnTo>
                    <a:pt x="310169" y="654454"/>
                  </a:lnTo>
                  <a:lnTo>
                    <a:pt x="311067" y="658942"/>
                  </a:lnTo>
                  <a:lnTo>
                    <a:pt x="311404" y="660850"/>
                  </a:lnTo>
                  <a:lnTo>
                    <a:pt x="311404" y="661075"/>
                  </a:lnTo>
                  <a:lnTo>
                    <a:pt x="310506" y="661187"/>
                  </a:lnTo>
                  <a:lnTo>
                    <a:pt x="262926" y="668593"/>
                  </a:lnTo>
                  <a:lnTo>
                    <a:pt x="245981" y="670725"/>
                  </a:lnTo>
                  <a:lnTo>
                    <a:pt x="247103" y="678468"/>
                  </a:lnTo>
                  <a:lnTo>
                    <a:pt x="247328" y="680152"/>
                  </a:lnTo>
                  <a:lnTo>
                    <a:pt x="256642" y="740861"/>
                  </a:lnTo>
                  <a:lnTo>
                    <a:pt x="264048" y="788891"/>
                  </a:lnTo>
                  <a:lnTo>
                    <a:pt x="264160" y="790237"/>
                  </a:lnTo>
                  <a:lnTo>
                    <a:pt x="266966" y="808192"/>
                  </a:lnTo>
                  <a:lnTo>
                    <a:pt x="267527" y="811559"/>
                  </a:lnTo>
                  <a:lnTo>
                    <a:pt x="267527" y="811783"/>
                  </a:lnTo>
                  <a:lnTo>
                    <a:pt x="267639" y="812569"/>
                  </a:lnTo>
                  <a:lnTo>
                    <a:pt x="267976" y="814588"/>
                  </a:lnTo>
                  <a:lnTo>
                    <a:pt x="269210" y="822331"/>
                  </a:lnTo>
                  <a:lnTo>
                    <a:pt x="269771" y="826035"/>
                  </a:lnTo>
                  <a:lnTo>
                    <a:pt x="269996" y="827045"/>
                  </a:lnTo>
                  <a:lnTo>
                    <a:pt x="269996" y="827381"/>
                  </a:lnTo>
                  <a:lnTo>
                    <a:pt x="270220" y="828616"/>
                  </a:lnTo>
                  <a:lnTo>
                    <a:pt x="271342" y="835573"/>
                  </a:lnTo>
                  <a:lnTo>
                    <a:pt x="272128" y="840847"/>
                  </a:lnTo>
                  <a:lnTo>
                    <a:pt x="273250" y="848366"/>
                  </a:lnTo>
                  <a:lnTo>
                    <a:pt x="273699" y="850835"/>
                  </a:lnTo>
                  <a:lnTo>
                    <a:pt x="274709" y="857231"/>
                  </a:lnTo>
                  <a:lnTo>
                    <a:pt x="274821" y="858353"/>
                  </a:lnTo>
                  <a:lnTo>
                    <a:pt x="275158" y="860486"/>
                  </a:lnTo>
                  <a:lnTo>
                    <a:pt x="276392" y="868004"/>
                  </a:lnTo>
                  <a:lnTo>
                    <a:pt x="278187" y="879450"/>
                  </a:lnTo>
                  <a:lnTo>
                    <a:pt x="278636" y="882929"/>
                  </a:lnTo>
                  <a:lnTo>
                    <a:pt x="279422" y="887867"/>
                  </a:lnTo>
                  <a:lnTo>
                    <a:pt x="280207" y="892692"/>
                  </a:lnTo>
                  <a:lnTo>
                    <a:pt x="280768" y="896171"/>
                  </a:lnTo>
                  <a:lnTo>
                    <a:pt x="281105" y="898864"/>
                  </a:lnTo>
                  <a:lnTo>
                    <a:pt x="281330" y="900098"/>
                  </a:lnTo>
                  <a:lnTo>
                    <a:pt x="282339" y="906719"/>
                  </a:lnTo>
                  <a:lnTo>
                    <a:pt x="283462" y="913340"/>
                  </a:lnTo>
                  <a:lnTo>
                    <a:pt x="283686" y="915360"/>
                  </a:lnTo>
                  <a:lnTo>
                    <a:pt x="286155" y="930958"/>
                  </a:lnTo>
                  <a:lnTo>
                    <a:pt x="287614" y="940272"/>
                  </a:lnTo>
                  <a:lnTo>
                    <a:pt x="289073" y="949586"/>
                  </a:lnTo>
                  <a:lnTo>
                    <a:pt x="289521" y="952392"/>
                  </a:lnTo>
                  <a:lnTo>
                    <a:pt x="289746" y="954300"/>
                  </a:lnTo>
                  <a:lnTo>
                    <a:pt x="289858" y="955983"/>
                  </a:lnTo>
                  <a:lnTo>
                    <a:pt x="289858" y="957554"/>
                  </a:lnTo>
                  <a:lnTo>
                    <a:pt x="289858" y="958676"/>
                  </a:lnTo>
                  <a:lnTo>
                    <a:pt x="289858" y="958901"/>
                  </a:lnTo>
                  <a:lnTo>
                    <a:pt x="289858" y="960135"/>
                  </a:lnTo>
                  <a:lnTo>
                    <a:pt x="289970" y="960696"/>
                  </a:lnTo>
                  <a:lnTo>
                    <a:pt x="289970" y="962492"/>
                  </a:lnTo>
                  <a:lnTo>
                    <a:pt x="290082" y="964063"/>
                  </a:lnTo>
                  <a:lnTo>
                    <a:pt x="290756" y="968888"/>
                  </a:lnTo>
                  <a:lnTo>
                    <a:pt x="291317" y="972703"/>
                  </a:lnTo>
                  <a:lnTo>
                    <a:pt x="291429" y="973489"/>
                  </a:lnTo>
                  <a:lnTo>
                    <a:pt x="291766" y="975172"/>
                  </a:lnTo>
                  <a:lnTo>
                    <a:pt x="294796" y="993800"/>
                  </a:lnTo>
                  <a:lnTo>
                    <a:pt x="295357" y="997055"/>
                  </a:lnTo>
                  <a:lnTo>
                    <a:pt x="298050" y="1013326"/>
                  </a:lnTo>
                  <a:lnTo>
                    <a:pt x="298162" y="1014448"/>
                  </a:lnTo>
                  <a:lnTo>
                    <a:pt x="298274" y="1014785"/>
                  </a:lnTo>
                  <a:lnTo>
                    <a:pt x="298723" y="1017254"/>
                  </a:lnTo>
                  <a:lnTo>
                    <a:pt x="298948" y="1018600"/>
                  </a:lnTo>
                  <a:lnTo>
                    <a:pt x="295020" y="1019274"/>
                  </a:lnTo>
                  <a:lnTo>
                    <a:pt x="287165" y="1020396"/>
                  </a:lnTo>
                  <a:lnTo>
                    <a:pt x="283349" y="1020957"/>
                  </a:lnTo>
                  <a:lnTo>
                    <a:pt x="271118" y="1022640"/>
                  </a:lnTo>
                  <a:lnTo>
                    <a:pt x="269210" y="1022977"/>
                  </a:lnTo>
                  <a:lnTo>
                    <a:pt x="266405" y="1023426"/>
                  </a:lnTo>
                  <a:lnTo>
                    <a:pt x="262814" y="1024211"/>
                  </a:lnTo>
                  <a:lnTo>
                    <a:pt x="262477" y="1024211"/>
                  </a:lnTo>
                  <a:lnTo>
                    <a:pt x="258549" y="1025333"/>
                  </a:lnTo>
                  <a:lnTo>
                    <a:pt x="253163" y="1027017"/>
                  </a:lnTo>
                  <a:lnTo>
                    <a:pt x="250133" y="1028027"/>
                  </a:lnTo>
                  <a:lnTo>
                    <a:pt x="239921" y="1031393"/>
                  </a:lnTo>
                  <a:lnTo>
                    <a:pt x="238462" y="1031954"/>
                  </a:lnTo>
                  <a:lnTo>
                    <a:pt x="219834" y="1038126"/>
                  </a:lnTo>
                  <a:lnTo>
                    <a:pt x="215570" y="1039585"/>
                  </a:lnTo>
                  <a:lnTo>
                    <a:pt x="214784" y="1039810"/>
                  </a:lnTo>
                  <a:lnTo>
                    <a:pt x="202665" y="1044074"/>
                  </a:lnTo>
                  <a:lnTo>
                    <a:pt x="197054" y="1045869"/>
                  </a:lnTo>
                  <a:lnTo>
                    <a:pt x="195932" y="1046318"/>
                  </a:lnTo>
                  <a:lnTo>
                    <a:pt x="191443" y="1047777"/>
                  </a:lnTo>
                  <a:lnTo>
                    <a:pt x="186505" y="1049236"/>
                  </a:lnTo>
                  <a:lnTo>
                    <a:pt x="183924" y="1049909"/>
                  </a:lnTo>
                  <a:lnTo>
                    <a:pt x="181680" y="1050358"/>
                  </a:lnTo>
                  <a:lnTo>
                    <a:pt x="179211" y="1050919"/>
                  </a:lnTo>
                  <a:lnTo>
                    <a:pt x="177865" y="1051144"/>
                  </a:lnTo>
                  <a:lnTo>
                    <a:pt x="175171" y="1051592"/>
                  </a:lnTo>
                  <a:lnTo>
                    <a:pt x="170234" y="1052490"/>
                  </a:lnTo>
                  <a:lnTo>
                    <a:pt x="168775" y="1052715"/>
                  </a:lnTo>
                  <a:lnTo>
                    <a:pt x="167092" y="1053051"/>
                  </a:lnTo>
                  <a:lnTo>
                    <a:pt x="150932" y="1055745"/>
                  </a:lnTo>
                  <a:lnTo>
                    <a:pt x="147454" y="1056306"/>
                  </a:lnTo>
                  <a:lnTo>
                    <a:pt x="136569" y="1058101"/>
                  </a:lnTo>
                  <a:lnTo>
                    <a:pt x="134885" y="1058438"/>
                  </a:lnTo>
                  <a:lnTo>
                    <a:pt x="131519" y="1058999"/>
                  </a:lnTo>
                  <a:lnTo>
                    <a:pt x="113901" y="1061692"/>
                  </a:lnTo>
                  <a:lnTo>
                    <a:pt x="109749" y="1062365"/>
                  </a:lnTo>
                  <a:lnTo>
                    <a:pt x="108963" y="1062590"/>
                  </a:lnTo>
                  <a:lnTo>
                    <a:pt x="98302" y="1064497"/>
                  </a:lnTo>
                  <a:lnTo>
                    <a:pt x="95721" y="1064946"/>
                  </a:lnTo>
                  <a:lnTo>
                    <a:pt x="91120" y="1065732"/>
                  </a:lnTo>
                  <a:lnTo>
                    <a:pt x="89437" y="1062365"/>
                  </a:lnTo>
                  <a:lnTo>
                    <a:pt x="86968" y="1057316"/>
                  </a:lnTo>
                  <a:lnTo>
                    <a:pt x="86632" y="1056306"/>
                  </a:lnTo>
                  <a:lnTo>
                    <a:pt x="86295" y="1055745"/>
                  </a:lnTo>
                  <a:lnTo>
                    <a:pt x="85173" y="1053388"/>
                  </a:lnTo>
                  <a:lnTo>
                    <a:pt x="84836" y="1052715"/>
                  </a:lnTo>
                  <a:lnTo>
                    <a:pt x="82928" y="1049011"/>
                  </a:lnTo>
                  <a:lnTo>
                    <a:pt x="81806" y="1046655"/>
                  </a:lnTo>
                  <a:lnTo>
                    <a:pt x="79337" y="1041717"/>
                  </a:lnTo>
                  <a:lnTo>
                    <a:pt x="77879" y="1038912"/>
                  </a:lnTo>
                  <a:lnTo>
                    <a:pt x="76869" y="1037004"/>
                  </a:lnTo>
                  <a:lnTo>
                    <a:pt x="75185" y="1033638"/>
                  </a:lnTo>
                  <a:lnTo>
                    <a:pt x="74400" y="1032179"/>
                  </a:lnTo>
                  <a:lnTo>
                    <a:pt x="73278" y="1029822"/>
                  </a:lnTo>
                  <a:lnTo>
                    <a:pt x="72829" y="1028924"/>
                  </a:lnTo>
                  <a:lnTo>
                    <a:pt x="71258" y="1025782"/>
                  </a:lnTo>
                  <a:lnTo>
                    <a:pt x="70023" y="1022640"/>
                  </a:lnTo>
                  <a:lnTo>
                    <a:pt x="69687" y="1021743"/>
                  </a:lnTo>
                  <a:lnTo>
                    <a:pt x="69238" y="1020845"/>
                  </a:lnTo>
                  <a:lnTo>
                    <a:pt x="69013" y="1020284"/>
                  </a:lnTo>
                  <a:lnTo>
                    <a:pt x="67891" y="1017815"/>
                  </a:lnTo>
                  <a:lnTo>
                    <a:pt x="67218" y="1015458"/>
                  </a:lnTo>
                  <a:lnTo>
                    <a:pt x="65871" y="1010296"/>
                  </a:lnTo>
                  <a:lnTo>
                    <a:pt x="64637" y="1006256"/>
                  </a:lnTo>
                  <a:lnTo>
                    <a:pt x="64413" y="1005471"/>
                  </a:lnTo>
                  <a:lnTo>
                    <a:pt x="64188" y="1004573"/>
                  </a:lnTo>
                  <a:lnTo>
                    <a:pt x="62393" y="998401"/>
                  </a:lnTo>
                  <a:lnTo>
                    <a:pt x="62280" y="997728"/>
                  </a:lnTo>
                  <a:lnTo>
                    <a:pt x="62168" y="997503"/>
                  </a:lnTo>
                  <a:lnTo>
                    <a:pt x="62168" y="997167"/>
                  </a:lnTo>
                  <a:lnTo>
                    <a:pt x="61719" y="994922"/>
                  </a:lnTo>
                  <a:lnTo>
                    <a:pt x="60822" y="991107"/>
                  </a:lnTo>
                  <a:lnTo>
                    <a:pt x="59138" y="983925"/>
                  </a:lnTo>
                  <a:lnTo>
                    <a:pt x="58465" y="981232"/>
                  </a:lnTo>
                  <a:lnTo>
                    <a:pt x="58128" y="979997"/>
                  </a:lnTo>
                  <a:lnTo>
                    <a:pt x="56445" y="972367"/>
                  </a:lnTo>
                  <a:lnTo>
                    <a:pt x="55772" y="969561"/>
                  </a:lnTo>
                  <a:lnTo>
                    <a:pt x="55435" y="967766"/>
                  </a:lnTo>
                  <a:lnTo>
                    <a:pt x="55211" y="966868"/>
                  </a:lnTo>
                  <a:lnTo>
                    <a:pt x="54650" y="964287"/>
                  </a:lnTo>
                  <a:lnTo>
                    <a:pt x="54088" y="962043"/>
                  </a:lnTo>
                  <a:lnTo>
                    <a:pt x="53752" y="960584"/>
                  </a:lnTo>
                  <a:lnTo>
                    <a:pt x="52181" y="953626"/>
                  </a:lnTo>
                  <a:lnTo>
                    <a:pt x="51956" y="952841"/>
                  </a:lnTo>
                  <a:lnTo>
                    <a:pt x="51844" y="952167"/>
                  </a:lnTo>
                  <a:lnTo>
                    <a:pt x="51507" y="950596"/>
                  </a:lnTo>
                  <a:lnTo>
                    <a:pt x="49936" y="943527"/>
                  </a:lnTo>
                  <a:lnTo>
                    <a:pt x="49824" y="943190"/>
                  </a:lnTo>
                  <a:lnTo>
                    <a:pt x="49600" y="942292"/>
                  </a:lnTo>
                  <a:lnTo>
                    <a:pt x="48478" y="937355"/>
                  </a:lnTo>
                  <a:lnTo>
                    <a:pt x="48253" y="936569"/>
                  </a:lnTo>
                  <a:lnTo>
                    <a:pt x="47692" y="934213"/>
                  </a:lnTo>
                  <a:lnTo>
                    <a:pt x="47243" y="932080"/>
                  </a:lnTo>
                  <a:lnTo>
                    <a:pt x="47131" y="931744"/>
                  </a:lnTo>
                  <a:lnTo>
                    <a:pt x="46009" y="927367"/>
                  </a:lnTo>
                  <a:lnTo>
                    <a:pt x="45448" y="925235"/>
                  </a:lnTo>
                  <a:lnTo>
                    <a:pt x="45111" y="923889"/>
                  </a:lnTo>
                  <a:lnTo>
                    <a:pt x="44662" y="921869"/>
                  </a:lnTo>
                  <a:lnTo>
                    <a:pt x="44438" y="921420"/>
                  </a:lnTo>
                  <a:lnTo>
                    <a:pt x="43540" y="917717"/>
                  </a:lnTo>
                  <a:lnTo>
                    <a:pt x="42418" y="913340"/>
                  </a:lnTo>
                  <a:lnTo>
                    <a:pt x="41745" y="910759"/>
                  </a:lnTo>
                  <a:lnTo>
                    <a:pt x="41183" y="908178"/>
                  </a:lnTo>
                  <a:lnTo>
                    <a:pt x="40510" y="905822"/>
                  </a:lnTo>
                  <a:lnTo>
                    <a:pt x="40173" y="904475"/>
                  </a:lnTo>
                  <a:lnTo>
                    <a:pt x="39164" y="899425"/>
                  </a:lnTo>
                  <a:lnTo>
                    <a:pt x="39051" y="898527"/>
                  </a:lnTo>
                  <a:lnTo>
                    <a:pt x="38827" y="897742"/>
                  </a:lnTo>
                  <a:lnTo>
                    <a:pt x="36919" y="888091"/>
                  </a:lnTo>
                  <a:lnTo>
                    <a:pt x="36583" y="886520"/>
                  </a:lnTo>
                  <a:lnTo>
                    <a:pt x="36470" y="886296"/>
                  </a:lnTo>
                  <a:lnTo>
                    <a:pt x="36583" y="882929"/>
                  </a:lnTo>
                  <a:lnTo>
                    <a:pt x="37144" y="880348"/>
                  </a:lnTo>
                  <a:lnTo>
                    <a:pt x="37256" y="880124"/>
                  </a:lnTo>
                  <a:lnTo>
                    <a:pt x="37256" y="879899"/>
                  </a:lnTo>
                  <a:lnTo>
                    <a:pt x="37592" y="878777"/>
                  </a:lnTo>
                  <a:lnTo>
                    <a:pt x="40847" y="870922"/>
                  </a:lnTo>
                  <a:lnTo>
                    <a:pt x="41183" y="870024"/>
                  </a:lnTo>
                  <a:lnTo>
                    <a:pt x="42530" y="866994"/>
                  </a:lnTo>
                  <a:lnTo>
                    <a:pt x="43316" y="865423"/>
                  </a:lnTo>
                  <a:lnTo>
                    <a:pt x="44101" y="863740"/>
                  </a:lnTo>
                  <a:lnTo>
                    <a:pt x="44774" y="862057"/>
                  </a:lnTo>
                  <a:lnTo>
                    <a:pt x="45560" y="860373"/>
                  </a:lnTo>
                  <a:lnTo>
                    <a:pt x="46570" y="858466"/>
                  </a:lnTo>
                  <a:lnTo>
                    <a:pt x="47804" y="855772"/>
                  </a:lnTo>
                  <a:lnTo>
                    <a:pt x="49039" y="853079"/>
                  </a:lnTo>
                  <a:lnTo>
                    <a:pt x="49824" y="851396"/>
                  </a:lnTo>
                  <a:lnTo>
                    <a:pt x="52517" y="845224"/>
                  </a:lnTo>
                  <a:lnTo>
                    <a:pt x="61158" y="828279"/>
                  </a:lnTo>
                  <a:lnTo>
                    <a:pt x="62393" y="826147"/>
                  </a:lnTo>
                  <a:lnTo>
                    <a:pt x="62505" y="825810"/>
                  </a:lnTo>
                  <a:lnTo>
                    <a:pt x="62841" y="825137"/>
                  </a:lnTo>
                  <a:lnTo>
                    <a:pt x="68452" y="814701"/>
                  </a:lnTo>
                  <a:lnTo>
                    <a:pt x="69799" y="812007"/>
                  </a:lnTo>
                  <a:lnTo>
                    <a:pt x="71033" y="809651"/>
                  </a:lnTo>
                  <a:lnTo>
                    <a:pt x="77991" y="795511"/>
                  </a:lnTo>
                  <a:lnTo>
                    <a:pt x="78328" y="795063"/>
                  </a:lnTo>
                  <a:lnTo>
                    <a:pt x="84051" y="784290"/>
                  </a:lnTo>
                  <a:lnTo>
                    <a:pt x="85285" y="782158"/>
                  </a:lnTo>
                  <a:lnTo>
                    <a:pt x="87529" y="777781"/>
                  </a:lnTo>
                  <a:lnTo>
                    <a:pt x="92130" y="769477"/>
                  </a:lnTo>
                  <a:lnTo>
                    <a:pt x="92579" y="768804"/>
                  </a:lnTo>
                  <a:lnTo>
                    <a:pt x="97068" y="761173"/>
                  </a:lnTo>
                  <a:lnTo>
                    <a:pt x="97517" y="760499"/>
                  </a:lnTo>
                  <a:lnTo>
                    <a:pt x="100434" y="755337"/>
                  </a:lnTo>
                  <a:lnTo>
                    <a:pt x="102005" y="752195"/>
                  </a:lnTo>
                  <a:lnTo>
                    <a:pt x="102342" y="751634"/>
                  </a:lnTo>
                  <a:lnTo>
                    <a:pt x="103015" y="750063"/>
                  </a:lnTo>
                  <a:lnTo>
                    <a:pt x="103464" y="748941"/>
                  </a:lnTo>
                  <a:lnTo>
                    <a:pt x="104025" y="747482"/>
                  </a:lnTo>
                  <a:lnTo>
                    <a:pt x="104699" y="745126"/>
                  </a:lnTo>
                  <a:lnTo>
                    <a:pt x="105372" y="742545"/>
                  </a:lnTo>
                  <a:lnTo>
                    <a:pt x="106606" y="736036"/>
                  </a:lnTo>
                  <a:lnTo>
                    <a:pt x="106719" y="735587"/>
                  </a:lnTo>
                  <a:lnTo>
                    <a:pt x="106831" y="735138"/>
                  </a:lnTo>
                  <a:lnTo>
                    <a:pt x="90335" y="733455"/>
                  </a:lnTo>
                  <a:lnTo>
                    <a:pt x="82255" y="732669"/>
                  </a:lnTo>
                  <a:lnTo>
                    <a:pt x="81133" y="732557"/>
                  </a:lnTo>
                  <a:lnTo>
                    <a:pt x="76869" y="732108"/>
                  </a:lnTo>
                  <a:lnTo>
                    <a:pt x="75634" y="731996"/>
                  </a:lnTo>
                  <a:lnTo>
                    <a:pt x="69911" y="731435"/>
                  </a:lnTo>
                  <a:lnTo>
                    <a:pt x="58914" y="730313"/>
                  </a:lnTo>
                  <a:lnTo>
                    <a:pt x="50161" y="729527"/>
                  </a:lnTo>
                  <a:lnTo>
                    <a:pt x="36583" y="728293"/>
                  </a:lnTo>
                  <a:lnTo>
                    <a:pt x="24126" y="727171"/>
                  </a:lnTo>
                  <a:lnTo>
                    <a:pt x="22892" y="727059"/>
                  </a:lnTo>
                  <a:lnTo>
                    <a:pt x="23004" y="726722"/>
                  </a:lnTo>
                  <a:lnTo>
                    <a:pt x="23229" y="726385"/>
                  </a:lnTo>
                  <a:lnTo>
                    <a:pt x="29176" y="713368"/>
                  </a:lnTo>
                  <a:lnTo>
                    <a:pt x="32879" y="705513"/>
                  </a:lnTo>
                  <a:lnTo>
                    <a:pt x="33104" y="704839"/>
                  </a:lnTo>
                  <a:lnTo>
                    <a:pt x="35124" y="700463"/>
                  </a:lnTo>
                  <a:lnTo>
                    <a:pt x="41969" y="684752"/>
                  </a:lnTo>
                  <a:lnTo>
                    <a:pt x="43203" y="682171"/>
                  </a:lnTo>
                  <a:lnTo>
                    <a:pt x="43989" y="680152"/>
                  </a:lnTo>
                  <a:lnTo>
                    <a:pt x="50946" y="664329"/>
                  </a:lnTo>
                  <a:lnTo>
                    <a:pt x="51507" y="663319"/>
                  </a:lnTo>
                  <a:lnTo>
                    <a:pt x="51956" y="662197"/>
                  </a:lnTo>
                  <a:lnTo>
                    <a:pt x="52405" y="661075"/>
                  </a:lnTo>
                  <a:lnTo>
                    <a:pt x="50498" y="660401"/>
                  </a:lnTo>
                  <a:lnTo>
                    <a:pt x="48478" y="659952"/>
                  </a:lnTo>
                  <a:lnTo>
                    <a:pt x="46121" y="659391"/>
                  </a:lnTo>
                  <a:lnTo>
                    <a:pt x="45672" y="659279"/>
                  </a:lnTo>
                  <a:lnTo>
                    <a:pt x="44887" y="659055"/>
                  </a:lnTo>
                  <a:lnTo>
                    <a:pt x="43428" y="658718"/>
                  </a:lnTo>
                  <a:lnTo>
                    <a:pt x="40286" y="657932"/>
                  </a:lnTo>
                  <a:lnTo>
                    <a:pt x="37929" y="657371"/>
                  </a:lnTo>
                  <a:lnTo>
                    <a:pt x="36021" y="656810"/>
                  </a:lnTo>
                  <a:lnTo>
                    <a:pt x="34114" y="656137"/>
                  </a:lnTo>
                  <a:lnTo>
                    <a:pt x="33328" y="655800"/>
                  </a:lnTo>
                  <a:lnTo>
                    <a:pt x="32430" y="655464"/>
                  </a:lnTo>
                  <a:lnTo>
                    <a:pt x="32094" y="655351"/>
                  </a:lnTo>
                  <a:lnTo>
                    <a:pt x="31533" y="655127"/>
                  </a:lnTo>
                  <a:lnTo>
                    <a:pt x="31196" y="655015"/>
                  </a:lnTo>
                  <a:lnTo>
                    <a:pt x="30747" y="654790"/>
                  </a:lnTo>
                  <a:lnTo>
                    <a:pt x="30298" y="654566"/>
                  </a:lnTo>
                  <a:lnTo>
                    <a:pt x="29849" y="654341"/>
                  </a:lnTo>
                  <a:lnTo>
                    <a:pt x="29064" y="654005"/>
                  </a:lnTo>
                  <a:lnTo>
                    <a:pt x="28391" y="653668"/>
                  </a:lnTo>
                  <a:lnTo>
                    <a:pt x="27605" y="653219"/>
                  </a:lnTo>
                  <a:lnTo>
                    <a:pt x="26820" y="652770"/>
                  </a:lnTo>
                  <a:lnTo>
                    <a:pt x="25473" y="651985"/>
                  </a:lnTo>
                  <a:lnTo>
                    <a:pt x="24126" y="651199"/>
                  </a:lnTo>
                  <a:lnTo>
                    <a:pt x="23116" y="650526"/>
                  </a:lnTo>
                  <a:lnTo>
                    <a:pt x="21882" y="649628"/>
                  </a:lnTo>
                  <a:lnTo>
                    <a:pt x="20984" y="648955"/>
                  </a:lnTo>
                  <a:lnTo>
                    <a:pt x="19862" y="647945"/>
                  </a:lnTo>
                  <a:lnTo>
                    <a:pt x="18403" y="646711"/>
                  </a:lnTo>
                  <a:lnTo>
                    <a:pt x="16047" y="644579"/>
                  </a:lnTo>
                  <a:lnTo>
                    <a:pt x="15822" y="644466"/>
                  </a:lnTo>
                  <a:lnTo>
                    <a:pt x="14924" y="643569"/>
                  </a:lnTo>
                  <a:lnTo>
                    <a:pt x="14588" y="643344"/>
                  </a:lnTo>
                  <a:lnTo>
                    <a:pt x="13466" y="642334"/>
                  </a:lnTo>
                  <a:lnTo>
                    <a:pt x="13129" y="641997"/>
                  </a:lnTo>
                  <a:lnTo>
                    <a:pt x="11333" y="640090"/>
                  </a:lnTo>
                  <a:lnTo>
                    <a:pt x="10436" y="639192"/>
                  </a:lnTo>
                  <a:lnTo>
                    <a:pt x="9426" y="638070"/>
                  </a:lnTo>
                  <a:lnTo>
                    <a:pt x="5049" y="634254"/>
                  </a:lnTo>
                  <a:lnTo>
                    <a:pt x="4825" y="634030"/>
                  </a:lnTo>
                  <a:lnTo>
                    <a:pt x="4376" y="633581"/>
                  </a:lnTo>
                  <a:lnTo>
                    <a:pt x="3478" y="632796"/>
                  </a:lnTo>
                  <a:lnTo>
                    <a:pt x="1571" y="631000"/>
                  </a:lnTo>
                  <a:lnTo>
                    <a:pt x="1122" y="630102"/>
                  </a:lnTo>
                  <a:lnTo>
                    <a:pt x="785" y="629654"/>
                  </a:lnTo>
                  <a:lnTo>
                    <a:pt x="0" y="628195"/>
                  </a:lnTo>
                  <a:lnTo>
                    <a:pt x="3703" y="626063"/>
                  </a:lnTo>
                  <a:lnTo>
                    <a:pt x="6059" y="624604"/>
                  </a:lnTo>
                  <a:lnTo>
                    <a:pt x="8752" y="623145"/>
                  </a:lnTo>
                  <a:lnTo>
                    <a:pt x="14027" y="617983"/>
                  </a:lnTo>
                  <a:lnTo>
                    <a:pt x="18740" y="612709"/>
                  </a:lnTo>
                  <a:lnTo>
                    <a:pt x="29962" y="598681"/>
                  </a:lnTo>
                  <a:lnTo>
                    <a:pt x="30523" y="597784"/>
                  </a:lnTo>
                  <a:lnTo>
                    <a:pt x="31084" y="596437"/>
                  </a:lnTo>
                  <a:lnTo>
                    <a:pt x="35797" y="588694"/>
                  </a:lnTo>
                  <a:lnTo>
                    <a:pt x="39612" y="581288"/>
                  </a:lnTo>
                  <a:lnTo>
                    <a:pt x="42193" y="576350"/>
                  </a:lnTo>
                  <a:lnTo>
                    <a:pt x="45448" y="569393"/>
                  </a:lnTo>
                  <a:lnTo>
                    <a:pt x="46345" y="567260"/>
                  </a:lnTo>
                  <a:lnTo>
                    <a:pt x="46570" y="566587"/>
                  </a:lnTo>
                  <a:lnTo>
                    <a:pt x="48253" y="556824"/>
                  </a:lnTo>
                  <a:lnTo>
                    <a:pt x="48590" y="553794"/>
                  </a:lnTo>
                  <a:lnTo>
                    <a:pt x="49263" y="547398"/>
                  </a:lnTo>
                  <a:lnTo>
                    <a:pt x="49936" y="541338"/>
                  </a:lnTo>
                  <a:lnTo>
                    <a:pt x="47131" y="541338"/>
                  </a:lnTo>
                  <a:lnTo>
                    <a:pt x="46794" y="538308"/>
                  </a:lnTo>
                  <a:lnTo>
                    <a:pt x="46794" y="537411"/>
                  </a:lnTo>
                  <a:lnTo>
                    <a:pt x="46794" y="536737"/>
                  </a:lnTo>
                  <a:lnTo>
                    <a:pt x="48029" y="535391"/>
                  </a:lnTo>
                  <a:lnTo>
                    <a:pt x="49375" y="533034"/>
                  </a:lnTo>
                  <a:lnTo>
                    <a:pt x="49488" y="530229"/>
                  </a:lnTo>
                  <a:lnTo>
                    <a:pt x="48926" y="525403"/>
                  </a:lnTo>
                  <a:lnTo>
                    <a:pt x="48814" y="524842"/>
                  </a:lnTo>
                  <a:lnTo>
                    <a:pt x="48029" y="519456"/>
                  </a:lnTo>
                  <a:lnTo>
                    <a:pt x="47243" y="514406"/>
                  </a:lnTo>
                  <a:lnTo>
                    <a:pt x="44999" y="500379"/>
                  </a:lnTo>
                  <a:lnTo>
                    <a:pt x="44326" y="496114"/>
                  </a:lnTo>
                  <a:lnTo>
                    <a:pt x="42867" y="486464"/>
                  </a:lnTo>
                  <a:lnTo>
                    <a:pt x="40173" y="467835"/>
                  </a:lnTo>
                  <a:lnTo>
                    <a:pt x="38602" y="457287"/>
                  </a:lnTo>
                  <a:lnTo>
                    <a:pt x="37480" y="449544"/>
                  </a:lnTo>
                  <a:lnTo>
                    <a:pt x="36695" y="444158"/>
                  </a:lnTo>
                  <a:lnTo>
                    <a:pt x="32992" y="418572"/>
                  </a:lnTo>
                  <a:lnTo>
                    <a:pt x="32879" y="418235"/>
                  </a:lnTo>
                  <a:lnTo>
                    <a:pt x="31645" y="407799"/>
                  </a:lnTo>
                  <a:lnTo>
                    <a:pt x="31084" y="405555"/>
                  </a:lnTo>
                  <a:lnTo>
                    <a:pt x="30859" y="404657"/>
                  </a:lnTo>
                  <a:lnTo>
                    <a:pt x="30747" y="404320"/>
                  </a:lnTo>
                  <a:lnTo>
                    <a:pt x="30411" y="402861"/>
                  </a:lnTo>
                  <a:lnTo>
                    <a:pt x="28727" y="391303"/>
                  </a:lnTo>
                  <a:lnTo>
                    <a:pt x="27942" y="386029"/>
                  </a:lnTo>
                  <a:lnTo>
                    <a:pt x="25473" y="369420"/>
                  </a:lnTo>
                  <a:lnTo>
                    <a:pt x="24351" y="361565"/>
                  </a:lnTo>
                  <a:lnTo>
                    <a:pt x="23116" y="352251"/>
                  </a:lnTo>
                  <a:lnTo>
                    <a:pt x="21096" y="337551"/>
                  </a:lnTo>
                  <a:lnTo>
                    <a:pt x="20872" y="333286"/>
                  </a:lnTo>
                  <a:lnTo>
                    <a:pt x="21096" y="332613"/>
                  </a:lnTo>
                  <a:lnTo>
                    <a:pt x="21882" y="330369"/>
                  </a:lnTo>
                  <a:lnTo>
                    <a:pt x="23229" y="326441"/>
                  </a:lnTo>
                  <a:lnTo>
                    <a:pt x="24912" y="321391"/>
                  </a:lnTo>
                  <a:lnTo>
                    <a:pt x="29176" y="309160"/>
                  </a:lnTo>
                  <a:lnTo>
                    <a:pt x="31084" y="303885"/>
                  </a:lnTo>
                  <a:lnTo>
                    <a:pt x="31982" y="301304"/>
                  </a:lnTo>
                  <a:lnTo>
                    <a:pt x="33553" y="296703"/>
                  </a:lnTo>
                  <a:lnTo>
                    <a:pt x="34675" y="293561"/>
                  </a:lnTo>
                  <a:lnTo>
                    <a:pt x="36246" y="288960"/>
                  </a:lnTo>
                  <a:lnTo>
                    <a:pt x="36919" y="287053"/>
                  </a:lnTo>
                  <a:lnTo>
                    <a:pt x="37705" y="284920"/>
                  </a:lnTo>
                  <a:lnTo>
                    <a:pt x="39612" y="278973"/>
                  </a:lnTo>
                  <a:lnTo>
                    <a:pt x="39725" y="278412"/>
                  </a:lnTo>
                  <a:lnTo>
                    <a:pt x="40286" y="276841"/>
                  </a:lnTo>
                  <a:lnTo>
                    <a:pt x="42979" y="268088"/>
                  </a:lnTo>
                  <a:lnTo>
                    <a:pt x="44101" y="264385"/>
                  </a:lnTo>
                  <a:lnTo>
                    <a:pt x="44213" y="264160"/>
                  </a:lnTo>
                  <a:lnTo>
                    <a:pt x="45448" y="260345"/>
                  </a:lnTo>
                  <a:lnTo>
                    <a:pt x="46233" y="257539"/>
                  </a:lnTo>
                  <a:lnTo>
                    <a:pt x="46345" y="257203"/>
                  </a:lnTo>
                  <a:lnTo>
                    <a:pt x="46121" y="254958"/>
                  </a:lnTo>
                  <a:lnTo>
                    <a:pt x="46121" y="253948"/>
                  </a:lnTo>
                  <a:lnTo>
                    <a:pt x="45784" y="248786"/>
                  </a:lnTo>
                  <a:lnTo>
                    <a:pt x="45784" y="247552"/>
                  </a:lnTo>
                  <a:lnTo>
                    <a:pt x="45448" y="240370"/>
                  </a:lnTo>
                  <a:lnTo>
                    <a:pt x="44326" y="220283"/>
                  </a:lnTo>
                  <a:lnTo>
                    <a:pt x="43989" y="215682"/>
                  </a:lnTo>
                  <a:lnTo>
                    <a:pt x="43989" y="215233"/>
                  </a:lnTo>
                  <a:lnTo>
                    <a:pt x="43989" y="213887"/>
                  </a:lnTo>
                  <a:lnTo>
                    <a:pt x="44438" y="213550"/>
                  </a:lnTo>
                  <a:lnTo>
                    <a:pt x="46570" y="211867"/>
                  </a:lnTo>
                  <a:lnTo>
                    <a:pt x="47019" y="211418"/>
                  </a:lnTo>
                  <a:lnTo>
                    <a:pt x="49712" y="209398"/>
                  </a:lnTo>
                  <a:lnTo>
                    <a:pt x="50834" y="208500"/>
                  </a:lnTo>
                  <a:lnTo>
                    <a:pt x="51732" y="207715"/>
                  </a:lnTo>
                  <a:lnTo>
                    <a:pt x="54088" y="205695"/>
                  </a:lnTo>
                  <a:lnTo>
                    <a:pt x="55772" y="204573"/>
                  </a:lnTo>
                  <a:lnTo>
                    <a:pt x="57455" y="201543"/>
                  </a:lnTo>
                  <a:lnTo>
                    <a:pt x="59250" y="197391"/>
                  </a:lnTo>
                  <a:lnTo>
                    <a:pt x="60036" y="195483"/>
                  </a:lnTo>
                  <a:lnTo>
                    <a:pt x="61046" y="193800"/>
                  </a:lnTo>
                  <a:lnTo>
                    <a:pt x="62056" y="190770"/>
                  </a:lnTo>
                  <a:lnTo>
                    <a:pt x="62954" y="188974"/>
                  </a:lnTo>
                  <a:lnTo>
                    <a:pt x="63403" y="186618"/>
                  </a:lnTo>
                  <a:lnTo>
                    <a:pt x="66881" y="179660"/>
                  </a:lnTo>
                  <a:lnTo>
                    <a:pt x="70136" y="172703"/>
                  </a:lnTo>
                  <a:lnTo>
                    <a:pt x="71033" y="168663"/>
                  </a:lnTo>
                  <a:lnTo>
                    <a:pt x="72941" y="163276"/>
                  </a:lnTo>
                  <a:lnTo>
                    <a:pt x="74849" y="159573"/>
                  </a:lnTo>
                  <a:lnTo>
                    <a:pt x="76420" y="156880"/>
                  </a:lnTo>
                  <a:lnTo>
                    <a:pt x="81470" y="153065"/>
                  </a:lnTo>
                  <a:lnTo>
                    <a:pt x="84948" y="151045"/>
                  </a:lnTo>
                  <a:lnTo>
                    <a:pt x="86519" y="150035"/>
                  </a:lnTo>
                  <a:lnTo>
                    <a:pt x="88652" y="148576"/>
                  </a:lnTo>
                  <a:lnTo>
                    <a:pt x="93252" y="144985"/>
                  </a:lnTo>
                  <a:lnTo>
                    <a:pt x="97741" y="141282"/>
                  </a:lnTo>
                  <a:lnTo>
                    <a:pt x="105035" y="135783"/>
                  </a:lnTo>
                  <a:lnTo>
                    <a:pt x="112891" y="128826"/>
                  </a:lnTo>
                  <a:lnTo>
                    <a:pt x="116369" y="122766"/>
                  </a:lnTo>
                  <a:lnTo>
                    <a:pt x="119399" y="114462"/>
                  </a:lnTo>
                  <a:lnTo>
                    <a:pt x="120634" y="108177"/>
                  </a:lnTo>
                  <a:lnTo>
                    <a:pt x="121195" y="100659"/>
                  </a:lnTo>
                  <a:lnTo>
                    <a:pt x="121644" y="92243"/>
                  </a:lnTo>
                  <a:lnTo>
                    <a:pt x="123102" y="83265"/>
                  </a:lnTo>
                  <a:lnTo>
                    <a:pt x="123215" y="79337"/>
                  </a:lnTo>
                  <a:lnTo>
                    <a:pt x="122429" y="72492"/>
                  </a:lnTo>
                  <a:lnTo>
                    <a:pt x="122766" y="68003"/>
                  </a:lnTo>
                  <a:lnTo>
                    <a:pt x="123664" y="66208"/>
                  </a:lnTo>
                  <a:lnTo>
                    <a:pt x="125347" y="63066"/>
                  </a:lnTo>
                  <a:lnTo>
                    <a:pt x="130509" y="53303"/>
                  </a:lnTo>
                  <a:lnTo>
                    <a:pt x="134885" y="44774"/>
                  </a:lnTo>
                  <a:lnTo>
                    <a:pt x="139935" y="35573"/>
                  </a:lnTo>
                  <a:lnTo>
                    <a:pt x="144985" y="26595"/>
                  </a:lnTo>
                  <a:lnTo>
                    <a:pt x="149249" y="16159"/>
                  </a:lnTo>
                  <a:lnTo>
                    <a:pt x="151381" y="11109"/>
                  </a:lnTo>
                  <a:lnTo>
                    <a:pt x="152279" y="8752"/>
                  </a:lnTo>
                  <a:lnTo>
                    <a:pt x="154299" y="6508"/>
                  </a:lnTo>
                  <a:lnTo>
                    <a:pt x="156543" y="4039"/>
                  </a:lnTo>
                  <a:lnTo>
                    <a:pt x="159573" y="897"/>
                  </a:lnTo>
                  <a:lnTo>
                    <a:pt x="160471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2314413" y="1696544"/>
              <a:ext cx="1526161" cy="1979634"/>
            </a:xfrm>
            <a:custGeom>
              <a:avLst/>
              <a:pathLst>
                <a:path w="1526161" h="1979634">
                  <a:moveTo>
                    <a:pt x="1007266" y="14476"/>
                  </a:moveTo>
                  <a:lnTo>
                    <a:pt x="1019723" y="27493"/>
                  </a:lnTo>
                  <a:lnTo>
                    <a:pt x="1026680" y="39612"/>
                  </a:lnTo>
                  <a:lnTo>
                    <a:pt x="1033974" y="55660"/>
                  </a:lnTo>
                  <a:lnTo>
                    <a:pt x="1038014" y="69350"/>
                  </a:lnTo>
                  <a:lnTo>
                    <a:pt x="1038800" y="72043"/>
                  </a:lnTo>
                  <a:lnTo>
                    <a:pt x="1046318" y="83265"/>
                  </a:lnTo>
                  <a:lnTo>
                    <a:pt x="1056642" y="93252"/>
                  </a:lnTo>
                  <a:lnTo>
                    <a:pt x="1064610" y="96282"/>
                  </a:lnTo>
                  <a:lnTo>
                    <a:pt x="1075495" y="100547"/>
                  </a:lnTo>
                  <a:lnTo>
                    <a:pt x="1099734" y="105933"/>
                  </a:lnTo>
                  <a:lnTo>
                    <a:pt x="1101193" y="106270"/>
                  </a:lnTo>
                  <a:lnTo>
                    <a:pt x="1125207" y="109300"/>
                  </a:lnTo>
                  <a:lnTo>
                    <a:pt x="1141254" y="109524"/>
                  </a:lnTo>
                  <a:lnTo>
                    <a:pt x="1144845" y="109636"/>
                  </a:lnTo>
                  <a:lnTo>
                    <a:pt x="1161229" y="107504"/>
                  </a:lnTo>
                  <a:lnTo>
                    <a:pt x="1180643" y="100547"/>
                  </a:lnTo>
                  <a:lnTo>
                    <a:pt x="1205219" y="85958"/>
                  </a:lnTo>
                  <a:lnTo>
                    <a:pt x="1223959" y="71146"/>
                  </a:lnTo>
                  <a:lnTo>
                    <a:pt x="1241241" y="64188"/>
                  </a:lnTo>
                  <a:lnTo>
                    <a:pt x="1257288" y="62617"/>
                  </a:lnTo>
                  <a:lnTo>
                    <a:pt x="1284669" y="58465"/>
                  </a:lnTo>
                  <a:lnTo>
                    <a:pt x="1285230" y="58353"/>
                  </a:lnTo>
                  <a:lnTo>
                    <a:pt x="1298247" y="54986"/>
                  </a:lnTo>
                  <a:lnTo>
                    <a:pt x="1305766" y="52966"/>
                  </a:lnTo>
                  <a:lnTo>
                    <a:pt x="1336401" y="45672"/>
                  </a:lnTo>
                  <a:lnTo>
                    <a:pt x="1344256" y="45784"/>
                  </a:lnTo>
                  <a:lnTo>
                    <a:pt x="1357947" y="46009"/>
                  </a:lnTo>
                  <a:lnTo>
                    <a:pt x="1375229" y="45672"/>
                  </a:lnTo>
                  <a:lnTo>
                    <a:pt x="1398009" y="44999"/>
                  </a:lnTo>
                  <a:lnTo>
                    <a:pt x="1421350" y="45672"/>
                  </a:lnTo>
                  <a:lnTo>
                    <a:pt x="1423482" y="45448"/>
                  </a:lnTo>
                  <a:lnTo>
                    <a:pt x="1430215" y="44662"/>
                  </a:lnTo>
                  <a:lnTo>
                    <a:pt x="1439754" y="43540"/>
                  </a:lnTo>
                  <a:lnTo>
                    <a:pt x="1463993" y="41745"/>
                  </a:lnTo>
                  <a:lnTo>
                    <a:pt x="1486100" y="37929"/>
                  </a:lnTo>
                  <a:lnTo>
                    <a:pt x="1494067" y="36583"/>
                  </a:lnTo>
                  <a:lnTo>
                    <a:pt x="1513144" y="36583"/>
                  </a:lnTo>
                  <a:lnTo>
                    <a:pt x="1522234" y="43540"/>
                  </a:lnTo>
                  <a:lnTo>
                    <a:pt x="1526161" y="54762"/>
                  </a:lnTo>
                  <a:lnTo>
                    <a:pt x="1518867" y="70472"/>
                  </a:lnTo>
                  <a:lnTo>
                    <a:pt x="1506187" y="87529"/>
                  </a:lnTo>
                  <a:lnTo>
                    <a:pt x="1497322" y="106831"/>
                  </a:lnTo>
                  <a:lnTo>
                    <a:pt x="1493731" y="136007"/>
                  </a:lnTo>
                  <a:lnTo>
                    <a:pt x="1495863" y="162379"/>
                  </a:lnTo>
                  <a:lnTo>
                    <a:pt x="1499454" y="184373"/>
                  </a:lnTo>
                  <a:lnTo>
                    <a:pt x="1502259" y="201094"/>
                  </a:lnTo>
                  <a:lnTo>
                    <a:pt x="1498331" y="222079"/>
                  </a:lnTo>
                  <a:lnTo>
                    <a:pt x="1483519" y="240033"/>
                  </a:lnTo>
                  <a:lnTo>
                    <a:pt x="1481611" y="242390"/>
                  </a:lnTo>
                  <a:lnTo>
                    <a:pt x="1469492" y="252041"/>
                  </a:lnTo>
                  <a:lnTo>
                    <a:pt x="1434928" y="273250"/>
                  </a:lnTo>
                  <a:lnTo>
                    <a:pt x="1411924" y="283911"/>
                  </a:lnTo>
                  <a:lnTo>
                    <a:pt x="1393071" y="290868"/>
                  </a:lnTo>
                  <a:lnTo>
                    <a:pt x="1374331" y="296591"/>
                  </a:lnTo>
                  <a:lnTo>
                    <a:pt x="1361650" y="304222"/>
                  </a:lnTo>
                  <a:lnTo>
                    <a:pt x="1350990" y="310618"/>
                  </a:lnTo>
                  <a:lnTo>
                    <a:pt x="1333371" y="318698"/>
                  </a:lnTo>
                  <a:lnTo>
                    <a:pt x="1325179" y="337551"/>
                  </a:lnTo>
                  <a:lnTo>
                    <a:pt x="1318895" y="365156"/>
                  </a:lnTo>
                  <a:lnTo>
                    <a:pt x="1318559" y="383335"/>
                  </a:lnTo>
                  <a:lnTo>
                    <a:pt x="1312835" y="409033"/>
                  </a:lnTo>
                  <a:lnTo>
                    <a:pt x="1303746" y="438434"/>
                  </a:lnTo>
                  <a:lnTo>
                    <a:pt x="1288821" y="470641"/>
                  </a:lnTo>
                  <a:lnTo>
                    <a:pt x="1279507" y="486576"/>
                  </a:lnTo>
                  <a:lnTo>
                    <a:pt x="1273671" y="496675"/>
                  </a:lnTo>
                  <a:lnTo>
                    <a:pt x="1267275" y="511488"/>
                  </a:lnTo>
                  <a:lnTo>
                    <a:pt x="1266714" y="529106"/>
                  </a:lnTo>
                  <a:lnTo>
                    <a:pt x="1266938" y="530453"/>
                  </a:lnTo>
                  <a:lnTo>
                    <a:pt x="1269407" y="546725"/>
                  </a:lnTo>
                  <a:lnTo>
                    <a:pt x="1269744" y="549081"/>
                  </a:lnTo>
                  <a:lnTo>
                    <a:pt x="1277599" y="565128"/>
                  </a:lnTo>
                  <a:lnTo>
                    <a:pt x="1283434" y="583308"/>
                  </a:lnTo>
                  <a:lnTo>
                    <a:pt x="1279731" y="599691"/>
                  </a:lnTo>
                  <a:lnTo>
                    <a:pt x="1274569" y="615290"/>
                  </a:lnTo>
                  <a:lnTo>
                    <a:pt x="1273671" y="617871"/>
                  </a:lnTo>
                  <a:lnTo>
                    <a:pt x="1268958" y="625053"/>
                  </a:lnTo>
                  <a:lnTo>
                    <a:pt x="1263684" y="633020"/>
                  </a:lnTo>
                  <a:lnTo>
                    <a:pt x="1262225" y="644242"/>
                  </a:lnTo>
                  <a:lnTo>
                    <a:pt x="1264245" y="659728"/>
                  </a:lnTo>
                  <a:lnTo>
                    <a:pt x="1271539" y="672184"/>
                  </a:lnTo>
                  <a:lnTo>
                    <a:pt x="1293422" y="692159"/>
                  </a:lnTo>
                  <a:lnTo>
                    <a:pt x="1300379" y="703942"/>
                  </a:lnTo>
                  <a:lnTo>
                    <a:pt x="1303409" y="719428"/>
                  </a:lnTo>
                  <a:lnTo>
                    <a:pt x="1304644" y="731884"/>
                  </a:lnTo>
                  <a:lnTo>
                    <a:pt x="1302287" y="738617"/>
                  </a:lnTo>
                  <a:lnTo>
                    <a:pt x="1300716" y="743442"/>
                  </a:lnTo>
                  <a:lnTo>
                    <a:pt x="1290055" y="754889"/>
                  </a:lnTo>
                  <a:lnTo>
                    <a:pt x="1278833" y="763978"/>
                  </a:lnTo>
                  <a:lnTo>
                    <a:pt x="1259756" y="777669"/>
                  </a:lnTo>
                  <a:lnTo>
                    <a:pt x="1230019" y="790013"/>
                  </a:lnTo>
                  <a:lnTo>
                    <a:pt x="1197027" y="801571"/>
                  </a:lnTo>
                  <a:lnTo>
                    <a:pt x="1169982" y="815486"/>
                  </a:lnTo>
                  <a:lnTo>
                    <a:pt x="1160331" y="821883"/>
                  </a:lnTo>
                  <a:lnTo>
                    <a:pt x="1149110" y="835237"/>
                  </a:lnTo>
                  <a:lnTo>
                    <a:pt x="1144509" y="843990"/>
                  </a:lnTo>
                  <a:lnTo>
                    <a:pt x="1141254" y="850386"/>
                  </a:lnTo>
                  <a:lnTo>
                    <a:pt x="1139459" y="863740"/>
                  </a:lnTo>
                  <a:lnTo>
                    <a:pt x="1139571" y="867667"/>
                  </a:lnTo>
                  <a:lnTo>
                    <a:pt x="1140020" y="879787"/>
                  </a:lnTo>
                  <a:lnTo>
                    <a:pt x="1135531" y="895497"/>
                  </a:lnTo>
                  <a:lnTo>
                    <a:pt x="1127564" y="905822"/>
                  </a:lnTo>
                  <a:lnTo>
                    <a:pt x="1117240" y="912330"/>
                  </a:lnTo>
                  <a:lnTo>
                    <a:pt x="1109833" y="925011"/>
                  </a:lnTo>
                  <a:lnTo>
                    <a:pt x="1105794" y="940609"/>
                  </a:lnTo>
                  <a:lnTo>
                    <a:pt x="1092776" y="953739"/>
                  </a:lnTo>
                  <a:lnTo>
                    <a:pt x="1077290" y="960584"/>
                  </a:lnTo>
                  <a:lnTo>
                    <a:pt x="1069772" y="963838"/>
                  </a:lnTo>
                  <a:lnTo>
                    <a:pt x="1052602" y="973152"/>
                  </a:lnTo>
                  <a:lnTo>
                    <a:pt x="1042166" y="981344"/>
                  </a:lnTo>
                  <a:lnTo>
                    <a:pt x="1041044" y="983701"/>
                  </a:lnTo>
                  <a:lnTo>
                    <a:pt x="1037341" y="990995"/>
                  </a:lnTo>
                  <a:lnTo>
                    <a:pt x="1032628" y="1000533"/>
                  </a:lnTo>
                  <a:lnTo>
                    <a:pt x="1023314" y="1014673"/>
                  </a:lnTo>
                  <a:lnTo>
                    <a:pt x="1010296" y="1025446"/>
                  </a:lnTo>
                  <a:lnTo>
                    <a:pt x="990546" y="1031842"/>
                  </a:lnTo>
                  <a:lnTo>
                    <a:pt x="968439" y="1035096"/>
                  </a:lnTo>
                  <a:lnTo>
                    <a:pt x="950709" y="1027802"/>
                  </a:lnTo>
                  <a:lnTo>
                    <a:pt x="929275" y="1023987"/>
                  </a:lnTo>
                  <a:lnTo>
                    <a:pt x="917043" y="1029261"/>
                  </a:lnTo>
                  <a:lnTo>
                    <a:pt x="911208" y="1036331"/>
                  </a:lnTo>
                  <a:lnTo>
                    <a:pt x="906270" y="1042278"/>
                  </a:lnTo>
                  <a:lnTo>
                    <a:pt x="907729" y="1062029"/>
                  </a:lnTo>
                  <a:lnTo>
                    <a:pt x="905148" y="1088737"/>
                  </a:lnTo>
                  <a:lnTo>
                    <a:pt x="901894" y="1120382"/>
                  </a:lnTo>
                  <a:lnTo>
                    <a:pt x="898752" y="1141142"/>
                  </a:lnTo>
                  <a:lnTo>
                    <a:pt x="868902" y="1218348"/>
                  </a:lnTo>
                  <a:lnTo>
                    <a:pt x="859251" y="1236527"/>
                  </a:lnTo>
                  <a:lnTo>
                    <a:pt x="855099" y="1244270"/>
                  </a:lnTo>
                  <a:lnTo>
                    <a:pt x="830748" y="1276477"/>
                  </a:lnTo>
                  <a:lnTo>
                    <a:pt x="821434" y="1291739"/>
                  </a:lnTo>
                  <a:lnTo>
                    <a:pt x="819302" y="1296227"/>
                  </a:lnTo>
                  <a:lnTo>
                    <a:pt x="805162" y="1326077"/>
                  </a:lnTo>
                  <a:lnTo>
                    <a:pt x="784626" y="1356488"/>
                  </a:lnTo>
                  <a:lnTo>
                    <a:pt x="769252" y="1379493"/>
                  </a:lnTo>
                  <a:lnTo>
                    <a:pt x="762632" y="1392622"/>
                  </a:lnTo>
                  <a:lnTo>
                    <a:pt x="760051" y="1401151"/>
                  </a:lnTo>
                  <a:lnTo>
                    <a:pt x="753766" y="1407323"/>
                  </a:lnTo>
                  <a:lnTo>
                    <a:pt x="755001" y="1417759"/>
                  </a:lnTo>
                  <a:lnTo>
                    <a:pt x="753093" y="1424268"/>
                  </a:lnTo>
                  <a:lnTo>
                    <a:pt x="736036" y="1438519"/>
                  </a:lnTo>
                  <a:lnTo>
                    <a:pt x="729191" y="1456362"/>
                  </a:lnTo>
                  <a:lnTo>
                    <a:pt x="723355" y="1463993"/>
                  </a:lnTo>
                  <a:lnTo>
                    <a:pt x="717632" y="1477459"/>
                  </a:lnTo>
                  <a:lnTo>
                    <a:pt x="703830" y="1489242"/>
                  </a:lnTo>
                  <a:lnTo>
                    <a:pt x="690476" y="1504391"/>
                  </a:lnTo>
                  <a:lnTo>
                    <a:pt x="686436" y="1522683"/>
                  </a:lnTo>
                  <a:lnTo>
                    <a:pt x="687558" y="1539403"/>
                  </a:lnTo>
                  <a:lnTo>
                    <a:pt x="687895" y="1545351"/>
                  </a:lnTo>
                  <a:lnTo>
                    <a:pt x="687670" y="1551972"/>
                  </a:lnTo>
                  <a:lnTo>
                    <a:pt x="693057" y="1567121"/>
                  </a:lnTo>
                  <a:lnTo>
                    <a:pt x="712807" y="1609315"/>
                  </a:lnTo>
                  <a:lnTo>
                    <a:pt x="725936" y="1615599"/>
                  </a:lnTo>
                  <a:lnTo>
                    <a:pt x="739627" y="1619639"/>
                  </a:lnTo>
                  <a:lnTo>
                    <a:pt x="759041" y="1628392"/>
                  </a:lnTo>
                  <a:lnTo>
                    <a:pt x="776659" y="1631758"/>
                  </a:lnTo>
                  <a:lnTo>
                    <a:pt x="778454" y="1632095"/>
                  </a:lnTo>
                  <a:lnTo>
                    <a:pt x="783729" y="1635349"/>
                  </a:lnTo>
                  <a:lnTo>
                    <a:pt x="789339" y="1635349"/>
                  </a:lnTo>
                  <a:lnTo>
                    <a:pt x="795063" y="1635349"/>
                  </a:lnTo>
                  <a:lnTo>
                    <a:pt x="798878" y="1641185"/>
                  </a:lnTo>
                  <a:lnTo>
                    <a:pt x="800337" y="1645898"/>
                  </a:lnTo>
                  <a:lnTo>
                    <a:pt x="802581" y="1649489"/>
                  </a:lnTo>
                  <a:lnTo>
                    <a:pt x="808192" y="1652070"/>
                  </a:lnTo>
                  <a:lnTo>
                    <a:pt x="810324" y="1658466"/>
                  </a:lnTo>
                  <a:lnTo>
                    <a:pt x="812793" y="1662169"/>
                  </a:lnTo>
                  <a:lnTo>
                    <a:pt x="816833" y="1664414"/>
                  </a:lnTo>
                  <a:lnTo>
                    <a:pt x="821883" y="1665424"/>
                  </a:lnTo>
                  <a:lnTo>
                    <a:pt x="825810" y="1667219"/>
                  </a:lnTo>
                  <a:lnTo>
                    <a:pt x="831646" y="1669800"/>
                  </a:lnTo>
                  <a:lnTo>
                    <a:pt x="837930" y="1671371"/>
                  </a:lnTo>
                  <a:lnTo>
                    <a:pt x="842082" y="1675748"/>
                  </a:lnTo>
                  <a:lnTo>
                    <a:pt x="844663" y="1680798"/>
                  </a:lnTo>
                  <a:lnTo>
                    <a:pt x="846458" y="1685735"/>
                  </a:lnTo>
                  <a:lnTo>
                    <a:pt x="848590" y="1690448"/>
                  </a:lnTo>
                  <a:lnTo>
                    <a:pt x="850723" y="1694152"/>
                  </a:lnTo>
                  <a:lnTo>
                    <a:pt x="857119" y="1697967"/>
                  </a:lnTo>
                  <a:lnTo>
                    <a:pt x="863067" y="1704812"/>
                  </a:lnTo>
                  <a:lnTo>
                    <a:pt x="865423" y="1712780"/>
                  </a:lnTo>
                  <a:lnTo>
                    <a:pt x="861720" y="1718503"/>
                  </a:lnTo>
                  <a:lnTo>
                    <a:pt x="859700" y="1719625"/>
                  </a:lnTo>
                  <a:lnTo>
                    <a:pt x="859812" y="1722206"/>
                  </a:lnTo>
                  <a:lnTo>
                    <a:pt x="858353" y="1725348"/>
                  </a:lnTo>
                  <a:lnTo>
                    <a:pt x="857680" y="1728939"/>
                  </a:lnTo>
                  <a:lnTo>
                    <a:pt x="859363" y="1732979"/>
                  </a:lnTo>
                  <a:lnTo>
                    <a:pt x="861720" y="1734774"/>
                  </a:lnTo>
                  <a:lnTo>
                    <a:pt x="864974" y="1736570"/>
                  </a:lnTo>
                  <a:lnTo>
                    <a:pt x="868004" y="1736794"/>
                  </a:lnTo>
                  <a:lnTo>
                    <a:pt x="870024" y="1737243"/>
                  </a:lnTo>
                  <a:lnTo>
                    <a:pt x="875298" y="1750036"/>
                  </a:lnTo>
                  <a:lnTo>
                    <a:pt x="876084" y="1752168"/>
                  </a:lnTo>
                  <a:lnTo>
                    <a:pt x="876757" y="1753851"/>
                  </a:lnTo>
                  <a:lnTo>
                    <a:pt x="876982" y="1753964"/>
                  </a:lnTo>
                  <a:lnTo>
                    <a:pt x="880236" y="1754861"/>
                  </a:lnTo>
                  <a:lnTo>
                    <a:pt x="883490" y="1754637"/>
                  </a:lnTo>
                  <a:lnTo>
                    <a:pt x="883041" y="1760360"/>
                  </a:lnTo>
                  <a:lnTo>
                    <a:pt x="882929" y="1762604"/>
                  </a:lnTo>
                  <a:lnTo>
                    <a:pt x="883602" y="1766195"/>
                  </a:lnTo>
                  <a:lnTo>
                    <a:pt x="884276" y="1769899"/>
                  </a:lnTo>
                  <a:lnTo>
                    <a:pt x="885173" y="1770684"/>
                  </a:lnTo>
                  <a:lnTo>
                    <a:pt x="884837" y="1775734"/>
                  </a:lnTo>
                  <a:lnTo>
                    <a:pt x="882256" y="1786619"/>
                  </a:lnTo>
                  <a:lnTo>
                    <a:pt x="878777" y="1794923"/>
                  </a:lnTo>
                  <a:lnTo>
                    <a:pt x="881246" y="1801656"/>
                  </a:lnTo>
                  <a:lnTo>
                    <a:pt x="868004" y="1806818"/>
                  </a:lnTo>
                  <a:lnTo>
                    <a:pt x="860037" y="1810073"/>
                  </a:lnTo>
                  <a:lnTo>
                    <a:pt x="816721" y="1827017"/>
                  </a:lnTo>
                  <a:lnTo>
                    <a:pt x="807070" y="1830047"/>
                  </a:lnTo>
                  <a:lnTo>
                    <a:pt x="755899" y="1845758"/>
                  </a:lnTo>
                  <a:lnTo>
                    <a:pt x="731547" y="1854623"/>
                  </a:lnTo>
                  <a:lnTo>
                    <a:pt x="728742" y="1855184"/>
                  </a:lnTo>
                  <a:lnTo>
                    <a:pt x="702820" y="1860122"/>
                  </a:lnTo>
                  <a:lnTo>
                    <a:pt x="698106" y="1859336"/>
                  </a:lnTo>
                  <a:lnTo>
                    <a:pt x="682508" y="1858438"/>
                  </a:lnTo>
                  <a:lnTo>
                    <a:pt x="672072" y="1855857"/>
                  </a:lnTo>
                  <a:lnTo>
                    <a:pt x="665339" y="1856082"/>
                  </a:lnTo>
                  <a:lnTo>
                    <a:pt x="660962" y="1857316"/>
                  </a:lnTo>
                  <a:lnTo>
                    <a:pt x="653893" y="1857541"/>
                  </a:lnTo>
                  <a:lnTo>
                    <a:pt x="648955" y="1855072"/>
                  </a:lnTo>
                  <a:lnTo>
                    <a:pt x="644803" y="1854174"/>
                  </a:lnTo>
                  <a:lnTo>
                    <a:pt x="638407" y="1854062"/>
                  </a:lnTo>
                  <a:lnTo>
                    <a:pt x="634479" y="1854511"/>
                  </a:lnTo>
                  <a:lnTo>
                    <a:pt x="629766" y="1854623"/>
                  </a:lnTo>
                  <a:lnTo>
                    <a:pt x="628195" y="1854735"/>
                  </a:lnTo>
                  <a:lnTo>
                    <a:pt x="623930" y="1857092"/>
                  </a:lnTo>
                  <a:lnTo>
                    <a:pt x="621911" y="1857316"/>
                  </a:lnTo>
                  <a:lnTo>
                    <a:pt x="609005" y="1855072"/>
                  </a:lnTo>
                  <a:lnTo>
                    <a:pt x="602497" y="1854062"/>
                  </a:lnTo>
                  <a:lnTo>
                    <a:pt x="598794" y="1853389"/>
                  </a:lnTo>
                  <a:lnTo>
                    <a:pt x="588918" y="1851593"/>
                  </a:lnTo>
                  <a:lnTo>
                    <a:pt x="586562" y="1851256"/>
                  </a:lnTo>
                  <a:lnTo>
                    <a:pt x="578146" y="1850359"/>
                  </a:lnTo>
                  <a:lnTo>
                    <a:pt x="574779" y="1849910"/>
                  </a:lnTo>
                  <a:lnTo>
                    <a:pt x="569841" y="1848114"/>
                  </a:lnTo>
                  <a:lnTo>
                    <a:pt x="568719" y="1847778"/>
                  </a:lnTo>
                  <a:lnTo>
                    <a:pt x="566475" y="1847441"/>
                  </a:lnTo>
                  <a:lnTo>
                    <a:pt x="563894" y="1847217"/>
                  </a:lnTo>
                  <a:lnTo>
                    <a:pt x="558395" y="1847217"/>
                  </a:lnTo>
                  <a:lnTo>
                    <a:pt x="548520" y="1848900"/>
                  </a:lnTo>
                  <a:lnTo>
                    <a:pt x="539879" y="1851481"/>
                  </a:lnTo>
                  <a:lnTo>
                    <a:pt x="534830" y="1852042"/>
                  </a:lnTo>
                  <a:lnTo>
                    <a:pt x="526974" y="1853837"/>
                  </a:lnTo>
                  <a:lnTo>
                    <a:pt x="511152" y="1855184"/>
                  </a:lnTo>
                  <a:lnTo>
                    <a:pt x="499930" y="1857316"/>
                  </a:lnTo>
                  <a:lnTo>
                    <a:pt x="497798" y="1858326"/>
                  </a:lnTo>
                  <a:lnTo>
                    <a:pt x="481414" y="1860683"/>
                  </a:lnTo>
                  <a:lnTo>
                    <a:pt x="470529" y="1862815"/>
                  </a:lnTo>
                  <a:lnTo>
                    <a:pt x="444494" y="1862927"/>
                  </a:lnTo>
                  <a:lnTo>
                    <a:pt x="441913" y="1862815"/>
                  </a:lnTo>
                  <a:lnTo>
                    <a:pt x="436976" y="1862029"/>
                  </a:lnTo>
                  <a:lnTo>
                    <a:pt x="432711" y="1862142"/>
                  </a:lnTo>
                  <a:lnTo>
                    <a:pt x="422163" y="1864274"/>
                  </a:lnTo>
                  <a:lnTo>
                    <a:pt x="413859" y="1865171"/>
                  </a:lnTo>
                  <a:lnTo>
                    <a:pt x="408697" y="1865284"/>
                  </a:lnTo>
                  <a:lnTo>
                    <a:pt x="402188" y="1864723"/>
                  </a:lnTo>
                  <a:lnTo>
                    <a:pt x="400954" y="1864723"/>
                  </a:lnTo>
                  <a:lnTo>
                    <a:pt x="398485" y="1864835"/>
                  </a:lnTo>
                  <a:lnTo>
                    <a:pt x="392425" y="1864161"/>
                  </a:lnTo>
                  <a:lnTo>
                    <a:pt x="392088" y="1864161"/>
                  </a:lnTo>
                  <a:lnTo>
                    <a:pt x="383897" y="1866406"/>
                  </a:lnTo>
                  <a:lnTo>
                    <a:pt x="380306" y="1867079"/>
                  </a:lnTo>
                  <a:lnTo>
                    <a:pt x="375929" y="1867752"/>
                  </a:lnTo>
                  <a:lnTo>
                    <a:pt x="372114" y="1868426"/>
                  </a:lnTo>
                  <a:lnTo>
                    <a:pt x="363136" y="1871456"/>
                  </a:lnTo>
                  <a:lnTo>
                    <a:pt x="358199" y="1872466"/>
                  </a:lnTo>
                  <a:lnTo>
                    <a:pt x="352363" y="1872802"/>
                  </a:lnTo>
                  <a:lnTo>
                    <a:pt x="348885" y="1873027"/>
                  </a:lnTo>
                  <a:lnTo>
                    <a:pt x="334970" y="1877403"/>
                  </a:lnTo>
                  <a:lnTo>
                    <a:pt x="323748" y="1880882"/>
                  </a:lnTo>
                  <a:lnTo>
                    <a:pt x="321279" y="1882453"/>
                  </a:lnTo>
                  <a:lnTo>
                    <a:pt x="313087" y="1886829"/>
                  </a:lnTo>
                  <a:lnTo>
                    <a:pt x="305905" y="1889972"/>
                  </a:lnTo>
                  <a:lnTo>
                    <a:pt x="300519" y="1892440"/>
                  </a:lnTo>
                  <a:lnTo>
                    <a:pt x="289634" y="1894011"/>
                  </a:lnTo>
                  <a:lnTo>
                    <a:pt x="279758" y="1895582"/>
                  </a:lnTo>
                  <a:lnTo>
                    <a:pt x="277739" y="1895919"/>
                  </a:lnTo>
                  <a:lnTo>
                    <a:pt x="274821" y="1896031"/>
                  </a:lnTo>
                  <a:lnTo>
                    <a:pt x="263599" y="1897939"/>
                  </a:lnTo>
                  <a:lnTo>
                    <a:pt x="258886" y="1899622"/>
                  </a:lnTo>
                  <a:lnTo>
                    <a:pt x="247328" y="1901867"/>
                  </a:lnTo>
                  <a:lnTo>
                    <a:pt x="238126" y="1904335"/>
                  </a:lnTo>
                  <a:lnTo>
                    <a:pt x="236555" y="1905121"/>
                  </a:lnTo>
                  <a:lnTo>
                    <a:pt x="235881" y="1905345"/>
                  </a:lnTo>
                  <a:lnTo>
                    <a:pt x="225894" y="1911630"/>
                  </a:lnTo>
                  <a:lnTo>
                    <a:pt x="222864" y="1915445"/>
                  </a:lnTo>
                  <a:lnTo>
                    <a:pt x="212764" y="1935981"/>
                  </a:lnTo>
                  <a:lnTo>
                    <a:pt x="210296" y="1947764"/>
                  </a:lnTo>
                  <a:lnTo>
                    <a:pt x="209735" y="1950345"/>
                  </a:lnTo>
                  <a:lnTo>
                    <a:pt x="208725" y="1954272"/>
                  </a:lnTo>
                  <a:lnTo>
                    <a:pt x="206480" y="1968075"/>
                  </a:lnTo>
                  <a:lnTo>
                    <a:pt x="202777" y="1979634"/>
                  </a:lnTo>
                  <a:lnTo>
                    <a:pt x="192565" y="1977950"/>
                  </a:lnTo>
                  <a:lnTo>
                    <a:pt x="190994" y="1978287"/>
                  </a:lnTo>
                  <a:lnTo>
                    <a:pt x="190770" y="1976043"/>
                  </a:lnTo>
                  <a:lnTo>
                    <a:pt x="189872" y="1976155"/>
                  </a:lnTo>
                  <a:lnTo>
                    <a:pt x="187403" y="1975145"/>
                  </a:lnTo>
                  <a:lnTo>
                    <a:pt x="187067" y="1975706"/>
                  </a:lnTo>
                  <a:lnTo>
                    <a:pt x="184934" y="1974696"/>
                  </a:lnTo>
                  <a:lnTo>
                    <a:pt x="184598" y="1975369"/>
                  </a:lnTo>
                  <a:lnTo>
                    <a:pt x="184037" y="1975033"/>
                  </a:lnTo>
                  <a:lnTo>
                    <a:pt x="183700" y="1975818"/>
                  </a:lnTo>
                  <a:lnTo>
                    <a:pt x="181568" y="1974808"/>
                  </a:lnTo>
                  <a:lnTo>
                    <a:pt x="181343" y="1975033"/>
                  </a:lnTo>
                  <a:lnTo>
                    <a:pt x="179772" y="1974023"/>
                  </a:lnTo>
                  <a:lnTo>
                    <a:pt x="179211" y="1974359"/>
                  </a:lnTo>
                  <a:lnTo>
                    <a:pt x="178201" y="1973798"/>
                  </a:lnTo>
                  <a:lnTo>
                    <a:pt x="178314" y="1973237"/>
                  </a:lnTo>
                  <a:lnTo>
                    <a:pt x="176855" y="1973125"/>
                  </a:lnTo>
                  <a:lnTo>
                    <a:pt x="176743" y="1972564"/>
                  </a:lnTo>
                  <a:lnTo>
                    <a:pt x="176518" y="1972115"/>
                  </a:lnTo>
                  <a:lnTo>
                    <a:pt x="174498" y="1971217"/>
                  </a:lnTo>
                  <a:lnTo>
                    <a:pt x="173600" y="1971217"/>
                  </a:lnTo>
                  <a:lnTo>
                    <a:pt x="170346" y="1969758"/>
                  </a:lnTo>
                  <a:lnTo>
                    <a:pt x="168887" y="1968636"/>
                  </a:lnTo>
                  <a:lnTo>
                    <a:pt x="165745" y="1968300"/>
                  </a:lnTo>
                  <a:lnTo>
                    <a:pt x="164399" y="1967626"/>
                  </a:lnTo>
                  <a:lnTo>
                    <a:pt x="162491" y="1967177"/>
                  </a:lnTo>
                  <a:lnTo>
                    <a:pt x="159798" y="1967065"/>
                  </a:lnTo>
                  <a:lnTo>
                    <a:pt x="157666" y="1966729"/>
                  </a:lnTo>
                  <a:lnTo>
                    <a:pt x="156992" y="1966055"/>
                  </a:lnTo>
                  <a:lnTo>
                    <a:pt x="155309" y="1965158"/>
                  </a:lnTo>
                  <a:lnTo>
                    <a:pt x="153626" y="1964372"/>
                  </a:lnTo>
                  <a:lnTo>
                    <a:pt x="151718" y="1963474"/>
                  </a:lnTo>
                  <a:lnTo>
                    <a:pt x="150035" y="1962689"/>
                  </a:lnTo>
                  <a:lnTo>
                    <a:pt x="148464" y="1961005"/>
                  </a:lnTo>
                  <a:lnTo>
                    <a:pt x="146893" y="1958873"/>
                  </a:lnTo>
                  <a:lnTo>
                    <a:pt x="147117" y="1955395"/>
                  </a:lnTo>
                  <a:lnTo>
                    <a:pt x="147678" y="1952140"/>
                  </a:lnTo>
                  <a:lnTo>
                    <a:pt x="149025" y="1947315"/>
                  </a:lnTo>
                  <a:lnTo>
                    <a:pt x="147678" y="1944958"/>
                  </a:lnTo>
                  <a:lnTo>
                    <a:pt x="141394" y="1939011"/>
                  </a:lnTo>
                  <a:lnTo>
                    <a:pt x="138476" y="1934522"/>
                  </a:lnTo>
                  <a:lnTo>
                    <a:pt x="135222" y="1928350"/>
                  </a:lnTo>
                  <a:lnTo>
                    <a:pt x="133202" y="1923749"/>
                  </a:lnTo>
                  <a:lnTo>
                    <a:pt x="131855" y="1921280"/>
                  </a:lnTo>
                  <a:lnTo>
                    <a:pt x="130172" y="1919148"/>
                  </a:lnTo>
                  <a:lnTo>
                    <a:pt x="128938" y="1915333"/>
                  </a:lnTo>
                  <a:lnTo>
                    <a:pt x="127591" y="1911517"/>
                  </a:lnTo>
                  <a:lnTo>
                    <a:pt x="125683" y="1909722"/>
                  </a:lnTo>
                  <a:lnTo>
                    <a:pt x="124225" y="1908375"/>
                  </a:lnTo>
                  <a:lnTo>
                    <a:pt x="123215" y="1907253"/>
                  </a:lnTo>
                  <a:lnTo>
                    <a:pt x="121756" y="1903887"/>
                  </a:lnTo>
                  <a:lnTo>
                    <a:pt x="119848" y="1902316"/>
                  </a:lnTo>
                  <a:lnTo>
                    <a:pt x="119287" y="1901979"/>
                  </a:lnTo>
                  <a:lnTo>
                    <a:pt x="115472" y="1899622"/>
                  </a:lnTo>
                  <a:lnTo>
                    <a:pt x="114462" y="1899510"/>
                  </a:lnTo>
                  <a:lnTo>
                    <a:pt x="113115" y="1896592"/>
                  </a:lnTo>
                  <a:lnTo>
                    <a:pt x="110871" y="1893226"/>
                  </a:lnTo>
                  <a:lnTo>
                    <a:pt x="108626" y="1891318"/>
                  </a:lnTo>
                  <a:lnTo>
                    <a:pt x="106158" y="1888288"/>
                  </a:lnTo>
                  <a:lnTo>
                    <a:pt x="103464" y="1884248"/>
                  </a:lnTo>
                  <a:lnTo>
                    <a:pt x="100883" y="1881106"/>
                  </a:lnTo>
                  <a:lnTo>
                    <a:pt x="99200" y="1879199"/>
                  </a:lnTo>
                  <a:lnTo>
                    <a:pt x="97629" y="1877740"/>
                  </a:lnTo>
                  <a:lnTo>
                    <a:pt x="96507" y="1876393"/>
                  </a:lnTo>
                  <a:lnTo>
                    <a:pt x="96282" y="1874373"/>
                  </a:lnTo>
                  <a:lnTo>
                    <a:pt x="96170" y="1873251"/>
                  </a:lnTo>
                  <a:lnTo>
                    <a:pt x="95385" y="1872017"/>
                  </a:lnTo>
                  <a:lnTo>
                    <a:pt x="95048" y="1870895"/>
                  </a:lnTo>
                  <a:lnTo>
                    <a:pt x="96731" y="1865957"/>
                  </a:lnTo>
                  <a:lnTo>
                    <a:pt x="98190" y="1863937"/>
                  </a:lnTo>
                  <a:lnTo>
                    <a:pt x="98078" y="1862478"/>
                  </a:lnTo>
                  <a:lnTo>
                    <a:pt x="98415" y="1862366"/>
                  </a:lnTo>
                  <a:lnTo>
                    <a:pt x="99986" y="1861468"/>
                  </a:lnTo>
                  <a:lnTo>
                    <a:pt x="99986" y="1860122"/>
                  </a:lnTo>
                  <a:lnTo>
                    <a:pt x="99537" y="1859448"/>
                  </a:lnTo>
                  <a:lnTo>
                    <a:pt x="99200" y="1857877"/>
                  </a:lnTo>
                  <a:lnTo>
                    <a:pt x="98527" y="1857316"/>
                  </a:lnTo>
                  <a:lnTo>
                    <a:pt x="98527" y="1854847"/>
                  </a:lnTo>
                  <a:lnTo>
                    <a:pt x="99200" y="1854511"/>
                  </a:lnTo>
                  <a:lnTo>
                    <a:pt x="99088" y="1852266"/>
                  </a:lnTo>
                  <a:lnTo>
                    <a:pt x="99312" y="1848900"/>
                  </a:lnTo>
                  <a:lnTo>
                    <a:pt x="98863" y="1846992"/>
                  </a:lnTo>
                  <a:lnTo>
                    <a:pt x="99424" y="1846768"/>
                  </a:lnTo>
                  <a:lnTo>
                    <a:pt x="99649" y="1843401"/>
                  </a:lnTo>
                  <a:lnTo>
                    <a:pt x="105148" y="1841045"/>
                  </a:lnTo>
                  <a:lnTo>
                    <a:pt x="106382" y="1840484"/>
                  </a:lnTo>
                  <a:lnTo>
                    <a:pt x="110310" y="1838576"/>
                  </a:lnTo>
                  <a:lnTo>
                    <a:pt x="116033" y="1830047"/>
                  </a:lnTo>
                  <a:lnTo>
                    <a:pt x="121419" y="1825222"/>
                  </a:lnTo>
                  <a:lnTo>
                    <a:pt x="121531" y="1813327"/>
                  </a:lnTo>
                  <a:lnTo>
                    <a:pt x="125235" y="1806706"/>
                  </a:lnTo>
                  <a:lnTo>
                    <a:pt x="128601" y="1799187"/>
                  </a:lnTo>
                  <a:lnTo>
                    <a:pt x="128377" y="1794025"/>
                  </a:lnTo>
                  <a:lnTo>
                    <a:pt x="125459" y="1787517"/>
                  </a:lnTo>
                  <a:lnTo>
                    <a:pt x="121980" y="1784599"/>
                  </a:lnTo>
                  <a:lnTo>
                    <a:pt x="119736" y="1778764"/>
                  </a:lnTo>
                  <a:lnTo>
                    <a:pt x="116145" y="1772704"/>
                  </a:lnTo>
                  <a:lnTo>
                    <a:pt x="117267" y="1763727"/>
                  </a:lnTo>
                  <a:lnTo>
                    <a:pt x="118838" y="1752617"/>
                  </a:lnTo>
                  <a:lnTo>
                    <a:pt x="121195" y="1744650"/>
                  </a:lnTo>
                  <a:lnTo>
                    <a:pt x="120746" y="1736458"/>
                  </a:lnTo>
                  <a:lnTo>
                    <a:pt x="116145" y="1731071"/>
                  </a:lnTo>
                  <a:lnTo>
                    <a:pt x="112105" y="1726021"/>
                  </a:lnTo>
                  <a:lnTo>
                    <a:pt x="109187" y="1724001"/>
                  </a:lnTo>
                  <a:lnTo>
                    <a:pt x="106494" y="1722206"/>
                  </a:lnTo>
                  <a:lnTo>
                    <a:pt x="102118" y="1715024"/>
                  </a:lnTo>
                  <a:lnTo>
                    <a:pt x="96619" y="1707505"/>
                  </a:lnTo>
                  <a:lnTo>
                    <a:pt x="95497" y="1693366"/>
                  </a:lnTo>
                  <a:lnTo>
                    <a:pt x="97853" y="1688204"/>
                  </a:lnTo>
                  <a:lnTo>
                    <a:pt x="97966" y="1681471"/>
                  </a:lnTo>
                  <a:lnTo>
                    <a:pt x="97405" y="1675860"/>
                  </a:lnTo>
                  <a:lnTo>
                    <a:pt x="93589" y="1670249"/>
                  </a:lnTo>
                  <a:lnTo>
                    <a:pt x="87417" y="1667780"/>
                  </a:lnTo>
                  <a:lnTo>
                    <a:pt x="80123" y="1666434"/>
                  </a:lnTo>
                  <a:lnTo>
                    <a:pt x="74512" y="1665424"/>
                  </a:lnTo>
                  <a:lnTo>
                    <a:pt x="70360" y="1662955"/>
                  </a:lnTo>
                  <a:lnTo>
                    <a:pt x="62729" y="1662394"/>
                  </a:lnTo>
                  <a:lnTo>
                    <a:pt x="62505" y="1660598"/>
                  </a:lnTo>
                  <a:lnTo>
                    <a:pt x="60597" y="1642419"/>
                  </a:lnTo>
                  <a:lnTo>
                    <a:pt x="60597" y="1634564"/>
                  </a:lnTo>
                  <a:lnTo>
                    <a:pt x="60597" y="1632207"/>
                  </a:lnTo>
                  <a:lnTo>
                    <a:pt x="59924" y="1625923"/>
                  </a:lnTo>
                  <a:lnTo>
                    <a:pt x="56782" y="1621210"/>
                  </a:lnTo>
                  <a:lnTo>
                    <a:pt x="51956" y="1620537"/>
                  </a:lnTo>
                  <a:lnTo>
                    <a:pt x="43877" y="1611671"/>
                  </a:lnTo>
                  <a:lnTo>
                    <a:pt x="35685" y="1596410"/>
                  </a:lnTo>
                  <a:lnTo>
                    <a:pt x="28952" y="1589003"/>
                  </a:lnTo>
                  <a:lnTo>
                    <a:pt x="27605" y="1582831"/>
                  </a:lnTo>
                  <a:lnTo>
                    <a:pt x="27605" y="1573854"/>
                  </a:lnTo>
                  <a:lnTo>
                    <a:pt x="28952" y="1571722"/>
                  </a:lnTo>
                  <a:lnTo>
                    <a:pt x="30972" y="1567233"/>
                  </a:lnTo>
                  <a:lnTo>
                    <a:pt x="30972" y="1561622"/>
                  </a:lnTo>
                  <a:lnTo>
                    <a:pt x="29401" y="1554553"/>
                  </a:lnTo>
                  <a:lnTo>
                    <a:pt x="26483" y="1550401"/>
                  </a:lnTo>
                  <a:lnTo>
                    <a:pt x="21545" y="1542433"/>
                  </a:lnTo>
                  <a:lnTo>
                    <a:pt x="20199" y="1539740"/>
                  </a:lnTo>
                  <a:lnTo>
                    <a:pt x="17169" y="1535700"/>
                  </a:lnTo>
                  <a:lnTo>
                    <a:pt x="11670" y="1532333"/>
                  </a:lnTo>
                  <a:lnTo>
                    <a:pt x="7294" y="1530987"/>
                  </a:lnTo>
                  <a:lnTo>
                    <a:pt x="3815" y="1531436"/>
                  </a:lnTo>
                  <a:lnTo>
                    <a:pt x="1795" y="1528518"/>
                  </a:lnTo>
                  <a:lnTo>
                    <a:pt x="0" y="1525376"/>
                  </a:lnTo>
                  <a:lnTo>
                    <a:pt x="3142" y="1520775"/>
                  </a:lnTo>
                  <a:lnTo>
                    <a:pt x="4152" y="1501474"/>
                  </a:lnTo>
                  <a:lnTo>
                    <a:pt x="7069" y="1488456"/>
                  </a:lnTo>
                  <a:lnTo>
                    <a:pt x="10211" y="1475888"/>
                  </a:lnTo>
                  <a:lnTo>
                    <a:pt x="897" y="1446936"/>
                  </a:lnTo>
                  <a:lnTo>
                    <a:pt x="8304" y="1429654"/>
                  </a:lnTo>
                  <a:lnTo>
                    <a:pt x="9875" y="1424043"/>
                  </a:lnTo>
                  <a:lnTo>
                    <a:pt x="9875" y="1422136"/>
                  </a:lnTo>
                  <a:lnTo>
                    <a:pt x="8752" y="1419106"/>
                  </a:lnTo>
                  <a:lnTo>
                    <a:pt x="7294" y="1415290"/>
                  </a:lnTo>
                  <a:lnTo>
                    <a:pt x="3815" y="1407211"/>
                  </a:lnTo>
                  <a:lnTo>
                    <a:pt x="4488" y="1400926"/>
                  </a:lnTo>
                  <a:lnTo>
                    <a:pt x="7406" y="1394867"/>
                  </a:lnTo>
                  <a:lnTo>
                    <a:pt x="8191" y="1393296"/>
                  </a:lnTo>
                  <a:lnTo>
                    <a:pt x="11446" y="1386338"/>
                  </a:lnTo>
                  <a:lnTo>
                    <a:pt x="14476" y="1381849"/>
                  </a:lnTo>
                  <a:lnTo>
                    <a:pt x="22443" y="1372760"/>
                  </a:lnTo>
                  <a:lnTo>
                    <a:pt x="24912" y="1367149"/>
                  </a:lnTo>
                  <a:lnTo>
                    <a:pt x="26258" y="1364007"/>
                  </a:lnTo>
                  <a:lnTo>
                    <a:pt x="25249" y="1358059"/>
                  </a:lnTo>
                  <a:lnTo>
                    <a:pt x="25810" y="1355478"/>
                  </a:lnTo>
                  <a:lnTo>
                    <a:pt x="23116" y="1349194"/>
                  </a:lnTo>
                  <a:lnTo>
                    <a:pt x="20423" y="1343022"/>
                  </a:lnTo>
                  <a:lnTo>
                    <a:pt x="21658" y="1338758"/>
                  </a:lnTo>
                  <a:lnTo>
                    <a:pt x="22555" y="1336177"/>
                  </a:lnTo>
                  <a:lnTo>
                    <a:pt x="21096" y="1333035"/>
                  </a:lnTo>
                  <a:lnTo>
                    <a:pt x="22219" y="1327873"/>
                  </a:lnTo>
                  <a:lnTo>
                    <a:pt x="22555" y="1322374"/>
                  </a:lnTo>
                  <a:lnTo>
                    <a:pt x="18740" y="1319569"/>
                  </a:lnTo>
                  <a:lnTo>
                    <a:pt x="17618" y="1315978"/>
                  </a:lnTo>
                  <a:lnTo>
                    <a:pt x="15486" y="1310816"/>
                  </a:lnTo>
                  <a:lnTo>
                    <a:pt x="16496" y="1301389"/>
                  </a:lnTo>
                  <a:lnTo>
                    <a:pt x="16720" y="1293646"/>
                  </a:lnTo>
                  <a:lnTo>
                    <a:pt x="15261" y="1289045"/>
                  </a:lnTo>
                  <a:lnTo>
                    <a:pt x="13802" y="1283771"/>
                  </a:lnTo>
                  <a:lnTo>
                    <a:pt x="12680" y="1270305"/>
                  </a:lnTo>
                  <a:lnTo>
                    <a:pt x="14139" y="1262450"/>
                  </a:lnTo>
                  <a:lnTo>
                    <a:pt x="15822" y="1258298"/>
                  </a:lnTo>
                  <a:lnTo>
                    <a:pt x="19189" y="1253921"/>
                  </a:lnTo>
                  <a:lnTo>
                    <a:pt x="23677" y="1247637"/>
                  </a:lnTo>
                  <a:lnTo>
                    <a:pt x="23341" y="1244158"/>
                  </a:lnTo>
                  <a:lnTo>
                    <a:pt x="21658" y="1242026"/>
                  </a:lnTo>
                  <a:lnTo>
                    <a:pt x="18964" y="1238772"/>
                  </a:lnTo>
                  <a:lnTo>
                    <a:pt x="16496" y="1234844"/>
                  </a:lnTo>
                  <a:lnTo>
                    <a:pt x="17505" y="1221041"/>
                  </a:lnTo>
                  <a:lnTo>
                    <a:pt x="19974" y="1217114"/>
                  </a:lnTo>
                  <a:lnTo>
                    <a:pt x="21433" y="1213635"/>
                  </a:lnTo>
                  <a:lnTo>
                    <a:pt x="23902" y="1208361"/>
                  </a:lnTo>
                  <a:lnTo>
                    <a:pt x="24912" y="1205331"/>
                  </a:lnTo>
                  <a:lnTo>
                    <a:pt x="29625" y="1200505"/>
                  </a:lnTo>
                  <a:lnTo>
                    <a:pt x="36695" y="1186254"/>
                  </a:lnTo>
                  <a:lnTo>
                    <a:pt x="39164" y="1180531"/>
                  </a:lnTo>
                  <a:lnTo>
                    <a:pt x="26707" y="1157414"/>
                  </a:lnTo>
                  <a:lnTo>
                    <a:pt x="24800" y="1140918"/>
                  </a:lnTo>
                  <a:lnTo>
                    <a:pt x="24800" y="1140693"/>
                  </a:lnTo>
                  <a:lnTo>
                    <a:pt x="29737" y="1120045"/>
                  </a:lnTo>
                  <a:lnTo>
                    <a:pt x="42754" y="1099846"/>
                  </a:lnTo>
                  <a:lnTo>
                    <a:pt x="54088" y="1089185"/>
                  </a:lnTo>
                  <a:lnTo>
                    <a:pt x="63066" y="1077851"/>
                  </a:lnTo>
                  <a:lnTo>
                    <a:pt x="77542" y="1062253"/>
                  </a:lnTo>
                  <a:lnTo>
                    <a:pt x="98976" y="1046430"/>
                  </a:lnTo>
                  <a:lnTo>
                    <a:pt x="116594" y="1032964"/>
                  </a:lnTo>
                  <a:lnTo>
                    <a:pt x="121195" y="1028700"/>
                  </a:lnTo>
                  <a:lnTo>
                    <a:pt x="133763" y="1017029"/>
                  </a:lnTo>
                  <a:lnTo>
                    <a:pt x="146219" y="998401"/>
                  </a:lnTo>
                  <a:lnTo>
                    <a:pt x="145995" y="978539"/>
                  </a:lnTo>
                  <a:lnTo>
                    <a:pt x="153738" y="964960"/>
                  </a:lnTo>
                  <a:lnTo>
                    <a:pt x="153401" y="950933"/>
                  </a:lnTo>
                  <a:lnTo>
                    <a:pt x="156207" y="931183"/>
                  </a:lnTo>
                  <a:lnTo>
                    <a:pt x="164399" y="913340"/>
                  </a:lnTo>
                  <a:lnTo>
                    <a:pt x="173937" y="906944"/>
                  </a:lnTo>
                  <a:lnTo>
                    <a:pt x="174723" y="901108"/>
                  </a:lnTo>
                  <a:lnTo>
                    <a:pt x="170458" y="889438"/>
                  </a:lnTo>
                  <a:lnTo>
                    <a:pt x="154860" y="865311"/>
                  </a:lnTo>
                  <a:lnTo>
                    <a:pt x="154523" y="857456"/>
                  </a:lnTo>
                  <a:lnTo>
                    <a:pt x="175171" y="849713"/>
                  </a:lnTo>
                  <a:lnTo>
                    <a:pt x="180782" y="842643"/>
                  </a:lnTo>
                  <a:lnTo>
                    <a:pt x="188750" y="839389"/>
                  </a:lnTo>
                  <a:lnTo>
                    <a:pt x="193014" y="837705"/>
                  </a:lnTo>
                  <a:lnTo>
                    <a:pt x="203450" y="832880"/>
                  </a:lnTo>
                  <a:lnTo>
                    <a:pt x="210632" y="827381"/>
                  </a:lnTo>
                  <a:lnTo>
                    <a:pt x="217926" y="819863"/>
                  </a:lnTo>
                  <a:lnTo>
                    <a:pt x="222976" y="816047"/>
                  </a:lnTo>
                  <a:lnTo>
                    <a:pt x="227465" y="814813"/>
                  </a:lnTo>
                  <a:lnTo>
                    <a:pt x="236218" y="806172"/>
                  </a:lnTo>
                  <a:lnTo>
                    <a:pt x="252602" y="799215"/>
                  </a:lnTo>
                  <a:lnTo>
                    <a:pt x="261804" y="796297"/>
                  </a:lnTo>
                  <a:lnTo>
                    <a:pt x="272015" y="789115"/>
                  </a:lnTo>
                  <a:lnTo>
                    <a:pt x="284920" y="776210"/>
                  </a:lnTo>
                  <a:lnTo>
                    <a:pt x="286828" y="771946"/>
                  </a:lnTo>
                  <a:lnTo>
                    <a:pt x="286716" y="762295"/>
                  </a:lnTo>
                  <a:lnTo>
                    <a:pt x="288063" y="757357"/>
                  </a:lnTo>
                  <a:lnTo>
                    <a:pt x="290531" y="754889"/>
                  </a:lnTo>
                  <a:lnTo>
                    <a:pt x="297040" y="753430"/>
                  </a:lnTo>
                  <a:lnTo>
                    <a:pt x="300407" y="752756"/>
                  </a:lnTo>
                  <a:lnTo>
                    <a:pt x="307476" y="748717"/>
                  </a:lnTo>
                  <a:lnTo>
                    <a:pt x="310618" y="745799"/>
                  </a:lnTo>
                  <a:lnTo>
                    <a:pt x="313648" y="727171"/>
                  </a:lnTo>
                  <a:lnTo>
                    <a:pt x="338224" y="718418"/>
                  </a:lnTo>
                  <a:lnTo>
                    <a:pt x="346977" y="713929"/>
                  </a:lnTo>
                  <a:lnTo>
                    <a:pt x="352027" y="703605"/>
                  </a:lnTo>
                  <a:lnTo>
                    <a:pt x="355393" y="675214"/>
                  </a:lnTo>
                  <a:lnTo>
                    <a:pt x="366615" y="660401"/>
                  </a:lnTo>
                  <a:lnTo>
                    <a:pt x="381540" y="646598"/>
                  </a:lnTo>
                  <a:lnTo>
                    <a:pt x="395679" y="633469"/>
                  </a:lnTo>
                  <a:lnTo>
                    <a:pt x="428447" y="628307"/>
                  </a:lnTo>
                  <a:lnTo>
                    <a:pt x="454594" y="629654"/>
                  </a:lnTo>
                  <a:lnTo>
                    <a:pt x="470865" y="627634"/>
                  </a:lnTo>
                  <a:lnTo>
                    <a:pt x="477374" y="622135"/>
                  </a:lnTo>
                  <a:lnTo>
                    <a:pt x="473222" y="609903"/>
                  </a:lnTo>
                  <a:lnTo>
                    <a:pt x="472549" y="607996"/>
                  </a:lnTo>
                  <a:lnTo>
                    <a:pt x="466264" y="601038"/>
                  </a:lnTo>
                  <a:lnTo>
                    <a:pt x="457063" y="590714"/>
                  </a:lnTo>
                  <a:lnTo>
                    <a:pt x="457175" y="585889"/>
                  </a:lnTo>
                  <a:lnTo>
                    <a:pt x="457736" y="568607"/>
                  </a:lnTo>
                  <a:lnTo>
                    <a:pt x="452574" y="534156"/>
                  </a:lnTo>
                  <a:lnTo>
                    <a:pt x="453247" y="521027"/>
                  </a:lnTo>
                  <a:lnTo>
                    <a:pt x="459980" y="504755"/>
                  </a:lnTo>
                  <a:lnTo>
                    <a:pt x="468397" y="484556"/>
                  </a:lnTo>
                  <a:lnTo>
                    <a:pt x="469070" y="482760"/>
                  </a:lnTo>
                  <a:lnTo>
                    <a:pt x="475354" y="453472"/>
                  </a:lnTo>
                  <a:lnTo>
                    <a:pt x="475017" y="432375"/>
                  </a:lnTo>
                  <a:lnTo>
                    <a:pt x="482312" y="407126"/>
                  </a:lnTo>
                  <a:lnTo>
                    <a:pt x="499256" y="392650"/>
                  </a:lnTo>
                  <a:lnTo>
                    <a:pt x="505428" y="387488"/>
                  </a:lnTo>
                  <a:lnTo>
                    <a:pt x="526413" y="375817"/>
                  </a:lnTo>
                  <a:lnTo>
                    <a:pt x="549530" y="361790"/>
                  </a:lnTo>
                  <a:lnTo>
                    <a:pt x="579156" y="352363"/>
                  </a:lnTo>
                  <a:lnTo>
                    <a:pt x="609230" y="341142"/>
                  </a:lnTo>
                  <a:lnTo>
                    <a:pt x="631561" y="322738"/>
                  </a:lnTo>
                  <a:lnTo>
                    <a:pt x="647833" y="300294"/>
                  </a:lnTo>
                  <a:lnTo>
                    <a:pt x="664553" y="277851"/>
                  </a:lnTo>
                  <a:lnTo>
                    <a:pt x="678581" y="261916"/>
                  </a:lnTo>
                  <a:lnTo>
                    <a:pt x="685875" y="250694"/>
                  </a:lnTo>
                  <a:lnTo>
                    <a:pt x="700687" y="224660"/>
                  </a:lnTo>
                  <a:lnTo>
                    <a:pt x="713031" y="203001"/>
                  </a:lnTo>
                  <a:lnTo>
                    <a:pt x="726273" y="187852"/>
                  </a:lnTo>
                  <a:lnTo>
                    <a:pt x="733904" y="179099"/>
                  </a:lnTo>
                  <a:lnTo>
                    <a:pt x="746921" y="164623"/>
                  </a:lnTo>
                  <a:lnTo>
                    <a:pt x="760387" y="147341"/>
                  </a:lnTo>
                  <a:lnTo>
                    <a:pt x="772282" y="134998"/>
                  </a:lnTo>
                  <a:lnTo>
                    <a:pt x="788891" y="122766"/>
                  </a:lnTo>
                  <a:lnTo>
                    <a:pt x="806621" y="114462"/>
                  </a:lnTo>
                  <a:lnTo>
                    <a:pt x="826147" y="107953"/>
                  </a:lnTo>
                  <a:lnTo>
                    <a:pt x="827494" y="107280"/>
                  </a:lnTo>
                  <a:lnTo>
                    <a:pt x="835910" y="103240"/>
                  </a:lnTo>
                  <a:lnTo>
                    <a:pt x="848590" y="82255"/>
                  </a:lnTo>
                  <a:lnTo>
                    <a:pt x="864189" y="64861"/>
                  </a:lnTo>
                  <a:lnTo>
                    <a:pt x="878216" y="51844"/>
                  </a:lnTo>
                  <a:lnTo>
                    <a:pt x="906831" y="35236"/>
                  </a:lnTo>
                  <a:lnTo>
                    <a:pt x="927367" y="21882"/>
                  </a:lnTo>
                  <a:lnTo>
                    <a:pt x="937916" y="13915"/>
                  </a:lnTo>
                  <a:lnTo>
                    <a:pt x="953065" y="11333"/>
                  </a:lnTo>
                  <a:lnTo>
                    <a:pt x="980783" y="7518"/>
                  </a:lnTo>
                  <a:lnTo>
                    <a:pt x="994810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2814119" y="4554282"/>
              <a:ext cx="511825" cy="894824"/>
            </a:xfrm>
            <a:custGeom>
              <a:avLst/>
              <a:pathLst>
                <a:path w="511825" h="894824">
                  <a:moveTo>
                    <a:pt x="355618" y="0"/>
                  </a:moveTo>
                  <a:lnTo>
                    <a:pt x="360331" y="448"/>
                  </a:lnTo>
                  <a:lnTo>
                    <a:pt x="362014" y="448"/>
                  </a:lnTo>
                  <a:lnTo>
                    <a:pt x="363361" y="448"/>
                  </a:lnTo>
                  <a:lnTo>
                    <a:pt x="365381" y="224"/>
                  </a:lnTo>
                  <a:lnTo>
                    <a:pt x="367176" y="224"/>
                  </a:lnTo>
                  <a:lnTo>
                    <a:pt x="369308" y="561"/>
                  </a:lnTo>
                  <a:lnTo>
                    <a:pt x="371440" y="1009"/>
                  </a:lnTo>
                  <a:lnTo>
                    <a:pt x="372787" y="1458"/>
                  </a:lnTo>
                  <a:lnTo>
                    <a:pt x="374134" y="2356"/>
                  </a:lnTo>
                  <a:lnTo>
                    <a:pt x="375705" y="3029"/>
                  </a:lnTo>
                  <a:lnTo>
                    <a:pt x="379520" y="4937"/>
                  </a:lnTo>
                  <a:lnTo>
                    <a:pt x="389620" y="6171"/>
                  </a:lnTo>
                  <a:lnTo>
                    <a:pt x="404994" y="9650"/>
                  </a:lnTo>
                  <a:lnTo>
                    <a:pt x="421153" y="17505"/>
                  </a:lnTo>
                  <a:lnTo>
                    <a:pt x="433721" y="22555"/>
                  </a:lnTo>
                  <a:lnTo>
                    <a:pt x="435517" y="27493"/>
                  </a:lnTo>
                  <a:lnTo>
                    <a:pt x="438547" y="29737"/>
                  </a:lnTo>
                  <a:lnTo>
                    <a:pt x="447412" y="35573"/>
                  </a:lnTo>
                  <a:lnTo>
                    <a:pt x="452686" y="36134"/>
                  </a:lnTo>
                  <a:lnTo>
                    <a:pt x="458858" y="36021"/>
                  </a:lnTo>
                  <a:lnTo>
                    <a:pt x="465254" y="39500"/>
                  </a:lnTo>
                  <a:lnTo>
                    <a:pt x="472212" y="44326"/>
                  </a:lnTo>
                  <a:lnTo>
                    <a:pt x="477823" y="51956"/>
                  </a:lnTo>
                  <a:lnTo>
                    <a:pt x="481638" y="55323"/>
                  </a:lnTo>
                  <a:lnTo>
                    <a:pt x="486800" y="57231"/>
                  </a:lnTo>
                  <a:lnTo>
                    <a:pt x="494768" y="60485"/>
                  </a:lnTo>
                  <a:lnTo>
                    <a:pt x="503072" y="59924"/>
                  </a:lnTo>
                  <a:lnTo>
                    <a:pt x="503521" y="60373"/>
                  </a:lnTo>
                  <a:lnTo>
                    <a:pt x="506551" y="62729"/>
                  </a:lnTo>
                  <a:lnTo>
                    <a:pt x="508571" y="66208"/>
                  </a:lnTo>
                  <a:lnTo>
                    <a:pt x="511376" y="70809"/>
                  </a:lnTo>
                  <a:lnTo>
                    <a:pt x="511825" y="74400"/>
                  </a:lnTo>
                  <a:lnTo>
                    <a:pt x="498583" y="86856"/>
                  </a:lnTo>
                  <a:lnTo>
                    <a:pt x="492748" y="93140"/>
                  </a:lnTo>
                  <a:lnTo>
                    <a:pt x="486688" y="101108"/>
                  </a:lnTo>
                  <a:lnTo>
                    <a:pt x="483209" y="110197"/>
                  </a:lnTo>
                  <a:lnTo>
                    <a:pt x="481302" y="115920"/>
                  </a:lnTo>
                  <a:lnTo>
                    <a:pt x="477037" y="121868"/>
                  </a:lnTo>
                  <a:lnTo>
                    <a:pt x="473895" y="125796"/>
                  </a:lnTo>
                  <a:lnTo>
                    <a:pt x="468284" y="130284"/>
                  </a:lnTo>
                  <a:lnTo>
                    <a:pt x="463347" y="135110"/>
                  </a:lnTo>
                  <a:lnTo>
                    <a:pt x="460317" y="140384"/>
                  </a:lnTo>
                  <a:lnTo>
                    <a:pt x="458185" y="146444"/>
                  </a:lnTo>
                  <a:lnTo>
                    <a:pt x="457960" y="151942"/>
                  </a:lnTo>
                  <a:lnTo>
                    <a:pt x="459644" y="158900"/>
                  </a:lnTo>
                  <a:lnTo>
                    <a:pt x="462449" y="163052"/>
                  </a:lnTo>
                  <a:lnTo>
                    <a:pt x="462225" y="168214"/>
                  </a:lnTo>
                  <a:lnTo>
                    <a:pt x="456614" y="174498"/>
                  </a:lnTo>
                  <a:lnTo>
                    <a:pt x="455604" y="176967"/>
                  </a:lnTo>
                  <a:lnTo>
                    <a:pt x="448758" y="180333"/>
                  </a:lnTo>
                  <a:lnTo>
                    <a:pt x="449095" y="180895"/>
                  </a:lnTo>
                  <a:lnTo>
                    <a:pt x="449881" y="183027"/>
                  </a:lnTo>
                  <a:lnTo>
                    <a:pt x="450554" y="185944"/>
                  </a:lnTo>
                  <a:lnTo>
                    <a:pt x="451003" y="186618"/>
                  </a:lnTo>
                  <a:lnTo>
                    <a:pt x="451227" y="187067"/>
                  </a:lnTo>
                  <a:lnTo>
                    <a:pt x="449993" y="188750"/>
                  </a:lnTo>
                  <a:lnTo>
                    <a:pt x="448310" y="190882"/>
                  </a:lnTo>
                  <a:lnTo>
                    <a:pt x="446290" y="192004"/>
                  </a:lnTo>
                  <a:lnTo>
                    <a:pt x="442811" y="191892"/>
                  </a:lnTo>
                  <a:lnTo>
                    <a:pt x="440230" y="191331"/>
                  </a:lnTo>
                  <a:lnTo>
                    <a:pt x="439444" y="191892"/>
                  </a:lnTo>
                  <a:lnTo>
                    <a:pt x="437873" y="196156"/>
                  </a:lnTo>
                  <a:lnTo>
                    <a:pt x="436190" y="196717"/>
                  </a:lnTo>
                  <a:lnTo>
                    <a:pt x="433160" y="197278"/>
                  </a:lnTo>
                  <a:lnTo>
                    <a:pt x="428784" y="197839"/>
                  </a:lnTo>
                  <a:lnTo>
                    <a:pt x="427100" y="198625"/>
                  </a:lnTo>
                  <a:lnTo>
                    <a:pt x="424295" y="199859"/>
                  </a:lnTo>
                  <a:lnTo>
                    <a:pt x="421938" y="199972"/>
                  </a:lnTo>
                  <a:lnTo>
                    <a:pt x="419694" y="199523"/>
                  </a:lnTo>
                  <a:lnTo>
                    <a:pt x="417113" y="199859"/>
                  </a:lnTo>
                  <a:lnTo>
                    <a:pt x="414756" y="200982"/>
                  </a:lnTo>
                  <a:lnTo>
                    <a:pt x="414308" y="201543"/>
                  </a:lnTo>
                  <a:lnTo>
                    <a:pt x="414195" y="202216"/>
                  </a:lnTo>
                  <a:lnTo>
                    <a:pt x="413522" y="203114"/>
                  </a:lnTo>
                  <a:lnTo>
                    <a:pt x="411727" y="203226"/>
                  </a:lnTo>
                  <a:lnTo>
                    <a:pt x="409370" y="203899"/>
                  </a:lnTo>
                  <a:lnTo>
                    <a:pt x="409033" y="203787"/>
                  </a:lnTo>
                  <a:lnTo>
                    <a:pt x="408472" y="204236"/>
                  </a:lnTo>
                  <a:lnTo>
                    <a:pt x="407911" y="205021"/>
                  </a:lnTo>
                  <a:lnTo>
                    <a:pt x="407126" y="206144"/>
                  </a:lnTo>
                  <a:lnTo>
                    <a:pt x="406340" y="207041"/>
                  </a:lnTo>
                  <a:lnTo>
                    <a:pt x="404769" y="208276"/>
                  </a:lnTo>
                  <a:lnTo>
                    <a:pt x="404096" y="208949"/>
                  </a:lnTo>
                  <a:lnTo>
                    <a:pt x="402637" y="210857"/>
                  </a:lnTo>
                  <a:lnTo>
                    <a:pt x="401290" y="211530"/>
                  </a:lnTo>
                  <a:lnTo>
                    <a:pt x="399832" y="212540"/>
                  </a:lnTo>
                  <a:lnTo>
                    <a:pt x="395567" y="215345"/>
                  </a:lnTo>
                  <a:lnTo>
                    <a:pt x="394782" y="217814"/>
                  </a:lnTo>
                  <a:lnTo>
                    <a:pt x="392986" y="222191"/>
                  </a:lnTo>
                  <a:lnTo>
                    <a:pt x="390405" y="223762"/>
                  </a:lnTo>
                  <a:lnTo>
                    <a:pt x="390630" y="224211"/>
                  </a:lnTo>
                  <a:lnTo>
                    <a:pt x="388385" y="226118"/>
                  </a:lnTo>
                  <a:lnTo>
                    <a:pt x="387375" y="224884"/>
                  </a:lnTo>
                  <a:lnTo>
                    <a:pt x="381989" y="226118"/>
                  </a:lnTo>
                  <a:lnTo>
                    <a:pt x="381652" y="227353"/>
                  </a:lnTo>
                  <a:lnTo>
                    <a:pt x="381091" y="227241"/>
                  </a:lnTo>
                  <a:lnTo>
                    <a:pt x="379969" y="227802"/>
                  </a:lnTo>
                  <a:lnTo>
                    <a:pt x="378959" y="229709"/>
                  </a:lnTo>
                  <a:lnTo>
                    <a:pt x="376378" y="229148"/>
                  </a:lnTo>
                  <a:lnTo>
                    <a:pt x="372226" y="231056"/>
                  </a:lnTo>
                  <a:lnTo>
                    <a:pt x="369308" y="232627"/>
                  </a:lnTo>
                  <a:lnTo>
                    <a:pt x="367737" y="235769"/>
                  </a:lnTo>
                  <a:lnTo>
                    <a:pt x="367513" y="239136"/>
                  </a:lnTo>
                  <a:lnTo>
                    <a:pt x="365942" y="244185"/>
                  </a:lnTo>
                  <a:lnTo>
                    <a:pt x="364932" y="246654"/>
                  </a:lnTo>
                  <a:lnTo>
                    <a:pt x="363922" y="249347"/>
                  </a:lnTo>
                  <a:lnTo>
                    <a:pt x="362463" y="252602"/>
                  </a:lnTo>
                  <a:lnTo>
                    <a:pt x="361677" y="252938"/>
                  </a:lnTo>
                  <a:lnTo>
                    <a:pt x="360892" y="253724"/>
                  </a:lnTo>
                  <a:lnTo>
                    <a:pt x="360555" y="254397"/>
                  </a:lnTo>
                  <a:lnTo>
                    <a:pt x="359658" y="256081"/>
                  </a:lnTo>
                  <a:lnTo>
                    <a:pt x="359096" y="257203"/>
                  </a:lnTo>
                  <a:lnTo>
                    <a:pt x="356740" y="260345"/>
                  </a:lnTo>
                  <a:lnTo>
                    <a:pt x="355169" y="261804"/>
                  </a:lnTo>
                  <a:lnTo>
                    <a:pt x="351578" y="268200"/>
                  </a:lnTo>
                  <a:lnTo>
                    <a:pt x="348997" y="270669"/>
                  </a:lnTo>
                  <a:lnTo>
                    <a:pt x="347201" y="274372"/>
                  </a:lnTo>
                  <a:lnTo>
                    <a:pt x="347762" y="276392"/>
                  </a:lnTo>
                  <a:lnTo>
                    <a:pt x="348211" y="280656"/>
                  </a:lnTo>
                  <a:lnTo>
                    <a:pt x="343723" y="286828"/>
                  </a:lnTo>
                  <a:lnTo>
                    <a:pt x="333960" y="293112"/>
                  </a:lnTo>
                  <a:lnTo>
                    <a:pt x="331154" y="293786"/>
                  </a:lnTo>
                  <a:lnTo>
                    <a:pt x="326104" y="297826"/>
                  </a:lnTo>
                  <a:lnTo>
                    <a:pt x="324197" y="302314"/>
                  </a:lnTo>
                  <a:lnTo>
                    <a:pt x="322289" y="304895"/>
                  </a:lnTo>
                  <a:lnTo>
                    <a:pt x="321055" y="311628"/>
                  </a:lnTo>
                  <a:lnTo>
                    <a:pt x="321391" y="314434"/>
                  </a:lnTo>
                  <a:lnTo>
                    <a:pt x="321279" y="316678"/>
                  </a:lnTo>
                  <a:lnTo>
                    <a:pt x="320381" y="323299"/>
                  </a:lnTo>
                  <a:lnTo>
                    <a:pt x="319371" y="327563"/>
                  </a:lnTo>
                  <a:lnTo>
                    <a:pt x="318698" y="329920"/>
                  </a:lnTo>
                  <a:lnTo>
                    <a:pt x="318474" y="333062"/>
                  </a:lnTo>
                  <a:lnTo>
                    <a:pt x="315893" y="334409"/>
                  </a:lnTo>
                  <a:lnTo>
                    <a:pt x="315668" y="337999"/>
                  </a:lnTo>
                  <a:lnTo>
                    <a:pt x="314322" y="342039"/>
                  </a:lnTo>
                  <a:lnTo>
                    <a:pt x="311965" y="343162"/>
                  </a:lnTo>
                  <a:lnTo>
                    <a:pt x="311292" y="346865"/>
                  </a:lnTo>
                  <a:lnTo>
                    <a:pt x="311404" y="348324"/>
                  </a:lnTo>
                  <a:lnTo>
                    <a:pt x="310057" y="351802"/>
                  </a:lnTo>
                  <a:lnTo>
                    <a:pt x="317127" y="354944"/>
                  </a:lnTo>
                  <a:lnTo>
                    <a:pt x="316229" y="357413"/>
                  </a:lnTo>
                  <a:lnTo>
                    <a:pt x="313087" y="356179"/>
                  </a:lnTo>
                  <a:lnTo>
                    <a:pt x="311965" y="360106"/>
                  </a:lnTo>
                  <a:lnTo>
                    <a:pt x="314658" y="361453"/>
                  </a:lnTo>
                  <a:lnTo>
                    <a:pt x="313536" y="364820"/>
                  </a:lnTo>
                  <a:lnTo>
                    <a:pt x="310618" y="366054"/>
                  </a:lnTo>
                  <a:lnTo>
                    <a:pt x="309945" y="369420"/>
                  </a:lnTo>
                  <a:lnTo>
                    <a:pt x="308486" y="370879"/>
                  </a:lnTo>
                  <a:lnTo>
                    <a:pt x="310169" y="375368"/>
                  </a:lnTo>
                  <a:lnTo>
                    <a:pt x="304895" y="377949"/>
                  </a:lnTo>
                  <a:lnTo>
                    <a:pt x="305344" y="379408"/>
                  </a:lnTo>
                  <a:lnTo>
                    <a:pt x="305905" y="384009"/>
                  </a:lnTo>
                  <a:lnTo>
                    <a:pt x="306803" y="389507"/>
                  </a:lnTo>
                  <a:lnTo>
                    <a:pt x="307364" y="393660"/>
                  </a:lnTo>
                  <a:lnTo>
                    <a:pt x="307588" y="395567"/>
                  </a:lnTo>
                  <a:lnTo>
                    <a:pt x="308262" y="397026"/>
                  </a:lnTo>
                  <a:lnTo>
                    <a:pt x="309608" y="399046"/>
                  </a:lnTo>
                  <a:lnTo>
                    <a:pt x="309945" y="400841"/>
                  </a:lnTo>
                  <a:lnTo>
                    <a:pt x="309945" y="404096"/>
                  </a:lnTo>
                  <a:lnTo>
                    <a:pt x="310169" y="407911"/>
                  </a:lnTo>
                  <a:lnTo>
                    <a:pt x="312077" y="410043"/>
                  </a:lnTo>
                  <a:lnTo>
                    <a:pt x="312077" y="411614"/>
                  </a:lnTo>
                  <a:lnTo>
                    <a:pt x="309384" y="411614"/>
                  </a:lnTo>
                  <a:lnTo>
                    <a:pt x="305905" y="416103"/>
                  </a:lnTo>
                  <a:lnTo>
                    <a:pt x="305007" y="416440"/>
                  </a:lnTo>
                  <a:lnTo>
                    <a:pt x="300968" y="422387"/>
                  </a:lnTo>
                  <a:lnTo>
                    <a:pt x="300743" y="424856"/>
                  </a:lnTo>
                  <a:lnTo>
                    <a:pt x="300968" y="425081"/>
                  </a:lnTo>
                  <a:lnTo>
                    <a:pt x="300855" y="425305"/>
                  </a:lnTo>
                  <a:lnTo>
                    <a:pt x="300407" y="428447"/>
                  </a:lnTo>
                  <a:lnTo>
                    <a:pt x="300070" y="428784"/>
                  </a:lnTo>
                  <a:lnTo>
                    <a:pt x="298835" y="428896"/>
                  </a:lnTo>
                  <a:lnTo>
                    <a:pt x="296928" y="429008"/>
                  </a:lnTo>
                  <a:lnTo>
                    <a:pt x="295357" y="429120"/>
                  </a:lnTo>
                  <a:lnTo>
                    <a:pt x="294010" y="429008"/>
                  </a:lnTo>
                  <a:lnTo>
                    <a:pt x="292439" y="428784"/>
                  </a:lnTo>
                  <a:lnTo>
                    <a:pt x="290756" y="428110"/>
                  </a:lnTo>
                  <a:lnTo>
                    <a:pt x="287838" y="427100"/>
                  </a:lnTo>
                  <a:lnTo>
                    <a:pt x="287614" y="427325"/>
                  </a:lnTo>
                  <a:lnTo>
                    <a:pt x="284472" y="430916"/>
                  </a:lnTo>
                  <a:lnTo>
                    <a:pt x="281778" y="433833"/>
                  </a:lnTo>
                  <a:lnTo>
                    <a:pt x="281442" y="434170"/>
                  </a:lnTo>
                  <a:lnTo>
                    <a:pt x="279871" y="435853"/>
                  </a:lnTo>
                  <a:lnTo>
                    <a:pt x="279085" y="436751"/>
                  </a:lnTo>
                  <a:lnTo>
                    <a:pt x="276504" y="439557"/>
                  </a:lnTo>
                  <a:lnTo>
                    <a:pt x="275494" y="440679"/>
                  </a:lnTo>
                  <a:lnTo>
                    <a:pt x="275270" y="441128"/>
                  </a:lnTo>
                  <a:lnTo>
                    <a:pt x="286604" y="449768"/>
                  </a:lnTo>
                  <a:lnTo>
                    <a:pt x="288175" y="451003"/>
                  </a:lnTo>
                  <a:lnTo>
                    <a:pt x="288960" y="451676"/>
                  </a:lnTo>
                  <a:lnTo>
                    <a:pt x="293112" y="455267"/>
                  </a:lnTo>
                  <a:lnTo>
                    <a:pt x="293449" y="455604"/>
                  </a:lnTo>
                  <a:lnTo>
                    <a:pt x="295581" y="457399"/>
                  </a:lnTo>
                  <a:lnTo>
                    <a:pt x="295918" y="457736"/>
                  </a:lnTo>
                  <a:lnTo>
                    <a:pt x="296703" y="458409"/>
                  </a:lnTo>
                  <a:lnTo>
                    <a:pt x="302202" y="463235"/>
                  </a:lnTo>
                  <a:lnTo>
                    <a:pt x="316678" y="475466"/>
                  </a:lnTo>
                  <a:lnTo>
                    <a:pt x="319371" y="477486"/>
                  </a:lnTo>
                  <a:lnTo>
                    <a:pt x="320718" y="478608"/>
                  </a:lnTo>
                  <a:lnTo>
                    <a:pt x="328349" y="485341"/>
                  </a:lnTo>
                  <a:lnTo>
                    <a:pt x="339795" y="494431"/>
                  </a:lnTo>
                  <a:lnTo>
                    <a:pt x="339458" y="494656"/>
                  </a:lnTo>
                  <a:lnTo>
                    <a:pt x="336877" y="497012"/>
                  </a:lnTo>
                  <a:lnTo>
                    <a:pt x="330593" y="502847"/>
                  </a:lnTo>
                  <a:lnTo>
                    <a:pt x="330930" y="503072"/>
                  </a:lnTo>
                  <a:lnTo>
                    <a:pt x="332950" y="505092"/>
                  </a:lnTo>
                  <a:lnTo>
                    <a:pt x="333174" y="505204"/>
                  </a:lnTo>
                  <a:lnTo>
                    <a:pt x="332164" y="505990"/>
                  </a:lnTo>
                  <a:lnTo>
                    <a:pt x="329808" y="508009"/>
                  </a:lnTo>
                  <a:lnTo>
                    <a:pt x="328798" y="508795"/>
                  </a:lnTo>
                  <a:lnTo>
                    <a:pt x="325431" y="511600"/>
                  </a:lnTo>
                  <a:lnTo>
                    <a:pt x="324870" y="512162"/>
                  </a:lnTo>
                  <a:lnTo>
                    <a:pt x="324646" y="512835"/>
                  </a:lnTo>
                  <a:lnTo>
                    <a:pt x="321279" y="520690"/>
                  </a:lnTo>
                  <a:lnTo>
                    <a:pt x="320494" y="522598"/>
                  </a:lnTo>
                  <a:lnTo>
                    <a:pt x="318474" y="528096"/>
                  </a:lnTo>
                  <a:lnTo>
                    <a:pt x="317239" y="531126"/>
                  </a:lnTo>
                  <a:lnTo>
                    <a:pt x="316678" y="532585"/>
                  </a:lnTo>
                  <a:lnTo>
                    <a:pt x="315780" y="534717"/>
                  </a:lnTo>
                  <a:lnTo>
                    <a:pt x="314434" y="537859"/>
                  </a:lnTo>
                  <a:lnTo>
                    <a:pt x="312526" y="541787"/>
                  </a:lnTo>
                  <a:lnTo>
                    <a:pt x="314434" y="542909"/>
                  </a:lnTo>
                  <a:lnTo>
                    <a:pt x="315444" y="543919"/>
                  </a:lnTo>
                  <a:lnTo>
                    <a:pt x="316117" y="545041"/>
                  </a:lnTo>
                  <a:lnTo>
                    <a:pt x="316790" y="546051"/>
                  </a:lnTo>
                  <a:lnTo>
                    <a:pt x="317464" y="546837"/>
                  </a:lnTo>
                  <a:lnTo>
                    <a:pt x="318922" y="548296"/>
                  </a:lnTo>
                  <a:lnTo>
                    <a:pt x="320157" y="548969"/>
                  </a:lnTo>
                  <a:lnTo>
                    <a:pt x="321167" y="549306"/>
                  </a:lnTo>
                  <a:lnTo>
                    <a:pt x="323187" y="549979"/>
                  </a:lnTo>
                  <a:lnTo>
                    <a:pt x="324309" y="550316"/>
                  </a:lnTo>
                  <a:lnTo>
                    <a:pt x="325207" y="550652"/>
                  </a:lnTo>
                  <a:lnTo>
                    <a:pt x="325880" y="551101"/>
                  </a:lnTo>
                  <a:lnTo>
                    <a:pt x="326441" y="551550"/>
                  </a:lnTo>
                  <a:lnTo>
                    <a:pt x="326553" y="551774"/>
                  </a:lnTo>
                  <a:lnTo>
                    <a:pt x="326890" y="552448"/>
                  </a:lnTo>
                  <a:lnTo>
                    <a:pt x="327227" y="553009"/>
                  </a:lnTo>
                  <a:lnTo>
                    <a:pt x="327675" y="553907"/>
                  </a:lnTo>
                  <a:lnTo>
                    <a:pt x="328012" y="554580"/>
                  </a:lnTo>
                  <a:lnTo>
                    <a:pt x="328349" y="555365"/>
                  </a:lnTo>
                  <a:lnTo>
                    <a:pt x="328461" y="556151"/>
                  </a:lnTo>
                  <a:lnTo>
                    <a:pt x="328573" y="557049"/>
                  </a:lnTo>
                  <a:lnTo>
                    <a:pt x="328573" y="557385"/>
                  </a:lnTo>
                  <a:lnTo>
                    <a:pt x="328573" y="557722"/>
                  </a:lnTo>
                  <a:lnTo>
                    <a:pt x="328573" y="558171"/>
                  </a:lnTo>
                  <a:lnTo>
                    <a:pt x="328573" y="558507"/>
                  </a:lnTo>
                  <a:lnTo>
                    <a:pt x="328573" y="559854"/>
                  </a:lnTo>
                  <a:lnTo>
                    <a:pt x="328237" y="560976"/>
                  </a:lnTo>
                  <a:lnTo>
                    <a:pt x="327675" y="562323"/>
                  </a:lnTo>
                  <a:lnTo>
                    <a:pt x="326890" y="563557"/>
                  </a:lnTo>
                  <a:lnTo>
                    <a:pt x="327339" y="564118"/>
                  </a:lnTo>
                  <a:lnTo>
                    <a:pt x="332613" y="571413"/>
                  </a:lnTo>
                  <a:lnTo>
                    <a:pt x="332164" y="571749"/>
                  </a:lnTo>
                  <a:lnTo>
                    <a:pt x="331940" y="571974"/>
                  </a:lnTo>
                  <a:lnTo>
                    <a:pt x="332501" y="572984"/>
                  </a:lnTo>
                  <a:lnTo>
                    <a:pt x="332950" y="573432"/>
                  </a:lnTo>
                  <a:lnTo>
                    <a:pt x="331828" y="574779"/>
                  </a:lnTo>
                  <a:lnTo>
                    <a:pt x="331603" y="577248"/>
                  </a:lnTo>
                  <a:lnTo>
                    <a:pt x="332501" y="579941"/>
                  </a:lnTo>
                  <a:lnTo>
                    <a:pt x="333399" y="582185"/>
                  </a:lnTo>
                  <a:lnTo>
                    <a:pt x="333511" y="582410"/>
                  </a:lnTo>
                  <a:lnTo>
                    <a:pt x="333960" y="583308"/>
                  </a:lnTo>
                  <a:lnTo>
                    <a:pt x="334745" y="584542"/>
                  </a:lnTo>
                  <a:lnTo>
                    <a:pt x="335643" y="586899"/>
                  </a:lnTo>
                  <a:lnTo>
                    <a:pt x="335980" y="587684"/>
                  </a:lnTo>
                  <a:lnTo>
                    <a:pt x="336541" y="588694"/>
                  </a:lnTo>
                  <a:lnTo>
                    <a:pt x="336990" y="589480"/>
                  </a:lnTo>
                  <a:lnTo>
                    <a:pt x="337214" y="589816"/>
                  </a:lnTo>
                  <a:lnTo>
                    <a:pt x="339907" y="594529"/>
                  </a:lnTo>
                  <a:lnTo>
                    <a:pt x="340356" y="600252"/>
                  </a:lnTo>
                  <a:lnTo>
                    <a:pt x="339795" y="600701"/>
                  </a:lnTo>
                  <a:lnTo>
                    <a:pt x="341478" y="603282"/>
                  </a:lnTo>
                  <a:lnTo>
                    <a:pt x="343162" y="605976"/>
                  </a:lnTo>
                  <a:lnTo>
                    <a:pt x="344620" y="607883"/>
                  </a:lnTo>
                  <a:lnTo>
                    <a:pt x="343835" y="608669"/>
                  </a:lnTo>
                  <a:lnTo>
                    <a:pt x="344620" y="610801"/>
                  </a:lnTo>
                  <a:lnTo>
                    <a:pt x="346304" y="611474"/>
                  </a:lnTo>
                  <a:lnTo>
                    <a:pt x="347314" y="612260"/>
                  </a:lnTo>
                  <a:lnTo>
                    <a:pt x="349333" y="614729"/>
                  </a:lnTo>
                  <a:lnTo>
                    <a:pt x="351017" y="617534"/>
                  </a:lnTo>
                  <a:lnTo>
                    <a:pt x="351353" y="619891"/>
                  </a:lnTo>
                  <a:lnTo>
                    <a:pt x="350568" y="623594"/>
                  </a:lnTo>
                  <a:lnTo>
                    <a:pt x="349895" y="625614"/>
                  </a:lnTo>
                  <a:lnTo>
                    <a:pt x="349221" y="633245"/>
                  </a:lnTo>
                  <a:lnTo>
                    <a:pt x="350792" y="638070"/>
                  </a:lnTo>
                  <a:lnTo>
                    <a:pt x="353598" y="640875"/>
                  </a:lnTo>
                  <a:lnTo>
                    <a:pt x="353822" y="644915"/>
                  </a:lnTo>
                  <a:lnTo>
                    <a:pt x="354047" y="646711"/>
                  </a:lnTo>
                  <a:lnTo>
                    <a:pt x="354496" y="650638"/>
                  </a:lnTo>
                  <a:lnTo>
                    <a:pt x="355842" y="654566"/>
                  </a:lnTo>
                  <a:lnTo>
                    <a:pt x="355618" y="657708"/>
                  </a:lnTo>
                  <a:lnTo>
                    <a:pt x="355842" y="658718"/>
                  </a:lnTo>
                  <a:lnTo>
                    <a:pt x="355618" y="659952"/>
                  </a:lnTo>
                  <a:lnTo>
                    <a:pt x="355505" y="661075"/>
                  </a:lnTo>
                  <a:lnTo>
                    <a:pt x="355281" y="662084"/>
                  </a:lnTo>
                  <a:lnTo>
                    <a:pt x="355169" y="665114"/>
                  </a:lnTo>
                  <a:lnTo>
                    <a:pt x="354608" y="665788"/>
                  </a:lnTo>
                  <a:lnTo>
                    <a:pt x="354271" y="667022"/>
                  </a:lnTo>
                  <a:lnTo>
                    <a:pt x="354496" y="668818"/>
                  </a:lnTo>
                  <a:lnTo>
                    <a:pt x="354159" y="669940"/>
                  </a:lnTo>
                  <a:lnTo>
                    <a:pt x="353598" y="673194"/>
                  </a:lnTo>
                  <a:lnTo>
                    <a:pt x="353934" y="675326"/>
                  </a:lnTo>
                  <a:lnTo>
                    <a:pt x="355057" y="678468"/>
                  </a:lnTo>
                  <a:lnTo>
                    <a:pt x="358311" y="683069"/>
                  </a:lnTo>
                  <a:lnTo>
                    <a:pt x="359321" y="687895"/>
                  </a:lnTo>
                  <a:lnTo>
                    <a:pt x="365156" y="690139"/>
                  </a:lnTo>
                  <a:lnTo>
                    <a:pt x="365156" y="697433"/>
                  </a:lnTo>
                  <a:lnTo>
                    <a:pt x="366727" y="699341"/>
                  </a:lnTo>
                  <a:lnTo>
                    <a:pt x="367513" y="705737"/>
                  </a:lnTo>
                  <a:lnTo>
                    <a:pt x="365156" y="705625"/>
                  </a:lnTo>
                  <a:lnTo>
                    <a:pt x="363136" y="704839"/>
                  </a:lnTo>
                  <a:lnTo>
                    <a:pt x="362687" y="705625"/>
                  </a:lnTo>
                  <a:lnTo>
                    <a:pt x="362014" y="706972"/>
                  </a:lnTo>
                  <a:lnTo>
                    <a:pt x="361004" y="709328"/>
                  </a:lnTo>
                  <a:lnTo>
                    <a:pt x="361565" y="710338"/>
                  </a:lnTo>
                  <a:lnTo>
                    <a:pt x="361004" y="712246"/>
                  </a:lnTo>
                  <a:lnTo>
                    <a:pt x="361902" y="714378"/>
                  </a:lnTo>
                  <a:lnTo>
                    <a:pt x="363473" y="716173"/>
                  </a:lnTo>
                  <a:lnTo>
                    <a:pt x="366166" y="720101"/>
                  </a:lnTo>
                  <a:lnTo>
                    <a:pt x="368411" y="724141"/>
                  </a:lnTo>
                  <a:lnTo>
                    <a:pt x="369084" y="724478"/>
                  </a:lnTo>
                  <a:lnTo>
                    <a:pt x="370430" y="728293"/>
                  </a:lnTo>
                  <a:lnTo>
                    <a:pt x="372226" y="730425"/>
                  </a:lnTo>
                  <a:lnTo>
                    <a:pt x="373348" y="732333"/>
                  </a:lnTo>
                  <a:lnTo>
                    <a:pt x="374582" y="737831"/>
                  </a:lnTo>
                  <a:lnTo>
                    <a:pt x="375368" y="740076"/>
                  </a:lnTo>
                  <a:lnTo>
                    <a:pt x="375929" y="743106"/>
                  </a:lnTo>
                  <a:lnTo>
                    <a:pt x="375031" y="747707"/>
                  </a:lnTo>
                  <a:lnTo>
                    <a:pt x="373011" y="749839"/>
                  </a:lnTo>
                  <a:lnTo>
                    <a:pt x="371104" y="752756"/>
                  </a:lnTo>
                  <a:lnTo>
                    <a:pt x="369420" y="755786"/>
                  </a:lnTo>
                  <a:lnTo>
                    <a:pt x="368859" y="760387"/>
                  </a:lnTo>
                  <a:lnTo>
                    <a:pt x="368747" y="762519"/>
                  </a:lnTo>
                  <a:lnTo>
                    <a:pt x="371328" y="770487"/>
                  </a:lnTo>
                  <a:lnTo>
                    <a:pt x="373573" y="777557"/>
                  </a:lnTo>
                  <a:lnTo>
                    <a:pt x="376154" y="777108"/>
                  </a:lnTo>
                  <a:lnTo>
                    <a:pt x="378173" y="777557"/>
                  </a:lnTo>
                  <a:lnTo>
                    <a:pt x="379632" y="780138"/>
                  </a:lnTo>
                  <a:lnTo>
                    <a:pt x="379857" y="781035"/>
                  </a:lnTo>
                  <a:lnTo>
                    <a:pt x="381428" y="783280"/>
                  </a:lnTo>
                  <a:lnTo>
                    <a:pt x="382438" y="784065"/>
                  </a:lnTo>
                  <a:lnTo>
                    <a:pt x="381428" y="784851"/>
                  </a:lnTo>
                  <a:lnTo>
                    <a:pt x="379408" y="789676"/>
                  </a:lnTo>
                  <a:lnTo>
                    <a:pt x="378847" y="791135"/>
                  </a:lnTo>
                  <a:lnTo>
                    <a:pt x="375817" y="789676"/>
                  </a:lnTo>
                  <a:lnTo>
                    <a:pt x="375592" y="789676"/>
                  </a:lnTo>
                  <a:lnTo>
                    <a:pt x="371440" y="794838"/>
                  </a:lnTo>
                  <a:lnTo>
                    <a:pt x="360667" y="792930"/>
                  </a:lnTo>
                  <a:lnTo>
                    <a:pt x="360443" y="792818"/>
                  </a:lnTo>
                  <a:lnTo>
                    <a:pt x="357189" y="795848"/>
                  </a:lnTo>
                  <a:lnTo>
                    <a:pt x="357862" y="798205"/>
                  </a:lnTo>
                  <a:lnTo>
                    <a:pt x="358872" y="798205"/>
                  </a:lnTo>
                  <a:lnTo>
                    <a:pt x="359433" y="810661"/>
                  </a:lnTo>
                  <a:lnTo>
                    <a:pt x="358535" y="821883"/>
                  </a:lnTo>
                  <a:lnTo>
                    <a:pt x="357750" y="822893"/>
                  </a:lnTo>
                  <a:lnTo>
                    <a:pt x="357750" y="827830"/>
                  </a:lnTo>
                  <a:lnTo>
                    <a:pt x="361229" y="834002"/>
                  </a:lnTo>
                  <a:lnTo>
                    <a:pt x="357638" y="837369"/>
                  </a:lnTo>
                  <a:lnTo>
                    <a:pt x="328237" y="853865"/>
                  </a:lnTo>
                  <a:lnTo>
                    <a:pt x="325880" y="855211"/>
                  </a:lnTo>
                  <a:lnTo>
                    <a:pt x="312863" y="863179"/>
                  </a:lnTo>
                  <a:lnTo>
                    <a:pt x="309608" y="857456"/>
                  </a:lnTo>
                  <a:lnTo>
                    <a:pt x="304559" y="854538"/>
                  </a:lnTo>
                  <a:lnTo>
                    <a:pt x="300182" y="854538"/>
                  </a:lnTo>
                  <a:lnTo>
                    <a:pt x="293225" y="857905"/>
                  </a:lnTo>
                  <a:lnTo>
                    <a:pt x="284023" y="863964"/>
                  </a:lnTo>
                  <a:lnTo>
                    <a:pt x="283237" y="864189"/>
                  </a:lnTo>
                  <a:lnTo>
                    <a:pt x="282676" y="864525"/>
                  </a:lnTo>
                  <a:lnTo>
                    <a:pt x="279983" y="865648"/>
                  </a:lnTo>
                  <a:lnTo>
                    <a:pt x="279871" y="865423"/>
                  </a:lnTo>
                  <a:lnTo>
                    <a:pt x="277963" y="865648"/>
                  </a:lnTo>
                  <a:lnTo>
                    <a:pt x="274372" y="866096"/>
                  </a:lnTo>
                  <a:lnTo>
                    <a:pt x="269210" y="866658"/>
                  </a:lnTo>
                  <a:lnTo>
                    <a:pt x="258774" y="867892"/>
                  </a:lnTo>
                  <a:lnTo>
                    <a:pt x="258325" y="867892"/>
                  </a:lnTo>
                  <a:lnTo>
                    <a:pt x="254509" y="868453"/>
                  </a:lnTo>
                  <a:lnTo>
                    <a:pt x="250918" y="868902"/>
                  </a:lnTo>
                  <a:lnTo>
                    <a:pt x="243288" y="869800"/>
                  </a:lnTo>
                  <a:lnTo>
                    <a:pt x="242727" y="869800"/>
                  </a:lnTo>
                  <a:lnTo>
                    <a:pt x="235096" y="870697"/>
                  </a:lnTo>
                  <a:lnTo>
                    <a:pt x="232515" y="871034"/>
                  </a:lnTo>
                  <a:lnTo>
                    <a:pt x="231617" y="871146"/>
                  </a:lnTo>
                  <a:lnTo>
                    <a:pt x="230383" y="871258"/>
                  </a:lnTo>
                  <a:lnTo>
                    <a:pt x="228250" y="871483"/>
                  </a:lnTo>
                  <a:lnTo>
                    <a:pt x="225108" y="871820"/>
                  </a:lnTo>
                  <a:lnTo>
                    <a:pt x="222527" y="872044"/>
                  </a:lnTo>
                  <a:lnTo>
                    <a:pt x="220283" y="872268"/>
                  </a:lnTo>
                  <a:lnTo>
                    <a:pt x="218488" y="872268"/>
                  </a:lnTo>
                  <a:lnTo>
                    <a:pt x="217365" y="872268"/>
                  </a:lnTo>
                  <a:lnTo>
                    <a:pt x="216355" y="872268"/>
                  </a:lnTo>
                  <a:lnTo>
                    <a:pt x="202777" y="869912"/>
                  </a:lnTo>
                  <a:lnTo>
                    <a:pt x="190994" y="867780"/>
                  </a:lnTo>
                  <a:lnTo>
                    <a:pt x="176630" y="865199"/>
                  </a:lnTo>
                  <a:lnTo>
                    <a:pt x="173376" y="864525"/>
                  </a:lnTo>
                  <a:lnTo>
                    <a:pt x="170122" y="863852"/>
                  </a:lnTo>
                  <a:lnTo>
                    <a:pt x="165857" y="862730"/>
                  </a:lnTo>
                  <a:lnTo>
                    <a:pt x="161256" y="861271"/>
                  </a:lnTo>
                  <a:lnTo>
                    <a:pt x="157553" y="860037"/>
                  </a:lnTo>
                  <a:lnTo>
                    <a:pt x="154860" y="859251"/>
                  </a:lnTo>
                  <a:lnTo>
                    <a:pt x="154523" y="858914"/>
                  </a:lnTo>
                  <a:lnTo>
                    <a:pt x="154523" y="860598"/>
                  </a:lnTo>
                  <a:lnTo>
                    <a:pt x="154748" y="863964"/>
                  </a:lnTo>
                  <a:lnTo>
                    <a:pt x="154860" y="866209"/>
                  </a:lnTo>
                  <a:lnTo>
                    <a:pt x="154860" y="867555"/>
                  </a:lnTo>
                  <a:lnTo>
                    <a:pt x="154860" y="868902"/>
                  </a:lnTo>
                  <a:lnTo>
                    <a:pt x="154860" y="869126"/>
                  </a:lnTo>
                  <a:lnTo>
                    <a:pt x="154748" y="871034"/>
                  </a:lnTo>
                  <a:lnTo>
                    <a:pt x="154748" y="872156"/>
                  </a:lnTo>
                  <a:lnTo>
                    <a:pt x="154748" y="872942"/>
                  </a:lnTo>
                  <a:lnTo>
                    <a:pt x="154636" y="875298"/>
                  </a:lnTo>
                  <a:lnTo>
                    <a:pt x="154523" y="876757"/>
                  </a:lnTo>
                  <a:lnTo>
                    <a:pt x="154523" y="877318"/>
                  </a:lnTo>
                  <a:lnTo>
                    <a:pt x="154411" y="878328"/>
                  </a:lnTo>
                  <a:lnTo>
                    <a:pt x="154187" y="880124"/>
                  </a:lnTo>
                  <a:lnTo>
                    <a:pt x="153962" y="882368"/>
                  </a:lnTo>
                  <a:lnTo>
                    <a:pt x="153738" y="884051"/>
                  </a:lnTo>
                  <a:lnTo>
                    <a:pt x="153289" y="886296"/>
                  </a:lnTo>
                  <a:lnTo>
                    <a:pt x="153289" y="886857"/>
                  </a:lnTo>
                  <a:lnTo>
                    <a:pt x="151718" y="894824"/>
                  </a:lnTo>
                  <a:lnTo>
                    <a:pt x="150820" y="894712"/>
                  </a:lnTo>
                  <a:lnTo>
                    <a:pt x="145883" y="893814"/>
                  </a:lnTo>
                  <a:lnTo>
                    <a:pt x="132192" y="891458"/>
                  </a:lnTo>
                  <a:lnTo>
                    <a:pt x="126918" y="890448"/>
                  </a:lnTo>
                  <a:lnTo>
                    <a:pt x="121531" y="889550"/>
                  </a:lnTo>
                  <a:lnTo>
                    <a:pt x="121307" y="889438"/>
                  </a:lnTo>
                  <a:lnTo>
                    <a:pt x="120634" y="889326"/>
                  </a:lnTo>
                  <a:lnTo>
                    <a:pt x="116033" y="888540"/>
                  </a:lnTo>
                  <a:lnTo>
                    <a:pt x="111432" y="887642"/>
                  </a:lnTo>
                  <a:lnTo>
                    <a:pt x="107616" y="886969"/>
                  </a:lnTo>
                  <a:lnTo>
                    <a:pt x="105709" y="886632"/>
                  </a:lnTo>
                  <a:lnTo>
                    <a:pt x="104923" y="886408"/>
                  </a:lnTo>
                  <a:lnTo>
                    <a:pt x="101332" y="883715"/>
                  </a:lnTo>
                  <a:lnTo>
                    <a:pt x="100434" y="882592"/>
                  </a:lnTo>
                  <a:lnTo>
                    <a:pt x="99873" y="881807"/>
                  </a:lnTo>
                  <a:lnTo>
                    <a:pt x="93365" y="872830"/>
                  </a:lnTo>
                  <a:lnTo>
                    <a:pt x="93252" y="872493"/>
                  </a:lnTo>
                  <a:lnTo>
                    <a:pt x="92243" y="871146"/>
                  </a:lnTo>
                  <a:lnTo>
                    <a:pt x="90784" y="869126"/>
                  </a:lnTo>
                  <a:lnTo>
                    <a:pt x="89100" y="865760"/>
                  </a:lnTo>
                  <a:lnTo>
                    <a:pt x="86856" y="861383"/>
                  </a:lnTo>
                  <a:lnTo>
                    <a:pt x="86183" y="859363"/>
                  </a:lnTo>
                  <a:lnTo>
                    <a:pt x="84499" y="854762"/>
                  </a:lnTo>
                  <a:lnTo>
                    <a:pt x="81470" y="849152"/>
                  </a:lnTo>
                  <a:lnTo>
                    <a:pt x="81245" y="848815"/>
                  </a:lnTo>
                  <a:lnTo>
                    <a:pt x="80796" y="847805"/>
                  </a:lnTo>
                  <a:lnTo>
                    <a:pt x="79225" y="843653"/>
                  </a:lnTo>
                  <a:lnTo>
                    <a:pt x="79001" y="843092"/>
                  </a:lnTo>
                  <a:lnTo>
                    <a:pt x="78776" y="842531"/>
                  </a:lnTo>
                  <a:lnTo>
                    <a:pt x="78440" y="834563"/>
                  </a:lnTo>
                  <a:lnTo>
                    <a:pt x="77879" y="824800"/>
                  </a:lnTo>
                  <a:lnTo>
                    <a:pt x="77654" y="822780"/>
                  </a:lnTo>
                  <a:lnTo>
                    <a:pt x="77430" y="816945"/>
                  </a:lnTo>
                  <a:lnTo>
                    <a:pt x="75971" y="814364"/>
                  </a:lnTo>
                  <a:lnTo>
                    <a:pt x="73727" y="811671"/>
                  </a:lnTo>
                  <a:lnTo>
                    <a:pt x="72492" y="810885"/>
                  </a:lnTo>
                  <a:lnTo>
                    <a:pt x="71931" y="810549"/>
                  </a:lnTo>
                  <a:lnTo>
                    <a:pt x="69687" y="809539"/>
                  </a:lnTo>
                  <a:lnTo>
                    <a:pt x="68340" y="808978"/>
                  </a:lnTo>
                  <a:lnTo>
                    <a:pt x="66545" y="808641"/>
                  </a:lnTo>
                  <a:lnTo>
                    <a:pt x="65422" y="808978"/>
                  </a:lnTo>
                  <a:lnTo>
                    <a:pt x="53191" y="812120"/>
                  </a:lnTo>
                  <a:lnTo>
                    <a:pt x="51395" y="812569"/>
                  </a:lnTo>
                  <a:lnTo>
                    <a:pt x="31757" y="816833"/>
                  </a:lnTo>
                  <a:lnTo>
                    <a:pt x="30972" y="811671"/>
                  </a:lnTo>
                  <a:lnTo>
                    <a:pt x="27156" y="785412"/>
                  </a:lnTo>
                  <a:lnTo>
                    <a:pt x="48590" y="780025"/>
                  </a:lnTo>
                  <a:lnTo>
                    <a:pt x="48253" y="777444"/>
                  </a:lnTo>
                  <a:lnTo>
                    <a:pt x="48141" y="776771"/>
                  </a:lnTo>
                  <a:lnTo>
                    <a:pt x="47468" y="771497"/>
                  </a:lnTo>
                  <a:lnTo>
                    <a:pt x="46121" y="760948"/>
                  </a:lnTo>
                  <a:lnTo>
                    <a:pt x="46009" y="759938"/>
                  </a:lnTo>
                  <a:lnTo>
                    <a:pt x="42754" y="745013"/>
                  </a:lnTo>
                  <a:lnTo>
                    <a:pt x="41183" y="740300"/>
                  </a:lnTo>
                  <a:lnTo>
                    <a:pt x="40398" y="737944"/>
                  </a:lnTo>
                  <a:lnTo>
                    <a:pt x="37368" y="728630"/>
                  </a:lnTo>
                  <a:lnTo>
                    <a:pt x="36919" y="727059"/>
                  </a:lnTo>
                  <a:lnTo>
                    <a:pt x="36134" y="723804"/>
                  </a:lnTo>
                  <a:lnTo>
                    <a:pt x="35797" y="722233"/>
                  </a:lnTo>
                  <a:lnTo>
                    <a:pt x="35011" y="718754"/>
                  </a:lnTo>
                  <a:lnTo>
                    <a:pt x="34899" y="717296"/>
                  </a:lnTo>
                  <a:lnTo>
                    <a:pt x="34899" y="715388"/>
                  </a:lnTo>
                  <a:lnTo>
                    <a:pt x="35011" y="713929"/>
                  </a:lnTo>
                  <a:lnTo>
                    <a:pt x="35011" y="713592"/>
                  </a:lnTo>
                  <a:lnTo>
                    <a:pt x="35011" y="713368"/>
                  </a:lnTo>
                  <a:lnTo>
                    <a:pt x="35348" y="711348"/>
                  </a:lnTo>
                  <a:lnTo>
                    <a:pt x="35797" y="709553"/>
                  </a:lnTo>
                  <a:lnTo>
                    <a:pt x="37592" y="703156"/>
                  </a:lnTo>
                  <a:lnTo>
                    <a:pt x="37929" y="702258"/>
                  </a:lnTo>
                  <a:lnTo>
                    <a:pt x="38041" y="701922"/>
                  </a:lnTo>
                  <a:lnTo>
                    <a:pt x="38266" y="700912"/>
                  </a:lnTo>
                  <a:lnTo>
                    <a:pt x="38602" y="699677"/>
                  </a:lnTo>
                  <a:lnTo>
                    <a:pt x="38827" y="699004"/>
                  </a:lnTo>
                  <a:lnTo>
                    <a:pt x="41071" y="691822"/>
                  </a:lnTo>
                  <a:lnTo>
                    <a:pt x="42306" y="687782"/>
                  </a:lnTo>
                  <a:lnTo>
                    <a:pt x="43764" y="683181"/>
                  </a:lnTo>
                  <a:lnTo>
                    <a:pt x="43989" y="682508"/>
                  </a:lnTo>
                  <a:lnTo>
                    <a:pt x="44101" y="682171"/>
                  </a:lnTo>
                  <a:lnTo>
                    <a:pt x="45672" y="678581"/>
                  </a:lnTo>
                  <a:lnTo>
                    <a:pt x="46121" y="677571"/>
                  </a:lnTo>
                  <a:lnTo>
                    <a:pt x="46907" y="676224"/>
                  </a:lnTo>
                  <a:lnTo>
                    <a:pt x="51620" y="668818"/>
                  </a:lnTo>
                  <a:lnTo>
                    <a:pt x="54762" y="664217"/>
                  </a:lnTo>
                  <a:lnTo>
                    <a:pt x="55547" y="662982"/>
                  </a:lnTo>
                  <a:lnTo>
                    <a:pt x="58465" y="658718"/>
                  </a:lnTo>
                  <a:lnTo>
                    <a:pt x="58577" y="658381"/>
                  </a:lnTo>
                  <a:lnTo>
                    <a:pt x="58914" y="656698"/>
                  </a:lnTo>
                  <a:lnTo>
                    <a:pt x="59363" y="653219"/>
                  </a:lnTo>
                  <a:lnTo>
                    <a:pt x="59587" y="650750"/>
                  </a:lnTo>
                  <a:lnTo>
                    <a:pt x="59812" y="648394"/>
                  </a:lnTo>
                  <a:lnTo>
                    <a:pt x="59924" y="642671"/>
                  </a:lnTo>
                  <a:lnTo>
                    <a:pt x="60148" y="634816"/>
                  </a:lnTo>
                  <a:lnTo>
                    <a:pt x="60148" y="634254"/>
                  </a:lnTo>
                  <a:lnTo>
                    <a:pt x="60036" y="631673"/>
                  </a:lnTo>
                  <a:lnTo>
                    <a:pt x="58802" y="631786"/>
                  </a:lnTo>
                  <a:lnTo>
                    <a:pt x="43877" y="628531"/>
                  </a:lnTo>
                  <a:lnTo>
                    <a:pt x="35236" y="622696"/>
                  </a:lnTo>
                  <a:lnTo>
                    <a:pt x="32655" y="620227"/>
                  </a:lnTo>
                  <a:lnTo>
                    <a:pt x="29401" y="617197"/>
                  </a:lnTo>
                  <a:lnTo>
                    <a:pt x="27268" y="615290"/>
                  </a:lnTo>
                  <a:lnTo>
                    <a:pt x="23116" y="611923"/>
                  </a:lnTo>
                  <a:lnTo>
                    <a:pt x="22106" y="611250"/>
                  </a:lnTo>
                  <a:lnTo>
                    <a:pt x="18179" y="606200"/>
                  </a:lnTo>
                  <a:lnTo>
                    <a:pt x="10436" y="596100"/>
                  </a:lnTo>
                  <a:lnTo>
                    <a:pt x="6957" y="591724"/>
                  </a:lnTo>
                  <a:lnTo>
                    <a:pt x="4488" y="588582"/>
                  </a:lnTo>
                  <a:lnTo>
                    <a:pt x="1795" y="585103"/>
                  </a:lnTo>
                  <a:lnTo>
                    <a:pt x="0" y="582747"/>
                  </a:lnTo>
                  <a:lnTo>
                    <a:pt x="16496" y="571300"/>
                  </a:lnTo>
                  <a:lnTo>
                    <a:pt x="22331" y="571413"/>
                  </a:lnTo>
                  <a:lnTo>
                    <a:pt x="22892" y="569505"/>
                  </a:lnTo>
                  <a:lnTo>
                    <a:pt x="23453" y="566475"/>
                  </a:lnTo>
                  <a:lnTo>
                    <a:pt x="24014" y="563669"/>
                  </a:lnTo>
                  <a:lnTo>
                    <a:pt x="26034" y="556600"/>
                  </a:lnTo>
                  <a:lnTo>
                    <a:pt x="27493" y="551662"/>
                  </a:lnTo>
                  <a:lnTo>
                    <a:pt x="28054" y="550203"/>
                  </a:lnTo>
                  <a:lnTo>
                    <a:pt x="29401" y="545715"/>
                  </a:lnTo>
                  <a:lnTo>
                    <a:pt x="29401" y="544592"/>
                  </a:lnTo>
                  <a:lnTo>
                    <a:pt x="29288" y="542460"/>
                  </a:lnTo>
                  <a:lnTo>
                    <a:pt x="29288" y="538308"/>
                  </a:lnTo>
                  <a:lnTo>
                    <a:pt x="29288" y="531351"/>
                  </a:lnTo>
                  <a:lnTo>
                    <a:pt x="29064" y="530453"/>
                  </a:lnTo>
                  <a:lnTo>
                    <a:pt x="28727" y="529780"/>
                  </a:lnTo>
                  <a:lnTo>
                    <a:pt x="26371" y="527760"/>
                  </a:lnTo>
                  <a:lnTo>
                    <a:pt x="25585" y="527086"/>
                  </a:lnTo>
                  <a:lnTo>
                    <a:pt x="23790" y="523383"/>
                  </a:lnTo>
                  <a:lnTo>
                    <a:pt x="23229" y="521924"/>
                  </a:lnTo>
                  <a:lnTo>
                    <a:pt x="23116" y="521251"/>
                  </a:lnTo>
                  <a:lnTo>
                    <a:pt x="23004" y="518446"/>
                  </a:lnTo>
                  <a:lnTo>
                    <a:pt x="23453" y="516201"/>
                  </a:lnTo>
                  <a:lnTo>
                    <a:pt x="23902" y="514967"/>
                  </a:lnTo>
                  <a:lnTo>
                    <a:pt x="23677" y="513733"/>
                  </a:lnTo>
                  <a:lnTo>
                    <a:pt x="23229" y="512835"/>
                  </a:lnTo>
                  <a:lnTo>
                    <a:pt x="19974" y="510366"/>
                  </a:lnTo>
                  <a:lnTo>
                    <a:pt x="18740" y="509693"/>
                  </a:lnTo>
                  <a:lnTo>
                    <a:pt x="18852" y="504980"/>
                  </a:lnTo>
                  <a:lnTo>
                    <a:pt x="18740" y="501276"/>
                  </a:lnTo>
                  <a:lnTo>
                    <a:pt x="16496" y="501276"/>
                  </a:lnTo>
                  <a:lnTo>
                    <a:pt x="16496" y="492411"/>
                  </a:lnTo>
                  <a:lnTo>
                    <a:pt x="16383" y="485903"/>
                  </a:lnTo>
                  <a:lnTo>
                    <a:pt x="17281" y="471090"/>
                  </a:lnTo>
                  <a:lnTo>
                    <a:pt x="35348" y="466713"/>
                  </a:lnTo>
                  <a:lnTo>
                    <a:pt x="33328" y="459531"/>
                  </a:lnTo>
                  <a:lnTo>
                    <a:pt x="32094" y="454706"/>
                  </a:lnTo>
                  <a:lnTo>
                    <a:pt x="31084" y="450666"/>
                  </a:lnTo>
                  <a:lnTo>
                    <a:pt x="29625" y="441913"/>
                  </a:lnTo>
                  <a:lnTo>
                    <a:pt x="28839" y="434170"/>
                  </a:lnTo>
                  <a:lnTo>
                    <a:pt x="28615" y="428784"/>
                  </a:lnTo>
                  <a:lnTo>
                    <a:pt x="28615" y="423397"/>
                  </a:lnTo>
                  <a:lnTo>
                    <a:pt x="29288" y="413073"/>
                  </a:lnTo>
                  <a:lnTo>
                    <a:pt x="30186" y="406901"/>
                  </a:lnTo>
                  <a:lnTo>
                    <a:pt x="31533" y="399832"/>
                  </a:lnTo>
                  <a:lnTo>
                    <a:pt x="32543" y="395679"/>
                  </a:lnTo>
                  <a:lnTo>
                    <a:pt x="33665" y="392201"/>
                  </a:lnTo>
                  <a:lnTo>
                    <a:pt x="43877" y="361902"/>
                  </a:lnTo>
                  <a:lnTo>
                    <a:pt x="46121" y="354832"/>
                  </a:lnTo>
                  <a:lnTo>
                    <a:pt x="47468" y="349895"/>
                  </a:lnTo>
                  <a:lnTo>
                    <a:pt x="48478" y="345294"/>
                  </a:lnTo>
                  <a:lnTo>
                    <a:pt x="51956" y="325543"/>
                  </a:lnTo>
                  <a:lnTo>
                    <a:pt x="57567" y="293112"/>
                  </a:lnTo>
                  <a:lnTo>
                    <a:pt x="63290" y="260345"/>
                  </a:lnTo>
                  <a:lnTo>
                    <a:pt x="66208" y="260906"/>
                  </a:lnTo>
                  <a:lnTo>
                    <a:pt x="67442" y="261130"/>
                  </a:lnTo>
                  <a:lnTo>
                    <a:pt x="68228" y="261467"/>
                  </a:lnTo>
                  <a:lnTo>
                    <a:pt x="69462" y="261804"/>
                  </a:lnTo>
                  <a:lnTo>
                    <a:pt x="70472" y="262365"/>
                  </a:lnTo>
                  <a:lnTo>
                    <a:pt x="71594" y="262926"/>
                  </a:lnTo>
                  <a:lnTo>
                    <a:pt x="72380" y="262814"/>
                  </a:lnTo>
                  <a:lnTo>
                    <a:pt x="73053" y="262701"/>
                  </a:lnTo>
                  <a:lnTo>
                    <a:pt x="73727" y="262701"/>
                  </a:lnTo>
                  <a:lnTo>
                    <a:pt x="74175" y="263038"/>
                  </a:lnTo>
                  <a:lnTo>
                    <a:pt x="74849" y="263375"/>
                  </a:lnTo>
                  <a:lnTo>
                    <a:pt x="75971" y="263487"/>
                  </a:lnTo>
                  <a:lnTo>
                    <a:pt x="76981" y="263711"/>
                  </a:lnTo>
                  <a:lnTo>
                    <a:pt x="77430" y="264048"/>
                  </a:lnTo>
                  <a:lnTo>
                    <a:pt x="78215" y="264609"/>
                  </a:lnTo>
                  <a:lnTo>
                    <a:pt x="78776" y="265507"/>
                  </a:lnTo>
                  <a:lnTo>
                    <a:pt x="79450" y="265956"/>
                  </a:lnTo>
                  <a:lnTo>
                    <a:pt x="80235" y="266405"/>
                  </a:lnTo>
                  <a:lnTo>
                    <a:pt x="80796" y="266629"/>
                  </a:lnTo>
                  <a:lnTo>
                    <a:pt x="81470" y="266966"/>
                  </a:lnTo>
                  <a:lnTo>
                    <a:pt x="81918" y="267415"/>
                  </a:lnTo>
                  <a:lnTo>
                    <a:pt x="88988" y="266068"/>
                  </a:lnTo>
                  <a:lnTo>
                    <a:pt x="93028" y="265395"/>
                  </a:lnTo>
                  <a:lnTo>
                    <a:pt x="97853" y="268873"/>
                  </a:lnTo>
                  <a:lnTo>
                    <a:pt x="102903" y="272240"/>
                  </a:lnTo>
                  <a:lnTo>
                    <a:pt x="100996" y="273923"/>
                  </a:lnTo>
                  <a:lnTo>
                    <a:pt x="102679" y="276729"/>
                  </a:lnTo>
                  <a:lnTo>
                    <a:pt x="106045" y="286716"/>
                  </a:lnTo>
                  <a:lnTo>
                    <a:pt x="101108" y="288287"/>
                  </a:lnTo>
                  <a:lnTo>
                    <a:pt x="95497" y="286492"/>
                  </a:lnTo>
                  <a:lnTo>
                    <a:pt x="94824" y="287165"/>
                  </a:lnTo>
                  <a:lnTo>
                    <a:pt x="94487" y="287950"/>
                  </a:lnTo>
                  <a:lnTo>
                    <a:pt x="94150" y="288848"/>
                  </a:lnTo>
                  <a:lnTo>
                    <a:pt x="94262" y="289634"/>
                  </a:lnTo>
                  <a:lnTo>
                    <a:pt x="96058" y="290082"/>
                  </a:lnTo>
                  <a:lnTo>
                    <a:pt x="97292" y="290307"/>
                  </a:lnTo>
                  <a:lnTo>
                    <a:pt x="99312" y="293112"/>
                  </a:lnTo>
                  <a:lnTo>
                    <a:pt x="101444" y="296030"/>
                  </a:lnTo>
                  <a:lnTo>
                    <a:pt x="105148" y="297264"/>
                  </a:lnTo>
                  <a:lnTo>
                    <a:pt x="112442" y="307813"/>
                  </a:lnTo>
                  <a:lnTo>
                    <a:pt x="112105" y="308262"/>
                  </a:lnTo>
                  <a:lnTo>
                    <a:pt x="116145" y="312638"/>
                  </a:lnTo>
                  <a:lnTo>
                    <a:pt x="119960" y="309160"/>
                  </a:lnTo>
                  <a:lnTo>
                    <a:pt x="128152" y="301529"/>
                  </a:lnTo>
                  <a:lnTo>
                    <a:pt x="133651" y="298274"/>
                  </a:lnTo>
                  <a:lnTo>
                    <a:pt x="131743" y="293561"/>
                  </a:lnTo>
                  <a:lnTo>
                    <a:pt x="131070" y="291990"/>
                  </a:lnTo>
                  <a:lnTo>
                    <a:pt x="129387" y="288287"/>
                  </a:lnTo>
                  <a:lnTo>
                    <a:pt x="128601" y="286043"/>
                  </a:lnTo>
                  <a:lnTo>
                    <a:pt x="128264" y="284247"/>
                  </a:lnTo>
                  <a:lnTo>
                    <a:pt x="128040" y="283349"/>
                  </a:lnTo>
                  <a:lnTo>
                    <a:pt x="128152" y="281554"/>
                  </a:lnTo>
                  <a:lnTo>
                    <a:pt x="128489" y="279085"/>
                  </a:lnTo>
                  <a:lnTo>
                    <a:pt x="128713" y="277177"/>
                  </a:lnTo>
                  <a:lnTo>
                    <a:pt x="129050" y="275158"/>
                  </a:lnTo>
                  <a:lnTo>
                    <a:pt x="129274" y="271454"/>
                  </a:lnTo>
                  <a:lnTo>
                    <a:pt x="129274" y="264833"/>
                  </a:lnTo>
                  <a:lnTo>
                    <a:pt x="129162" y="262028"/>
                  </a:lnTo>
                  <a:lnTo>
                    <a:pt x="128377" y="258213"/>
                  </a:lnTo>
                  <a:lnTo>
                    <a:pt x="127142" y="254061"/>
                  </a:lnTo>
                  <a:lnTo>
                    <a:pt x="125235" y="250133"/>
                  </a:lnTo>
                  <a:lnTo>
                    <a:pt x="121531" y="242614"/>
                  </a:lnTo>
                  <a:lnTo>
                    <a:pt x="128152" y="240033"/>
                  </a:lnTo>
                  <a:lnTo>
                    <a:pt x="134324" y="238350"/>
                  </a:lnTo>
                  <a:lnTo>
                    <a:pt x="132753" y="217253"/>
                  </a:lnTo>
                  <a:lnTo>
                    <a:pt x="141506" y="220956"/>
                  </a:lnTo>
                  <a:lnTo>
                    <a:pt x="159910" y="219722"/>
                  </a:lnTo>
                  <a:lnTo>
                    <a:pt x="160247" y="206368"/>
                  </a:lnTo>
                  <a:lnTo>
                    <a:pt x="173713" y="203338"/>
                  </a:lnTo>
                  <a:lnTo>
                    <a:pt x="175059" y="187628"/>
                  </a:lnTo>
                  <a:lnTo>
                    <a:pt x="178201" y="188189"/>
                  </a:lnTo>
                  <a:lnTo>
                    <a:pt x="179099" y="186505"/>
                  </a:lnTo>
                  <a:lnTo>
                    <a:pt x="179885" y="185496"/>
                  </a:lnTo>
                  <a:lnTo>
                    <a:pt x="180895" y="183476"/>
                  </a:lnTo>
                  <a:lnTo>
                    <a:pt x="181119" y="182578"/>
                  </a:lnTo>
                  <a:lnTo>
                    <a:pt x="181680" y="181680"/>
                  </a:lnTo>
                  <a:lnTo>
                    <a:pt x="183363" y="181119"/>
                  </a:lnTo>
                  <a:lnTo>
                    <a:pt x="185383" y="180782"/>
                  </a:lnTo>
                  <a:lnTo>
                    <a:pt x="188413" y="179997"/>
                  </a:lnTo>
                  <a:lnTo>
                    <a:pt x="189984" y="179324"/>
                  </a:lnTo>
                  <a:lnTo>
                    <a:pt x="191780" y="178201"/>
                  </a:lnTo>
                  <a:lnTo>
                    <a:pt x="193351" y="177416"/>
                  </a:lnTo>
                  <a:lnTo>
                    <a:pt x="195483" y="176406"/>
                  </a:lnTo>
                  <a:lnTo>
                    <a:pt x="197952" y="175171"/>
                  </a:lnTo>
                  <a:lnTo>
                    <a:pt x="199298" y="173937"/>
                  </a:lnTo>
                  <a:lnTo>
                    <a:pt x="201094" y="172590"/>
                  </a:lnTo>
                  <a:lnTo>
                    <a:pt x="202889" y="171356"/>
                  </a:lnTo>
                  <a:lnTo>
                    <a:pt x="203563" y="170795"/>
                  </a:lnTo>
                  <a:lnTo>
                    <a:pt x="204348" y="170458"/>
                  </a:lnTo>
                  <a:lnTo>
                    <a:pt x="205358" y="169673"/>
                  </a:lnTo>
                  <a:lnTo>
                    <a:pt x="206256" y="169224"/>
                  </a:lnTo>
                  <a:lnTo>
                    <a:pt x="208276" y="168775"/>
                  </a:lnTo>
                  <a:lnTo>
                    <a:pt x="209622" y="168438"/>
                  </a:lnTo>
                  <a:lnTo>
                    <a:pt x="210296" y="168326"/>
                  </a:lnTo>
                  <a:lnTo>
                    <a:pt x="210969" y="168214"/>
                  </a:lnTo>
                  <a:lnTo>
                    <a:pt x="211642" y="167765"/>
                  </a:lnTo>
                  <a:lnTo>
                    <a:pt x="212316" y="167316"/>
                  </a:lnTo>
                  <a:lnTo>
                    <a:pt x="213662" y="166980"/>
                  </a:lnTo>
                  <a:lnTo>
                    <a:pt x="215009" y="166867"/>
                  </a:lnTo>
                  <a:lnTo>
                    <a:pt x="216131" y="166531"/>
                  </a:lnTo>
                  <a:lnTo>
                    <a:pt x="217141" y="165857"/>
                  </a:lnTo>
                  <a:lnTo>
                    <a:pt x="217926" y="165072"/>
                  </a:lnTo>
                  <a:lnTo>
                    <a:pt x="219498" y="163613"/>
                  </a:lnTo>
                  <a:lnTo>
                    <a:pt x="221405" y="161256"/>
                  </a:lnTo>
                  <a:lnTo>
                    <a:pt x="222864" y="160022"/>
                  </a:lnTo>
                  <a:lnTo>
                    <a:pt x="225894" y="157553"/>
                  </a:lnTo>
                  <a:lnTo>
                    <a:pt x="228812" y="155197"/>
                  </a:lnTo>
                  <a:lnTo>
                    <a:pt x="230719" y="153401"/>
                  </a:lnTo>
                  <a:lnTo>
                    <a:pt x="231729" y="152616"/>
                  </a:lnTo>
                  <a:lnTo>
                    <a:pt x="234086" y="151830"/>
                  </a:lnTo>
                  <a:lnTo>
                    <a:pt x="235881" y="151157"/>
                  </a:lnTo>
                  <a:lnTo>
                    <a:pt x="237116" y="150820"/>
                  </a:lnTo>
                  <a:lnTo>
                    <a:pt x="238126" y="150596"/>
                  </a:lnTo>
                  <a:lnTo>
                    <a:pt x="239248" y="150371"/>
                  </a:lnTo>
                  <a:lnTo>
                    <a:pt x="240258" y="150484"/>
                  </a:lnTo>
                  <a:lnTo>
                    <a:pt x="241941" y="150259"/>
                  </a:lnTo>
                  <a:lnTo>
                    <a:pt x="242839" y="150035"/>
                  </a:lnTo>
                  <a:lnTo>
                    <a:pt x="245083" y="150035"/>
                  </a:lnTo>
                  <a:lnTo>
                    <a:pt x="245981" y="149474"/>
                  </a:lnTo>
                  <a:lnTo>
                    <a:pt x="247215" y="148913"/>
                  </a:lnTo>
                  <a:lnTo>
                    <a:pt x="248225" y="148127"/>
                  </a:lnTo>
                  <a:lnTo>
                    <a:pt x="249123" y="147005"/>
                  </a:lnTo>
                  <a:lnTo>
                    <a:pt x="250470" y="145658"/>
                  </a:lnTo>
                  <a:lnTo>
                    <a:pt x="251367" y="145097"/>
                  </a:lnTo>
                  <a:lnTo>
                    <a:pt x="252602" y="144087"/>
                  </a:lnTo>
                  <a:lnTo>
                    <a:pt x="253836" y="143302"/>
                  </a:lnTo>
                  <a:lnTo>
                    <a:pt x="254397" y="142628"/>
                  </a:lnTo>
                  <a:lnTo>
                    <a:pt x="255071" y="142292"/>
                  </a:lnTo>
                  <a:lnTo>
                    <a:pt x="255968" y="141618"/>
                  </a:lnTo>
                  <a:lnTo>
                    <a:pt x="257090" y="140945"/>
                  </a:lnTo>
                  <a:lnTo>
                    <a:pt x="258325" y="140160"/>
                  </a:lnTo>
                  <a:lnTo>
                    <a:pt x="259335" y="139598"/>
                  </a:lnTo>
                  <a:lnTo>
                    <a:pt x="260120" y="139037"/>
                  </a:lnTo>
                  <a:lnTo>
                    <a:pt x="261467" y="138140"/>
                  </a:lnTo>
                  <a:lnTo>
                    <a:pt x="262589" y="137803"/>
                  </a:lnTo>
                  <a:lnTo>
                    <a:pt x="263375" y="137691"/>
                  </a:lnTo>
                  <a:lnTo>
                    <a:pt x="264497" y="137691"/>
                  </a:lnTo>
                  <a:lnTo>
                    <a:pt x="265170" y="137242"/>
                  </a:lnTo>
                  <a:lnTo>
                    <a:pt x="265956" y="136007"/>
                  </a:lnTo>
                  <a:lnTo>
                    <a:pt x="266629" y="134773"/>
                  </a:lnTo>
                  <a:lnTo>
                    <a:pt x="267527" y="133763"/>
                  </a:lnTo>
                  <a:lnTo>
                    <a:pt x="268312" y="132978"/>
                  </a:lnTo>
                  <a:lnTo>
                    <a:pt x="269322" y="131631"/>
                  </a:lnTo>
                  <a:lnTo>
                    <a:pt x="269996" y="130397"/>
                  </a:lnTo>
                  <a:lnTo>
                    <a:pt x="270220" y="129611"/>
                  </a:lnTo>
                  <a:lnTo>
                    <a:pt x="270108" y="128601"/>
                  </a:lnTo>
                  <a:lnTo>
                    <a:pt x="269996" y="127479"/>
                  </a:lnTo>
                  <a:lnTo>
                    <a:pt x="269883" y="126245"/>
                  </a:lnTo>
                  <a:lnTo>
                    <a:pt x="269996" y="125010"/>
                  </a:lnTo>
                  <a:lnTo>
                    <a:pt x="269771" y="123327"/>
                  </a:lnTo>
                  <a:lnTo>
                    <a:pt x="269883" y="121868"/>
                  </a:lnTo>
                  <a:lnTo>
                    <a:pt x="269659" y="120409"/>
                  </a:lnTo>
                  <a:lnTo>
                    <a:pt x="269322" y="118501"/>
                  </a:lnTo>
                  <a:lnTo>
                    <a:pt x="268873" y="117379"/>
                  </a:lnTo>
                  <a:lnTo>
                    <a:pt x="268761" y="116145"/>
                  </a:lnTo>
                  <a:lnTo>
                    <a:pt x="268761" y="114349"/>
                  </a:lnTo>
                  <a:lnTo>
                    <a:pt x="268986" y="111993"/>
                  </a:lnTo>
                  <a:lnTo>
                    <a:pt x="269547" y="109973"/>
                  </a:lnTo>
                  <a:lnTo>
                    <a:pt x="269659" y="106943"/>
                  </a:lnTo>
                  <a:lnTo>
                    <a:pt x="270332" y="105596"/>
                  </a:lnTo>
                  <a:lnTo>
                    <a:pt x="271230" y="104362"/>
                  </a:lnTo>
                  <a:lnTo>
                    <a:pt x="272015" y="101781"/>
                  </a:lnTo>
                  <a:lnTo>
                    <a:pt x="272352" y="99873"/>
                  </a:lnTo>
                  <a:lnTo>
                    <a:pt x="272577" y="98415"/>
                  </a:lnTo>
                  <a:lnTo>
                    <a:pt x="273474" y="96843"/>
                  </a:lnTo>
                  <a:lnTo>
                    <a:pt x="274372" y="95497"/>
                  </a:lnTo>
                  <a:lnTo>
                    <a:pt x="274709" y="95048"/>
                  </a:lnTo>
                  <a:lnTo>
                    <a:pt x="275158" y="93926"/>
                  </a:lnTo>
                  <a:lnTo>
                    <a:pt x="275382" y="92355"/>
                  </a:lnTo>
                  <a:lnTo>
                    <a:pt x="275606" y="90896"/>
                  </a:lnTo>
                  <a:lnTo>
                    <a:pt x="276055" y="89100"/>
                  </a:lnTo>
                  <a:lnTo>
                    <a:pt x="276055" y="87642"/>
                  </a:lnTo>
                  <a:lnTo>
                    <a:pt x="276167" y="86632"/>
                  </a:lnTo>
                  <a:lnTo>
                    <a:pt x="276729" y="84724"/>
                  </a:lnTo>
                  <a:lnTo>
                    <a:pt x="277065" y="83153"/>
                  </a:lnTo>
                  <a:lnTo>
                    <a:pt x="277514" y="81470"/>
                  </a:lnTo>
                  <a:lnTo>
                    <a:pt x="278300" y="79450"/>
                  </a:lnTo>
                  <a:lnTo>
                    <a:pt x="279422" y="77318"/>
                  </a:lnTo>
                  <a:lnTo>
                    <a:pt x="280207" y="75634"/>
                  </a:lnTo>
                  <a:lnTo>
                    <a:pt x="280656" y="74400"/>
                  </a:lnTo>
                  <a:lnTo>
                    <a:pt x="281778" y="72941"/>
                  </a:lnTo>
                  <a:lnTo>
                    <a:pt x="281891" y="72604"/>
                  </a:lnTo>
                  <a:lnTo>
                    <a:pt x="282901" y="70472"/>
                  </a:lnTo>
                  <a:lnTo>
                    <a:pt x="283462" y="68677"/>
                  </a:lnTo>
                  <a:lnTo>
                    <a:pt x="285033" y="66432"/>
                  </a:lnTo>
                  <a:lnTo>
                    <a:pt x="285706" y="64974"/>
                  </a:lnTo>
                  <a:lnTo>
                    <a:pt x="286267" y="63290"/>
                  </a:lnTo>
                  <a:lnTo>
                    <a:pt x="287389" y="61270"/>
                  </a:lnTo>
                  <a:lnTo>
                    <a:pt x="288287" y="59363"/>
                  </a:lnTo>
                  <a:lnTo>
                    <a:pt x="288960" y="58128"/>
                  </a:lnTo>
                  <a:lnTo>
                    <a:pt x="290195" y="56894"/>
                  </a:lnTo>
                  <a:lnTo>
                    <a:pt x="290980" y="56782"/>
                  </a:lnTo>
                  <a:lnTo>
                    <a:pt x="292215" y="54986"/>
                  </a:lnTo>
                  <a:lnTo>
                    <a:pt x="292888" y="53752"/>
                  </a:lnTo>
                  <a:lnTo>
                    <a:pt x="294122" y="52181"/>
                  </a:lnTo>
                  <a:lnTo>
                    <a:pt x="295357" y="51283"/>
                  </a:lnTo>
                  <a:lnTo>
                    <a:pt x="296816" y="50834"/>
                  </a:lnTo>
                  <a:lnTo>
                    <a:pt x="298387" y="50722"/>
                  </a:lnTo>
                  <a:lnTo>
                    <a:pt x="299621" y="50385"/>
                  </a:lnTo>
                  <a:lnTo>
                    <a:pt x="301080" y="49488"/>
                  </a:lnTo>
                  <a:lnTo>
                    <a:pt x="301978" y="49039"/>
                  </a:lnTo>
                  <a:lnTo>
                    <a:pt x="302651" y="48814"/>
                  </a:lnTo>
                  <a:lnTo>
                    <a:pt x="303436" y="48590"/>
                  </a:lnTo>
                  <a:lnTo>
                    <a:pt x="304446" y="48365"/>
                  </a:lnTo>
                  <a:lnTo>
                    <a:pt x="305569" y="48253"/>
                  </a:lnTo>
                  <a:lnTo>
                    <a:pt x="307027" y="48141"/>
                  </a:lnTo>
                  <a:lnTo>
                    <a:pt x="308262" y="48141"/>
                  </a:lnTo>
                  <a:lnTo>
                    <a:pt x="310282" y="47355"/>
                  </a:lnTo>
                  <a:lnTo>
                    <a:pt x="311404" y="46345"/>
                  </a:lnTo>
                  <a:lnTo>
                    <a:pt x="312526" y="45335"/>
                  </a:lnTo>
                  <a:lnTo>
                    <a:pt x="313760" y="43764"/>
                  </a:lnTo>
                  <a:lnTo>
                    <a:pt x="314883" y="42418"/>
                  </a:lnTo>
                  <a:lnTo>
                    <a:pt x="315668" y="40398"/>
                  </a:lnTo>
                  <a:lnTo>
                    <a:pt x="316903" y="37480"/>
                  </a:lnTo>
                  <a:lnTo>
                    <a:pt x="318249" y="33216"/>
                  </a:lnTo>
                  <a:lnTo>
                    <a:pt x="318922" y="31869"/>
                  </a:lnTo>
                  <a:lnTo>
                    <a:pt x="320494" y="28278"/>
                  </a:lnTo>
                  <a:lnTo>
                    <a:pt x="320942" y="26707"/>
                  </a:lnTo>
                  <a:lnTo>
                    <a:pt x="321167" y="25024"/>
                  </a:lnTo>
                  <a:lnTo>
                    <a:pt x="322289" y="23341"/>
                  </a:lnTo>
                  <a:lnTo>
                    <a:pt x="323523" y="21882"/>
                  </a:lnTo>
                  <a:lnTo>
                    <a:pt x="324646" y="19974"/>
                  </a:lnTo>
                  <a:lnTo>
                    <a:pt x="325992" y="17393"/>
                  </a:lnTo>
                  <a:lnTo>
                    <a:pt x="326890" y="15486"/>
                  </a:lnTo>
                  <a:lnTo>
                    <a:pt x="328910" y="13017"/>
                  </a:lnTo>
                  <a:lnTo>
                    <a:pt x="331379" y="11221"/>
                  </a:lnTo>
                  <a:lnTo>
                    <a:pt x="332950" y="9762"/>
                  </a:lnTo>
                  <a:lnTo>
                    <a:pt x="335643" y="8528"/>
                  </a:lnTo>
                  <a:lnTo>
                    <a:pt x="338673" y="6508"/>
                  </a:lnTo>
                  <a:lnTo>
                    <a:pt x="341029" y="4713"/>
                  </a:lnTo>
                  <a:lnTo>
                    <a:pt x="343723" y="2581"/>
                  </a:lnTo>
                  <a:lnTo>
                    <a:pt x="344845" y="1234"/>
                  </a:lnTo>
                  <a:lnTo>
                    <a:pt x="346304" y="785"/>
                  </a:lnTo>
                  <a:lnTo>
                    <a:pt x="347987" y="112"/>
                  </a:lnTo>
                  <a:lnTo>
                    <a:pt x="352476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1218494" y="2548277"/>
              <a:ext cx="955197" cy="1146865"/>
            </a:xfrm>
            <a:custGeom>
              <a:avLst/>
              <a:pathLst>
                <a:path w="955197" h="1146865">
                  <a:moveTo>
                    <a:pt x="500042" y="1346"/>
                  </a:moveTo>
                  <a:lnTo>
                    <a:pt x="500042" y="1795"/>
                  </a:lnTo>
                  <a:lnTo>
                    <a:pt x="500379" y="6396"/>
                  </a:lnTo>
                  <a:lnTo>
                    <a:pt x="501501" y="26483"/>
                  </a:lnTo>
                  <a:lnTo>
                    <a:pt x="501837" y="33665"/>
                  </a:lnTo>
                  <a:lnTo>
                    <a:pt x="501837" y="34899"/>
                  </a:lnTo>
                  <a:lnTo>
                    <a:pt x="502174" y="40061"/>
                  </a:lnTo>
                  <a:lnTo>
                    <a:pt x="502174" y="41183"/>
                  </a:lnTo>
                  <a:lnTo>
                    <a:pt x="502399" y="43316"/>
                  </a:lnTo>
                  <a:lnTo>
                    <a:pt x="502286" y="43764"/>
                  </a:lnTo>
                  <a:lnTo>
                    <a:pt x="501501" y="46458"/>
                  </a:lnTo>
                  <a:lnTo>
                    <a:pt x="500266" y="50273"/>
                  </a:lnTo>
                  <a:lnTo>
                    <a:pt x="500154" y="50498"/>
                  </a:lnTo>
                  <a:lnTo>
                    <a:pt x="499032" y="54201"/>
                  </a:lnTo>
                  <a:lnTo>
                    <a:pt x="496339" y="62954"/>
                  </a:lnTo>
                  <a:lnTo>
                    <a:pt x="495778" y="64525"/>
                  </a:lnTo>
                  <a:lnTo>
                    <a:pt x="495665" y="65086"/>
                  </a:lnTo>
                  <a:lnTo>
                    <a:pt x="493758" y="71033"/>
                  </a:lnTo>
                  <a:lnTo>
                    <a:pt x="492972" y="73166"/>
                  </a:lnTo>
                  <a:lnTo>
                    <a:pt x="492299" y="75073"/>
                  </a:lnTo>
                  <a:lnTo>
                    <a:pt x="490728" y="79674"/>
                  </a:lnTo>
                  <a:lnTo>
                    <a:pt x="489606" y="82816"/>
                  </a:lnTo>
                  <a:lnTo>
                    <a:pt x="488035" y="87417"/>
                  </a:lnTo>
                  <a:lnTo>
                    <a:pt x="487137" y="89998"/>
                  </a:lnTo>
                  <a:lnTo>
                    <a:pt x="485229" y="95272"/>
                  </a:lnTo>
                  <a:lnTo>
                    <a:pt x="480965" y="107504"/>
                  </a:lnTo>
                  <a:lnTo>
                    <a:pt x="479282" y="112554"/>
                  </a:lnTo>
                  <a:lnTo>
                    <a:pt x="477935" y="116482"/>
                  </a:lnTo>
                  <a:lnTo>
                    <a:pt x="477150" y="118726"/>
                  </a:lnTo>
                  <a:lnTo>
                    <a:pt x="476925" y="119399"/>
                  </a:lnTo>
                  <a:lnTo>
                    <a:pt x="477150" y="123664"/>
                  </a:lnTo>
                  <a:lnTo>
                    <a:pt x="479169" y="138364"/>
                  </a:lnTo>
                  <a:lnTo>
                    <a:pt x="480404" y="147678"/>
                  </a:lnTo>
                  <a:lnTo>
                    <a:pt x="481526" y="155533"/>
                  </a:lnTo>
                  <a:lnTo>
                    <a:pt x="483995" y="172142"/>
                  </a:lnTo>
                  <a:lnTo>
                    <a:pt x="484780" y="177416"/>
                  </a:lnTo>
                  <a:lnTo>
                    <a:pt x="486464" y="188974"/>
                  </a:lnTo>
                  <a:lnTo>
                    <a:pt x="486800" y="190433"/>
                  </a:lnTo>
                  <a:lnTo>
                    <a:pt x="486913" y="190770"/>
                  </a:lnTo>
                  <a:lnTo>
                    <a:pt x="487137" y="191667"/>
                  </a:lnTo>
                  <a:lnTo>
                    <a:pt x="487698" y="193912"/>
                  </a:lnTo>
                  <a:lnTo>
                    <a:pt x="488932" y="204348"/>
                  </a:lnTo>
                  <a:lnTo>
                    <a:pt x="489045" y="204797"/>
                  </a:lnTo>
                  <a:lnTo>
                    <a:pt x="492748" y="230270"/>
                  </a:lnTo>
                  <a:lnTo>
                    <a:pt x="493533" y="235657"/>
                  </a:lnTo>
                  <a:lnTo>
                    <a:pt x="494656" y="243400"/>
                  </a:lnTo>
                  <a:lnTo>
                    <a:pt x="496227" y="253948"/>
                  </a:lnTo>
                  <a:lnTo>
                    <a:pt x="498920" y="272577"/>
                  </a:lnTo>
                  <a:lnTo>
                    <a:pt x="500379" y="282227"/>
                  </a:lnTo>
                  <a:lnTo>
                    <a:pt x="501052" y="286492"/>
                  </a:lnTo>
                  <a:lnTo>
                    <a:pt x="503296" y="300519"/>
                  </a:lnTo>
                  <a:lnTo>
                    <a:pt x="504082" y="305569"/>
                  </a:lnTo>
                  <a:lnTo>
                    <a:pt x="504867" y="310955"/>
                  </a:lnTo>
                  <a:lnTo>
                    <a:pt x="504980" y="311516"/>
                  </a:lnTo>
                  <a:lnTo>
                    <a:pt x="505541" y="316341"/>
                  </a:lnTo>
                  <a:lnTo>
                    <a:pt x="505428" y="319147"/>
                  </a:lnTo>
                  <a:lnTo>
                    <a:pt x="504082" y="321503"/>
                  </a:lnTo>
                  <a:lnTo>
                    <a:pt x="502847" y="322850"/>
                  </a:lnTo>
                  <a:lnTo>
                    <a:pt x="502847" y="323523"/>
                  </a:lnTo>
                  <a:lnTo>
                    <a:pt x="502847" y="324421"/>
                  </a:lnTo>
                  <a:lnTo>
                    <a:pt x="503184" y="327451"/>
                  </a:lnTo>
                  <a:lnTo>
                    <a:pt x="505990" y="327451"/>
                  </a:lnTo>
                  <a:lnTo>
                    <a:pt x="505316" y="333511"/>
                  </a:lnTo>
                  <a:lnTo>
                    <a:pt x="504643" y="339907"/>
                  </a:lnTo>
                  <a:lnTo>
                    <a:pt x="504306" y="342937"/>
                  </a:lnTo>
                  <a:lnTo>
                    <a:pt x="502623" y="352700"/>
                  </a:lnTo>
                  <a:lnTo>
                    <a:pt x="502399" y="353373"/>
                  </a:lnTo>
                  <a:lnTo>
                    <a:pt x="501501" y="355505"/>
                  </a:lnTo>
                  <a:lnTo>
                    <a:pt x="498247" y="362463"/>
                  </a:lnTo>
                  <a:lnTo>
                    <a:pt x="495665" y="367401"/>
                  </a:lnTo>
                  <a:lnTo>
                    <a:pt x="491850" y="374807"/>
                  </a:lnTo>
                  <a:lnTo>
                    <a:pt x="487137" y="382550"/>
                  </a:lnTo>
                  <a:lnTo>
                    <a:pt x="486576" y="383897"/>
                  </a:lnTo>
                  <a:lnTo>
                    <a:pt x="486015" y="384794"/>
                  </a:lnTo>
                  <a:lnTo>
                    <a:pt x="474793" y="398822"/>
                  </a:lnTo>
                  <a:lnTo>
                    <a:pt x="470080" y="404096"/>
                  </a:lnTo>
                  <a:lnTo>
                    <a:pt x="464806" y="409258"/>
                  </a:lnTo>
                  <a:lnTo>
                    <a:pt x="462112" y="410717"/>
                  </a:lnTo>
                  <a:lnTo>
                    <a:pt x="459756" y="412175"/>
                  </a:lnTo>
                  <a:lnTo>
                    <a:pt x="456053" y="414308"/>
                  </a:lnTo>
                  <a:lnTo>
                    <a:pt x="456838" y="415766"/>
                  </a:lnTo>
                  <a:lnTo>
                    <a:pt x="457175" y="416215"/>
                  </a:lnTo>
                  <a:lnTo>
                    <a:pt x="457624" y="417113"/>
                  </a:lnTo>
                  <a:lnTo>
                    <a:pt x="459531" y="418909"/>
                  </a:lnTo>
                  <a:lnTo>
                    <a:pt x="460429" y="419694"/>
                  </a:lnTo>
                  <a:lnTo>
                    <a:pt x="460878" y="420143"/>
                  </a:lnTo>
                  <a:lnTo>
                    <a:pt x="461102" y="420367"/>
                  </a:lnTo>
                  <a:lnTo>
                    <a:pt x="465479" y="424183"/>
                  </a:lnTo>
                  <a:lnTo>
                    <a:pt x="466489" y="425305"/>
                  </a:lnTo>
                  <a:lnTo>
                    <a:pt x="467387" y="426203"/>
                  </a:lnTo>
                  <a:lnTo>
                    <a:pt x="469182" y="428110"/>
                  </a:lnTo>
                  <a:lnTo>
                    <a:pt x="469519" y="428447"/>
                  </a:lnTo>
                  <a:lnTo>
                    <a:pt x="470641" y="429457"/>
                  </a:lnTo>
                  <a:lnTo>
                    <a:pt x="470978" y="429681"/>
                  </a:lnTo>
                  <a:lnTo>
                    <a:pt x="471875" y="430579"/>
                  </a:lnTo>
                  <a:lnTo>
                    <a:pt x="472100" y="430691"/>
                  </a:lnTo>
                  <a:lnTo>
                    <a:pt x="474456" y="432824"/>
                  </a:lnTo>
                  <a:lnTo>
                    <a:pt x="475915" y="434058"/>
                  </a:lnTo>
                  <a:lnTo>
                    <a:pt x="477037" y="435068"/>
                  </a:lnTo>
                  <a:lnTo>
                    <a:pt x="477935" y="435741"/>
                  </a:lnTo>
                  <a:lnTo>
                    <a:pt x="479169" y="436639"/>
                  </a:lnTo>
                  <a:lnTo>
                    <a:pt x="480179" y="437312"/>
                  </a:lnTo>
                  <a:lnTo>
                    <a:pt x="481526" y="438098"/>
                  </a:lnTo>
                  <a:lnTo>
                    <a:pt x="482873" y="438883"/>
                  </a:lnTo>
                  <a:lnTo>
                    <a:pt x="483658" y="439332"/>
                  </a:lnTo>
                  <a:lnTo>
                    <a:pt x="484444" y="439781"/>
                  </a:lnTo>
                  <a:lnTo>
                    <a:pt x="485117" y="440118"/>
                  </a:lnTo>
                  <a:lnTo>
                    <a:pt x="485903" y="440454"/>
                  </a:lnTo>
                  <a:lnTo>
                    <a:pt x="486351" y="440679"/>
                  </a:lnTo>
                  <a:lnTo>
                    <a:pt x="486913" y="440903"/>
                  </a:lnTo>
                  <a:lnTo>
                    <a:pt x="487249" y="441128"/>
                  </a:lnTo>
                  <a:lnTo>
                    <a:pt x="487586" y="441240"/>
                  </a:lnTo>
                  <a:lnTo>
                    <a:pt x="488147" y="441464"/>
                  </a:lnTo>
                  <a:lnTo>
                    <a:pt x="488708" y="441689"/>
                  </a:lnTo>
                  <a:lnTo>
                    <a:pt x="489381" y="441913"/>
                  </a:lnTo>
                  <a:lnTo>
                    <a:pt x="490167" y="442250"/>
                  </a:lnTo>
                  <a:lnTo>
                    <a:pt x="492075" y="442923"/>
                  </a:lnTo>
                  <a:lnTo>
                    <a:pt x="493982" y="443484"/>
                  </a:lnTo>
                  <a:lnTo>
                    <a:pt x="496339" y="444045"/>
                  </a:lnTo>
                  <a:lnTo>
                    <a:pt x="499481" y="444831"/>
                  </a:lnTo>
                  <a:lnTo>
                    <a:pt x="500940" y="445167"/>
                  </a:lnTo>
                  <a:lnTo>
                    <a:pt x="501725" y="445392"/>
                  </a:lnTo>
                  <a:lnTo>
                    <a:pt x="502174" y="445504"/>
                  </a:lnTo>
                  <a:lnTo>
                    <a:pt x="504531" y="446065"/>
                  </a:lnTo>
                  <a:lnTo>
                    <a:pt x="506551" y="446514"/>
                  </a:lnTo>
                  <a:lnTo>
                    <a:pt x="508458" y="447187"/>
                  </a:lnTo>
                  <a:lnTo>
                    <a:pt x="508009" y="448310"/>
                  </a:lnTo>
                  <a:lnTo>
                    <a:pt x="507448" y="449432"/>
                  </a:lnTo>
                  <a:lnTo>
                    <a:pt x="506999" y="450442"/>
                  </a:lnTo>
                  <a:lnTo>
                    <a:pt x="500042" y="466264"/>
                  </a:lnTo>
                  <a:lnTo>
                    <a:pt x="499256" y="468284"/>
                  </a:lnTo>
                  <a:lnTo>
                    <a:pt x="498022" y="470865"/>
                  </a:lnTo>
                  <a:lnTo>
                    <a:pt x="491177" y="486576"/>
                  </a:lnTo>
                  <a:lnTo>
                    <a:pt x="489157" y="490952"/>
                  </a:lnTo>
                  <a:lnTo>
                    <a:pt x="488932" y="491626"/>
                  </a:lnTo>
                  <a:lnTo>
                    <a:pt x="485229" y="499481"/>
                  </a:lnTo>
                  <a:lnTo>
                    <a:pt x="479282" y="512498"/>
                  </a:lnTo>
                  <a:lnTo>
                    <a:pt x="479057" y="512835"/>
                  </a:lnTo>
                  <a:lnTo>
                    <a:pt x="478945" y="513171"/>
                  </a:lnTo>
                  <a:lnTo>
                    <a:pt x="480179" y="513284"/>
                  </a:lnTo>
                  <a:lnTo>
                    <a:pt x="492636" y="514406"/>
                  </a:lnTo>
                  <a:lnTo>
                    <a:pt x="506214" y="515640"/>
                  </a:lnTo>
                  <a:lnTo>
                    <a:pt x="514967" y="516426"/>
                  </a:lnTo>
                  <a:lnTo>
                    <a:pt x="525964" y="517548"/>
                  </a:lnTo>
                  <a:lnTo>
                    <a:pt x="531687" y="518109"/>
                  </a:lnTo>
                  <a:lnTo>
                    <a:pt x="532922" y="518221"/>
                  </a:lnTo>
                  <a:lnTo>
                    <a:pt x="537186" y="518670"/>
                  </a:lnTo>
                  <a:lnTo>
                    <a:pt x="538308" y="518782"/>
                  </a:lnTo>
                  <a:lnTo>
                    <a:pt x="546388" y="519568"/>
                  </a:lnTo>
                  <a:lnTo>
                    <a:pt x="562884" y="521251"/>
                  </a:lnTo>
                  <a:lnTo>
                    <a:pt x="562772" y="521700"/>
                  </a:lnTo>
                  <a:lnTo>
                    <a:pt x="562660" y="522149"/>
                  </a:lnTo>
                  <a:lnTo>
                    <a:pt x="561425" y="528658"/>
                  </a:lnTo>
                  <a:lnTo>
                    <a:pt x="560752" y="531239"/>
                  </a:lnTo>
                  <a:lnTo>
                    <a:pt x="560079" y="533595"/>
                  </a:lnTo>
                  <a:lnTo>
                    <a:pt x="559517" y="535054"/>
                  </a:lnTo>
                  <a:lnTo>
                    <a:pt x="559069" y="536176"/>
                  </a:lnTo>
                  <a:lnTo>
                    <a:pt x="558395" y="537747"/>
                  </a:lnTo>
                  <a:lnTo>
                    <a:pt x="558059" y="538308"/>
                  </a:lnTo>
                  <a:lnTo>
                    <a:pt x="556488" y="541450"/>
                  </a:lnTo>
                  <a:lnTo>
                    <a:pt x="553570" y="546612"/>
                  </a:lnTo>
                  <a:lnTo>
                    <a:pt x="553121" y="547286"/>
                  </a:lnTo>
                  <a:lnTo>
                    <a:pt x="548632" y="554916"/>
                  </a:lnTo>
                  <a:lnTo>
                    <a:pt x="548183" y="555590"/>
                  </a:lnTo>
                  <a:lnTo>
                    <a:pt x="543582" y="563894"/>
                  </a:lnTo>
                  <a:lnTo>
                    <a:pt x="541338" y="568270"/>
                  </a:lnTo>
                  <a:lnTo>
                    <a:pt x="540104" y="570403"/>
                  </a:lnTo>
                  <a:lnTo>
                    <a:pt x="534381" y="581175"/>
                  </a:lnTo>
                  <a:lnTo>
                    <a:pt x="534044" y="581624"/>
                  </a:lnTo>
                  <a:lnTo>
                    <a:pt x="527086" y="595764"/>
                  </a:lnTo>
                  <a:lnTo>
                    <a:pt x="525852" y="598120"/>
                  </a:lnTo>
                  <a:lnTo>
                    <a:pt x="524505" y="600814"/>
                  </a:lnTo>
                  <a:lnTo>
                    <a:pt x="518895" y="611250"/>
                  </a:lnTo>
                  <a:lnTo>
                    <a:pt x="518558" y="611923"/>
                  </a:lnTo>
                  <a:lnTo>
                    <a:pt x="518446" y="612260"/>
                  </a:lnTo>
                  <a:lnTo>
                    <a:pt x="517211" y="614392"/>
                  </a:lnTo>
                  <a:lnTo>
                    <a:pt x="508571" y="631337"/>
                  </a:lnTo>
                  <a:lnTo>
                    <a:pt x="505877" y="637509"/>
                  </a:lnTo>
                  <a:lnTo>
                    <a:pt x="505092" y="639192"/>
                  </a:lnTo>
                  <a:lnTo>
                    <a:pt x="503857" y="641885"/>
                  </a:lnTo>
                  <a:lnTo>
                    <a:pt x="502623" y="644579"/>
                  </a:lnTo>
                  <a:lnTo>
                    <a:pt x="501613" y="646486"/>
                  </a:lnTo>
                  <a:lnTo>
                    <a:pt x="500828" y="648169"/>
                  </a:lnTo>
                  <a:lnTo>
                    <a:pt x="500154" y="649853"/>
                  </a:lnTo>
                  <a:lnTo>
                    <a:pt x="499369" y="651536"/>
                  </a:lnTo>
                  <a:lnTo>
                    <a:pt x="498583" y="653107"/>
                  </a:lnTo>
                  <a:lnTo>
                    <a:pt x="497237" y="656137"/>
                  </a:lnTo>
                  <a:lnTo>
                    <a:pt x="496900" y="657035"/>
                  </a:lnTo>
                  <a:lnTo>
                    <a:pt x="493646" y="664890"/>
                  </a:lnTo>
                  <a:lnTo>
                    <a:pt x="493309" y="666012"/>
                  </a:lnTo>
                  <a:lnTo>
                    <a:pt x="493309" y="666237"/>
                  </a:lnTo>
                  <a:lnTo>
                    <a:pt x="493197" y="666461"/>
                  </a:lnTo>
                  <a:lnTo>
                    <a:pt x="492636" y="669042"/>
                  </a:lnTo>
                  <a:lnTo>
                    <a:pt x="492523" y="672409"/>
                  </a:lnTo>
                  <a:lnTo>
                    <a:pt x="492636" y="672633"/>
                  </a:lnTo>
                  <a:lnTo>
                    <a:pt x="492972" y="674204"/>
                  </a:lnTo>
                  <a:lnTo>
                    <a:pt x="494880" y="683855"/>
                  </a:lnTo>
                  <a:lnTo>
                    <a:pt x="495104" y="684640"/>
                  </a:lnTo>
                  <a:lnTo>
                    <a:pt x="495217" y="685538"/>
                  </a:lnTo>
                  <a:lnTo>
                    <a:pt x="496227" y="690588"/>
                  </a:lnTo>
                  <a:lnTo>
                    <a:pt x="496563" y="691934"/>
                  </a:lnTo>
                  <a:lnTo>
                    <a:pt x="497237" y="694403"/>
                  </a:lnTo>
                  <a:lnTo>
                    <a:pt x="497798" y="696872"/>
                  </a:lnTo>
                  <a:lnTo>
                    <a:pt x="498471" y="699565"/>
                  </a:lnTo>
                  <a:lnTo>
                    <a:pt x="499593" y="703830"/>
                  </a:lnTo>
                  <a:lnTo>
                    <a:pt x="500491" y="707533"/>
                  </a:lnTo>
                  <a:lnTo>
                    <a:pt x="500715" y="707982"/>
                  </a:lnTo>
                  <a:lnTo>
                    <a:pt x="501164" y="710114"/>
                  </a:lnTo>
                  <a:lnTo>
                    <a:pt x="501501" y="711348"/>
                  </a:lnTo>
                  <a:lnTo>
                    <a:pt x="502062" y="713480"/>
                  </a:lnTo>
                  <a:lnTo>
                    <a:pt x="503184" y="717857"/>
                  </a:lnTo>
                  <a:lnTo>
                    <a:pt x="503296" y="718193"/>
                  </a:lnTo>
                  <a:lnTo>
                    <a:pt x="503745" y="720326"/>
                  </a:lnTo>
                  <a:lnTo>
                    <a:pt x="504306" y="722682"/>
                  </a:lnTo>
                  <a:lnTo>
                    <a:pt x="504531" y="723468"/>
                  </a:lnTo>
                  <a:lnTo>
                    <a:pt x="505653" y="728405"/>
                  </a:lnTo>
                  <a:lnTo>
                    <a:pt x="505877" y="729303"/>
                  </a:lnTo>
                  <a:lnTo>
                    <a:pt x="505990" y="729640"/>
                  </a:lnTo>
                  <a:lnTo>
                    <a:pt x="507561" y="736709"/>
                  </a:lnTo>
                  <a:lnTo>
                    <a:pt x="507897" y="738280"/>
                  </a:lnTo>
                  <a:lnTo>
                    <a:pt x="508009" y="738954"/>
                  </a:lnTo>
                  <a:lnTo>
                    <a:pt x="508234" y="739739"/>
                  </a:lnTo>
                  <a:lnTo>
                    <a:pt x="509805" y="746697"/>
                  </a:lnTo>
                  <a:lnTo>
                    <a:pt x="510142" y="748156"/>
                  </a:lnTo>
                  <a:lnTo>
                    <a:pt x="510703" y="750400"/>
                  </a:lnTo>
                  <a:lnTo>
                    <a:pt x="511264" y="753093"/>
                  </a:lnTo>
                  <a:lnTo>
                    <a:pt x="511488" y="753879"/>
                  </a:lnTo>
                  <a:lnTo>
                    <a:pt x="511825" y="755674"/>
                  </a:lnTo>
                  <a:lnTo>
                    <a:pt x="512498" y="758480"/>
                  </a:lnTo>
                  <a:lnTo>
                    <a:pt x="514181" y="766110"/>
                  </a:lnTo>
                  <a:lnTo>
                    <a:pt x="514518" y="767345"/>
                  </a:lnTo>
                  <a:lnTo>
                    <a:pt x="515191" y="770150"/>
                  </a:lnTo>
                  <a:lnTo>
                    <a:pt x="516875" y="777220"/>
                  </a:lnTo>
                  <a:lnTo>
                    <a:pt x="517772" y="781035"/>
                  </a:lnTo>
                  <a:lnTo>
                    <a:pt x="518221" y="783280"/>
                  </a:lnTo>
                  <a:lnTo>
                    <a:pt x="518221" y="783616"/>
                  </a:lnTo>
                  <a:lnTo>
                    <a:pt x="518333" y="783841"/>
                  </a:lnTo>
                  <a:lnTo>
                    <a:pt x="518446" y="784514"/>
                  </a:lnTo>
                  <a:lnTo>
                    <a:pt x="520241" y="790686"/>
                  </a:lnTo>
                  <a:lnTo>
                    <a:pt x="520466" y="791584"/>
                  </a:lnTo>
                  <a:lnTo>
                    <a:pt x="520690" y="792369"/>
                  </a:lnTo>
                  <a:lnTo>
                    <a:pt x="521924" y="796409"/>
                  </a:lnTo>
                  <a:lnTo>
                    <a:pt x="523271" y="801571"/>
                  </a:lnTo>
                  <a:lnTo>
                    <a:pt x="523944" y="804040"/>
                  </a:lnTo>
                  <a:lnTo>
                    <a:pt x="525067" y="806397"/>
                  </a:lnTo>
                  <a:lnTo>
                    <a:pt x="525291" y="806958"/>
                  </a:lnTo>
                  <a:lnTo>
                    <a:pt x="525740" y="807855"/>
                  </a:lnTo>
                  <a:lnTo>
                    <a:pt x="526077" y="808753"/>
                  </a:lnTo>
                  <a:lnTo>
                    <a:pt x="527311" y="811895"/>
                  </a:lnTo>
                  <a:lnTo>
                    <a:pt x="528882" y="815037"/>
                  </a:lnTo>
                  <a:lnTo>
                    <a:pt x="529331" y="815935"/>
                  </a:lnTo>
                  <a:lnTo>
                    <a:pt x="530453" y="818292"/>
                  </a:lnTo>
                  <a:lnTo>
                    <a:pt x="531239" y="819750"/>
                  </a:lnTo>
                  <a:lnTo>
                    <a:pt x="532922" y="823117"/>
                  </a:lnTo>
                  <a:lnTo>
                    <a:pt x="533932" y="825025"/>
                  </a:lnTo>
                  <a:lnTo>
                    <a:pt x="535391" y="827830"/>
                  </a:lnTo>
                  <a:lnTo>
                    <a:pt x="537859" y="832768"/>
                  </a:lnTo>
                  <a:lnTo>
                    <a:pt x="539094" y="835237"/>
                  </a:lnTo>
                  <a:lnTo>
                    <a:pt x="540889" y="838828"/>
                  </a:lnTo>
                  <a:lnTo>
                    <a:pt x="541226" y="839501"/>
                  </a:lnTo>
                  <a:lnTo>
                    <a:pt x="542348" y="841857"/>
                  </a:lnTo>
                  <a:lnTo>
                    <a:pt x="542685" y="842418"/>
                  </a:lnTo>
                  <a:lnTo>
                    <a:pt x="543021" y="843428"/>
                  </a:lnTo>
                  <a:lnTo>
                    <a:pt x="545490" y="848478"/>
                  </a:lnTo>
                  <a:lnTo>
                    <a:pt x="547173" y="851845"/>
                  </a:lnTo>
                  <a:lnTo>
                    <a:pt x="551774" y="851059"/>
                  </a:lnTo>
                  <a:lnTo>
                    <a:pt x="554355" y="850610"/>
                  </a:lnTo>
                  <a:lnTo>
                    <a:pt x="565016" y="848703"/>
                  </a:lnTo>
                  <a:lnTo>
                    <a:pt x="565802" y="848478"/>
                  </a:lnTo>
                  <a:lnTo>
                    <a:pt x="569954" y="847805"/>
                  </a:lnTo>
                  <a:lnTo>
                    <a:pt x="587572" y="845112"/>
                  </a:lnTo>
                  <a:lnTo>
                    <a:pt x="590938" y="844551"/>
                  </a:lnTo>
                  <a:lnTo>
                    <a:pt x="592622" y="844214"/>
                  </a:lnTo>
                  <a:lnTo>
                    <a:pt x="603507" y="842418"/>
                  </a:lnTo>
                  <a:lnTo>
                    <a:pt x="606986" y="841857"/>
                  </a:lnTo>
                  <a:lnTo>
                    <a:pt x="623145" y="839164"/>
                  </a:lnTo>
                  <a:lnTo>
                    <a:pt x="624828" y="838828"/>
                  </a:lnTo>
                  <a:lnTo>
                    <a:pt x="626287" y="838603"/>
                  </a:lnTo>
                  <a:lnTo>
                    <a:pt x="631225" y="837705"/>
                  </a:lnTo>
                  <a:lnTo>
                    <a:pt x="633918" y="837256"/>
                  </a:lnTo>
                  <a:lnTo>
                    <a:pt x="635264" y="837032"/>
                  </a:lnTo>
                  <a:lnTo>
                    <a:pt x="637733" y="836471"/>
                  </a:lnTo>
                  <a:lnTo>
                    <a:pt x="639978" y="836022"/>
                  </a:lnTo>
                  <a:lnTo>
                    <a:pt x="642559" y="835349"/>
                  </a:lnTo>
                  <a:lnTo>
                    <a:pt x="647496" y="833890"/>
                  </a:lnTo>
                  <a:lnTo>
                    <a:pt x="652097" y="832431"/>
                  </a:lnTo>
                  <a:lnTo>
                    <a:pt x="653107" y="831982"/>
                  </a:lnTo>
                  <a:lnTo>
                    <a:pt x="658718" y="830187"/>
                  </a:lnTo>
                  <a:lnTo>
                    <a:pt x="670837" y="825922"/>
                  </a:lnTo>
                  <a:lnTo>
                    <a:pt x="671623" y="825698"/>
                  </a:lnTo>
                  <a:lnTo>
                    <a:pt x="675887" y="824239"/>
                  </a:lnTo>
                  <a:lnTo>
                    <a:pt x="694515" y="818067"/>
                  </a:lnTo>
                  <a:lnTo>
                    <a:pt x="695974" y="817506"/>
                  </a:lnTo>
                  <a:lnTo>
                    <a:pt x="706186" y="814140"/>
                  </a:lnTo>
                  <a:lnTo>
                    <a:pt x="709216" y="813130"/>
                  </a:lnTo>
                  <a:lnTo>
                    <a:pt x="714602" y="811446"/>
                  </a:lnTo>
                  <a:lnTo>
                    <a:pt x="718530" y="810324"/>
                  </a:lnTo>
                  <a:lnTo>
                    <a:pt x="718867" y="810324"/>
                  </a:lnTo>
                  <a:lnTo>
                    <a:pt x="722458" y="809539"/>
                  </a:lnTo>
                  <a:lnTo>
                    <a:pt x="725263" y="809090"/>
                  </a:lnTo>
                  <a:lnTo>
                    <a:pt x="727171" y="808753"/>
                  </a:lnTo>
                  <a:lnTo>
                    <a:pt x="739403" y="807070"/>
                  </a:lnTo>
                  <a:lnTo>
                    <a:pt x="743218" y="806509"/>
                  </a:lnTo>
                  <a:lnTo>
                    <a:pt x="751073" y="805387"/>
                  </a:lnTo>
                  <a:lnTo>
                    <a:pt x="755001" y="804713"/>
                  </a:lnTo>
                  <a:lnTo>
                    <a:pt x="776659" y="801571"/>
                  </a:lnTo>
                  <a:lnTo>
                    <a:pt x="784290" y="800561"/>
                  </a:lnTo>
                  <a:lnTo>
                    <a:pt x="794389" y="799102"/>
                  </a:lnTo>
                  <a:lnTo>
                    <a:pt x="799664" y="798317"/>
                  </a:lnTo>
                  <a:lnTo>
                    <a:pt x="802469" y="797980"/>
                  </a:lnTo>
                  <a:lnTo>
                    <a:pt x="822444" y="795063"/>
                  </a:lnTo>
                  <a:lnTo>
                    <a:pt x="830187" y="794053"/>
                  </a:lnTo>
                  <a:lnTo>
                    <a:pt x="839276" y="792706"/>
                  </a:lnTo>
                  <a:lnTo>
                    <a:pt x="840960" y="800225"/>
                  </a:lnTo>
                  <a:lnTo>
                    <a:pt x="846346" y="824800"/>
                  </a:lnTo>
                  <a:lnTo>
                    <a:pt x="847805" y="831197"/>
                  </a:lnTo>
                  <a:lnTo>
                    <a:pt x="848029" y="832207"/>
                  </a:lnTo>
                  <a:lnTo>
                    <a:pt x="848142" y="832992"/>
                  </a:lnTo>
                  <a:lnTo>
                    <a:pt x="855211" y="863179"/>
                  </a:lnTo>
                  <a:lnTo>
                    <a:pt x="863852" y="902343"/>
                  </a:lnTo>
                  <a:lnTo>
                    <a:pt x="865648" y="910422"/>
                  </a:lnTo>
                  <a:lnTo>
                    <a:pt x="866433" y="913789"/>
                  </a:lnTo>
                  <a:lnTo>
                    <a:pt x="866545" y="915697"/>
                  </a:lnTo>
                  <a:lnTo>
                    <a:pt x="870361" y="936681"/>
                  </a:lnTo>
                  <a:lnTo>
                    <a:pt x="872605" y="949250"/>
                  </a:lnTo>
                  <a:lnTo>
                    <a:pt x="873278" y="952729"/>
                  </a:lnTo>
                  <a:lnTo>
                    <a:pt x="873615" y="954861"/>
                  </a:lnTo>
                  <a:lnTo>
                    <a:pt x="874401" y="958788"/>
                  </a:lnTo>
                  <a:lnTo>
                    <a:pt x="875186" y="961594"/>
                  </a:lnTo>
                  <a:lnTo>
                    <a:pt x="876308" y="964287"/>
                  </a:lnTo>
                  <a:lnTo>
                    <a:pt x="878777" y="967317"/>
                  </a:lnTo>
                  <a:lnTo>
                    <a:pt x="879450" y="968102"/>
                  </a:lnTo>
                  <a:lnTo>
                    <a:pt x="880236" y="969112"/>
                  </a:lnTo>
                  <a:lnTo>
                    <a:pt x="880685" y="969673"/>
                  </a:lnTo>
                  <a:lnTo>
                    <a:pt x="882256" y="970796"/>
                  </a:lnTo>
                  <a:lnTo>
                    <a:pt x="883602" y="971693"/>
                  </a:lnTo>
                  <a:lnTo>
                    <a:pt x="883827" y="971918"/>
                  </a:lnTo>
                  <a:lnTo>
                    <a:pt x="884612" y="972703"/>
                  </a:lnTo>
                  <a:lnTo>
                    <a:pt x="888203" y="975958"/>
                  </a:lnTo>
                  <a:lnTo>
                    <a:pt x="888764" y="976519"/>
                  </a:lnTo>
                  <a:lnTo>
                    <a:pt x="889326" y="976968"/>
                  </a:lnTo>
                  <a:lnTo>
                    <a:pt x="891345" y="978875"/>
                  </a:lnTo>
                  <a:lnTo>
                    <a:pt x="897181" y="984150"/>
                  </a:lnTo>
                  <a:lnTo>
                    <a:pt x="897742" y="984598"/>
                  </a:lnTo>
                  <a:lnTo>
                    <a:pt x="899762" y="986506"/>
                  </a:lnTo>
                  <a:lnTo>
                    <a:pt x="901669" y="988189"/>
                  </a:lnTo>
                  <a:lnTo>
                    <a:pt x="908739" y="994698"/>
                  </a:lnTo>
                  <a:lnTo>
                    <a:pt x="910086" y="995932"/>
                  </a:lnTo>
                  <a:lnTo>
                    <a:pt x="911657" y="997279"/>
                  </a:lnTo>
                  <a:lnTo>
                    <a:pt x="916033" y="1001207"/>
                  </a:lnTo>
                  <a:lnTo>
                    <a:pt x="919063" y="1004012"/>
                  </a:lnTo>
                  <a:lnTo>
                    <a:pt x="920971" y="1005695"/>
                  </a:lnTo>
                  <a:lnTo>
                    <a:pt x="922205" y="1006930"/>
                  </a:lnTo>
                  <a:lnTo>
                    <a:pt x="929836" y="1013887"/>
                  </a:lnTo>
                  <a:lnTo>
                    <a:pt x="930958" y="1014897"/>
                  </a:lnTo>
                  <a:lnTo>
                    <a:pt x="934998" y="1018600"/>
                  </a:lnTo>
                  <a:lnTo>
                    <a:pt x="937018" y="1020508"/>
                  </a:lnTo>
                  <a:lnTo>
                    <a:pt x="938926" y="1022191"/>
                  </a:lnTo>
                  <a:lnTo>
                    <a:pt x="940946" y="1023987"/>
                  </a:lnTo>
                  <a:lnTo>
                    <a:pt x="941843" y="1024772"/>
                  </a:lnTo>
                  <a:lnTo>
                    <a:pt x="944873" y="1026792"/>
                  </a:lnTo>
                  <a:lnTo>
                    <a:pt x="945883" y="1028924"/>
                  </a:lnTo>
                  <a:lnTo>
                    <a:pt x="945996" y="1029598"/>
                  </a:lnTo>
                  <a:lnTo>
                    <a:pt x="946108" y="1030608"/>
                  </a:lnTo>
                  <a:lnTo>
                    <a:pt x="946220" y="1033189"/>
                  </a:lnTo>
                  <a:lnTo>
                    <a:pt x="946332" y="1033974"/>
                  </a:lnTo>
                  <a:lnTo>
                    <a:pt x="946557" y="1036443"/>
                  </a:lnTo>
                  <a:lnTo>
                    <a:pt x="946669" y="1037677"/>
                  </a:lnTo>
                  <a:lnTo>
                    <a:pt x="946669" y="1038575"/>
                  </a:lnTo>
                  <a:lnTo>
                    <a:pt x="946893" y="1040371"/>
                  </a:lnTo>
                  <a:lnTo>
                    <a:pt x="946893" y="1040707"/>
                  </a:lnTo>
                  <a:lnTo>
                    <a:pt x="946893" y="1041044"/>
                  </a:lnTo>
                  <a:lnTo>
                    <a:pt x="947454" y="1047328"/>
                  </a:lnTo>
                  <a:lnTo>
                    <a:pt x="947679" y="1051031"/>
                  </a:lnTo>
                  <a:lnTo>
                    <a:pt x="947791" y="1051705"/>
                  </a:lnTo>
                  <a:lnTo>
                    <a:pt x="947903" y="1053051"/>
                  </a:lnTo>
                  <a:lnTo>
                    <a:pt x="948240" y="1057540"/>
                  </a:lnTo>
                  <a:lnTo>
                    <a:pt x="948352" y="1057989"/>
                  </a:lnTo>
                  <a:lnTo>
                    <a:pt x="948464" y="1059560"/>
                  </a:lnTo>
                  <a:lnTo>
                    <a:pt x="948577" y="1061692"/>
                  </a:lnTo>
                  <a:lnTo>
                    <a:pt x="948801" y="1063600"/>
                  </a:lnTo>
                  <a:lnTo>
                    <a:pt x="949138" y="1068313"/>
                  </a:lnTo>
                  <a:lnTo>
                    <a:pt x="949250" y="1069211"/>
                  </a:lnTo>
                  <a:lnTo>
                    <a:pt x="949474" y="1072689"/>
                  </a:lnTo>
                  <a:lnTo>
                    <a:pt x="949699" y="1075719"/>
                  </a:lnTo>
                  <a:lnTo>
                    <a:pt x="949811" y="1076393"/>
                  </a:lnTo>
                  <a:lnTo>
                    <a:pt x="950035" y="1079871"/>
                  </a:lnTo>
                  <a:lnTo>
                    <a:pt x="950148" y="1080657"/>
                  </a:lnTo>
                  <a:lnTo>
                    <a:pt x="950372" y="1083687"/>
                  </a:lnTo>
                  <a:lnTo>
                    <a:pt x="950596" y="1085707"/>
                  </a:lnTo>
                  <a:lnTo>
                    <a:pt x="950709" y="1087278"/>
                  </a:lnTo>
                  <a:lnTo>
                    <a:pt x="950821" y="1089634"/>
                  </a:lnTo>
                  <a:lnTo>
                    <a:pt x="951494" y="1097714"/>
                  </a:lnTo>
                  <a:lnTo>
                    <a:pt x="951606" y="1098387"/>
                  </a:lnTo>
                  <a:lnTo>
                    <a:pt x="951719" y="1100295"/>
                  </a:lnTo>
                  <a:lnTo>
                    <a:pt x="951943" y="1102315"/>
                  </a:lnTo>
                  <a:lnTo>
                    <a:pt x="951943" y="1102988"/>
                  </a:lnTo>
                  <a:lnTo>
                    <a:pt x="951943" y="1103325"/>
                  </a:lnTo>
                  <a:lnTo>
                    <a:pt x="952055" y="1103774"/>
                  </a:lnTo>
                  <a:lnTo>
                    <a:pt x="952167" y="1104559"/>
                  </a:lnTo>
                  <a:lnTo>
                    <a:pt x="952504" y="1109609"/>
                  </a:lnTo>
                  <a:lnTo>
                    <a:pt x="952616" y="1110731"/>
                  </a:lnTo>
                  <a:lnTo>
                    <a:pt x="952616" y="1111068"/>
                  </a:lnTo>
                  <a:lnTo>
                    <a:pt x="952841" y="1113200"/>
                  </a:lnTo>
                  <a:lnTo>
                    <a:pt x="953177" y="1117801"/>
                  </a:lnTo>
                  <a:lnTo>
                    <a:pt x="953290" y="1119484"/>
                  </a:lnTo>
                  <a:lnTo>
                    <a:pt x="953514" y="1122177"/>
                  </a:lnTo>
                  <a:lnTo>
                    <a:pt x="953626" y="1123300"/>
                  </a:lnTo>
                  <a:lnTo>
                    <a:pt x="953739" y="1124310"/>
                  </a:lnTo>
                  <a:lnTo>
                    <a:pt x="953963" y="1127227"/>
                  </a:lnTo>
                  <a:lnTo>
                    <a:pt x="954187" y="1130369"/>
                  </a:lnTo>
                  <a:lnTo>
                    <a:pt x="954412" y="1132501"/>
                  </a:lnTo>
                  <a:lnTo>
                    <a:pt x="954524" y="1133960"/>
                  </a:lnTo>
                  <a:lnTo>
                    <a:pt x="954524" y="1134746"/>
                  </a:lnTo>
                  <a:lnTo>
                    <a:pt x="954748" y="1136317"/>
                  </a:lnTo>
                  <a:lnTo>
                    <a:pt x="954748" y="1136654"/>
                  </a:lnTo>
                  <a:lnTo>
                    <a:pt x="954748" y="1136990"/>
                  </a:lnTo>
                  <a:lnTo>
                    <a:pt x="954861" y="1138337"/>
                  </a:lnTo>
                  <a:lnTo>
                    <a:pt x="954973" y="1139347"/>
                  </a:lnTo>
                  <a:lnTo>
                    <a:pt x="955085" y="1140469"/>
                  </a:lnTo>
                  <a:lnTo>
                    <a:pt x="955085" y="1141703"/>
                  </a:lnTo>
                  <a:lnTo>
                    <a:pt x="955085" y="1144621"/>
                  </a:lnTo>
                  <a:lnTo>
                    <a:pt x="955197" y="1145519"/>
                  </a:lnTo>
                  <a:lnTo>
                    <a:pt x="954412" y="1145855"/>
                  </a:lnTo>
                  <a:lnTo>
                    <a:pt x="954187" y="1145855"/>
                  </a:lnTo>
                  <a:lnTo>
                    <a:pt x="949811" y="1145968"/>
                  </a:lnTo>
                  <a:lnTo>
                    <a:pt x="949586" y="1145968"/>
                  </a:lnTo>
                  <a:lnTo>
                    <a:pt x="949138" y="1146080"/>
                  </a:lnTo>
                  <a:lnTo>
                    <a:pt x="948913" y="1146080"/>
                  </a:lnTo>
                  <a:lnTo>
                    <a:pt x="947567" y="1146080"/>
                  </a:lnTo>
                  <a:lnTo>
                    <a:pt x="945547" y="1146304"/>
                  </a:lnTo>
                  <a:lnTo>
                    <a:pt x="945322" y="1146416"/>
                  </a:lnTo>
                  <a:lnTo>
                    <a:pt x="944986" y="1146416"/>
                  </a:lnTo>
                  <a:lnTo>
                    <a:pt x="941956" y="1146865"/>
                  </a:lnTo>
                  <a:lnTo>
                    <a:pt x="941507" y="1146865"/>
                  </a:lnTo>
                  <a:lnTo>
                    <a:pt x="938814" y="1146753"/>
                  </a:lnTo>
                  <a:lnTo>
                    <a:pt x="937355" y="1146192"/>
                  </a:lnTo>
                  <a:lnTo>
                    <a:pt x="936681" y="1146080"/>
                  </a:lnTo>
                  <a:lnTo>
                    <a:pt x="936345" y="1145968"/>
                  </a:lnTo>
                  <a:lnTo>
                    <a:pt x="935335" y="1145631"/>
                  </a:lnTo>
                  <a:lnTo>
                    <a:pt x="933315" y="1145070"/>
                  </a:lnTo>
                  <a:lnTo>
                    <a:pt x="931519" y="1144397"/>
                  </a:lnTo>
                  <a:lnTo>
                    <a:pt x="931183" y="1144284"/>
                  </a:lnTo>
                  <a:lnTo>
                    <a:pt x="930958" y="1144172"/>
                  </a:lnTo>
                  <a:lnTo>
                    <a:pt x="928377" y="1142938"/>
                  </a:lnTo>
                  <a:lnTo>
                    <a:pt x="927928" y="1142713"/>
                  </a:lnTo>
                  <a:lnTo>
                    <a:pt x="927031" y="1141703"/>
                  </a:lnTo>
                  <a:lnTo>
                    <a:pt x="925460" y="1140132"/>
                  </a:lnTo>
                  <a:lnTo>
                    <a:pt x="925011" y="1139235"/>
                  </a:lnTo>
                  <a:lnTo>
                    <a:pt x="924450" y="1138112"/>
                  </a:lnTo>
                  <a:lnTo>
                    <a:pt x="923776" y="1137327"/>
                  </a:lnTo>
                  <a:lnTo>
                    <a:pt x="922766" y="1135980"/>
                  </a:lnTo>
                  <a:lnTo>
                    <a:pt x="922542" y="1135644"/>
                  </a:lnTo>
                  <a:lnTo>
                    <a:pt x="921869" y="1134521"/>
                  </a:lnTo>
                  <a:lnTo>
                    <a:pt x="920746" y="1132389"/>
                  </a:lnTo>
                  <a:lnTo>
                    <a:pt x="919961" y="1130930"/>
                  </a:lnTo>
                  <a:lnTo>
                    <a:pt x="919063" y="1129920"/>
                  </a:lnTo>
                  <a:lnTo>
                    <a:pt x="918614" y="1129472"/>
                  </a:lnTo>
                  <a:lnTo>
                    <a:pt x="917604" y="1128237"/>
                  </a:lnTo>
                  <a:lnTo>
                    <a:pt x="917043" y="1127339"/>
                  </a:lnTo>
                  <a:lnTo>
                    <a:pt x="916146" y="1125881"/>
                  </a:lnTo>
                  <a:lnTo>
                    <a:pt x="915921" y="1125320"/>
                  </a:lnTo>
                  <a:lnTo>
                    <a:pt x="915472" y="1124085"/>
                  </a:lnTo>
                  <a:lnTo>
                    <a:pt x="915360" y="1123748"/>
                  </a:lnTo>
                  <a:lnTo>
                    <a:pt x="914013" y="1121167"/>
                  </a:lnTo>
                  <a:lnTo>
                    <a:pt x="913789" y="1120943"/>
                  </a:lnTo>
                  <a:lnTo>
                    <a:pt x="913116" y="1120382"/>
                  </a:lnTo>
                  <a:lnTo>
                    <a:pt x="912218" y="1119484"/>
                  </a:lnTo>
                  <a:lnTo>
                    <a:pt x="911994" y="1119260"/>
                  </a:lnTo>
                  <a:lnTo>
                    <a:pt x="910422" y="1117913"/>
                  </a:lnTo>
                  <a:lnTo>
                    <a:pt x="909974" y="1117689"/>
                  </a:lnTo>
                  <a:lnTo>
                    <a:pt x="909525" y="1117352"/>
                  </a:lnTo>
                  <a:lnTo>
                    <a:pt x="909076" y="1117015"/>
                  </a:lnTo>
                  <a:lnTo>
                    <a:pt x="908739" y="1116791"/>
                  </a:lnTo>
                  <a:lnTo>
                    <a:pt x="908178" y="1116118"/>
                  </a:lnTo>
                  <a:lnTo>
                    <a:pt x="907505" y="1115444"/>
                  </a:lnTo>
                  <a:lnTo>
                    <a:pt x="906270" y="1113873"/>
                  </a:lnTo>
                  <a:lnTo>
                    <a:pt x="905934" y="1113537"/>
                  </a:lnTo>
                  <a:lnTo>
                    <a:pt x="905597" y="1113200"/>
                  </a:lnTo>
                  <a:lnTo>
                    <a:pt x="905373" y="1112863"/>
                  </a:lnTo>
                  <a:lnTo>
                    <a:pt x="905036" y="1112527"/>
                  </a:lnTo>
                  <a:lnTo>
                    <a:pt x="904699" y="1112302"/>
                  </a:lnTo>
                  <a:lnTo>
                    <a:pt x="904475" y="1112190"/>
                  </a:lnTo>
                  <a:lnTo>
                    <a:pt x="904138" y="1111966"/>
                  </a:lnTo>
                  <a:lnTo>
                    <a:pt x="903914" y="1111517"/>
                  </a:lnTo>
                  <a:lnTo>
                    <a:pt x="903577" y="1111292"/>
                  </a:lnTo>
                  <a:lnTo>
                    <a:pt x="903128" y="1111068"/>
                  </a:lnTo>
                  <a:lnTo>
                    <a:pt x="902679" y="1110843"/>
                  </a:lnTo>
                  <a:lnTo>
                    <a:pt x="902118" y="1110619"/>
                  </a:lnTo>
                  <a:lnTo>
                    <a:pt x="901445" y="1110395"/>
                  </a:lnTo>
                  <a:lnTo>
                    <a:pt x="900884" y="1110282"/>
                  </a:lnTo>
                  <a:lnTo>
                    <a:pt x="900323" y="1110170"/>
                  </a:lnTo>
                  <a:lnTo>
                    <a:pt x="899537" y="1110058"/>
                  </a:lnTo>
                  <a:lnTo>
                    <a:pt x="898864" y="1109833"/>
                  </a:lnTo>
                  <a:lnTo>
                    <a:pt x="898191" y="1109833"/>
                  </a:lnTo>
                  <a:lnTo>
                    <a:pt x="897405" y="1109721"/>
                  </a:lnTo>
                  <a:lnTo>
                    <a:pt x="896171" y="1109833"/>
                  </a:lnTo>
                  <a:lnTo>
                    <a:pt x="895722" y="1109946"/>
                  </a:lnTo>
                  <a:lnTo>
                    <a:pt x="895049" y="1110058"/>
                  </a:lnTo>
                  <a:lnTo>
                    <a:pt x="894824" y="1110170"/>
                  </a:lnTo>
                  <a:lnTo>
                    <a:pt x="894600" y="1110282"/>
                  </a:lnTo>
                  <a:lnTo>
                    <a:pt x="894039" y="1110507"/>
                  </a:lnTo>
                  <a:lnTo>
                    <a:pt x="893365" y="1110619"/>
                  </a:lnTo>
                  <a:lnTo>
                    <a:pt x="892692" y="1110731"/>
                  </a:lnTo>
                  <a:lnTo>
                    <a:pt x="891682" y="1110731"/>
                  </a:lnTo>
                  <a:lnTo>
                    <a:pt x="890784" y="1110843"/>
                  </a:lnTo>
                  <a:lnTo>
                    <a:pt x="890223" y="1110843"/>
                  </a:lnTo>
                  <a:lnTo>
                    <a:pt x="889326" y="1110843"/>
                  </a:lnTo>
                  <a:lnTo>
                    <a:pt x="888428" y="1110956"/>
                  </a:lnTo>
                  <a:lnTo>
                    <a:pt x="887642" y="1110956"/>
                  </a:lnTo>
                  <a:lnTo>
                    <a:pt x="886520" y="1111068"/>
                  </a:lnTo>
                  <a:lnTo>
                    <a:pt x="885735" y="1111180"/>
                  </a:lnTo>
                  <a:lnTo>
                    <a:pt x="884612" y="1111292"/>
                  </a:lnTo>
                  <a:lnTo>
                    <a:pt x="883715" y="1111292"/>
                  </a:lnTo>
                  <a:lnTo>
                    <a:pt x="883154" y="1111405"/>
                  </a:lnTo>
                  <a:lnTo>
                    <a:pt x="882929" y="1111405"/>
                  </a:lnTo>
                  <a:lnTo>
                    <a:pt x="882031" y="1111517"/>
                  </a:lnTo>
                  <a:lnTo>
                    <a:pt x="881134" y="1111629"/>
                  </a:lnTo>
                  <a:lnTo>
                    <a:pt x="880460" y="1111741"/>
                  </a:lnTo>
                  <a:lnTo>
                    <a:pt x="879675" y="1111966"/>
                  </a:lnTo>
                  <a:lnTo>
                    <a:pt x="878777" y="1112190"/>
                  </a:lnTo>
                  <a:lnTo>
                    <a:pt x="877879" y="1112414"/>
                  </a:lnTo>
                  <a:lnTo>
                    <a:pt x="877206" y="1112639"/>
                  </a:lnTo>
                  <a:lnTo>
                    <a:pt x="876533" y="1112751"/>
                  </a:lnTo>
                  <a:lnTo>
                    <a:pt x="875859" y="1112863"/>
                  </a:lnTo>
                  <a:lnTo>
                    <a:pt x="875074" y="1113088"/>
                  </a:lnTo>
                  <a:lnTo>
                    <a:pt x="874401" y="1113200"/>
                  </a:lnTo>
                  <a:lnTo>
                    <a:pt x="873727" y="1113312"/>
                  </a:lnTo>
                  <a:lnTo>
                    <a:pt x="873278" y="1113424"/>
                  </a:lnTo>
                  <a:lnTo>
                    <a:pt x="872605" y="1113537"/>
                  </a:lnTo>
                  <a:lnTo>
                    <a:pt x="871932" y="1113761"/>
                  </a:lnTo>
                  <a:lnTo>
                    <a:pt x="871258" y="1113986"/>
                  </a:lnTo>
                  <a:lnTo>
                    <a:pt x="870585" y="1114098"/>
                  </a:lnTo>
                  <a:lnTo>
                    <a:pt x="870136" y="1114322"/>
                  </a:lnTo>
                  <a:lnTo>
                    <a:pt x="869575" y="1114547"/>
                  </a:lnTo>
                  <a:lnTo>
                    <a:pt x="868902" y="1114659"/>
                  </a:lnTo>
                  <a:lnTo>
                    <a:pt x="868341" y="1114771"/>
                  </a:lnTo>
                  <a:lnTo>
                    <a:pt x="867667" y="1114883"/>
                  </a:lnTo>
                  <a:lnTo>
                    <a:pt x="866994" y="1115108"/>
                  </a:lnTo>
                  <a:lnTo>
                    <a:pt x="866321" y="1115444"/>
                  </a:lnTo>
                  <a:lnTo>
                    <a:pt x="865648" y="1115669"/>
                  </a:lnTo>
                  <a:lnTo>
                    <a:pt x="864974" y="1116118"/>
                  </a:lnTo>
                  <a:lnTo>
                    <a:pt x="864638" y="1116230"/>
                  </a:lnTo>
                  <a:lnTo>
                    <a:pt x="864301" y="1116454"/>
                  </a:lnTo>
                  <a:lnTo>
                    <a:pt x="863852" y="1116679"/>
                  </a:lnTo>
                  <a:lnTo>
                    <a:pt x="863067" y="1117128"/>
                  </a:lnTo>
                  <a:lnTo>
                    <a:pt x="862281" y="1117689"/>
                  </a:lnTo>
                  <a:lnTo>
                    <a:pt x="861608" y="1118025"/>
                  </a:lnTo>
                  <a:lnTo>
                    <a:pt x="861047" y="1118362"/>
                  </a:lnTo>
                  <a:lnTo>
                    <a:pt x="860486" y="1118699"/>
                  </a:lnTo>
                  <a:lnTo>
                    <a:pt x="859924" y="1118923"/>
                  </a:lnTo>
                  <a:lnTo>
                    <a:pt x="859251" y="1119260"/>
                  </a:lnTo>
                  <a:lnTo>
                    <a:pt x="858914" y="1119596"/>
                  </a:lnTo>
                  <a:lnTo>
                    <a:pt x="858353" y="1119933"/>
                  </a:lnTo>
                  <a:lnTo>
                    <a:pt x="857680" y="1120158"/>
                  </a:lnTo>
                  <a:lnTo>
                    <a:pt x="857119" y="1120382"/>
                  </a:lnTo>
                  <a:lnTo>
                    <a:pt x="856446" y="1120719"/>
                  </a:lnTo>
                  <a:lnTo>
                    <a:pt x="855997" y="1120943"/>
                  </a:lnTo>
                  <a:lnTo>
                    <a:pt x="855660" y="1121055"/>
                  </a:lnTo>
                  <a:lnTo>
                    <a:pt x="855324" y="1121167"/>
                  </a:lnTo>
                  <a:lnTo>
                    <a:pt x="854875" y="1121392"/>
                  </a:lnTo>
                  <a:lnTo>
                    <a:pt x="854314" y="1121616"/>
                  </a:lnTo>
                  <a:lnTo>
                    <a:pt x="854089" y="1121729"/>
                  </a:lnTo>
                  <a:lnTo>
                    <a:pt x="853640" y="1121953"/>
                  </a:lnTo>
                  <a:lnTo>
                    <a:pt x="853304" y="1122177"/>
                  </a:lnTo>
                  <a:lnTo>
                    <a:pt x="852967" y="1122290"/>
                  </a:lnTo>
                  <a:lnTo>
                    <a:pt x="852743" y="1122290"/>
                  </a:lnTo>
                  <a:lnTo>
                    <a:pt x="852406" y="1122402"/>
                  </a:lnTo>
                  <a:lnTo>
                    <a:pt x="851957" y="1122626"/>
                  </a:lnTo>
                  <a:lnTo>
                    <a:pt x="851396" y="1122851"/>
                  </a:lnTo>
                  <a:lnTo>
                    <a:pt x="850947" y="1123075"/>
                  </a:lnTo>
                  <a:lnTo>
                    <a:pt x="850498" y="1123075"/>
                  </a:lnTo>
                  <a:lnTo>
                    <a:pt x="850162" y="1123187"/>
                  </a:lnTo>
                  <a:lnTo>
                    <a:pt x="849713" y="1123300"/>
                  </a:lnTo>
                  <a:lnTo>
                    <a:pt x="849264" y="1123412"/>
                  </a:lnTo>
                  <a:lnTo>
                    <a:pt x="849039" y="1123524"/>
                  </a:lnTo>
                  <a:lnTo>
                    <a:pt x="848815" y="1123412"/>
                  </a:lnTo>
                  <a:lnTo>
                    <a:pt x="848366" y="1123524"/>
                  </a:lnTo>
                  <a:lnTo>
                    <a:pt x="847917" y="1123524"/>
                  </a:lnTo>
                  <a:lnTo>
                    <a:pt x="847580" y="1123748"/>
                  </a:lnTo>
                  <a:lnTo>
                    <a:pt x="847356" y="1123861"/>
                  </a:lnTo>
                  <a:lnTo>
                    <a:pt x="846907" y="1123861"/>
                  </a:lnTo>
                  <a:lnTo>
                    <a:pt x="846346" y="1123861"/>
                  </a:lnTo>
                  <a:lnTo>
                    <a:pt x="845785" y="1123861"/>
                  </a:lnTo>
                  <a:lnTo>
                    <a:pt x="845448" y="1123748"/>
                  </a:lnTo>
                  <a:lnTo>
                    <a:pt x="845112" y="1123636"/>
                  </a:lnTo>
                  <a:lnTo>
                    <a:pt x="844775" y="1123636"/>
                  </a:lnTo>
                  <a:lnTo>
                    <a:pt x="844438" y="1123524"/>
                  </a:lnTo>
                  <a:lnTo>
                    <a:pt x="844102" y="1123412"/>
                  </a:lnTo>
                  <a:lnTo>
                    <a:pt x="843765" y="1123412"/>
                  </a:lnTo>
                  <a:lnTo>
                    <a:pt x="843316" y="1123412"/>
                  </a:lnTo>
                  <a:lnTo>
                    <a:pt x="842980" y="1123300"/>
                  </a:lnTo>
                  <a:lnTo>
                    <a:pt x="842643" y="1123187"/>
                  </a:lnTo>
                  <a:lnTo>
                    <a:pt x="842306" y="1123075"/>
                  </a:lnTo>
                  <a:lnTo>
                    <a:pt x="841970" y="1122963"/>
                  </a:lnTo>
                  <a:lnTo>
                    <a:pt x="841745" y="1122963"/>
                  </a:lnTo>
                  <a:lnTo>
                    <a:pt x="841409" y="1122851"/>
                  </a:lnTo>
                  <a:lnTo>
                    <a:pt x="840960" y="1122739"/>
                  </a:lnTo>
                  <a:lnTo>
                    <a:pt x="840511" y="1122626"/>
                  </a:lnTo>
                  <a:lnTo>
                    <a:pt x="839950" y="1122514"/>
                  </a:lnTo>
                  <a:lnTo>
                    <a:pt x="839501" y="1122402"/>
                  </a:lnTo>
                  <a:lnTo>
                    <a:pt x="839052" y="1122290"/>
                  </a:lnTo>
                  <a:lnTo>
                    <a:pt x="838715" y="1122177"/>
                  </a:lnTo>
                  <a:lnTo>
                    <a:pt x="838266" y="1122177"/>
                  </a:lnTo>
                  <a:lnTo>
                    <a:pt x="837818" y="1122177"/>
                  </a:lnTo>
                  <a:lnTo>
                    <a:pt x="837481" y="1122065"/>
                  </a:lnTo>
                  <a:lnTo>
                    <a:pt x="837256" y="1121953"/>
                  </a:lnTo>
                  <a:lnTo>
                    <a:pt x="836695" y="1121841"/>
                  </a:lnTo>
                  <a:lnTo>
                    <a:pt x="836247" y="1121729"/>
                  </a:lnTo>
                  <a:lnTo>
                    <a:pt x="835910" y="1121616"/>
                  </a:lnTo>
                  <a:lnTo>
                    <a:pt x="835349" y="1121504"/>
                  </a:lnTo>
                  <a:lnTo>
                    <a:pt x="834900" y="1121392"/>
                  </a:lnTo>
                  <a:lnTo>
                    <a:pt x="834563" y="1121280"/>
                  </a:lnTo>
                  <a:lnTo>
                    <a:pt x="834114" y="1121167"/>
                  </a:lnTo>
                  <a:lnTo>
                    <a:pt x="833665" y="1121055"/>
                  </a:lnTo>
                  <a:lnTo>
                    <a:pt x="833104" y="1120943"/>
                  </a:lnTo>
                  <a:lnTo>
                    <a:pt x="832656" y="1120719"/>
                  </a:lnTo>
                  <a:lnTo>
                    <a:pt x="832094" y="1120606"/>
                  </a:lnTo>
                  <a:lnTo>
                    <a:pt x="831758" y="1120494"/>
                  </a:lnTo>
                  <a:lnTo>
                    <a:pt x="831197" y="1120382"/>
                  </a:lnTo>
                  <a:lnTo>
                    <a:pt x="830748" y="1120270"/>
                  </a:lnTo>
                  <a:lnTo>
                    <a:pt x="830187" y="1120158"/>
                  </a:lnTo>
                  <a:lnTo>
                    <a:pt x="829850" y="1120045"/>
                  </a:lnTo>
                  <a:lnTo>
                    <a:pt x="829626" y="1119933"/>
                  </a:lnTo>
                  <a:lnTo>
                    <a:pt x="829289" y="1119821"/>
                  </a:lnTo>
                  <a:lnTo>
                    <a:pt x="829065" y="1119821"/>
                  </a:lnTo>
                  <a:lnTo>
                    <a:pt x="828728" y="1119821"/>
                  </a:lnTo>
                  <a:lnTo>
                    <a:pt x="828391" y="1119709"/>
                  </a:lnTo>
                  <a:lnTo>
                    <a:pt x="828055" y="1119709"/>
                  </a:lnTo>
                  <a:lnTo>
                    <a:pt x="827718" y="1119596"/>
                  </a:lnTo>
                  <a:lnTo>
                    <a:pt x="827381" y="1119596"/>
                  </a:lnTo>
                  <a:lnTo>
                    <a:pt x="827045" y="1119484"/>
                  </a:lnTo>
                  <a:lnTo>
                    <a:pt x="826596" y="1119372"/>
                  </a:lnTo>
                  <a:lnTo>
                    <a:pt x="826259" y="1119148"/>
                  </a:lnTo>
                  <a:lnTo>
                    <a:pt x="825922" y="1119035"/>
                  </a:lnTo>
                  <a:lnTo>
                    <a:pt x="825474" y="1118923"/>
                  </a:lnTo>
                  <a:lnTo>
                    <a:pt x="825025" y="1118699"/>
                  </a:lnTo>
                  <a:lnTo>
                    <a:pt x="824576" y="1118586"/>
                  </a:lnTo>
                  <a:lnTo>
                    <a:pt x="824239" y="1118474"/>
                  </a:lnTo>
                  <a:lnTo>
                    <a:pt x="823790" y="1118362"/>
                  </a:lnTo>
                  <a:lnTo>
                    <a:pt x="823454" y="1118362"/>
                  </a:lnTo>
                  <a:lnTo>
                    <a:pt x="823005" y="1118250"/>
                  </a:lnTo>
                  <a:lnTo>
                    <a:pt x="822444" y="1118250"/>
                  </a:lnTo>
                  <a:lnTo>
                    <a:pt x="821883" y="1118250"/>
                  </a:lnTo>
                  <a:lnTo>
                    <a:pt x="821322" y="1118250"/>
                  </a:lnTo>
                  <a:lnTo>
                    <a:pt x="820760" y="1118250"/>
                  </a:lnTo>
                  <a:lnTo>
                    <a:pt x="820424" y="1118138"/>
                  </a:lnTo>
                  <a:lnTo>
                    <a:pt x="819526" y="1118138"/>
                  </a:lnTo>
                  <a:lnTo>
                    <a:pt x="818965" y="1118138"/>
                  </a:lnTo>
                  <a:lnTo>
                    <a:pt x="818292" y="1118025"/>
                  </a:lnTo>
                  <a:lnTo>
                    <a:pt x="817731" y="1118025"/>
                  </a:lnTo>
                  <a:lnTo>
                    <a:pt x="817169" y="1118138"/>
                  </a:lnTo>
                  <a:lnTo>
                    <a:pt x="816608" y="1118250"/>
                  </a:lnTo>
                  <a:lnTo>
                    <a:pt x="816047" y="1118250"/>
                  </a:lnTo>
                  <a:lnTo>
                    <a:pt x="815150" y="1118250"/>
                  </a:lnTo>
                  <a:lnTo>
                    <a:pt x="814813" y="1118362"/>
                  </a:lnTo>
                  <a:lnTo>
                    <a:pt x="814364" y="1118474"/>
                  </a:lnTo>
                  <a:lnTo>
                    <a:pt x="813915" y="1118586"/>
                  </a:lnTo>
                  <a:lnTo>
                    <a:pt x="813242" y="1118811"/>
                  </a:lnTo>
                  <a:lnTo>
                    <a:pt x="812793" y="1118811"/>
                  </a:lnTo>
                  <a:lnTo>
                    <a:pt x="812569" y="1118811"/>
                  </a:lnTo>
                  <a:lnTo>
                    <a:pt x="811783" y="1118923"/>
                  </a:lnTo>
                  <a:lnTo>
                    <a:pt x="810885" y="1118923"/>
                  </a:lnTo>
                  <a:lnTo>
                    <a:pt x="809988" y="1119035"/>
                  </a:lnTo>
                  <a:lnTo>
                    <a:pt x="809539" y="1119035"/>
                  </a:lnTo>
                  <a:lnTo>
                    <a:pt x="808978" y="1119035"/>
                  </a:lnTo>
                  <a:lnTo>
                    <a:pt x="808529" y="1119148"/>
                  </a:lnTo>
                  <a:lnTo>
                    <a:pt x="807968" y="1119260"/>
                  </a:lnTo>
                  <a:lnTo>
                    <a:pt x="807407" y="1119372"/>
                  </a:lnTo>
                  <a:lnTo>
                    <a:pt x="806958" y="1119372"/>
                  </a:lnTo>
                  <a:lnTo>
                    <a:pt x="806621" y="1119484"/>
                  </a:lnTo>
                  <a:lnTo>
                    <a:pt x="806060" y="1119484"/>
                  </a:lnTo>
                  <a:lnTo>
                    <a:pt x="805723" y="1119484"/>
                  </a:lnTo>
                  <a:lnTo>
                    <a:pt x="805499" y="1119484"/>
                  </a:lnTo>
                  <a:lnTo>
                    <a:pt x="804938" y="1119484"/>
                  </a:lnTo>
                  <a:lnTo>
                    <a:pt x="804264" y="1119484"/>
                  </a:lnTo>
                  <a:lnTo>
                    <a:pt x="803591" y="1119596"/>
                  </a:lnTo>
                  <a:lnTo>
                    <a:pt x="803030" y="1119596"/>
                  </a:lnTo>
                  <a:lnTo>
                    <a:pt x="802806" y="1119596"/>
                  </a:lnTo>
                  <a:lnTo>
                    <a:pt x="802581" y="1119484"/>
                  </a:lnTo>
                  <a:lnTo>
                    <a:pt x="802132" y="1119484"/>
                  </a:lnTo>
                  <a:lnTo>
                    <a:pt x="801683" y="1119372"/>
                  </a:lnTo>
                  <a:lnTo>
                    <a:pt x="801347" y="1119372"/>
                  </a:lnTo>
                  <a:lnTo>
                    <a:pt x="800898" y="1119148"/>
                  </a:lnTo>
                  <a:lnTo>
                    <a:pt x="800449" y="1119035"/>
                  </a:lnTo>
                  <a:lnTo>
                    <a:pt x="800000" y="1118811"/>
                  </a:lnTo>
                  <a:lnTo>
                    <a:pt x="799551" y="1118699"/>
                  </a:lnTo>
                  <a:lnTo>
                    <a:pt x="798878" y="1118586"/>
                  </a:lnTo>
                  <a:lnTo>
                    <a:pt x="798317" y="1118362"/>
                  </a:lnTo>
                  <a:lnTo>
                    <a:pt x="797868" y="1118138"/>
                  </a:lnTo>
                  <a:lnTo>
                    <a:pt x="797419" y="1117801"/>
                  </a:lnTo>
                  <a:lnTo>
                    <a:pt x="796858" y="1117689"/>
                  </a:lnTo>
                  <a:lnTo>
                    <a:pt x="796409" y="1117464"/>
                  </a:lnTo>
                  <a:lnTo>
                    <a:pt x="795736" y="1117240"/>
                  </a:lnTo>
                  <a:lnTo>
                    <a:pt x="794950" y="1117015"/>
                  </a:lnTo>
                  <a:lnTo>
                    <a:pt x="794389" y="1116791"/>
                  </a:lnTo>
                  <a:lnTo>
                    <a:pt x="793940" y="1116567"/>
                  </a:lnTo>
                  <a:lnTo>
                    <a:pt x="793492" y="1116454"/>
                  </a:lnTo>
                  <a:lnTo>
                    <a:pt x="793043" y="1116454"/>
                  </a:lnTo>
                  <a:lnTo>
                    <a:pt x="792706" y="1116454"/>
                  </a:lnTo>
                  <a:lnTo>
                    <a:pt x="792369" y="1116230"/>
                  </a:lnTo>
                  <a:lnTo>
                    <a:pt x="791920" y="1116230"/>
                  </a:lnTo>
                  <a:lnTo>
                    <a:pt x="791472" y="1116118"/>
                  </a:lnTo>
                  <a:lnTo>
                    <a:pt x="791135" y="1116118"/>
                  </a:lnTo>
                  <a:lnTo>
                    <a:pt x="790574" y="1115893"/>
                  </a:lnTo>
                  <a:lnTo>
                    <a:pt x="790125" y="1115893"/>
                  </a:lnTo>
                  <a:lnTo>
                    <a:pt x="789452" y="1115781"/>
                  </a:lnTo>
                  <a:lnTo>
                    <a:pt x="788778" y="1115669"/>
                  </a:lnTo>
                  <a:lnTo>
                    <a:pt x="788105" y="1115557"/>
                  </a:lnTo>
                  <a:lnTo>
                    <a:pt x="787432" y="1115332"/>
                  </a:lnTo>
                  <a:lnTo>
                    <a:pt x="786758" y="1115220"/>
                  </a:lnTo>
                  <a:lnTo>
                    <a:pt x="786197" y="1115108"/>
                  </a:lnTo>
                  <a:lnTo>
                    <a:pt x="785524" y="1114659"/>
                  </a:lnTo>
                  <a:lnTo>
                    <a:pt x="784739" y="1114322"/>
                  </a:lnTo>
                  <a:lnTo>
                    <a:pt x="784514" y="1114210"/>
                  </a:lnTo>
                  <a:lnTo>
                    <a:pt x="783953" y="1113986"/>
                  </a:lnTo>
                  <a:lnTo>
                    <a:pt x="783729" y="1113986"/>
                  </a:lnTo>
                  <a:lnTo>
                    <a:pt x="783392" y="1113873"/>
                  </a:lnTo>
                  <a:lnTo>
                    <a:pt x="782943" y="1113873"/>
                  </a:lnTo>
                  <a:lnTo>
                    <a:pt x="782270" y="1113649"/>
                  </a:lnTo>
                  <a:lnTo>
                    <a:pt x="781484" y="1113424"/>
                  </a:lnTo>
                  <a:lnTo>
                    <a:pt x="780699" y="1113200"/>
                  </a:lnTo>
                  <a:lnTo>
                    <a:pt x="780025" y="1112976"/>
                  </a:lnTo>
                  <a:lnTo>
                    <a:pt x="779352" y="1112751"/>
                  </a:lnTo>
                  <a:lnTo>
                    <a:pt x="778567" y="1112527"/>
                  </a:lnTo>
                  <a:lnTo>
                    <a:pt x="777781" y="1112414"/>
                  </a:lnTo>
                  <a:lnTo>
                    <a:pt x="777108" y="1112414"/>
                  </a:lnTo>
                  <a:lnTo>
                    <a:pt x="776659" y="1112527"/>
                  </a:lnTo>
                  <a:lnTo>
                    <a:pt x="776434" y="1112527"/>
                  </a:lnTo>
                  <a:lnTo>
                    <a:pt x="775986" y="1112527"/>
                  </a:lnTo>
                  <a:lnTo>
                    <a:pt x="775312" y="1112414"/>
                  </a:lnTo>
                  <a:lnTo>
                    <a:pt x="774639" y="1112302"/>
                  </a:lnTo>
                  <a:lnTo>
                    <a:pt x="773853" y="1112190"/>
                  </a:lnTo>
                  <a:lnTo>
                    <a:pt x="773292" y="1112190"/>
                  </a:lnTo>
                  <a:lnTo>
                    <a:pt x="771946" y="1112078"/>
                  </a:lnTo>
                  <a:lnTo>
                    <a:pt x="771385" y="1112078"/>
                  </a:lnTo>
                  <a:lnTo>
                    <a:pt x="770375" y="1111966"/>
                  </a:lnTo>
                  <a:lnTo>
                    <a:pt x="769365" y="1111853"/>
                  </a:lnTo>
                  <a:lnTo>
                    <a:pt x="768355" y="1111517"/>
                  </a:lnTo>
                  <a:lnTo>
                    <a:pt x="767569" y="1111292"/>
                  </a:lnTo>
                  <a:lnTo>
                    <a:pt x="766896" y="1110956"/>
                  </a:lnTo>
                  <a:lnTo>
                    <a:pt x="765998" y="1110619"/>
                  </a:lnTo>
                  <a:lnTo>
                    <a:pt x="765100" y="1110282"/>
                  </a:lnTo>
                  <a:lnTo>
                    <a:pt x="764090" y="1110058"/>
                  </a:lnTo>
                  <a:lnTo>
                    <a:pt x="763417" y="1109833"/>
                  </a:lnTo>
                  <a:lnTo>
                    <a:pt x="762632" y="1109609"/>
                  </a:lnTo>
                  <a:lnTo>
                    <a:pt x="762071" y="1109385"/>
                  </a:lnTo>
                  <a:lnTo>
                    <a:pt x="761397" y="1109385"/>
                  </a:lnTo>
                  <a:lnTo>
                    <a:pt x="760612" y="1109160"/>
                  </a:lnTo>
                  <a:lnTo>
                    <a:pt x="759602" y="1108936"/>
                  </a:lnTo>
                  <a:lnTo>
                    <a:pt x="758928" y="1108936"/>
                  </a:lnTo>
                  <a:lnTo>
                    <a:pt x="758031" y="1108824"/>
                  </a:lnTo>
                  <a:lnTo>
                    <a:pt x="757245" y="1108599"/>
                  </a:lnTo>
                  <a:lnTo>
                    <a:pt x="757021" y="1108599"/>
                  </a:lnTo>
                  <a:lnTo>
                    <a:pt x="756011" y="1108262"/>
                  </a:lnTo>
                  <a:lnTo>
                    <a:pt x="755674" y="1108150"/>
                  </a:lnTo>
                  <a:lnTo>
                    <a:pt x="754664" y="1107814"/>
                  </a:lnTo>
                  <a:lnTo>
                    <a:pt x="753766" y="1107589"/>
                  </a:lnTo>
                  <a:lnTo>
                    <a:pt x="752644" y="1107365"/>
                  </a:lnTo>
                  <a:lnTo>
                    <a:pt x="752083" y="1107140"/>
                  </a:lnTo>
                  <a:lnTo>
                    <a:pt x="751522" y="1106916"/>
                  </a:lnTo>
                  <a:lnTo>
                    <a:pt x="750400" y="1106467"/>
                  </a:lnTo>
                  <a:lnTo>
                    <a:pt x="749390" y="1106243"/>
                  </a:lnTo>
                  <a:lnTo>
                    <a:pt x="748717" y="1106130"/>
                  </a:lnTo>
                  <a:lnTo>
                    <a:pt x="747819" y="1106018"/>
                  </a:lnTo>
                  <a:lnTo>
                    <a:pt x="747258" y="1106018"/>
                  </a:lnTo>
                  <a:lnTo>
                    <a:pt x="746921" y="1106018"/>
                  </a:lnTo>
                  <a:lnTo>
                    <a:pt x="746136" y="1105906"/>
                  </a:lnTo>
                  <a:lnTo>
                    <a:pt x="745462" y="1105681"/>
                  </a:lnTo>
                  <a:lnTo>
                    <a:pt x="744677" y="1105569"/>
                  </a:lnTo>
                  <a:lnTo>
                    <a:pt x="743667" y="1105457"/>
                  </a:lnTo>
                  <a:lnTo>
                    <a:pt x="742881" y="1105345"/>
                  </a:lnTo>
                  <a:lnTo>
                    <a:pt x="742096" y="1105233"/>
                  </a:lnTo>
                  <a:lnTo>
                    <a:pt x="741086" y="1105008"/>
                  </a:lnTo>
                  <a:lnTo>
                    <a:pt x="740076" y="1104784"/>
                  </a:lnTo>
                  <a:lnTo>
                    <a:pt x="739515" y="1104671"/>
                  </a:lnTo>
                  <a:lnTo>
                    <a:pt x="738505" y="1104447"/>
                  </a:lnTo>
                  <a:lnTo>
                    <a:pt x="737270" y="1104447"/>
                  </a:lnTo>
                  <a:lnTo>
                    <a:pt x="736485" y="1104335"/>
                  </a:lnTo>
                  <a:lnTo>
                    <a:pt x="736148" y="1104335"/>
                  </a:lnTo>
                  <a:lnTo>
                    <a:pt x="735026" y="1104335"/>
                  </a:lnTo>
                  <a:lnTo>
                    <a:pt x="734241" y="1104223"/>
                  </a:lnTo>
                  <a:lnTo>
                    <a:pt x="732782" y="1104110"/>
                  </a:lnTo>
                  <a:lnTo>
                    <a:pt x="731660" y="1104110"/>
                  </a:lnTo>
                  <a:lnTo>
                    <a:pt x="730313" y="1103998"/>
                  </a:lnTo>
                  <a:lnTo>
                    <a:pt x="728966" y="1103662"/>
                  </a:lnTo>
                  <a:lnTo>
                    <a:pt x="727844" y="1103662"/>
                  </a:lnTo>
                  <a:lnTo>
                    <a:pt x="726273" y="1103549"/>
                  </a:lnTo>
                  <a:lnTo>
                    <a:pt x="725712" y="1103549"/>
                  </a:lnTo>
                  <a:lnTo>
                    <a:pt x="725263" y="1103549"/>
                  </a:lnTo>
                  <a:lnTo>
                    <a:pt x="723468" y="1103325"/>
                  </a:lnTo>
                  <a:lnTo>
                    <a:pt x="720999" y="1103100"/>
                  </a:lnTo>
                  <a:lnTo>
                    <a:pt x="718979" y="1102876"/>
                  </a:lnTo>
                  <a:lnTo>
                    <a:pt x="717632" y="1102764"/>
                  </a:lnTo>
                  <a:lnTo>
                    <a:pt x="717071" y="1102764"/>
                  </a:lnTo>
                  <a:lnTo>
                    <a:pt x="716398" y="1102652"/>
                  </a:lnTo>
                  <a:lnTo>
                    <a:pt x="715276" y="1102539"/>
                  </a:lnTo>
                  <a:lnTo>
                    <a:pt x="714378" y="1102539"/>
                  </a:lnTo>
                  <a:lnTo>
                    <a:pt x="713817" y="1102427"/>
                  </a:lnTo>
                  <a:lnTo>
                    <a:pt x="713480" y="1102427"/>
                  </a:lnTo>
                  <a:lnTo>
                    <a:pt x="712358" y="1102427"/>
                  </a:lnTo>
                  <a:lnTo>
                    <a:pt x="711909" y="1102427"/>
                  </a:lnTo>
                  <a:lnTo>
                    <a:pt x="711124" y="1102427"/>
                  </a:lnTo>
                  <a:lnTo>
                    <a:pt x="710114" y="1102427"/>
                  </a:lnTo>
                  <a:lnTo>
                    <a:pt x="708879" y="1102315"/>
                  </a:lnTo>
                  <a:lnTo>
                    <a:pt x="707196" y="1102203"/>
                  </a:lnTo>
                  <a:lnTo>
                    <a:pt x="706635" y="1102203"/>
                  </a:lnTo>
                  <a:lnTo>
                    <a:pt x="703830" y="1101754"/>
                  </a:lnTo>
                  <a:lnTo>
                    <a:pt x="703381" y="1101642"/>
                  </a:lnTo>
                  <a:lnTo>
                    <a:pt x="699677" y="1100968"/>
                  </a:lnTo>
                  <a:lnTo>
                    <a:pt x="697321" y="1100519"/>
                  </a:lnTo>
                  <a:lnTo>
                    <a:pt x="697096" y="1100519"/>
                  </a:lnTo>
                  <a:lnTo>
                    <a:pt x="694964" y="1100183"/>
                  </a:lnTo>
                  <a:lnTo>
                    <a:pt x="694291" y="1100183"/>
                  </a:lnTo>
                  <a:lnTo>
                    <a:pt x="693954" y="1100071"/>
                  </a:lnTo>
                  <a:lnTo>
                    <a:pt x="692271" y="1099958"/>
                  </a:lnTo>
                  <a:lnTo>
                    <a:pt x="689802" y="1099958"/>
                  </a:lnTo>
                  <a:lnTo>
                    <a:pt x="686885" y="1099958"/>
                  </a:lnTo>
                  <a:lnTo>
                    <a:pt x="684752" y="1100071"/>
                  </a:lnTo>
                  <a:lnTo>
                    <a:pt x="682284" y="1099958"/>
                  </a:lnTo>
                  <a:lnTo>
                    <a:pt x="680264" y="1099958"/>
                  </a:lnTo>
                  <a:lnTo>
                    <a:pt x="678244" y="1099846"/>
                  </a:lnTo>
                  <a:lnTo>
                    <a:pt x="678019" y="1099846"/>
                  </a:lnTo>
                  <a:lnTo>
                    <a:pt x="675663" y="1099622"/>
                  </a:lnTo>
                  <a:lnTo>
                    <a:pt x="673643" y="1099285"/>
                  </a:lnTo>
                  <a:lnTo>
                    <a:pt x="671847" y="1098948"/>
                  </a:lnTo>
                  <a:lnTo>
                    <a:pt x="669940" y="1098051"/>
                  </a:lnTo>
                  <a:lnTo>
                    <a:pt x="669715" y="1098051"/>
                  </a:lnTo>
                  <a:lnTo>
                    <a:pt x="668144" y="1097490"/>
                  </a:lnTo>
                  <a:lnTo>
                    <a:pt x="666685" y="1096928"/>
                  </a:lnTo>
                  <a:lnTo>
                    <a:pt x="665002" y="1096255"/>
                  </a:lnTo>
                  <a:lnTo>
                    <a:pt x="662870" y="1095582"/>
                  </a:lnTo>
                  <a:lnTo>
                    <a:pt x="661075" y="1095021"/>
                  </a:lnTo>
                  <a:lnTo>
                    <a:pt x="658942" y="1094460"/>
                  </a:lnTo>
                  <a:lnTo>
                    <a:pt x="658606" y="1094347"/>
                  </a:lnTo>
                  <a:lnTo>
                    <a:pt x="656698" y="1094235"/>
                  </a:lnTo>
                  <a:lnTo>
                    <a:pt x="654903" y="1094460"/>
                  </a:lnTo>
                  <a:lnTo>
                    <a:pt x="654566" y="1094572"/>
                  </a:lnTo>
                  <a:lnTo>
                    <a:pt x="653219" y="1094796"/>
                  </a:lnTo>
                  <a:lnTo>
                    <a:pt x="651312" y="1095133"/>
                  </a:lnTo>
                  <a:lnTo>
                    <a:pt x="650863" y="1095357"/>
                  </a:lnTo>
                  <a:lnTo>
                    <a:pt x="649741" y="1095582"/>
                  </a:lnTo>
                  <a:lnTo>
                    <a:pt x="648506" y="1095582"/>
                  </a:lnTo>
                  <a:lnTo>
                    <a:pt x="647272" y="1095357"/>
                  </a:lnTo>
                  <a:lnTo>
                    <a:pt x="645364" y="1095021"/>
                  </a:lnTo>
                  <a:lnTo>
                    <a:pt x="643681" y="1095021"/>
                  </a:lnTo>
                  <a:lnTo>
                    <a:pt x="642222" y="1094909"/>
                  </a:lnTo>
                  <a:lnTo>
                    <a:pt x="638855" y="1095021"/>
                  </a:lnTo>
                  <a:lnTo>
                    <a:pt x="635938" y="1095133"/>
                  </a:lnTo>
                  <a:lnTo>
                    <a:pt x="633020" y="1095245"/>
                  </a:lnTo>
                  <a:lnTo>
                    <a:pt x="629878" y="1095694"/>
                  </a:lnTo>
                  <a:lnTo>
                    <a:pt x="626848" y="1096143"/>
                  </a:lnTo>
                  <a:lnTo>
                    <a:pt x="625053" y="1096592"/>
                  </a:lnTo>
                  <a:lnTo>
                    <a:pt x="624155" y="1096704"/>
                  </a:lnTo>
                  <a:lnTo>
                    <a:pt x="621798" y="1097265"/>
                  </a:lnTo>
                  <a:lnTo>
                    <a:pt x="620339" y="1097602"/>
                  </a:lnTo>
                  <a:lnTo>
                    <a:pt x="616861" y="1098499"/>
                  </a:lnTo>
                  <a:lnTo>
                    <a:pt x="614392" y="1099061"/>
                  </a:lnTo>
                  <a:lnTo>
                    <a:pt x="612148" y="1099397"/>
                  </a:lnTo>
                  <a:lnTo>
                    <a:pt x="610913" y="1099509"/>
                  </a:lnTo>
                  <a:lnTo>
                    <a:pt x="610128" y="1099622"/>
                  </a:lnTo>
                  <a:lnTo>
                    <a:pt x="608108" y="1099846"/>
                  </a:lnTo>
                  <a:lnTo>
                    <a:pt x="603731" y="1099958"/>
                  </a:lnTo>
                  <a:lnTo>
                    <a:pt x="600028" y="1100183"/>
                  </a:lnTo>
                  <a:lnTo>
                    <a:pt x="599691" y="1100295"/>
                  </a:lnTo>
                  <a:lnTo>
                    <a:pt x="597896" y="1100519"/>
                  </a:lnTo>
                  <a:lnTo>
                    <a:pt x="595876" y="1100744"/>
                  </a:lnTo>
                  <a:lnTo>
                    <a:pt x="591836" y="1101193"/>
                  </a:lnTo>
                  <a:lnTo>
                    <a:pt x="591163" y="1101305"/>
                  </a:lnTo>
                  <a:lnTo>
                    <a:pt x="588806" y="1101754"/>
                  </a:lnTo>
                  <a:lnTo>
                    <a:pt x="585328" y="1102427"/>
                  </a:lnTo>
                  <a:lnTo>
                    <a:pt x="581961" y="1102988"/>
                  </a:lnTo>
                  <a:lnTo>
                    <a:pt x="577136" y="1104223"/>
                  </a:lnTo>
                  <a:lnTo>
                    <a:pt x="576462" y="1104335"/>
                  </a:lnTo>
                  <a:lnTo>
                    <a:pt x="574555" y="1104896"/>
                  </a:lnTo>
                  <a:lnTo>
                    <a:pt x="573208" y="1105345"/>
                  </a:lnTo>
                  <a:lnTo>
                    <a:pt x="572198" y="1105569"/>
                  </a:lnTo>
                  <a:lnTo>
                    <a:pt x="568158" y="1107028"/>
                  </a:lnTo>
                  <a:lnTo>
                    <a:pt x="567822" y="1107140"/>
                  </a:lnTo>
                  <a:lnTo>
                    <a:pt x="567036" y="1107140"/>
                  </a:lnTo>
                  <a:lnTo>
                    <a:pt x="564904" y="1107477"/>
                  </a:lnTo>
                  <a:lnTo>
                    <a:pt x="559854" y="1108038"/>
                  </a:lnTo>
                  <a:lnTo>
                    <a:pt x="558844" y="1108150"/>
                  </a:lnTo>
                  <a:lnTo>
                    <a:pt x="555141" y="1108038"/>
                  </a:lnTo>
                  <a:lnTo>
                    <a:pt x="553907" y="1108038"/>
                  </a:lnTo>
                  <a:lnTo>
                    <a:pt x="550877" y="1108262"/>
                  </a:lnTo>
                  <a:lnTo>
                    <a:pt x="549867" y="1108375"/>
                  </a:lnTo>
                  <a:lnTo>
                    <a:pt x="547398" y="1108599"/>
                  </a:lnTo>
                  <a:lnTo>
                    <a:pt x="541563" y="1110282"/>
                  </a:lnTo>
                  <a:lnTo>
                    <a:pt x="536737" y="1111629"/>
                  </a:lnTo>
                  <a:lnTo>
                    <a:pt x="534942" y="1112302"/>
                  </a:lnTo>
                  <a:lnTo>
                    <a:pt x="532248" y="1112863"/>
                  </a:lnTo>
                  <a:lnTo>
                    <a:pt x="528209" y="1113761"/>
                  </a:lnTo>
                  <a:lnTo>
                    <a:pt x="526862" y="1114098"/>
                  </a:lnTo>
                  <a:lnTo>
                    <a:pt x="522598" y="1115108"/>
                  </a:lnTo>
                  <a:lnTo>
                    <a:pt x="518333" y="1115669"/>
                  </a:lnTo>
                  <a:lnTo>
                    <a:pt x="514743" y="1116230"/>
                  </a:lnTo>
                  <a:lnTo>
                    <a:pt x="512498" y="1116791"/>
                  </a:lnTo>
                  <a:lnTo>
                    <a:pt x="511264" y="1117128"/>
                  </a:lnTo>
                  <a:lnTo>
                    <a:pt x="501164" y="1119260"/>
                  </a:lnTo>
                  <a:lnTo>
                    <a:pt x="481975" y="1123636"/>
                  </a:lnTo>
                  <a:lnTo>
                    <a:pt x="470978" y="1126105"/>
                  </a:lnTo>
                  <a:lnTo>
                    <a:pt x="460990" y="1128013"/>
                  </a:lnTo>
                  <a:lnTo>
                    <a:pt x="454369" y="1128574"/>
                  </a:lnTo>
                  <a:lnTo>
                    <a:pt x="450666" y="1129472"/>
                  </a:lnTo>
                  <a:lnTo>
                    <a:pt x="448422" y="1130033"/>
                  </a:lnTo>
                  <a:lnTo>
                    <a:pt x="446065" y="1130594"/>
                  </a:lnTo>
                  <a:lnTo>
                    <a:pt x="436190" y="1132501"/>
                  </a:lnTo>
                  <a:lnTo>
                    <a:pt x="427325" y="1134297"/>
                  </a:lnTo>
                  <a:lnTo>
                    <a:pt x="426876" y="1134409"/>
                  </a:lnTo>
                  <a:lnTo>
                    <a:pt x="423958" y="1134970"/>
                  </a:lnTo>
                  <a:lnTo>
                    <a:pt x="423397" y="1135082"/>
                  </a:lnTo>
                  <a:lnTo>
                    <a:pt x="412175" y="1137551"/>
                  </a:lnTo>
                  <a:lnTo>
                    <a:pt x="402637" y="1139010"/>
                  </a:lnTo>
                  <a:lnTo>
                    <a:pt x="401066" y="1139235"/>
                  </a:lnTo>
                  <a:lnTo>
                    <a:pt x="396914" y="1140245"/>
                  </a:lnTo>
                  <a:lnTo>
                    <a:pt x="395455" y="1140581"/>
                  </a:lnTo>
                  <a:lnTo>
                    <a:pt x="394669" y="1140693"/>
                  </a:lnTo>
                  <a:lnTo>
                    <a:pt x="393996" y="1140806"/>
                  </a:lnTo>
                  <a:lnTo>
                    <a:pt x="358311" y="1146641"/>
                  </a:lnTo>
                  <a:lnTo>
                    <a:pt x="356852" y="1137551"/>
                  </a:lnTo>
                  <a:lnTo>
                    <a:pt x="354944" y="1122402"/>
                  </a:lnTo>
                  <a:lnTo>
                    <a:pt x="354608" y="1118699"/>
                  </a:lnTo>
                  <a:lnTo>
                    <a:pt x="352700" y="1117689"/>
                  </a:lnTo>
                  <a:lnTo>
                    <a:pt x="350007" y="1115557"/>
                  </a:lnTo>
                  <a:lnTo>
                    <a:pt x="346640" y="1111629"/>
                  </a:lnTo>
                  <a:lnTo>
                    <a:pt x="349221" y="1110058"/>
                  </a:lnTo>
                  <a:lnTo>
                    <a:pt x="351690" y="1107701"/>
                  </a:lnTo>
                  <a:lnTo>
                    <a:pt x="353598" y="1105457"/>
                  </a:lnTo>
                  <a:lnTo>
                    <a:pt x="357413" y="1097602"/>
                  </a:lnTo>
                  <a:lnTo>
                    <a:pt x="362351" y="1087053"/>
                  </a:lnTo>
                  <a:lnTo>
                    <a:pt x="372226" y="1067303"/>
                  </a:lnTo>
                  <a:lnTo>
                    <a:pt x="381877" y="1047777"/>
                  </a:lnTo>
                  <a:lnTo>
                    <a:pt x="382887" y="1045645"/>
                  </a:lnTo>
                  <a:lnTo>
                    <a:pt x="387488" y="1046094"/>
                  </a:lnTo>
                  <a:lnTo>
                    <a:pt x="393098" y="1032740"/>
                  </a:lnTo>
                  <a:lnTo>
                    <a:pt x="395567" y="1026792"/>
                  </a:lnTo>
                  <a:lnTo>
                    <a:pt x="396465" y="1024548"/>
                  </a:lnTo>
                  <a:lnTo>
                    <a:pt x="401627" y="1012765"/>
                  </a:lnTo>
                  <a:lnTo>
                    <a:pt x="402749" y="1010970"/>
                  </a:lnTo>
                  <a:lnTo>
                    <a:pt x="408360" y="1000197"/>
                  </a:lnTo>
                  <a:lnTo>
                    <a:pt x="408584" y="999523"/>
                  </a:lnTo>
                  <a:lnTo>
                    <a:pt x="416215" y="984150"/>
                  </a:lnTo>
                  <a:lnTo>
                    <a:pt x="421265" y="974274"/>
                  </a:lnTo>
                  <a:lnTo>
                    <a:pt x="423734" y="969112"/>
                  </a:lnTo>
                  <a:lnTo>
                    <a:pt x="424407" y="966980"/>
                  </a:lnTo>
                  <a:lnTo>
                    <a:pt x="418123" y="963950"/>
                  </a:lnTo>
                  <a:lnTo>
                    <a:pt x="416776" y="963501"/>
                  </a:lnTo>
                  <a:lnTo>
                    <a:pt x="417337" y="962492"/>
                  </a:lnTo>
                  <a:lnTo>
                    <a:pt x="419245" y="958901"/>
                  </a:lnTo>
                  <a:lnTo>
                    <a:pt x="421714" y="954187"/>
                  </a:lnTo>
                  <a:lnTo>
                    <a:pt x="422499" y="952841"/>
                  </a:lnTo>
                  <a:lnTo>
                    <a:pt x="425529" y="946444"/>
                  </a:lnTo>
                  <a:lnTo>
                    <a:pt x="425978" y="945434"/>
                  </a:lnTo>
                  <a:lnTo>
                    <a:pt x="427100" y="943751"/>
                  </a:lnTo>
                  <a:lnTo>
                    <a:pt x="427774" y="942517"/>
                  </a:lnTo>
                  <a:lnTo>
                    <a:pt x="428447" y="941395"/>
                  </a:lnTo>
                  <a:lnTo>
                    <a:pt x="428671" y="940946"/>
                  </a:lnTo>
                  <a:lnTo>
                    <a:pt x="428896" y="940497"/>
                  </a:lnTo>
                  <a:lnTo>
                    <a:pt x="429120" y="938926"/>
                  </a:lnTo>
                  <a:lnTo>
                    <a:pt x="429457" y="937018"/>
                  </a:lnTo>
                  <a:lnTo>
                    <a:pt x="429794" y="935447"/>
                  </a:lnTo>
                  <a:lnTo>
                    <a:pt x="430243" y="934325"/>
                  </a:lnTo>
                  <a:lnTo>
                    <a:pt x="430579" y="933427"/>
                  </a:lnTo>
                  <a:lnTo>
                    <a:pt x="431252" y="932080"/>
                  </a:lnTo>
                  <a:lnTo>
                    <a:pt x="431814" y="930958"/>
                  </a:lnTo>
                  <a:lnTo>
                    <a:pt x="432711" y="929387"/>
                  </a:lnTo>
                  <a:lnTo>
                    <a:pt x="433497" y="929051"/>
                  </a:lnTo>
                  <a:lnTo>
                    <a:pt x="433946" y="928265"/>
                  </a:lnTo>
                  <a:lnTo>
                    <a:pt x="417337" y="919961"/>
                  </a:lnTo>
                  <a:lnTo>
                    <a:pt x="413073" y="915921"/>
                  </a:lnTo>
                  <a:lnTo>
                    <a:pt x="410043" y="912218"/>
                  </a:lnTo>
                  <a:lnTo>
                    <a:pt x="401403" y="899313"/>
                  </a:lnTo>
                  <a:lnTo>
                    <a:pt x="376154" y="860486"/>
                  </a:lnTo>
                  <a:lnTo>
                    <a:pt x="351802" y="823566"/>
                  </a:lnTo>
                  <a:lnTo>
                    <a:pt x="341478" y="803030"/>
                  </a:lnTo>
                  <a:lnTo>
                    <a:pt x="331715" y="782943"/>
                  </a:lnTo>
                  <a:lnTo>
                    <a:pt x="320269" y="759153"/>
                  </a:lnTo>
                  <a:lnTo>
                    <a:pt x="319371" y="757357"/>
                  </a:lnTo>
                  <a:lnTo>
                    <a:pt x="319147" y="756796"/>
                  </a:lnTo>
                  <a:lnTo>
                    <a:pt x="317239" y="752981"/>
                  </a:lnTo>
                  <a:lnTo>
                    <a:pt x="316678" y="751634"/>
                  </a:lnTo>
                  <a:lnTo>
                    <a:pt x="315556" y="749502"/>
                  </a:lnTo>
                  <a:lnTo>
                    <a:pt x="314658" y="747594"/>
                  </a:lnTo>
                  <a:lnTo>
                    <a:pt x="311292" y="740525"/>
                  </a:lnTo>
                  <a:lnTo>
                    <a:pt x="309272" y="736260"/>
                  </a:lnTo>
                  <a:lnTo>
                    <a:pt x="302314" y="739515"/>
                  </a:lnTo>
                  <a:lnTo>
                    <a:pt x="296928" y="727732"/>
                  </a:lnTo>
                  <a:lnTo>
                    <a:pt x="295357" y="728069"/>
                  </a:lnTo>
                  <a:lnTo>
                    <a:pt x="282339" y="721672"/>
                  </a:lnTo>
                  <a:lnTo>
                    <a:pt x="283462" y="719540"/>
                  </a:lnTo>
                  <a:lnTo>
                    <a:pt x="278861" y="717183"/>
                  </a:lnTo>
                  <a:lnTo>
                    <a:pt x="254397" y="727956"/>
                  </a:lnTo>
                  <a:lnTo>
                    <a:pt x="215570" y="747370"/>
                  </a:lnTo>
                  <a:lnTo>
                    <a:pt x="213213" y="742208"/>
                  </a:lnTo>
                  <a:lnTo>
                    <a:pt x="177752" y="674092"/>
                  </a:lnTo>
                  <a:lnTo>
                    <a:pt x="177528" y="674204"/>
                  </a:lnTo>
                  <a:lnTo>
                    <a:pt x="176181" y="675438"/>
                  </a:lnTo>
                  <a:lnTo>
                    <a:pt x="175508" y="676112"/>
                  </a:lnTo>
                  <a:lnTo>
                    <a:pt x="174723" y="675663"/>
                  </a:lnTo>
                  <a:lnTo>
                    <a:pt x="173825" y="675326"/>
                  </a:lnTo>
                  <a:lnTo>
                    <a:pt x="172703" y="674877"/>
                  </a:lnTo>
                  <a:lnTo>
                    <a:pt x="159124" y="669491"/>
                  </a:lnTo>
                  <a:lnTo>
                    <a:pt x="155982" y="668256"/>
                  </a:lnTo>
                  <a:lnTo>
                    <a:pt x="153513" y="667247"/>
                  </a:lnTo>
                  <a:lnTo>
                    <a:pt x="152055" y="666685"/>
                  </a:lnTo>
                  <a:lnTo>
                    <a:pt x="151718" y="666573"/>
                  </a:lnTo>
                  <a:lnTo>
                    <a:pt x="149586" y="665675"/>
                  </a:lnTo>
                  <a:lnTo>
                    <a:pt x="141955" y="662646"/>
                  </a:lnTo>
                  <a:lnTo>
                    <a:pt x="141169" y="662421"/>
                  </a:lnTo>
                  <a:lnTo>
                    <a:pt x="137466" y="661075"/>
                  </a:lnTo>
                  <a:lnTo>
                    <a:pt x="137130" y="660962"/>
                  </a:lnTo>
                  <a:lnTo>
                    <a:pt x="136344" y="660626"/>
                  </a:lnTo>
                  <a:lnTo>
                    <a:pt x="132080" y="658157"/>
                  </a:lnTo>
                  <a:lnTo>
                    <a:pt x="129499" y="656698"/>
                  </a:lnTo>
                  <a:lnTo>
                    <a:pt x="127030" y="655464"/>
                  </a:lnTo>
                  <a:lnTo>
                    <a:pt x="126357" y="653219"/>
                  </a:lnTo>
                  <a:lnTo>
                    <a:pt x="126132" y="652770"/>
                  </a:lnTo>
                  <a:lnTo>
                    <a:pt x="125683" y="651312"/>
                  </a:lnTo>
                  <a:lnTo>
                    <a:pt x="125235" y="650414"/>
                  </a:lnTo>
                  <a:lnTo>
                    <a:pt x="124449" y="649516"/>
                  </a:lnTo>
                  <a:lnTo>
                    <a:pt x="120409" y="651087"/>
                  </a:lnTo>
                  <a:lnTo>
                    <a:pt x="118277" y="651873"/>
                  </a:lnTo>
                  <a:lnTo>
                    <a:pt x="118053" y="649965"/>
                  </a:lnTo>
                  <a:lnTo>
                    <a:pt x="118053" y="649741"/>
                  </a:lnTo>
                  <a:lnTo>
                    <a:pt x="117828" y="647945"/>
                  </a:lnTo>
                  <a:lnTo>
                    <a:pt x="117828" y="647721"/>
                  </a:lnTo>
                  <a:lnTo>
                    <a:pt x="118053" y="647160"/>
                  </a:lnTo>
                  <a:lnTo>
                    <a:pt x="118165" y="646935"/>
                  </a:lnTo>
                  <a:lnTo>
                    <a:pt x="118277" y="645252"/>
                  </a:lnTo>
                  <a:lnTo>
                    <a:pt x="118165" y="644803"/>
                  </a:lnTo>
                  <a:lnTo>
                    <a:pt x="118053" y="644017"/>
                  </a:lnTo>
                  <a:lnTo>
                    <a:pt x="117716" y="642671"/>
                  </a:lnTo>
                  <a:lnTo>
                    <a:pt x="117604" y="642110"/>
                  </a:lnTo>
                  <a:lnTo>
                    <a:pt x="117379" y="641212"/>
                  </a:lnTo>
                  <a:lnTo>
                    <a:pt x="117155" y="640875"/>
                  </a:lnTo>
                  <a:lnTo>
                    <a:pt x="116145" y="639080"/>
                  </a:lnTo>
                  <a:lnTo>
                    <a:pt x="115472" y="638407"/>
                  </a:lnTo>
                  <a:lnTo>
                    <a:pt x="114574" y="637172"/>
                  </a:lnTo>
                  <a:lnTo>
                    <a:pt x="114125" y="636387"/>
                  </a:lnTo>
                  <a:lnTo>
                    <a:pt x="114013" y="636162"/>
                  </a:lnTo>
                  <a:lnTo>
                    <a:pt x="114013" y="635713"/>
                  </a:lnTo>
                  <a:lnTo>
                    <a:pt x="113788" y="634479"/>
                  </a:lnTo>
                  <a:lnTo>
                    <a:pt x="113788" y="633357"/>
                  </a:lnTo>
                  <a:lnTo>
                    <a:pt x="113788" y="633132"/>
                  </a:lnTo>
                  <a:lnTo>
                    <a:pt x="113676" y="631449"/>
                  </a:lnTo>
                  <a:lnTo>
                    <a:pt x="113564" y="630888"/>
                  </a:lnTo>
                  <a:lnTo>
                    <a:pt x="113339" y="629092"/>
                  </a:lnTo>
                  <a:lnTo>
                    <a:pt x="113339" y="628868"/>
                  </a:lnTo>
                  <a:lnTo>
                    <a:pt x="113227" y="628531"/>
                  </a:lnTo>
                  <a:lnTo>
                    <a:pt x="113227" y="628082"/>
                  </a:lnTo>
                  <a:lnTo>
                    <a:pt x="113227" y="626624"/>
                  </a:lnTo>
                  <a:lnTo>
                    <a:pt x="113227" y="626063"/>
                  </a:lnTo>
                  <a:lnTo>
                    <a:pt x="113227" y="625389"/>
                  </a:lnTo>
                  <a:lnTo>
                    <a:pt x="113227" y="624604"/>
                  </a:lnTo>
                  <a:lnTo>
                    <a:pt x="113227" y="623818"/>
                  </a:lnTo>
                  <a:lnTo>
                    <a:pt x="113339" y="622472"/>
                  </a:lnTo>
                  <a:lnTo>
                    <a:pt x="113339" y="621013"/>
                  </a:lnTo>
                  <a:lnTo>
                    <a:pt x="113227" y="619442"/>
                  </a:lnTo>
                  <a:lnTo>
                    <a:pt x="113227" y="617085"/>
                  </a:lnTo>
                  <a:lnTo>
                    <a:pt x="113452" y="616187"/>
                  </a:lnTo>
                  <a:lnTo>
                    <a:pt x="113901" y="615514"/>
                  </a:lnTo>
                  <a:lnTo>
                    <a:pt x="114237" y="614953"/>
                  </a:lnTo>
                  <a:lnTo>
                    <a:pt x="116145" y="612933"/>
                  </a:lnTo>
                  <a:lnTo>
                    <a:pt x="119175" y="610464"/>
                  </a:lnTo>
                  <a:lnTo>
                    <a:pt x="119511" y="610015"/>
                  </a:lnTo>
                  <a:lnTo>
                    <a:pt x="120185" y="609342"/>
                  </a:lnTo>
                  <a:lnTo>
                    <a:pt x="120634" y="608893"/>
                  </a:lnTo>
                  <a:lnTo>
                    <a:pt x="122092" y="607210"/>
                  </a:lnTo>
                  <a:lnTo>
                    <a:pt x="123102" y="606424"/>
                  </a:lnTo>
                  <a:lnTo>
                    <a:pt x="124898" y="605751"/>
                  </a:lnTo>
                  <a:lnTo>
                    <a:pt x="126357" y="604853"/>
                  </a:lnTo>
                  <a:lnTo>
                    <a:pt x="127030" y="604068"/>
                  </a:lnTo>
                  <a:lnTo>
                    <a:pt x="127367" y="603058"/>
                  </a:lnTo>
                  <a:lnTo>
                    <a:pt x="127703" y="602048"/>
                  </a:lnTo>
                  <a:lnTo>
                    <a:pt x="128377" y="599467"/>
                  </a:lnTo>
                  <a:lnTo>
                    <a:pt x="128713" y="598345"/>
                  </a:lnTo>
                  <a:lnTo>
                    <a:pt x="128938" y="597784"/>
                  </a:lnTo>
                  <a:lnTo>
                    <a:pt x="130060" y="596100"/>
                  </a:lnTo>
                  <a:lnTo>
                    <a:pt x="132416" y="593183"/>
                  </a:lnTo>
                  <a:lnTo>
                    <a:pt x="132753" y="592846"/>
                  </a:lnTo>
                  <a:lnTo>
                    <a:pt x="133202" y="592173"/>
                  </a:lnTo>
                  <a:lnTo>
                    <a:pt x="133988" y="591275"/>
                  </a:lnTo>
                  <a:lnTo>
                    <a:pt x="134773" y="589255"/>
                  </a:lnTo>
                  <a:lnTo>
                    <a:pt x="136681" y="582859"/>
                  </a:lnTo>
                  <a:lnTo>
                    <a:pt x="138140" y="580165"/>
                  </a:lnTo>
                  <a:lnTo>
                    <a:pt x="138588" y="579380"/>
                  </a:lnTo>
                  <a:lnTo>
                    <a:pt x="139823" y="577360"/>
                  </a:lnTo>
                  <a:lnTo>
                    <a:pt x="141169" y="574667"/>
                  </a:lnTo>
                  <a:lnTo>
                    <a:pt x="142067" y="572310"/>
                  </a:lnTo>
                  <a:lnTo>
                    <a:pt x="142179" y="571861"/>
                  </a:lnTo>
                  <a:lnTo>
                    <a:pt x="142516" y="569729"/>
                  </a:lnTo>
                  <a:lnTo>
                    <a:pt x="143077" y="568495"/>
                  </a:lnTo>
                  <a:lnTo>
                    <a:pt x="143077" y="568046"/>
                  </a:lnTo>
                  <a:lnTo>
                    <a:pt x="141843" y="565689"/>
                  </a:lnTo>
                  <a:lnTo>
                    <a:pt x="141618" y="565353"/>
                  </a:lnTo>
                  <a:lnTo>
                    <a:pt x="141506" y="565016"/>
                  </a:lnTo>
                  <a:lnTo>
                    <a:pt x="141169" y="564455"/>
                  </a:lnTo>
                  <a:lnTo>
                    <a:pt x="141394" y="564006"/>
                  </a:lnTo>
                  <a:lnTo>
                    <a:pt x="143750" y="560303"/>
                  </a:lnTo>
                  <a:lnTo>
                    <a:pt x="145658" y="557946"/>
                  </a:lnTo>
                  <a:lnTo>
                    <a:pt x="147678" y="554131"/>
                  </a:lnTo>
                  <a:lnTo>
                    <a:pt x="148015" y="553570"/>
                  </a:lnTo>
                  <a:lnTo>
                    <a:pt x="149137" y="551550"/>
                  </a:lnTo>
                  <a:lnTo>
                    <a:pt x="149474" y="551101"/>
                  </a:lnTo>
                  <a:lnTo>
                    <a:pt x="143975" y="534605"/>
                  </a:lnTo>
                  <a:lnTo>
                    <a:pt x="142516" y="530229"/>
                  </a:lnTo>
                  <a:lnTo>
                    <a:pt x="135559" y="510029"/>
                  </a:lnTo>
                  <a:lnTo>
                    <a:pt x="135222" y="506326"/>
                  </a:lnTo>
                  <a:lnTo>
                    <a:pt x="131294" y="495890"/>
                  </a:lnTo>
                  <a:lnTo>
                    <a:pt x="124112" y="476701"/>
                  </a:lnTo>
                  <a:lnTo>
                    <a:pt x="119175" y="461439"/>
                  </a:lnTo>
                  <a:lnTo>
                    <a:pt x="119960" y="430355"/>
                  </a:lnTo>
                  <a:lnTo>
                    <a:pt x="118726" y="427549"/>
                  </a:lnTo>
                  <a:lnTo>
                    <a:pt x="114237" y="426539"/>
                  </a:lnTo>
                  <a:lnTo>
                    <a:pt x="113564" y="424968"/>
                  </a:lnTo>
                  <a:lnTo>
                    <a:pt x="109861" y="415430"/>
                  </a:lnTo>
                  <a:lnTo>
                    <a:pt x="107953" y="410941"/>
                  </a:lnTo>
                  <a:lnTo>
                    <a:pt x="116706" y="409931"/>
                  </a:lnTo>
                  <a:lnTo>
                    <a:pt x="119175" y="408023"/>
                  </a:lnTo>
                  <a:lnTo>
                    <a:pt x="119399" y="391752"/>
                  </a:lnTo>
                  <a:lnTo>
                    <a:pt x="121419" y="381203"/>
                  </a:lnTo>
                  <a:lnTo>
                    <a:pt x="121980" y="378622"/>
                  </a:lnTo>
                  <a:lnTo>
                    <a:pt x="123102" y="373797"/>
                  </a:lnTo>
                  <a:lnTo>
                    <a:pt x="123102" y="373460"/>
                  </a:lnTo>
                  <a:lnTo>
                    <a:pt x="123215" y="372899"/>
                  </a:lnTo>
                  <a:lnTo>
                    <a:pt x="123327" y="372450"/>
                  </a:lnTo>
                  <a:lnTo>
                    <a:pt x="123327" y="372001"/>
                  </a:lnTo>
                  <a:lnTo>
                    <a:pt x="123439" y="370992"/>
                  </a:lnTo>
                  <a:lnTo>
                    <a:pt x="123664" y="368411"/>
                  </a:lnTo>
                  <a:lnTo>
                    <a:pt x="124561" y="366727"/>
                  </a:lnTo>
                  <a:lnTo>
                    <a:pt x="125347" y="365156"/>
                  </a:lnTo>
                  <a:lnTo>
                    <a:pt x="126245" y="363585"/>
                  </a:lnTo>
                  <a:lnTo>
                    <a:pt x="126469" y="363248"/>
                  </a:lnTo>
                  <a:lnTo>
                    <a:pt x="127479" y="361229"/>
                  </a:lnTo>
                  <a:lnTo>
                    <a:pt x="127928" y="359096"/>
                  </a:lnTo>
                  <a:lnTo>
                    <a:pt x="127928" y="358535"/>
                  </a:lnTo>
                  <a:lnTo>
                    <a:pt x="128601" y="356852"/>
                  </a:lnTo>
                  <a:lnTo>
                    <a:pt x="128713" y="354944"/>
                  </a:lnTo>
                  <a:lnTo>
                    <a:pt x="128938" y="353822"/>
                  </a:lnTo>
                  <a:lnTo>
                    <a:pt x="129162" y="353037"/>
                  </a:lnTo>
                  <a:lnTo>
                    <a:pt x="129611" y="351241"/>
                  </a:lnTo>
                  <a:lnTo>
                    <a:pt x="129611" y="351017"/>
                  </a:lnTo>
                  <a:lnTo>
                    <a:pt x="129611" y="349670"/>
                  </a:lnTo>
                  <a:lnTo>
                    <a:pt x="129611" y="349221"/>
                  </a:lnTo>
                  <a:lnTo>
                    <a:pt x="129499" y="347875"/>
                  </a:lnTo>
                  <a:lnTo>
                    <a:pt x="129387" y="347538"/>
                  </a:lnTo>
                  <a:lnTo>
                    <a:pt x="128826" y="345967"/>
                  </a:lnTo>
                  <a:lnTo>
                    <a:pt x="128601" y="345181"/>
                  </a:lnTo>
                  <a:lnTo>
                    <a:pt x="128489" y="342488"/>
                  </a:lnTo>
                  <a:lnTo>
                    <a:pt x="128826" y="340693"/>
                  </a:lnTo>
                  <a:lnTo>
                    <a:pt x="130060" y="337887"/>
                  </a:lnTo>
                  <a:lnTo>
                    <a:pt x="130397" y="336541"/>
                  </a:lnTo>
                  <a:lnTo>
                    <a:pt x="130284" y="333735"/>
                  </a:lnTo>
                  <a:lnTo>
                    <a:pt x="130060" y="331491"/>
                  </a:lnTo>
                  <a:lnTo>
                    <a:pt x="129835" y="328573"/>
                  </a:lnTo>
                  <a:lnTo>
                    <a:pt x="129611" y="326441"/>
                  </a:lnTo>
                  <a:lnTo>
                    <a:pt x="129162" y="324758"/>
                  </a:lnTo>
                  <a:lnTo>
                    <a:pt x="128377" y="322962"/>
                  </a:lnTo>
                  <a:lnTo>
                    <a:pt x="127479" y="321055"/>
                  </a:lnTo>
                  <a:lnTo>
                    <a:pt x="126132" y="318922"/>
                  </a:lnTo>
                  <a:lnTo>
                    <a:pt x="125683" y="317351"/>
                  </a:lnTo>
                  <a:lnTo>
                    <a:pt x="124337" y="315556"/>
                  </a:lnTo>
                  <a:lnTo>
                    <a:pt x="122878" y="314883"/>
                  </a:lnTo>
                  <a:lnTo>
                    <a:pt x="122541" y="314546"/>
                  </a:lnTo>
                  <a:lnTo>
                    <a:pt x="121195" y="313424"/>
                  </a:lnTo>
                  <a:lnTo>
                    <a:pt x="120409" y="312750"/>
                  </a:lnTo>
                  <a:lnTo>
                    <a:pt x="119848" y="312302"/>
                  </a:lnTo>
                  <a:lnTo>
                    <a:pt x="119848" y="310843"/>
                  </a:lnTo>
                  <a:lnTo>
                    <a:pt x="120185" y="309160"/>
                  </a:lnTo>
                  <a:lnTo>
                    <a:pt x="119511" y="307252"/>
                  </a:lnTo>
                  <a:lnTo>
                    <a:pt x="119175" y="306803"/>
                  </a:lnTo>
                  <a:lnTo>
                    <a:pt x="118614" y="306130"/>
                  </a:lnTo>
                  <a:lnTo>
                    <a:pt x="117155" y="304671"/>
                  </a:lnTo>
                  <a:lnTo>
                    <a:pt x="116145" y="303212"/>
                  </a:lnTo>
                  <a:lnTo>
                    <a:pt x="116818" y="302202"/>
                  </a:lnTo>
                  <a:lnTo>
                    <a:pt x="118053" y="300743"/>
                  </a:lnTo>
                  <a:lnTo>
                    <a:pt x="119063" y="299172"/>
                  </a:lnTo>
                  <a:lnTo>
                    <a:pt x="119511" y="298387"/>
                  </a:lnTo>
                  <a:lnTo>
                    <a:pt x="119624" y="298162"/>
                  </a:lnTo>
                  <a:lnTo>
                    <a:pt x="120521" y="297040"/>
                  </a:lnTo>
                  <a:lnTo>
                    <a:pt x="120858" y="295357"/>
                  </a:lnTo>
                  <a:lnTo>
                    <a:pt x="121644" y="293786"/>
                  </a:lnTo>
                  <a:lnTo>
                    <a:pt x="122654" y="292776"/>
                  </a:lnTo>
                  <a:lnTo>
                    <a:pt x="123102" y="291878"/>
                  </a:lnTo>
                  <a:lnTo>
                    <a:pt x="123215" y="291429"/>
                  </a:lnTo>
                  <a:lnTo>
                    <a:pt x="123439" y="290307"/>
                  </a:lnTo>
                  <a:lnTo>
                    <a:pt x="124449" y="288960"/>
                  </a:lnTo>
                  <a:lnTo>
                    <a:pt x="124673" y="288624"/>
                  </a:lnTo>
                  <a:lnTo>
                    <a:pt x="125571" y="287389"/>
                  </a:lnTo>
                  <a:lnTo>
                    <a:pt x="125683" y="286492"/>
                  </a:lnTo>
                  <a:lnTo>
                    <a:pt x="124898" y="285706"/>
                  </a:lnTo>
                  <a:lnTo>
                    <a:pt x="124112" y="285594"/>
                  </a:lnTo>
                  <a:lnTo>
                    <a:pt x="123215" y="285482"/>
                  </a:lnTo>
                  <a:lnTo>
                    <a:pt x="122317" y="285033"/>
                  </a:lnTo>
                  <a:lnTo>
                    <a:pt x="121980" y="284920"/>
                  </a:lnTo>
                  <a:lnTo>
                    <a:pt x="120858" y="284472"/>
                  </a:lnTo>
                  <a:lnTo>
                    <a:pt x="120297" y="284247"/>
                  </a:lnTo>
                  <a:lnTo>
                    <a:pt x="119511" y="284023"/>
                  </a:lnTo>
                  <a:lnTo>
                    <a:pt x="118726" y="282901"/>
                  </a:lnTo>
                  <a:lnTo>
                    <a:pt x="117940" y="281554"/>
                  </a:lnTo>
                  <a:lnTo>
                    <a:pt x="117492" y="280768"/>
                  </a:lnTo>
                  <a:lnTo>
                    <a:pt x="117492" y="279085"/>
                  </a:lnTo>
                  <a:lnTo>
                    <a:pt x="117267" y="276167"/>
                  </a:lnTo>
                  <a:lnTo>
                    <a:pt x="117043" y="274821"/>
                  </a:lnTo>
                  <a:lnTo>
                    <a:pt x="115920" y="274484"/>
                  </a:lnTo>
                  <a:lnTo>
                    <a:pt x="114462" y="274035"/>
                  </a:lnTo>
                  <a:lnTo>
                    <a:pt x="113452" y="273025"/>
                  </a:lnTo>
                  <a:lnTo>
                    <a:pt x="112666" y="272015"/>
                  </a:lnTo>
                  <a:lnTo>
                    <a:pt x="112217" y="269996"/>
                  </a:lnTo>
                  <a:lnTo>
                    <a:pt x="111768" y="267863"/>
                  </a:lnTo>
                  <a:lnTo>
                    <a:pt x="111656" y="266405"/>
                  </a:lnTo>
                  <a:lnTo>
                    <a:pt x="111544" y="265170"/>
                  </a:lnTo>
                  <a:lnTo>
                    <a:pt x="111432" y="263824"/>
                  </a:lnTo>
                  <a:lnTo>
                    <a:pt x="111207" y="262477"/>
                  </a:lnTo>
                  <a:lnTo>
                    <a:pt x="110983" y="261243"/>
                  </a:lnTo>
                  <a:lnTo>
                    <a:pt x="110646" y="258662"/>
                  </a:lnTo>
                  <a:lnTo>
                    <a:pt x="110871" y="256978"/>
                  </a:lnTo>
                  <a:lnTo>
                    <a:pt x="111432" y="255968"/>
                  </a:lnTo>
                  <a:lnTo>
                    <a:pt x="111881" y="254061"/>
                  </a:lnTo>
                  <a:lnTo>
                    <a:pt x="112554" y="253275"/>
                  </a:lnTo>
                  <a:lnTo>
                    <a:pt x="113115" y="252602"/>
                  </a:lnTo>
                  <a:lnTo>
                    <a:pt x="114462" y="250918"/>
                  </a:lnTo>
                  <a:lnTo>
                    <a:pt x="116033" y="249572"/>
                  </a:lnTo>
                  <a:lnTo>
                    <a:pt x="116145" y="248786"/>
                  </a:lnTo>
                  <a:lnTo>
                    <a:pt x="116257" y="248225"/>
                  </a:lnTo>
                  <a:lnTo>
                    <a:pt x="116033" y="246318"/>
                  </a:lnTo>
                  <a:lnTo>
                    <a:pt x="115472" y="244298"/>
                  </a:lnTo>
                  <a:lnTo>
                    <a:pt x="115472" y="243849"/>
                  </a:lnTo>
                  <a:lnTo>
                    <a:pt x="115247" y="243175"/>
                  </a:lnTo>
                  <a:lnTo>
                    <a:pt x="114686" y="241829"/>
                  </a:lnTo>
                  <a:lnTo>
                    <a:pt x="114686" y="241268"/>
                  </a:lnTo>
                  <a:lnTo>
                    <a:pt x="114462" y="239584"/>
                  </a:lnTo>
                  <a:lnTo>
                    <a:pt x="114462" y="236779"/>
                  </a:lnTo>
                  <a:lnTo>
                    <a:pt x="114574" y="234310"/>
                  </a:lnTo>
                  <a:lnTo>
                    <a:pt x="115135" y="232739"/>
                  </a:lnTo>
                  <a:lnTo>
                    <a:pt x="116033" y="231505"/>
                  </a:lnTo>
                  <a:lnTo>
                    <a:pt x="116369" y="230944"/>
                  </a:lnTo>
                  <a:lnTo>
                    <a:pt x="116482" y="230607"/>
                  </a:lnTo>
                  <a:lnTo>
                    <a:pt x="116706" y="228699"/>
                  </a:lnTo>
                  <a:lnTo>
                    <a:pt x="117604" y="225557"/>
                  </a:lnTo>
                  <a:lnTo>
                    <a:pt x="117716" y="225108"/>
                  </a:lnTo>
                  <a:lnTo>
                    <a:pt x="117940" y="224098"/>
                  </a:lnTo>
                  <a:lnTo>
                    <a:pt x="117604" y="223762"/>
                  </a:lnTo>
                  <a:lnTo>
                    <a:pt x="116706" y="222864"/>
                  </a:lnTo>
                  <a:lnTo>
                    <a:pt x="115472" y="221405"/>
                  </a:lnTo>
                  <a:lnTo>
                    <a:pt x="113901" y="219049"/>
                  </a:lnTo>
                  <a:lnTo>
                    <a:pt x="113227" y="216692"/>
                  </a:lnTo>
                  <a:lnTo>
                    <a:pt x="112217" y="214448"/>
                  </a:lnTo>
                  <a:lnTo>
                    <a:pt x="112105" y="214223"/>
                  </a:lnTo>
                  <a:lnTo>
                    <a:pt x="110983" y="213101"/>
                  </a:lnTo>
                  <a:lnTo>
                    <a:pt x="109524" y="212091"/>
                  </a:lnTo>
                  <a:lnTo>
                    <a:pt x="108514" y="211418"/>
                  </a:lnTo>
                  <a:lnTo>
                    <a:pt x="107280" y="210071"/>
                  </a:lnTo>
                  <a:lnTo>
                    <a:pt x="106719" y="209510"/>
                  </a:lnTo>
                  <a:lnTo>
                    <a:pt x="105484" y="208388"/>
                  </a:lnTo>
                  <a:lnTo>
                    <a:pt x="105035" y="208051"/>
                  </a:lnTo>
                  <a:lnTo>
                    <a:pt x="104923" y="207490"/>
                  </a:lnTo>
                  <a:lnTo>
                    <a:pt x="104474" y="206480"/>
                  </a:lnTo>
                  <a:lnTo>
                    <a:pt x="103352" y="204685"/>
                  </a:lnTo>
                  <a:lnTo>
                    <a:pt x="101557" y="202440"/>
                  </a:lnTo>
                  <a:lnTo>
                    <a:pt x="100322" y="201318"/>
                  </a:lnTo>
                  <a:lnTo>
                    <a:pt x="98078" y="200196"/>
                  </a:lnTo>
                  <a:lnTo>
                    <a:pt x="97180" y="199747"/>
                  </a:lnTo>
                  <a:lnTo>
                    <a:pt x="93701" y="198176"/>
                  </a:lnTo>
                  <a:lnTo>
                    <a:pt x="92355" y="197503"/>
                  </a:lnTo>
                  <a:lnTo>
                    <a:pt x="91345" y="194473"/>
                  </a:lnTo>
                  <a:lnTo>
                    <a:pt x="91681" y="192116"/>
                  </a:lnTo>
                  <a:lnTo>
                    <a:pt x="91569" y="191667"/>
                  </a:lnTo>
                  <a:lnTo>
                    <a:pt x="90896" y="189648"/>
                  </a:lnTo>
                  <a:lnTo>
                    <a:pt x="89774" y="186281"/>
                  </a:lnTo>
                  <a:lnTo>
                    <a:pt x="88203" y="182802"/>
                  </a:lnTo>
                  <a:lnTo>
                    <a:pt x="87866" y="181119"/>
                  </a:lnTo>
                  <a:lnTo>
                    <a:pt x="88652" y="179772"/>
                  </a:lnTo>
                  <a:lnTo>
                    <a:pt x="89549" y="177865"/>
                  </a:lnTo>
                  <a:lnTo>
                    <a:pt x="89437" y="177416"/>
                  </a:lnTo>
                  <a:lnTo>
                    <a:pt x="88090" y="173152"/>
                  </a:lnTo>
                  <a:lnTo>
                    <a:pt x="87305" y="170009"/>
                  </a:lnTo>
                  <a:lnTo>
                    <a:pt x="87866" y="167653"/>
                  </a:lnTo>
                  <a:lnTo>
                    <a:pt x="88652" y="165970"/>
                  </a:lnTo>
                  <a:lnTo>
                    <a:pt x="89662" y="164062"/>
                  </a:lnTo>
                  <a:lnTo>
                    <a:pt x="90110" y="163725"/>
                  </a:lnTo>
                  <a:lnTo>
                    <a:pt x="90447" y="163389"/>
                  </a:lnTo>
                  <a:lnTo>
                    <a:pt x="92130" y="162379"/>
                  </a:lnTo>
                  <a:lnTo>
                    <a:pt x="93252" y="161369"/>
                  </a:lnTo>
                  <a:lnTo>
                    <a:pt x="93365" y="160920"/>
                  </a:lnTo>
                  <a:lnTo>
                    <a:pt x="93701" y="159685"/>
                  </a:lnTo>
                  <a:lnTo>
                    <a:pt x="93926" y="159237"/>
                  </a:lnTo>
                  <a:lnTo>
                    <a:pt x="93028" y="157778"/>
                  </a:lnTo>
                  <a:lnTo>
                    <a:pt x="92691" y="156880"/>
                  </a:lnTo>
                  <a:lnTo>
                    <a:pt x="91569" y="154411"/>
                  </a:lnTo>
                  <a:lnTo>
                    <a:pt x="89549" y="151045"/>
                  </a:lnTo>
                  <a:lnTo>
                    <a:pt x="88090" y="148913"/>
                  </a:lnTo>
                  <a:lnTo>
                    <a:pt x="87193" y="147566"/>
                  </a:lnTo>
                  <a:lnTo>
                    <a:pt x="84275" y="144536"/>
                  </a:lnTo>
                  <a:lnTo>
                    <a:pt x="81694" y="142741"/>
                  </a:lnTo>
                  <a:lnTo>
                    <a:pt x="80684" y="141955"/>
                  </a:lnTo>
                  <a:lnTo>
                    <a:pt x="79899" y="141394"/>
                  </a:lnTo>
                  <a:lnTo>
                    <a:pt x="79001" y="140608"/>
                  </a:lnTo>
                  <a:lnTo>
                    <a:pt x="78776" y="140496"/>
                  </a:lnTo>
                  <a:lnTo>
                    <a:pt x="74737" y="137803"/>
                  </a:lnTo>
                  <a:lnTo>
                    <a:pt x="71146" y="134212"/>
                  </a:lnTo>
                  <a:lnTo>
                    <a:pt x="69462" y="133202"/>
                  </a:lnTo>
                  <a:lnTo>
                    <a:pt x="68116" y="132304"/>
                  </a:lnTo>
                  <a:lnTo>
                    <a:pt x="67667" y="131631"/>
                  </a:lnTo>
                  <a:lnTo>
                    <a:pt x="66096" y="129723"/>
                  </a:lnTo>
                  <a:lnTo>
                    <a:pt x="65759" y="129387"/>
                  </a:lnTo>
                  <a:lnTo>
                    <a:pt x="65310" y="127367"/>
                  </a:lnTo>
                  <a:lnTo>
                    <a:pt x="63515" y="124337"/>
                  </a:lnTo>
                  <a:lnTo>
                    <a:pt x="63178" y="123664"/>
                  </a:lnTo>
                  <a:lnTo>
                    <a:pt x="60934" y="119960"/>
                  </a:lnTo>
                  <a:lnTo>
                    <a:pt x="58914" y="115359"/>
                  </a:lnTo>
                  <a:lnTo>
                    <a:pt x="57231" y="113676"/>
                  </a:lnTo>
                  <a:lnTo>
                    <a:pt x="56894" y="113564"/>
                  </a:lnTo>
                  <a:lnTo>
                    <a:pt x="55660" y="112778"/>
                  </a:lnTo>
                  <a:lnTo>
                    <a:pt x="53864" y="111881"/>
                  </a:lnTo>
                  <a:lnTo>
                    <a:pt x="52293" y="111095"/>
                  </a:lnTo>
                  <a:lnTo>
                    <a:pt x="51171" y="110422"/>
                  </a:lnTo>
                  <a:lnTo>
                    <a:pt x="49488" y="109187"/>
                  </a:lnTo>
                  <a:lnTo>
                    <a:pt x="47692" y="107953"/>
                  </a:lnTo>
                  <a:lnTo>
                    <a:pt x="46121" y="107504"/>
                  </a:lnTo>
                  <a:lnTo>
                    <a:pt x="44326" y="107280"/>
                  </a:lnTo>
                  <a:lnTo>
                    <a:pt x="43091" y="107729"/>
                  </a:lnTo>
                  <a:lnTo>
                    <a:pt x="41520" y="108739"/>
                  </a:lnTo>
                  <a:lnTo>
                    <a:pt x="40061" y="109300"/>
                  </a:lnTo>
                  <a:lnTo>
                    <a:pt x="38939" y="109524"/>
                  </a:lnTo>
                  <a:lnTo>
                    <a:pt x="37368" y="108739"/>
                  </a:lnTo>
                  <a:lnTo>
                    <a:pt x="35797" y="107953"/>
                  </a:lnTo>
                  <a:lnTo>
                    <a:pt x="34899" y="106831"/>
                  </a:lnTo>
                  <a:lnTo>
                    <a:pt x="34226" y="105148"/>
                  </a:lnTo>
                  <a:lnTo>
                    <a:pt x="33889" y="103352"/>
                  </a:lnTo>
                  <a:lnTo>
                    <a:pt x="33553" y="101220"/>
                  </a:lnTo>
                  <a:lnTo>
                    <a:pt x="32655" y="99761"/>
                  </a:lnTo>
                  <a:lnTo>
                    <a:pt x="31533" y="98415"/>
                  </a:lnTo>
                  <a:lnTo>
                    <a:pt x="30747" y="97853"/>
                  </a:lnTo>
                  <a:lnTo>
                    <a:pt x="30298" y="97629"/>
                  </a:lnTo>
                  <a:lnTo>
                    <a:pt x="29288" y="97180"/>
                  </a:lnTo>
                  <a:lnTo>
                    <a:pt x="28839" y="97068"/>
                  </a:lnTo>
                  <a:lnTo>
                    <a:pt x="27493" y="96282"/>
                  </a:lnTo>
                  <a:lnTo>
                    <a:pt x="27156" y="95833"/>
                  </a:lnTo>
                  <a:lnTo>
                    <a:pt x="26483" y="95048"/>
                  </a:lnTo>
                  <a:lnTo>
                    <a:pt x="26146" y="93477"/>
                  </a:lnTo>
                  <a:lnTo>
                    <a:pt x="25810" y="92355"/>
                  </a:lnTo>
                  <a:lnTo>
                    <a:pt x="25697" y="91794"/>
                  </a:lnTo>
                  <a:lnTo>
                    <a:pt x="25473" y="90784"/>
                  </a:lnTo>
                  <a:lnTo>
                    <a:pt x="25361" y="90447"/>
                  </a:lnTo>
                  <a:lnTo>
                    <a:pt x="25249" y="89662"/>
                  </a:lnTo>
                  <a:lnTo>
                    <a:pt x="24575" y="87754"/>
                  </a:lnTo>
                  <a:lnTo>
                    <a:pt x="24351" y="87529"/>
                  </a:lnTo>
                  <a:lnTo>
                    <a:pt x="23453" y="86407"/>
                  </a:lnTo>
                  <a:lnTo>
                    <a:pt x="22331" y="84836"/>
                  </a:lnTo>
                  <a:lnTo>
                    <a:pt x="22106" y="84612"/>
                  </a:lnTo>
                  <a:lnTo>
                    <a:pt x="21096" y="82816"/>
                  </a:lnTo>
                  <a:lnTo>
                    <a:pt x="20311" y="81470"/>
                  </a:lnTo>
                  <a:lnTo>
                    <a:pt x="19413" y="80347"/>
                  </a:lnTo>
                  <a:lnTo>
                    <a:pt x="19077" y="79001"/>
                  </a:lnTo>
                  <a:lnTo>
                    <a:pt x="18852" y="77205"/>
                  </a:lnTo>
                  <a:lnTo>
                    <a:pt x="17393" y="74400"/>
                  </a:lnTo>
                  <a:lnTo>
                    <a:pt x="15149" y="72492"/>
                  </a:lnTo>
                  <a:lnTo>
                    <a:pt x="14363" y="71370"/>
                  </a:lnTo>
                  <a:lnTo>
                    <a:pt x="13466" y="70248"/>
                  </a:lnTo>
                  <a:lnTo>
                    <a:pt x="12231" y="67891"/>
                  </a:lnTo>
                  <a:lnTo>
                    <a:pt x="10997" y="65647"/>
                  </a:lnTo>
                  <a:lnTo>
                    <a:pt x="10211" y="63627"/>
                  </a:lnTo>
                  <a:lnTo>
                    <a:pt x="10211" y="62841"/>
                  </a:lnTo>
                  <a:lnTo>
                    <a:pt x="10099" y="62056"/>
                  </a:lnTo>
                  <a:lnTo>
                    <a:pt x="10548" y="60709"/>
                  </a:lnTo>
                  <a:lnTo>
                    <a:pt x="10548" y="59250"/>
                  </a:lnTo>
                  <a:lnTo>
                    <a:pt x="10324" y="56557"/>
                  </a:lnTo>
                  <a:lnTo>
                    <a:pt x="10324" y="56333"/>
                  </a:lnTo>
                  <a:lnTo>
                    <a:pt x="10324" y="56108"/>
                  </a:lnTo>
                  <a:lnTo>
                    <a:pt x="10211" y="53752"/>
                  </a:lnTo>
                  <a:lnTo>
                    <a:pt x="9987" y="50946"/>
                  </a:lnTo>
                  <a:lnTo>
                    <a:pt x="10099" y="48478"/>
                  </a:lnTo>
                  <a:lnTo>
                    <a:pt x="10211" y="46009"/>
                  </a:lnTo>
                  <a:lnTo>
                    <a:pt x="10211" y="45560"/>
                  </a:lnTo>
                  <a:lnTo>
                    <a:pt x="9875" y="42979"/>
                  </a:lnTo>
                  <a:lnTo>
                    <a:pt x="9314" y="41183"/>
                  </a:lnTo>
                  <a:lnTo>
                    <a:pt x="8640" y="40398"/>
                  </a:lnTo>
                  <a:lnTo>
                    <a:pt x="7967" y="39051"/>
                  </a:lnTo>
                  <a:lnTo>
                    <a:pt x="7743" y="38602"/>
                  </a:lnTo>
                  <a:lnTo>
                    <a:pt x="7069" y="37256"/>
                  </a:lnTo>
                  <a:lnTo>
                    <a:pt x="6396" y="36021"/>
                  </a:lnTo>
                  <a:lnTo>
                    <a:pt x="6059" y="35124"/>
                  </a:lnTo>
                  <a:lnTo>
                    <a:pt x="5723" y="34226"/>
                  </a:lnTo>
                  <a:lnTo>
                    <a:pt x="5835" y="33104"/>
                  </a:lnTo>
                  <a:lnTo>
                    <a:pt x="5835" y="32655"/>
                  </a:lnTo>
                  <a:lnTo>
                    <a:pt x="5835" y="30972"/>
                  </a:lnTo>
                  <a:lnTo>
                    <a:pt x="5723" y="28615"/>
                  </a:lnTo>
                  <a:lnTo>
                    <a:pt x="5723" y="28278"/>
                  </a:lnTo>
                  <a:lnTo>
                    <a:pt x="5386" y="27268"/>
                  </a:lnTo>
                  <a:lnTo>
                    <a:pt x="5274" y="27044"/>
                  </a:lnTo>
                  <a:lnTo>
                    <a:pt x="4264" y="25585"/>
                  </a:lnTo>
                  <a:lnTo>
                    <a:pt x="3927" y="25249"/>
                  </a:lnTo>
                  <a:lnTo>
                    <a:pt x="3366" y="24687"/>
                  </a:lnTo>
                  <a:lnTo>
                    <a:pt x="3029" y="24126"/>
                  </a:lnTo>
                  <a:lnTo>
                    <a:pt x="2581" y="23004"/>
                  </a:lnTo>
                  <a:lnTo>
                    <a:pt x="1907" y="21209"/>
                  </a:lnTo>
                  <a:lnTo>
                    <a:pt x="1683" y="20872"/>
                  </a:lnTo>
                  <a:lnTo>
                    <a:pt x="1458" y="20199"/>
                  </a:lnTo>
                  <a:lnTo>
                    <a:pt x="1234" y="19638"/>
                  </a:lnTo>
                  <a:lnTo>
                    <a:pt x="1122" y="19301"/>
                  </a:lnTo>
                  <a:lnTo>
                    <a:pt x="1009" y="19077"/>
                  </a:lnTo>
                  <a:lnTo>
                    <a:pt x="673" y="18403"/>
                  </a:lnTo>
                  <a:lnTo>
                    <a:pt x="112" y="17393"/>
                  </a:lnTo>
                  <a:lnTo>
                    <a:pt x="0" y="14588"/>
                  </a:lnTo>
                  <a:lnTo>
                    <a:pt x="561" y="11558"/>
                  </a:lnTo>
                  <a:lnTo>
                    <a:pt x="1009" y="10660"/>
                  </a:lnTo>
                  <a:lnTo>
                    <a:pt x="1009" y="9426"/>
                  </a:lnTo>
                  <a:lnTo>
                    <a:pt x="1009" y="9201"/>
                  </a:lnTo>
                  <a:lnTo>
                    <a:pt x="1009" y="8752"/>
                  </a:lnTo>
                  <a:lnTo>
                    <a:pt x="1795" y="9426"/>
                  </a:lnTo>
                  <a:lnTo>
                    <a:pt x="2693" y="10324"/>
                  </a:lnTo>
                  <a:lnTo>
                    <a:pt x="4264" y="12568"/>
                  </a:lnTo>
                  <a:lnTo>
                    <a:pt x="7294" y="16496"/>
                  </a:lnTo>
                  <a:lnTo>
                    <a:pt x="7855" y="17281"/>
                  </a:lnTo>
                  <a:lnTo>
                    <a:pt x="9426" y="18740"/>
                  </a:lnTo>
                  <a:lnTo>
                    <a:pt x="17057" y="25361"/>
                  </a:lnTo>
                  <a:lnTo>
                    <a:pt x="19189" y="26932"/>
                  </a:lnTo>
                  <a:lnTo>
                    <a:pt x="19974" y="27381"/>
                  </a:lnTo>
                  <a:lnTo>
                    <a:pt x="20423" y="27381"/>
                  </a:lnTo>
                  <a:lnTo>
                    <a:pt x="23116" y="28166"/>
                  </a:lnTo>
                  <a:lnTo>
                    <a:pt x="28952" y="28615"/>
                  </a:lnTo>
                  <a:lnTo>
                    <a:pt x="33889" y="28839"/>
                  </a:lnTo>
                  <a:lnTo>
                    <a:pt x="36021" y="28615"/>
                  </a:lnTo>
                  <a:lnTo>
                    <a:pt x="36919" y="28166"/>
                  </a:lnTo>
                  <a:lnTo>
                    <a:pt x="37480" y="27942"/>
                  </a:lnTo>
                  <a:lnTo>
                    <a:pt x="39612" y="27717"/>
                  </a:lnTo>
                  <a:lnTo>
                    <a:pt x="41857" y="27717"/>
                  </a:lnTo>
                  <a:lnTo>
                    <a:pt x="42979" y="28166"/>
                  </a:lnTo>
                  <a:lnTo>
                    <a:pt x="44213" y="28952"/>
                  </a:lnTo>
                  <a:lnTo>
                    <a:pt x="44887" y="30074"/>
                  </a:lnTo>
                  <a:lnTo>
                    <a:pt x="45448" y="32879"/>
                  </a:lnTo>
                  <a:lnTo>
                    <a:pt x="46570" y="38715"/>
                  </a:lnTo>
                  <a:lnTo>
                    <a:pt x="47804" y="47692"/>
                  </a:lnTo>
                  <a:lnTo>
                    <a:pt x="48590" y="49151"/>
                  </a:lnTo>
                  <a:lnTo>
                    <a:pt x="49600" y="49936"/>
                  </a:lnTo>
                  <a:lnTo>
                    <a:pt x="50834" y="50722"/>
                  </a:lnTo>
                  <a:lnTo>
                    <a:pt x="52405" y="51507"/>
                  </a:lnTo>
                  <a:lnTo>
                    <a:pt x="53303" y="52630"/>
                  </a:lnTo>
                  <a:lnTo>
                    <a:pt x="53640" y="54088"/>
                  </a:lnTo>
                  <a:lnTo>
                    <a:pt x="53752" y="55884"/>
                  </a:lnTo>
                  <a:lnTo>
                    <a:pt x="53415" y="58128"/>
                  </a:lnTo>
                  <a:lnTo>
                    <a:pt x="53527" y="58914"/>
                  </a:lnTo>
                  <a:lnTo>
                    <a:pt x="54313" y="60373"/>
                  </a:lnTo>
                  <a:lnTo>
                    <a:pt x="54650" y="60597"/>
                  </a:lnTo>
                  <a:lnTo>
                    <a:pt x="55884" y="61270"/>
                  </a:lnTo>
                  <a:lnTo>
                    <a:pt x="57231" y="62056"/>
                  </a:lnTo>
                  <a:lnTo>
                    <a:pt x="58128" y="63066"/>
                  </a:lnTo>
                  <a:lnTo>
                    <a:pt x="59475" y="64749"/>
                  </a:lnTo>
                  <a:lnTo>
                    <a:pt x="60934" y="66994"/>
                  </a:lnTo>
                  <a:lnTo>
                    <a:pt x="61607" y="68452"/>
                  </a:lnTo>
                  <a:lnTo>
                    <a:pt x="61944" y="69238"/>
                  </a:lnTo>
                  <a:lnTo>
                    <a:pt x="62729" y="70697"/>
                  </a:lnTo>
                  <a:lnTo>
                    <a:pt x="62841" y="70921"/>
                  </a:lnTo>
                  <a:lnTo>
                    <a:pt x="63290" y="72941"/>
                  </a:lnTo>
                  <a:lnTo>
                    <a:pt x="64076" y="74624"/>
                  </a:lnTo>
                  <a:lnTo>
                    <a:pt x="64525" y="74849"/>
                  </a:lnTo>
                  <a:lnTo>
                    <a:pt x="66994" y="74961"/>
                  </a:lnTo>
                  <a:lnTo>
                    <a:pt x="68901" y="75073"/>
                  </a:lnTo>
                  <a:lnTo>
                    <a:pt x="69911" y="75073"/>
                  </a:lnTo>
                  <a:lnTo>
                    <a:pt x="72043" y="75185"/>
                  </a:lnTo>
                  <a:lnTo>
                    <a:pt x="72829" y="75410"/>
                  </a:lnTo>
                  <a:lnTo>
                    <a:pt x="73390" y="75971"/>
                  </a:lnTo>
                  <a:lnTo>
                    <a:pt x="75859" y="78664"/>
                  </a:lnTo>
                  <a:lnTo>
                    <a:pt x="79562" y="82592"/>
                  </a:lnTo>
                  <a:lnTo>
                    <a:pt x="82255" y="84051"/>
                  </a:lnTo>
                  <a:lnTo>
                    <a:pt x="85509" y="85509"/>
                  </a:lnTo>
                  <a:lnTo>
                    <a:pt x="86407" y="85846"/>
                  </a:lnTo>
                  <a:lnTo>
                    <a:pt x="86519" y="86295"/>
                  </a:lnTo>
                  <a:lnTo>
                    <a:pt x="86632" y="88203"/>
                  </a:lnTo>
                  <a:lnTo>
                    <a:pt x="87081" y="90784"/>
                  </a:lnTo>
                  <a:lnTo>
                    <a:pt x="87978" y="92916"/>
                  </a:lnTo>
                  <a:lnTo>
                    <a:pt x="88539" y="93701"/>
                  </a:lnTo>
                  <a:lnTo>
                    <a:pt x="89213" y="93814"/>
                  </a:lnTo>
                  <a:lnTo>
                    <a:pt x="90223" y="93926"/>
                  </a:lnTo>
                  <a:lnTo>
                    <a:pt x="91120" y="93477"/>
                  </a:lnTo>
                  <a:lnTo>
                    <a:pt x="92130" y="92916"/>
                  </a:lnTo>
                  <a:lnTo>
                    <a:pt x="95048" y="91457"/>
                  </a:lnTo>
                  <a:lnTo>
                    <a:pt x="97405" y="90896"/>
                  </a:lnTo>
                  <a:lnTo>
                    <a:pt x="98415" y="90896"/>
                  </a:lnTo>
                  <a:lnTo>
                    <a:pt x="100883" y="91569"/>
                  </a:lnTo>
                  <a:lnTo>
                    <a:pt x="102118" y="91569"/>
                  </a:lnTo>
                  <a:lnTo>
                    <a:pt x="102791" y="91345"/>
                  </a:lnTo>
                  <a:lnTo>
                    <a:pt x="105148" y="89886"/>
                  </a:lnTo>
                  <a:lnTo>
                    <a:pt x="105709" y="89774"/>
                  </a:lnTo>
                  <a:lnTo>
                    <a:pt x="106382" y="89886"/>
                  </a:lnTo>
                  <a:lnTo>
                    <a:pt x="107055" y="90896"/>
                  </a:lnTo>
                  <a:lnTo>
                    <a:pt x="108963" y="92804"/>
                  </a:lnTo>
                  <a:lnTo>
                    <a:pt x="110310" y="93814"/>
                  </a:lnTo>
                  <a:lnTo>
                    <a:pt x="111095" y="94487"/>
                  </a:lnTo>
                  <a:lnTo>
                    <a:pt x="112891" y="95048"/>
                  </a:lnTo>
                  <a:lnTo>
                    <a:pt x="115359" y="95385"/>
                  </a:lnTo>
                  <a:lnTo>
                    <a:pt x="118726" y="95609"/>
                  </a:lnTo>
                  <a:lnTo>
                    <a:pt x="123102" y="95833"/>
                  </a:lnTo>
                  <a:lnTo>
                    <a:pt x="128264" y="96395"/>
                  </a:lnTo>
                  <a:lnTo>
                    <a:pt x="129162" y="96956"/>
                  </a:lnTo>
                  <a:lnTo>
                    <a:pt x="130397" y="98976"/>
                  </a:lnTo>
                  <a:lnTo>
                    <a:pt x="131407" y="99873"/>
                  </a:lnTo>
                  <a:lnTo>
                    <a:pt x="132080" y="100210"/>
                  </a:lnTo>
                  <a:lnTo>
                    <a:pt x="134885" y="100771"/>
                  </a:lnTo>
                  <a:lnTo>
                    <a:pt x="136793" y="101332"/>
                  </a:lnTo>
                  <a:lnTo>
                    <a:pt x="137691" y="102567"/>
                  </a:lnTo>
                  <a:lnTo>
                    <a:pt x="138925" y="103801"/>
                  </a:lnTo>
                  <a:lnTo>
                    <a:pt x="140496" y="104923"/>
                  </a:lnTo>
                  <a:lnTo>
                    <a:pt x="145097" y="106382"/>
                  </a:lnTo>
                  <a:lnTo>
                    <a:pt x="147341" y="106831"/>
                  </a:lnTo>
                  <a:lnTo>
                    <a:pt x="150259" y="106719"/>
                  </a:lnTo>
                  <a:lnTo>
                    <a:pt x="155197" y="106158"/>
                  </a:lnTo>
                  <a:lnTo>
                    <a:pt x="163613" y="104025"/>
                  </a:lnTo>
                  <a:lnTo>
                    <a:pt x="165633" y="103801"/>
                  </a:lnTo>
                  <a:lnTo>
                    <a:pt x="167877" y="104250"/>
                  </a:lnTo>
                  <a:lnTo>
                    <a:pt x="169561" y="106045"/>
                  </a:lnTo>
                  <a:lnTo>
                    <a:pt x="170795" y="108514"/>
                  </a:lnTo>
                  <a:lnTo>
                    <a:pt x="171917" y="110310"/>
                  </a:lnTo>
                  <a:lnTo>
                    <a:pt x="173600" y="111544"/>
                  </a:lnTo>
                  <a:lnTo>
                    <a:pt x="175059" y="112554"/>
                  </a:lnTo>
                  <a:lnTo>
                    <a:pt x="176294" y="113003"/>
                  </a:lnTo>
                  <a:lnTo>
                    <a:pt x="178201" y="113115"/>
                  </a:lnTo>
                  <a:lnTo>
                    <a:pt x="179885" y="112330"/>
                  </a:lnTo>
                  <a:lnTo>
                    <a:pt x="181343" y="112105"/>
                  </a:lnTo>
                  <a:lnTo>
                    <a:pt x="183588" y="110646"/>
                  </a:lnTo>
                  <a:lnTo>
                    <a:pt x="185496" y="110310"/>
                  </a:lnTo>
                  <a:lnTo>
                    <a:pt x="186505" y="110310"/>
                  </a:lnTo>
                  <a:lnTo>
                    <a:pt x="190433" y="110758"/>
                  </a:lnTo>
                  <a:lnTo>
                    <a:pt x="192565" y="111432"/>
                  </a:lnTo>
                  <a:lnTo>
                    <a:pt x="194024" y="111881"/>
                  </a:lnTo>
                  <a:lnTo>
                    <a:pt x="195483" y="112778"/>
                  </a:lnTo>
                  <a:lnTo>
                    <a:pt x="197054" y="115472"/>
                  </a:lnTo>
                  <a:lnTo>
                    <a:pt x="198513" y="117940"/>
                  </a:lnTo>
                  <a:lnTo>
                    <a:pt x="199523" y="118614"/>
                  </a:lnTo>
                  <a:lnTo>
                    <a:pt x="200869" y="118950"/>
                  </a:lnTo>
                  <a:lnTo>
                    <a:pt x="203563" y="119736"/>
                  </a:lnTo>
                  <a:lnTo>
                    <a:pt x="207154" y="121082"/>
                  </a:lnTo>
                  <a:lnTo>
                    <a:pt x="212540" y="122092"/>
                  </a:lnTo>
                  <a:lnTo>
                    <a:pt x="214784" y="122654"/>
                  </a:lnTo>
                  <a:lnTo>
                    <a:pt x="217365" y="123776"/>
                  </a:lnTo>
                  <a:lnTo>
                    <a:pt x="224996" y="125683"/>
                  </a:lnTo>
                  <a:lnTo>
                    <a:pt x="226118" y="126132"/>
                  </a:lnTo>
                  <a:lnTo>
                    <a:pt x="227128" y="127254"/>
                  </a:lnTo>
                  <a:lnTo>
                    <a:pt x="228924" y="127703"/>
                  </a:lnTo>
                  <a:lnTo>
                    <a:pt x="230607" y="128040"/>
                  </a:lnTo>
                  <a:lnTo>
                    <a:pt x="232515" y="128377"/>
                  </a:lnTo>
                  <a:lnTo>
                    <a:pt x="237565" y="128826"/>
                  </a:lnTo>
                  <a:lnTo>
                    <a:pt x="240819" y="129387"/>
                  </a:lnTo>
                  <a:lnTo>
                    <a:pt x="245420" y="130172"/>
                  </a:lnTo>
                  <a:lnTo>
                    <a:pt x="249347" y="131519"/>
                  </a:lnTo>
                  <a:lnTo>
                    <a:pt x="256642" y="134324"/>
                  </a:lnTo>
                  <a:lnTo>
                    <a:pt x="263487" y="135783"/>
                  </a:lnTo>
                  <a:lnTo>
                    <a:pt x="270781" y="137691"/>
                  </a:lnTo>
                  <a:lnTo>
                    <a:pt x="277177" y="138813"/>
                  </a:lnTo>
                  <a:lnTo>
                    <a:pt x="280544" y="139262"/>
                  </a:lnTo>
                  <a:lnTo>
                    <a:pt x="282339" y="139598"/>
                  </a:lnTo>
                  <a:lnTo>
                    <a:pt x="284135" y="139935"/>
                  </a:lnTo>
                  <a:lnTo>
                    <a:pt x="285145" y="140160"/>
                  </a:lnTo>
                  <a:lnTo>
                    <a:pt x="285594" y="140272"/>
                  </a:lnTo>
                  <a:lnTo>
                    <a:pt x="287277" y="142404"/>
                  </a:lnTo>
                  <a:lnTo>
                    <a:pt x="287838" y="142404"/>
                  </a:lnTo>
                  <a:lnTo>
                    <a:pt x="288848" y="141955"/>
                  </a:lnTo>
                  <a:lnTo>
                    <a:pt x="290307" y="141618"/>
                  </a:lnTo>
                  <a:lnTo>
                    <a:pt x="292215" y="141955"/>
                  </a:lnTo>
                  <a:lnTo>
                    <a:pt x="294122" y="142741"/>
                  </a:lnTo>
                  <a:lnTo>
                    <a:pt x="294683" y="142741"/>
                  </a:lnTo>
                  <a:lnTo>
                    <a:pt x="296254" y="142741"/>
                  </a:lnTo>
                  <a:lnTo>
                    <a:pt x="297040" y="142741"/>
                  </a:lnTo>
                  <a:lnTo>
                    <a:pt x="297377" y="142741"/>
                  </a:lnTo>
                  <a:lnTo>
                    <a:pt x="298499" y="143189"/>
                  </a:lnTo>
                  <a:lnTo>
                    <a:pt x="300631" y="142965"/>
                  </a:lnTo>
                  <a:lnTo>
                    <a:pt x="300968" y="142965"/>
                  </a:lnTo>
                  <a:lnTo>
                    <a:pt x="301641" y="143526"/>
                  </a:lnTo>
                  <a:lnTo>
                    <a:pt x="302090" y="143750"/>
                  </a:lnTo>
                  <a:lnTo>
                    <a:pt x="303436" y="143638"/>
                  </a:lnTo>
                  <a:lnTo>
                    <a:pt x="304110" y="143077"/>
                  </a:lnTo>
                  <a:lnTo>
                    <a:pt x="304783" y="142853"/>
                  </a:lnTo>
                  <a:lnTo>
                    <a:pt x="305681" y="142853"/>
                  </a:lnTo>
                  <a:lnTo>
                    <a:pt x="306579" y="142965"/>
                  </a:lnTo>
                  <a:lnTo>
                    <a:pt x="308486" y="143526"/>
                  </a:lnTo>
                  <a:lnTo>
                    <a:pt x="311516" y="143975"/>
                  </a:lnTo>
                  <a:lnTo>
                    <a:pt x="315107" y="143975"/>
                  </a:lnTo>
                  <a:lnTo>
                    <a:pt x="316229" y="144087"/>
                  </a:lnTo>
                  <a:lnTo>
                    <a:pt x="318810" y="144199"/>
                  </a:lnTo>
                  <a:lnTo>
                    <a:pt x="319932" y="144424"/>
                  </a:lnTo>
                  <a:lnTo>
                    <a:pt x="321391" y="145209"/>
                  </a:lnTo>
                  <a:lnTo>
                    <a:pt x="323411" y="145546"/>
                  </a:lnTo>
                  <a:lnTo>
                    <a:pt x="326778" y="145883"/>
                  </a:lnTo>
                  <a:lnTo>
                    <a:pt x="331603" y="146107"/>
                  </a:lnTo>
                  <a:lnTo>
                    <a:pt x="339346" y="147117"/>
                  </a:lnTo>
                  <a:lnTo>
                    <a:pt x="342376" y="147566"/>
                  </a:lnTo>
                  <a:lnTo>
                    <a:pt x="351915" y="148688"/>
                  </a:lnTo>
                  <a:lnTo>
                    <a:pt x="356291" y="148800"/>
                  </a:lnTo>
                  <a:lnTo>
                    <a:pt x="361341" y="147903"/>
                  </a:lnTo>
                  <a:lnTo>
                    <a:pt x="366166" y="146780"/>
                  </a:lnTo>
                  <a:lnTo>
                    <a:pt x="367401" y="146556"/>
                  </a:lnTo>
                  <a:lnTo>
                    <a:pt x="372563" y="145209"/>
                  </a:lnTo>
                  <a:lnTo>
                    <a:pt x="374470" y="144873"/>
                  </a:lnTo>
                  <a:lnTo>
                    <a:pt x="374246" y="144536"/>
                  </a:lnTo>
                  <a:lnTo>
                    <a:pt x="376827" y="143077"/>
                  </a:lnTo>
                  <a:lnTo>
                    <a:pt x="380306" y="137803"/>
                  </a:lnTo>
                  <a:lnTo>
                    <a:pt x="382550" y="133988"/>
                  </a:lnTo>
                  <a:lnTo>
                    <a:pt x="383784" y="131070"/>
                  </a:lnTo>
                  <a:lnTo>
                    <a:pt x="384570" y="127030"/>
                  </a:lnTo>
                  <a:lnTo>
                    <a:pt x="384794" y="124898"/>
                  </a:lnTo>
                  <a:lnTo>
                    <a:pt x="384458" y="122429"/>
                  </a:lnTo>
                  <a:lnTo>
                    <a:pt x="384570" y="117604"/>
                  </a:lnTo>
                  <a:lnTo>
                    <a:pt x="385019" y="112891"/>
                  </a:lnTo>
                  <a:lnTo>
                    <a:pt x="386365" y="109300"/>
                  </a:lnTo>
                  <a:lnTo>
                    <a:pt x="388498" y="104811"/>
                  </a:lnTo>
                  <a:lnTo>
                    <a:pt x="390742" y="102230"/>
                  </a:lnTo>
                  <a:lnTo>
                    <a:pt x="394782" y="98976"/>
                  </a:lnTo>
                  <a:lnTo>
                    <a:pt x="397699" y="96731"/>
                  </a:lnTo>
                  <a:lnTo>
                    <a:pt x="400617" y="94711"/>
                  </a:lnTo>
                  <a:lnTo>
                    <a:pt x="404769" y="91681"/>
                  </a:lnTo>
                  <a:lnTo>
                    <a:pt x="408360" y="89437"/>
                  </a:lnTo>
                  <a:lnTo>
                    <a:pt x="417113" y="84724"/>
                  </a:lnTo>
                  <a:lnTo>
                    <a:pt x="417674" y="84387"/>
                  </a:lnTo>
                  <a:lnTo>
                    <a:pt x="419582" y="83377"/>
                  </a:lnTo>
                  <a:lnTo>
                    <a:pt x="422051" y="81918"/>
                  </a:lnTo>
                  <a:lnTo>
                    <a:pt x="431365" y="76308"/>
                  </a:lnTo>
                  <a:lnTo>
                    <a:pt x="437088" y="71258"/>
                  </a:lnTo>
                  <a:lnTo>
                    <a:pt x="437873" y="70584"/>
                  </a:lnTo>
                  <a:lnTo>
                    <a:pt x="445504" y="63851"/>
                  </a:lnTo>
                  <a:lnTo>
                    <a:pt x="455043" y="55547"/>
                  </a:lnTo>
                  <a:lnTo>
                    <a:pt x="457399" y="53303"/>
                  </a:lnTo>
                  <a:lnTo>
                    <a:pt x="461664" y="49375"/>
                  </a:lnTo>
                  <a:lnTo>
                    <a:pt x="465142" y="46121"/>
                  </a:lnTo>
                  <a:lnTo>
                    <a:pt x="465591" y="45784"/>
                  </a:lnTo>
                  <a:lnTo>
                    <a:pt x="469070" y="39949"/>
                  </a:lnTo>
                  <a:lnTo>
                    <a:pt x="475242" y="29962"/>
                  </a:lnTo>
                  <a:lnTo>
                    <a:pt x="475354" y="29737"/>
                  </a:lnTo>
                  <a:lnTo>
                    <a:pt x="476027" y="28839"/>
                  </a:lnTo>
                  <a:lnTo>
                    <a:pt x="476588" y="27605"/>
                  </a:lnTo>
                  <a:lnTo>
                    <a:pt x="477150" y="26258"/>
                  </a:lnTo>
                  <a:lnTo>
                    <a:pt x="478608" y="23902"/>
                  </a:lnTo>
                  <a:lnTo>
                    <a:pt x="479169" y="22892"/>
                  </a:lnTo>
                  <a:lnTo>
                    <a:pt x="480853" y="20086"/>
                  </a:lnTo>
                  <a:lnTo>
                    <a:pt x="481526" y="18964"/>
                  </a:lnTo>
                  <a:lnTo>
                    <a:pt x="483883" y="15373"/>
                  </a:lnTo>
                  <a:lnTo>
                    <a:pt x="487025" y="11670"/>
                  </a:lnTo>
                  <a:lnTo>
                    <a:pt x="489269" y="9314"/>
                  </a:lnTo>
                  <a:lnTo>
                    <a:pt x="494992" y="4264"/>
                  </a:lnTo>
                  <a:lnTo>
                    <a:pt x="497685" y="1907"/>
                  </a:lnTo>
                  <a:lnTo>
                    <a:pt x="498808" y="1009"/>
                  </a:lnTo>
                  <a:lnTo>
                    <a:pt x="500042" y="0"/>
                  </a:lnTo>
                  <a:close/>
                </a:path>
              </a:pathLst>
            </a:custGeom>
            <a:ln w="21138" cap="flat">
              <a:solidFill>
                <a:srgbClr val="171A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rc540"/>
            <p:cNvSpPr/>
            <p:nvPr/>
          </p:nvSpPr>
          <p:spPr>
            <a:xfrm>
              <a:off x="6028639" y="1508760"/>
              <a:ext cx="2123236" cy="45262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42" name="tx541"/>
            <p:cNvSpPr/>
            <p:nvPr/>
          </p:nvSpPr>
          <p:spPr>
            <a:xfrm>
              <a:off x="6106784" y="2098214"/>
              <a:ext cx="792700" cy="110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18375F">
                      <a:alpha val="100000"/>
                    </a:srgbClr>
                  </a:solidFill>
                  <a:latin typeface="Arial"/>
                  <a:cs typeface="Arial"/>
                </a:rPr>
                <a:t>Lima Norte</a:t>
              </a:r>
            </a:p>
          </p:txBody>
        </p:sp>
        <p:sp>
          <p:nvSpPr>
            <p:cNvPr id="543" name="tx542"/>
            <p:cNvSpPr/>
            <p:nvPr/>
          </p:nvSpPr>
          <p:spPr>
            <a:xfrm>
              <a:off x="6106784" y="3242150"/>
              <a:ext cx="716965" cy="110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18375F">
                      <a:alpha val="100000"/>
                    </a:srgbClr>
                  </a:solidFill>
                  <a:latin typeface="Arial"/>
                  <a:cs typeface="Arial"/>
                </a:rPr>
                <a:t>Lima Este</a:t>
              </a:r>
            </a:p>
          </p:txBody>
        </p:sp>
        <p:sp>
          <p:nvSpPr>
            <p:cNvPr id="544" name="tx543"/>
            <p:cNvSpPr/>
            <p:nvPr/>
          </p:nvSpPr>
          <p:spPr>
            <a:xfrm>
              <a:off x="6106784" y="4384086"/>
              <a:ext cx="649381" cy="112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18375F">
                      <a:alpha val="100000"/>
                    </a:srgbClr>
                  </a:solidFill>
                  <a:latin typeface="Arial"/>
                  <a:cs typeface="Arial"/>
                </a:rPr>
                <a:t>Lima Sur</a:t>
              </a:r>
            </a:p>
          </p:txBody>
        </p:sp>
        <p:sp>
          <p:nvSpPr>
            <p:cNvPr id="545" name="pg544"/>
            <p:cNvSpPr/>
            <p:nvPr/>
          </p:nvSpPr>
          <p:spPr>
            <a:xfrm>
              <a:off x="6090185" y="2473135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2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6090185" y="2825116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9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6090185" y="3617072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2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6090185" y="3969052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9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6090185" y="4761008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2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6090185" y="5112988"/>
              <a:ext cx="133665" cy="133665"/>
            </a:xfrm>
            <a:custGeom>
              <a:avLst/>
              <a:pathLst>
                <a:path w="133665" h="133665">
                  <a:moveTo>
                    <a:pt x="0" y="133665"/>
                  </a:moveTo>
                  <a:lnTo>
                    <a:pt x="133665" y="133665"/>
                  </a:lnTo>
                  <a:lnTo>
                    <a:pt x="1336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9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tx550"/>
            <p:cNvSpPr/>
            <p:nvPr/>
          </p:nvSpPr>
          <p:spPr>
            <a:xfrm>
              <a:off x="6267533" y="2488985"/>
              <a:ext cx="1267411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San Martín de Porres</a:t>
              </a:r>
            </a:p>
          </p:txBody>
        </p:sp>
        <p:sp>
          <p:nvSpPr>
            <p:cNvPr id="552" name="tx551"/>
            <p:cNvSpPr/>
            <p:nvPr/>
          </p:nvSpPr>
          <p:spPr>
            <a:xfrm>
              <a:off x="6267533" y="2840901"/>
              <a:ext cx="622538" cy="987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Los Olivos</a:t>
              </a:r>
            </a:p>
          </p:txBody>
        </p:sp>
        <p:sp>
          <p:nvSpPr>
            <p:cNvPr id="553" name="tx552"/>
            <p:cNvSpPr/>
            <p:nvPr/>
          </p:nvSpPr>
          <p:spPr>
            <a:xfrm>
              <a:off x="6267533" y="3606486"/>
              <a:ext cx="1445753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San Juan de Lurigancho</a:t>
              </a:r>
            </a:p>
          </p:txBody>
        </p:sp>
        <p:sp>
          <p:nvSpPr>
            <p:cNvPr id="554" name="tx553"/>
            <p:cNvSpPr/>
            <p:nvPr/>
          </p:nvSpPr>
          <p:spPr>
            <a:xfrm>
              <a:off x="6267533" y="3986595"/>
              <a:ext cx="200155" cy="97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Ate</a:t>
              </a:r>
            </a:p>
          </p:txBody>
        </p:sp>
        <p:sp>
          <p:nvSpPr>
            <p:cNvPr id="555" name="tx554"/>
            <p:cNvSpPr/>
            <p:nvPr/>
          </p:nvSpPr>
          <p:spPr>
            <a:xfrm>
              <a:off x="6267533" y="4776858"/>
              <a:ext cx="563156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Chorrillos</a:t>
              </a:r>
            </a:p>
          </p:txBody>
        </p:sp>
        <p:sp>
          <p:nvSpPr>
            <p:cNvPr id="556" name="tx555"/>
            <p:cNvSpPr/>
            <p:nvPr/>
          </p:nvSpPr>
          <p:spPr>
            <a:xfrm>
              <a:off x="6267533" y="5128838"/>
              <a:ext cx="1371265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San Juan de Miraflores</a:t>
              </a:r>
            </a:p>
          </p:txBody>
        </p:sp>
      </p:grpSp>
      <p:sp>
        <p:nvSpPr>
          <p:cNvPr id="557" name=""/>
          <p:cNvSpPr>
            <a:spLocks noGrp="1"/>
          </p:cNvSpPr>
          <p:nvPr>
            </p:nvPr>
        </p:nvSpPr>
        <p:spPr>
          <a:xfrm>
            <a:off x="8595360" y="2377440"/>
            <a:ext cx="45720" cy="22860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8" name=""/>
          <p:cNvSpPr>
            <a:spLocks noGrp="1"/>
          </p:cNvSpPr>
          <p:nvPr>
            </p:nvPr>
        </p:nvSpPr>
        <p:spPr>
          <a:xfrm>
            <a:off x="8796528" y="2331720"/>
            <a:ext cx="3090672" cy="23774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motor dibuja este mapa con los distritos, zonas y manzanas que registran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Hojas de ruta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Monitoreo territorial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. El ejemplo usa datos de prueba.</a:t>
            </a:r>
          </a:p>
        </p:txBody>
      </p:sp>
      <p:sp>
        <p:nvSpPr>
          <p:cNvPr id="55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Ejemplo con datos de prueba del motor (Lima)</a:t>
            </a:r>
          </a:p>
        </p:txBody>
      </p:sp>
      <p:sp>
        <p:nvSpPr>
          <p:cNvPr id="56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</a:t>
            </a:r>
          </a:p>
        </p:txBody>
      </p:sp>
      <p:sp>
        <p:nvSpPr>
          <p:cNvPr id="56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p_mapa_cobertura_territorial (dibujo del motor, contexto de prueba)</a:t>
            </a:r>
          </a:p>
        </p:txBody>
      </p:sp>
      <p:sp>
        <p:nvSpPr>
          <p:cNvPr id="56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6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6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6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71" name=""/>
          <p:cNvSpPr>
            <a:spLocks noGrp="1"/>
          </p:cNvSpPr>
          <p:nvPr>
            </p:nvPr>
        </p:nvSpPr>
        <p:spPr>
          <a:xfrm>
            <a:off x="288036" y="1508760"/>
            <a:ext cx="7863840" cy="4526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2" name=""/>
          <p:cNvSpPr>
            <a:spLocks noGrp="1"/>
          </p:cNvSpPr>
          <p:nvPr>
            </p:nvPr>
        </p:nvSpPr>
        <p:spPr>
          <a:xfrm>
            <a:off x="288036" y="1325880"/>
            <a:ext cx="78638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mapa, 21.84 x 12.57 cm</a:t>
            </a:r>
          </a:p>
        </p:txBody>
      </p:sp>
      <p:sp>
        <p:nvSpPr>
          <p:cNvPr id="573" name=""/>
          <p:cNvSpPr>
            <a:spLocks noGrp="1"/>
          </p:cNvSpPr>
          <p:nvPr>
            </p:nvPr>
        </p:nvSpPr>
        <p:spPr>
          <a:xfrm>
            <a:off x="8595360" y="2331720"/>
            <a:ext cx="3291840" cy="23774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4" name=""/>
          <p:cNvSpPr>
            <a:spLocks noGrp="1"/>
          </p:cNvSpPr>
          <p:nvPr>
            </p:nvPr>
        </p:nvSpPr>
        <p:spPr>
          <a:xfrm>
            <a:off x="8595360" y="2148840"/>
            <a:ext cx="32918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9.14 x 6.60 cm</a:t>
            </a:r>
          </a:p>
        </p:txBody>
      </p:sp>
      <p:sp>
        <p:nvSpPr>
          <p:cNvPr id="57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ACTORES Y BASES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 SEGÚN SEIS ACTORES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122676"/>
            <a:ext cx="301752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cuenta con un cuerpo académico suficiente en número, dedicación y calificaciones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19472" y="1819656"/>
            <a:ext cx="126553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19472" y="1828800"/>
            <a:ext cx="12618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81344" y="181965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1344" y="182880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705088" y="1819656"/>
            <a:ext cx="153985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705088" y="1828800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3169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44568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441448"/>
            <a:ext cx="121066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45059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961888" y="2441448"/>
            <a:ext cx="335036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961888" y="2450592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308592" y="2441448"/>
            <a:ext cx="8266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9308592" y="245059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131552" y="2441448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180930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31552" y="236829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754880" y="3063240"/>
            <a:ext cx="18141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54880" y="3072384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65392" y="3063240"/>
            <a:ext cx="30760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565392" y="3072384"/>
            <a:ext cx="30723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637776" y="3063240"/>
            <a:ext cx="6071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619488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29184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54880" y="3685032"/>
            <a:ext cx="4425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654296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193792" y="3685032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93792" y="3694176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936992" y="3685032"/>
            <a:ext cx="230794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936992" y="3694176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29184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754880" y="4306824"/>
            <a:ext cx="99121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754880" y="4315968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742432" y="4306824"/>
            <a:ext cx="159471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742432" y="4315968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333488" y="4306824"/>
            <a:ext cx="29077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333488" y="4315968"/>
            <a:ext cx="29077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29184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54880" y="4928616"/>
            <a:ext cx="22311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974336" y="4928616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974336" y="493776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632704" y="492861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5632704" y="493776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156448" y="4928616"/>
            <a:ext cx="170444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156448" y="4937760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57232" y="4928616"/>
            <a:ext cx="38404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729216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4859122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4572000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73278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842516" y="560527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049776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159504" y="560527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79364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689092" y="560527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6867652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6977380" y="560527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930640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040368" y="560527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6 actores). Robustez: la escala se reconoce por significado («Totalmente…», «Completamente…», «… 4», mayúsculas) y SIN INF va siempre al final (H57, H58, H64, H65)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4754880" y="1600200"/>
            <a:ext cx="5486400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10.36 cm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732788" y="560527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732788" y="542239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221736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tiene un plan de estudios actualizado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1819656"/>
            <a:ext cx="33284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654296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138928" y="1819656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138928" y="1828800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607808" y="1819656"/>
            <a:ext cx="263713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607808" y="1828800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441448"/>
            <a:ext cx="49743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81728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248656" y="2441448"/>
            <a:ext cx="280172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248656" y="2450592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046720" y="2441448"/>
            <a:ext cx="20336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046720" y="2450592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076688" y="2441448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153498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31552" y="2368296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754880" y="3063240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919472" y="3063240"/>
            <a:ext cx="137525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19472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291072" y="3063240"/>
            <a:ext cx="324063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291072" y="3072384"/>
            <a:ext cx="32369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528048" y="3063240"/>
            <a:ext cx="4425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427464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966960" y="3063240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31690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544568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098634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1512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29184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754880" y="3685032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029200" y="3685032"/>
            <a:ext cx="60716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010912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632704" y="3685032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632704" y="3694176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375904" y="3685032"/>
            <a:ext cx="159471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8375904" y="3694176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966960" y="3685032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886554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599432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098634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11512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29184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754880" y="4306824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64608" y="4306824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864608" y="431596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687568" y="4306824"/>
            <a:ext cx="230794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5687568" y="4315968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7991856" y="4306824"/>
            <a:ext cx="19238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991856" y="4315968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912096" y="4306824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756648" y="43159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04258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517136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329184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4754880" y="492861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4809744" y="4928616"/>
            <a:ext cx="115580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4809744" y="4937760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961888" y="4928616"/>
            <a:ext cx="203362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5961888" y="4937760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7991856" y="4928616"/>
            <a:ext cx="19238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7991856" y="4937760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912096" y="4928616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756648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776826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489704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73278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1842516" y="560527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4049776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4159504" y="560527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5579364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5689092" y="560527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6867652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6977380" y="560527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8930640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9040368" y="560527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6 actores). Partición «(cont.)» sin encoger la letra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4754880" y="1600200"/>
            <a:ext cx="5486400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10.36 cm</a:t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1732788" y="560527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1732788" y="542239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221736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sílabos se cumplen durante el ciclo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029200" y="1819656"/>
            <a:ext cx="99121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29200" y="1828800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16752" y="1819656"/>
            <a:ext cx="175930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016752" y="1828800"/>
            <a:ext cx="17556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72400" y="1819656"/>
            <a:ext cx="23628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772400" y="1828800"/>
            <a:ext cx="23591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86554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99432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441448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864608" y="2441448"/>
            <a:ext cx="121066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864608" y="245059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71616" y="2441448"/>
            <a:ext cx="31857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71616" y="2450592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253728" y="2441448"/>
            <a:ext cx="8266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253728" y="2450592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76688" y="2441448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04258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17136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153498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131552" y="2368296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063240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09744" y="3063240"/>
            <a:ext cx="38770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681728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193792" y="3063240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93792" y="3072384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662672" y="3063240"/>
            <a:ext cx="252740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662672" y="3072384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186416" y="3063240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776826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48970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208362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131552" y="2990088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3894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29184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754880" y="3685032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809744" y="3685032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809744" y="3694176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632704" y="3685032"/>
            <a:ext cx="208849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632704" y="3694176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717536" y="3685032"/>
            <a:ext cx="247253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717536" y="3694176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86416" y="3685032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776826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489704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208362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131552" y="3611880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38944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29184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754880" y="4306824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19472" y="4306824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919472" y="4315968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77840" y="4306824"/>
            <a:ext cx="203362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77840" y="4315968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607808" y="4306824"/>
            <a:ext cx="230794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7607808" y="4315968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912096" y="4306824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756648" y="43159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831690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544568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329184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754880" y="4928616"/>
            <a:ext cx="60716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736592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5358384" y="4928616"/>
            <a:ext cx="230794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5358384" y="4937760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7662672" y="4928616"/>
            <a:ext cx="241767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7662672" y="4937760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10076688" y="4928616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0153498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131552" y="4855464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9838944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86%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73278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842516" y="560527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4049776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4159504" y="560527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5579364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5689092" y="560527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6867652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6977380" y="560527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8930640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9040368" y="560527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6 actores). Partición «(cont.)» sin encoger la letra</a:t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4754880" y="1600200"/>
            <a:ext cx="5486400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10.36 cm</a:t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1732788" y="560527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1732788" y="542239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122676"/>
            <a:ext cx="301752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evaluación del aprendizaje es coherente con las competencias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49743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248656" y="1819656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48656" y="1828800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827264" y="1819656"/>
            <a:ext cx="225308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827264" y="1828800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076688" y="1819656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53498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131552" y="1746504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441448"/>
            <a:ext cx="22311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974336" y="2441448"/>
            <a:ext cx="132039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74336" y="2450592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291072" y="2441448"/>
            <a:ext cx="307604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291072" y="2450592"/>
            <a:ext cx="30723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363456" y="2441448"/>
            <a:ext cx="60716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345168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966960" y="2441448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859122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572000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98634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811512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54880" y="3063240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3072384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852160" y="3063240"/>
            <a:ext cx="225308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852160" y="3072384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101584" y="3063240"/>
            <a:ext cx="186903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01584" y="3072384"/>
            <a:ext cx="18653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966960" y="3063240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098634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1512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29184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754880" y="3685032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029200" y="3685032"/>
            <a:ext cx="121066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029200" y="3694176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236208" y="3685032"/>
            <a:ext cx="164957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236208" y="3694176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882128" y="3685032"/>
            <a:ext cx="20336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7882128" y="3694176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912096" y="3685032"/>
            <a:ext cx="32918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756648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886554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599432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29184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754880" y="4306824"/>
            <a:ext cx="55229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709160" y="431596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303520" y="4306824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303520" y="4315968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8046720" y="4306824"/>
            <a:ext cx="19238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046720" y="4315968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966960" y="4306824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098634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9811512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329184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754880" y="4928616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029200" y="4928616"/>
            <a:ext cx="55229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4983480" y="493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77840" y="4928616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77840" y="4937760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321040" y="4928616"/>
            <a:ext cx="164957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321040" y="4937760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966960" y="4928616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886554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599432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098634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1512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173278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1842516" y="560527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049776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4159504" y="560527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5579364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5689092" y="560527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6867652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6977380" y="560527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8930640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9040368" y="560527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6 actores). Partición «(cont.)» sin encoger la letra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4754880" y="1600200"/>
            <a:ext cx="5486400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10.36 cm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1732788" y="560527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1732788" y="542239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 SEGÚN SEIS ACTORES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221736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prácticas preprofesionales están bien articuladas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277978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029200" y="1819656"/>
            <a:ext cx="115580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29200" y="1828800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81344" y="1819656"/>
            <a:ext cx="329549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1344" y="1828800"/>
            <a:ext cx="3291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473184" y="1819656"/>
            <a:ext cx="6620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473184" y="182880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86554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99432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441448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919472" y="2441448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919472" y="2450592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16752" y="2441448"/>
            <a:ext cx="241767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16752" y="2450592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430768" y="2441448"/>
            <a:ext cx="153985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430768" y="2450592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966960" y="2441448"/>
            <a:ext cx="27432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31690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44568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098634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811512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3063240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864608" y="3063240"/>
            <a:ext cx="38770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36592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248656" y="3063240"/>
            <a:ext cx="263713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248656" y="3072384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882128" y="3063240"/>
            <a:ext cx="21982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882128" y="3072384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076688" y="3063240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04258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17136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153498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131552" y="2990088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3894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291840" y="369417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Autoridades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754880" y="3685032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864608" y="3685032"/>
            <a:ext cx="60716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846320" y="36941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468112" y="3685032"/>
            <a:ext cx="175930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468112" y="3694176"/>
            <a:ext cx="17556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32%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7223760" y="3685032"/>
            <a:ext cx="285658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223760" y="3694176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076688" y="3685032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04258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517136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153498" y="36210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131552" y="3611880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38944" y="33924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424160" y="36850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291840" y="4315968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4306824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919472" y="4306824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19472" y="4315968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742432" y="4306824"/>
            <a:ext cx="324063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742432" y="4315968"/>
            <a:ext cx="32369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979408" y="4306824"/>
            <a:ext cx="104607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979408" y="4315968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021824" y="4306824"/>
            <a:ext cx="21945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831690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544568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126066" y="424281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838944" y="401421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10424160" y="430682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3291840" y="493776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4754880" y="4928616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919472" y="4928616"/>
            <a:ext cx="115580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919472" y="4937760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6071616" y="492861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6071616" y="493776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8595360" y="4928616"/>
            <a:ext cx="164957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8595360" y="4937760"/>
            <a:ext cx="16459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4831690" y="48646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4544568" y="46360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10424160" y="492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76%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732788" y="566928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842516" y="560527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4049776" y="566928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4159504" y="560527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5579364" y="566928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5689092" y="560527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6867652" y="566928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6977380" y="560527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8930640" y="566928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9040368" y="560527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39 estudiantes, 67 egresados, 18 docentes, 12 autoridades, 17 administrativos y 26 empleadores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6 actores). Partición «(cont.)» sin encoger la letra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4754880" y="1600200"/>
            <a:ext cx="5486400" cy="373075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10.36 cm</a:t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1732788" y="560527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1732788" y="542239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GENÉRICAS: EGRESADOS Y EMPLEADORES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11323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Aprendizaje autónomo y adaptabilidad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2038225"/>
            <a:ext cx="33284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654296" y="210223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138928" y="2038225"/>
            <a:ext cx="252740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138928" y="2102233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662672" y="2038225"/>
            <a:ext cx="25822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662672" y="2102233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779493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843501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23760" y="2779493"/>
            <a:ext cx="302117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23760" y="2843501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077285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Ética, ciudadanía y conciencia ambiental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29184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809744" y="3804187"/>
            <a:ext cx="22311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029200" y="3804187"/>
            <a:ext cx="263713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029200" y="3868195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662672" y="3804187"/>
            <a:ext cx="25822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662672" y="3868195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91398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919472" y="3731035"/>
            <a:ext cx="2834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10328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29184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54880" y="4545455"/>
            <a:ext cx="71689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754880" y="4609463"/>
            <a:ext cx="7132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468112" y="4545455"/>
            <a:ext cx="214335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468112" y="4609463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607808" y="4545455"/>
            <a:ext cx="263713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607808" y="4609463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87%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7327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842516" y="5336713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0497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159504" y="5336713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793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689092" y="5336713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8676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977380" y="5336713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9306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040368" y="5336713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 y 15 empleadores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2 actores por competencia) con Top Two Box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732788" y="5336713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732788" y="5153833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GENÉRICAS: EGRESADOS Y EMPLEADORES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10383"/>
            <a:ext cx="3017520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eficaz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2038225"/>
            <a:ext cx="60716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791456" y="210223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413248" y="2038225"/>
            <a:ext cx="241767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413248" y="2102233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827264" y="2038225"/>
            <a:ext cx="241767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827264" y="2102233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779493"/>
            <a:ext cx="38770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26864" y="284350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138928" y="2779493"/>
            <a:ext cx="230794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138928" y="2843501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443216" y="2779493"/>
            <a:ext cx="280172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443216" y="2843501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176345"/>
            <a:ext cx="3017520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Pensamiento crítico y creativo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29184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09744" y="3804187"/>
            <a:ext cx="44257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09160" y="386819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248656" y="3804187"/>
            <a:ext cx="252740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248656" y="3868195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7772400" y="3804187"/>
            <a:ext cx="247253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772400" y="386819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29184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754880" y="4545455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754880" y="4609463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223760" y="4545455"/>
            <a:ext cx="302117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223760" y="4609463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7327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842516" y="5336713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0497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159504" y="5336713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793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689092" y="5336713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676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977380" y="5336713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89306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040368" y="5336713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 y 15 empleadores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2 actores por competencia) con Top Two Box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732788" y="5336713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732788" y="5153833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 GENÉRICAS: EGRESADOS Y EMPLEADORES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11323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creación e innovación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2038225"/>
            <a:ext cx="1375258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809744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181344" y="2038225"/>
            <a:ext cx="203362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1344" y="2102233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211312" y="2038225"/>
            <a:ext cx="203362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211312" y="2102233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329184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754880" y="2779493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843501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223760" y="2779493"/>
            <a:ext cx="302117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23760" y="2843501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176345"/>
            <a:ext cx="3017520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Habilidades colaborativas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29184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809744" y="3804187"/>
            <a:ext cx="49743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36592" y="386819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303520" y="3804187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303520" y="386819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72400" y="3804187"/>
            <a:ext cx="2472538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772400" y="386819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29184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4545455"/>
            <a:ext cx="38770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626864" y="460946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138928" y="4545455"/>
            <a:ext cx="2307946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138928" y="4609463"/>
            <a:ext cx="23042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443216" y="4545455"/>
            <a:ext cx="280172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443216" y="4609463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7327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842516" y="5336713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0497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159504" y="5336713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793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689092" y="5336713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8676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977380" y="5336713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89306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040368" y="5336713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 y 15 empleadores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2 actores por competencia) con Top Two Box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732788" y="5336713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732788" y="5153833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CANALES POR LOS QUE CONOCEN LA MISIÓN Y LA VISIÓN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93392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Página web de la Facultad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259836" y="1920240"/>
            <a:ext cx="4849978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164678" y="186537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68%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259836" y="2075688"/>
            <a:ext cx="378013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7094830" y="202082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259836" y="2231136"/>
            <a:ext cx="5206594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521294" y="217627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2560320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Reuniones con autoridades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59836" y="2487168"/>
            <a:ext cx="3637483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952183" y="243230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259836" y="2642616"/>
            <a:ext cx="427939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742639" y="258775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259836" y="2798064"/>
            <a:ext cx="1854403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169103" y="274320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3127248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Correo institucional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259836" y="3054096"/>
            <a:ext cx="1854403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169103" y="299923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59836" y="3209544"/>
            <a:ext cx="156911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883810" y="315468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259836" y="3364992"/>
            <a:ext cx="1283818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598518" y="331012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3694176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Redes sociales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259836" y="3621024"/>
            <a:ext cx="1141171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455871" y="356616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259836" y="3776472"/>
            <a:ext cx="2567635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882335" y="372160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259836" y="3931920"/>
            <a:ext cx="641909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956609" y="387705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4261104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Inducción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259836" y="4187952"/>
            <a:ext cx="156911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883810" y="4133088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259836" y="4343400"/>
            <a:ext cx="18288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314700" y="428853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259836" y="4498848"/>
            <a:ext cx="784555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099255" y="444398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4828032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Sesiones de clase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259836" y="4754880"/>
            <a:ext cx="18288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314700" y="4700016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259836" y="4910328"/>
            <a:ext cx="1925726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240426" y="485546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259836" y="5065776"/>
            <a:ext cx="18288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314700" y="501091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5394960"/>
            <a:ext cx="2743200" cy="31089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259836" y="5321808"/>
            <a:ext cx="427939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742639" y="5266944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259836" y="5477256"/>
            <a:ext cx="21397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528670" y="5422392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259836" y="5632704"/>
            <a:ext cx="285293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3599993" y="5577840"/>
            <a:ext cx="54864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986274" y="5888736"/>
            <a:ext cx="137160" cy="137160"/>
          </a:xfrm>
          <a:prstGeom prst="rect">
            <a:avLst/>
          </a:prstGeom>
          <a:solidFill>
            <a:srgbClr val="0B4F8C">
              <a:alpha val="100000"/>
            </a:srgbClr>
          </a:solidFill>
          <a:ln w="3175" cap="rnd" cmpd="sng">
            <a:solidFill>
              <a:srgbClr val="0B4F8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096002" y="5824728"/>
            <a:ext cx="934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122162" y="5888736"/>
            <a:ext cx="137160" cy="137160"/>
          </a:xfrm>
          <a:prstGeom prst="rect">
            <a:avLst/>
          </a:prstGeom>
          <a:solidFill>
            <a:srgbClr val="2A9D8F">
              <a:alpha val="100000"/>
            </a:srgbClr>
          </a:solidFill>
          <a:ln w="3175" cap="rnd" cmpd="sng">
            <a:solidFill>
              <a:srgbClr val="2A9D8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231890" y="582472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410450" y="5888736"/>
            <a:ext cx="137160" cy="137160"/>
          </a:xfrm>
          <a:prstGeom prst="rect">
            <a:avLst/>
          </a:prstGeom>
          <a:solidFill>
            <a:srgbClr val="E9C46A">
              <a:alpha val="100000"/>
            </a:srgbClr>
          </a:solidFill>
          <a:ln w="3175" cap="rnd" cmpd="sng">
            <a:solidFill>
              <a:srgbClr val="E9C4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520178" y="5824728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Opción múltiple: los porcentajes se calculan sobre el total de cada actor y pueden sumar más de 100. Base: 148 docentes, 1,234 estudiantes y 43 administrativos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(H68): barras agrupadas por actor para una opción múltiple multibase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3259836" y="1920240"/>
            <a:ext cx="7132320" cy="396849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259836" y="1737360"/>
            <a:ext cx="71323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agrupadas por actor, 19.81 x 11.02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4986274" y="5824728"/>
            <a:ext cx="3679444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986274" y="5641848"/>
            <a:ext cx="367944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10.22 x 0.76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MOVILIDAD ESTUDIANTIL Y SU VALORACIÓN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¿Ha participado en programas de intercambio?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1888922" y="2331720"/>
            <a:ext cx="2377440" cy="2377440"/>
            <a:chOff x="1888922" y="2331720"/>
            <a:chExt cx="2377440" cy="2377440"/>
          </a:xfrm>
        </p:grpSpPr>
        <p:sp>
          <p:nvSpPr>
            <p:cNvPr id="5" name="rc3"/>
            <p:cNvSpPr/>
            <p:nvPr/>
          </p:nvSpPr>
          <p:spPr>
            <a:xfrm>
              <a:off x="1888921" y="2331720"/>
              <a:ext cx="2377440" cy="237744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3077641" y="2569464"/>
              <a:ext cx="558969" cy="950975"/>
            </a:xfrm>
            <a:custGeom>
              <a:avLst/>
              <a:pathLst>
                <a:path w="558969" h="950975">
                  <a:moveTo>
                    <a:pt x="0" y="950975"/>
                  </a:moveTo>
                  <a:lnTo>
                    <a:pt x="0" y="918183"/>
                  </a:lnTo>
                  <a:lnTo>
                    <a:pt x="0" y="885391"/>
                  </a:lnTo>
                  <a:lnTo>
                    <a:pt x="0" y="852599"/>
                  </a:lnTo>
                  <a:lnTo>
                    <a:pt x="0" y="819806"/>
                  </a:lnTo>
                  <a:lnTo>
                    <a:pt x="0" y="787014"/>
                  </a:lnTo>
                  <a:lnTo>
                    <a:pt x="0" y="754222"/>
                  </a:lnTo>
                  <a:lnTo>
                    <a:pt x="0" y="721430"/>
                  </a:lnTo>
                  <a:lnTo>
                    <a:pt x="0" y="688637"/>
                  </a:lnTo>
                  <a:lnTo>
                    <a:pt x="0" y="655845"/>
                  </a:lnTo>
                  <a:lnTo>
                    <a:pt x="0" y="623053"/>
                  </a:lnTo>
                  <a:lnTo>
                    <a:pt x="0" y="590260"/>
                  </a:lnTo>
                  <a:lnTo>
                    <a:pt x="0" y="557468"/>
                  </a:lnTo>
                  <a:lnTo>
                    <a:pt x="0" y="524676"/>
                  </a:lnTo>
                  <a:lnTo>
                    <a:pt x="0" y="491884"/>
                  </a:lnTo>
                  <a:lnTo>
                    <a:pt x="0" y="459091"/>
                  </a:lnTo>
                  <a:lnTo>
                    <a:pt x="0" y="426299"/>
                  </a:lnTo>
                  <a:lnTo>
                    <a:pt x="0" y="393507"/>
                  </a:lnTo>
                  <a:lnTo>
                    <a:pt x="0" y="360715"/>
                  </a:lnTo>
                  <a:lnTo>
                    <a:pt x="0" y="327922"/>
                  </a:lnTo>
                  <a:lnTo>
                    <a:pt x="0" y="295130"/>
                  </a:lnTo>
                  <a:lnTo>
                    <a:pt x="0" y="262338"/>
                  </a:lnTo>
                  <a:lnTo>
                    <a:pt x="0" y="229545"/>
                  </a:lnTo>
                  <a:lnTo>
                    <a:pt x="0" y="196753"/>
                  </a:lnTo>
                  <a:lnTo>
                    <a:pt x="0" y="163961"/>
                  </a:lnTo>
                  <a:lnTo>
                    <a:pt x="0" y="131169"/>
                  </a:lnTo>
                  <a:lnTo>
                    <a:pt x="0" y="98376"/>
                  </a:lnTo>
                  <a:lnTo>
                    <a:pt x="0" y="65584"/>
                  </a:lnTo>
                  <a:lnTo>
                    <a:pt x="0" y="32792"/>
                  </a:lnTo>
                  <a:lnTo>
                    <a:pt x="0" y="0"/>
                  </a:lnTo>
                  <a:lnTo>
                    <a:pt x="33188" y="579"/>
                  </a:lnTo>
                  <a:lnTo>
                    <a:pt x="66336" y="2316"/>
                  </a:lnTo>
                  <a:lnTo>
                    <a:pt x="99404" y="5209"/>
                  </a:lnTo>
                  <a:lnTo>
                    <a:pt x="132350" y="9254"/>
                  </a:lnTo>
                  <a:lnTo>
                    <a:pt x="165135" y="14447"/>
                  </a:lnTo>
                  <a:lnTo>
                    <a:pt x="197719" y="20781"/>
                  </a:lnTo>
                  <a:lnTo>
                    <a:pt x="230061" y="28248"/>
                  </a:lnTo>
                  <a:lnTo>
                    <a:pt x="262124" y="36839"/>
                  </a:lnTo>
                  <a:lnTo>
                    <a:pt x="293867" y="46544"/>
                  </a:lnTo>
                  <a:lnTo>
                    <a:pt x="325252" y="57350"/>
                  </a:lnTo>
                  <a:lnTo>
                    <a:pt x="356241" y="69246"/>
                  </a:lnTo>
                  <a:lnTo>
                    <a:pt x="386796" y="82216"/>
                  </a:lnTo>
                  <a:lnTo>
                    <a:pt x="416880" y="96244"/>
                  </a:lnTo>
                  <a:lnTo>
                    <a:pt x="446456" y="111314"/>
                  </a:lnTo>
                  <a:lnTo>
                    <a:pt x="475487" y="127406"/>
                  </a:lnTo>
                  <a:lnTo>
                    <a:pt x="503940" y="144502"/>
                  </a:lnTo>
                  <a:lnTo>
                    <a:pt x="531779" y="162581"/>
                  </a:lnTo>
                  <a:lnTo>
                    <a:pt x="558969" y="181620"/>
                  </a:lnTo>
                  <a:lnTo>
                    <a:pt x="539694" y="208149"/>
                  </a:lnTo>
                  <a:lnTo>
                    <a:pt x="520420" y="234679"/>
                  </a:lnTo>
                  <a:lnTo>
                    <a:pt x="501145" y="261208"/>
                  </a:lnTo>
                  <a:lnTo>
                    <a:pt x="481870" y="287738"/>
                  </a:lnTo>
                  <a:lnTo>
                    <a:pt x="462595" y="314267"/>
                  </a:lnTo>
                  <a:lnTo>
                    <a:pt x="443320" y="340797"/>
                  </a:lnTo>
                  <a:lnTo>
                    <a:pt x="424045" y="367326"/>
                  </a:lnTo>
                  <a:lnTo>
                    <a:pt x="404771" y="393856"/>
                  </a:lnTo>
                  <a:lnTo>
                    <a:pt x="385496" y="420385"/>
                  </a:lnTo>
                  <a:lnTo>
                    <a:pt x="366221" y="446915"/>
                  </a:lnTo>
                  <a:lnTo>
                    <a:pt x="346946" y="473444"/>
                  </a:lnTo>
                  <a:lnTo>
                    <a:pt x="327671" y="499974"/>
                  </a:lnTo>
                  <a:lnTo>
                    <a:pt x="308397" y="526503"/>
                  </a:lnTo>
                  <a:lnTo>
                    <a:pt x="289122" y="553033"/>
                  </a:lnTo>
                  <a:lnTo>
                    <a:pt x="269847" y="579562"/>
                  </a:lnTo>
                  <a:lnTo>
                    <a:pt x="250572" y="606092"/>
                  </a:lnTo>
                  <a:lnTo>
                    <a:pt x="231297" y="632621"/>
                  </a:lnTo>
                  <a:lnTo>
                    <a:pt x="212022" y="659151"/>
                  </a:lnTo>
                  <a:lnTo>
                    <a:pt x="192748" y="685680"/>
                  </a:lnTo>
                  <a:lnTo>
                    <a:pt x="173473" y="712210"/>
                  </a:lnTo>
                  <a:lnTo>
                    <a:pt x="154198" y="738739"/>
                  </a:lnTo>
                  <a:lnTo>
                    <a:pt x="134923" y="765269"/>
                  </a:lnTo>
                  <a:lnTo>
                    <a:pt x="115648" y="791798"/>
                  </a:lnTo>
                  <a:lnTo>
                    <a:pt x="96374" y="818328"/>
                  </a:lnTo>
                  <a:lnTo>
                    <a:pt x="77099" y="844857"/>
                  </a:lnTo>
                  <a:lnTo>
                    <a:pt x="57824" y="871387"/>
                  </a:lnTo>
                  <a:lnTo>
                    <a:pt x="38549" y="897916"/>
                  </a:lnTo>
                  <a:lnTo>
                    <a:pt x="19274" y="924446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2126748" y="2569464"/>
              <a:ext cx="1901854" cy="1901925"/>
            </a:xfrm>
            <a:custGeom>
              <a:avLst/>
              <a:pathLst>
                <a:path w="1901854" h="1901925">
                  <a:moveTo>
                    <a:pt x="950893" y="950975"/>
                  </a:moveTo>
                  <a:lnTo>
                    <a:pt x="970168" y="924446"/>
                  </a:lnTo>
                  <a:lnTo>
                    <a:pt x="989443" y="897916"/>
                  </a:lnTo>
                  <a:lnTo>
                    <a:pt x="1008717" y="871387"/>
                  </a:lnTo>
                  <a:lnTo>
                    <a:pt x="1027992" y="844857"/>
                  </a:lnTo>
                  <a:lnTo>
                    <a:pt x="1047267" y="818328"/>
                  </a:lnTo>
                  <a:lnTo>
                    <a:pt x="1066542" y="791798"/>
                  </a:lnTo>
                  <a:lnTo>
                    <a:pt x="1085817" y="765269"/>
                  </a:lnTo>
                  <a:lnTo>
                    <a:pt x="1105092" y="738739"/>
                  </a:lnTo>
                  <a:lnTo>
                    <a:pt x="1124366" y="712210"/>
                  </a:lnTo>
                  <a:lnTo>
                    <a:pt x="1143641" y="685680"/>
                  </a:lnTo>
                  <a:lnTo>
                    <a:pt x="1162916" y="659151"/>
                  </a:lnTo>
                  <a:lnTo>
                    <a:pt x="1182191" y="632621"/>
                  </a:lnTo>
                  <a:lnTo>
                    <a:pt x="1201466" y="606092"/>
                  </a:lnTo>
                  <a:lnTo>
                    <a:pt x="1220740" y="579562"/>
                  </a:lnTo>
                  <a:lnTo>
                    <a:pt x="1240015" y="553033"/>
                  </a:lnTo>
                  <a:lnTo>
                    <a:pt x="1259290" y="526503"/>
                  </a:lnTo>
                  <a:lnTo>
                    <a:pt x="1278565" y="499974"/>
                  </a:lnTo>
                  <a:lnTo>
                    <a:pt x="1297840" y="473444"/>
                  </a:lnTo>
                  <a:lnTo>
                    <a:pt x="1317115" y="446915"/>
                  </a:lnTo>
                  <a:lnTo>
                    <a:pt x="1336389" y="420385"/>
                  </a:lnTo>
                  <a:lnTo>
                    <a:pt x="1355664" y="393856"/>
                  </a:lnTo>
                  <a:lnTo>
                    <a:pt x="1374939" y="367326"/>
                  </a:lnTo>
                  <a:lnTo>
                    <a:pt x="1394214" y="340797"/>
                  </a:lnTo>
                  <a:lnTo>
                    <a:pt x="1413489" y="314267"/>
                  </a:lnTo>
                  <a:lnTo>
                    <a:pt x="1432763" y="287738"/>
                  </a:lnTo>
                  <a:lnTo>
                    <a:pt x="1452038" y="261208"/>
                  </a:lnTo>
                  <a:lnTo>
                    <a:pt x="1471313" y="234679"/>
                  </a:lnTo>
                  <a:lnTo>
                    <a:pt x="1490588" y="208149"/>
                  </a:lnTo>
                  <a:lnTo>
                    <a:pt x="1509863" y="181620"/>
                  </a:lnTo>
                  <a:lnTo>
                    <a:pt x="1535589" y="200985"/>
                  </a:lnTo>
                  <a:lnTo>
                    <a:pt x="1560645" y="221210"/>
                  </a:lnTo>
                  <a:lnTo>
                    <a:pt x="1585001" y="242271"/>
                  </a:lnTo>
                  <a:lnTo>
                    <a:pt x="1608631" y="264145"/>
                  </a:lnTo>
                  <a:lnTo>
                    <a:pt x="1631507" y="286806"/>
                  </a:lnTo>
                  <a:lnTo>
                    <a:pt x="1653602" y="310229"/>
                  </a:lnTo>
                  <a:lnTo>
                    <a:pt x="1674892" y="334387"/>
                  </a:lnTo>
                  <a:lnTo>
                    <a:pt x="1695351" y="359251"/>
                  </a:lnTo>
                  <a:lnTo>
                    <a:pt x="1714957" y="384794"/>
                  </a:lnTo>
                  <a:lnTo>
                    <a:pt x="1733687" y="410986"/>
                  </a:lnTo>
                  <a:lnTo>
                    <a:pt x="1751520" y="437797"/>
                  </a:lnTo>
                  <a:lnTo>
                    <a:pt x="1768435" y="465197"/>
                  </a:lnTo>
                  <a:lnTo>
                    <a:pt x="1784412" y="493153"/>
                  </a:lnTo>
                  <a:lnTo>
                    <a:pt x="1799434" y="521634"/>
                  </a:lnTo>
                  <a:lnTo>
                    <a:pt x="1813483" y="550608"/>
                  </a:lnTo>
                  <a:lnTo>
                    <a:pt x="1826543" y="580040"/>
                  </a:lnTo>
                  <a:lnTo>
                    <a:pt x="1838599" y="609898"/>
                  </a:lnTo>
                  <a:lnTo>
                    <a:pt x="1849637" y="640147"/>
                  </a:lnTo>
                  <a:lnTo>
                    <a:pt x="1859645" y="670752"/>
                  </a:lnTo>
                  <a:lnTo>
                    <a:pt x="1868611" y="701678"/>
                  </a:lnTo>
                  <a:lnTo>
                    <a:pt x="1876525" y="732891"/>
                  </a:lnTo>
                  <a:lnTo>
                    <a:pt x="1883378" y="764353"/>
                  </a:lnTo>
                  <a:lnTo>
                    <a:pt x="1889161" y="796029"/>
                  </a:lnTo>
                  <a:lnTo>
                    <a:pt x="1893869" y="827883"/>
                  </a:lnTo>
                  <a:lnTo>
                    <a:pt x="1897496" y="859878"/>
                  </a:lnTo>
                  <a:lnTo>
                    <a:pt x="1900037" y="891977"/>
                  </a:lnTo>
                  <a:lnTo>
                    <a:pt x="1901490" y="924145"/>
                  </a:lnTo>
                  <a:lnTo>
                    <a:pt x="1901854" y="956342"/>
                  </a:lnTo>
                  <a:lnTo>
                    <a:pt x="1901127" y="988534"/>
                  </a:lnTo>
                  <a:lnTo>
                    <a:pt x="1899311" y="1020683"/>
                  </a:lnTo>
                  <a:lnTo>
                    <a:pt x="1896407" y="1052751"/>
                  </a:lnTo>
                  <a:lnTo>
                    <a:pt x="1892420" y="1084704"/>
                  </a:lnTo>
                  <a:lnTo>
                    <a:pt x="1887352" y="1116502"/>
                  </a:lnTo>
                  <a:lnTo>
                    <a:pt x="1881212" y="1148111"/>
                  </a:lnTo>
                  <a:lnTo>
                    <a:pt x="1874004" y="1179494"/>
                  </a:lnTo>
                  <a:lnTo>
                    <a:pt x="1865739" y="1210615"/>
                  </a:lnTo>
                  <a:lnTo>
                    <a:pt x="1856424" y="1241438"/>
                  </a:lnTo>
                  <a:lnTo>
                    <a:pt x="1846071" y="1271929"/>
                  </a:lnTo>
                  <a:lnTo>
                    <a:pt x="1834692" y="1302051"/>
                  </a:lnTo>
                  <a:lnTo>
                    <a:pt x="1822300" y="1331771"/>
                  </a:lnTo>
                  <a:lnTo>
                    <a:pt x="1808909" y="1361054"/>
                  </a:lnTo>
                  <a:lnTo>
                    <a:pt x="1794534" y="1389867"/>
                  </a:lnTo>
                  <a:lnTo>
                    <a:pt x="1779191" y="1418177"/>
                  </a:lnTo>
                  <a:lnTo>
                    <a:pt x="1762900" y="1445951"/>
                  </a:lnTo>
                  <a:lnTo>
                    <a:pt x="1745677" y="1473158"/>
                  </a:lnTo>
                  <a:lnTo>
                    <a:pt x="1727543" y="1499766"/>
                  </a:lnTo>
                  <a:lnTo>
                    <a:pt x="1708518" y="1525745"/>
                  </a:lnTo>
                  <a:lnTo>
                    <a:pt x="1688625" y="1551065"/>
                  </a:lnTo>
                  <a:lnTo>
                    <a:pt x="1667886" y="1575697"/>
                  </a:lnTo>
                  <a:lnTo>
                    <a:pt x="1646325" y="1599612"/>
                  </a:lnTo>
                  <a:lnTo>
                    <a:pt x="1623967" y="1622784"/>
                  </a:lnTo>
                  <a:lnTo>
                    <a:pt x="1600837" y="1645186"/>
                  </a:lnTo>
                  <a:lnTo>
                    <a:pt x="1576962" y="1666792"/>
                  </a:lnTo>
                  <a:lnTo>
                    <a:pt x="1552369" y="1687577"/>
                  </a:lnTo>
                  <a:lnTo>
                    <a:pt x="1527087" y="1707518"/>
                  </a:lnTo>
                  <a:lnTo>
                    <a:pt x="1501143" y="1726591"/>
                  </a:lnTo>
                  <a:lnTo>
                    <a:pt x="1474570" y="1744775"/>
                  </a:lnTo>
                  <a:lnTo>
                    <a:pt x="1447395" y="1762049"/>
                  </a:lnTo>
                  <a:lnTo>
                    <a:pt x="1419652" y="1778394"/>
                  </a:lnTo>
                  <a:lnTo>
                    <a:pt x="1391371" y="1793789"/>
                  </a:lnTo>
                  <a:lnTo>
                    <a:pt x="1362585" y="1808218"/>
                  </a:lnTo>
                  <a:lnTo>
                    <a:pt x="1333327" y="1821665"/>
                  </a:lnTo>
                  <a:lnTo>
                    <a:pt x="1303630" y="1834113"/>
                  </a:lnTo>
                  <a:lnTo>
                    <a:pt x="1273530" y="1845549"/>
                  </a:lnTo>
                  <a:lnTo>
                    <a:pt x="1243059" y="1855959"/>
                  </a:lnTo>
                  <a:lnTo>
                    <a:pt x="1212253" y="1865331"/>
                  </a:lnTo>
                  <a:lnTo>
                    <a:pt x="1181148" y="1873655"/>
                  </a:lnTo>
                  <a:lnTo>
                    <a:pt x="1149779" y="1880922"/>
                  </a:lnTo>
                  <a:lnTo>
                    <a:pt x="1118181" y="1887122"/>
                  </a:lnTo>
                  <a:lnTo>
                    <a:pt x="1086392" y="1892249"/>
                  </a:lnTo>
                  <a:lnTo>
                    <a:pt x="1054448" y="1896297"/>
                  </a:lnTo>
                  <a:lnTo>
                    <a:pt x="1022384" y="1899260"/>
                  </a:lnTo>
                  <a:lnTo>
                    <a:pt x="990239" y="1901137"/>
                  </a:lnTo>
                  <a:lnTo>
                    <a:pt x="958049" y="1901925"/>
                  </a:lnTo>
                  <a:lnTo>
                    <a:pt x="925850" y="1901622"/>
                  </a:lnTo>
                  <a:lnTo>
                    <a:pt x="893681" y="1900229"/>
                  </a:lnTo>
                  <a:lnTo>
                    <a:pt x="861576" y="1897748"/>
                  </a:lnTo>
                  <a:lnTo>
                    <a:pt x="829575" y="1894181"/>
                  </a:lnTo>
                  <a:lnTo>
                    <a:pt x="797712" y="1889533"/>
                  </a:lnTo>
                  <a:lnTo>
                    <a:pt x="766025" y="1883809"/>
                  </a:lnTo>
                  <a:lnTo>
                    <a:pt x="734550" y="1877016"/>
                  </a:lnTo>
                  <a:lnTo>
                    <a:pt x="703323" y="1869161"/>
                  </a:lnTo>
                  <a:lnTo>
                    <a:pt x="672379" y="1860253"/>
                  </a:lnTo>
                  <a:lnTo>
                    <a:pt x="641755" y="1850303"/>
                  </a:lnTo>
                  <a:lnTo>
                    <a:pt x="611486" y="1839321"/>
                  </a:lnTo>
                  <a:lnTo>
                    <a:pt x="581606" y="1827321"/>
                  </a:lnTo>
                  <a:lnTo>
                    <a:pt x="552149" y="1814317"/>
                  </a:lnTo>
                  <a:lnTo>
                    <a:pt x="523149" y="1800322"/>
                  </a:lnTo>
                  <a:lnTo>
                    <a:pt x="494639" y="1785354"/>
                  </a:lnTo>
                  <a:lnTo>
                    <a:pt x="466653" y="1769429"/>
                  </a:lnTo>
                  <a:lnTo>
                    <a:pt x="439222" y="1752566"/>
                  </a:lnTo>
                  <a:lnTo>
                    <a:pt x="412377" y="1734784"/>
                  </a:lnTo>
                  <a:lnTo>
                    <a:pt x="386150" y="1716103"/>
                  </a:lnTo>
                  <a:lnTo>
                    <a:pt x="360570" y="1696545"/>
                  </a:lnTo>
                  <a:lnTo>
                    <a:pt x="335667" y="1676133"/>
                  </a:lnTo>
                  <a:lnTo>
                    <a:pt x="311470" y="1654888"/>
                  </a:lnTo>
                  <a:lnTo>
                    <a:pt x="288006" y="1632837"/>
                  </a:lnTo>
                  <a:lnTo>
                    <a:pt x="265301" y="1610004"/>
                  </a:lnTo>
                  <a:lnTo>
                    <a:pt x="243383" y="1586416"/>
                  </a:lnTo>
                  <a:lnTo>
                    <a:pt x="222275" y="1562099"/>
                  </a:lnTo>
                  <a:lnTo>
                    <a:pt x="202004" y="1537081"/>
                  </a:lnTo>
                  <a:lnTo>
                    <a:pt x="182590" y="1511391"/>
                  </a:lnTo>
                  <a:lnTo>
                    <a:pt x="164058" y="1485059"/>
                  </a:lnTo>
                  <a:lnTo>
                    <a:pt x="146427" y="1458115"/>
                  </a:lnTo>
                  <a:lnTo>
                    <a:pt x="129719" y="1430589"/>
                  </a:lnTo>
                  <a:lnTo>
                    <a:pt x="113953" y="1402513"/>
                  </a:lnTo>
                  <a:lnTo>
                    <a:pt x="99146" y="1373920"/>
                  </a:lnTo>
                  <a:lnTo>
                    <a:pt x="85315" y="1344841"/>
                  </a:lnTo>
                  <a:lnTo>
                    <a:pt x="72477" y="1315311"/>
                  </a:lnTo>
                  <a:lnTo>
                    <a:pt x="60646" y="1285364"/>
                  </a:lnTo>
                  <a:lnTo>
                    <a:pt x="49836" y="1255033"/>
                  </a:lnTo>
                  <a:lnTo>
                    <a:pt x="40058" y="1224353"/>
                  </a:lnTo>
                  <a:lnTo>
                    <a:pt x="31325" y="1193360"/>
                  </a:lnTo>
                  <a:lnTo>
                    <a:pt x="23646" y="1162089"/>
                  </a:lnTo>
                  <a:lnTo>
                    <a:pt x="17031" y="1130576"/>
                  </a:lnTo>
                  <a:lnTo>
                    <a:pt x="11486" y="1098857"/>
                  </a:lnTo>
                  <a:lnTo>
                    <a:pt x="7018" y="1066969"/>
                  </a:lnTo>
                  <a:lnTo>
                    <a:pt x="3632" y="1034948"/>
                  </a:lnTo>
                  <a:lnTo>
                    <a:pt x="1332" y="1002830"/>
                  </a:lnTo>
                  <a:lnTo>
                    <a:pt x="121" y="970653"/>
                  </a:lnTo>
                  <a:lnTo>
                    <a:pt x="0" y="938453"/>
                  </a:lnTo>
                  <a:lnTo>
                    <a:pt x="969" y="906268"/>
                  </a:lnTo>
                  <a:lnTo>
                    <a:pt x="3027" y="874134"/>
                  </a:lnTo>
                  <a:lnTo>
                    <a:pt x="6172" y="842088"/>
                  </a:lnTo>
                  <a:lnTo>
                    <a:pt x="10399" y="810167"/>
                  </a:lnTo>
                  <a:lnTo>
                    <a:pt x="15706" y="778407"/>
                  </a:lnTo>
                  <a:lnTo>
                    <a:pt x="22084" y="746845"/>
                  </a:lnTo>
                  <a:lnTo>
                    <a:pt x="29527" y="715517"/>
                  </a:lnTo>
                  <a:lnTo>
                    <a:pt x="38027" y="684459"/>
                  </a:lnTo>
                  <a:lnTo>
                    <a:pt x="47573" y="653707"/>
                  </a:lnTo>
                  <a:lnTo>
                    <a:pt x="58155" y="623296"/>
                  </a:lnTo>
                  <a:lnTo>
                    <a:pt x="69760" y="593260"/>
                  </a:lnTo>
                  <a:lnTo>
                    <a:pt x="82376" y="563634"/>
                  </a:lnTo>
                  <a:lnTo>
                    <a:pt x="95987" y="534452"/>
                  </a:lnTo>
                  <a:lnTo>
                    <a:pt x="110579" y="505748"/>
                  </a:lnTo>
                  <a:lnTo>
                    <a:pt x="126134" y="477555"/>
                  </a:lnTo>
                  <a:lnTo>
                    <a:pt x="142634" y="449904"/>
                  </a:lnTo>
                  <a:lnTo>
                    <a:pt x="160061" y="422827"/>
                  </a:lnTo>
                  <a:lnTo>
                    <a:pt x="178395" y="396357"/>
                  </a:lnTo>
                  <a:lnTo>
                    <a:pt x="197614" y="370522"/>
                  </a:lnTo>
                  <a:lnTo>
                    <a:pt x="217698" y="345352"/>
                  </a:lnTo>
                  <a:lnTo>
                    <a:pt x="238621" y="320877"/>
                  </a:lnTo>
                  <a:lnTo>
                    <a:pt x="260362" y="297124"/>
                  </a:lnTo>
                  <a:lnTo>
                    <a:pt x="282893" y="274121"/>
                  </a:lnTo>
                  <a:lnTo>
                    <a:pt x="306191" y="251894"/>
                  </a:lnTo>
                  <a:lnTo>
                    <a:pt x="330228" y="230468"/>
                  </a:lnTo>
                  <a:lnTo>
                    <a:pt x="354977" y="209869"/>
                  </a:lnTo>
                  <a:lnTo>
                    <a:pt x="380409" y="190119"/>
                  </a:lnTo>
                  <a:lnTo>
                    <a:pt x="406494" y="171241"/>
                  </a:lnTo>
                  <a:lnTo>
                    <a:pt x="433204" y="153258"/>
                  </a:lnTo>
                  <a:lnTo>
                    <a:pt x="460508" y="136189"/>
                  </a:lnTo>
                  <a:lnTo>
                    <a:pt x="488374" y="120054"/>
                  </a:lnTo>
                  <a:lnTo>
                    <a:pt x="516770" y="104871"/>
                  </a:lnTo>
                  <a:lnTo>
                    <a:pt x="545663" y="90659"/>
                  </a:lnTo>
                  <a:lnTo>
                    <a:pt x="575022" y="77433"/>
                  </a:lnTo>
                  <a:lnTo>
                    <a:pt x="604811" y="65209"/>
                  </a:lnTo>
                  <a:lnTo>
                    <a:pt x="634997" y="54000"/>
                  </a:lnTo>
                  <a:lnTo>
                    <a:pt x="665545" y="43820"/>
                  </a:lnTo>
                  <a:lnTo>
                    <a:pt x="696421" y="34679"/>
                  </a:lnTo>
                  <a:lnTo>
                    <a:pt x="727588" y="26589"/>
                  </a:lnTo>
                  <a:lnTo>
                    <a:pt x="759011" y="19559"/>
                  </a:lnTo>
                  <a:lnTo>
                    <a:pt x="790654" y="13597"/>
                  </a:lnTo>
                  <a:lnTo>
                    <a:pt x="822481" y="8709"/>
                  </a:lnTo>
                  <a:lnTo>
                    <a:pt x="854455" y="4902"/>
                  </a:lnTo>
                  <a:lnTo>
                    <a:pt x="886539" y="2179"/>
                  </a:lnTo>
                  <a:lnTo>
                    <a:pt x="918698" y="545"/>
                  </a:lnTo>
                  <a:lnTo>
                    <a:pt x="950893" y="0"/>
                  </a:lnTo>
                  <a:lnTo>
                    <a:pt x="950893" y="32792"/>
                  </a:lnTo>
                  <a:lnTo>
                    <a:pt x="950893" y="65584"/>
                  </a:lnTo>
                  <a:lnTo>
                    <a:pt x="950893" y="98376"/>
                  </a:lnTo>
                  <a:lnTo>
                    <a:pt x="950893" y="131169"/>
                  </a:lnTo>
                  <a:lnTo>
                    <a:pt x="950893" y="163961"/>
                  </a:lnTo>
                  <a:lnTo>
                    <a:pt x="950893" y="196753"/>
                  </a:lnTo>
                  <a:lnTo>
                    <a:pt x="950893" y="229545"/>
                  </a:lnTo>
                  <a:lnTo>
                    <a:pt x="950893" y="262338"/>
                  </a:lnTo>
                  <a:lnTo>
                    <a:pt x="950893" y="295130"/>
                  </a:lnTo>
                  <a:lnTo>
                    <a:pt x="950893" y="327922"/>
                  </a:lnTo>
                  <a:lnTo>
                    <a:pt x="950893" y="360715"/>
                  </a:lnTo>
                  <a:lnTo>
                    <a:pt x="950893" y="393507"/>
                  </a:lnTo>
                  <a:lnTo>
                    <a:pt x="950893" y="426299"/>
                  </a:lnTo>
                  <a:lnTo>
                    <a:pt x="950893" y="459091"/>
                  </a:lnTo>
                  <a:lnTo>
                    <a:pt x="950893" y="491884"/>
                  </a:lnTo>
                  <a:lnTo>
                    <a:pt x="950893" y="524676"/>
                  </a:lnTo>
                  <a:lnTo>
                    <a:pt x="950893" y="557468"/>
                  </a:lnTo>
                  <a:lnTo>
                    <a:pt x="950893" y="590260"/>
                  </a:lnTo>
                  <a:lnTo>
                    <a:pt x="950893" y="623053"/>
                  </a:lnTo>
                  <a:lnTo>
                    <a:pt x="950893" y="655845"/>
                  </a:lnTo>
                  <a:lnTo>
                    <a:pt x="950893" y="688637"/>
                  </a:lnTo>
                  <a:lnTo>
                    <a:pt x="950893" y="721430"/>
                  </a:lnTo>
                  <a:lnTo>
                    <a:pt x="950893" y="754222"/>
                  </a:lnTo>
                  <a:lnTo>
                    <a:pt x="950893" y="787014"/>
                  </a:lnTo>
                  <a:lnTo>
                    <a:pt x="950893" y="819806"/>
                  </a:lnTo>
                  <a:lnTo>
                    <a:pt x="950893" y="852599"/>
                  </a:lnTo>
                  <a:lnTo>
                    <a:pt x="950893" y="885391"/>
                  </a:lnTo>
                  <a:lnTo>
                    <a:pt x="950893" y="918183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2752777" y="3901726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90%</a:t>
              </a:r>
            </a:p>
          </p:txBody>
        </p:sp>
      </p:grpSp>
      <p:sp>
        <p:nvSpPr>
          <p:cNvPr id="9" name=""/>
          <p:cNvSpPr>
            <a:spLocks noGrp="1"/>
          </p:cNvSpPr>
          <p:nvPr>
            </p:nvPr>
        </p:nvSpPr>
        <p:spPr>
          <a:xfrm>
            <a:off x="3205750" y="200402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programas de intercambio fortalecen mis competencias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714939" y="26517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324448" y="3390900"/>
            <a:ext cx="118872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Participaron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622896" y="3200400"/>
            <a:ext cx="363154" cy="64008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982392" y="3200400"/>
            <a:ext cx="1980888" cy="64008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7982392" y="3383280"/>
            <a:ext cx="197723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959622" y="3200400"/>
            <a:ext cx="1261895" cy="64008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959622" y="3383280"/>
            <a:ext cx="125823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97157" y="31363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510036" y="29077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1217859" y="338328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634082" y="584301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743810" y="5779008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951070" y="584301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060798" y="5779008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80658" y="584301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590386" y="5779008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768946" y="584301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878674" y="5779008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201 estudiantes. La subpregunta, 20 estudiantes que participaron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94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p_slide_2_graficos: p_pie (filtro) + p_barras_apiladas (subpregunta, base propia declarada: H50)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888922" y="2331720"/>
            <a:ext cx="2377440" cy="23774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888922" y="214884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círculo, d = 6.60 cm, 6.60 x 6.60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622896" y="2971800"/>
            <a:ext cx="3594964" cy="10058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622896" y="2788920"/>
            <a:ext cx="359496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1.78 cm, 9.99 x 2.79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634082" y="5779008"/>
            <a:ext cx="6923532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634082" y="5596128"/>
            <a:ext cx="69235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19.23 x 0.76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CONDICIÓN LABORAL E INGRESOS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¿Trabaja de manera dependiente?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1888922" y="2331720"/>
            <a:ext cx="2377440" cy="2377440"/>
            <a:chOff x="1888922" y="2331720"/>
            <a:chExt cx="2377440" cy="2377440"/>
          </a:xfrm>
        </p:grpSpPr>
        <p:sp>
          <p:nvSpPr>
            <p:cNvPr id="5" name="rc3"/>
            <p:cNvSpPr/>
            <p:nvPr/>
          </p:nvSpPr>
          <p:spPr>
            <a:xfrm>
              <a:off x="1888921" y="2331720"/>
              <a:ext cx="2377440" cy="237744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pg4"/>
            <p:cNvSpPr/>
            <p:nvPr/>
          </p:nvSpPr>
          <p:spPr>
            <a:xfrm>
              <a:off x="2126689" y="2569464"/>
              <a:ext cx="1901890" cy="1901830"/>
            </a:xfrm>
            <a:custGeom>
              <a:avLst/>
              <a:pathLst>
                <a:path w="1901890" h="1901830">
                  <a:moveTo>
                    <a:pt x="950952" y="950975"/>
                  </a:moveTo>
                  <a:lnTo>
                    <a:pt x="950952" y="918183"/>
                  </a:lnTo>
                  <a:lnTo>
                    <a:pt x="950952" y="885391"/>
                  </a:lnTo>
                  <a:lnTo>
                    <a:pt x="950952" y="852599"/>
                  </a:lnTo>
                  <a:lnTo>
                    <a:pt x="950952" y="819806"/>
                  </a:lnTo>
                  <a:lnTo>
                    <a:pt x="950952" y="787014"/>
                  </a:lnTo>
                  <a:lnTo>
                    <a:pt x="950952" y="754222"/>
                  </a:lnTo>
                  <a:lnTo>
                    <a:pt x="950952" y="721430"/>
                  </a:lnTo>
                  <a:lnTo>
                    <a:pt x="950952" y="688637"/>
                  </a:lnTo>
                  <a:lnTo>
                    <a:pt x="950952" y="655845"/>
                  </a:lnTo>
                  <a:lnTo>
                    <a:pt x="950952" y="623053"/>
                  </a:lnTo>
                  <a:lnTo>
                    <a:pt x="950952" y="590260"/>
                  </a:lnTo>
                  <a:lnTo>
                    <a:pt x="950952" y="557468"/>
                  </a:lnTo>
                  <a:lnTo>
                    <a:pt x="950952" y="524676"/>
                  </a:lnTo>
                  <a:lnTo>
                    <a:pt x="950952" y="491884"/>
                  </a:lnTo>
                  <a:lnTo>
                    <a:pt x="950952" y="459091"/>
                  </a:lnTo>
                  <a:lnTo>
                    <a:pt x="950952" y="426299"/>
                  </a:lnTo>
                  <a:lnTo>
                    <a:pt x="950952" y="393507"/>
                  </a:lnTo>
                  <a:lnTo>
                    <a:pt x="950952" y="360715"/>
                  </a:lnTo>
                  <a:lnTo>
                    <a:pt x="950952" y="327922"/>
                  </a:lnTo>
                  <a:lnTo>
                    <a:pt x="950952" y="295130"/>
                  </a:lnTo>
                  <a:lnTo>
                    <a:pt x="950952" y="262338"/>
                  </a:lnTo>
                  <a:lnTo>
                    <a:pt x="950952" y="229545"/>
                  </a:lnTo>
                  <a:lnTo>
                    <a:pt x="950952" y="196753"/>
                  </a:lnTo>
                  <a:lnTo>
                    <a:pt x="950952" y="163961"/>
                  </a:lnTo>
                  <a:lnTo>
                    <a:pt x="950952" y="131169"/>
                  </a:lnTo>
                  <a:lnTo>
                    <a:pt x="950952" y="98376"/>
                  </a:lnTo>
                  <a:lnTo>
                    <a:pt x="950952" y="65584"/>
                  </a:lnTo>
                  <a:lnTo>
                    <a:pt x="950952" y="32792"/>
                  </a:lnTo>
                  <a:lnTo>
                    <a:pt x="950952" y="0"/>
                  </a:lnTo>
                  <a:lnTo>
                    <a:pt x="983234" y="548"/>
                  </a:lnTo>
                  <a:lnTo>
                    <a:pt x="1015479" y="2191"/>
                  </a:lnTo>
                  <a:lnTo>
                    <a:pt x="1047649" y="4928"/>
                  </a:lnTo>
                  <a:lnTo>
                    <a:pt x="1079708" y="8756"/>
                  </a:lnTo>
                  <a:lnTo>
                    <a:pt x="1111618" y="13670"/>
                  </a:lnTo>
                  <a:lnTo>
                    <a:pt x="1143344" y="19664"/>
                  </a:lnTo>
                  <a:lnTo>
                    <a:pt x="1174847" y="26732"/>
                  </a:lnTo>
                  <a:lnTo>
                    <a:pt x="1206093" y="34865"/>
                  </a:lnTo>
                  <a:lnTo>
                    <a:pt x="1237044" y="44054"/>
                  </a:lnTo>
                  <a:lnTo>
                    <a:pt x="1267665" y="54288"/>
                  </a:lnTo>
                  <a:lnTo>
                    <a:pt x="1297922" y="65556"/>
                  </a:lnTo>
                  <a:lnTo>
                    <a:pt x="1327778" y="77845"/>
                  </a:lnTo>
                  <a:lnTo>
                    <a:pt x="1357201" y="91140"/>
                  </a:lnTo>
                  <a:lnTo>
                    <a:pt x="1386155" y="105426"/>
                  </a:lnTo>
                  <a:lnTo>
                    <a:pt x="1414607" y="120687"/>
                  </a:lnTo>
                  <a:lnTo>
                    <a:pt x="1442525" y="136904"/>
                  </a:lnTo>
                  <a:lnTo>
                    <a:pt x="1469876" y="154061"/>
                  </a:lnTo>
                  <a:lnTo>
                    <a:pt x="1496629" y="172135"/>
                  </a:lnTo>
                  <a:lnTo>
                    <a:pt x="1522753" y="191108"/>
                  </a:lnTo>
                  <a:lnTo>
                    <a:pt x="1548218" y="210956"/>
                  </a:lnTo>
                  <a:lnTo>
                    <a:pt x="1572995" y="231658"/>
                  </a:lnTo>
                  <a:lnTo>
                    <a:pt x="1597054" y="253188"/>
                  </a:lnTo>
                  <a:lnTo>
                    <a:pt x="1620369" y="275523"/>
                  </a:lnTo>
                  <a:lnTo>
                    <a:pt x="1642912" y="298636"/>
                  </a:lnTo>
                  <a:lnTo>
                    <a:pt x="1664658" y="322501"/>
                  </a:lnTo>
                  <a:lnTo>
                    <a:pt x="1685581" y="347091"/>
                  </a:lnTo>
                  <a:lnTo>
                    <a:pt x="1705657" y="372377"/>
                  </a:lnTo>
                  <a:lnTo>
                    <a:pt x="1724863" y="398330"/>
                  </a:lnTo>
                  <a:lnTo>
                    <a:pt x="1743177" y="424920"/>
                  </a:lnTo>
                  <a:lnTo>
                    <a:pt x="1760578" y="452116"/>
                  </a:lnTo>
                  <a:lnTo>
                    <a:pt x="1777046" y="479887"/>
                  </a:lnTo>
                  <a:lnTo>
                    <a:pt x="1792561" y="508201"/>
                  </a:lnTo>
                  <a:lnTo>
                    <a:pt x="1807107" y="537025"/>
                  </a:lnTo>
                  <a:lnTo>
                    <a:pt x="1820665" y="566327"/>
                  </a:lnTo>
                  <a:lnTo>
                    <a:pt x="1833221" y="596072"/>
                  </a:lnTo>
                  <a:lnTo>
                    <a:pt x="1844760" y="626226"/>
                  </a:lnTo>
                  <a:lnTo>
                    <a:pt x="1855269" y="656755"/>
                  </a:lnTo>
                  <a:lnTo>
                    <a:pt x="1864736" y="687622"/>
                  </a:lnTo>
                  <a:lnTo>
                    <a:pt x="1873149" y="718794"/>
                  </a:lnTo>
                  <a:lnTo>
                    <a:pt x="1880499" y="750232"/>
                  </a:lnTo>
                  <a:lnTo>
                    <a:pt x="1886778" y="781903"/>
                  </a:lnTo>
                  <a:lnTo>
                    <a:pt x="1891978" y="813768"/>
                  </a:lnTo>
                  <a:lnTo>
                    <a:pt x="1896093" y="845791"/>
                  </a:lnTo>
                  <a:lnTo>
                    <a:pt x="1899119" y="877935"/>
                  </a:lnTo>
                  <a:lnTo>
                    <a:pt x="1901052" y="910164"/>
                  </a:lnTo>
                  <a:lnTo>
                    <a:pt x="1901890" y="942440"/>
                  </a:lnTo>
                  <a:lnTo>
                    <a:pt x="1901631" y="974725"/>
                  </a:lnTo>
                  <a:lnTo>
                    <a:pt x="1900277" y="1006983"/>
                  </a:lnTo>
                  <a:lnTo>
                    <a:pt x="1897829" y="1039177"/>
                  </a:lnTo>
                  <a:lnTo>
                    <a:pt x="1894289" y="1071269"/>
                  </a:lnTo>
                  <a:lnTo>
                    <a:pt x="1889662" y="1103222"/>
                  </a:lnTo>
                  <a:lnTo>
                    <a:pt x="1883953" y="1135000"/>
                  </a:lnTo>
                  <a:lnTo>
                    <a:pt x="1877168" y="1166566"/>
                  </a:lnTo>
                  <a:lnTo>
                    <a:pt x="1869316" y="1197883"/>
                  </a:lnTo>
                  <a:lnTo>
                    <a:pt x="1860405" y="1228915"/>
                  </a:lnTo>
                  <a:lnTo>
                    <a:pt x="1850446" y="1259628"/>
                  </a:lnTo>
                  <a:lnTo>
                    <a:pt x="1839450" y="1289984"/>
                  </a:lnTo>
                  <a:lnTo>
                    <a:pt x="1827430" y="1319950"/>
                  </a:lnTo>
                  <a:lnTo>
                    <a:pt x="1814400" y="1349490"/>
                  </a:lnTo>
                  <a:lnTo>
                    <a:pt x="1800374" y="1378571"/>
                  </a:lnTo>
                  <a:lnTo>
                    <a:pt x="1785369" y="1407159"/>
                  </a:lnTo>
                  <a:lnTo>
                    <a:pt x="1769403" y="1435221"/>
                  </a:lnTo>
                  <a:lnTo>
                    <a:pt x="1752493" y="1462725"/>
                  </a:lnTo>
                  <a:lnTo>
                    <a:pt x="1734659" y="1489640"/>
                  </a:lnTo>
                  <a:lnTo>
                    <a:pt x="1715922" y="1515933"/>
                  </a:lnTo>
                  <a:lnTo>
                    <a:pt x="1696303" y="1541575"/>
                  </a:lnTo>
                  <a:lnTo>
                    <a:pt x="1675824" y="1566537"/>
                  </a:lnTo>
                  <a:lnTo>
                    <a:pt x="1654511" y="1590788"/>
                  </a:lnTo>
                  <a:lnTo>
                    <a:pt x="1632386" y="1614303"/>
                  </a:lnTo>
                  <a:lnTo>
                    <a:pt x="1609476" y="1637052"/>
                  </a:lnTo>
                  <a:lnTo>
                    <a:pt x="1585807" y="1659011"/>
                  </a:lnTo>
                  <a:lnTo>
                    <a:pt x="1561406" y="1680154"/>
                  </a:lnTo>
                  <a:lnTo>
                    <a:pt x="1536301" y="1700456"/>
                  </a:lnTo>
                  <a:lnTo>
                    <a:pt x="1510522" y="1719895"/>
                  </a:lnTo>
                  <a:lnTo>
                    <a:pt x="1484098" y="1738447"/>
                  </a:lnTo>
                  <a:lnTo>
                    <a:pt x="1457059" y="1756091"/>
                  </a:lnTo>
                  <a:lnTo>
                    <a:pt x="1429437" y="1772807"/>
                  </a:lnTo>
                  <a:lnTo>
                    <a:pt x="1401263" y="1788577"/>
                  </a:lnTo>
                  <a:lnTo>
                    <a:pt x="1372570" y="1803380"/>
                  </a:lnTo>
                  <a:lnTo>
                    <a:pt x="1343391" y="1817201"/>
                  </a:lnTo>
                  <a:lnTo>
                    <a:pt x="1313760" y="1830024"/>
                  </a:lnTo>
                  <a:lnTo>
                    <a:pt x="1283711" y="1841833"/>
                  </a:lnTo>
                  <a:lnTo>
                    <a:pt x="1253278" y="1852615"/>
                  </a:lnTo>
                  <a:lnTo>
                    <a:pt x="1222497" y="1862358"/>
                  </a:lnTo>
                  <a:lnTo>
                    <a:pt x="1191402" y="1871051"/>
                  </a:lnTo>
                  <a:lnTo>
                    <a:pt x="1160031" y="1878683"/>
                  </a:lnTo>
                  <a:lnTo>
                    <a:pt x="1128418" y="1885246"/>
                  </a:lnTo>
                  <a:lnTo>
                    <a:pt x="1096601" y="1890732"/>
                  </a:lnTo>
                  <a:lnTo>
                    <a:pt x="1064616" y="1895134"/>
                  </a:lnTo>
                  <a:lnTo>
                    <a:pt x="1032500" y="1898449"/>
                  </a:lnTo>
                  <a:lnTo>
                    <a:pt x="1000290" y="1900671"/>
                  </a:lnTo>
                  <a:lnTo>
                    <a:pt x="968023" y="1901798"/>
                  </a:lnTo>
                  <a:lnTo>
                    <a:pt x="935736" y="1901830"/>
                  </a:lnTo>
                  <a:lnTo>
                    <a:pt x="903467" y="1900765"/>
                  </a:lnTo>
                  <a:lnTo>
                    <a:pt x="871253" y="1898606"/>
                  </a:lnTo>
                  <a:lnTo>
                    <a:pt x="839131" y="1895354"/>
                  </a:lnTo>
                  <a:lnTo>
                    <a:pt x="807137" y="1891014"/>
                  </a:lnTo>
                  <a:lnTo>
                    <a:pt x="775309" y="1885590"/>
                  </a:lnTo>
                  <a:lnTo>
                    <a:pt x="743684" y="1879089"/>
                  </a:lnTo>
                  <a:lnTo>
                    <a:pt x="712298" y="1871519"/>
                  </a:lnTo>
                  <a:lnTo>
                    <a:pt x="681186" y="1862887"/>
                  </a:lnTo>
                  <a:lnTo>
                    <a:pt x="650386" y="1853204"/>
                  </a:lnTo>
                  <a:lnTo>
                    <a:pt x="619932" y="1842481"/>
                  </a:lnTo>
                  <a:lnTo>
                    <a:pt x="589860" y="1830730"/>
                  </a:lnTo>
                  <a:lnTo>
                    <a:pt x="560204" y="1817965"/>
                  </a:lnTo>
                  <a:lnTo>
                    <a:pt x="530998" y="1804201"/>
                  </a:lnTo>
                  <a:lnTo>
                    <a:pt x="502276" y="1789454"/>
                  </a:lnTo>
                  <a:lnTo>
                    <a:pt x="474072" y="1773740"/>
                  </a:lnTo>
                  <a:lnTo>
                    <a:pt x="446417" y="1757077"/>
                  </a:lnTo>
                  <a:lnTo>
                    <a:pt x="419344" y="1739486"/>
                  </a:lnTo>
                  <a:lnTo>
                    <a:pt x="392883" y="1720985"/>
                  </a:lnTo>
                  <a:lnTo>
                    <a:pt x="367066" y="1701597"/>
                  </a:lnTo>
                  <a:lnTo>
                    <a:pt x="341922" y="1681344"/>
                  </a:lnTo>
                  <a:lnTo>
                    <a:pt x="317480" y="1660249"/>
                  </a:lnTo>
                  <a:lnTo>
                    <a:pt x="293768" y="1638336"/>
                  </a:lnTo>
                  <a:lnTo>
                    <a:pt x="270814" y="1615631"/>
                  </a:lnTo>
                  <a:lnTo>
                    <a:pt x="248643" y="1592160"/>
                  </a:lnTo>
                  <a:lnTo>
                    <a:pt x="227282" y="1567950"/>
                  </a:lnTo>
                  <a:lnTo>
                    <a:pt x="206755" y="1543028"/>
                  </a:lnTo>
                  <a:lnTo>
                    <a:pt x="187086" y="1517425"/>
                  </a:lnTo>
                  <a:lnTo>
                    <a:pt x="168298" y="1491168"/>
                  </a:lnTo>
                  <a:lnTo>
                    <a:pt x="150412" y="1464289"/>
                  </a:lnTo>
                  <a:lnTo>
                    <a:pt x="133448" y="1436818"/>
                  </a:lnTo>
                  <a:lnTo>
                    <a:pt x="117427" y="1408786"/>
                  </a:lnTo>
                  <a:lnTo>
                    <a:pt x="102366" y="1380228"/>
                  </a:lnTo>
                  <a:lnTo>
                    <a:pt x="88284" y="1351174"/>
                  </a:lnTo>
                  <a:lnTo>
                    <a:pt x="75196" y="1321659"/>
                  </a:lnTo>
                  <a:lnTo>
                    <a:pt x="63117" y="1291717"/>
                  </a:lnTo>
                  <a:lnTo>
                    <a:pt x="52062" y="1261382"/>
                  </a:lnTo>
                  <a:lnTo>
                    <a:pt x="42043" y="1230689"/>
                  </a:lnTo>
                  <a:lnTo>
                    <a:pt x="33072" y="1199674"/>
                  </a:lnTo>
                  <a:lnTo>
                    <a:pt x="25158" y="1168373"/>
                  </a:lnTo>
                  <a:lnTo>
                    <a:pt x="18312" y="1136820"/>
                  </a:lnTo>
                  <a:lnTo>
                    <a:pt x="12541" y="1105054"/>
                  </a:lnTo>
                  <a:lnTo>
                    <a:pt x="7851" y="1073109"/>
                  </a:lnTo>
                  <a:lnTo>
                    <a:pt x="4249" y="1041024"/>
                  </a:lnTo>
                  <a:lnTo>
                    <a:pt x="1738" y="1008836"/>
                  </a:lnTo>
                  <a:lnTo>
                    <a:pt x="321" y="976580"/>
                  </a:lnTo>
                  <a:lnTo>
                    <a:pt x="0" y="944295"/>
                  </a:lnTo>
                  <a:lnTo>
                    <a:pt x="774" y="912018"/>
                  </a:lnTo>
                  <a:lnTo>
                    <a:pt x="2644" y="879786"/>
                  </a:lnTo>
                  <a:lnTo>
                    <a:pt x="5608" y="847635"/>
                  </a:lnTo>
                  <a:lnTo>
                    <a:pt x="9660" y="815604"/>
                  </a:lnTo>
                  <a:lnTo>
                    <a:pt x="14798" y="783729"/>
                  </a:lnTo>
                  <a:lnTo>
                    <a:pt x="21015" y="752047"/>
                  </a:lnTo>
                  <a:lnTo>
                    <a:pt x="28304" y="720594"/>
                  </a:lnTo>
                  <a:lnTo>
                    <a:pt x="36656" y="689406"/>
                  </a:lnTo>
                  <a:lnTo>
                    <a:pt x="46062" y="658520"/>
                  </a:lnTo>
                  <a:lnTo>
                    <a:pt x="56512" y="627971"/>
                  </a:lnTo>
                  <a:lnTo>
                    <a:pt x="67992" y="597794"/>
                  </a:lnTo>
                  <a:lnTo>
                    <a:pt x="80490" y="568025"/>
                  </a:lnTo>
                  <a:lnTo>
                    <a:pt x="93991" y="538697"/>
                  </a:lnTo>
                  <a:lnTo>
                    <a:pt x="108480" y="509844"/>
                  </a:lnTo>
                  <a:lnTo>
                    <a:pt x="123941" y="481500"/>
                  </a:lnTo>
                  <a:lnTo>
                    <a:pt x="140354" y="453696"/>
                  </a:lnTo>
                  <a:lnTo>
                    <a:pt x="157702" y="426466"/>
                  </a:lnTo>
                  <a:lnTo>
                    <a:pt x="175964" y="399841"/>
                  </a:lnTo>
                  <a:lnTo>
                    <a:pt x="195120" y="373851"/>
                  </a:lnTo>
                  <a:lnTo>
                    <a:pt x="215147" y="348526"/>
                  </a:lnTo>
                  <a:lnTo>
                    <a:pt x="236021" y="323895"/>
                  </a:lnTo>
                  <a:lnTo>
                    <a:pt x="257720" y="299988"/>
                  </a:lnTo>
                  <a:lnTo>
                    <a:pt x="281625" y="322435"/>
                  </a:lnTo>
                  <a:lnTo>
                    <a:pt x="305529" y="344883"/>
                  </a:lnTo>
                  <a:lnTo>
                    <a:pt x="329434" y="367331"/>
                  </a:lnTo>
                  <a:lnTo>
                    <a:pt x="353339" y="389779"/>
                  </a:lnTo>
                  <a:lnTo>
                    <a:pt x="377243" y="412227"/>
                  </a:lnTo>
                  <a:lnTo>
                    <a:pt x="401148" y="434675"/>
                  </a:lnTo>
                  <a:lnTo>
                    <a:pt x="425052" y="457123"/>
                  </a:lnTo>
                  <a:lnTo>
                    <a:pt x="448957" y="479570"/>
                  </a:lnTo>
                  <a:lnTo>
                    <a:pt x="472861" y="502018"/>
                  </a:lnTo>
                  <a:lnTo>
                    <a:pt x="496766" y="524466"/>
                  </a:lnTo>
                  <a:lnTo>
                    <a:pt x="520670" y="546914"/>
                  </a:lnTo>
                  <a:lnTo>
                    <a:pt x="544575" y="569362"/>
                  </a:lnTo>
                  <a:lnTo>
                    <a:pt x="568479" y="591810"/>
                  </a:lnTo>
                  <a:lnTo>
                    <a:pt x="592384" y="614258"/>
                  </a:lnTo>
                  <a:lnTo>
                    <a:pt x="616288" y="636705"/>
                  </a:lnTo>
                  <a:lnTo>
                    <a:pt x="640193" y="659153"/>
                  </a:lnTo>
                  <a:lnTo>
                    <a:pt x="664098" y="681601"/>
                  </a:lnTo>
                  <a:lnTo>
                    <a:pt x="688002" y="704049"/>
                  </a:lnTo>
                  <a:lnTo>
                    <a:pt x="711907" y="726497"/>
                  </a:lnTo>
                  <a:lnTo>
                    <a:pt x="735811" y="748945"/>
                  </a:lnTo>
                  <a:lnTo>
                    <a:pt x="759716" y="771393"/>
                  </a:lnTo>
                  <a:lnTo>
                    <a:pt x="783620" y="793840"/>
                  </a:lnTo>
                  <a:lnTo>
                    <a:pt x="807525" y="816288"/>
                  </a:lnTo>
                  <a:lnTo>
                    <a:pt x="831429" y="838736"/>
                  </a:lnTo>
                  <a:lnTo>
                    <a:pt x="855334" y="861184"/>
                  </a:lnTo>
                  <a:lnTo>
                    <a:pt x="879238" y="883632"/>
                  </a:lnTo>
                  <a:lnTo>
                    <a:pt x="903143" y="906080"/>
                  </a:lnTo>
                  <a:lnTo>
                    <a:pt x="927047" y="928528"/>
                  </a:lnTo>
                  <a:close/>
                </a:path>
              </a:pathLst>
            </a:custGeom>
            <a:solidFill>
              <a:srgbClr val="081F5C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g5"/>
            <p:cNvSpPr/>
            <p:nvPr/>
          </p:nvSpPr>
          <p:spPr>
            <a:xfrm>
              <a:off x="2384410" y="2569464"/>
              <a:ext cx="693231" cy="950975"/>
            </a:xfrm>
            <a:custGeom>
              <a:avLst/>
              <a:pathLst>
                <a:path w="693231" h="950975">
                  <a:moveTo>
                    <a:pt x="693231" y="950975"/>
                  </a:moveTo>
                  <a:lnTo>
                    <a:pt x="669327" y="928528"/>
                  </a:lnTo>
                  <a:lnTo>
                    <a:pt x="645422" y="906080"/>
                  </a:lnTo>
                  <a:lnTo>
                    <a:pt x="621518" y="883632"/>
                  </a:lnTo>
                  <a:lnTo>
                    <a:pt x="597613" y="861184"/>
                  </a:lnTo>
                  <a:lnTo>
                    <a:pt x="573708" y="838736"/>
                  </a:lnTo>
                  <a:lnTo>
                    <a:pt x="549804" y="816288"/>
                  </a:lnTo>
                  <a:lnTo>
                    <a:pt x="525899" y="793840"/>
                  </a:lnTo>
                  <a:lnTo>
                    <a:pt x="501995" y="771393"/>
                  </a:lnTo>
                  <a:lnTo>
                    <a:pt x="478090" y="748945"/>
                  </a:lnTo>
                  <a:lnTo>
                    <a:pt x="454186" y="726497"/>
                  </a:lnTo>
                  <a:lnTo>
                    <a:pt x="430281" y="704049"/>
                  </a:lnTo>
                  <a:lnTo>
                    <a:pt x="406377" y="681601"/>
                  </a:lnTo>
                  <a:lnTo>
                    <a:pt x="382472" y="659153"/>
                  </a:lnTo>
                  <a:lnTo>
                    <a:pt x="358568" y="636705"/>
                  </a:lnTo>
                  <a:lnTo>
                    <a:pt x="334663" y="614258"/>
                  </a:lnTo>
                  <a:lnTo>
                    <a:pt x="310759" y="591810"/>
                  </a:lnTo>
                  <a:lnTo>
                    <a:pt x="286854" y="569362"/>
                  </a:lnTo>
                  <a:lnTo>
                    <a:pt x="262949" y="546914"/>
                  </a:lnTo>
                  <a:lnTo>
                    <a:pt x="239045" y="524466"/>
                  </a:lnTo>
                  <a:lnTo>
                    <a:pt x="215140" y="502018"/>
                  </a:lnTo>
                  <a:lnTo>
                    <a:pt x="191236" y="479570"/>
                  </a:lnTo>
                  <a:lnTo>
                    <a:pt x="167331" y="457123"/>
                  </a:lnTo>
                  <a:lnTo>
                    <a:pt x="143427" y="434675"/>
                  </a:lnTo>
                  <a:lnTo>
                    <a:pt x="119522" y="412227"/>
                  </a:lnTo>
                  <a:lnTo>
                    <a:pt x="95618" y="389779"/>
                  </a:lnTo>
                  <a:lnTo>
                    <a:pt x="71713" y="367331"/>
                  </a:lnTo>
                  <a:lnTo>
                    <a:pt x="47809" y="344883"/>
                  </a:lnTo>
                  <a:lnTo>
                    <a:pt x="23904" y="322435"/>
                  </a:lnTo>
                  <a:lnTo>
                    <a:pt x="0" y="299988"/>
                  </a:lnTo>
                  <a:lnTo>
                    <a:pt x="22552" y="276776"/>
                  </a:lnTo>
                  <a:lnTo>
                    <a:pt x="45882" y="254345"/>
                  </a:lnTo>
                  <a:lnTo>
                    <a:pt x="69961" y="232721"/>
                  </a:lnTo>
                  <a:lnTo>
                    <a:pt x="94763" y="211928"/>
                  </a:lnTo>
                  <a:lnTo>
                    <a:pt x="120257" y="191992"/>
                  </a:lnTo>
                  <a:lnTo>
                    <a:pt x="146415" y="172935"/>
                  </a:lnTo>
                  <a:lnTo>
                    <a:pt x="173206" y="154779"/>
                  </a:lnTo>
                  <a:lnTo>
                    <a:pt x="200600" y="137545"/>
                  </a:lnTo>
                  <a:lnTo>
                    <a:pt x="228564" y="121253"/>
                  </a:lnTo>
                  <a:lnTo>
                    <a:pt x="257066" y="105922"/>
                  </a:lnTo>
                  <a:lnTo>
                    <a:pt x="286074" y="91570"/>
                  </a:lnTo>
                  <a:lnTo>
                    <a:pt x="315553" y="78213"/>
                  </a:lnTo>
                  <a:lnTo>
                    <a:pt x="345470" y="65867"/>
                  </a:lnTo>
                  <a:lnTo>
                    <a:pt x="375789" y="54546"/>
                  </a:lnTo>
                  <a:lnTo>
                    <a:pt x="406476" y="44263"/>
                  </a:lnTo>
                  <a:lnTo>
                    <a:pt x="437495" y="35031"/>
                  </a:lnTo>
                  <a:lnTo>
                    <a:pt x="468810" y="26859"/>
                  </a:lnTo>
                  <a:lnTo>
                    <a:pt x="500385" y="19758"/>
                  </a:lnTo>
                  <a:lnTo>
                    <a:pt x="532184" y="13735"/>
                  </a:lnTo>
                  <a:lnTo>
                    <a:pt x="564169" y="8798"/>
                  </a:lnTo>
                  <a:lnTo>
                    <a:pt x="596303" y="4952"/>
                  </a:lnTo>
                  <a:lnTo>
                    <a:pt x="628550" y="2202"/>
                  </a:lnTo>
                  <a:lnTo>
                    <a:pt x="660872" y="550"/>
                  </a:lnTo>
                  <a:lnTo>
                    <a:pt x="693231" y="0"/>
                  </a:lnTo>
                  <a:lnTo>
                    <a:pt x="693231" y="32792"/>
                  </a:lnTo>
                  <a:lnTo>
                    <a:pt x="693231" y="65584"/>
                  </a:lnTo>
                  <a:lnTo>
                    <a:pt x="693231" y="98376"/>
                  </a:lnTo>
                  <a:lnTo>
                    <a:pt x="693231" y="131169"/>
                  </a:lnTo>
                  <a:lnTo>
                    <a:pt x="693231" y="163961"/>
                  </a:lnTo>
                  <a:lnTo>
                    <a:pt x="693231" y="196753"/>
                  </a:lnTo>
                  <a:lnTo>
                    <a:pt x="693231" y="229545"/>
                  </a:lnTo>
                  <a:lnTo>
                    <a:pt x="693231" y="262338"/>
                  </a:lnTo>
                  <a:lnTo>
                    <a:pt x="693231" y="295130"/>
                  </a:lnTo>
                  <a:lnTo>
                    <a:pt x="693231" y="327922"/>
                  </a:lnTo>
                  <a:lnTo>
                    <a:pt x="693231" y="360715"/>
                  </a:lnTo>
                  <a:lnTo>
                    <a:pt x="693231" y="393507"/>
                  </a:lnTo>
                  <a:lnTo>
                    <a:pt x="693231" y="426299"/>
                  </a:lnTo>
                  <a:lnTo>
                    <a:pt x="693231" y="459091"/>
                  </a:lnTo>
                  <a:lnTo>
                    <a:pt x="693231" y="491884"/>
                  </a:lnTo>
                  <a:lnTo>
                    <a:pt x="693231" y="524676"/>
                  </a:lnTo>
                  <a:lnTo>
                    <a:pt x="693231" y="557468"/>
                  </a:lnTo>
                  <a:lnTo>
                    <a:pt x="693231" y="590260"/>
                  </a:lnTo>
                  <a:lnTo>
                    <a:pt x="693231" y="623053"/>
                  </a:lnTo>
                  <a:lnTo>
                    <a:pt x="693231" y="655845"/>
                  </a:lnTo>
                  <a:lnTo>
                    <a:pt x="693231" y="688637"/>
                  </a:lnTo>
                  <a:lnTo>
                    <a:pt x="693231" y="721430"/>
                  </a:lnTo>
                  <a:lnTo>
                    <a:pt x="693231" y="754222"/>
                  </a:lnTo>
                  <a:lnTo>
                    <a:pt x="693231" y="787014"/>
                  </a:lnTo>
                  <a:lnTo>
                    <a:pt x="693231" y="819806"/>
                  </a:lnTo>
                  <a:lnTo>
                    <a:pt x="693231" y="852599"/>
                  </a:lnTo>
                  <a:lnTo>
                    <a:pt x="693231" y="885391"/>
                  </a:lnTo>
                  <a:lnTo>
                    <a:pt x="693231" y="918183"/>
                  </a:lnTo>
                  <a:close/>
                </a:path>
              </a:pathLst>
            </a:custGeom>
            <a:solidFill>
              <a:srgbClr val="9DC3E6">
                <a:alpha val="100000"/>
              </a:srgbClr>
            </a:solidFill>
            <a:ln w="21681" cap="flat">
              <a:solidFill>
                <a:srgbClr val="F2F2F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6"/>
            <p:cNvSpPr/>
            <p:nvPr/>
          </p:nvSpPr>
          <p:spPr>
            <a:xfrm>
              <a:off x="3088550" y="3757876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87%</a:t>
              </a:r>
            </a:p>
          </p:txBody>
        </p:sp>
        <p:sp>
          <p:nvSpPr>
            <p:cNvPr id="9" name="tx7"/>
            <p:cNvSpPr/>
            <p:nvPr/>
          </p:nvSpPr>
          <p:spPr>
            <a:xfrm>
              <a:off x="3058946" y="3981612"/>
              <a:ext cx="41506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(179)</a:t>
              </a:r>
            </a:p>
          </p:txBody>
        </p:sp>
        <p:sp>
          <p:nvSpPr>
            <p:cNvPr id="10" name="tx8"/>
            <p:cNvSpPr/>
            <p:nvPr/>
          </p:nvSpPr>
          <p:spPr>
            <a:xfrm>
              <a:off x="2710872" y="2885113"/>
              <a:ext cx="355860" cy="1345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1" name="tx9"/>
            <p:cNvSpPr/>
            <p:nvPr/>
          </p:nvSpPr>
          <p:spPr>
            <a:xfrm>
              <a:off x="2730710" y="3108849"/>
              <a:ext cx="3161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(26)</a:t>
              </a:r>
            </a:p>
          </p:txBody>
        </p:sp>
      </p:grpSp>
      <p:sp>
        <p:nvSpPr>
          <p:cNvPr id="12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¿Cuál es su ingreso mensual aproximado? (en soles)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24448" y="246126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1,501 a S/ 2,500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628736" y="2478024"/>
            <a:ext cx="61132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276632" y="24688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24448" y="310134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2,501 a S/ 3,500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628736" y="3118104"/>
            <a:ext cx="122264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9887953" y="310896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24448" y="374142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3,501 a S/ 4,500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628736" y="3758184"/>
            <a:ext cx="168113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346443" y="37490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324448" y="438150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S/ 4,501 a S/ 5,500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628736" y="4398264"/>
            <a:ext cx="152830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93613" y="43891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324448" y="502158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S/ 5,501 a más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628736" y="5038344"/>
            <a:ext cx="2368868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1034179" y="5029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324448" y="5661660"/>
            <a:ext cx="219456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Prefiero no responder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8628736" y="5678424"/>
            <a:ext cx="22924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894557" y="56692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205 egresados. El ingreso, 179 que trabajan de manera dependiente. Los rangos van en su orden, no por frecuencia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p_slide_2_graficos: p_pie (dicotómica) + p_barras_agrupadas con orden del instrumento (orden_barras = «instrumento» u orden manual que manda: H51)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888922" y="2331720"/>
            <a:ext cx="2377440" cy="23774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888922" y="214884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círculo, d = 6.60 cm, 6.60 x 6.60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628736" y="2286000"/>
            <a:ext cx="2653132" cy="3840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8628736" y="2103120"/>
            <a:ext cx="265313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7.37 x 10.67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VALORACIÓN DE LA CARRERA POR COHORTE DE EGRESO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212263"/>
            <a:ext cx="301752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formación recibida responde a las demandas del mercado laboral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210223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2019 a 2023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38225"/>
            <a:ext cx="113386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64608" y="2038225"/>
            <a:ext cx="77175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864608" y="2102233"/>
            <a:ext cx="7680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632704" y="2038225"/>
            <a:ext cx="302117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5632704" y="2102233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650224" y="2038225"/>
            <a:ext cx="148498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650224" y="2102233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131552" y="2038225"/>
            <a:ext cx="109728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04258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517136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80930" y="197421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131552" y="1965073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9838944" y="174561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424160" y="209308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291840" y="284350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Antes de 2019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2779493"/>
            <a:ext cx="277978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029200" y="2779493"/>
            <a:ext cx="121066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029200" y="2843501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236208" y="2779493"/>
            <a:ext cx="280172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236208" y="2843501"/>
            <a:ext cx="27980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034272" y="2779493"/>
            <a:ext cx="99121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034272" y="2843501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21824" y="2779493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86554" y="271548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99432" y="248688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126066" y="271548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838944" y="248688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283435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4077285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Recomendaría la carrera a otras personas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291840" y="386819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2019 a 2023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804187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09744" y="3804187"/>
            <a:ext cx="33284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654296" y="386819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138928" y="3804187"/>
            <a:ext cx="208849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38928" y="3868195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223760" y="3804187"/>
            <a:ext cx="2966314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23760" y="3868195"/>
            <a:ext cx="29626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186416" y="3804187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776826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448970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208362" y="374017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131552" y="3731035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38944" y="351157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0424160" y="385905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291840" y="4609463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Antes de 2019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754880" y="4545455"/>
            <a:ext cx="168250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919472" y="4545455"/>
            <a:ext cx="49743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846320" y="460946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413248" y="4545455"/>
            <a:ext cx="241767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5413248" y="4609463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7827264" y="4545455"/>
            <a:ext cx="225308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7827264" y="4609463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076688" y="4545455"/>
            <a:ext cx="164592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831690" y="448144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544568" y="425284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153498" y="4481447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131552" y="4472303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38944" y="4252847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0424160" y="4600319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85%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7327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842516" y="5336713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0497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4159504" y="5336713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793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689092" y="5336713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68676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6977380" y="5336713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89306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9040368" y="5336713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67 egresados de 2019 a 2023 y 115 egresados antes de 2019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 con filtros por cohorte. Una fila por base declarada)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1732788" y="5336713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732788" y="5153833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LAS AUTORIDADES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80390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Cargo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75688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Decano(a) o director(a)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665476" y="2112264"/>
            <a:ext cx="91494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653577" y="2075688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 (2)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59736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Coordinador(a)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665476" y="2496312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5026000" y="2459736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(5)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43784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Jefe(a) de departamento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665476" y="2880360"/>
            <a:ext cx="1372423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111051" y="2843784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 (3)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227832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Secretario(a) académico(a)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665476" y="3264408"/>
            <a:ext cx="91494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3653577" y="3227832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 (2)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Años en el cargo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2075688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2 años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701888" y="2112264"/>
            <a:ext cx="1524914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299954" y="2075688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 (4)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2459736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2 a 4 años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701888" y="2496312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1062411" y="2459736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 (6)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324448" y="2843784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4 años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01888" y="2880360"/>
            <a:ext cx="762457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537497" y="2843784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 (2)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Sexo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4553712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Mujer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665476" y="4590288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026000" y="4553712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 (7)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937760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Hombre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665476" y="4974336"/>
            <a:ext cx="1633837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372465" y="4937760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(5)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324448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Máximo grado alcanzado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324448" y="4553712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Magíster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701888" y="4590288"/>
            <a:ext cx="1633837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08876" y="4553712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(5)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324448" y="4937760"/>
            <a:ext cx="21945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Doctor(a)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701888" y="4974336"/>
            <a:ext cx="228737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062411" y="4937760"/>
            <a:ext cx="100584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 (7)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12 autoridades. Con menos de 30 casos, la moderna rotula frecuencias («5 de 12») y no porcentajes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p_slide_4_graficos_poblacion: p_barras_agrupadas x4 con formato_valor = «n» cuando la base es menor de 30 (PROPUESTA de regla)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EMPLEADORES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80390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Sector de la organización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7568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Privado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122676" y="2112264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34560" y="207568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 (14)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59736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22676" y="2496312"/>
            <a:ext cx="1117756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313584" y="2459736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(9)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43784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ONG u organismo internacional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122676" y="2880360"/>
            <a:ext cx="372585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568413" y="2843784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 (3)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 de la organización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4448" y="207568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Grande (más de 250 trabajadores)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159088" y="2112264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970971" y="207568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 (12)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2459736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Mediana (50 a 250)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159088" y="2496312"/>
            <a:ext cx="1159154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391394" y="2459736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 (8)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2843784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Pequeña (menos de 50)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9159088" y="2880360"/>
            <a:ext cx="869366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101605" y="2843784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 (6)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Cargo de quien responde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4553712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Gerente o director(a)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3122676" y="4590288"/>
            <a:ext cx="154553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741367" y="4553712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 (8)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4937760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Jefe(a) de área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122676" y="4974336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934560" y="4937760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(9)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532180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Coordinador(a) o supervisor(a)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3122676" y="5358384"/>
            <a:ext cx="96596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161790" y="532180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 (5)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5705856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Recursos humanos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22676" y="5742432"/>
            <a:ext cx="772770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968598" y="5705856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 (4)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324448" y="3986784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Años de vínculo con egresados de la carrera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324448" y="4553712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3 años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159088" y="4590288"/>
            <a:ext cx="94839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180639" y="4553712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 (6)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4448" y="4937760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3 a 5 años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159088" y="4974336"/>
            <a:ext cx="1422599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654838" y="4937760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 (9)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324448" y="5321808"/>
            <a:ext cx="265176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5 años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159088" y="5358384"/>
            <a:ext cx="1738732" cy="21945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970971" y="5321808"/>
            <a:ext cx="10972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42% (11)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26 empleadores que contratan o supervisan egresados de la carrera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p_slide_4_graficos_poblacion: p_pie (sector) + p_barras_agrupadas x3, con formato_valor = «n» cuando la base es menor de 30 (PROPUESTA de regla)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EMPLEADORES PARTICIPANTES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973836" y="1691640"/>
          <a:ext cx="10424160" cy="36576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1554480"/>
                <a:gridCol w="155448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Sector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institución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Empleadores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CA5651">
                        <a:alpha val="100000"/>
                      </a:srgbClr>
                    </a:solidFill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Privado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Empresa grande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v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Privado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Empresa mediana o pequeña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rowSpan="2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Ministerio u organismo nacional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v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Público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Gobierno regional o local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ONG u organismo internacional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Organismo internacional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Educativo e investigación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Universidad o centro de investigación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0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</a:p>
                  </a:txBody>
                  <a:tcPr anchor="ctr" marB="114300" marT="114300" marR="0" marL="0">
                    <a:lnL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Todas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081F5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</a:p>
                  </a:txBody>
                  <a:tcPr anchor="ctr" marB="114300" marT="114300" marR="0" marL="0">
                    <a:lnL algn="ctr" cmpd="sng" cap="flat" w="0">
                      <a:noFill/>
                      <a:prstDash val="solid"/>
                    </a:lnL>
                    <a:lnR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26 empleadores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p_tabla (conteos por tipo de institución y sector)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73836" y="1691640"/>
            <a:ext cx="10424160" cy="36576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73836" y="1508760"/>
            <a:ext cx="104241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 de conteos, 28.96 x 10.16 cm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ESCALAS, ETIQUETAS Y FORMATOS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UTILIDAD DE LOS OBJETIVOS EDUCACIONALES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43193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OE1: Diseña soluciones de ingeniería sostenibles y seguras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040729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09744" y="2040729"/>
            <a:ext cx="11338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19472" y="2040729"/>
            <a:ext cx="170444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919472" y="2104737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620256" y="2040729"/>
            <a:ext cx="3624682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20256" y="2104737"/>
            <a:ext cx="36210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776826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489704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59122" y="1976721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864608" y="1967577"/>
            <a:ext cx="33832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0328" y="1748121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424160" y="2095593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2777267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OE2: Gestiona proyectos en equipos multidisciplinarios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54880" y="2874803"/>
            <a:ext cx="5852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809744" y="2874803"/>
            <a:ext cx="552298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64024" y="293881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358384" y="2874803"/>
            <a:ext cx="170444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358384" y="2938811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7059168" y="2874803"/>
            <a:ext cx="313090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059168" y="2938811"/>
            <a:ext cx="312724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57%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186416" y="2874803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76826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489704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208362" y="281079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131552" y="2801651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838944" y="258219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424160" y="292966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3611341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OE3: Se actualiza de forma permanente en su campo profesional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3708877"/>
            <a:ext cx="223114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74336" y="3708877"/>
            <a:ext cx="208849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974336" y="3772885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059168" y="3708877"/>
            <a:ext cx="318577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059168" y="3772885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59122" y="364486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572000" y="341626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0424160" y="376374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4445415"/>
            <a:ext cx="4238244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OE4: Actúa con ética y responsabilidad social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754880" y="4542951"/>
            <a:ext cx="168250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919472" y="4542951"/>
            <a:ext cx="159471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919472" y="4606959"/>
            <a:ext cx="159105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510528" y="4542951"/>
            <a:ext cx="367954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510528" y="4606959"/>
            <a:ext cx="36758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186416" y="4542951"/>
            <a:ext cx="54864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831690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544568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0208362" y="4478943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131552" y="4469799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38944" y="4250343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0424160" y="4597815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31551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3264916" y="5336713"/>
            <a:ext cx="8966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útil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2529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362704" y="5336713"/>
            <a:ext cx="871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Poco útil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53253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435092" y="5336713"/>
            <a:ext cx="502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Útil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60294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6139180" y="5336713"/>
            <a:ext cx="12776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útil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75082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7617968" y="5336713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p_slide_1_grafico_narrativo: p_barras_multiapiladas (modo var), escala de utilidad con Top Two Box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3155188" y="5336713"/>
            <a:ext cx="50876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3155188" y="5153833"/>
            <a:ext cx="50876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14.13 x 0.76 cm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AUTOPERCEPCIÓN DE COMPETENCIAS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32588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0347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Diseña soluciones de ingeniería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95681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09744" y="1956816"/>
            <a:ext cx="38770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19659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193792" y="1956816"/>
            <a:ext cx="219821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193792" y="1965960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388352" y="1956816"/>
            <a:ext cx="285658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388352" y="1965960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76826" y="189280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489704" y="166420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424160" y="19568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59842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Gestiona proyectos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54880" y="2651760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864608" y="2651760"/>
            <a:ext cx="4425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764024" y="266090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303520" y="2651760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303520" y="2660904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882128" y="2651760"/>
            <a:ext cx="23628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882128" y="2660904"/>
            <a:ext cx="23591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804258" y="25877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17136" y="23591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0424160" y="26517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29336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comunica de forma efectiva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754880" y="3346704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809744" y="3346704"/>
            <a:ext cx="33284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654296" y="3355848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5138928" y="3346704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138928" y="3355848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607808" y="3346704"/>
            <a:ext cx="263713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607808" y="3355848"/>
            <a:ext cx="263347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776826" y="328269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489704" y="305409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398830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Trabaja en equipos multidisciplinarios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754880" y="4041648"/>
            <a:ext cx="16825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919472" y="4041648"/>
            <a:ext cx="192389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919472" y="4050792"/>
            <a:ext cx="19202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839712" y="4041648"/>
            <a:ext cx="34052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839712" y="4050792"/>
            <a:ext cx="34015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31690" y="39776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44568" y="37490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424160" y="40416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468325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 e innova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754880" y="4736592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4919472" y="4736592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4919472" y="4745736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5742432" y="4736592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5742432" y="4745736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485632" y="4736592"/>
            <a:ext cx="170444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8485632" y="4745736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0186416" y="4736592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831690" y="46725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544568" y="44439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208362" y="467258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31552" y="4663440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838944" y="444398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424160" y="473659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929638" y="54772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039366" y="5413248"/>
            <a:ext cx="1506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competente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637026" y="54772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746754" y="5413248"/>
            <a:ext cx="1480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Poco competente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319014" y="54772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428742" y="5413248"/>
            <a:ext cx="1125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Competente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645402" y="54772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755130" y="5413248"/>
            <a:ext cx="1887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competente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733790" y="54772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843518" y="5413248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var), escala de competencia con Top Two Box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4754880" y="1737360"/>
            <a:ext cx="5486400" cy="340156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4754880" y="155448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9.45 cm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1929638" y="5413248"/>
            <a:ext cx="75387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929638" y="5230368"/>
            <a:ext cx="75387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20.94 x 0.76 cm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 DE LAS EXPERIENCIAS FORMATIVAS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289048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 de las prácticas preprofesionales en la formación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809744" y="1819656"/>
            <a:ext cx="22311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29200" y="1819656"/>
            <a:ext cx="18141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029200" y="1828800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839712" y="1819656"/>
            <a:ext cx="329549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839712" y="1828800"/>
            <a:ext cx="329184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7682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48970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4913986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919472" y="1746504"/>
            <a:ext cx="2834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910328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93%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754880" y="2441448"/>
            <a:ext cx="16825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919472" y="2441448"/>
            <a:ext cx="153985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919472" y="2450592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55664" y="2441448"/>
            <a:ext cx="37344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455664" y="2450592"/>
            <a:ext cx="37307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186416" y="2441448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831690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544568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208362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131552" y="2368296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38944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754880" y="3063240"/>
            <a:ext cx="1133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864608" y="3063240"/>
            <a:ext cx="208849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4864608" y="3072384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949440" y="3063240"/>
            <a:ext cx="31857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949440" y="3072384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131552" y="306324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804258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517136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180930" y="299923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131552" y="299008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838944" y="277063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4392168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Importancia de la investigación en la formación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291840" y="393192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754880" y="3922776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919472" y="3922776"/>
            <a:ext cx="82661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919472" y="3931920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742432" y="3922776"/>
            <a:ext cx="252740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742432" y="3931920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266176" y="3922776"/>
            <a:ext cx="18141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8266176" y="3931920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076688" y="3922776"/>
            <a:ext cx="16459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4831690" y="38587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4544568" y="36301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153498" y="385876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0131552" y="3849624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38944" y="363016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10424160" y="39227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79%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291840" y="455371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4544568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64608" y="4544568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864608" y="4553712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522976" y="4544568"/>
            <a:ext cx="247253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5522976" y="4553712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7991856" y="4544568"/>
            <a:ext cx="214335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7991856" y="4553712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131552" y="4544568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804258" y="44805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517136" y="42519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180930" y="44805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10131552" y="447141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38944" y="42519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10424160" y="454456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3291840" y="517550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754880" y="5166360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809744" y="5166360"/>
            <a:ext cx="33284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4654296" y="517550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5138928" y="5166360"/>
            <a:ext cx="225308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5138928" y="5175504"/>
            <a:ext cx="22494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7388352" y="5166360"/>
            <a:ext cx="274685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7388352" y="5175504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131552" y="516636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4776826" y="51023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4489704" y="48737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10180930" y="51023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10131552" y="509320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9838944" y="48737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10424160" y="51663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336038" y="590702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445766" y="5843016"/>
            <a:ext cx="1430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Nada importante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3967226" y="590702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4076954" y="5843016"/>
            <a:ext cx="14046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Poco importante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5573014" y="590702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5682742" y="5843016"/>
            <a:ext cx="1010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Importante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6785102" y="590702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6894830" y="5843016"/>
            <a:ext cx="1341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importante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8327390" y="59070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8437118" y="5843016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estudiantes, 314 egresados y 148 docentes</a:t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103</a:t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(var_cruce), escala de importancia con Top Two Box</a:t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16" name=""/>
          <p:cNvSpPr>
            <a:spLocks noGrp="1"/>
          </p:cNvSpPr>
          <p:nvPr>
            </p:nvPr>
        </p:nvSpPr>
        <p:spPr>
          <a:xfrm>
            <a:off x="4754880" y="1600200"/>
            <a:ext cx="5486400" cy="396849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7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11.02 cm</a:t>
            </a:r>
          </a:p>
        </p:txBody>
      </p:sp>
      <p:sp>
        <p:nvSpPr>
          <p:cNvPr id="118" name=""/>
          <p:cNvSpPr>
            <a:spLocks noGrp="1"/>
          </p:cNvSpPr>
          <p:nvPr>
            </p:nvPr>
        </p:nvSpPr>
        <p:spPr>
          <a:xfrm>
            <a:off x="2336038" y="5843016"/>
            <a:ext cx="67259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9" name=""/>
          <p:cNvSpPr>
            <a:spLocks noGrp="1"/>
          </p:cNvSpPr>
          <p:nvPr>
            </p:nvPr>
        </p:nvSpPr>
        <p:spPr>
          <a:xfrm>
            <a:off x="2336038" y="5660136"/>
            <a:ext cx="67259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18.68 x 0.76 cm</a:t>
            </a:r>
          </a:p>
        </p:txBody>
      </p:sp>
      <p:sp>
        <p:nvSpPr>
          <p:cNvPr id="12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LOS SERVICIOS DE BIENESTAR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289048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 de comedor y espacios para consumo de alimentos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19656"/>
            <a:ext cx="49743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248656" y="1819656"/>
            <a:ext cx="137525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48656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20256" y="1819656"/>
            <a:ext cx="269199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620256" y="1828800"/>
            <a:ext cx="26883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49%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308592" y="1819656"/>
            <a:ext cx="826618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308592" y="1828800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131552" y="1819656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80930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31552" y="1746504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2441448"/>
            <a:ext cx="383903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624963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135126" y="2441448"/>
            <a:ext cx="114439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135126" y="2450592"/>
            <a:ext cx="114073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275862" y="2441448"/>
            <a:ext cx="320858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275862" y="2450592"/>
            <a:ext cx="320492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480789" y="2441448"/>
            <a:ext cx="764149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480789" y="2450592"/>
            <a:ext cx="76049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424160" y="244144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754880" y="3063240"/>
            <a:ext cx="44257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654296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193792" y="3063240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193792" y="3072384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291072" y="3063240"/>
            <a:ext cx="351495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291072" y="3072384"/>
            <a:ext cx="35112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02368" y="3063240"/>
            <a:ext cx="4425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701784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424160" y="306324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4392168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 médico de la universidad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291840" y="393192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54880" y="3922776"/>
            <a:ext cx="33284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599432" y="39319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5084064" y="3922776"/>
            <a:ext cx="110093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5084064" y="3931920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181344" y="3922776"/>
            <a:ext cx="197876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181344" y="3931920"/>
            <a:ext cx="19751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8156448" y="3922776"/>
            <a:ext cx="104607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8156448" y="3931920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198864" y="3922776"/>
            <a:ext cx="104241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198864" y="3931920"/>
            <a:ext cx="10424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10424160" y="39227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3291840" y="455371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754880" y="4544568"/>
            <a:ext cx="5852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809744" y="4544568"/>
            <a:ext cx="88148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809744" y="4553712"/>
            <a:ext cx="8778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687568" y="4544568"/>
            <a:ext cx="3350362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5687568" y="4553712"/>
            <a:ext cx="33467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034272" y="4544568"/>
            <a:ext cx="121066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034272" y="4553712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776826" y="448056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489704" y="425196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424160" y="454456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291840" y="517550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5166360"/>
            <a:ext cx="66202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5175504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5413248" y="5166360"/>
            <a:ext cx="88148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413248" y="5175504"/>
            <a:ext cx="8778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6291072" y="5166360"/>
            <a:ext cx="351495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6291072" y="5175504"/>
            <a:ext cx="35112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802368" y="5166360"/>
            <a:ext cx="4425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701784" y="517550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0424160" y="516636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967738" y="590702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077466" y="5843016"/>
            <a:ext cx="1430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3598926" y="590702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708654" y="5843016"/>
            <a:ext cx="1099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899914" y="590702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5009642" y="5843016"/>
            <a:ext cx="998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6099302" y="590702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6209030" y="5843016"/>
            <a:ext cx="1303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7603490" y="59070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7713218" y="5843016"/>
            <a:ext cx="1899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he usado el servicio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201 estudiantes, 92 docentes y 25 administrativos. «No he usado el servicio» cuenta en la base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104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(var_cruce). Robustez: la opción «No he usado» sólo existe en estudiantes. Se iguala por significado y va al final en gris (H58)</a:t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4754880" y="1600200"/>
            <a:ext cx="5486400" cy="396849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11.02 cm</a:t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1967738" y="5843016"/>
            <a:ext cx="74625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1967738" y="5660136"/>
            <a:ext cx="74625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20.73 x 0.76 cm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SALUD Y BIENESTAR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289048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el servicio de salud de la universidad?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3291840" y="182880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819656"/>
            <a:ext cx="5365736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1828800"/>
            <a:ext cx="53620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0116958" y="1819656"/>
            <a:ext cx="1034826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0116958" y="1828800"/>
            <a:ext cx="103116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148127" y="1819656"/>
            <a:ext cx="481212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1068693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329184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754880" y="2441448"/>
            <a:ext cx="6259415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54880" y="2450592"/>
            <a:ext cx="625575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91%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010638" y="2441448"/>
            <a:ext cx="416125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896832" y="245059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423105" y="2441448"/>
            <a:ext cx="20623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1520736" y="237744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227003" y="214884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291840" y="307238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3063240"/>
            <a:ext cx="6534394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54880" y="3072384"/>
            <a:ext cx="6530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1285616" y="3063240"/>
            <a:ext cx="347381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137438" y="3072384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392168"/>
            <a:ext cx="3017520" cy="4876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el servicio de bienestar psicológico?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3291840" y="393192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754880" y="3922776"/>
            <a:ext cx="577820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754880" y="3931920"/>
            <a:ext cx="57745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529426" y="3922776"/>
            <a:ext cx="759848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529426" y="3931920"/>
            <a:ext cx="75619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285616" y="3922776"/>
            <a:ext cx="343723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137438" y="39319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291840" y="4553712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754880" y="4544568"/>
            <a:ext cx="495326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754880" y="4553712"/>
            <a:ext cx="494961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704491" y="4544568"/>
            <a:ext cx="1378549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704491" y="4553712"/>
            <a:ext cx="13748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079382" y="4544568"/>
            <a:ext cx="549957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034321" y="455371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291840" y="5175504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754880" y="5166360"/>
            <a:ext cx="412833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54880" y="5175504"/>
            <a:ext cx="41246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8879556" y="5166360"/>
            <a:ext cx="2065995" cy="292608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8879556" y="5175504"/>
            <a:ext cx="206233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941893" y="5166360"/>
            <a:ext cx="687446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941893" y="5175504"/>
            <a:ext cx="68744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919066" y="5907024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5028794" y="5843016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34254" y="5907024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643982" y="5843016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212942" y="590702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322670" y="5843016"/>
            <a:ext cx="858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sabe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estudiantes, 148 docentes y 43 administrativos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105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(var_cruce, dicotómica con «No sabe» al final en gris)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1600200"/>
            <a:ext cx="6874459" cy="396849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754880" y="1417320"/>
            <a:ext cx="6874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19.10 x 11.02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919066" y="5843016"/>
            <a:ext cx="2079244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4919066" y="5660136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5.78 x 0.76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 DEL EGRESADO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¿Cuánto tiempo le tomó conseguir su primer empleo?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452116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Menos de 2 meses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500884" y="2468880"/>
            <a:ext cx="245051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987970" y="245973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165348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2 y 5 meses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00884" y="3182112"/>
            <a:ext cx="199910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36561" y="31729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878580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 6 meses y un año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500884" y="3895344"/>
            <a:ext cx="109628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633741" y="3886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4591812"/>
            <a:ext cx="2103120" cy="2895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Más de un año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500884" y="4608576"/>
            <a:ext cx="58038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3117844" y="45994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5205984"/>
            <a:ext cx="2103120" cy="4876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he encontrado trabajo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500884" y="5321808"/>
            <a:ext cx="322436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59896" y="531266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095848" y="1508760"/>
            <a:ext cx="7315" cy="463600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24448" y="150876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Sector en el que trabaja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2088642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Privado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720176" y="2093976"/>
            <a:ext cx="228722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043976" y="20848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4448" y="2417826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720176" y="2423160"/>
            <a:ext cx="134250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099253" y="241401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324448" y="2659380"/>
            <a:ext cx="2286000" cy="4419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Estudio propio o independiente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8720176" y="2752344"/>
            <a:ext cx="696112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452863" y="27432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324448" y="2988564"/>
            <a:ext cx="2286000" cy="4419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ONG u organismo internacional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720176" y="3081528"/>
            <a:ext cx="298334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055085" y="307238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324448" y="3405378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Educativo e investigación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8720176" y="3410712"/>
            <a:ext cx="248611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005363" y="34015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324448" y="3734562"/>
            <a:ext cx="2286000" cy="2667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720176" y="3739896"/>
            <a:ext cx="99445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8856196" y="37307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324448" y="4251960"/>
            <a:ext cx="5579212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324448" y="4389120"/>
            <a:ext cx="55792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Su trabajo se relaciona con la formación recibida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0714939" y="470916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324448" y="5265420"/>
            <a:ext cx="1097280" cy="25908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531456" y="5239512"/>
            <a:ext cx="77386" cy="31089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605184" y="5239512"/>
            <a:ext cx="335434" cy="31089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451032" y="5257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7936960" y="5239512"/>
            <a:ext cx="1515083" cy="31089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936960" y="5257800"/>
            <a:ext cx="151142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448385" y="5239512"/>
            <a:ext cx="1736267" cy="31089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448385" y="5257800"/>
            <a:ext cx="17326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180995" y="5239512"/>
            <a:ext cx="36864" cy="31089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562833" y="51755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275712" y="49469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193941" y="517550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1108131" y="5166360"/>
            <a:ext cx="91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815523" y="494690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1217859" y="5257800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314 egresados. Sector y relación con la formación, 298 que trabajan. El tiempo va en su orden y «No he encontrado trabajo» al final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106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p_slide_3_graficos_1mas2: p_barras_agrupadas (ordinal con residual al final) + p_barras_agrupadas + p_barras_apiladas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500884" y="2240280"/>
            <a:ext cx="2744572" cy="35661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500884" y="2057400"/>
            <a:ext cx="274457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7.62 x 9.91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8720176" y="2057400"/>
            <a:ext cx="2561692" cy="197510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8720176" y="1874520"/>
            <a:ext cx="2561692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0.71 cm, 7.12 x 5.49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7531456" y="5029200"/>
            <a:ext cx="3686404" cy="6400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7531456" y="4846320"/>
            <a:ext cx="368640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0.86 cm, 10.24 x 1.78 cm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HERRAMIENTAS DE INTELIGENCIA ARTIFICIAL QUE USA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¿Qué herramientas de inteligencia artificial usa en sus funciones laborales?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77440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IA generativa (ChatGPT, Copilot, etc.)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539996" y="2386584"/>
            <a:ext cx="5841617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0473053" y="2377440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99% (172)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054096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Automatización inteligente (RPA + IA)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39996" y="3063240"/>
            <a:ext cx="767081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398517" y="3054096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 (23)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730752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Analítica avanzada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539996" y="3739896"/>
            <a:ext cx="649069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5280505" y="3730752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 (19)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4407408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39996" y="4416552"/>
            <a:ext cx="413044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044480" y="4407408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 (12)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5084064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Visión computacional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539996" y="5093208"/>
            <a:ext cx="59006" cy="3291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4690442" y="5084064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 (2)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5760720"/>
            <a:ext cx="40233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precisa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39996" y="5769864"/>
            <a:ext cx="59006" cy="329184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690442" y="5760720"/>
            <a:ext cx="14630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 (2)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174 egresados que usan IA en sus funciones laborales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107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p_barras_agrupadas con mostrar_frecuencia = TRUE (preset por proyecto: H49)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539996" y="2377440"/>
            <a:ext cx="5900623" cy="405993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539996" y="2194560"/>
            <a:ext cx="5900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con «% (n)», 16.39 x 11.28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 «OTROS»: ¿CUÁL ES SU PUESTO ACTUAL?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60020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proyectos (7)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8424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diseño (6)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6829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aplicaciones (5)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75234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Planificador de mantenimiento (5)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313639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diseño mecánico (2)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352044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tuberías (2)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390448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mecánico (2)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428853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mecánico intermedio (2)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88036" y="467258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Asesor técnico comercial (1)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505663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Comprador corporativo (1)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544068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Consultor técnico (1)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324448" y="160020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Ejecutivo comercial (1)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324448" y="198424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Ejecutivo de riesgos (1)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324448" y="236829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Gestor comercial (1)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24448" y="275234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Gestor de proyectos (1)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324448" y="313639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Ingeniera de manufactura (1)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324448" y="352044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estrategias (1)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24448" y="3904488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mantenimiento mecánico (1)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324448" y="4288536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planeamiento (1)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324448" y="4672584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procesos de información (1)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324448" y="5056632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soporte de producto (1)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24448" y="5440680"/>
            <a:ext cx="5579212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•  Ingeniero de ventas (1)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62 respuestas en «Otros» en la pregunta ¿Cuál es su puesto actual?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108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auto_otros_slides: PROPUESTA (agrupar por texto normalizado, contar, ordenar y repartir en 2 columnas. Sólo si hay 5 o más respuestas: H45, H46)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1600200"/>
            <a:ext cx="11615623" cy="422452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141732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dos columnas, orden por frecuencia, 32.27 x 11.73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QUÉ PODRÍA MEJORAR LA CARRERA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371600"/>
            <a:ext cx="11155680" cy="4876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Después de todos sus años de egreso, coméntenos en qué podría mejorar la carrera de Ingeniería Mecánica para que los egresados sean mejor empleados y respondan al mercado laboral: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39112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Integración de herramientas digitales para diseño, simulación, software especializado, análisis de datos e inteligencia artificial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432804" y="2121408"/>
            <a:ext cx="448987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0959253" y="213055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88036" y="2459736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Actualización del plan de estudios, modernización de cursos y ampliación de electivos según demandas profesionales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432804" y="2542032"/>
            <a:ext cx="4180227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0649607" y="255117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2880360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práctica industrial en campo, talleres, laboratorios, fabricación y resolución de casos reales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432804" y="2962656"/>
            <a:ext cx="4025404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494784" y="29718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300984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Profundización en rubros mecánicos de alta demanda: minería, energía, mantenimiento, plantas, maquinaria, diseño e hidráulica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432804" y="3383280"/>
            <a:ext cx="325128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720668" y="339242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88036" y="3721608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Mayor vinculación docente con la industria, actualización profesional y mejora de metodologías de enseñanza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432804" y="3803904"/>
            <a:ext cx="232234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791728" y="381304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4142232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sobre perfiles profesionales, campos laborales, rubros de especialización y condiciones del mercado peruano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432804" y="4224528"/>
            <a:ext cx="232234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791728" y="42336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8036" y="4562856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comunicación, liderazgo, trabajo interdisciplinario y habilidades blandas para contextos profesionales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432804" y="4645152"/>
            <a:ext cx="2322348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791728" y="4654296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4983480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Fortalecimiento de gestión de proyectos, negocio, costos, finanzas y perfil gerencial del ingeniero mecánico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432804" y="5065776"/>
            <a:ext cx="2012702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482082" y="50749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88036" y="5404104"/>
            <a:ext cx="6035040" cy="45720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 a la inserción laboral mediante prácticas, horarios compatibles, pasantías, convenios y asesoría profesional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432804" y="5486400"/>
            <a:ext cx="1393409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7862789" y="5495544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5916168"/>
            <a:ext cx="60350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sabe / Ninguna sugerencia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432804" y="5907024"/>
            <a:ext cx="619293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7088673" y="5916168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131 egresados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109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p_slide_1_grafico_narrativo: p_barras_agrupadas (select_multiple)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432804" y="2057400"/>
            <a:ext cx="4849063" cy="378561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432804" y="1874520"/>
            <a:ext cx="484906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0.81 cm, 13.47 x 10.52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432804" y="5843016"/>
            <a:ext cx="4849063" cy="42062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432804" y="5660136"/>
            <a:ext cx="484906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barras, g = 0.81 cm, 13.47 x 1.17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ENTIDADES QUE RECONOCIERON LA LABOR DOCENTE POR AÑO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1508760"/>
            <a:ext cx="11066983" cy="4636008"/>
            <a:chOff x="288036" y="1508760"/>
            <a:chExt cx="11066983" cy="4636008"/>
          </a:xfrm>
        </p:grpSpPr>
        <p:sp>
          <p:nvSpPr>
            <p:cNvPr id="4" name="rc3"/>
            <p:cNvSpPr/>
            <p:nvPr/>
          </p:nvSpPr>
          <p:spPr>
            <a:xfrm>
              <a:off x="820499" y="5025787"/>
              <a:ext cx="925748" cy="65046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20499" y="480896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820499" y="4592147"/>
              <a:ext cx="925748" cy="21682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820499" y="4375327"/>
              <a:ext cx="925748" cy="21682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363414" y="5242607"/>
              <a:ext cx="925748" cy="43364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2363414" y="4592147"/>
              <a:ext cx="925748" cy="65046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2363414" y="437532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363414" y="3724867"/>
              <a:ext cx="925748" cy="65046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363414" y="3508047"/>
              <a:ext cx="925748" cy="21682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3906329" y="5025787"/>
              <a:ext cx="925748" cy="65046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3906329" y="4375327"/>
              <a:ext cx="925748" cy="65046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3906329" y="415850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3906329" y="3724867"/>
              <a:ext cx="925748" cy="43364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3906329" y="3508047"/>
              <a:ext cx="925748" cy="216820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3906329" y="3074407"/>
              <a:ext cx="925748" cy="43364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3906329" y="2857587"/>
              <a:ext cx="925748" cy="21682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5449244" y="5025787"/>
              <a:ext cx="925748" cy="65046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5449244" y="4158507"/>
              <a:ext cx="925748" cy="86728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5449244" y="3941687"/>
              <a:ext cx="925748" cy="21682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5449244" y="3074407"/>
              <a:ext cx="925748" cy="86728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5449244" y="2423947"/>
              <a:ext cx="925748" cy="650460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5449244" y="1990307"/>
              <a:ext cx="925748" cy="433640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5449244" y="1773487"/>
              <a:ext cx="925748" cy="21682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6992159" y="4592147"/>
              <a:ext cx="925748" cy="108410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6992159" y="4158507"/>
              <a:ext cx="925748" cy="433640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992159" y="3724867"/>
              <a:ext cx="925748" cy="433640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6992159" y="3291227"/>
              <a:ext cx="925748" cy="433640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6992159" y="3074407"/>
              <a:ext cx="925748" cy="216820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6992159" y="2640767"/>
              <a:ext cx="925748" cy="433640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1244526" y="529890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244526" y="486696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244526" y="465014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244526" y="443332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787441" y="54090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787441" y="486526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787441" y="443332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787441" y="399798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787441" y="356604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330356" y="529890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330356" y="464844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4330356" y="421650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330356" y="389127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330356" y="356604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330356" y="32408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330356" y="291558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873271" y="529890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873271" y="454173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873271" y="399968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873271" y="345763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873271" y="2697062"/>
              <a:ext cx="77694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873271" y="21567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873271" y="183148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7416186" y="5083856"/>
              <a:ext cx="77694" cy="100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7416186" y="432491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7416186" y="389127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7416186" y="345763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7416186" y="313240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7416186" y="2807177"/>
              <a:ext cx="77694" cy="1004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1113858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2656773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2021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4199688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2022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5742603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2023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7285518" y="5931708"/>
              <a:ext cx="339030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2024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8598549" y="2965771"/>
              <a:ext cx="201455" cy="201456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8598549" y="3185227"/>
              <a:ext cx="201455" cy="201456"/>
            </a:xfrm>
            <a:prstGeom prst="rect">
              <a:avLst/>
            </a:prstGeom>
            <a:solidFill>
              <a:srgbClr val="F4B18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8598549" y="3404683"/>
              <a:ext cx="201455" cy="201456"/>
            </a:xfrm>
            <a:prstGeom prst="rect">
              <a:avLst/>
            </a:prstGeom>
            <a:solidFill>
              <a:srgbClr val="E9C4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8598549" y="3624139"/>
              <a:ext cx="201455" cy="201456"/>
            </a:xfrm>
            <a:prstGeom prst="rect">
              <a:avLst/>
            </a:prstGeom>
            <a:solidFill>
              <a:srgbClr val="9DC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8598549" y="3843595"/>
              <a:ext cx="201455" cy="201456"/>
            </a:xfrm>
            <a:prstGeom prst="rect">
              <a:avLst/>
            </a:prstGeom>
            <a:solidFill>
              <a:srgbClr val="2A9D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8598549" y="4063051"/>
              <a:ext cx="201455" cy="201456"/>
            </a:xfrm>
            <a:prstGeom prst="rect">
              <a:avLst/>
            </a:prstGeom>
            <a:solidFill>
              <a:srgbClr val="0B4F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8598549" y="4282507"/>
              <a:ext cx="201455" cy="201456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8878594" y="3013020"/>
              <a:ext cx="986221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Otras entidades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8878594" y="3233772"/>
              <a:ext cx="1638337" cy="1021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Vicerrectorado Académico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8878594" y="3426011"/>
              <a:ext cx="1328036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Escuela de Posgrado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8878594" y="3673161"/>
              <a:ext cx="737654" cy="1017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Universidad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8878594" y="3866014"/>
              <a:ext cx="1599660" cy="1283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Departamento académico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8878594" y="4112142"/>
              <a:ext cx="5358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Facultad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8878594" y="4329892"/>
              <a:ext cx="2337246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Dirección Académica del Profesorado</a:t>
              </a:r>
            </a:p>
          </p:txBody>
        </p:sp>
      </p:grp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Conteo de reconocimientos declarados por 26 docentes que respondieron «Sí». Un docente puede declarar varios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110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p_barras_apiladas en columnas con conteos (variable año × entidad)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1508760"/>
            <a:ext cx="1106698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88036" y="1325880"/>
            <a:ext cx="1106698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columnas apiladas con conteos, 30.74 x 12.88 cm</a:t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INSTITUCIONAL: AFIRMACIONES EXTENSAS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2350008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798064"/>
            <a:ext cx="4238244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autoridades de la Facultad informan oportunamente a la comunidad académica sobre las decisiones que afectan el desarrollo de la carrera, sus planes de mejora y los resultados de los procesos de evaluación y autoevaluación institucional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3264408"/>
            <a:ext cx="223114" cy="4572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974336" y="3264408"/>
            <a:ext cx="991210" cy="4572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974336" y="3355848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961888" y="3264408"/>
            <a:ext cx="2856586" cy="4572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961888" y="3355848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814816" y="3264408"/>
            <a:ext cx="1320394" cy="4572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814816" y="3355848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31552" y="3264408"/>
            <a:ext cx="109728" cy="4572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59122" y="320040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72000" y="297180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80930" y="320040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31552" y="319125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838944" y="297180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424160" y="334670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76%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732788" y="445312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842516" y="4389120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049776" y="445312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159504" y="4389120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579364" y="445312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689092" y="4389120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867652" y="445312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977380" y="4389120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930640" y="445312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040368" y="4389120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docentes. Ítems de 220 a 260 caracteres, tal como vienen en el cuestionario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111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var). Ítems de más de 200 caracteres: la columna de texto se ensancha y la lámina se parte. La letra no baja de 13 pt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54880" y="2761488"/>
            <a:ext cx="5486400" cy="135331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754880" y="2578608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1.27 cm, 15.24 x 3.76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732788" y="4389120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732788" y="4206240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INSTITUCIONAL: AFIRMACIONES EXTENSAS (CONT.)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608496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019976"/>
            <a:ext cx="4238244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cuenta con recursos humanos, técnicos y financieros suficientes para desarrollar actividades de investigación, desarrollo tecnológico e innovación, y difunde sus resultados en revistas indizadas y eventos académicos nacionales e internacionales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2486720"/>
            <a:ext cx="332842" cy="4564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599432" y="257776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5084064" y="2486720"/>
            <a:ext cx="1320394" cy="4564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084064" y="2577760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400800" y="2486720"/>
            <a:ext cx="2582266" cy="4564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400800" y="2577760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979408" y="2486720"/>
            <a:ext cx="1100938" cy="4564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979408" y="2577760"/>
            <a:ext cx="10972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0076688" y="2486720"/>
            <a:ext cx="164592" cy="4564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153498" y="242271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31552" y="2413568"/>
            <a:ext cx="27432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838944" y="219411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424160" y="256861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3576152"/>
            <a:ext cx="4238244" cy="12801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mecanismos de admisión, permanencia y graduación están claramente definidos, se difunden a los estudiantes desde el primer ciclo y se aplican de manera transparente y consistente para todos los postulantes y 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754880" y="4042896"/>
            <a:ext cx="113386" cy="45640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864608" y="4042896"/>
            <a:ext cx="607162" cy="45640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846320" y="413393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468112" y="4042896"/>
            <a:ext cx="3021178" cy="4564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468112" y="4133936"/>
            <a:ext cx="30175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8485632" y="4042896"/>
            <a:ext cx="1704442" cy="45640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485632" y="4133936"/>
            <a:ext cx="170078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0186416" y="4042896"/>
            <a:ext cx="54864" cy="45640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804258" y="397888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517136" y="375028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208362" y="397888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31552" y="3969744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38944" y="375028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424160" y="412479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732788" y="5194640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842516" y="5130632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049776" y="5194640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159504" y="5130632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579364" y="5194640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689092" y="5130632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867652" y="5194640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977380" y="5130632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930640" y="5194640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040368" y="5130632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docentes. Ítems de 220 a 260 caracteres, tal como vienen en el cuestionario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var). Ítems de más de 200 caracteres: la columna de texto se ensancha y la lámina se parte. La letra no baja de 13 pt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754880" y="2019976"/>
            <a:ext cx="5486400" cy="283633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754880" y="1837096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1.27 cm, 15.24 x 7.88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732788" y="5130632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732788" y="4947752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INFRAESTRUCTURA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188720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76631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Biblioteca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4754880" y="1819656"/>
            <a:ext cx="113386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864608" y="1819656"/>
            <a:ext cx="442570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764024" y="18288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303520" y="1819656"/>
            <a:ext cx="2746858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303520" y="1828800"/>
            <a:ext cx="27432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8046720" y="1819656"/>
            <a:ext cx="2143354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046720" y="1828800"/>
            <a:ext cx="213969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39%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186416" y="1819656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804258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17136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208362" y="1755648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131552" y="1746504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838944" y="1527048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0424160" y="181965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2461260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Laboratorios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754880" y="2514600"/>
            <a:ext cx="22311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974336" y="2514600"/>
            <a:ext cx="881482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4974336" y="2523744"/>
            <a:ext cx="87782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5852160" y="2514600"/>
            <a:ext cx="285658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852160" y="2523744"/>
            <a:ext cx="28529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705088" y="2514600"/>
            <a:ext cx="143012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05088" y="2523744"/>
            <a:ext cx="14264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131552" y="2514600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859122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572000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180930" y="245059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131552" y="2441448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838944" y="222199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0424160" y="2514600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3156204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Aulas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4754880" y="3209544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919472" y="3209544"/>
            <a:ext cx="66202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4919472" y="3218688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77840" y="3209544"/>
            <a:ext cx="318577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577840" y="3218688"/>
            <a:ext cx="31821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759952" y="3209544"/>
            <a:ext cx="1430122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759952" y="3218688"/>
            <a:ext cx="142646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186416" y="3209544"/>
            <a:ext cx="54864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4831690" y="31455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4544568" y="29169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10208362" y="314553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131552" y="3136392"/>
            <a:ext cx="82296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38944" y="291693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0424160" y="3209544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3851148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Wifi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754880" y="3904488"/>
            <a:ext cx="497434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681728" y="3913632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5248656" y="3904488"/>
            <a:ext cx="1484986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5248656" y="3913632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6729984" y="3904488"/>
            <a:ext cx="2417674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729984" y="3913632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144000" y="3904488"/>
            <a:ext cx="99121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144000" y="3913632"/>
            <a:ext cx="9875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0131552" y="3904488"/>
            <a:ext cx="10972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10180930" y="384048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0131552" y="3831336"/>
            <a:ext cx="5486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9838944" y="361188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0424160" y="3904488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4546092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Áreas deportivas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4754880" y="4599432"/>
            <a:ext cx="168250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4919472" y="4599432"/>
            <a:ext cx="552298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4873752" y="46085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5468112" y="4599432"/>
            <a:ext cx="2582266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5468112" y="4608576"/>
            <a:ext cx="25786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8046720" y="4599432"/>
            <a:ext cx="1814170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8046720" y="4608576"/>
            <a:ext cx="181051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33%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857232" y="4599432"/>
            <a:ext cx="384048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729216" y="460857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4831690" y="453542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544568" y="430682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10424160" y="459943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5241036"/>
            <a:ext cx="4238244" cy="28956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Estacionamiento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4754880" y="5294376"/>
            <a:ext cx="607162" cy="29260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4736592" y="53035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5358384" y="5294376"/>
            <a:ext cx="1320394" cy="29260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5358384" y="5303520"/>
            <a:ext cx="131673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6675120" y="5294376"/>
            <a:ext cx="2088490" cy="29260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6675120" y="5303520"/>
            <a:ext cx="208483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38%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8759952" y="5294376"/>
            <a:ext cx="662026" cy="29260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8759952" y="530352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9418320" y="5294376"/>
            <a:ext cx="822960" cy="29260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9418320" y="5303520"/>
            <a:ext cx="82296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10424160" y="529437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2513838" y="5934456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2623566" y="5870448"/>
            <a:ext cx="1430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4145026" y="5934456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4254754" y="5870448"/>
            <a:ext cx="1099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5446014" y="5934456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5555742" y="5870448"/>
            <a:ext cx="998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6645402" y="5934456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6755130" y="5870448"/>
            <a:ext cx="1303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8149590" y="5934456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8259318" y="5870448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</a:t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113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var). Ítems de 1 a 3 palabras: la columna de texto se angosta y la barra gana ancho</a:t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0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0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110" name=""/>
          <p:cNvSpPr>
            <a:spLocks noGrp="1"/>
          </p:cNvSpPr>
          <p:nvPr>
            </p:nvPr>
        </p:nvSpPr>
        <p:spPr>
          <a:xfrm>
            <a:off x="4754880" y="1600200"/>
            <a:ext cx="5486400" cy="4096512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1" name=""/>
          <p:cNvSpPr>
            <a:spLocks noGrp="1"/>
          </p:cNvSpPr>
          <p:nvPr>
            </p:nvPr>
        </p:nvSpPr>
        <p:spPr>
          <a:xfrm>
            <a:off x="4754880" y="141732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0.81 cm, 15.24 x 11.38 cm</a:t>
            </a:r>
          </a:p>
        </p:txBody>
      </p:sp>
      <p:sp>
        <p:nvSpPr>
          <p:cNvPr id="112" name=""/>
          <p:cNvSpPr>
            <a:spLocks noGrp="1"/>
          </p:cNvSpPr>
          <p:nvPr>
            </p:nvPr>
        </p:nvSpPr>
        <p:spPr>
          <a:xfrm>
            <a:off x="2513838" y="5870448"/>
            <a:ext cx="63703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3" name=""/>
          <p:cNvSpPr>
            <a:spLocks noGrp="1"/>
          </p:cNvSpPr>
          <p:nvPr>
            </p:nvPr>
        </p:nvSpPr>
        <p:spPr>
          <a:xfrm>
            <a:off x="2513838" y="5687568"/>
            <a:ext cx="63703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17.70 x 0.76 cm</a:t>
            </a:r>
          </a:p>
        </p:txBody>
      </p:sp>
      <p:sp>
        <p:nvSpPr>
          <p:cNvPr id="11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Y REGLAMENTOS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Unidad cuenta con servicios de tutoría académica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87452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74011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409444" y="2404872"/>
            <a:ext cx="179826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585612" y="2404872"/>
            <a:ext cx="708331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585612" y="2374011"/>
            <a:ext cx="70467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8%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290286" y="2404872"/>
            <a:ext cx="4760202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290286" y="2374011"/>
            <a:ext cx="47565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8046830" y="2404872"/>
            <a:ext cx="1853425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046830" y="2374011"/>
            <a:ext cx="18497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896597" y="2404872"/>
            <a:ext cx="1321262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896597" y="2374011"/>
            <a:ext cx="132126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492042" y="23408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2204920" y="21122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1217859" y="2374011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2915793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409444" y="2946654"/>
            <a:ext cx="532163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353656" y="2915793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937949" y="2946654"/>
            <a:ext cx="1589172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937949" y="2915793"/>
            <a:ext cx="158551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523464" y="2946654"/>
            <a:ext cx="2998519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523464" y="2915793"/>
            <a:ext cx="299486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518325" y="2946654"/>
            <a:ext cx="1677256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518325" y="2915793"/>
            <a:ext cx="167359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191924" y="2946654"/>
            <a:ext cx="2025935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191924" y="2915793"/>
            <a:ext cx="202593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1217859" y="2915793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4018" y="341528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993746" y="3351276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201006" y="341528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5310734" y="3351276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730594" y="341528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840322" y="3351276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018882" y="341528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28610" y="3351276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0081870" y="341528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191598" y="3351276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382676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3963924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el reglamento de prácticas preprofesionales?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4738878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409444" y="4768596"/>
            <a:ext cx="6079955" cy="2148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409444" y="4738878"/>
            <a:ext cx="607629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8485742" y="4768596"/>
            <a:ext cx="3417917" cy="2148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8485742" y="4738878"/>
            <a:ext cx="341791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36%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5100066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409444" y="5129784"/>
            <a:ext cx="6744550" cy="2148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409444" y="5100066"/>
            <a:ext cx="674089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71%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9150337" y="5129784"/>
            <a:ext cx="2753322" cy="2148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150337" y="5100066"/>
            <a:ext cx="275332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29%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5461254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409444" y="5490972"/>
            <a:ext cx="8358567" cy="214884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409444" y="5461254"/>
            <a:ext cx="8354909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764353" y="5490972"/>
            <a:ext cx="1139306" cy="214884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10764353" y="5461254"/>
            <a:ext cx="11393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683350" y="5870448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6793078" y="5806440"/>
            <a:ext cx="414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7298538" y="5870448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7408266" y="5806440"/>
            <a:ext cx="477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148 docentes y 1,234 estudiantes (tutoría). 1,234 estudiantes, 314 egresados y 43 administrativos (reglamento)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114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multilista: bloque 1 var_cruce de acuerdo con 2 actores. Bloque 2 var_cruce dicotómico con 3 actores)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409444" y="2194560"/>
            <a:ext cx="8808415" cy="108356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409444" y="2011680"/>
            <a:ext cx="880841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0.59 cm, 24.47 x 3.01 cm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4018" y="3351276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4018" y="3168396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409444" y="4649724"/>
            <a:ext cx="9494215" cy="108356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409444" y="4466844"/>
            <a:ext cx="949421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0.60 cm, 26.37 x 3.01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6683350" y="5806440"/>
            <a:ext cx="1019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6683350" y="562356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2.83 x 0.76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ACADÉMICA: VALORACIÓN Y SATISFACCIÓN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508760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carrera brinda orientación académica oportuna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714939" y="1874520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374011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409444" y="2404872"/>
            <a:ext cx="355994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265572" y="237401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761781" y="2404872"/>
            <a:ext cx="1501088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761781" y="2374011"/>
            <a:ext cx="1497431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59211" y="2404872"/>
            <a:ext cx="4584034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59211" y="2374011"/>
            <a:ext cx="45803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839587" y="2404872"/>
            <a:ext cx="2205761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839587" y="2374011"/>
            <a:ext cx="220210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041691" y="2404872"/>
            <a:ext cx="176168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1124289" y="234086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1108131" y="2331720"/>
            <a:ext cx="2164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815523" y="211226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11217859" y="2374011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2915793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409444" y="2946654"/>
            <a:ext cx="267910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673696" y="2946654"/>
            <a:ext cx="1236836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673696" y="2915793"/>
            <a:ext cx="123317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3906875" y="2946654"/>
            <a:ext cx="4848286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3906875" y="2915793"/>
            <a:ext cx="48446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751503" y="2946654"/>
            <a:ext cx="2293846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751503" y="2915793"/>
            <a:ext cx="22901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26%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1041691" y="2946654"/>
            <a:ext cx="176168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2536084" y="288264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248962" y="265404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124289" y="2882646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108131" y="2873502"/>
            <a:ext cx="21644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815523" y="2654046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217859" y="2915793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81%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4018" y="3415284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993746" y="3351276"/>
            <a:ext cx="2115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en desacuerdo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201006" y="3415284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5310734" y="3351276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730594" y="3415284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840322" y="3351276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018882" y="3415284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8128610" y="3351276"/>
            <a:ext cx="1861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Totalmente de acuerdo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081870" y="3415284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0191598" y="3351276"/>
            <a:ext cx="8077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INF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3826764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3963924"/>
            <a:ext cx="116156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el servicio de orientación académica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10714939" y="4329684"/>
            <a:ext cx="118872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29175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409444" y="4860036"/>
            <a:ext cx="444078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309614" y="482917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49865" y="4860036"/>
            <a:ext cx="1324920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49865" y="4829175"/>
            <a:ext cx="132126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4171127" y="4860036"/>
            <a:ext cx="3879360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4171127" y="4829175"/>
            <a:ext cx="387570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8046830" y="4860036"/>
            <a:ext cx="1853425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8046830" y="4829175"/>
            <a:ext cx="184976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896597" y="4860036"/>
            <a:ext cx="1321262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896597" y="4829175"/>
            <a:ext cx="132126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217859" y="4829175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5370957"/>
            <a:ext cx="201168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409444" y="5401818"/>
            <a:ext cx="267910" cy="212598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673696" y="5401818"/>
            <a:ext cx="1060667" cy="212598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673696" y="5370957"/>
            <a:ext cx="10570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3730706" y="5401818"/>
            <a:ext cx="4319781" cy="212598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3730706" y="5370957"/>
            <a:ext cx="4316123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49%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8046830" y="5401818"/>
            <a:ext cx="2117677" cy="212598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8046830" y="5370957"/>
            <a:ext cx="211402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0160849" y="5401818"/>
            <a:ext cx="1057010" cy="212598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10160849" y="5370957"/>
            <a:ext cx="105701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536084" y="533781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2248962" y="510921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11217859" y="5370957"/>
            <a:ext cx="6858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3118968" y="5870448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3228696" y="5806440"/>
            <a:ext cx="1430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insatisfecho</a:t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4750156" y="5870448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4859884" y="5806440"/>
            <a:ext cx="10998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Insatisfecho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6051144" y="5870448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6160872" y="5806440"/>
            <a:ext cx="998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Satisfecho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7250532" y="5870448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7360260" y="5806440"/>
            <a:ext cx="1303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satisfecho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8754720" y="5870448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8864448" y="5806440"/>
            <a:ext cx="1899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 he usado el servicio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1,234 estudiantes y 314 egresados. «No he usado el servicio» cuenta en la base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115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multilista: mismos actores, bloque de acuerdo y bloque de satisfacción, cada uno con su leyenda)</a:t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9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9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94" name=""/>
          <p:cNvSpPr>
            <a:spLocks noGrp="1"/>
          </p:cNvSpPr>
          <p:nvPr>
            </p:nvPr>
        </p:nvSpPr>
        <p:spPr>
          <a:xfrm>
            <a:off x="2409444" y="2194560"/>
            <a:ext cx="8808415" cy="108356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5" name=""/>
          <p:cNvSpPr>
            <a:spLocks noGrp="1"/>
          </p:cNvSpPr>
          <p:nvPr>
            </p:nvPr>
        </p:nvSpPr>
        <p:spPr>
          <a:xfrm>
            <a:off x="2409444" y="2011680"/>
            <a:ext cx="880841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0.59 cm, 24.47 x 3.01 cm</a:t>
            </a:r>
          </a:p>
        </p:txBody>
      </p:sp>
      <p:sp>
        <p:nvSpPr>
          <p:cNvPr id="96" name=""/>
          <p:cNvSpPr>
            <a:spLocks noGrp="1"/>
          </p:cNvSpPr>
          <p:nvPr>
            </p:nvPr>
        </p:nvSpPr>
        <p:spPr>
          <a:xfrm>
            <a:off x="2884018" y="3351276"/>
            <a:ext cx="79324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7" name=""/>
          <p:cNvSpPr>
            <a:spLocks noGrp="1"/>
          </p:cNvSpPr>
          <p:nvPr>
            </p:nvPr>
        </p:nvSpPr>
        <p:spPr>
          <a:xfrm>
            <a:off x="2884018" y="3168396"/>
            <a:ext cx="79324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22.03 x 0.76 cm</a:t>
            </a:r>
          </a:p>
        </p:txBody>
      </p:sp>
      <p:sp>
        <p:nvSpPr>
          <p:cNvPr id="98" name=""/>
          <p:cNvSpPr>
            <a:spLocks noGrp="1"/>
          </p:cNvSpPr>
          <p:nvPr>
            </p:nvPr>
        </p:nvSpPr>
        <p:spPr>
          <a:xfrm>
            <a:off x="2409444" y="4649724"/>
            <a:ext cx="8808415" cy="1083564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9" name=""/>
          <p:cNvSpPr>
            <a:spLocks noGrp="1"/>
          </p:cNvSpPr>
          <p:nvPr>
            </p:nvPr>
        </p:nvSpPr>
        <p:spPr>
          <a:xfrm>
            <a:off x="2409444" y="4466844"/>
            <a:ext cx="8808415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likert compacto, g = 0.59 cm, 24.47 x 3.01 cm</a:t>
            </a:r>
          </a:p>
        </p:txBody>
      </p:sp>
      <p:sp>
        <p:nvSpPr>
          <p:cNvPr id="100" name=""/>
          <p:cNvSpPr>
            <a:spLocks noGrp="1"/>
          </p:cNvSpPr>
          <p:nvPr>
            </p:nvPr>
        </p:nvSpPr>
        <p:spPr>
          <a:xfrm>
            <a:off x="3118968" y="5806440"/>
            <a:ext cx="74625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1" name=""/>
          <p:cNvSpPr>
            <a:spLocks noGrp="1"/>
          </p:cNvSpPr>
          <p:nvPr>
            </p:nvPr>
        </p:nvSpPr>
        <p:spPr>
          <a:xfrm>
            <a:off x="3118968" y="5623560"/>
            <a:ext cx="74625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20.73 x 0.76 cm</a:t>
            </a:r>
          </a:p>
        </p:txBody>
      </p:sp>
      <p:sp>
        <p:nvSpPr>
          <p:cNvPr id="10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OTROS ESTUDIOS DE PULSO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CONFIANZA EN EL CONGRESO, DE 1 A 10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88036" y="2011680"/>
            <a:ext cx="8229600" cy="3931920"/>
            <a:chOff x="288036" y="2011680"/>
            <a:chExt cx="8229600" cy="3931920"/>
          </a:xfrm>
        </p:grpSpPr>
        <p:sp>
          <p:nvSpPr>
            <p:cNvPr id="4" name="rc3"/>
            <p:cNvSpPr/>
            <p:nvPr/>
          </p:nvSpPr>
          <p:spPr>
            <a:xfrm>
              <a:off x="545438" y="2547858"/>
              <a:ext cx="491204" cy="3110595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267797" y="4103156"/>
              <a:ext cx="491204" cy="1555297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990156" y="3584723"/>
              <a:ext cx="491204" cy="2073730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2712515" y="3757534"/>
              <a:ext cx="491204" cy="1900919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434874" y="3066290"/>
              <a:ext cx="491204" cy="2592162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4157233" y="3930345"/>
              <a:ext cx="491204" cy="1728108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4879593" y="4275966"/>
              <a:ext cx="491204" cy="1382486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601952" y="4621588"/>
              <a:ext cx="491204" cy="1036865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324311" y="5140021"/>
              <a:ext cx="491204" cy="518432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7046670" y="5312832"/>
              <a:ext cx="491204" cy="345621"/>
            </a:xfrm>
            <a:prstGeom prst="rect">
              <a:avLst/>
            </a:prstGeom>
            <a:solidFill>
              <a:srgbClr val="081F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7769029" y="4621588"/>
              <a:ext cx="491204" cy="1036865"/>
            </a:xfrm>
            <a:prstGeom prst="rect">
              <a:avLst/>
            </a:prstGeom>
            <a:solidFill>
              <a:srgbClr val="BFB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625819" y="2363813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394089" y="3919111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2070537" y="3400678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12%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2792896" y="3573489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11%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515255" y="2882246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237615" y="3746300"/>
              <a:ext cx="33044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5005884" y="4091922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8%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5728243" y="4437544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6450602" y="4955976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72961" y="5128787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895320" y="4437544"/>
              <a:ext cx="238621" cy="1249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6%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45130" y="5720600"/>
              <a:ext cx="91820" cy="118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467489" y="5720600"/>
              <a:ext cx="91820" cy="118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2189848" y="5718584"/>
              <a:ext cx="91820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912207" y="5720600"/>
              <a:ext cx="91820" cy="118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634566" y="5720680"/>
              <a:ext cx="91820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56925" y="5718584"/>
              <a:ext cx="91820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079284" y="5722696"/>
              <a:ext cx="91820" cy="1165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801643" y="5718504"/>
              <a:ext cx="91820" cy="120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524002" y="5718504"/>
              <a:ext cx="91820" cy="1207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7200451" y="5718584"/>
              <a:ext cx="183641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7757791" y="5716972"/>
              <a:ext cx="513680" cy="122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NS/NR</a:t>
              </a:r>
            </a:p>
          </p:txBody>
        </p:sp>
      </p:grp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1508760"/>
            <a:ext cx="822960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una escala de 1 a 10, ¿cuánto confía en el Congreso?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052560" y="242316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Promedio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052560" y="2743200"/>
            <a:ext cx="2743200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052560" y="361188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sobre 10, sin contar NS/NR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052560" y="420624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Confía poco (1 a 5)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052560" y="4480560"/>
            <a:ext cx="2743200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1,200 entrevistados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117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p_barras_agrupadas en columnas con orden del instrumento (1 a 10) y NS/NR al final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8036" y="2011680"/>
            <a:ext cx="8229600" cy="39319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1828800"/>
            <a:ext cx="82296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columnas 1 a 10 y NS/NR, 22.86 x 10.92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 A LA DEMOCRACIA POR GRUPO DE EDAD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0424160" y="1402415"/>
            <a:ext cx="13716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TOP TWO BOX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095244"/>
            <a:ext cx="3017520" cy="6858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democracia es preferible a cualquier otra forma de gobierno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3291840" y="2137661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 a 29 años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54880" y="2073653"/>
            <a:ext cx="497434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681728" y="2137661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5248656" y="2073653"/>
            <a:ext cx="1155802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5248656" y="2137661"/>
            <a:ext cx="11521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21%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400800" y="2073653"/>
            <a:ext cx="2417674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400800" y="2137661"/>
            <a:ext cx="241401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44%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814816" y="2073653"/>
            <a:ext cx="121066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814816" y="2137661"/>
            <a:ext cx="120700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0021824" y="2073653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10126066" y="2009645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9838944" y="1781045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424160" y="2128517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66%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291840" y="2949786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 a 59 años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754880" y="2885778"/>
            <a:ext cx="33284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99432" y="2949786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084064" y="2885778"/>
            <a:ext cx="93634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5084064" y="2949786"/>
            <a:ext cx="9326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16752" y="2885778"/>
            <a:ext cx="2527402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016752" y="2949786"/>
            <a:ext cx="252374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540496" y="2885778"/>
            <a:ext cx="148498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8540496" y="2949786"/>
            <a:ext cx="148132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021824" y="2885778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126066" y="2821770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838944" y="2593170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0424160" y="2940642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3291840" y="3761910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60 años a más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754880" y="3697902"/>
            <a:ext cx="223114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4974336" y="3697902"/>
            <a:ext cx="66202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4974336" y="3761910"/>
            <a:ext cx="6583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632704" y="3697902"/>
            <a:ext cx="2362810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632704" y="3761910"/>
            <a:ext cx="235915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991856" y="3697902"/>
            <a:ext cx="2033626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991856" y="3761910"/>
            <a:ext cx="202996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37%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10021824" y="3697902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4859122" y="363389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572000" y="340529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10126066" y="3633894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38944" y="3405294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0424160" y="3752766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291840" y="4574035"/>
            <a:ext cx="1371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4754880" y="4510027"/>
            <a:ext cx="332842" cy="402336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4599432" y="4574035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6%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084064" y="4510027"/>
            <a:ext cx="936346" cy="402336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5084064" y="4574035"/>
            <a:ext cx="932688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17%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016752" y="4510027"/>
            <a:ext cx="2472538" cy="402336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6016752" y="4574035"/>
            <a:ext cx="24688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8485632" y="4510027"/>
            <a:ext cx="1539850" cy="402336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8485632" y="4574035"/>
            <a:ext cx="1536192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28%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0021824" y="4510027"/>
            <a:ext cx="219456" cy="402336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0126066" y="4446019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9838944" y="4217419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4%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10424160" y="4564891"/>
            <a:ext cx="1371600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228088" y="5400721"/>
            <a:ext cx="137160" cy="1371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337816" y="5336713"/>
            <a:ext cx="1645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en desacuerdo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4075176" y="5400721"/>
            <a:ext cx="137160" cy="1371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4184904" y="5336713"/>
            <a:ext cx="13284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desacuerdo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5604764" y="5400721"/>
            <a:ext cx="137160" cy="1371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5714492" y="5336713"/>
            <a:ext cx="1087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acuerdo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6893052" y="5400721"/>
            <a:ext cx="137160" cy="1371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7002780" y="5336713"/>
            <a:ext cx="1391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Muy de acuerdo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8486140" y="5400721"/>
            <a:ext cx="137160" cy="137160"/>
          </a:xfrm>
          <a:prstGeom prst="rect">
            <a:avLst/>
          </a:prstGeom>
          <a:solidFill>
            <a:srgbClr val="BFBFBF">
              <a:alpha val="100000"/>
            </a:srgbClr>
          </a:solidFill>
          <a:ln w="3175" cap="rnd" cmpd="sng">
            <a:solidFill>
              <a:srgbClr val="BFBFB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8595868" y="5336713"/>
            <a:ext cx="7569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NS/NR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1,200 entrevistados (312 de 18 a 29 años, 641 de 30 a 59 y 247 de 60 a más)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118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p_barras_multiapiladas (modo cruce por edad2) con Top Two Box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4754880" y="1813895"/>
            <a:ext cx="5486400" cy="3248497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4754880" y="1631015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bloque, g = 1.12 cm, 15.24 x 9.02 cm</a:t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228088" y="5336713"/>
            <a:ext cx="6941820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228088" y="5153833"/>
            <a:ext cx="69418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19.28 x 0.76 cm</a:t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PERCEPCIÓN DE LA COMUNIDAD DE ACOGIDA, POR GRUPO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214884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Considera que la población refugiada aporta a su barrio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4768596" y="2103120"/>
            <a:ext cx="397764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8819388" y="208483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58%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768596" y="2395728"/>
            <a:ext cx="315468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7996428" y="237744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301752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Tiene un vecino o vecina de otra nacionalidad con quien conversa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768596" y="2971800"/>
            <a:ext cx="438912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230868" y="295351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64%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768596" y="3264408"/>
            <a:ext cx="404622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887968" y="324612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59%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88620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Participó en una actividad comunitaria en el último año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768596" y="3840480"/>
            <a:ext cx="212598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967728" y="382219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768596" y="4133088"/>
            <a:ext cx="150876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50508" y="411480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754880"/>
            <a:ext cx="4206240" cy="54864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siente seguro o segura caminando de noche en su barrio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768596" y="4709160"/>
            <a:ext cx="3223260" cy="256032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8065008" y="4690872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768596" y="5001768"/>
            <a:ext cx="3086100" cy="256032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7927848" y="4983480"/>
            <a:ext cx="731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45%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278118" y="588873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387846" y="5824728"/>
            <a:ext cx="11252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Intervención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604506" y="5888736"/>
            <a:ext cx="137160" cy="13716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714234" y="5824728"/>
            <a:ext cx="12141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Comparación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189 entrevistados (99 en distritos de intervención y 90 en distritos de comparación)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119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p_barras_agrupadas (indicador por brazo)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278118" y="5824728"/>
            <a:ext cx="24673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278118" y="5641848"/>
            <a:ext cx="24673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6.85 x 0.76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4768596" y="2103120"/>
            <a:ext cx="5486400" cy="34747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4768596" y="1920240"/>
            <a:ext cx="54864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agrupadas por brazo, 15.24 x 9.65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INDICADORES DE LA ASISTENCIA EN EFECTIVO FRENTE A SU META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311396" y="1719072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7008876" y="1719072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9706356" y="1719072"/>
            <a:ext cx="548640" cy="21945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8A93A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029968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Recibió la asistencia en la fecha prevista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4585716" y="2084832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585716" y="2084832"/>
            <a:ext cx="4639666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8887968" y="1993392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0090404" y="2029968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86%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0757916" y="2066544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80%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816352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Retiró el dinero sin problemas de acceso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585716" y="2871216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585716" y="2871216"/>
            <a:ext cx="4208069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9157716" y="2779776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090404" y="2816352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78%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0757916" y="2852928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85%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3602736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Usó el efectivo en necesidades básicas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4585716" y="3657600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585716" y="3657600"/>
            <a:ext cx="4963363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9427464" y="3566160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0090404" y="3602736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0757916" y="3639312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90%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389120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cómo presentar una queja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585716" y="4443984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4585716" y="4443984"/>
            <a:ext cx="2211934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808976" y="4352544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090404" y="4389120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10757916" y="4425696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60%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5175504"/>
            <a:ext cx="4023360" cy="36576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 sintió tratado o tratada con respeto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4585716" y="5230368"/>
            <a:ext cx="5394960" cy="274320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4585716" y="5230368"/>
            <a:ext cx="5125212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427464" y="5138928"/>
            <a:ext cx="27432" cy="45720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0090404" y="5175504"/>
            <a:ext cx="7315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0757916" y="5212080"/>
            <a:ext cx="9601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90%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011418" y="5888736"/>
            <a:ext cx="137160" cy="13716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121146" y="5824728"/>
            <a:ext cx="8585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Logrado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7071106" y="5888736"/>
            <a:ext cx="137160" cy="13716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180834" y="5824728"/>
            <a:ext cx="155702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 del indicador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2,296 hogares entrevistados por teléfono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PROPUESTA: barras de indicador con marca de meta (el motor no dibuja metas. Hoy van en el texto)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011418" y="5824728"/>
            <a:ext cx="2543556" cy="2743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11418" y="5641848"/>
            <a:ext cx="2543556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leyenda, 7.07 x 0.76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585716" y="2011680"/>
            <a:ext cx="5394960" cy="39319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4585716" y="1828800"/>
            <a:ext cx="53949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con marca de meta, 14.99 x 10.92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QUE VIVIERON AL MENOS UNA SITUACIÓN DE HOSTIGAMIENTO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3122676" y="1600200"/>
            <a:ext cx="365760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Prevalencia en el último año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529316" y="1600200"/>
            <a:ext cx="9144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Casos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1965960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Ciencias Sociales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122676" y="2002536"/>
            <a:ext cx="496062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8174736" y="1975104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0529316" y="1984248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412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532888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22676" y="2569464"/>
            <a:ext cx="432054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534656" y="2542032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27%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0529316" y="2551176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188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288036" y="3099816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Derecho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3122676" y="3136392"/>
            <a:ext cx="384048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054596" y="3108960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24%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0529316" y="3118104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305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3666744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Artes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122676" y="3703320"/>
            <a:ext cx="3520440" cy="2926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734556" y="3675888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22%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0529316" y="3685032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233672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Ingeniería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3122676" y="4270248"/>
            <a:ext cx="304038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254496" y="4242816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19%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10529316" y="4251960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690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4800600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Educación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122676" y="4837176"/>
            <a:ext cx="288036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094476" y="4809744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529316" y="4818888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5367528"/>
            <a:ext cx="256032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Ciencias Contables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3122676" y="5404104"/>
            <a:ext cx="2400300" cy="292608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614416" y="5376672"/>
            <a:ext cx="7315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10529316" y="5385816"/>
            <a:ext cx="914400" cy="310896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1,855 estudiantes encuestados en aula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p_barras_agrupadas (orden mayor a menor) con n por categoría. Bases menores de 30 se aclaran (PROPUESTA de regla)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3122676" y="1965960"/>
            <a:ext cx="6400800" cy="3968496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122676" y="1783080"/>
            <a:ext cx="64008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 con casos por facultad, 17.78 x 11.02 cm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APROBACIÓN DE LA GESTIÓN EN CUATRO MEDICIONES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653796" y="1600200"/>
            <a:ext cx="10607040" cy="4297680"/>
            <a:chOff x="653796" y="1600200"/>
            <a:chExt cx="10607040" cy="4297680"/>
          </a:xfrm>
        </p:grpSpPr>
        <p:sp>
          <p:nvSpPr>
            <p:cNvPr id="4" name="pl3"/>
            <p:cNvSpPr/>
            <p:nvPr/>
          </p:nvSpPr>
          <p:spPr>
            <a:xfrm>
              <a:off x="723385" y="5612733"/>
              <a:ext cx="10467861" cy="0"/>
            </a:xfrm>
            <a:custGeom>
              <a:avLst/>
              <a:pathLst>
                <a:path w="10467861" h="0">
                  <a:moveTo>
                    <a:pt x="0" y="0"/>
                  </a:moveTo>
                  <a:lnTo>
                    <a:pt x="10467861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723385" y="4824144"/>
              <a:ext cx="10467861" cy="0"/>
            </a:xfrm>
            <a:custGeom>
              <a:avLst/>
              <a:pathLst>
                <a:path w="10467861" h="0">
                  <a:moveTo>
                    <a:pt x="0" y="0"/>
                  </a:moveTo>
                  <a:lnTo>
                    <a:pt x="10467861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23385" y="4035555"/>
              <a:ext cx="10467861" cy="0"/>
            </a:xfrm>
            <a:custGeom>
              <a:avLst/>
              <a:pathLst>
                <a:path w="10467861" h="0">
                  <a:moveTo>
                    <a:pt x="0" y="0"/>
                  </a:moveTo>
                  <a:lnTo>
                    <a:pt x="10467861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23385" y="3246966"/>
              <a:ext cx="10467861" cy="0"/>
            </a:xfrm>
            <a:custGeom>
              <a:avLst/>
              <a:pathLst>
                <a:path w="10467861" h="0">
                  <a:moveTo>
                    <a:pt x="0" y="0"/>
                  </a:moveTo>
                  <a:lnTo>
                    <a:pt x="10467861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23385" y="2458377"/>
              <a:ext cx="10467861" cy="0"/>
            </a:xfrm>
            <a:custGeom>
              <a:avLst/>
              <a:pathLst>
                <a:path w="10467861" h="0">
                  <a:moveTo>
                    <a:pt x="0" y="0"/>
                  </a:moveTo>
                  <a:lnTo>
                    <a:pt x="10467861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23385" y="1669789"/>
              <a:ext cx="10467861" cy="0"/>
            </a:xfrm>
            <a:custGeom>
              <a:avLst/>
              <a:pathLst>
                <a:path w="10467861" h="0">
                  <a:moveTo>
                    <a:pt x="0" y="0"/>
                  </a:moveTo>
                  <a:lnTo>
                    <a:pt x="10467861" y="0"/>
                  </a:lnTo>
                </a:path>
              </a:pathLst>
            </a:custGeom>
            <a:ln w="9485" cap="flat">
              <a:solidFill>
                <a:srgbClr val="DCE1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9"/>
            <p:cNvSpPr/>
            <p:nvPr/>
          </p:nvSpPr>
          <p:spPr>
            <a:xfrm>
              <a:off x="864651" y="5562380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864651" y="4773791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30%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864651" y="3985202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864651" y="3196613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64651" y="2408024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64651" y="1619435"/>
              <a:ext cx="254186" cy="958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8A93A8">
                      <a:alpha val="100000"/>
                    </a:srgbClr>
                  </a:solidFill>
                  <a:latin typeface="Arial"/>
                  <a:cs typeface="Arial"/>
                </a:rPr>
                <a:t>70%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2002790" y="2458377"/>
              <a:ext cx="6978574" cy="630871"/>
            </a:xfrm>
            <a:custGeom>
              <a:avLst/>
              <a:pathLst>
                <a:path w="6978574" h="630871">
                  <a:moveTo>
                    <a:pt x="0" y="630871"/>
                  </a:moveTo>
                  <a:lnTo>
                    <a:pt x="2326191" y="315435"/>
                  </a:lnTo>
                  <a:lnTo>
                    <a:pt x="4652383" y="0"/>
                  </a:lnTo>
                  <a:lnTo>
                    <a:pt x="6978574" y="157717"/>
                  </a:lnTo>
                </a:path>
              </a:pathLst>
            </a:custGeom>
            <a:ln w="40651" cap="flat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002790" y="3956696"/>
              <a:ext cx="6978574" cy="630871"/>
            </a:xfrm>
            <a:custGeom>
              <a:avLst/>
              <a:pathLst>
                <a:path w="6978574" h="630871">
                  <a:moveTo>
                    <a:pt x="0" y="0"/>
                  </a:moveTo>
                  <a:lnTo>
                    <a:pt x="2326191" y="315435"/>
                  </a:lnTo>
                  <a:lnTo>
                    <a:pt x="4652383" y="630871"/>
                  </a:lnTo>
                  <a:lnTo>
                    <a:pt x="6978574" y="473153"/>
                  </a:lnTo>
                </a:path>
              </a:pathLst>
            </a:custGeom>
            <a:ln w="40651" cap="flat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940508" y="3026966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4266699" y="2711531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6592891" y="2396095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8919082" y="2553813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9DC3E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940508" y="3894414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4266699" y="4209850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6592891" y="4525285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8919082" y="4367568"/>
              <a:ext cx="124564" cy="124564"/>
            </a:xfrm>
            <a:prstGeom prst="ellipse">
              <a:avLst/>
            </a:prstGeom>
            <a:solidFill>
              <a:srgbClr val="F2F2F2">
                <a:alpha val="100000"/>
              </a:srgbClr>
            </a:solidFill>
            <a:ln w="27000" cap="rnd">
              <a:solidFill>
                <a:srgbClr val="081F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1850278" y="2848452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52%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176470" y="2533017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56%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6502661" y="2217581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828853" y="2375299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58%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1850278" y="4059537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41%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76470" y="4374972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37%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502661" y="4690408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33%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8828853" y="4532690"/>
              <a:ext cx="305023" cy="1153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35%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9353555" y="2524436"/>
              <a:ext cx="945133" cy="150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9DC3E6">
                      <a:alpha val="100000"/>
                    </a:srgbClr>
                  </a:solidFill>
                  <a:latin typeface="Arial"/>
                  <a:cs typeface="Arial"/>
                </a:rPr>
                <a:t>Desaprueba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9353555" y="4338190"/>
              <a:ext cx="669670" cy="150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Aprueba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764290" y="5673429"/>
              <a:ext cx="477000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Marzo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4108862" y="5673348"/>
              <a:ext cx="440239" cy="120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Junio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6256007" y="5671252"/>
              <a:ext cx="798332" cy="122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Setiembre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8582198" y="5673429"/>
              <a:ext cx="798332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81F5C">
                      <a:alpha val="100000"/>
                    </a:srgbClr>
                  </a:solidFill>
                  <a:latin typeface="Arial"/>
                  <a:cs typeface="Arial"/>
                </a:rPr>
                <a:t>Diciembre</a:t>
              </a:r>
            </a:p>
          </p:txBody>
        </p:sp>
      </p:grp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Base: 1,200 entrevistados en cada ola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122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p_slide_1_grafico: p_serie_temporal (cuatro olas, rótulo directo al final de cada línea)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53796" y="1600200"/>
            <a:ext cx="10607040" cy="42976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53796" y="1417320"/>
            <a:ext cx="106070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serie de cuatro olas, 29.46 x 11.94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RECURSOS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(1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Actores y personas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2598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 y fichas de cada público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Grupo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Persona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Institución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Empleador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Contacto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Infancia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Ciudadano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Participante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Educación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67131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Plan de estudios, docencia y servicios académicos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Formación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Escuela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Biblioteca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Logro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Escolar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Currículo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 y método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45439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Ficha técnica, diseño muestral y ponderación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Cuestionario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Muestreo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Conteo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Ponderación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Prueba piloto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Revisión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Estadística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124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íconos por temática (recurso de diseño, no es una lámina del motor)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619756" y="1508760"/>
            <a:ext cx="928390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619756" y="1325880"/>
            <a:ext cx="928390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íconos: 10 por fila, 0.42 in, 25.79 x 12.88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(2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 y recolección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2598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 de campo y avance del operativo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Telefónica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Tableta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Código QR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Calendario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Duración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Recorrido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Visita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Celular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análisis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67131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Procesamiento, resultados y tablas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Barras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Proporción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Tendencia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Tabla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Filtro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Hoja de cálculo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Cálculo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Porcentaje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Capas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y economía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216652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 e ingresos del egresado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Empleo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Ingreso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Efectivo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Industria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Crecimiento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Ahorro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Comercio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Obra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Fondo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Gasto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125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íconos por temática (recurso de diseño, no es una lámina del motor)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619756" y="1508760"/>
            <a:ext cx="928390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619756" y="1325880"/>
            <a:ext cx="928390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íconos: 10 por fila, 0.42 in, 25.79 x 12.88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(3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Salud y bienestar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12598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 y estudios de salud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Salud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Hospital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Salud mental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Bienestar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Protección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Apoyo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Tratamiento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Nutrición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Territorio y ambiente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90906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Hojas de ruta, cobertura y estudios territoriales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Mapa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Hogar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Ambiente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Gobierno local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Zona rural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Agro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Agua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Clima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Zona urbana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Gobierno y participación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45439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Opinión pública y estudios de política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Justicia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Voto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País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Norma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Trámite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Verificado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Difusión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Diálogo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Redes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126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íconos por temática (recurso de diseño, no es una lámina del motor)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619756" y="1508760"/>
            <a:ext cx="928390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619756" y="1325880"/>
            <a:ext cx="928390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íconos: 10 por fila, 0.42 in, 25.79 x 12.88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POR TEMÁTICA (4 DE 4)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78508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Calidad y acreditación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63724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Estándares, logros y recomendaciones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91927" y="1851660"/>
            <a:ext cx="384048" cy="384048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57403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Mérito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820317" y="1851660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502426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Premio</a:t>
            </a:r>
          </a:p>
        </p:txBody>
      </p:sp>
      <p:pic>
        <p:nvPicPr>
          <p:cNvPr id="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4748708" y="1851660"/>
            <a:ext cx="384048" cy="384048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/p:nvPr>
        </p:nvSpPr>
        <p:spPr>
          <a:xfrm>
            <a:off x="443081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Destacado</a:t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5677098" y="1851660"/>
            <a:ext cx="384048" cy="384048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535920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Cumple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605488" y="1851660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287597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Estándar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7533879" y="1851660"/>
            <a:ext cx="384048" cy="384048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721598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Medición</a:t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8462269" y="1851660"/>
            <a:ext cx="384048" cy="384048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814437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Indicador</a:t>
            </a:r>
          </a:p>
        </p:txBody>
      </p:sp>
      <p:pic>
        <p:nvPicPr>
          <p:cNvPr id="19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9390659" y="1851660"/>
            <a:ext cx="384048" cy="384048"/>
          </a:xfrm>
          <a:prstGeom prst="rect">
            <a:avLst/>
          </a:prstGeom>
        </p:spPr>
      </p:pic>
      <p:sp>
        <p:nvSpPr>
          <p:cNvPr id="20" name=""/>
          <p:cNvSpPr>
            <a:spLocks noGrp="1"/>
          </p:cNvSpPr>
          <p:nvPr>
            </p:nvPr>
        </p:nvSpPr>
        <p:spPr>
          <a:xfrm>
            <a:off x="9072768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Aprobación</a:t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10319050" y="1851660"/>
            <a:ext cx="384048" cy="384048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1000115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11247440" y="1851660"/>
            <a:ext cx="384048" cy="384048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10929549" y="2308860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Meta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8036" y="3323844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Comunicación y tecnología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3909060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Canales, medios y herramientas digitales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2891927" y="3396996"/>
            <a:ext cx="384048" cy="384048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257403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Pantalla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3820317" y="3396996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3502426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Virtual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4748708" y="3396996"/>
            <a:ext cx="384048" cy="384048"/>
          </a:xfrm>
          <a:prstGeom prst="rect">
            <a:avLst/>
          </a:prstGeom>
        </p:spPr>
      </p:pic>
      <p:sp>
        <p:nvSpPr>
          <p:cNvPr id="32" name=""/>
          <p:cNvSpPr>
            <a:spLocks noGrp="1"/>
          </p:cNvSpPr>
          <p:nvPr>
            </p:nvPr>
        </p:nvSpPr>
        <p:spPr>
          <a:xfrm>
            <a:off x="443081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</a:p>
        </p:txBody>
      </p:sp>
      <p:pic>
        <p:nvPicPr>
          <p:cNvPr id="33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5677098" y="3396996"/>
            <a:ext cx="384048" cy="384048"/>
          </a:xfrm>
          <a:prstGeom prst="rect">
            <a:avLst/>
          </a:prstGeom>
        </p:spPr>
      </p:pic>
      <p:sp>
        <p:nvSpPr>
          <p:cNvPr id="34" name=""/>
          <p:cNvSpPr>
            <a:spLocks noGrp="1"/>
          </p:cNvSpPr>
          <p:nvPr>
            </p:nvPr>
        </p:nvSpPr>
        <p:spPr>
          <a:xfrm>
            <a:off x="535920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Nube</a:t>
            </a:r>
          </a:p>
        </p:txBody>
      </p:sp>
      <p:pic>
        <p:nvPicPr>
          <p:cNvPr id="35" name="" descr=""/>
          <p:cNvPicPr>
            <a:picLocks noGrp="1"/>
          </p:cNvPicPr>
          <p:nvPr>
            </p:nvPr>
        </p:nvPicPr>
        <p:blipFill>
          <a:blip r:embed="rId16"/>
          <a:stretch>
            <a:fillRect/>
          </a:stretch>
        </p:blipFill>
        <p:spPr>
          <a:xfrm>
            <a:off x="6605488" y="3396996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287597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Prensa</a:t>
            </a:r>
          </a:p>
        </p:txBody>
      </p:sp>
      <p:pic>
        <p:nvPicPr>
          <p:cNvPr id="37" name="" descr=""/>
          <p:cNvPicPr>
            <a:picLocks noGrp="1"/>
          </p:cNvPicPr>
          <p:nvPr>
            </p:nvPr>
        </p:nvPicPr>
        <p:blipFill>
          <a:blip r:embed="rId17"/>
          <a:stretch>
            <a:fillRect/>
          </a:stretch>
        </p:blipFill>
        <p:spPr>
          <a:xfrm>
            <a:off x="7533879" y="3396996"/>
            <a:ext cx="384048" cy="384048"/>
          </a:xfrm>
          <a:prstGeom prst="rect">
            <a:avLst/>
          </a:prstGeom>
        </p:spPr>
      </p:pic>
      <p:sp>
        <p:nvSpPr>
          <p:cNvPr id="38" name=""/>
          <p:cNvSpPr>
            <a:spLocks noGrp="1"/>
          </p:cNvSpPr>
          <p:nvPr>
            </p:nvPr>
        </p:nvSpPr>
        <p:spPr>
          <a:xfrm>
            <a:off x="721598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pic>
        <p:nvPicPr>
          <p:cNvPr id="39" name="" descr=""/>
          <p:cNvPicPr>
            <a:picLocks noGrp="1"/>
          </p:cNvPicPr>
          <p:nvPr>
            </p:nvPr>
        </p:nvPicPr>
        <p:blipFill>
          <a:blip r:embed="rId18"/>
          <a:stretch>
            <a:fillRect/>
          </a:stretch>
        </p:blipFill>
        <p:spPr>
          <a:xfrm>
            <a:off x="8462269" y="3396996"/>
            <a:ext cx="384048" cy="384048"/>
          </a:xfrm>
          <a:prstGeom prst="rect">
            <a:avLst/>
          </a:prstGeom>
        </p:spPr>
      </p:pic>
      <p:sp>
        <p:nvSpPr>
          <p:cNvPr id="40" name=""/>
          <p:cNvSpPr>
            <a:spLocks noGrp="1"/>
          </p:cNvSpPr>
          <p:nvPr>
            </p:nvPr>
        </p:nvSpPr>
        <p:spPr>
          <a:xfrm>
            <a:off x="814437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Entrevista</a:t>
            </a:r>
          </a:p>
        </p:txBody>
      </p:sp>
      <p:pic>
        <p:nvPicPr>
          <p:cNvPr id="41" name="" descr=""/>
          <p:cNvPicPr>
            <a:picLocks noGrp="1"/>
          </p:cNvPicPr>
          <p:nvPr>
            </p:nvPr>
        </p:nvPicPr>
        <p:blipFill>
          <a:blip r:embed="rId19"/>
          <a:stretch>
            <a:fillRect/>
          </a:stretch>
        </p:blipFill>
        <p:spPr>
          <a:xfrm>
            <a:off x="9390659" y="3396996"/>
            <a:ext cx="384048" cy="384048"/>
          </a:xfrm>
          <a:prstGeom prst="rect">
            <a:avLst/>
          </a:prstGeom>
        </p:spPr>
      </p:pic>
      <p:sp>
        <p:nvSpPr>
          <p:cNvPr id="42" name=""/>
          <p:cNvSpPr>
            <a:spLocks noGrp="1"/>
          </p:cNvSpPr>
          <p:nvPr>
            </p:nvPr>
        </p:nvSpPr>
        <p:spPr>
          <a:xfrm>
            <a:off x="9072768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Registro visual</a:t>
            </a:r>
          </a:p>
        </p:txBody>
      </p:sp>
      <p:pic>
        <p:nvPicPr>
          <p:cNvPr id="43" name="" descr=""/>
          <p:cNvPicPr>
            <a:picLocks noGrp="1"/>
          </p:cNvPicPr>
          <p:nvPr>
            </p:nvPr>
        </p:nvPicPr>
        <p:blipFill>
          <a:blip r:embed="rId20"/>
          <a:stretch>
            <a:fillRect/>
          </a:stretch>
        </p:blipFill>
        <p:spPr>
          <a:xfrm>
            <a:off x="10319050" y="3396996"/>
            <a:ext cx="384048" cy="384048"/>
          </a:xfrm>
          <a:prstGeom prst="rect">
            <a:avLst/>
          </a:prstGeom>
        </p:spPr>
      </p:pic>
      <p:sp>
        <p:nvSpPr>
          <p:cNvPr id="44" name=""/>
          <p:cNvSpPr>
            <a:spLocks noGrp="1"/>
          </p:cNvSpPr>
          <p:nvPr>
            </p:nvPr>
        </p:nvSpPr>
        <p:spPr>
          <a:xfrm>
            <a:off x="1000115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Correo electrónico</a:t>
            </a:r>
          </a:p>
        </p:txBody>
      </p:sp>
      <p:pic>
        <p:nvPicPr>
          <p:cNvPr id="45" name="" descr=""/>
          <p:cNvPicPr>
            <a:picLocks noGrp="1"/>
          </p:cNvPicPr>
          <p:nvPr>
            </p:nvPr>
        </p:nvPicPr>
        <p:blipFill>
          <a:blip r:embed="rId21"/>
          <a:stretch>
            <a:fillRect/>
          </a:stretch>
        </p:blipFill>
        <p:spPr>
          <a:xfrm>
            <a:off x="11247440" y="3396996"/>
            <a:ext cx="384048" cy="384048"/>
          </a:xfrm>
          <a:prstGeom prst="rect">
            <a:avLst/>
          </a:prstGeom>
        </p:spPr>
      </p:pic>
      <p:sp>
        <p:nvSpPr>
          <p:cNvPr id="46" name=""/>
          <p:cNvSpPr>
            <a:spLocks noGrp="1"/>
          </p:cNvSpPr>
          <p:nvPr>
            </p:nvPr>
        </p:nvSpPr>
        <p:spPr>
          <a:xfrm>
            <a:off x="10929549" y="3854196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Inscripción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4869180"/>
            <a:ext cx="2148840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Inclusión y comunidad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454396"/>
            <a:ext cx="2103120" cy="5486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Estudios con poblaciones y programas sociales</a:t>
            </a:r>
          </a:p>
        </p:txBody>
      </p:sp>
      <p:pic>
        <p:nvPicPr>
          <p:cNvPr id="49" name="" descr=""/>
          <p:cNvPicPr>
            <a:picLocks noGrp="1"/>
          </p:cNvPicPr>
          <p:nvPr>
            </p:nvPr>
        </p:nvPicPr>
        <p:blipFill>
          <a:blip r:embed="rId22"/>
          <a:stretch>
            <a:fillRect/>
          </a:stretch>
        </p:blipFill>
        <p:spPr>
          <a:xfrm>
            <a:off x="2891927" y="4942332"/>
            <a:ext cx="384048" cy="384048"/>
          </a:xfrm>
          <a:prstGeom prst="rect">
            <a:avLst/>
          </a:prstGeom>
        </p:spPr>
      </p:pic>
      <p:sp>
        <p:nvSpPr>
          <p:cNvPr id="50" name=""/>
          <p:cNvSpPr>
            <a:spLocks noGrp="1"/>
          </p:cNvSpPr>
          <p:nvPr>
            </p:nvPr>
        </p:nvSpPr>
        <p:spPr>
          <a:xfrm>
            <a:off x="257403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Solidaridad</a:t>
            </a:r>
          </a:p>
        </p:txBody>
      </p:sp>
      <p:pic>
        <p:nvPicPr>
          <p:cNvPr id="51" name="" descr=""/>
          <p:cNvPicPr>
            <a:picLocks noGrp="1"/>
          </p:cNvPicPr>
          <p:nvPr>
            </p:nvPr>
        </p:nvPicPr>
        <p:blipFill>
          <a:blip r:embed="rId23"/>
          <a:stretch>
            <a:fillRect/>
          </a:stretch>
        </p:blipFill>
        <p:spPr>
          <a:xfrm>
            <a:off x="3820317" y="4942332"/>
            <a:ext cx="384048" cy="384048"/>
          </a:xfrm>
          <a:prstGeom prst="rect">
            <a:avLst/>
          </a:prstGeom>
        </p:spPr>
      </p:pic>
      <p:sp>
        <p:nvSpPr>
          <p:cNvPr id="52" name=""/>
          <p:cNvSpPr>
            <a:spLocks noGrp="1"/>
          </p:cNvSpPr>
          <p:nvPr>
            </p:nvPr>
        </p:nvSpPr>
        <p:spPr>
          <a:xfrm>
            <a:off x="3502426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Asistencia</a:t>
            </a:r>
          </a:p>
        </p:txBody>
      </p:sp>
      <p:pic>
        <p:nvPicPr>
          <p:cNvPr id="53" name="" descr=""/>
          <p:cNvPicPr>
            <a:picLocks noGrp="1"/>
          </p:cNvPicPr>
          <p:nvPr>
            </p:nvPr>
        </p:nvPicPr>
        <p:blipFill>
          <a:blip r:embed="rId24"/>
          <a:stretch>
            <a:fillRect/>
          </a:stretch>
        </p:blipFill>
        <p:spPr>
          <a:xfrm>
            <a:off x="4748708" y="4942332"/>
            <a:ext cx="384048" cy="384048"/>
          </a:xfrm>
          <a:prstGeom prst="rect">
            <a:avLst/>
          </a:prstGeom>
        </p:spPr>
      </p:pic>
      <p:sp>
        <p:nvSpPr>
          <p:cNvPr id="54" name=""/>
          <p:cNvSpPr>
            <a:spLocks noGrp="1"/>
          </p:cNvSpPr>
          <p:nvPr>
            </p:nvPr>
        </p:nvSpPr>
        <p:spPr>
          <a:xfrm>
            <a:off x="443081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Accesibilidad</a:t>
            </a:r>
          </a:p>
        </p:txBody>
      </p:sp>
      <p:pic>
        <p:nvPicPr>
          <p:cNvPr id="55" name="" descr=""/>
          <p:cNvPicPr>
            <a:picLocks noGrp="1"/>
          </p:cNvPicPr>
          <p:nvPr>
            </p:nvPr>
        </p:nvPicPr>
        <p:blipFill>
          <a:blip r:embed="rId25"/>
          <a:stretch>
            <a:fillRect/>
          </a:stretch>
        </p:blipFill>
        <p:spPr>
          <a:xfrm>
            <a:off x="5677098" y="4942332"/>
            <a:ext cx="384048" cy="384048"/>
          </a:xfrm>
          <a:prstGeom prst="rect">
            <a:avLst/>
          </a:prstGeom>
        </p:spPr>
      </p:pic>
      <p:sp>
        <p:nvSpPr>
          <p:cNvPr id="56" name=""/>
          <p:cNvSpPr>
            <a:spLocks noGrp="1"/>
          </p:cNvSpPr>
          <p:nvPr>
            </p:nvPr>
        </p:nvSpPr>
        <p:spPr>
          <a:xfrm>
            <a:off x="535920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Idiomas</a:t>
            </a:r>
          </a:p>
        </p:txBody>
      </p:sp>
      <p:pic>
        <p:nvPicPr>
          <p:cNvPr id="57" name="" descr=""/>
          <p:cNvPicPr>
            <a:picLocks noGrp="1"/>
          </p:cNvPicPr>
          <p:nvPr>
            </p:nvPr>
        </p:nvPicPr>
        <p:blipFill>
          <a:blip r:embed="rId26"/>
          <a:stretch>
            <a:fillRect/>
          </a:stretch>
        </p:blipFill>
        <p:spPr>
          <a:xfrm>
            <a:off x="6605488" y="4942332"/>
            <a:ext cx="384048" cy="384048"/>
          </a:xfrm>
          <a:prstGeom prst="rect">
            <a:avLst/>
          </a:prstGeom>
        </p:spPr>
      </p:pic>
      <p:sp>
        <p:nvSpPr>
          <p:cNvPr id="58" name=""/>
          <p:cNvSpPr>
            <a:spLocks noGrp="1"/>
          </p:cNvSpPr>
          <p:nvPr>
            </p:nvPr>
        </p:nvSpPr>
        <p:spPr>
          <a:xfrm>
            <a:off x="6287597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Comunidad</a:t>
            </a:r>
          </a:p>
        </p:txBody>
      </p:sp>
      <p:pic>
        <p:nvPicPr>
          <p:cNvPr id="59" name="" descr=""/>
          <p:cNvPicPr>
            <a:picLocks noGrp="1"/>
          </p:cNvPicPr>
          <p:nvPr>
            </p:nvPr>
        </p:nvPicPr>
        <p:blipFill>
          <a:blip r:embed="rId27"/>
          <a:stretch>
            <a:fillRect/>
          </a:stretch>
        </p:blipFill>
        <p:spPr>
          <a:xfrm>
            <a:off x="7533879" y="4942332"/>
            <a:ext cx="384048" cy="384048"/>
          </a:xfrm>
          <a:prstGeom prst="rect">
            <a:avLst/>
          </a:prstGeom>
        </p:spPr>
      </p:pic>
      <p:sp>
        <p:nvSpPr>
          <p:cNvPr id="60" name=""/>
          <p:cNvSpPr>
            <a:spLocks noGrp="1"/>
          </p:cNvSpPr>
          <p:nvPr>
            </p:nvPr>
        </p:nvSpPr>
        <p:spPr>
          <a:xfrm>
            <a:off x="721598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Alimentación</a:t>
            </a:r>
          </a:p>
        </p:txBody>
      </p:sp>
      <p:pic>
        <p:nvPicPr>
          <p:cNvPr id="61" name="" descr=""/>
          <p:cNvPicPr>
            <a:picLocks noGrp="1"/>
          </p:cNvPicPr>
          <p:nvPr>
            </p:nvPr>
        </p:nvPicPr>
        <p:blipFill>
          <a:blip r:embed="rId28"/>
          <a:stretch>
            <a:fillRect/>
          </a:stretch>
        </p:blipFill>
        <p:spPr>
          <a:xfrm>
            <a:off x="8462269" y="4942332"/>
            <a:ext cx="384048" cy="384048"/>
          </a:xfrm>
          <a:prstGeom prst="rect">
            <a:avLst/>
          </a:prstGeom>
        </p:spPr>
      </p:pic>
      <p:sp>
        <p:nvSpPr>
          <p:cNvPr id="62" name=""/>
          <p:cNvSpPr>
            <a:spLocks noGrp="1"/>
          </p:cNvSpPr>
          <p:nvPr>
            </p:nvPr>
        </p:nvSpPr>
        <p:spPr>
          <a:xfrm>
            <a:off x="814437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</a:p>
        </p:txBody>
      </p:sp>
      <p:pic>
        <p:nvPicPr>
          <p:cNvPr id="63" name="" descr=""/>
          <p:cNvPicPr>
            <a:picLocks noGrp="1"/>
          </p:cNvPicPr>
          <p:nvPr>
            </p:nvPr>
        </p:nvPicPr>
        <p:blipFill>
          <a:blip r:embed="rId29"/>
          <a:stretch>
            <a:fillRect/>
          </a:stretch>
        </p:blipFill>
        <p:spPr>
          <a:xfrm>
            <a:off x="9390659" y="4942332"/>
            <a:ext cx="384048" cy="384048"/>
          </a:xfrm>
          <a:prstGeom prst="rect">
            <a:avLst/>
          </a:prstGeom>
        </p:spPr>
      </p:pic>
      <p:sp>
        <p:nvSpPr>
          <p:cNvPr id="64" name=""/>
          <p:cNvSpPr>
            <a:spLocks noGrp="1"/>
          </p:cNvSpPr>
          <p:nvPr>
            </p:nvPr>
        </p:nvSpPr>
        <p:spPr>
          <a:xfrm>
            <a:off x="9072768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</a:p>
        </p:txBody>
      </p:sp>
      <p:pic>
        <p:nvPicPr>
          <p:cNvPr id="65" name="" descr=""/>
          <p:cNvPicPr>
            <a:picLocks noGrp="1"/>
          </p:cNvPicPr>
          <p:nvPr>
            </p:nvPr>
        </p:nvPicPr>
        <p:blipFill>
          <a:blip r:embed="rId30"/>
          <a:stretch>
            <a:fillRect/>
          </a:stretch>
        </p:blipFill>
        <p:spPr>
          <a:xfrm>
            <a:off x="10319050" y="4942332"/>
            <a:ext cx="384048" cy="384048"/>
          </a:xfrm>
          <a:prstGeom prst="rect">
            <a:avLst/>
          </a:prstGeom>
        </p:spPr>
      </p:pic>
      <p:sp>
        <p:nvSpPr>
          <p:cNvPr id="66" name=""/>
          <p:cNvSpPr>
            <a:spLocks noGrp="1"/>
          </p:cNvSpPr>
          <p:nvPr>
            </p:nvPr>
        </p:nvSpPr>
        <p:spPr>
          <a:xfrm>
            <a:off x="1000115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</a:p>
        </p:txBody>
      </p:sp>
      <p:pic>
        <p:nvPicPr>
          <p:cNvPr id="67" name="" descr=""/>
          <p:cNvPicPr>
            <a:picLocks noGrp="1"/>
          </p:cNvPicPr>
          <p:nvPr>
            </p:nvPr>
        </p:nvPicPr>
        <p:blipFill>
          <a:blip r:embed="rId31"/>
          <a:stretch>
            <a:fillRect/>
          </a:stretch>
        </p:blipFill>
        <p:spPr>
          <a:xfrm>
            <a:off x="11247440" y="4942332"/>
            <a:ext cx="384048" cy="384048"/>
          </a:xfrm>
          <a:prstGeom prst="rect">
            <a:avLst/>
          </a:prstGeom>
        </p:spPr>
      </p:pic>
      <p:sp>
        <p:nvSpPr>
          <p:cNvPr id="68" name=""/>
          <p:cNvSpPr>
            <a:spLocks noGrp="1"/>
          </p:cNvSpPr>
          <p:nvPr>
            </p:nvPr>
        </p:nvSpPr>
        <p:spPr>
          <a:xfrm>
            <a:off x="10929549" y="5399532"/>
            <a:ext cx="1019830" cy="41148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Familia</a:t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Lucide (licencia ISC), la librería de la app. Trazo de 1.75, sin relleno, en azul oscuro o en blanco</a:t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127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íconos por temática (recurso de diseño, no es una lámina del motor)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81" name=""/>
          <p:cNvSpPr>
            <a:spLocks noGrp="1"/>
          </p:cNvSpPr>
          <p:nvPr>
            </p:nvPr>
        </p:nvSpPr>
        <p:spPr>
          <a:xfrm>
            <a:off x="2619756" y="1508760"/>
            <a:ext cx="928390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2" name=""/>
          <p:cNvSpPr>
            <a:spLocks noGrp="1"/>
          </p:cNvSpPr>
          <p:nvPr>
            </p:nvPr>
        </p:nvSpPr>
        <p:spPr>
          <a:xfrm>
            <a:off x="2619756" y="1325880"/>
            <a:ext cx="928390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banco de íconos: 10 por fila, 0.42 in, 25.79 x 12.88 cm</a:t>
            </a:r>
          </a:p>
        </p:txBody>
      </p:sp>
      <p:sp>
        <p:nvSpPr>
          <p:cNvPr id="8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CÓMO SE USAN LOS ÍCONOS</a:t>
            </a:r>
          </a:p>
        </p:txBody>
      </p:sp>
      <p:pic>
        <p:nvPicPr>
          <p:cNvPr id="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602829" y="2286000"/>
            <a:ext cx="274320" cy="2743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la cabecera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0.3 in, azul oscuro, junto al antetítulo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4140975" y="1920240"/>
            <a:ext cx="1005840" cy="10058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4382376" y="2161642"/>
            <a:ext cx="523037" cy="523037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3191942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una lámina de población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191942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 in, blanco sobre círculo azul oscuro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64337" y="2139696"/>
            <a:ext cx="566928" cy="566928"/>
          </a:xfrm>
          <a:prstGeom prst="ellipse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7400399" y="2275759"/>
            <a:ext cx="294803" cy="294803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6095848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la portadilla de sección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95848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0.62 in, blanco sobre círculo coral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0259682" y="2231136"/>
            <a:ext cx="384048" cy="384048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8999753" y="3108960"/>
            <a:ext cx="2903906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una ficha o lista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999753" y="3410712"/>
            <a:ext cx="290390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0.42 in, azul oscuro, alineado al texto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40416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0599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99516" y="40233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ícono acompaña una idea. No se usa como adorno.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44988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288036" y="45171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99516" y="44805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Siempre de trazo, nunca relleno, y del mismo grosor en todo el informe.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9560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9743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99516" y="49377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Azul oscuro sobre fondo claro y blanco sobre círculo azul oscuro. El círculo coral queda para la portadilla de sección.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288036" y="54132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288036" y="54315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99516" y="5394960"/>
            <a:ext cx="1120414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 lado de un texto, el ícono mide lo mismo que la altura de dos líneas.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 un tema no tiene ícono en el banco, se busca en Lucide, con el mismo trazo, antes de pensar en otra librería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tamaños y fondos de los íconos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1874520"/>
            <a:ext cx="11615623" cy="17373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169164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usos del ícono, 32.27 x 4.83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LOS ÍCONOS EN SU CONTEXTO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96596" y="146304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FICHA TÉCNICA</a:t>
            </a:r>
          </a:p>
        </p:txBody>
      </p:sp>
      <p:pic>
        <p:nvPicPr>
          <p:cNvPr id="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1828800"/>
            <a:ext cx="384048" cy="384048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/p:nvPr>
        </p:nvSpPr>
        <p:spPr>
          <a:xfrm>
            <a:off x="790956" y="1792224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Técnica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90956" y="2029968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Encuesta en línea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288036" y="2487168"/>
            <a:ext cx="384048" cy="384048"/>
          </a:xfrm>
          <a:prstGeom prst="rect">
            <a:avLst/>
          </a:prstGeom>
        </p:spPr>
      </p:pic>
      <p:sp>
        <p:nvSpPr>
          <p:cNvPr id="8" name=""/>
          <p:cNvSpPr>
            <a:spLocks noGrp="1"/>
          </p:cNvSpPr>
          <p:nvPr>
            </p:nvPr>
        </p:nvSpPr>
        <p:spPr>
          <a:xfrm>
            <a:off x="790956" y="2450592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Actores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90956" y="2688336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públicos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288036" y="3145536"/>
            <a:ext cx="384048" cy="384048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90956" y="3108960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90956" y="3346704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 válidas</a:t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288036" y="3803904"/>
            <a:ext cx="384048" cy="384048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790956" y="3767328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90956" y="4005072"/>
            <a:ext cx="306415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semanas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220870" y="146304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4312310" y="1828800"/>
            <a:ext cx="658368" cy="658368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4470319" y="1986808"/>
            <a:ext cx="342351" cy="342351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5135270" y="1810512"/>
            <a:ext cx="1463040" cy="43891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135270" y="2231136"/>
            <a:ext cx="1645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4312310" y="2697480"/>
            <a:ext cx="658368" cy="658368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4470319" y="2855488"/>
            <a:ext cx="342351" cy="342351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5135270" y="2679192"/>
            <a:ext cx="1463040" cy="43891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135270" y="3099816"/>
            <a:ext cx="1645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312310" y="3566160"/>
            <a:ext cx="658368" cy="658368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4470319" y="3724168"/>
            <a:ext cx="342351" cy="342351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5135270" y="3547872"/>
            <a:ext cx="1463040" cy="43891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135270" y="3968496"/>
            <a:ext cx="1645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8245145" y="146304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8336585" y="1847088"/>
            <a:ext cx="384048" cy="384048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8839505" y="1792224"/>
            <a:ext cx="306415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Difundir la misión entre estudiantes y egresados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8336585" y="2715768"/>
            <a:ext cx="384048" cy="384048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8839505" y="2660904"/>
            <a:ext cx="306415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Revisar la tutoría académica con los estudiantes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8336585" y="3584448"/>
            <a:ext cx="384048" cy="384048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8839505" y="3529584"/>
            <a:ext cx="306415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Analizar los recursos asignados a la Unidad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4083710" y="1508760"/>
            <a:ext cx="7315" cy="29260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8107985" y="1508760"/>
            <a:ext cx="7315" cy="292608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8036" y="4754880"/>
            <a:ext cx="11615623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En los tres casos el ícono abre la línea, mide lo mismo en toda la columna y el texto empieza a la misma distancia.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Cifras del proyecto de referencia de Contabilidad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129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íconos en tres usos reales (ficha técnica, perfil, recomendaciones)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1508760"/>
            <a:ext cx="11615623" cy="30175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usos: ficha, perfil, recomendaciones, 32.27 x 8.38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ÍCONOS: QUÉ HACER Y QUÉ EVITAR</a:t>
            </a:r>
          </a:p>
        </p:txBody>
      </p:sp>
      <p:pic>
        <p:nvPicPr>
          <p:cNvPr id="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1527048"/>
            <a:ext cx="274320" cy="2743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/p:nvPr>
        </p:nvSpPr>
        <p:spPr>
          <a:xfrm>
            <a:off x="635508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Todos del mismo tamaño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1527048"/>
            <a:ext cx="274320" cy="27432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6626200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Tamaños distintos en una fila</a:t>
            </a:r>
          </a:p>
        </p:txBody>
      </p:sp>
      <p:pic>
        <p:nvPicPr>
          <p:cNvPr id="7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35508" y="1920240"/>
            <a:ext cx="384048" cy="384048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1321308" y="1920240"/>
            <a:ext cx="384048" cy="384048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2007108" y="1920240"/>
            <a:ext cx="384048" cy="384048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2692908" y="1920240"/>
            <a:ext cx="384048" cy="384048"/>
          </a:xfrm>
          <a:prstGeom prst="rect">
            <a:avLst/>
          </a:prstGeom>
        </p:spPr>
      </p:pic>
      <p:pic>
        <p:nvPicPr>
          <p:cNvPr id="11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626200" y="2002536"/>
            <a:ext cx="219456" cy="219456"/>
          </a:xfrm>
          <a:prstGeom prst="rect">
            <a:avLst/>
          </a:prstGeom>
        </p:spPr>
      </p:pic>
      <p:pic>
        <p:nvPicPr>
          <p:cNvPr id="12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7312000" y="1837944"/>
            <a:ext cx="548640" cy="548640"/>
          </a:xfrm>
          <a:prstGeom prst="rect">
            <a:avLst/>
          </a:prstGeom>
        </p:spPr>
      </p:pic>
      <p:pic>
        <p:nvPicPr>
          <p:cNvPr id="13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7997800" y="1956816"/>
            <a:ext cx="310896" cy="310896"/>
          </a:xfrm>
          <a:prstGeom prst="rect">
            <a:avLst/>
          </a:prstGeom>
        </p:spPr>
      </p:pic>
      <p:pic>
        <p:nvPicPr>
          <p:cNvPr id="14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8683600" y="1883664"/>
            <a:ext cx="457200" cy="457200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2999232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3072384"/>
            <a:ext cx="274320" cy="274320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635508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Blanco sobre fondo oscuro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3072384"/>
            <a:ext cx="274320" cy="274320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6626200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Blanco sobre fondo claro: no se ve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35508" y="3374136"/>
            <a:ext cx="640080" cy="64008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1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789127" y="3527755"/>
            <a:ext cx="332842" cy="332842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/p:nvPr>
        </p:nvSpPr>
        <p:spPr>
          <a:xfrm>
            <a:off x="6626200" y="3374136"/>
            <a:ext cx="640080" cy="640080"/>
          </a:xfrm>
          <a:prstGeom prst="ellipse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79819" y="3527755"/>
            <a:ext cx="332842" cy="332842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288036" y="4544568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4617720"/>
            <a:ext cx="274320" cy="274320"/>
          </a:xfrm>
          <a:prstGeom prst="rect">
            <a:avLst/>
          </a:prstGeom>
        </p:spPr>
      </p:pic>
      <p:sp>
        <p:nvSpPr>
          <p:cNvPr id="26" name=""/>
          <p:cNvSpPr>
            <a:spLocks noGrp="1"/>
          </p:cNvSpPr>
          <p:nvPr>
            </p:nvPr>
        </p:nvSpPr>
        <p:spPr>
          <a:xfrm>
            <a:off x="635508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ícono junto a su dato</a:t>
            </a:r>
          </a:p>
        </p:txBody>
      </p:sp>
      <p:pic>
        <p:nvPicPr>
          <p:cNvPr id="27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4617720"/>
            <a:ext cx="274320" cy="274320"/>
          </a:xfrm>
          <a:prstGeom prst="rect">
            <a:avLst/>
          </a:prstGeom>
        </p:spPr>
      </p:pic>
      <p:sp>
        <p:nvSpPr>
          <p:cNvPr id="28" name=""/>
          <p:cNvSpPr>
            <a:spLocks noGrp="1"/>
          </p:cNvSpPr>
          <p:nvPr>
            </p:nvPr>
        </p:nvSpPr>
        <p:spPr>
          <a:xfrm>
            <a:off x="6626200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Íconos de adorno, sin dato</a:t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35508" y="5010912"/>
            <a:ext cx="384048" cy="384048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1138428" y="5029200"/>
            <a:ext cx="2743200" cy="32004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 respuestas válidas</a:t>
            </a:r>
          </a:p>
        </p:txBody>
      </p:sp>
      <p:pic>
        <p:nvPicPr>
          <p:cNvPr id="31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626200" y="5010912"/>
            <a:ext cx="384048" cy="384048"/>
          </a:xfrm>
          <a:prstGeom prst="rect">
            <a:avLst/>
          </a:prstGeom>
        </p:spPr>
      </p:pic>
      <p:pic>
        <p:nvPicPr>
          <p:cNvPr id="32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7174840" y="5010912"/>
            <a:ext cx="384048" cy="384048"/>
          </a:xfrm>
          <a:prstGeom prst="rect">
            <a:avLst/>
          </a:prstGeom>
        </p:spPr>
      </p:pic>
      <p:pic>
        <p:nvPicPr>
          <p:cNvPr id="33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7723480" y="5010912"/>
            <a:ext cx="384048" cy="384048"/>
          </a:xfrm>
          <a:prstGeom prst="rect">
            <a:avLst/>
          </a:prstGeom>
        </p:spPr>
      </p:pic>
      <p:pic>
        <p:nvPicPr>
          <p:cNvPr id="34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8272120" y="5010912"/>
            <a:ext cx="384048" cy="384048"/>
          </a:xfrm>
          <a:prstGeom prst="rect">
            <a:avLst/>
          </a:prstGeom>
        </p:spPr>
      </p:pic>
      <p:pic>
        <p:nvPicPr>
          <p:cNvPr id="35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8820760" y="5010912"/>
            <a:ext cx="384048" cy="384048"/>
          </a:xfrm>
          <a:prstGeom prst="rect">
            <a:avLst/>
          </a:prstGeom>
        </p:spPr>
      </p:pic>
      <p:sp>
        <p:nvSpPr>
          <p:cNvPr id="36" name=""/>
          <p:cNvSpPr>
            <a:spLocks noGrp="1"/>
          </p:cNvSpPr>
          <p:nvPr>
            </p:nvPr>
        </p:nvSpPr>
        <p:spPr>
          <a:xfrm>
            <a:off x="6050128" y="1508760"/>
            <a:ext cx="7315" cy="4544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130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uso correcto e incorrecto de los íconos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1508760"/>
            <a:ext cx="1161562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pares: correcto a la izquierda, incorrecto a la derecha, 32.27 x 12.88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CAJAS Y TARJETAS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37360"/>
            <a:ext cx="356707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77%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2304288"/>
            <a:ext cx="356707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conoce la misión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288036" y="2560320"/>
            <a:ext cx="3567074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134 de 172 estudiantes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196596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 destacada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96596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pt negrita, rótulo de 12 pt y detalle de 10 pt. Para una sola cifra que resume la lámina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4312310" y="1737360"/>
            <a:ext cx="45720" cy="1097280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4513478" y="1691640"/>
            <a:ext cx="3365906" cy="11887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75 %</a:t>
            </a:r>
            <a:r>
              <a:rPr cap="none" sz="14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 de los docentes valora la tutoría.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4220870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con filete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220870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Filete coral de 0.05 in y texto de 14 pt. Para la lectura del gráfico, al costado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8336585" y="1737360"/>
            <a:ext cx="3567074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¿Conoce la misión de la carrera?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8336585" y="2423160"/>
            <a:ext cx="2746647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1083232" y="2423160"/>
            <a:ext cx="820427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8245145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Panel con pregunta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245145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Pregunta de 13 pt y base de 10 pt sobre el gráfico. Para láminas de dos a seis gráficos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88036" y="4114800"/>
            <a:ext cx="1097585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4681728"/>
            <a:ext cx="1097585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1477061" y="4114800"/>
            <a:ext cx="1097585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477061" y="4681728"/>
            <a:ext cx="1097585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403909" y="4114800"/>
            <a:ext cx="7315" cy="8229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666086" y="4114800"/>
            <a:ext cx="1097585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666086" y="4681728"/>
            <a:ext cx="1097585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2592934" y="4114800"/>
            <a:ext cx="7315" cy="82296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196596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Franja de cifras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96596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Cifras de 24 pt separadas por filetes. Para la ficha técnica y el número de respuestas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4312310" y="4069080"/>
            <a:ext cx="3567074" cy="105156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4403750" y="4206240"/>
            <a:ext cx="3384194" cy="8229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 menos de 30 casos, junto al porcentaje va el número de respuestas.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4220870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Nota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4220870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Caja blanca con borde de 0.75 pt. Sólo para una advertencia de lectura que el gráfico no muestra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8336585" y="416052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8512150" y="4336085"/>
            <a:ext cx="380390" cy="380390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9250985" y="4069080"/>
            <a:ext cx="2652674" cy="56692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9250985" y="4636008"/>
            <a:ext cx="265267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8245145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Tarjeta con ícono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8245145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 de 0.8 in y cifra de 28 pt. Para el perfil de cada público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131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cajas y tarjetas (cifra, narrativa, panel, franja, nota)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1737360"/>
            <a:ext cx="3567074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1554480"/>
            <a:ext cx="356707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9.91 x 2.92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4312310" y="1691640"/>
            <a:ext cx="3567074" cy="118872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312310" y="1508760"/>
            <a:ext cx="356707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narrativo, 9.91 x 3.30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8036" y="4114800"/>
            <a:ext cx="1097585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39319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3.05 x 2.92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1477061" y="4114800"/>
            <a:ext cx="1097585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477061" y="39319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3.05 x 2.92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666086" y="4114800"/>
            <a:ext cx="1097585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666086" y="3931920"/>
            <a:ext cx="23774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3.05 x 2.92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250985" y="4069080"/>
            <a:ext cx="2652674" cy="10515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9250985" y="3886200"/>
            <a:ext cx="2652674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cifra, 7.37 x 2.92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1508760"/>
            <a:ext cx="1161562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seis cajas, tres columnas con separación de 0.5 in, 32.27 x 12.88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ANATOMÍA DE UNA TARJETA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110996" y="2194560"/>
            <a:ext cx="4023360" cy="146304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339596" y="2423160"/>
            <a:ext cx="822960" cy="82296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537106" y="2620670"/>
            <a:ext cx="427939" cy="427939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2299716" y="2359152"/>
            <a:ext cx="2286000" cy="5943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299716" y="2944368"/>
            <a:ext cx="22860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299716" y="3218688"/>
            <a:ext cx="25603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41% de las respuestas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110996" y="1965960"/>
            <a:ext cx="228600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110996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328623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310896" y="1691640"/>
            <a:ext cx="18288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1339596" y="1965960"/>
            <a:ext cx="822960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1339596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151583" y="192024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36676" y="1691640"/>
            <a:ext cx="18288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0.9 in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2162556" y="3977640"/>
            <a:ext cx="228600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162556" y="393192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380183" y="3931920"/>
            <a:ext cx="10973" cy="100584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362456" y="3703320"/>
            <a:ext cx="182880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82396" y="2194560"/>
            <a:ext cx="10973" cy="146304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36676" y="2194560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836676" y="3646627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6012" y="2807208"/>
            <a:ext cx="713232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1.6 in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5362956" y="2194560"/>
            <a:ext cx="10973" cy="228600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5317236" y="2194560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5317236" y="2412187"/>
            <a:ext cx="100584" cy="10973"/>
          </a:xfrm>
          <a:prstGeom prst="rect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5436108" y="2189988"/>
            <a:ext cx="713232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597396" y="189280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597396" y="191109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7008876" y="1837944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interior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7008876" y="2093976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0.25 in en los cuatro lados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597396" y="2459736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597396" y="2478024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008876" y="2404872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Ícono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008876" y="2660904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0.9 in, blanco sobre círculo azul oscuro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597396" y="3026664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597396" y="3044952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7008876" y="2971800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7008876" y="3227832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34 pt, negrita, azul oscuro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597396" y="3593592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6597396" y="3611880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008876" y="3538728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Rótulo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008876" y="3794760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 pt, negrita, azul oscuro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597396" y="416052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597396" y="417880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7008876" y="4105656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Detalle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008876" y="4361688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 pt, gris azulado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597396" y="4727448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6597396" y="4745736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7008876" y="4672584"/>
            <a:ext cx="201168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Borde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7008876" y="4928616"/>
            <a:ext cx="489478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0.75 pt, gris claro, sin sombra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288036" y="5779008"/>
            <a:ext cx="54864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cotas en magenta son guías de medida. No se imprimen.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misma medida rige en todas las tarjetas del informe: si una crece, crecen todas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132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anatomía de la tarjeta con ícono, con sus cotas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1110996" y="2194560"/>
            <a:ext cx="4023360" cy="146304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110996" y="2011680"/>
            <a:ext cx="402336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tarjeta a tamaño real con cotas, 11.18 x 4.06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FRANJAS DE CIFRAS: DE DOS A CINCO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78308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 cifras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613916" y="1581912"/>
            <a:ext cx="4984852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613916" y="2057400"/>
            <a:ext cx="4984852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6681064" y="161848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781648" y="1581912"/>
            <a:ext cx="4984852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781648" y="2057400"/>
            <a:ext cx="4984852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288036" y="242316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274320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 cifras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1613916" y="2542032"/>
            <a:ext cx="326227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1613916" y="3017520"/>
            <a:ext cx="326227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958486" y="257860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5059070" y="2542032"/>
            <a:ext cx="326227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059070" y="3017520"/>
            <a:ext cx="326227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8403641" y="257860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8504225" y="2542032"/>
            <a:ext cx="326227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8504225" y="3017520"/>
            <a:ext cx="3262274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338328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288036" y="370332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 cifras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1613916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1613916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097198" y="353872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197782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4197782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6681064" y="353872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6781648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781648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264929" y="353872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365513" y="3502152"/>
            <a:ext cx="240098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365513" y="3977640"/>
            <a:ext cx="2400986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4343400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4663440"/>
            <a:ext cx="1280160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 cifras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613916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1613916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respuestas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3580425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681009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3681009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5647517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748101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5748101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714610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815194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178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815194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781703" y="4498848"/>
            <a:ext cx="7315" cy="66751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9882287" y="4462272"/>
            <a:ext cx="1884213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9882287" y="4937760"/>
            <a:ext cx="1884213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administrativos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288036" y="5733288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 más de cinco cifras, la información va en una tabla. La primera cifra, en coral, es el total.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Cifras del proyecto de referencia de Contabilidad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133</a:t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franjas de 2 a 5 cifras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1508760"/>
            <a:ext cx="11615623" cy="3840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cuatro franjas que reparten el mismo ancho, 32.27 x 10.67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CAJAS: QUÉ HACER Y QUÉ EVITAR</a:t>
            </a:r>
          </a:p>
        </p:txBody>
      </p:sp>
      <p:pic>
        <p:nvPicPr>
          <p:cNvPr id="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1527048"/>
            <a:ext cx="274320" cy="27432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/p:nvPr>
        </p:nvSpPr>
        <p:spPr>
          <a:xfrm>
            <a:off x="635508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Borde fino o sin borde</a:t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1527048"/>
            <a:ext cx="274320" cy="27432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6626200" y="1490472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Sombra y borde grueso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635508" y="1892808"/>
            <a:ext cx="4801972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6948" y="2057400"/>
            <a:ext cx="46190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Nota de lectura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699352" y="1965960"/>
            <a:ext cx="4801972" cy="640080"/>
          </a:xfrm>
          <a:prstGeom prst="rect">
            <a:avLst/>
          </a:prstGeom>
          <a:solidFill>
            <a:srgbClr val="9AA3B5">
              <a:alpha val="100000"/>
            </a:srgbClr>
          </a:solidFill>
          <a:ln w="3175" cap="rnd" cmpd="sng">
            <a:solidFill>
              <a:srgbClr val="9AA3B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626200" y="1892808"/>
            <a:ext cx="4801972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38100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717640" y="2057400"/>
            <a:ext cx="4619092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Nota de lectura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88036" y="2999232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3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3072384"/>
            <a:ext cx="274320" cy="274320"/>
          </a:xfrm>
          <a:prstGeom prst="rect">
            <a:avLst/>
          </a:prstGeom>
        </p:spPr>
      </p:pic>
      <p:sp>
        <p:nvSpPr>
          <p:cNvPr id="14" name=""/>
          <p:cNvSpPr>
            <a:spLocks noGrp="1"/>
          </p:cNvSpPr>
          <p:nvPr>
            </p:nvPr>
        </p:nvSpPr>
        <p:spPr>
          <a:xfrm>
            <a:off x="635508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solo fondo para todas</a:t>
            </a:r>
          </a:p>
        </p:txBody>
      </p:sp>
      <p:pic>
        <p:nvPicPr>
          <p:cNvPr id="15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3072384"/>
            <a:ext cx="274320" cy="274320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/p:nvPr>
        </p:nvSpPr>
        <p:spPr>
          <a:xfrm>
            <a:off x="6626200" y="3035808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Un color distinto por caja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35508" y="3438144"/>
            <a:ext cx="1509217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236165" y="3438144"/>
            <a:ext cx="1509217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836822" y="3438144"/>
            <a:ext cx="1509217" cy="64008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626200" y="3438144"/>
            <a:ext cx="1509217" cy="64008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8226857" y="3438144"/>
            <a:ext cx="1509217" cy="64008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9827514" y="3438144"/>
            <a:ext cx="1509217" cy="64008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288036" y="4544568"/>
            <a:ext cx="11615623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288036" y="4617720"/>
            <a:ext cx="274320" cy="274320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635508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4E9438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a la izquierda, con margen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278728" y="4617720"/>
            <a:ext cx="274320" cy="274320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6626200" y="4581144"/>
            <a:ext cx="47548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Texto centrado y pegado al borde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35508" y="4983480"/>
            <a:ext cx="4801972" cy="73152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2668" y="5102352"/>
            <a:ext cx="4527652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75 % de los docentes valora la tutoría.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626200" y="4983480"/>
            <a:ext cx="4801972" cy="73152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553048" y="5001768"/>
            <a:ext cx="4948276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 75 % de los docentes valora la tutoría.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050128" y="1508760"/>
            <a:ext cx="7315" cy="454456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134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uso correcto e incorrecto de las cajas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1508760"/>
            <a:ext cx="1161562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tres pares: correcto a la izquierda, incorrecto a la derecha, 32.27 x 12.88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FIGURAS Y CONECTORES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965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8036" y="1984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745236" y="1965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745236" y="1984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202436" y="1965960"/>
            <a:ext cx="292608" cy="292608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1202436" y="1984248"/>
            <a:ext cx="292608" cy="256032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196596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Marca numerada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196596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 de 0.32 in con número blanco de 11 pt. Para señalar partes de un ejemplo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4312310" y="2240280"/>
            <a:ext cx="431707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4206295" y="22860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4740359" y="2240280"/>
            <a:ext cx="467377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4652179" y="228600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13%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5204079" y="2240280"/>
            <a:ext cx="1252134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204079" y="2286000"/>
            <a:ext cx="1248476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452555" y="2240280"/>
            <a:ext cx="1426830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6452555" y="2286000"/>
            <a:ext cx="1426830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5204079" y="2011680"/>
            <a:ext cx="2675306" cy="2286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5204079" y="2011680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856525" y="2011680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530302" y="1847088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4220870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Llave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4220870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Trazo verde de 0.025 in. Agrupa los dos valores que suman el Top Two Box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336585" y="1828800"/>
            <a:ext cx="1248476" cy="274320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9585061" y="1828800"/>
            <a:ext cx="2318598" cy="274320"/>
          </a:xfrm>
          <a:prstGeom prst="rect">
            <a:avLst/>
          </a:prstGeom>
          <a:solidFill>
            <a:srgbClr val="9DC3E6">
              <a:alpha val="100000"/>
            </a:srgbClr>
          </a:solidFill>
          <a:ln w="3175" cap="rnd" cmpd="sng">
            <a:solidFill>
              <a:srgbClr val="9DC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8336585" y="2514600"/>
            <a:ext cx="3567074" cy="22860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28" name=""/>
          <p:cNvGrpSpPr/>
          <p:nvPr/>
        </p:nvGrpSpPr>
        <p:grpSpPr>
          <a:xfrm>
            <a:off x="8336585" y="2103120"/>
            <a:ext cx="3567074" cy="411480"/>
            <a:chOff x="8336585" y="2103120"/>
            <a:chExt cx="3567074" cy="411480"/>
          </a:xfrm>
        </p:grpSpPr>
        <p:sp>
          <p:nvSpPr>
            <p:cNvPr id="29" name="rc3"/>
            <p:cNvSpPr/>
            <p:nvPr/>
          </p:nvSpPr>
          <p:spPr>
            <a:xfrm>
              <a:off x="8336584" y="2103120"/>
              <a:ext cx="3567074" cy="41148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0" name="pg4"/>
            <p:cNvSpPr/>
            <p:nvPr/>
          </p:nvSpPr>
          <p:spPr>
            <a:xfrm>
              <a:off x="8336584" y="2103120"/>
              <a:ext cx="3567074" cy="411480"/>
            </a:xfrm>
            <a:custGeom>
              <a:avLst/>
              <a:pathLst>
                <a:path w="3567074" h="411480">
                  <a:moveTo>
                    <a:pt x="0" y="0"/>
                  </a:moveTo>
                  <a:lnTo>
                    <a:pt x="1248476" y="0"/>
                  </a:lnTo>
                  <a:lnTo>
                    <a:pt x="3567074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081F5C">
                <a:alpha val="5098"/>
              </a:srgbClr>
            </a:solidFill>
          </p:spPr>
          <p:txBody>
            <a:bodyPr/>
            <a:lstStyle/>
            <a:p/>
          </p:txBody>
        </p:sp>
        <p:sp>
          <p:nvSpPr>
            <p:cNvPr id="31" name="pl5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6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7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8"/>
            <p:cNvSpPr/>
            <p:nvPr/>
          </p:nvSpPr>
          <p:spPr>
            <a:xfrm>
              <a:off x="8336584" y="2103120"/>
              <a:ext cx="0" cy="411480"/>
            </a:xfrm>
            <a:custGeom>
              <a:avLst/>
              <a:pathLst>
                <a:path w="0" h="411480">
                  <a:moveTo>
                    <a:pt x="0" y="0"/>
                  </a:moveTo>
                  <a:lnTo>
                    <a:pt x="0" y="411480"/>
                  </a:lnTo>
                  <a:lnTo>
                    <a:pt x="0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9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10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11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12"/>
            <p:cNvSpPr/>
            <p:nvPr/>
          </p:nvSpPr>
          <p:spPr>
            <a:xfrm>
              <a:off x="9585060" y="2103120"/>
              <a:ext cx="2318598" cy="411480"/>
            </a:xfrm>
            <a:custGeom>
              <a:avLst/>
              <a:pathLst>
                <a:path w="2318598" h="411480">
                  <a:moveTo>
                    <a:pt x="0" y="0"/>
                  </a:moveTo>
                  <a:lnTo>
                    <a:pt x="2318598" y="411480"/>
                  </a:lnTo>
                  <a:lnTo>
                    <a:pt x="2318598" y="411480"/>
                  </a:lnTo>
                  <a:lnTo>
                    <a:pt x="2318598" y="411480"/>
                  </a:lnTo>
                </a:path>
              </a:pathLst>
            </a:custGeom>
            <a:ln w="10840" cap="flat">
              <a:solidFill>
                <a:srgbClr val="8E9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  <p:sp>
        <p:nvSpPr>
          <p:cNvPr id="39" name=""/>
          <p:cNvSpPr>
            <a:spLocks noGrp="1"/>
          </p:cNvSpPr>
          <p:nvPr>
            </p:nvPr>
        </p:nvSpPr>
        <p:spPr>
          <a:xfrm>
            <a:off x="8245145" y="297180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Conector de desglose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8245145" y="322783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Cuña al 5% de opacidad. Une el «Sí» de una pregunta filtro con su subpregunta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4480560"/>
            <a:ext cx="74999" cy="365760"/>
          </a:xfrm>
          <a:prstGeom prst="rect">
            <a:avLst/>
          </a:prstGeom>
          <a:solidFill>
            <a:srgbClr val="F4B183">
              <a:alpha val="100000"/>
            </a:srgbClr>
          </a:solidFill>
          <a:ln w="3175" cap="rnd" cmpd="sng">
            <a:solidFill>
              <a:srgbClr val="F4B18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359377" y="4480560"/>
            <a:ext cx="39328" cy="365760"/>
          </a:xfrm>
          <a:prstGeom prst="rect">
            <a:avLst/>
          </a:prstGeom>
          <a:solidFill>
            <a:srgbClr val="FFD965">
              <a:alpha val="100000"/>
            </a:srgbClr>
          </a:solidFill>
          <a:ln w="3175" cap="rnd" cmpd="sng">
            <a:solidFill>
              <a:srgbClr val="FFD96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95048" y="4480560"/>
            <a:ext cx="1787195" cy="365760"/>
          </a:xfrm>
          <a:prstGeom prst="rect">
            <a:avLst/>
          </a:prstGeom>
          <a:solidFill>
            <a:srgbClr val="ADD493">
              <a:alpha val="100000"/>
            </a:srgbClr>
          </a:solidFill>
          <a:ln w="3175" cap="rnd" cmpd="sng">
            <a:solidFill>
              <a:srgbClr val="ADD49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395048" y="4526280"/>
            <a:ext cx="1783537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178585" y="4480560"/>
            <a:ext cx="1676525" cy="365760"/>
          </a:xfrm>
          <a:prstGeom prst="rect">
            <a:avLst/>
          </a:prstGeom>
          <a:solidFill>
            <a:srgbClr val="70AD47">
              <a:alpha val="100000"/>
            </a:srgbClr>
          </a:solidFill>
          <a:ln w="3175" cap="rnd" cmpd="sng">
            <a:solidFill>
              <a:srgbClr val="70AD4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178585" y="4526280"/>
            <a:ext cx="1676525" cy="27432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318220" y="44165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31099" y="41879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371726" y="4416552"/>
            <a:ext cx="10973" cy="64008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377213" y="4407408"/>
            <a:ext cx="367118" cy="10973"/>
          </a:xfrm>
          <a:prstGeom prst="rect">
            <a:avLst/>
          </a:prstGeom>
          <a:solidFill>
            <a:srgbClr val="8A93A8">
              <a:alpha val="100000"/>
            </a:srgbClr>
          </a:solidFill>
          <a:ln w="3175" cap="rnd" cmpd="sng">
            <a:solidFill>
              <a:srgbClr val="8A93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451723" y="4187952"/>
            <a:ext cx="585216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196596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Guía de cifra chica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196596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Línea gris de 0.3 pt. Sube la cifra que no cabe en su tramo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4312310" y="4297680"/>
            <a:ext cx="3567074" cy="7315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6095848" y="4480560"/>
            <a:ext cx="7315" cy="548640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4220870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Separadores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4220870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Filete gris de 0.008 in. Divide filas o columnas sin cerrar cajas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8336585" y="4480560"/>
            <a:ext cx="3567074" cy="310896"/>
          </a:xfrm>
          <a:prstGeom prst="rect">
            <a:avLst/>
          </a:prstGeom>
          <a:solidFill>
            <a:srgbClr val="E9ECF1">
              <a:alpha val="100000"/>
            </a:srgbClr>
          </a:solidFill>
          <a:ln w="3175" cap="rnd" cmpd="sng">
            <a:solidFill>
              <a:srgbClr val="E9ECF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8336585" y="4480560"/>
            <a:ext cx="2782318" cy="31089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11368598" y="4389120"/>
            <a:ext cx="27432" cy="493776"/>
          </a:xfrm>
          <a:prstGeom prst="rect">
            <a:avLst/>
          </a:prstGeom>
          <a:solidFill>
            <a:srgbClr val="CA5651">
              <a:alpha val="100000"/>
            </a:srgbClr>
          </a:solidFill>
          <a:ln w="3175" cap="rnd" cmpd="sng">
            <a:solidFill>
              <a:srgbClr val="CA565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8245145" y="5349240"/>
            <a:ext cx="3749954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Marca de meta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8245145" y="5605272"/>
            <a:ext cx="3749954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Línea coral de 0.03 in sobre la barra. Indica la meta en estudios de monitoreo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Todas las figuras son formas de PowerPoint: se editan y se copian entre láminas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135</a:t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figuras y conectores (marca numerada, llave, conector, guía, separadores, meta)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7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7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73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4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75" name=""/>
          <p:cNvSpPr>
            <a:spLocks noGrp="1"/>
          </p:cNvSpPr>
          <p:nvPr>
            </p:nvPr>
        </p:nvSpPr>
        <p:spPr>
          <a:xfrm>
            <a:off x="288036" y="1508760"/>
            <a:ext cx="1161562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6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seis figuras, tres columnas con separación de 0.5 in, 32.27 x 12.88 cm</a:t>
            </a:r>
          </a:p>
        </p:txBody>
      </p:sp>
      <p:sp>
        <p:nvSpPr>
          <p:cNvPr id="77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8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FORMAS BÁSICAS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691640"/>
            <a:ext cx="777240" cy="77724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96596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96596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Fondo de ícono, marca numerada y punto de un gráfico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3283382" y="1691640"/>
            <a:ext cx="2103669" cy="777240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3191942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Rectángulo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91942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Barra, caja y franja. Siempre con esquinas rectas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278728" y="2057400"/>
            <a:ext cx="2103669" cy="1828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6187288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Línea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6187288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Separador, guía y eje. Gris claro, nunca negra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274073" y="1691640"/>
            <a:ext cx="2103669" cy="777240"/>
          </a:xfrm>
          <a:prstGeom prst="rightArrow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182633" y="2651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Flecha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9182633" y="2907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Sólo para indicar un paso o un cambio entre dos momentos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88036" y="3977640"/>
            <a:ext cx="2103669" cy="777240"/>
          </a:xfrm>
          <a:prstGeom prst="chevron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196596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Chevrón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196596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Etapas consecutivas de un proceso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3283382" y="3977640"/>
            <a:ext cx="2103669" cy="777240"/>
          </a:xfrm>
          <a:prstGeom prst="homePlat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3191942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Pentágono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3191942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Primera etapa o etiqueta de un proceso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278728" y="3977640"/>
            <a:ext cx="777240" cy="777240"/>
          </a:xfrm>
          <a:prstGeom prst="triangl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87288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Triángulo</a:t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187288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Hito puntual de un cronograma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9274073" y="4343400"/>
            <a:ext cx="2103669" cy="2286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9274073" y="4343400"/>
            <a:ext cx="22860" cy="18288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354882" y="4343400"/>
            <a:ext cx="22860" cy="182880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10314478" y="4178808"/>
            <a:ext cx="22860" cy="164592"/>
          </a:xfrm>
          <a:prstGeom prst="rect">
            <a:avLst/>
          </a:prstGeom>
          <a:solidFill>
            <a:srgbClr val="4E9438">
              <a:alpha val="100000"/>
            </a:srgbClr>
          </a:solidFill>
          <a:ln w="3175" cap="rnd" cmpd="sng">
            <a:solidFill>
              <a:srgbClr val="4E943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182633" y="4937760"/>
            <a:ext cx="2812466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Llave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9182633" y="5193792"/>
            <a:ext cx="2812466" cy="4572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Agrupa elementos que se suman o se leen juntos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Sin sombras, sin degradados ni efectos 3D. Las esquinas redondeadas no son parte de la identidad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136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formas básicas y su uso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288036" y="1508760"/>
            <a:ext cx="11615623" cy="4636008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ocho formas en dos filas, 32.27 x 12.88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DIAGRAMA DE PROCESO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1449598" y="2093976"/>
            <a:ext cx="9292499" cy="18288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83838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5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1259403" y="1912925"/>
            <a:ext cx="380390" cy="38039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/p:nvPr>
        </p:nvSpPr>
        <p:spPr>
          <a:xfrm>
            <a:off x="1632478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632478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288036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379476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e instrumento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406963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1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3582528" y="1912925"/>
            <a:ext cx="380390" cy="380390"/>
          </a:xfrm>
          <a:prstGeom prst="rect">
            <a:avLst/>
          </a:prstGeom>
        </p:spPr>
      </p:pic>
      <p:sp>
        <p:nvSpPr>
          <p:cNvPr id="12" name=""/>
          <p:cNvSpPr>
            <a:spLocks noGrp="1"/>
          </p:cNvSpPr>
          <p:nvPr>
            </p:nvPr>
        </p:nvSpPr>
        <p:spPr>
          <a:xfrm>
            <a:off x="3955603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3955603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611161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Muestra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702601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Marco y selección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5730088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17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5905652" y="1912925"/>
            <a:ext cx="380390" cy="380390"/>
          </a:xfrm>
          <a:prstGeom prst="rect">
            <a:avLst/>
          </a:prstGeom>
        </p:spPr>
      </p:pic>
      <p:sp>
        <p:nvSpPr>
          <p:cNvPr id="18" name=""/>
          <p:cNvSpPr>
            <a:spLocks noGrp="1"/>
          </p:cNvSpPr>
          <p:nvPr>
            </p:nvPr>
        </p:nvSpPr>
        <p:spPr>
          <a:xfrm>
            <a:off x="6278728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6278728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4934285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025725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Aplicación y monitoreo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8053212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3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8228777" y="1912925"/>
            <a:ext cx="380390" cy="380390"/>
          </a:xfrm>
          <a:prstGeom prst="rect">
            <a:avLst/>
          </a:prstGeom>
        </p:spPr>
      </p:pic>
      <p:sp>
        <p:nvSpPr>
          <p:cNvPr id="24" name=""/>
          <p:cNvSpPr>
            <a:spLocks noGrp="1"/>
          </p:cNvSpPr>
          <p:nvPr>
            </p:nvPr>
        </p:nvSpPr>
        <p:spPr>
          <a:xfrm>
            <a:off x="8601852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8601852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57410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348850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 limpia y consistente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10376337" y="1737360"/>
            <a:ext cx="731520" cy="731520"/>
          </a:xfrm>
          <a:prstGeom prst="ellipse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29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10551902" y="1912925"/>
            <a:ext cx="380390" cy="380390"/>
          </a:xfrm>
          <a:prstGeom prst="rect">
            <a:avLst/>
          </a:prstGeom>
        </p:spPr>
      </p:pic>
      <p:sp>
        <p:nvSpPr>
          <p:cNvPr id="30" name=""/>
          <p:cNvSpPr>
            <a:spLocks noGrp="1"/>
          </p:cNvSpPr>
          <p:nvPr>
            </p:nvPr>
        </p:nvSpPr>
        <p:spPr>
          <a:xfrm>
            <a:off x="10924977" y="1645920"/>
            <a:ext cx="274320" cy="274320"/>
          </a:xfrm>
          <a:prstGeom prst="ellipse">
            <a:avLst/>
          </a:prstGeom>
          <a:solidFill>
            <a:srgbClr val="E0218A">
              <a:alpha val="100000"/>
            </a:srgbClr>
          </a:solidFill>
          <a:ln w="3175" cap="rnd" cmpd="sng">
            <a:solidFill>
              <a:srgbClr val="E021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10924977" y="1664208"/>
            <a:ext cx="274320" cy="23774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9580535" y="2578608"/>
            <a:ext cx="2323125" cy="292608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9671975" y="2880360"/>
            <a:ext cx="2140245" cy="457200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 y recomendaciones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3840480"/>
            <a:ext cx="5486400" cy="27432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Variante en una línea, para la ficha técnica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288036" y="4206240"/>
            <a:ext cx="2432853" cy="566928"/>
          </a:xfrm>
          <a:prstGeom prst="homePlate">
            <a:avLst/>
          </a:prstGeom>
          <a:solidFill>
            <a:srgbClr val="C9D3E6">
              <a:alpha val="100000"/>
            </a:srgbClr>
          </a:solidFill>
          <a:ln w="3175" cap="rnd" cmpd="sng">
            <a:solidFill>
              <a:srgbClr val="C9D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16636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611161" y="4206240"/>
            <a:ext cx="2432853" cy="566928"/>
          </a:xfrm>
          <a:prstGeom prst="chevron">
            <a:avLst/>
          </a:prstGeom>
          <a:solidFill>
            <a:srgbClr val="C9D3E6">
              <a:alpha val="100000"/>
            </a:srgbClr>
          </a:solidFill>
          <a:ln w="3175" cap="rnd" cmpd="sng">
            <a:solidFill>
              <a:srgbClr val="C9D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2839761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Muestra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4934285" y="4206240"/>
            <a:ext cx="2432853" cy="566928"/>
          </a:xfrm>
          <a:prstGeom prst="chevron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5162885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7257410" y="4206240"/>
            <a:ext cx="2432853" cy="566928"/>
          </a:xfrm>
          <a:prstGeom prst="chevron">
            <a:avLst/>
          </a:prstGeom>
          <a:solidFill>
            <a:srgbClr val="C9D3E6">
              <a:alpha val="100000"/>
            </a:srgbClr>
          </a:solidFill>
          <a:ln w="3175" cap="rnd" cmpd="sng">
            <a:solidFill>
              <a:srgbClr val="C9D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486010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580535" y="4206240"/>
            <a:ext cx="2432853" cy="566928"/>
          </a:xfrm>
          <a:prstGeom prst="chevron">
            <a:avLst/>
          </a:prstGeom>
          <a:solidFill>
            <a:srgbClr val="C9D3E6">
              <a:alpha val="100000"/>
            </a:srgbClr>
          </a:solidFill>
          <a:ln w="3175" cap="rnd" cmpd="sng">
            <a:solidFill>
              <a:srgbClr val="C9D3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09135" y="4325112"/>
            <a:ext cx="1957365" cy="329184"/>
          </a:xfrm>
          <a:prstGeom prst="rect">
            <a:avLst/>
          </a:prstGeo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288036" y="4983480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 etapa en curso va en azul oscuro y las demás en azul claro, con letra oscura.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metodología, cronograma y avance del estudio. Hasta seis etapas en una lámina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137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diagrama de proceso de un estudio</a:t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288036" y="1508760"/>
            <a:ext cx="11615623" cy="36576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cinco etapas con ícono y su variante en chevrones, 32.27 x 10.16 cm</a:t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288036" y="324612"/>
            <a:ext cx="9692640" cy="457200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 LA MUESTRA PREVISTA A LAS EFECTIVAS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288036" y="18196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Marco muestral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482596" y="1783080"/>
            <a:ext cx="7043623" cy="402336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9635947" y="18013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1,850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8036" y="27340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Elegibles</a:t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2482596" y="2697480"/>
            <a:ext cx="5756734" cy="402336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8349058" y="27157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1,512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709099" y="2743200"/>
            <a:ext cx="21945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82% del paso anterior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288036" y="36484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Contactados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482596" y="3611880"/>
            <a:ext cx="3731217" cy="402336"/>
          </a:xfrm>
          <a:prstGeom prst="rect">
            <a:avLst/>
          </a:prstGeom>
          <a:solidFill>
            <a:srgbClr val="8E9DBD">
              <a:alpha val="100000"/>
            </a:srgbClr>
          </a:solidFill>
          <a:ln w="3175" cap="rnd" cmpd="sng">
            <a:solidFill>
              <a:srgbClr val="8E9DB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323541" y="36301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980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9709099" y="3657600"/>
            <a:ext cx="21945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65% del paso anterior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288036" y="4562856"/>
            <a:ext cx="2103120" cy="32918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Efectivas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2482596" y="4526280"/>
            <a:ext cx="1587671" cy="402336"/>
          </a:xfrm>
          <a:prstGeom prst="rect">
            <a:avLst/>
          </a:prstGeom>
          <a:solidFill>
            <a:srgbClr val="081F5C">
              <a:alpha val="100000"/>
            </a:srgbClr>
          </a:solidFill>
          <a:ln w="3175" cap="rnd" cmpd="sng">
            <a:solidFill>
              <a:srgbClr val="081F5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4179995" y="4544568"/>
            <a:ext cx="109728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417</a:t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9709099" y="4572000"/>
            <a:ext cx="2194560" cy="32918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43% del paso anterior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288036" y="5532120"/>
            <a:ext cx="11615623" cy="292608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Las barras empiezan en el mismo punto: se compara el largo, igual que en las barras apiladas.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Para la ficha técnica y los informes de avance de Monitoreo. Cifras ficticias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11355019" y="6291072"/>
            <a:ext cx="54864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138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Banco de recursos: de la muestra prevista a las encuestas efectivas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288036" y="324612"/>
            <a:ext cx="9692640" cy="4572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288036" y="141732"/>
            <a:ext cx="969264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26.92 x 1.27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288036" y="1508760"/>
            <a:ext cx="11615623" cy="38404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288036" y="1325880"/>
            <a:ext cx="11615623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embudo con barras alineadas, 32.27 x 10.67 cm</a:t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288036" y="6291072"/>
            <a:ext cx="9601200" cy="36576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288036" y="6108192"/>
            <a:ext cx="960120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base, 26.67 x 1.02 cm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ALTERNATIVAS DE ÍNDICE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p_slide_seccion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2377440" y="4069080"/>
            <a:ext cx="8961120" cy="10972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2377440" y="3886200"/>
            <a:ext cx="896112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título, 24.89 x 3.05 cm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arcos, 5 capítulos, el caso normal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arcos, 5 capítulos, el caso normal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arcos, 5 capítulos con subcapítulos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arcos, 5 capítulos con subcapítulos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arcos, Subcapítulos en dos capítulos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arcos, Subcapítulos en dos capítulos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arcos, 8 capítulos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arcos, 8 capítulos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ARCOS: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arcos, 13 capítulos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arcos, 13 capítulos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facetas, 5 capítulos, el caso normal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facetas, 5 capítulos, el caso normal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facetas, 5 capítulos con subcapítulos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facetas, 5 capítulos con subcapítulos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facetas, Subcapítulos en dos capítulos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facetas, Subcapítulos en dos capítulos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facetas, 8 capítulos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facetas, 8 capítulos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FACETAS: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facetas, 13 capítulos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facetas, 13 capítulos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círculos, 5 capítulos, el caso normal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círculos, 5 capítulos, el caso normal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círculos, 5 capítulos con subcapítulos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círculos, 5 capítulos con subcapítulos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círculos, Subcapítulos en dos capítulos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círculos, Subcapítulos en dos capítulos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círculos, 8 capítulos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círculos, 8 capítulos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CÍRCULOS: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círculos, 13 capítulos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círculos, 13 capítulos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5 CAPÍTULOS, EL CASO NORMAL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204308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858000" y="2039112"/>
            <a:ext cx="402336" cy="40233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397496" y="205054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6718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91176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858000" y="2907792"/>
            <a:ext cx="402336" cy="40233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397496" y="291922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35405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378044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858000" y="3776472"/>
            <a:ext cx="402336" cy="40233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397496" y="378790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44092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464912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858000" y="4645152"/>
            <a:ext cx="402336" cy="40233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397496" y="465658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52779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5517808"/>
            <a:ext cx="731520" cy="430961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858000" y="5513832"/>
            <a:ext cx="402336" cy="40233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397496" y="5525262"/>
            <a:ext cx="4506163" cy="41605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bloques, 5 capítulos, el caso normal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bloques, 5 capítulos, el caso normal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5 CAPÍTULOS CON SUBCAPÍTULOS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7232904" y="2021655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1.1</a:t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7708392" y="2021655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</a:t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7232904" y="220619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1.2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7708392" y="220619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Docentes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39074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1.3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39074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Egresados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6172200" y="2647604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6080760" y="2793908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6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784764"/>
            <a:ext cx="329184" cy="329184"/>
          </a:xfrm>
          <a:prstGeom prst="rect">
            <a:avLst/>
          </a:prstGeom>
        </p:spPr>
      </p:pic>
      <p:sp>
        <p:nvSpPr>
          <p:cNvPr id="17" name=""/>
          <p:cNvSpPr>
            <a:spLocks noGrp="1"/>
          </p:cNvSpPr>
          <p:nvPr>
            </p:nvPr>
        </p:nvSpPr>
        <p:spPr>
          <a:xfrm>
            <a:off x="7232904" y="2793908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8" name=""/>
          <p:cNvSpPr>
            <a:spLocks noGrp="1"/>
          </p:cNvSpPr>
          <p:nvPr>
            </p:nvPr>
        </p:nvSpPr>
        <p:spPr>
          <a:xfrm>
            <a:off x="7232904" y="3142211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9" name=""/>
          <p:cNvSpPr>
            <a:spLocks noGrp="1"/>
          </p:cNvSpPr>
          <p:nvPr>
            </p:nvPr>
        </p:nvSpPr>
        <p:spPr>
          <a:xfrm>
            <a:off x="7708392" y="3142211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Misión y propósitos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7232904" y="332675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7708392" y="332675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y planificación</a:t>
            </a:r>
          </a:p>
        </p:txBody>
      </p:sp>
      <p:sp>
        <p:nvSpPr>
          <p:cNvPr id="22" name=""/>
          <p:cNvSpPr>
            <a:spLocks noGrp="1"/>
          </p:cNvSpPr>
          <p:nvPr>
            </p:nvPr>
        </p:nvSpPr>
        <p:spPr>
          <a:xfrm>
            <a:off x="6172200" y="35836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3" name=""/>
          <p:cNvSpPr>
            <a:spLocks noGrp="1"/>
          </p:cNvSpPr>
          <p:nvPr>
            </p:nvPr>
        </p:nvSpPr>
        <p:spPr>
          <a:xfrm>
            <a:off x="6080760" y="3729921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2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720777"/>
            <a:ext cx="329184" cy="329184"/>
          </a:xfrm>
          <a:prstGeom prst="rect">
            <a:avLst/>
          </a:prstGeom>
        </p:spPr>
      </p:pic>
      <p:sp>
        <p:nvSpPr>
          <p:cNvPr id="25" name=""/>
          <p:cNvSpPr>
            <a:spLocks noGrp="1"/>
          </p:cNvSpPr>
          <p:nvPr>
            </p:nvPr>
        </p:nvSpPr>
        <p:spPr>
          <a:xfrm>
            <a:off x="7232904" y="3729921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07822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3.1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07822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Gestión del cuerpo académico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26276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26276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Orientación y acompañamiento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451963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466593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465679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466593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7232904" y="5014237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7708392" y="5014237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7232904" y="519878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7708392" y="519878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Formulación del perfil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6172200" y="545564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6080760" y="5601947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40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592803"/>
            <a:ext cx="329184" cy="329184"/>
          </a:xfrm>
          <a:prstGeom prst="rect">
            <a:avLst/>
          </a:prstGeom>
        </p:spPr>
      </p:pic>
      <p:sp>
        <p:nvSpPr>
          <p:cNvPr id="41" name=""/>
          <p:cNvSpPr>
            <a:spLocks noGrp="1"/>
          </p:cNvSpPr>
          <p:nvPr>
            </p:nvPr>
        </p:nvSpPr>
        <p:spPr>
          <a:xfrm>
            <a:off x="7232904" y="5601947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7232904" y="5950250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5.1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7708392" y="5950250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Situación laboral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7232904" y="6134793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5.2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7708392" y="6134793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Tutoría socioemocional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bloques, 5 capítulos con subcapítulos</a:t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5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bloques, 5 capítulos con subcapítulos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SUBCAPÍTULOS EN DOS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7335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66560" y="1664208"/>
            <a:ext cx="329184" cy="32918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232904" y="167335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Objetivos del estudio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093976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240280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66560" y="2231136"/>
            <a:ext cx="329184" cy="32918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232904" y="2240280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7232904" y="2638044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2.1</a:t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7708392" y="2638044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Diseño muestral</a:t>
            </a:r>
          </a:p>
        </p:txBody>
      </p:sp>
      <p:sp>
        <p:nvSpPr>
          <p:cNvPr id="14" name=""/>
          <p:cNvSpPr>
            <a:spLocks noGrp="1"/>
          </p:cNvSpPr>
          <p:nvPr>
            </p:nvPr>
        </p:nvSpPr>
        <p:spPr>
          <a:xfrm>
            <a:off x="7232904" y="292150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</a:p>
        </p:txBody>
      </p:sp>
      <p:sp>
        <p:nvSpPr>
          <p:cNvPr id="15" name=""/>
          <p:cNvSpPr>
            <a:spLocks noGrp="1"/>
          </p:cNvSpPr>
          <p:nvPr>
            </p:nvPr>
        </p:nvSpPr>
        <p:spPr>
          <a:xfrm>
            <a:off x="7708392" y="292150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Trabajo de campo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227832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374136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66560" y="3364992"/>
            <a:ext cx="329184" cy="32918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232904" y="3374136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 los encuestados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79476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94106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66560" y="3931920"/>
            <a:ext cx="329184" cy="32918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232904" y="394106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7232904" y="4338828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4.1</a:t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7708392" y="4338828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Satisfacción con la formación</a:t>
            </a:r>
          </a:p>
        </p:txBody>
      </p:sp>
      <p:sp>
        <p:nvSpPr>
          <p:cNvPr id="26" name=""/>
          <p:cNvSpPr>
            <a:spLocks noGrp="1"/>
          </p:cNvSpPr>
          <p:nvPr>
            </p:nvPr>
        </p:nvSpPr>
        <p:spPr>
          <a:xfrm>
            <a:off x="7232904" y="4622292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4.2</a:t>
            </a:r>
          </a:p>
        </p:txBody>
      </p:sp>
      <p:sp>
        <p:nvSpPr>
          <p:cNvPr id="27" name=""/>
          <p:cNvSpPr>
            <a:spLocks noGrp="1"/>
          </p:cNvSpPr>
          <p:nvPr>
            </p:nvPr>
        </p:nvSpPr>
        <p:spPr>
          <a:xfrm>
            <a:off x="7708392" y="4622292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Servicios de bienestar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7232904" y="4905756"/>
            <a:ext cx="502920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4.3</a:t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7708392" y="4905756"/>
            <a:ext cx="4195267" cy="25603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Inserción laboral</a:t>
            </a:r>
          </a:p>
        </p:txBody>
      </p:sp>
      <p:sp>
        <p:nvSpPr>
          <p:cNvPr id="30" name=""/>
          <p:cNvSpPr>
            <a:spLocks noGrp="1"/>
          </p:cNvSpPr>
          <p:nvPr>
            </p:nvPr>
        </p:nvSpPr>
        <p:spPr>
          <a:xfrm>
            <a:off x="6172200" y="5212080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1" name=""/>
          <p:cNvSpPr>
            <a:spLocks noGrp="1"/>
          </p:cNvSpPr>
          <p:nvPr>
            </p:nvPr>
        </p:nvSpPr>
        <p:spPr>
          <a:xfrm>
            <a:off x="6080760" y="5358384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3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66560" y="5349240"/>
            <a:ext cx="329184" cy="329184"/>
          </a:xfrm>
          <a:prstGeom prst="rect">
            <a:avLst/>
          </a:prstGeom>
        </p:spPr>
      </p:pic>
      <p:sp>
        <p:nvSpPr>
          <p:cNvPr id="33" name=""/>
          <p:cNvSpPr>
            <a:spLocks noGrp="1"/>
          </p:cNvSpPr>
          <p:nvPr>
            </p:nvPr>
        </p:nvSpPr>
        <p:spPr>
          <a:xfrm>
            <a:off x="7232904" y="5358384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id="34" name=""/>
          <p:cNvSpPr>
            <a:spLocks noGrp="1"/>
          </p:cNvSpPr>
          <p:nvPr>
            </p:nvPr>
        </p:nvSpPr>
        <p:spPr>
          <a:xfrm>
            <a:off x="6172200" y="5779008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5" name=""/>
          <p:cNvSpPr>
            <a:spLocks noGrp="1"/>
          </p:cNvSpPr>
          <p:nvPr>
            </p:nvPr>
        </p:nvSpPr>
        <p:spPr>
          <a:xfrm>
            <a:off x="6080760" y="5925312"/>
            <a:ext cx="731520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3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66560" y="5916168"/>
            <a:ext cx="329184" cy="329184"/>
          </a:xfrm>
          <a:prstGeom prst="rect">
            <a:avLst/>
          </a:prstGeom>
        </p:spPr>
      </p:pic>
      <p:sp>
        <p:nvSpPr>
          <p:cNvPr id="37" name=""/>
          <p:cNvSpPr>
            <a:spLocks noGrp="1"/>
          </p:cNvSpPr>
          <p:nvPr>
            </p:nvPr>
        </p:nvSpPr>
        <p:spPr>
          <a:xfrm>
            <a:off x="7232904" y="5925312"/>
            <a:ext cx="4670755" cy="31089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Recomendaciones</a:t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bloques, Subcapítulos en dos capítulos</a:t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50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bloques, Subcapítulos en dos capítulos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8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82601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837944"/>
            <a:ext cx="310896" cy="310896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168896" y="183222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227411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39294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404872"/>
            <a:ext cx="310896" cy="310896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168896" y="239915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84104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95987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971800"/>
            <a:ext cx="310896" cy="310896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168896" y="296608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3407969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3526801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3538728"/>
            <a:ext cx="310896" cy="310896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168896" y="3533013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9748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4093729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4105656"/>
            <a:ext cx="310896" cy="310896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168896" y="4099941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4541825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4660657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4672584"/>
            <a:ext cx="310896" cy="310896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168896" y="4666869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5108753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5227585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5239512"/>
            <a:ext cx="310896" cy="310896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168896" y="5233797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5675681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5794513"/>
            <a:ext cx="731520" cy="371326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5806440"/>
            <a:ext cx="310896" cy="310896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168896" y="5800725"/>
            <a:ext cx="4734763" cy="358902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bloques, 8 capítulos</a:t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4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4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4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bloques, 8 capítulos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"/>
          <p:cNvSpPr>
            <a:spLocks noGrp="1"/>
          </p:cNvSpPr>
          <p:nvPr>
            </p:nvPr>
        </p:nvSpPr>
        <p:spPr>
          <a:xfrm>
            <a:off x="6080760" y="566928"/>
            <a:ext cx="4754880" cy="237744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5A648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BLOQUES: 13 CAPÍTULOS</a:t>
            </a:r>
          </a:p>
        </p:txBody>
      </p:sp>
      <p:sp>
        <p:nvSpPr>
          <p:cNvPr id="4" name="Título"/>
          <p:cNvSpPr>
            <a:spLocks noGrp="1"/>
          </p:cNvSpPr>
          <p:nvPr>
            <p:ph type="title"/>
          </p:nvPr>
        </p:nvSpPr>
        <p:spPr>
          <a:xfrm>
            <a:off x="6080760" y="786384"/>
            <a:ext cx="3657600" cy="566928"/>
          </a:xfrm>
        </p:spPr>
        <p:txBody>
          <a:bodyPr anchor="t">
            <a:noAutofit/>
          </a:bodyPr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00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6080760" y="16405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pic>
        <p:nvPicPr>
          <p:cNvPr id="6" name="" descr=""/>
          <p:cNvPicPr>
            <a:picLocks noGrp="1"/>
          </p:cNvPicPr>
          <p:nvPr>
            </p:nvPr>
        </p:nvPicPr>
        <p:blipFill>
          <a:blip r:embed="rId3"/>
          <a:stretch>
            <a:fillRect/>
          </a:stretch>
        </p:blipFill>
        <p:spPr>
          <a:xfrm>
            <a:off x="6720840" y="1664208"/>
            <a:ext cx="237744" cy="237744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/p:nvPr>
        </p:nvSpPr>
        <p:spPr>
          <a:xfrm>
            <a:off x="7095744" y="16457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Perfil del encuestado</a:t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6172200" y="19632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6080760" y="20063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pic>
        <p:nvPicPr>
          <p:cNvPr id="10" name="" descr=""/>
          <p:cNvPicPr>
            <a:picLocks noGrp="1"/>
          </p:cNvPicPr>
          <p:nvPr>
            </p:nvPr>
        </p:nvPicPr>
        <p:blipFill>
          <a:blip r:embed="rId4"/>
          <a:stretch>
            <a:fillRect/>
          </a:stretch>
        </p:blipFill>
        <p:spPr>
          <a:xfrm>
            <a:off x="6720840" y="2029968"/>
            <a:ext cx="237744" cy="237744"/>
          </a:xfrm>
          <a:prstGeom prst="rect">
            <a:avLst/>
          </a:prstGeom>
        </p:spPr>
      </p:pic>
      <p:sp>
        <p:nvSpPr>
          <p:cNvPr id="11" name=""/>
          <p:cNvSpPr>
            <a:spLocks noGrp="1"/>
          </p:cNvSpPr>
          <p:nvPr>
            </p:nvPr>
        </p:nvSpPr>
        <p:spPr>
          <a:xfrm>
            <a:off x="7095744" y="20114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institucionales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6172200" y="23289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3" name=""/>
          <p:cNvSpPr>
            <a:spLocks noGrp="1"/>
          </p:cNvSpPr>
          <p:nvPr>
            </p:nvPr>
        </p:nvSpPr>
        <p:spPr>
          <a:xfrm>
            <a:off x="6080760" y="23720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pic>
        <p:nvPicPr>
          <p:cNvPr id="14" name="" descr=""/>
          <p:cNvPicPr>
            <a:picLocks noGrp="1"/>
          </p:cNvPicPr>
          <p:nvPr>
            </p:nvPr>
        </p:nvPicPr>
        <p:blipFill>
          <a:blip r:embed="rId5"/>
          <a:stretch>
            <a:fillRect/>
          </a:stretch>
        </p:blipFill>
        <p:spPr>
          <a:xfrm>
            <a:off x="6720840" y="2395728"/>
            <a:ext cx="237744" cy="237744"/>
          </a:xfrm>
          <a:prstGeom prst="rect">
            <a:avLst/>
          </a:prstGeom>
        </p:spPr>
      </p:pic>
      <p:sp>
        <p:nvSpPr>
          <p:cNvPr id="15" name=""/>
          <p:cNvSpPr>
            <a:spLocks noGrp="1"/>
          </p:cNvSpPr>
          <p:nvPr>
            </p:nvPr>
        </p:nvSpPr>
        <p:spPr>
          <a:xfrm>
            <a:off x="7095744" y="23772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Desarrollo de políticas institucionales</a:t>
            </a:r>
          </a:p>
        </p:txBody>
      </p:sp>
      <p:sp>
        <p:nvSpPr>
          <p:cNvPr id="16" name=""/>
          <p:cNvSpPr>
            <a:spLocks noGrp="1"/>
          </p:cNvSpPr>
          <p:nvPr>
            </p:nvPr>
        </p:nvSpPr>
        <p:spPr>
          <a:xfrm>
            <a:off x="6172200" y="26947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7" name=""/>
          <p:cNvSpPr>
            <a:spLocks noGrp="1"/>
          </p:cNvSpPr>
          <p:nvPr>
            </p:nvPr>
        </p:nvSpPr>
        <p:spPr>
          <a:xfrm>
            <a:off x="6080760" y="27378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pic>
        <p:nvPicPr>
          <p:cNvPr id="18" name="" descr=""/>
          <p:cNvPicPr>
            <a:picLocks noGrp="1"/>
          </p:cNvPicPr>
          <p:nvPr>
            </p:nvPr>
        </p:nvPicPr>
        <p:blipFill>
          <a:blip r:embed="rId6"/>
          <a:stretch>
            <a:fillRect/>
          </a:stretch>
        </p:blipFill>
        <p:spPr>
          <a:xfrm>
            <a:off x="6720840" y="2761488"/>
            <a:ext cx="237744" cy="237744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/p:nvPr>
        </p:nvSpPr>
        <p:spPr>
          <a:xfrm>
            <a:off x="7095744" y="27430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organizacional, administrativa y financiera</a:t>
            </a:r>
          </a:p>
        </p:txBody>
      </p:sp>
      <p:sp>
        <p:nvSpPr>
          <p:cNvPr id="20" name=""/>
          <p:cNvSpPr>
            <a:spLocks noGrp="1"/>
          </p:cNvSpPr>
          <p:nvPr>
            </p:nvPr>
        </p:nvSpPr>
        <p:spPr>
          <a:xfrm>
            <a:off x="6172200" y="30604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1" name=""/>
          <p:cNvSpPr>
            <a:spLocks noGrp="1"/>
          </p:cNvSpPr>
          <p:nvPr>
            </p:nvPr>
        </p:nvSpPr>
        <p:spPr>
          <a:xfrm>
            <a:off x="6080760" y="31035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pic>
        <p:nvPicPr>
          <p:cNvPr id="22" name="" descr=""/>
          <p:cNvPicPr>
            <a:picLocks noGrp="1"/>
          </p:cNvPicPr>
          <p:nvPr>
            </p:nvPr>
        </p:nvPicPr>
        <p:blipFill>
          <a:blip r:embed="rId7"/>
          <a:stretch>
            <a:fillRect/>
          </a:stretch>
        </p:blipFill>
        <p:spPr>
          <a:xfrm>
            <a:off x="6720840" y="3127248"/>
            <a:ext cx="237744" cy="237744"/>
          </a:xfrm>
          <a:prstGeom prst="rect">
            <a:avLst/>
          </a:prstGeom>
        </p:spPr>
      </p:pic>
      <p:sp>
        <p:nvSpPr>
          <p:cNvPr id="23" name=""/>
          <p:cNvSpPr>
            <a:spLocks noGrp="1"/>
          </p:cNvSpPr>
          <p:nvPr>
            </p:nvPr>
        </p:nvSpPr>
        <p:spPr>
          <a:xfrm>
            <a:off x="7095744" y="31087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Cuerpo académico</a:t>
            </a:r>
          </a:p>
        </p:txBody>
      </p:sp>
      <p:sp>
        <p:nvSpPr>
          <p:cNvPr id="24" name=""/>
          <p:cNvSpPr>
            <a:spLocks noGrp="1"/>
          </p:cNvSpPr>
          <p:nvPr>
            </p:nvPr>
        </p:nvSpPr>
        <p:spPr>
          <a:xfrm>
            <a:off x="6172200" y="34262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5" name=""/>
          <p:cNvSpPr>
            <a:spLocks noGrp="1"/>
          </p:cNvSpPr>
          <p:nvPr>
            </p:nvPr>
        </p:nvSpPr>
        <p:spPr>
          <a:xfrm>
            <a:off x="6080760" y="34693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pic>
        <p:nvPicPr>
          <p:cNvPr id="26" name="" descr=""/>
          <p:cNvPicPr>
            <a:picLocks noGrp="1"/>
          </p:cNvPicPr>
          <p:nvPr>
            </p:nvPr>
        </p:nvPicPr>
        <p:blipFill>
          <a:blip r:embed="rId8"/>
          <a:stretch>
            <a:fillRect/>
          </a:stretch>
        </p:blipFill>
        <p:spPr>
          <a:xfrm>
            <a:off x="6720840" y="3493008"/>
            <a:ext cx="237744" cy="237744"/>
          </a:xfrm>
          <a:prstGeom prst="rect">
            <a:avLst/>
          </a:prstGeom>
        </p:spPr>
      </p:pic>
      <p:sp>
        <p:nvSpPr>
          <p:cNvPr id="27" name=""/>
          <p:cNvSpPr>
            <a:spLocks noGrp="1"/>
          </p:cNvSpPr>
          <p:nvPr>
            </p:nvPr>
        </p:nvSpPr>
        <p:spPr>
          <a:xfrm>
            <a:off x="7095744" y="34745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Estudiantes y graduados</a:t>
            </a:r>
          </a:p>
        </p:txBody>
      </p:sp>
      <p:sp>
        <p:nvSpPr>
          <p:cNvPr id="28" name=""/>
          <p:cNvSpPr>
            <a:spLocks noGrp="1"/>
          </p:cNvSpPr>
          <p:nvPr>
            </p:nvPr>
        </p:nvSpPr>
        <p:spPr>
          <a:xfrm>
            <a:off x="6172200" y="37920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29" name=""/>
          <p:cNvSpPr>
            <a:spLocks noGrp="1"/>
          </p:cNvSpPr>
          <p:nvPr>
            </p:nvPr>
        </p:nvSpPr>
        <p:spPr>
          <a:xfrm>
            <a:off x="6080760" y="38351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</a:p>
        </p:txBody>
      </p:sp>
      <p:pic>
        <p:nvPicPr>
          <p:cNvPr id="30" name="" descr=""/>
          <p:cNvPicPr>
            <a:picLocks noGrp="1"/>
          </p:cNvPicPr>
          <p:nvPr>
            </p:nvPr>
        </p:nvPicPr>
        <p:blipFill>
          <a:blip r:embed="rId9"/>
          <a:stretch>
            <a:fillRect/>
          </a:stretch>
        </p:blipFill>
        <p:spPr>
          <a:xfrm>
            <a:off x="6720840" y="3858768"/>
            <a:ext cx="237744" cy="237744"/>
          </a:xfrm>
          <a:prstGeom prst="rect">
            <a:avLst/>
          </a:prstGeom>
        </p:spPr>
      </p:pic>
      <p:sp>
        <p:nvSpPr>
          <p:cNvPr id="31" name=""/>
          <p:cNvSpPr>
            <a:spLocks noGrp="1"/>
          </p:cNvSpPr>
          <p:nvPr>
            </p:nvPr>
        </p:nvSpPr>
        <p:spPr>
          <a:xfrm>
            <a:off x="7095744" y="38402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Infraestructura, instalaciones y recursos de apoyo</a:t>
            </a:r>
          </a:p>
        </p:txBody>
      </p:sp>
      <p:sp>
        <p:nvSpPr>
          <p:cNvPr id="32" name=""/>
          <p:cNvSpPr>
            <a:spLocks noGrp="1"/>
          </p:cNvSpPr>
          <p:nvPr>
            </p:nvPr>
        </p:nvSpPr>
        <p:spPr>
          <a:xfrm>
            <a:off x="6172200" y="41577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3" name=""/>
          <p:cNvSpPr>
            <a:spLocks noGrp="1"/>
          </p:cNvSpPr>
          <p:nvPr>
            </p:nvPr>
        </p:nvSpPr>
        <p:spPr>
          <a:xfrm>
            <a:off x="6080760" y="42008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</a:p>
        </p:txBody>
      </p:sp>
      <p:pic>
        <p:nvPicPr>
          <p:cNvPr id="34" name="" descr=""/>
          <p:cNvPicPr>
            <a:picLocks noGrp="1"/>
          </p:cNvPicPr>
          <p:nvPr>
            </p:nvPr>
        </p:nvPicPr>
        <p:blipFill>
          <a:blip r:embed="rId10"/>
          <a:stretch>
            <a:fillRect/>
          </a:stretch>
        </p:blipFill>
        <p:spPr>
          <a:xfrm>
            <a:off x="6720840" y="4224528"/>
            <a:ext cx="237744" cy="237744"/>
          </a:xfrm>
          <a:prstGeom prst="rect">
            <a:avLst/>
          </a:prstGeom>
        </p:spPr>
      </p:pic>
      <p:sp>
        <p:nvSpPr>
          <p:cNvPr id="35" name=""/>
          <p:cNvSpPr>
            <a:spLocks noGrp="1"/>
          </p:cNvSpPr>
          <p:nvPr>
            </p:nvPr>
        </p:nvSpPr>
        <p:spPr>
          <a:xfrm>
            <a:off x="7095744" y="42060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Características del perfil de egreso</a:t>
            </a:r>
          </a:p>
        </p:txBody>
      </p:sp>
      <p:sp>
        <p:nvSpPr>
          <p:cNvPr id="36" name=""/>
          <p:cNvSpPr>
            <a:spLocks noGrp="1"/>
          </p:cNvSpPr>
          <p:nvPr>
            </p:nvPr>
        </p:nvSpPr>
        <p:spPr>
          <a:xfrm>
            <a:off x="6172200" y="452353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7" name=""/>
          <p:cNvSpPr>
            <a:spLocks noGrp="1"/>
          </p:cNvSpPr>
          <p:nvPr>
            </p:nvPr>
        </p:nvSpPr>
        <p:spPr>
          <a:xfrm>
            <a:off x="6080760" y="456663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</a:p>
        </p:txBody>
      </p:sp>
      <p:pic>
        <p:nvPicPr>
          <p:cNvPr id="38" name="" descr=""/>
          <p:cNvPicPr>
            <a:picLocks noGrp="1"/>
          </p:cNvPicPr>
          <p:nvPr>
            </p:nvPr>
        </p:nvPicPr>
        <p:blipFill>
          <a:blip r:embed="rId11"/>
          <a:stretch>
            <a:fillRect/>
          </a:stretch>
        </p:blipFill>
        <p:spPr>
          <a:xfrm>
            <a:off x="6720840" y="4590288"/>
            <a:ext cx="237744" cy="237744"/>
          </a:xfrm>
          <a:prstGeom prst="rect">
            <a:avLst/>
          </a:prstGeom>
        </p:spPr>
      </p:pic>
      <p:sp>
        <p:nvSpPr>
          <p:cNvPr id="39" name=""/>
          <p:cNvSpPr>
            <a:spLocks noGrp="1"/>
          </p:cNvSpPr>
          <p:nvPr>
            </p:nvPr>
        </p:nvSpPr>
        <p:spPr>
          <a:xfrm>
            <a:off x="7095744" y="457181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Estructura curricular</a:t>
            </a:r>
          </a:p>
        </p:txBody>
      </p:sp>
      <p:sp>
        <p:nvSpPr>
          <p:cNvPr id="40" name=""/>
          <p:cNvSpPr>
            <a:spLocks noGrp="1"/>
          </p:cNvSpPr>
          <p:nvPr>
            </p:nvPr>
        </p:nvSpPr>
        <p:spPr>
          <a:xfrm>
            <a:off x="6172200" y="488929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1" name=""/>
          <p:cNvSpPr>
            <a:spLocks noGrp="1"/>
          </p:cNvSpPr>
          <p:nvPr>
            </p:nvPr>
        </p:nvSpPr>
        <p:spPr>
          <a:xfrm>
            <a:off x="6080760" y="493239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pic>
        <p:nvPicPr>
          <p:cNvPr id="42" name="" descr=""/>
          <p:cNvPicPr>
            <a:picLocks noGrp="1"/>
          </p:cNvPicPr>
          <p:nvPr>
            </p:nvPr>
        </p:nvPicPr>
        <p:blipFill>
          <a:blip r:embed="rId12"/>
          <a:stretch>
            <a:fillRect/>
          </a:stretch>
        </p:blipFill>
        <p:spPr>
          <a:xfrm>
            <a:off x="6720840" y="4956048"/>
            <a:ext cx="237744" cy="237744"/>
          </a:xfrm>
          <a:prstGeom prst="rect">
            <a:avLst/>
          </a:prstGeom>
        </p:spPr>
      </p:pic>
      <p:sp>
        <p:nvSpPr>
          <p:cNvPr id="43" name=""/>
          <p:cNvSpPr>
            <a:spLocks noGrp="1"/>
          </p:cNvSpPr>
          <p:nvPr>
            </p:nvPr>
        </p:nvSpPr>
        <p:spPr>
          <a:xfrm>
            <a:off x="7095744" y="493757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Vinculación con el medio y desarrollo sostenible</a:t>
            </a:r>
          </a:p>
        </p:txBody>
      </p:sp>
      <p:sp>
        <p:nvSpPr>
          <p:cNvPr id="44" name=""/>
          <p:cNvSpPr>
            <a:spLocks noGrp="1"/>
          </p:cNvSpPr>
          <p:nvPr>
            </p:nvPr>
        </p:nvSpPr>
        <p:spPr>
          <a:xfrm>
            <a:off x="6172200" y="525505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5" name=""/>
          <p:cNvSpPr>
            <a:spLocks noGrp="1"/>
          </p:cNvSpPr>
          <p:nvPr>
            </p:nvPr>
        </p:nvSpPr>
        <p:spPr>
          <a:xfrm>
            <a:off x="6080760" y="529815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pic>
        <p:nvPicPr>
          <p:cNvPr id="46" name="" descr=""/>
          <p:cNvPicPr>
            <a:picLocks noGrp="1"/>
          </p:cNvPicPr>
          <p:nvPr>
            </p:nvPr>
        </p:nvPicPr>
        <p:blipFill>
          <a:blip r:embed="rId13"/>
          <a:stretch>
            <a:fillRect/>
          </a:stretch>
        </p:blipFill>
        <p:spPr>
          <a:xfrm>
            <a:off x="6720840" y="5321808"/>
            <a:ext cx="237744" cy="237744"/>
          </a:xfrm>
          <a:prstGeom prst="rect">
            <a:avLst/>
          </a:prstGeom>
        </p:spPr>
      </p:pic>
      <p:sp>
        <p:nvSpPr>
          <p:cNvPr id="47" name=""/>
          <p:cNvSpPr>
            <a:spLocks noGrp="1"/>
          </p:cNvSpPr>
          <p:nvPr>
            </p:nvPr>
        </p:nvSpPr>
        <p:spPr>
          <a:xfrm>
            <a:off x="7095744" y="530333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Internacionalización integral</a:t>
            </a:r>
          </a:p>
        </p:txBody>
      </p:sp>
      <p:sp>
        <p:nvSpPr>
          <p:cNvPr id="48" name=""/>
          <p:cNvSpPr>
            <a:spLocks noGrp="1"/>
          </p:cNvSpPr>
          <p:nvPr>
            </p:nvPr>
        </p:nvSpPr>
        <p:spPr>
          <a:xfrm>
            <a:off x="6172200" y="562081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49" name=""/>
          <p:cNvSpPr>
            <a:spLocks noGrp="1"/>
          </p:cNvSpPr>
          <p:nvPr>
            </p:nvPr>
        </p:nvSpPr>
        <p:spPr>
          <a:xfrm>
            <a:off x="6080760" y="566391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pic>
        <p:nvPicPr>
          <p:cNvPr id="50" name="" descr=""/>
          <p:cNvPicPr>
            <a:picLocks noGrp="1"/>
          </p:cNvPicPr>
          <p:nvPr>
            </p:nvPr>
        </p:nvPicPr>
        <p:blipFill>
          <a:blip r:embed="rId14"/>
          <a:stretch>
            <a:fillRect/>
          </a:stretch>
        </p:blipFill>
        <p:spPr>
          <a:xfrm>
            <a:off x="6720840" y="5687568"/>
            <a:ext cx="237744" cy="237744"/>
          </a:xfrm>
          <a:prstGeom prst="rect">
            <a:avLst/>
          </a:prstGeom>
        </p:spPr>
      </p:pic>
      <p:sp>
        <p:nvSpPr>
          <p:cNvPr id="51" name=""/>
          <p:cNvSpPr>
            <a:spLocks noGrp="1"/>
          </p:cNvSpPr>
          <p:nvPr>
            </p:nvPr>
        </p:nvSpPr>
        <p:spPr>
          <a:xfrm>
            <a:off x="7095744" y="566909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Investigación, desarrollo e innovación (I+D+i)</a:t>
            </a:r>
          </a:p>
        </p:txBody>
      </p:sp>
      <p:sp>
        <p:nvSpPr>
          <p:cNvPr id="52" name=""/>
          <p:cNvSpPr>
            <a:spLocks noGrp="1"/>
          </p:cNvSpPr>
          <p:nvPr>
            </p:nvPr>
        </p:nvSpPr>
        <p:spPr>
          <a:xfrm>
            <a:off x="6172200" y="5986577"/>
            <a:ext cx="5731459" cy="4572"/>
          </a:xfrm>
          <a:prstGeom prst="rect">
            <a:avLst/>
          </a:prstGeom>
          <a:solidFill>
            <a:srgbClr val="D5D9DF">
              <a:alpha val="100000"/>
            </a:srgbClr>
          </a:solidFill>
          <a:ln w="3175" cap="rnd" cmpd="sng">
            <a:solidFill>
              <a:srgbClr val="D5D9D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3" name=""/>
          <p:cNvSpPr>
            <a:spLocks noGrp="1"/>
          </p:cNvSpPr>
          <p:nvPr>
            </p:nvPr>
        </p:nvSpPr>
        <p:spPr>
          <a:xfrm>
            <a:off x="6080760" y="6029673"/>
            <a:ext cx="731520" cy="32163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1" u="none" strike="noStrike">
                <a:solidFill>
                  <a:srgbClr val="CA5651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pic>
        <p:nvPicPr>
          <p:cNvPr id="54" name="" descr=""/>
          <p:cNvPicPr>
            <a:picLocks noGrp="1"/>
          </p:cNvPicPr>
          <p:nvPr>
            </p:nvPr>
        </p:nvPicPr>
        <p:blipFill>
          <a:blip r:embed="rId15"/>
          <a:stretch>
            <a:fillRect/>
          </a:stretch>
        </p:blipFill>
        <p:spPr>
          <a:xfrm>
            <a:off x="6720840" y="6053328"/>
            <a:ext cx="237744" cy="237744"/>
          </a:xfrm>
          <a:prstGeom prst="rect">
            <a:avLst/>
          </a:prstGeom>
        </p:spPr>
      </p:pic>
      <p:sp>
        <p:nvSpPr>
          <p:cNvPr id="55" name=""/>
          <p:cNvSpPr>
            <a:spLocks noGrp="1"/>
          </p:cNvSpPr>
          <p:nvPr>
            </p:nvPr>
        </p:nvSpPr>
        <p:spPr>
          <a:xfrm>
            <a:off x="7095744" y="6034850"/>
            <a:ext cx="4807915" cy="311277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5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Integridad y transparencia</a:t>
            </a:r>
          </a:p>
        </p:txBody>
      </p:sp>
      <p:sp>
        <p:nvSpPr>
          <p:cNvPr id="56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Propuesta de índice ilustrado: Geometría, bloques, 13 capítulos</a:t>
            </a:r>
          </a:p>
        </p:txBody>
      </p:sp>
      <p:sp>
        <p:nvSpPr>
          <p:cNvPr id="57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8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59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0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1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62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63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  <p:sp>
        <p:nvSpPr>
          <p:cNvPr id="64" name=""/>
          <p:cNvSpPr>
            <a:spLocks noGrp="1"/>
          </p:cNvSpPr>
          <p:nvPr>
            </p:nvPr>
        </p:nvSpPr>
        <p:spPr>
          <a:xfrm>
            <a:off x="0" y="0"/>
            <a:ext cx="5669280" cy="685800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5" name=""/>
          <p:cNvSpPr>
            <a:spLocks noGrp="1"/>
          </p:cNvSpPr>
          <p:nvPr>
            </p:nvPr>
        </p:nvSpPr>
        <p:spPr>
          <a:xfrm>
            <a:off x="0" y="-182880"/>
            <a:ext cx="5669280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ilustración, 15.75 x 19.05 cm</a:t>
            </a:r>
          </a:p>
        </p:txBody>
      </p:sp>
      <p:sp>
        <p:nvSpPr>
          <p:cNvPr id="66" name=""/>
          <p:cNvSpPr>
            <a:spLocks noGrp="1"/>
          </p:cNvSpPr>
          <p:nvPr>
            </p:nvPr>
        </p:nvSpPr>
        <p:spPr>
          <a:xfrm>
            <a:off x="6172200" y="1600200"/>
            <a:ext cx="5731459" cy="4754880"/>
          </a:xfrm>
          <a:prstGeom prst="rect">
            <a:avLst/>
          </a:prstGeom>
          <a:ln w="9525" cap="rnd" cmpd="sng">
            <a:solidFill>
              <a:srgbClr val="E0218A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67" name=""/>
          <p:cNvSpPr>
            <a:spLocks noGrp="1"/>
          </p:cNvSpPr>
          <p:nvPr>
            </p:nvPr>
        </p:nvSpPr>
        <p:spPr>
          <a:xfrm>
            <a:off x="6172200" y="1417320"/>
            <a:ext cx="5731459" cy="18288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lista, 15.92 x 13.21 cm</a:t>
            </a:r>
          </a:p>
        </p:txBody>
      </p:sp>
      <p:sp>
        <p:nvSpPr>
          <p:cNvPr id="68" name=""/>
          <p:cNvSpPr>
            <a:spLocks noGrp="1"/>
          </p:cNvSpPr>
          <p:nvPr>
            </p:nvPr>
        </p:nvSpPr>
        <p:spPr>
          <a:xfrm>
            <a:off x="7697419" y="6291072"/>
            <a:ext cx="3657600" cy="274320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Geometría, bloques, 13 capítulos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/p:nvPr>
        </p:nvSpPr>
        <p:spPr>
          <a:xfrm>
            <a:off x="987552" y="6126480"/>
            <a:ext cx="219456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pulsopucp@pucp.edu.pe</a:t>
            </a:r>
          </a:p>
        </p:txBody>
      </p:sp>
      <p:sp>
        <p:nvSpPr>
          <p:cNvPr id="3" name=""/>
          <p:cNvSpPr>
            <a:spLocks noGrp="1"/>
          </p:cNvSpPr>
          <p:nvPr>
            </p:nvPr>
        </p:nvSpPr>
        <p:spPr>
          <a:xfrm>
            <a:off x="4754880" y="6117336"/>
            <a:ext cx="448056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Av. Universitaria 1801, San Miguel, Lima 32, Perú</a:t>
            </a:r>
          </a:p>
        </p:txBody>
      </p:sp>
      <p:sp>
        <p:nvSpPr>
          <p:cNvPr id="4" name=""/>
          <p:cNvSpPr>
            <a:spLocks noGrp="1"/>
          </p:cNvSpPr>
          <p:nvPr>
            </p:nvPr>
        </p:nvSpPr>
        <p:spPr>
          <a:xfrm>
            <a:off x="10213848" y="6135624"/>
            <a:ext cx="1645920" cy="36576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081F5C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pulso.pucp.edu.pe</a:t>
            </a:r>
          </a:p>
        </p:txBody>
      </p:sp>
      <p:sp>
        <p:nvSpPr>
          <p:cNvPr id="5" name=""/>
          <p:cNvSpPr>
            <a:spLocks noGrp="1"/>
          </p:cNvSpPr>
          <p:nvPr>
            </p:nvPr>
        </p:nvSpPr>
        <p:spPr>
          <a:xfrm>
            <a:off x="5516575" y="6583680"/>
            <a:ext cx="6400800" cy="237744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E0218A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Motor: layout «Contraportada» de la plantilla (cierre de todos los informes entregados)</a:t>
            </a:r>
          </a:p>
        </p:txBody>
      </p:sp>
      <p:sp>
        <p:nvSpPr>
          <p:cNvPr id="6" name=""/>
          <p:cNvSpPr>
            <a:spLocks noGrp="1"/>
          </p:cNvSpPr>
          <p:nvPr>
            </p:nvPr>
        </p:nvSpPr>
        <p:spPr>
          <a:xfrm>
            <a:off x="284378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7" name=""/>
          <p:cNvSpPr>
            <a:spLocks noGrp="1"/>
          </p:cNvSpPr>
          <p:nvPr>
            </p:nvPr>
        </p:nvSpPr>
        <p:spPr>
          <a:xfrm>
            <a:off x="11900002" y="0"/>
            <a:ext cx="7315" cy="6858000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8" name=""/>
          <p:cNvSpPr>
            <a:spLocks noGrp="1"/>
          </p:cNvSpPr>
          <p:nvPr>
            </p:nvPr>
        </p:nvSpPr>
        <p:spPr>
          <a:xfrm>
            <a:off x="0" y="320954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9" name=""/>
          <p:cNvSpPr>
            <a:spLocks noGrp="1"/>
          </p:cNvSpPr>
          <p:nvPr>
            </p:nvPr>
        </p:nvSpPr>
        <p:spPr>
          <a:xfrm>
            <a:off x="0" y="1505102"/>
            <a:ext cx="12191695" cy="7315"/>
          </a:xfrm>
          <a:prstGeom prst="rect">
            <a:avLst/>
          </a:prstGeom>
          <a:solidFill>
            <a:srgbClr val="00A3E0">
              <a:alpha val="100000"/>
            </a:srgbClr>
          </a:solidFill>
          <a:ln w="3175" cap="rnd" cmpd="sng">
            <a:solidFill>
              <a:srgbClr val="00A3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0" name=""/>
          <p:cNvSpPr>
            <a:spLocks noGrp="1"/>
          </p:cNvSpPr>
          <p:nvPr>
            </p:nvPr>
        </p:nvSpPr>
        <p:spPr>
          <a:xfrm>
            <a:off x="315468" y="6583680"/>
            <a:ext cx="1828800" cy="228600"/>
          </a:xfrm>
          <a:prstGeom prst="rect">
            <a:avLst/>
          </a:prstGeo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margen 0.80 cm</a:t>
            </a:r>
          </a:p>
        </p:txBody>
      </p:sp>
      <p:sp>
        <p:nvSpPr>
          <p:cNvPr id="11" name=""/>
          <p:cNvSpPr>
            <a:spLocks noGrp="1"/>
          </p:cNvSpPr>
          <p:nvPr>
            </p:nvPr>
        </p:nvSpPr>
        <p:spPr>
          <a:xfrm>
            <a:off x="9814255" y="105156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título y = 0.90 cm</a:t>
            </a:r>
          </a:p>
        </p:txBody>
      </p:sp>
      <p:sp>
        <p:nvSpPr>
          <p:cNvPr id="12" name=""/>
          <p:cNvSpPr>
            <a:spLocks noGrp="1"/>
          </p:cNvSpPr>
          <p:nvPr>
            </p:nvPr>
        </p:nvSpPr>
        <p:spPr>
          <a:xfrm>
            <a:off x="9814255" y="1289304"/>
            <a:ext cx="2286000" cy="219456"/>
          </a:xfrm>
          <a:prstGeom prst="rect">
            <a:avLst/>
          </a:prstGeo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00A3E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datos y = 4.19 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rgbClr val="081F5C"/>
      </a:dk1>
      <a:lt1>
        <a:srgbClr val="FFFFFF"/>
      </a:lt1>
      <a:dk2>
        <a:srgbClr val="081F5C"/>
      </a:dk2>
      <a:lt2>
        <a:srgbClr val="F2F2F2"/>
      </a:lt2>
      <a:accent1>
        <a:srgbClr val="081F5C"/>
      </a:accent1>
      <a:accent2>
        <a:srgbClr val="CA5651"/>
      </a:accent2>
      <a:accent3>
        <a:srgbClr val="85BB85"/>
      </a:accent3>
      <a:accent4>
        <a:srgbClr val="EFD25E"/>
      </a:accent4>
      <a:accent5>
        <a:srgbClr val="BFBFBF"/>
      </a:accent5>
      <a:accent6>
        <a:srgbClr val="E4A34C"/>
      </a:accent6>
      <a:hlink>
        <a:srgbClr val="7594CC"/>
      </a:hlink>
      <a:folHlink>
        <a:srgbClr val="9688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gonzaloalmendariz</cp:lastModifiedBy>
  <cp:revision>73</cp:revision>
  <dcterms:created xsi:type="dcterms:W3CDTF">2025-07-16T05:29:30Z</dcterms:created>
  <dcterms:modified xsi:type="dcterms:W3CDTF">2026-10-07T20:42:48Z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